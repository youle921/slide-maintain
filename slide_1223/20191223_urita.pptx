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多目的マルチタスク</a:t>
            </a:r>
            <a:r>
              <a:rPr lang="ja-JP" altLang="en-US" dirty="0" smtClean="0"/>
              <a:t>最適化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ナップサック</a:t>
            </a:r>
            <a:r>
              <a:rPr kumimoji="1" lang="ja-JP" altLang="en-US" dirty="0" smtClean="0"/>
              <a:t>問題の提案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8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作成した問題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アイテム集合には</a:t>
            </a:r>
            <a:r>
              <a:rPr lang="ja-JP" altLang="en-US" dirty="0"/>
              <a:t>変化</a:t>
            </a:r>
            <a:r>
              <a:rPr lang="ja-JP" altLang="en-US" dirty="0" smtClean="0"/>
              <a:t>を加えず，制約のみを変化させたタスクを作成する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/>
              <p:cNvSpPr txBox="1"/>
              <p:nvPr/>
            </p:nvSpPr>
            <p:spPr>
              <a:xfrm>
                <a:off x="3268732" y="2560320"/>
                <a:ext cx="2110065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732" y="2560320"/>
                <a:ext cx="2110065" cy="1254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3165338" y="4719930"/>
                <a:ext cx="2316853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338" y="4719930"/>
                <a:ext cx="2316853" cy="12547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/>
          <p:cNvGrpSpPr/>
          <p:nvPr/>
        </p:nvGrpSpPr>
        <p:grpSpPr>
          <a:xfrm>
            <a:off x="5896540" y="4408155"/>
            <a:ext cx="3131401" cy="2126740"/>
            <a:chOff x="6752494" y="5188013"/>
            <a:chExt cx="3131401" cy="1154036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6752494" y="5188013"/>
              <a:ext cx="2990724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ij</a:t>
              </a:r>
              <a:r>
                <a: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/>
                <a:t>における</a:t>
              </a:r>
              <a:endParaRPr lang="en-US" altLang="ja-JP" sz="2400" dirty="0"/>
            </a:p>
            <a:p>
              <a:pPr indent="534988"/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の重み</a:t>
              </a:r>
              <a:endParaRPr kumimoji="1" lang="ja-JP" altLang="en-US" sz="24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752494" y="5639774"/>
              <a:ext cx="3131401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における</a:t>
              </a:r>
              <a:endPara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450850"/>
              <a:r>
                <a:rPr kumimoji="1" lang="ja-JP" altLang="en-US" sz="2400" dirty="0" smtClean="0"/>
                <a:t>ナップサックの容量</a:t>
              </a:r>
              <a:endParaRPr kumimoji="1" lang="ja-JP" altLang="en-US" sz="2400" dirty="0" smtClean="0"/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752494" y="6091535"/>
              <a:ext cx="1900214" cy="2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縮小率</a:t>
              </a:r>
              <a:endParaRPr kumimoji="1" lang="ja-JP" altLang="en-US" sz="2400" dirty="0" smtClean="0"/>
            </a:p>
          </p:txBody>
        </p:sp>
      </p:grpSp>
      <p:sp>
        <p:nvSpPr>
          <p:cNvPr id="4" name="下矢印 3"/>
          <p:cNvSpPr/>
          <p:nvPr/>
        </p:nvSpPr>
        <p:spPr>
          <a:xfrm>
            <a:off x="4112749" y="4046332"/>
            <a:ext cx="422031" cy="69551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2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アイテム数が少ない場合で，</a:t>
            </a:r>
            <a:r>
              <a:rPr kumimoji="1" lang="en-US" altLang="ja-JP" dirty="0" smtClean="0"/>
              <a:t>PF</a:t>
            </a:r>
            <a:r>
              <a:rPr kumimoji="1" lang="ja-JP" altLang="en-US" dirty="0" smtClean="0"/>
              <a:t>がどのように変化するかを調査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/>
              <a:t>・</a:t>
            </a:r>
            <a:r>
              <a:rPr lang="ja-JP" altLang="en-US" dirty="0" smtClean="0"/>
              <a:t>目的数：</a:t>
            </a:r>
            <a:r>
              <a:rPr lang="en-US" altLang="ja-JP" dirty="0" smtClean="0"/>
              <a:t>2</a:t>
            </a:r>
            <a:br>
              <a:rPr lang="en-US" altLang="ja-JP" dirty="0" smtClean="0"/>
            </a:br>
            <a:r>
              <a:rPr lang="ja-JP" altLang="en-US" dirty="0"/>
              <a:t>・</a:t>
            </a:r>
            <a:r>
              <a:rPr lang="ja-JP" altLang="en-US" dirty="0" smtClean="0"/>
              <a:t>アイテム数：</a:t>
            </a:r>
            <a:r>
              <a:rPr lang="en-US" altLang="ja-JP" dirty="0" smtClean="0"/>
              <a:t>15</a:t>
            </a:r>
            <a:br>
              <a:rPr lang="en-US" altLang="ja-JP" dirty="0" smtClean="0"/>
            </a:br>
            <a:r>
              <a:rPr lang="ja-JP" altLang="en-US" dirty="0" smtClean="0"/>
              <a:t>・縮小率：</a:t>
            </a:r>
            <a:r>
              <a:rPr lang="en-US" altLang="ja-JP" dirty="0" smtClean="0"/>
              <a:t>[0.6, 0.8, 1.0, 1.2, 1.4]</a:t>
            </a:r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2771339"/>
            <a:ext cx="189913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実験設定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9112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各縮小率における</a:t>
            </a:r>
            <a:r>
              <a:rPr kumimoji="1" lang="en-US" altLang="ja-JP" dirty="0" smtClean="0"/>
              <a:t>PF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69" y="2023897"/>
            <a:ext cx="7728062" cy="4359506"/>
          </a:xfrm>
          <a:prstGeom prst="rect">
            <a:avLst/>
          </a:prstGeom>
        </p:spPr>
      </p:pic>
      <p:sp>
        <p:nvSpPr>
          <p:cNvPr id="13" name="テキスト ボックス 12"/>
          <p:cNvSpPr txBox="1"/>
          <p:nvPr/>
        </p:nvSpPr>
        <p:spPr>
          <a:xfrm>
            <a:off x="7277468" y="2182363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277468" y="2491050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277468" y="2799737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277468" y="3108424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277468" y="3417110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283968" y="6237469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 rot="16200000">
            <a:off x="-169035" y="3683914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03682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最適解の対応関係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640690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94</TotalTime>
  <Words>92</Words>
  <Application>Microsoft Office PowerPoint</Application>
  <PresentationFormat>画面に合わせる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ＭＳ P ゴシック</vt:lpstr>
      <vt:lpstr>ＭＳ Ｐゴシック</vt:lpstr>
      <vt:lpstr>Arial</vt:lpstr>
      <vt:lpstr>Cambria Math</vt:lpstr>
      <vt:lpstr>Symbol</vt:lpstr>
      <vt:lpstr>Times New Roman</vt:lpstr>
      <vt:lpstr>Theme_Lab</vt:lpstr>
      <vt:lpstr>多目的マルチタスク最適化 ナップサック問題の提案</vt:lpstr>
      <vt:lpstr>作成した問題</vt:lpstr>
      <vt:lpstr>予備実験</vt:lpstr>
      <vt:lpstr>予備実験</vt:lpstr>
      <vt:lpstr>予備実験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Multitask</dc:title>
  <dc:creator>瓜田 俊貴</dc:creator>
  <cp:lastModifiedBy>瓜田 俊貴</cp:lastModifiedBy>
  <cp:revision>8</cp:revision>
  <dcterms:created xsi:type="dcterms:W3CDTF">2019-12-22T18:07:24Z</dcterms:created>
  <dcterms:modified xsi:type="dcterms:W3CDTF">2019-12-22T19:51:44Z</dcterms:modified>
</cp:coreProperties>
</file>