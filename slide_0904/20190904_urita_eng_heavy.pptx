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64" r:id="rId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366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  <a:endParaRPr kumimoji="1" lang="ja-JP" altLang="en-US" sz="4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800" dirty="0"/>
              <a:t>Gradient-based One-Side Sampling</a:t>
            </a:r>
            <a:endParaRPr kumimoji="1" lang="ja-JP" altLang="en-US" sz="3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 smtClean="0"/>
                  <a:t>弱識別</a:t>
                </a:r>
                <a:r>
                  <a:rPr lang="ja-JP" altLang="en-US" dirty="0"/>
                  <a:t>器</a:t>
                </a:r>
                <a:r>
                  <a:rPr lang="ja-JP" altLang="en-US" dirty="0" smtClean="0"/>
                  <a:t>を追加する際，勾配が大きいデータに</a:t>
                </a:r>
                <a:r>
                  <a:rPr lang="en-US" altLang="ja-JP" dirty="0" smtClean="0"/>
                  <a:t/>
                </a:r>
                <a:br>
                  <a:rPr lang="en-US" altLang="ja-JP" dirty="0" smtClean="0"/>
                </a:br>
                <a:r>
                  <a:rPr lang="ja-JP" altLang="en-US" dirty="0" smtClean="0"/>
                  <a:t>対して適応することが重要である．</a:t>
                </a:r>
                <a:endParaRPr lang="en-US" altLang="ja-JP" dirty="0" smtClean="0"/>
              </a:p>
              <a:p>
                <a:r>
                  <a:rPr kumimoji="1" lang="ja-JP" altLang="en-US" dirty="0" smtClean="0"/>
                  <a:t>勾配の上位</a:t>
                </a:r>
                <a:r>
                  <a:rPr kumimoji="1"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/>
                  <a:t>%</a:t>
                </a:r>
                <a:r>
                  <a:rPr kumimoji="1" lang="ja-JP" altLang="en-US" dirty="0" smtClean="0"/>
                  <a:t>のデータはすべて使用し，残りのデータから</a:t>
                </a:r>
                <a:r>
                  <a:rPr kumimoji="1"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kumimoji="1" lang="en-US" altLang="ja-JP" dirty="0" smtClean="0"/>
                  <a:t>%</a:t>
                </a:r>
                <a:r>
                  <a:rPr kumimoji="1" lang="ja-JP" altLang="en-US" dirty="0" smtClean="0"/>
                  <a:t>をランダムサンプリングする．</a:t>
                </a:r>
                <a:endParaRPr kumimoji="1" lang="en-US" altLang="ja-JP" dirty="0" smtClean="0"/>
              </a:p>
              <a:p>
                <a:r>
                  <a:rPr lang="ja-JP" altLang="en-US" dirty="0" smtClean="0"/>
                  <a:t>近似情報ゲイン</a:t>
                </a:r>
                <a:r>
                  <a:rPr lang="en-US" altLang="ja-JP" dirty="0" smtClean="0"/>
                  <a:t>(</a:t>
                </a:r>
                <a:r>
                  <a:rPr lang="ja-JP" altLang="en-US" dirty="0" smtClean="0"/>
                  <a:t>分散ゲイン</a:t>
                </a:r>
                <a:r>
                  <a:rPr lang="en-US" altLang="ja-JP" dirty="0" smtClean="0"/>
                  <a:t>)</a:t>
                </a:r>
                <a:r>
                  <a:rPr lang="ja-JP" altLang="en-US" dirty="0" smtClean="0"/>
                  <a:t>を以下のように定義</a:t>
                </a:r>
                <a:endParaRPr lang="en-US" altLang="ja-JP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m:rPr>
                          <m:nor/>
                        </m:rPr>
                        <a:rPr kumimoji="1" lang="en-US" altLang="ja-JP" b="0" i="1" baseline="-250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j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1" lang="en-US" altLang="ja-JP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</m:d>
                      <m:r>
                        <m:rPr>
                          <m:nor/>
                        </m:rPr>
                        <a:rPr kumimoji="1"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en-US" altLang="ja-JP" b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kumimoji="1" lang="en-US" altLang="ja-JP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den>
                      </m:f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x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i="1" baseline="-2500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∈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Al</m:t>
                                      </m:r>
                                    </m:sub>
                                    <m:sup/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gi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1-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a</m:t>
                                          </m:r>
                                        </m:num>
                                        <m:den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b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xi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Bl</m:t>
                                          </m:r>
                                        </m:sub>
                                        <m:sup/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gi</m:t>
                                          </m:r>
                                        </m:e>
                                      </m:nary>
                                    </m:e>
                                  </m:nary>
                                  <m:r>
                                    <m:rPr>
                                      <m:nor/>
                                    </m:rPr>
                                    <a:rPr lang="en-US" altLang="ja-JP" i="1">
                                      <a:latin typeface="Times New Roman" panose="020206030504050203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ja-JP" i="1"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altLang="ja-JP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nji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ja-JP" i="1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</m:d>
                            </m:den>
                          </m:f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xi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∈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Ar</m:t>
                                      </m:r>
                                    </m:sub>
                                    <m:sup/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gi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1-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a</m:t>
                                          </m:r>
                                        </m:num>
                                        <m:den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b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x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Br</m:t>
                                          </m:r>
                                        </m:sub>
                                        <m:sup/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gi</m:t>
                                          </m:r>
                                        </m:e>
                                      </m:nary>
                                    </m:e>
                                  </m:nary>
                                  <m:r>
                                    <m:rPr>
                                      <m:nor/>
                                    </m:rPr>
                                    <a:rPr lang="en-US" altLang="ja-JP" i="1">
                                      <a:latin typeface="Times New Roman" panose="020206030504050203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ja-JP" i="1">
                                  <a:latin typeface="Times New Roman" panose="020206030504050203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altLang="ja-JP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nji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ja-JP" i="1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kumimoji="1" lang="ja-JP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1882" r="-49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35747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240EDE69-6004-490A-8851-241177012245}" vid="{3655978B-9A6C-48D2-A3CA-A8F52A96FD4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124</TotalTime>
  <Words>16</Words>
  <Application>Microsoft Office PowerPoint</Application>
  <PresentationFormat>画面に合わせる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ＭＳ P ゴシック</vt:lpstr>
      <vt:lpstr>ＭＳ Ｐゴシック</vt:lpstr>
      <vt:lpstr>Arial</vt:lpstr>
      <vt:lpstr>Cambria Math</vt:lpstr>
      <vt:lpstr>Times New Roman</vt:lpstr>
      <vt:lpstr>Theme_Lab</vt:lpstr>
      <vt:lpstr>Gradient-based One-Side Sampling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瓜田 俊貴</cp:lastModifiedBy>
  <cp:revision>14</cp:revision>
  <dcterms:created xsi:type="dcterms:W3CDTF">2019-09-02T15:16:24Z</dcterms:created>
  <dcterms:modified xsi:type="dcterms:W3CDTF">2019-09-02T17:20:48Z</dcterms:modified>
</cp:coreProperties>
</file>