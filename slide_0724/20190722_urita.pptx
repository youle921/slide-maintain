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2" r:id="rId2"/>
    <p:sldMasterId id="2147483689" r:id="rId3"/>
    <p:sldMasterId id="2147483696" r:id="rId4"/>
    <p:sldMasterId id="2147483703" r:id="rId5"/>
    <p:sldMasterId id="2147483710" r:id="rId6"/>
    <p:sldMasterId id="2147483719" r:id="rId7"/>
  </p:sldMasterIdLst>
  <p:notesMasterIdLst>
    <p:notesMasterId r:id="rId19"/>
  </p:notesMasterIdLst>
  <p:sldIdLst>
    <p:sldId id="256" r:id="rId8"/>
    <p:sldId id="261" r:id="rId9"/>
    <p:sldId id="286" r:id="rId10"/>
    <p:sldId id="278" r:id="rId11"/>
    <p:sldId id="289" r:id="rId12"/>
    <p:sldId id="288" r:id="rId13"/>
    <p:sldId id="290" r:id="rId14"/>
    <p:sldId id="291" r:id="rId15"/>
    <p:sldId id="294" r:id="rId16"/>
    <p:sldId id="295" r:id="rId17"/>
    <p:sldId id="259" r:id="rId1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1176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B5556-BCC9-4B19-BEF2-1B111DE5EE18}" type="datetimeFigureOut">
              <a:rPr kumimoji="1" lang="ja-JP" altLang="en-US" smtClean="0"/>
              <a:t>2019/7/24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53AC-7D74-400F-BB06-95EAE7026D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70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953AC-7D74-400F-BB06-95EAE7026D6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495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21345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12388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606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 userDrawn="1"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17806014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849333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2022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52027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77692265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9471371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0131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495902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477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0477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37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303068004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7511752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1395700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4644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83143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4062326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532299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291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576082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75393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32633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71408411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727399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745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7322306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5460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49555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896381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55795783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2898507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2739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0444810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41863209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47008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721022278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3378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3354795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3958119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39887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847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2796687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9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232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1" r:id="rId3"/>
    <p:sldLayoutId id="2147483679" r:id="rId4"/>
    <p:sldLayoutId id="2147483675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66235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7304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4161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0111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0048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9639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67782"/>
            <a:ext cx="7772400" cy="1470025"/>
          </a:xfrm>
        </p:spPr>
        <p:txBody>
          <a:bodyPr/>
          <a:lstStyle/>
          <a:p>
            <a:pPr algn="ctr"/>
            <a:r>
              <a:rPr kumimoji="1" lang="en-US" altLang="ja-JP" dirty="0" smtClean="0"/>
              <a:t>GA</a:t>
            </a:r>
            <a:r>
              <a:rPr kumimoji="1" lang="ja-JP" altLang="en-US" dirty="0" smtClean="0"/>
              <a:t>を用いたランダムフォレストにおける</a:t>
            </a:r>
            <a:r>
              <a:rPr lang="ja-JP" altLang="en-US" dirty="0" smtClean="0"/>
              <a:t>弱識別器の選択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948136"/>
            <a:ext cx="6400800" cy="1371600"/>
          </a:xfrm>
        </p:spPr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53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これまでの実験概要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 smtClean="0"/>
              <a:t>GA</a:t>
            </a:r>
            <a:r>
              <a:rPr lang="ja-JP" altLang="en-US" dirty="0" smtClean="0"/>
              <a:t>を用いて，</a:t>
            </a:r>
            <a:r>
              <a:rPr lang="ja-JP" altLang="en-US" dirty="0"/>
              <a:t>ランダムフォレストの弱識別器を抽出し</a:t>
            </a:r>
            <a:r>
              <a:rPr lang="ja-JP" altLang="en-US" dirty="0" smtClean="0"/>
              <a:t>，</a:t>
            </a:r>
            <a:r>
              <a:rPr lang="ja-JP" altLang="en-US" dirty="0"/>
              <a:t>優</a:t>
            </a:r>
            <a:r>
              <a:rPr lang="ja-JP" altLang="en-US" dirty="0" smtClean="0"/>
              <a:t>れたアンサンブル</a:t>
            </a:r>
            <a:r>
              <a:rPr lang="ja-JP" altLang="en-US" dirty="0"/>
              <a:t>識別器を獲得する．</a:t>
            </a:r>
            <a:endParaRPr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個体評価には，</a:t>
            </a:r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データ・検証用データを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用いて探索を行う．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 smtClean="0"/>
              <a:t>検証用データの識別精度と，テストデータの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識別精度の間に相関がみられなかった．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727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調査した内容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弱識別器を学習する際のデータ数の変更</a:t>
            </a:r>
            <a:endParaRPr lang="en-US" altLang="ja-JP" dirty="0"/>
          </a:p>
          <a:p>
            <a:r>
              <a:rPr lang="ja-JP" altLang="en-US" dirty="0" smtClean="0"/>
              <a:t>＝ </a:t>
            </a:r>
            <a:r>
              <a:rPr lang="en-US" altLang="ja-JP" dirty="0" smtClean="0"/>
              <a:t>OOB</a:t>
            </a:r>
            <a:r>
              <a:rPr lang="ja-JP" altLang="en-US" dirty="0"/>
              <a:t>データの割合の</a:t>
            </a:r>
            <a:r>
              <a:rPr lang="ja-JP" altLang="en-US" dirty="0" smtClean="0"/>
              <a:t>変更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dirty="0"/>
              <a:t>任意</a:t>
            </a:r>
            <a:r>
              <a:rPr lang="ja-JP" altLang="en-US" dirty="0" smtClean="0"/>
              <a:t>の抽出</a:t>
            </a:r>
            <a:r>
              <a:rPr lang="ja-JP" altLang="en-US" dirty="0"/>
              <a:t>回数</a:t>
            </a:r>
            <a:r>
              <a:rPr lang="ja-JP" altLang="en-US" dirty="0" smtClean="0"/>
              <a:t>における</a:t>
            </a:r>
            <a:r>
              <a:rPr lang="en-US" altLang="ja-JP" dirty="0" smtClean="0"/>
              <a:t>OOB</a:t>
            </a:r>
            <a:r>
              <a:rPr lang="ja-JP" altLang="en-US" dirty="0" smtClean="0"/>
              <a:t>データの数の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期待値，および任意の</a:t>
            </a:r>
            <a:r>
              <a:rPr lang="en-US" altLang="ja-JP" dirty="0" smtClean="0"/>
              <a:t>OOB</a:t>
            </a:r>
            <a:r>
              <a:rPr lang="ja-JP" altLang="en-US" dirty="0" smtClean="0"/>
              <a:t>データの数の期待値となる抽出回数は計算可能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22362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実験パラメータ設定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kumimoji="1" lang="ja-JP" altLang="en-US" dirty="0" smtClean="0"/>
              <a:t>決定木の本数 ： </a:t>
            </a:r>
            <a:r>
              <a:rPr lang="en-US" altLang="ja-JP" dirty="0" smtClean="0"/>
              <a:t>50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個体群サイズ ： </a:t>
            </a:r>
            <a:r>
              <a:rPr lang="en-US" altLang="ja-JP" dirty="0" smtClean="0"/>
              <a:t>50</a:t>
            </a:r>
            <a:br>
              <a:rPr lang="en-US" altLang="ja-JP" dirty="0" smtClean="0"/>
            </a:br>
            <a:r>
              <a:rPr lang="ja-JP" altLang="en-US" dirty="0" smtClean="0"/>
              <a:t>子個体数 ： </a:t>
            </a:r>
            <a:r>
              <a:rPr lang="en-US" altLang="ja-JP" dirty="0" smtClean="0"/>
              <a:t>50</a:t>
            </a:r>
            <a:br>
              <a:rPr lang="en-US" altLang="ja-JP" dirty="0" smtClean="0"/>
            </a:br>
            <a:r>
              <a:rPr kumimoji="1" lang="ja-JP" altLang="en-US" dirty="0" smtClean="0"/>
              <a:t>世代数 ： </a:t>
            </a:r>
            <a:r>
              <a:rPr kumimoji="1" lang="en-US" altLang="ja-JP" dirty="0" smtClean="0"/>
              <a:t>1000</a:t>
            </a:r>
          </a:p>
          <a:p>
            <a:pPr algn="l"/>
            <a:r>
              <a:rPr lang="ja-JP" altLang="en-US" dirty="0" smtClean="0"/>
              <a:t>交叉方法 ： 一様交叉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kumimoji="1" lang="ja-JP" altLang="en-US" dirty="0" smtClean="0"/>
              <a:t>突然変異確率 ： </a:t>
            </a:r>
            <a:r>
              <a:rPr lang="en-US" altLang="ja-JP" dirty="0" smtClean="0"/>
              <a:t>2 </a:t>
            </a:r>
            <a:r>
              <a:rPr kumimoji="1" lang="en-US" altLang="ja-JP" dirty="0" smtClean="0"/>
              <a:t>/</a:t>
            </a:r>
            <a:r>
              <a:rPr lang="ja-JP" altLang="en-US" dirty="0" smtClean="0"/>
              <a:t> 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決定木の本数</a:t>
            </a:r>
            <a:r>
              <a:rPr kumimoji="1" lang="en-US" altLang="ja-JP" dirty="0" smtClean="0"/>
              <a:t>)</a:t>
            </a:r>
          </a:p>
          <a:p>
            <a:pPr algn="l"/>
            <a:r>
              <a:rPr lang="ja-JP" altLang="en-US" dirty="0" smtClean="0"/>
              <a:t>抽出割合 ： </a:t>
            </a:r>
            <a:r>
              <a:rPr lang="en-US" altLang="ja-JP" dirty="0" smtClean="0"/>
              <a:t>0.1 </a:t>
            </a:r>
            <a:r>
              <a:rPr lang="ja-JP" altLang="en-US" dirty="0" smtClean="0"/>
              <a:t>～ </a:t>
            </a:r>
            <a:r>
              <a:rPr lang="en-US" altLang="ja-JP" dirty="0" smtClean="0"/>
              <a:t>0.6</a:t>
            </a:r>
            <a:br>
              <a:rPr lang="en-US" altLang="ja-JP" dirty="0" smtClean="0"/>
            </a:br>
            <a:r>
              <a:rPr lang="en-US" altLang="ja-JP" sz="2800" dirty="0" smtClean="0"/>
              <a:t>(0.7</a:t>
            </a:r>
            <a:r>
              <a:rPr lang="ja-JP" altLang="en-US" sz="2800" dirty="0" smtClean="0"/>
              <a:t>以上の場合，</a:t>
            </a:r>
            <a:r>
              <a:rPr lang="en-US" altLang="ja-JP" sz="2800" dirty="0" smtClean="0"/>
              <a:t>OOB</a:t>
            </a:r>
            <a:r>
              <a:rPr lang="ja-JP" altLang="en-US" sz="2800" dirty="0" smtClean="0"/>
              <a:t>の期待値が</a:t>
            </a:r>
            <a:r>
              <a:rPr lang="en-US" altLang="ja-JP" sz="2800" dirty="0" smtClean="0"/>
              <a:t>0.5</a:t>
            </a:r>
            <a:r>
              <a:rPr lang="ja-JP" altLang="en-US" sz="2800" dirty="0" smtClean="0"/>
              <a:t>より大きいため</a:t>
            </a:r>
            <a:r>
              <a:rPr lang="en-US" altLang="ja-JP" sz="2800" dirty="0" smtClean="0"/>
              <a:t>)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95994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実験パラメータ設定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 smtClean="0"/>
              <a:t>使用するデータセット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570253"/>
              </p:ext>
            </p:extLst>
          </p:nvPr>
        </p:nvGraphicFramePr>
        <p:xfrm>
          <a:off x="1455179" y="2148840"/>
          <a:ext cx="623364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4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373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2991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データセット名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パターン数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クラス数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Glass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214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Heart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270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Pima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768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Vehicle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846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Satimage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6435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05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選択</a:t>
            </a:r>
            <a:r>
              <a:rPr lang="ja-JP" altLang="en-US" dirty="0"/>
              <a:t>割合</a:t>
            </a:r>
            <a:r>
              <a:rPr lang="ja-JP" altLang="en-US" dirty="0" smtClean="0"/>
              <a:t>と精度の関係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データセット：</a:t>
            </a:r>
            <a:r>
              <a:rPr lang="en-US" altLang="ja-JP" dirty="0" smtClean="0"/>
              <a:t>Glas</a:t>
            </a:r>
            <a:r>
              <a:rPr lang="en-US" altLang="ja-JP" dirty="0"/>
              <a:t>s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3134" y="2113973"/>
            <a:ext cx="7242060" cy="453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2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値</a:t>
            </a:r>
            <a:r>
              <a:rPr lang="ja-JP" altLang="en-US" dirty="0" smtClean="0"/>
              <a:t>の度数分布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データセット：</a:t>
            </a:r>
            <a:r>
              <a:rPr lang="en-US" altLang="ja-JP" dirty="0" smtClean="0"/>
              <a:t>H</a:t>
            </a:r>
            <a:r>
              <a:rPr lang="en-US" altLang="ja-JP" dirty="0"/>
              <a:t>eart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3600" y="2113200"/>
            <a:ext cx="7243200" cy="4531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23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値</a:t>
            </a:r>
            <a:r>
              <a:rPr lang="ja-JP" altLang="en-US" dirty="0" smtClean="0"/>
              <a:t>の度数分布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データセット：</a:t>
            </a:r>
            <a:r>
              <a:rPr kumimoji="1" lang="en-US" altLang="ja-JP" dirty="0" smtClean="0"/>
              <a:t>Pima</a:t>
            </a:r>
          </a:p>
          <a:p>
            <a:endParaRPr kumimoji="1" lang="ja-JP" altLang="en-US" dirty="0"/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200" y="1922700"/>
            <a:ext cx="7285890" cy="479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5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値</a:t>
            </a:r>
            <a:r>
              <a:rPr lang="ja-JP" altLang="en-US" dirty="0" smtClean="0"/>
              <a:t>の度数分布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データセット：</a:t>
            </a:r>
            <a:r>
              <a:rPr lang="en-US" altLang="ja-JP" dirty="0" smtClean="0"/>
              <a:t>Vehicle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200" y="2113200"/>
            <a:ext cx="7285890" cy="452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値</a:t>
            </a:r>
            <a:r>
              <a:rPr lang="ja-JP" altLang="en-US" dirty="0" smtClean="0"/>
              <a:t>の度数分布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データセット：</a:t>
            </a:r>
            <a:r>
              <a:rPr lang="en-US" altLang="ja-JP" dirty="0" err="1" smtClean="0"/>
              <a:t>Satimag</a:t>
            </a:r>
            <a:r>
              <a:rPr lang="en-US" altLang="ja-JP" dirty="0" err="1"/>
              <a:t>e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8200" y="1919801"/>
            <a:ext cx="7285890" cy="479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39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5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4D38140-AADE-46F7-98CF-5E4690A718E3}" vid="{874C1EA0-1478-47AB-BF22-3AD5DBD3FCFB}"/>
    </a:ext>
  </a:extLst>
</a:theme>
</file>

<file path=ppt/theme/theme2.xml><?xml version="1.0" encoding="utf-8"?>
<a:theme xmlns:a="http://schemas.openxmlformats.org/drawingml/2006/main" name="1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3.xml><?xml version="1.0" encoding="utf-8"?>
<a:theme xmlns:a="http://schemas.openxmlformats.org/drawingml/2006/main" name="2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B0B4D299-C3BD-44F5-9666-E361C8B677F1}" vid="{958EF22C-0703-4AA8-A4F5-39EE8C6B158B}"/>
    </a:ext>
  </a:extLst>
</a:theme>
</file>

<file path=ppt/theme/theme4.xml><?xml version="1.0" encoding="utf-8"?>
<a:theme xmlns:a="http://schemas.openxmlformats.org/drawingml/2006/main" name="3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5.xml><?xml version="1.0" encoding="utf-8"?>
<a:theme xmlns:a="http://schemas.openxmlformats.org/drawingml/2006/main" name="4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6.xml><?xml version="1.0" encoding="utf-8"?>
<a:theme xmlns:a="http://schemas.openxmlformats.org/drawingml/2006/main" name="5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C405CB98-E9EC-480B-BAC0-9B6A0B9BE441}" vid="{80D153D3-64A8-4419-B988-8E4507248DD7}"/>
    </a:ext>
  </a:extLst>
</a:theme>
</file>

<file path=ppt/theme/theme7.xml><?xml version="1.0" encoding="utf-8"?>
<a:theme xmlns:a="http://schemas.openxmlformats.org/drawingml/2006/main" name="6_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9487F93B-4106-4629-85FC-8E1BB021CAD6}" vid="{65E8ECE0-E354-435F-95E2-6CB9CEF06008}"/>
    </a:ext>
  </a:extLst>
</a:theme>
</file>

<file path=ppt/theme/theme8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961</TotalTime>
  <Words>167</Words>
  <Application>Microsoft Office PowerPoint</Application>
  <PresentationFormat>画面に合わせる (4:3)</PresentationFormat>
  <Paragraphs>60</Paragraphs>
  <Slides>11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7</vt:i4>
      </vt:variant>
      <vt:variant>
        <vt:lpstr>スライド タイトル</vt:lpstr>
      </vt:variant>
      <vt:variant>
        <vt:i4>11</vt:i4>
      </vt:variant>
    </vt:vector>
  </HeadingPairs>
  <TitlesOfParts>
    <vt:vector size="23" baseType="lpstr">
      <vt:lpstr>ＭＳ P ゴシック</vt:lpstr>
      <vt:lpstr>ＭＳ Ｐゴシック</vt:lpstr>
      <vt:lpstr>Arial</vt:lpstr>
      <vt:lpstr>Calibri</vt:lpstr>
      <vt:lpstr>Times New Roman</vt:lpstr>
      <vt:lpstr>Theme_lab</vt:lpstr>
      <vt:lpstr>1_Theme_Lab</vt:lpstr>
      <vt:lpstr>2_Theme_Lab</vt:lpstr>
      <vt:lpstr>3_Theme_Lab</vt:lpstr>
      <vt:lpstr>4_Theme_Lab</vt:lpstr>
      <vt:lpstr>5_Theme_Lab</vt:lpstr>
      <vt:lpstr>6_Theme_Lab</vt:lpstr>
      <vt:lpstr>GAを用いたランダムフォレストにおける弱識別器の選択</vt:lpstr>
      <vt:lpstr>これまでの実験概要</vt:lpstr>
      <vt:lpstr>調査した内容</vt:lpstr>
      <vt:lpstr>実験パラメータ設定</vt:lpstr>
      <vt:lpstr>実験パラメータ設定</vt:lpstr>
      <vt:lpstr>実験結果</vt:lpstr>
      <vt:lpstr>実験結果</vt:lpstr>
      <vt:lpstr>実験結果</vt:lpstr>
      <vt:lpstr>実験結果</vt:lpstr>
      <vt:lpstr>実験結果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瓜田 俊貴</cp:lastModifiedBy>
  <cp:revision>61</cp:revision>
  <dcterms:created xsi:type="dcterms:W3CDTF">2019-03-03T13:45:30Z</dcterms:created>
  <dcterms:modified xsi:type="dcterms:W3CDTF">2019-07-23T19:53:29Z</dcterms:modified>
</cp:coreProperties>
</file>