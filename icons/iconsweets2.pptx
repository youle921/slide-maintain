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03" r:id="rId1"/>
  </p:sldMasterIdLst>
  <p:notesMasterIdLst>
    <p:notesMasterId r:id="rId35"/>
  </p:notesMasterIdLst>
  <p:handoutMasterIdLst>
    <p:handoutMasterId r:id="rId36"/>
  </p:handoutMasterIdLst>
  <p:sldIdLst>
    <p:sldId id="565" r:id="rId2"/>
    <p:sldId id="538" r:id="rId3"/>
    <p:sldId id="554" r:id="rId4"/>
    <p:sldId id="563" r:id="rId5"/>
    <p:sldId id="555" r:id="rId6"/>
    <p:sldId id="559" r:id="rId7"/>
    <p:sldId id="560" r:id="rId8"/>
    <p:sldId id="561" r:id="rId9"/>
    <p:sldId id="552" r:id="rId10"/>
    <p:sldId id="551" r:id="rId11"/>
    <p:sldId id="550" r:id="rId12"/>
    <p:sldId id="549" r:id="rId13"/>
    <p:sldId id="558" r:id="rId14"/>
    <p:sldId id="548" r:id="rId15"/>
    <p:sldId id="557" r:id="rId16"/>
    <p:sldId id="547" r:id="rId17"/>
    <p:sldId id="545" r:id="rId18"/>
    <p:sldId id="544" r:id="rId19"/>
    <p:sldId id="541" r:id="rId20"/>
    <p:sldId id="540" r:id="rId21"/>
    <p:sldId id="542" r:id="rId22"/>
    <p:sldId id="556" r:id="rId23"/>
    <p:sldId id="526" r:id="rId24"/>
    <p:sldId id="528" r:id="rId25"/>
    <p:sldId id="530" r:id="rId26"/>
    <p:sldId id="531" r:id="rId27"/>
    <p:sldId id="532" r:id="rId28"/>
    <p:sldId id="533" r:id="rId29"/>
    <p:sldId id="534" r:id="rId30"/>
    <p:sldId id="535" r:id="rId31"/>
    <p:sldId id="539" r:id="rId32"/>
    <p:sldId id="537" r:id="rId33"/>
    <p:sldId id="564" r:id="rId34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D4D4D"/>
    <a:srgbClr val="777777"/>
    <a:srgbClr val="787878"/>
    <a:srgbClr val="797979"/>
    <a:srgbClr val="7A7A7A"/>
    <a:srgbClr val="7B7B7B"/>
    <a:srgbClr val="7C7C7C"/>
    <a:srgbClr val="7D7D7D"/>
    <a:srgbClr val="7E7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2" autoAdjust="0"/>
    <p:restoredTop sz="94660" autoAdjust="0"/>
  </p:normalViewPr>
  <p:slideViewPr>
    <p:cSldViewPr>
      <p:cViewPr>
        <p:scale>
          <a:sx n="100" d="100"/>
          <a:sy n="100" d="100"/>
        </p:scale>
        <p:origin x="-1560" y="-282"/>
      </p:cViewPr>
      <p:guideLst>
        <p:guide orient="horz" pos="2160"/>
        <p:guide orient="horz" pos="595"/>
        <p:guide orient="horz" pos="3725"/>
        <p:guide orient="horz" pos="3974"/>
        <p:guide orient="horz" pos="391"/>
        <p:guide orient="horz" pos="1638"/>
        <p:guide orient="horz" pos="2682"/>
        <p:guide pos="512"/>
        <p:guide pos="5728"/>
        <p:guide pos="3120"/>
        <p:guide pos="1555"/>
        <p:guide pos="4685"/>
        <p:guide pos="2598"/>
        <p:guide pos="3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9" d="100"/>
          <a:sy n="79" d="100"/>
        </p:scale>
        <p:origin x="-3018" y="-102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9A1-49A5-4813-BE73-64411D697E83}" type="datetimeFigureOut">
              <a:rPr kumimoji="1" lang="ja-JP" altLang="en-US" smtClean="0"/>
              <a:t>2016/3/25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35D2-4F1F-4BDF-88EC-2B2C6B4495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49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18005-AB2E-4230-9CBF-EC876F8C3946}" type="datetimeFigureOut">
              <a:rPr kumimoji="1" lang="ja-JP" altLang="en-US" smtClean="0"/>
              <a:t>2016/3/25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E3972-898B-454C-95F2-E930BA80A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7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36000" rIns="0" bIns="36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10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タイトル 1"/>
          <p:cNvSpPr>
            <a:spLocks noGrp="1"/>
          </p:cNvSpPr>
          <p:nvPr>
            <p:ph type="ctrTitle" hasCustomPrompt="1"/>
          </p:nvPr>
        </p:nvSpPr>
        <p:spPr>
          <a:xfrm>
            <a:off x="812800" y="1880828"/>
            <a:ext cx="8280400" cy="1008062"/>
          </a:xfrm>
        </p:spPr>
        <p:txBody>
          <a:bodyPr anchor="t" anchorCtr="0"/>
          <a:lstStyle>
            <a:lvl1pPr algn="ctr">
              <a:lnSpc>
                <a:spcPct val="1200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 noProof="0" dirty="0" smtClean="0"/>
              <a:t> </a:t>
            </a:r>
            <a:endParaRPr kumimoji="1" lang="en-US" altLang="ja-JP" noProof="0" dirty="0"/>
          </a:p>
        </p:txBody>
      </p:sp>
    </p:spTree>
    <p:extLst>
      <p:ext uri="{BB962C8B-B14F-4D97-AF65-F5344CB8AC3E}">
        <p14:creationId xmlns:p14="http://schemas.microsoft.com/office/powerpoint/2010/main" val="2023611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 of cont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haruto\Desktop\素材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41"/>
          <a:stretch/>
        </p:blipFill>
        <p:spPr bwMode="auto">
          <a:xfrm>
            <a:off x="4178734" y="6640796"/>
            <a:ext cx="1530350" cy="1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 userDrawn="1"/>
        </p:nvSpPr>
        <p:spPr bwMode="gray">
          <a:xfrm>
            <a:off x="0" y="0"/>
            <a:ext cx="18923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/>
        </p:spPr>
        <p:txBody>
          <a:bodyPr lIns="0" tIns="0" rIns="0" bIns="0" anchor="ctr">
            <a:noAutofit/>
          </a:bodyPr>
          <a:lstStyle/>
          <a:p>
            <a:endParaRPr lang="en-US" altLang="ja-JP" noProof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66024"/>
            <a:ext cx="632346" cy="22043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1410695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 of contens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2480" y="3032956"/>
            <a:ext cx="9361040" cy="396044"/>
          </a:xfrm>
        </p:spPr>
        <p:txBody>
          <a:bodyPr/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2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 dirty="0"/>
          </a:p>
        </p:txBody>
      </p:sp>
      <p:cxnSp>
        <p:nvCxnSpPr>
          <p:cNvPr id="4" name="直線コネクタ 3"/>
          <p:cNvCxnSpPr/>
          <p:nvPr userDrawn="1"/>
        </p:nvCxnSpPr>
        <p:spPr>
          <a:xfrm>
            <a:off x="0" y="3501008"/>
            <a:ext cx="9906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4152079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 of contens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2480" y="3032956"/>
            <a:ext cx="9361040" cy="396044"/>
          </a:xfrm>
        </p:spPr>
        <p:txBody>
          <a:bodyPr/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2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cxnSp>
        <p:nvCxnSpPr>
          <p:cNvPr id="4" name="直線コネクタ 3"/>
          <p:cNvCxnSpPr/>
          <p:nvPr userDrawn="1"/>
        </p:nvCxnSpPr>
        <p:spPr>
          <a:xfrm>
            <a:off x="0" y="3501008"/>
            <a:ext cx="9906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894281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en-US" altLang="ja-JP" noProof="0"/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36000" rIns="0" bIns="36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9" name="Line 5"/>
          <p:cNvSpPr>
            <a:spLocks noChangeShapeType="1"/>
          </p:cNvSpPr>
          <p:nvPr userDrawn="1"/>
        </p:nvSpPr>
        <p:spPr bwMode="gray">
          <a:xfrm>
            <a:off x="0" y="620713"/>
            <a:ext cx="9906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endParaRPr lang="en-US" altLang="ja-JP" noProof="0"/>
          </a:p>
        </p:txBody>
      </p:sp>
      <p:sp>
        <p:nvSpPr>
          <p:cNvPr id="10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9906000" cy="36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endParaRPr lang="en-US" altLang="ja-JP" noProof="0"/>
          </a:p>
        </p:txBody>
      </p:sp>
      <p:pic>
        <p:nvPicPr>
          <p:cNvPr id="11" name="Picture 2" descr="C:\Users\haruto\Desktop\素材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41"/>
          <a:stretch/>
        </p:blipFill>
        <p:spPr bwMode="auto">
          <a:xfrm>
            <a:off x="4178734" y="6640796"/>
            <a:ext cx="1530350" cy="1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03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p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 userDrawn="1"/>
        </p:nvSpPr>
        <p:spPr bwMode="auto">
          <a:xfrm>
            <a:off x="0" y="1"/>
            <a:ext cx="9906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 noProof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 lIns="0" tIns="36000" rIns="0" bIns="36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pic>
        <p:nvPicPr>
          <p:cNvPr id="7" name="Picture 2" descr="C:\Users\haruto\Desktop\素材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41"/>
          <a:stretch/>
        </p:blipFill>
        <p:spPr bwMode="auto">
          <a:xfrm>
            <a:off x="4178734" y="6640796"/>
            <a:ext cx="1530350" cy="1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488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upplements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2480" y="692696"/>
            <a:ext cx="9361040" cy="396044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4" name="AutoShape 3"/>
          <p:cNvSpPr>
            <a:spLocks noChangeArrowheads="1"/>
          </p:cNvSpPr>
          <p:nvPr userDrawn="1"/>
        </p:nvSpPr>
        <p:spPr bwMode="auto">
          <a:xfrm>
            <a:off x="2468" y="0"/>
            <a:ext cx="9903532" cy="148326"/>
          </a:xfrm>
          <a:prstGeom prst="roundRect">
            <a:avLst>
              <a:gd name="adj" fmla="val 0"/>
            </a:avLst>
          </a:prstGeom>
          <a:pattFill prst="pct5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lIns="0" tIns="0" rIns="0" bIns="0">
            <a:no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endParaRPr lang="en-US" altLang="ja-JP" sz="2000" noProof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" name="AutoShape 3"/>
          <p:cNvSpPr>
            <a:spLocks noChangeArrowheads="1"/>
          </p:cNvSpPr>
          <p:nvPr userDrawn="1"/>
        </p:nvSpPr>
        <p:spPr bwMode="auto">
          <a:xfrm rot="16200000">
            <a:off x="-3358420" y="3369059"/>
            <a:ext cx="6865490" cy="152942"/>
          </a:xfrm>
          <a:prstGeom prst="roundRect">
            <a:avLst>
              <a:gd name="adj" fmla="val 0"/>
            </a:avLst>
          </a:prstGeom>
          <a:pattFill prst="pct5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lIns="0" tIns="0" rIns="0" bIns="0">
            <a:no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endParaRPr lang="en-US" altLang="ja-JP" sz="2000" noProof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-2146" y="6729949"/>
            <a:ext cx="9903532" cy="148326"/>
          </a:xfrm>
          <a:prstGeom prst="roundRect">
            <a:avLst>
              <a:gd name="adj" fmla="val 0"/>
            </a:avLst>
          </a:prstGeom>
          <a:pattFill prst="pct5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lIns="0" tIns="0" rIns="0" bIns="0">
            <a:no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endParaRPr lang="en-US" altLang="ja-JP" sz="2000" noProof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 rot="16200000">
            <a:off x="6396784" y="3364894"/>
            <a:ext cx="6865490" cy="152942"/>
          </a:xfrm>
          <a:prstGeom prst="roundRect">
            <a:avLst>
              <a:gd name="adj" fmla="val 0"/>
            </a:avLst>
          </a:prstGeom>
          <a:pattFill prst="pct5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lIns="0" tIns="0" rIns="0" bIns="0">
            <a:no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endParaRPr lang="en-US" altLang="ja-JP" sz="2000" noProof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/>
          <p:cNvSpPr/>
          <p:nvPr userDrawn="1"/>
        </p:nvSpPr>
        <p:spPr bwMode="auto">
          <a:xfrm>
            <a:off x="150797" y="148326"/>
            <a:ext cx="9602262" cy="6581624"/>
          </a:xfrm>
          <a:prstGeom prst="rect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3320600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66024"/>
            <a:ext cx="632346" cy="220436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  <p:pic>
        <p:nvPicPr>
          <p:cNvPr id="7" name="Picture 2" descr="C:\Users\haruto\Desktop\素材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41"/>
          <a:stretch/>
        </p:blipFill>
        <p:spPr bwMode="auto">
          <a:xfrm>
            <a:off x="4178734" y="6640796"/>
            <a:ext cx="1530350" cy="1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812800" y="620689"/>
            <a:ext cx="8280399" cy="5688036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  <a:extLst/>
        </p:spPr>
        <p:txBody>
          <a:bodyPr wrap="square" lIns="288000" tIns="540000" rIns="288000" bIns="180000" anchor="ctr" anchorCtr="0">
            <a:noAutofit/>
          </a:bodyPr>
          <a:lstStyle/>
          <a:p>
            <a:pPr marL="0" lvl="0" indent="0" algn="just">
              <a:lnSpc>
                <a:spcPct val="140000"/>
              </a:lnSpc>
              <a:spcAft>
                <a:spcPts val="1200"/>
              </a:spcAft>
              <a:buFont typeface="Wingdings" pitchFamily="2" charset="2"/>
              <a:buNone/>
            </a:pPr>
            <a:endParaRPr lang="en-US" altLang="ja-JP" sz="1600" noProof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908720"/>
            <a:ext cx="8280400" cy="396044"/>
          </a:xfrm>
        </p:spPr>
        <p:txBody>
          <a:bodyPr/>
          <a:lstStyle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endParaRPr kumimoji="1"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3288688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(ba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chemeClr val="bg2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2799524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(ma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66024"/>
            <a:ext cx="632346" cy="22043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rgbClr val="FFFF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3945970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(sub#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66024"/>
            <a:ext cx="632346" cy="220436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2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196657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(sub#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66024"/>
            <a:ext cx="632346" cy="220436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36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10455783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 userDrawn="1"/>
        </p:nvSpPr>
        <p:spPr bwMode="auto"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1600" noProof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en-US" altLang="ja-JP" noProof="0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rgbClr val="FFFF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en-US" altLang="ja-JP" noProof="0" smtClean="0"/>
              <a:pPr/>
              <a:t>‹#›</a:t>
            </a:fld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3213185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kumimoji="1" lang="en-US" altLang="ja-JP" noProof="0"/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66024"/>
            <a:ext cx="632346" cy="22043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 lIns="0" tIns="36000" rIns="0" bIns="36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 noProof="0" smtClean="0"/>
              <a:t>#E00000</a:t>
            </a:r>
            <a:endParaRPr lang="en-US" altLang="ja-JP" noProof="0"/>
          </a:p>
        </p:txBody>
      </p:sp>
    </p:spTree>
    <p:extLst>
      <p:ext uri="{BB962C8B-B14F-4D97-AF65-F5344CB8AC3E}">
        <p14:creationId xmlns:p14="http://schemas.microsoft.com/office/powerpoint/2010/main" val="3863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2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aruto\Desktop\iconSweets2-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808" y="3121388"/>
            <a:ext cx="3492388" cy="56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87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#1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21" name="Freeform 120"/>
          <p:cNvSpPr>
            <a:spLocks noChangeAspect="1" noEditPoints="1"/>
          </p:cNvSpPr>
          <p:nvPr/>
        </p:nvSpPr>
        <p:spPr bwMode="auto">
          <a:xfrm>
            <a:off x="1136576" y="1242311"/>
            <a:ext cx="1035616" cy="1080000"/>
          </a:xfrm>
          <a:custGeom>
            <a:avLst/>
            <a:gdLst>
              <a:gd name="T0" fmla="*/ 1120 w 1469"/>
              <a:gd name="T1" fmla="*/ 1010 h 1531"/>
              <a:gd name="T2" fmla="*/ 1062 w 1469"/>
              <a:gd name="T3" fmla="*/ 1016 h 1531"/>
              <a:gd name="T4" fmla="*/ 894 w 1469"/>
              <a:gd name="T5" fmla="*/ 822 h 1531"/>
              <a:gd name="T6" fmla="*/ 953 w 1469"/>
              <a:gd name="T7" fmla="*/ 728 h 1531"/>
              <a:gd name="T8" fmla="*/ 988 w 1469"/>
              <a:gd name="T9" fmla="*/ 620 h 1531"/>
              <a:gd name="T10" fmla="*/ 1001 w 1469"/>
              <a:gd name="T11" fmla="*/ 503 h 1531"/>
              <a:gd name="T12" fmla="*/ 991 w 1469"/>
              <a:gd name="T13" fmla="*/ 402 h 1531"/>
              <a:gd name="T14" fmla="*/ 953 w 1469"/>
              <a:gd name="T15" fmla="*/ 285 h 1531"/>
              <a:gd name="T16" fmla="*/ 889 w 1469"/>
              <a:gd name="T17" fmla="*/ 182 h 1531"/>
              <a:gd name="T18" fmla="*/ 802 w 1469"/>
              <a:gd name="T19" fmla="*/ 100 h 1531"/>
              <a:gd name="T20" fmla="*/ 699 w 1469"/>
              <a:gd name="T21" fmla="*/ 39 h 1531"/>
              <a:gd name="T22" fmla="*/ 580 w 1469"/>
              <a:gd name="T23" fmla="*/ 6 h 1531"/>
              <a:gd name="T24" fmla="*/ 478 w 1469"/>
              <a:gd name="T25" fmla="*/ 1 h 1531"/>
              <a:gd name="T26" fmla="*/ 354 w 1469"/>
              <a:gd name="T27" fmla="*/ 23 h 1531"/>
              <a:gd name="T28" fmla="*/ 242 w 1469"/>
              <a:gd name="T29" fmla="*/ 73 h 1531"/>
              <a:gd name="T30" fmla="*/ 147 w 1469"/>
              <a:gd name="T31" fmla="*/ 148 h 1531"/>
              <a:gd name="T32" fmla="*/ 74 w 1469"/>
              <a:gd name="T33" fmla="*/ 243 h 1531"/>
              <a:gd name="T34" fmla="*/ 23 w 1469"/>
              <a:gd name="T35" fmla="*/ 356 h 1531"/>
              <a:gd name="T36" fmla="*/ 1 w 1469"/>
              <a:gd name="T37" fmla="*/ 480 h 1531"/>
              <a:gd name="T38" fmla="*/ 6 w 1469"/>
              <a:gd name="T39" fmla="*/ 582 h 1531"/>
              <a:gd name="T40" fmla="*/ 39 w 1469"/>
              <a:gd name="T41" fmla="*/ 700 h 1531"/>
              <a:gd name="T42" fmla="*/ 100 w 1469"/>
              <a:gd name="T43" fmla="*/ 803 h 1531"/>
              <a:gd name="T44" fmla="*/ 184 w 1469"/>
              <a:gd name="T45" fmla="*/ 889 h 1531"/>
              <a:gd name="T46" fmla="*/ 285 w 1469"/>
              <a:gd name="T47" fmla="*/ 952 h 1531"/>
              <a:gd name="T48" fmla="*/ 402 w 1469"/>
              <a:gd name="T49" fmla="*/ 990 h 1531"/>
              <a:gd name="T50" fmla="*/ 504 w 1469"/>
              <a:gd name="T51" fmla="*/ 1001 h 1531"/>
              <a:gd name="T52" fmla="*/ 681 w 1469"/>
              <a:gd name="T53" fmla="*/ 974 h 1531"/>
              <a:gd name="T54" fmla="*/ 760 w 1469"/>
              <a:gd name="T55" fmla="*/ 938 h 1531"/>
              <a:gd name="T56" fmla="*/ 781 w 1469"/>
              <a:gd name="T57" fmla="*/ 932 h 1531"/>
              <a:gd name="T58" fmla="*/ 945 w 1469"/>
              <a:gd name="T59" fmla="*/ 1146 h 1531"/>
              <a:gd name="T60" fmla="*/ 963 w 1469"/>
              <a:gd name="T61" fmla="*/ 1203 h 1531"/>
              <a:gd name="T62" fmla="*/ 1297 w 1469"/>
              <a:gd name="T63" fmla="*/ 1530 h 1531"/>
              <a:gd name="T64" fmla="*/ 1354 w 1469"/>
              <a:gd name="T65" fmla="*/ 1512 h 1531"/>
              <a:gd name="T66" fmla="*/ 1468 w 1469"/>
              <a:gd name="T67" fmla="*/ 1383 h 1531"/>
              <a:gd name="T68" fmla="*/ 1451 w 1469"/>
              <a:gd name="T69" fmla="*/ 1327 h 1531"/>
              <a:gd name="T70" fmla="*/ 465 w 1469"/>
              <a:gd name="T71" fmla="*/ 832 h 1531"/>
              <a:gd name="T72" fmla="*/ 385 w 1469"/>
              <a:gd name="T73" fmla="*/ 814 h 1531"/>
              <a:gd name="T74" fmla="*/ 312 w 1469"/>
              <a:gd name="T75" fmla="*/ 777 h 1531"/>
              <a:gd name="T76" fmla="*/ 252 w 1469"/>
              <a:gd name="T77" fmla="*/ 725 h 1531"/>
              <a:gd name="T78" fmla="*/ 205 w 1469"/>
              <a:gd name="T79" fmla="*/ 660 h 1531"/>
              <a:gd name="T80" fmla="*/ 175 w 1469"/>
              <a:gd name="T81" fmla="*/ 584 h 1531"/>
              <a:gd name="T82" fmla="*/ 164 w 1469"/>
              <a:gd name="T83" fmla="*/ 500 h 1531"/>
              <a:gd name="T84" fmla="*/ 171 w 1469"/>
              <a:gd name="T85" fmla="*/ 433 h 1531"/>
              <a:gd name="T86" fmla="*/ 198 w 1469"/>
              <a:gd name="T87" fmla="*/ 355 h 1531"/>
              <a:gd name="T88" fmla="*/ 241 w 1469"/>
              <a:gd name="T89" fmla="*/ 287 h 1531"/>
              <a:gd name="T90" fmla="*/ 299 w 1469"/>
              <a:gd name="T91" fmla="*/ 232 h 1531"/>
              <a:gd name="T92" fmla="*/ 369 w 1469"/>
              <a:gd name="T93" fmla="*/ 192 h 1531"/>
              <a:gd name="T94" fmla="*/ 448 w 1469"/>
              <a:gd name="T95" fmla="*/ 170 h 1531"/>
              <a:gd name="T96" fmla="*/ 517 w 1469"/>
              <a:gd name="T97" fmla="*/ 166 h 1531"/>
              <a:gd name="T98" fmla="*/ 599 w 1469"/>
              <a:gd name="T99" fmla="*/ 180 h 1531"/>
              <a:gd name="T100" fmla="*/ 673 w 1469"/>
              <a:gd name="T101" fmla="*/ 213 h 1531"/>
              <a:gd name="T102" fmla="*/ 736 w 1469"/>
              <a:gd name="T103" fmla="*/ 264 h 1531"/>
              <a:gd name="T104" fmla="*/ 786 w 1469"/>
              <a:gd name="T105" fmla="*/ 327 h 1531"/>
              <a:gd name="T106" fmla="*/ 820 w 1469"/>
              <a:gd name="T107" fmla="*/ 401 h 1531"/>
              <a:gd name="T108" fmla="*/ 835 w 1469"/>
              <a:gd name="T109" fmla="*/ 483 h 1531"/>
              <a:gd name="T110" fmla="*/ 831 w 1469"/>
              <a:gd name="T111" fmla="*/ 551 h 1531"/>
              <a:gd name="T112" fmla="*/ 808 w 1469"/>
              <a:gd name="T113" fmla="*/ 630 h 1531"/>
              <a:gd name="T114" fmla="*/ 768 w 1469"/>
              <a:gd name="T115" fmla="*/ 700 h 1531"/>
              <a:gd name="T116" fmla="*/ 713 w 1469"/>
              <a:gd name="T117" fmla="*/ 759 h 1531"/>
              <a:gd name="T118" fmla="*/ 644 w 1469"/>
              <a:gd name="T119" fmla="*/ 801 h 1531"/>
              <a:gd name="T120" fmla="*/ 567 w 1469"/>
              <a:gd name="T121" fmla="*/ 827 h 1531"/>
              <a:gd name="T122" fmla="*/ 499 w 1469"/>
              <a:gd name="T123" fmla="*/ 834 h 1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69" h="1531">
                <a:moveTo>
                  <a:pt x="1451" y="1327"/>
                </a:moveTo>
                <a:lnTo>
                  <a:pt x="1141" y="1024"/>
                </a:lnTo>
                <a:lnTo>
                  <a:pt x="1141" y="1024"/>
                </a:lnTo>
                <a:lnTo>
                  <a:pt x="1132" y="1016"/>
                </a:lnTo>
                <a:lnTo>
                  <a:pt x="1120" y="1010"/>
                </a:lnTo>
                <a:lnTo>
                  <a:pt x="1109" y="1006"/>
                </a:lnTo>
                <a:lnTo>
                  <a:pt x="1097" y="1005"/>
                </a:lnTo>
                <a:lnTo>
                  <a:pt x="1085" y="1006"/>
                </a:lnTo>
                <a:lnTo>
                  <a:pt x="1073" y="1010"/>
                </a:lnTo>
                <a:lnTo>
                  <a:pt x="1062" y="1016"/>
                </a:lnTo>
                <a:lnTo>
                  <a:pt x="1053" y="1024"/>
                </a:lnTo>
                <a:lnTo>
                  <a:pt x="870" y="845"/>
                </a:lnTo>
                <a:lnTo>
                  <a:pt x="880" y="839"/>
                </a:lnTo>
                <a:lnTo>
                  <a:pt x="880" y="839"/>
                </a:lnTo>
                <a:lnTo>
                  <a:pt x="894" y="822"/>
                </a:lnTo>
                <a:lnTo>
                  <a:pt x="908" y="804"/>
                </a:lnTo>
                <a:lnTo>
                  <a:pt x="921" y="786"/>
                </a:lnTo>
                <a:lnTo>
                  <a:pt x="932" y="767"/>
                </a:lnTo>
                <a:lnTo>
                  <a:pt x="944" y="747"/>
                </a:lnTo>
                <a:lnTo>
                  <a:pt x="953" y="728"/>
                </a:lnTo>
                <a:lnTo>
                  <a:pt x="962" y="707"/>
                </a:lnTo>
                <a:lnTo>
                  <a:pt x="970" y="685"/>
                </a:lnTo>
                <a:lnTo>
                  <a:pt x="977" y="663"/>
                </a:lnTo>
                <a:lnTo>
                  <a:pt x="984" y="641"/>
                </a:lnTo>
                <a:lnTo>
                  <a:pt x="988" y="620"/>
                </a:lnTo>
                <a:lnTo>
                  <a:pt x="993" y="597"/>
                </a:lnTo>
                <a:lnTo>
                  <a:pt x="996" y="574"/>
                </a:lnTo>
                <a:lnTo>
                  <a:pt x="999" y="550"/>
                </a:lnTo>
                <a:lnTo>
                  <a:pt x="1000" y="527"/>
                </a:lnTo>
                <a:lnTo>
                  <a:pt x="1001" y="503"/>
                </a:lnTo>
                <a:lnTo>
                  <a:pt x="1001" y="503"/>
                </a:lnTo>
                <a:lnTo>
                  <a:pt x="1000" y="476"/>
                </a:lnTo>
                <a:lnTo>
                  <a:pt x="999" y="451"/>
                </a:lnTo>
                <a:lnTo>
                  <a:pt x="995" y="426"/>
                </a:lnTo>
                <a:lnTo>
                  <a:pt x="991" y="402"/>
                </a:lnTo>
                <a:lnTo>
                  <a:pt x="985" y="376"/>
                </a:lnTo>
                <a:lnTo>
                  <a:pt x="979" y="353"/>
                </a:lnTo>
                <a:lnTo>
                  <a:pt x="971" y="329"/>
                </a:lnTo>
                <a:lnTo>
                  <a:pt x="962" y="306"/>
                </a:lnTo>
                <a:lnTo>
                  <a:pt x="953" y="285"/>
                </a:lnTo>
                <a:lnTo>
                  <a:pt x="941" y="263"/>
                </a:lnTo>
                <a:lnTo>
                  <a:pt x="930" y="242"/>
                </a:lnTo>
                <a:lnTo>
                  <a:pt x="917" y="221"/>
                </a:lnTo>
                <a:lnTo>
                  <a:pt x="903" y="202"/>
                </a:lnTo>
                <a:lnTo>
                  <a:pt x="889" y="182"/>
                </a:lnTo>
                <a:lnTo>
                  <a:pt x="872" y="164"/>
                </a:lnTo>
                <a:lnTo>
                  <a:pt x="856" y="147"/>
                </a:lnTo>
                <a:lnTo>
                  <a:pt x="839" y="131"/>
                </a:lnTo>
                <a:lnTo>
                  <a:pt x="821" y="115"/>
                </a:lnTo>
                <a:lnTo>
                  <a:pt x="802" y="100"/>
                </a:lnTo>
                <a:lnTo>
                  <a:pt x="783" y="86"/>
                </a:lnTo>
                <a:lnTo>
                  <a:pt x="763" y="72"/>
                </a:lnTo>
                <a:lnTo>
                  <a:pt x="742" y="61"/>
                </a:lnTo>
                <a:lnTo>
                  <a:pt x="721" y="49"/>
                </a:lnTo>
                <a:lnTo>
                  <a:pt x="699" y="39"/>
                </a:lnTo>
                <a:lnTo>
                  <a:pt x="676" y="31"/>
                </a:lnTo>
                <a:lnTo>
                  <a:pt x="653" y="23"/>
                </a:lnTo>
                <a:lnTo>
                  <a:pt x="629" y="16"/>
                </a:lnTo>
                <a:lnTo>
                  <a:pt x="605" y="10"/>
                </a:lnTo>
                <a:lnTo>
                  <a:pt x="580" y="6"/>
                </a:lnTo>
                <a:lnTo>
                  <a:pt x="555" y="2"/>
                </a:lnTo>
                <a:lnTo>
                  <a:pt x="529" y="1"/>
                </a:lnTo>
                <a:lnTo>
                  <a:pt x="504" y="0"/>
                </a:lnTo>
                <a:lnTo>
                  <a:pt x="504" y="0"/>
                </a:lnTo>
                <a:lnTo>
                  <a:pt x="478" y="1"/>
                </a:lnTo>
                <a:lnTo>
                  <a:pt x="452" y="2"/>
                </a:lnTo>
                <a:lnTo>
                  <a:pt x="427" y="6"/>
                </a:lnTo>
                <a:lnTo>
                  <a:pt x="402" y="10"/>
                </a:lnTo>
                <a:lnTo>
                  <a:pt x="378" y="16"/>
                </a:lnTo>
                <a:lnTo>
                  <a:pt x="354" y="23"/>
                </a:lnTo>
                <a:lnTo>
                  <a:pt x="331" y="31"/>
                </a:lnTo>
                <a:lnTo>
                  <a:pt x="308" y="40"/>
                </a:lnTo>
                <a:lnTo>
                  <a:pt x="285" y="51"/>
                </a:lnTo>
                <a:lnTo>
                  <a:pt x="264" y="61"/>
                </a:lnTo>
                <a:lnTo>
                  <a:pt x="242" y="73"/>
                </a:lnTo>
                <a:lnTo>
                  <a:pt x="222" y="86"/>
                </a:lnTo>
                <a:lnTo>
                  <a:pt x="202" y="101"/>
                </a:lnTo>
                <a:lnTo>
                  <a:pt x="184" y="116"/>
                </a:lnTo>
                <a:lnTo>
                  <a:pt x="166" y="132"/>
                </a:lnTo>
                <a:lnTo>
                  <a:pt x="147" y="148"/>
                </a:lnTo>
                <a:lnTo>
                  <a:pt x="131" y="166"/>
                </a:lnTo>
                <a:lnTo>
                  <a:pt x="115" y="185"/>
                </a:lnTo>
                <a:lnTo>
                  <a:pt x="100" y="203"/>
                </a:lnTo>
                <a:lnTo>
                  <a:pt x="86" y="223"/>
                </a:lnTo>
                <a:lnTo>
                  <a:pt x="74" y="243"/>
                </a:lnTo>
                <a:lnTo>
                  <a:pt x="61" y="265"/>
                </a:lnTo>
                <a:lnTo>
                  <a:pt x="50" y="287"/>
                </a:lnTo>
                <a:lnTo>
                  <a:pt x="39" y="309"/>
                </a:lnTo>
                <a:lnTo>
                  <a:pt x="31" y="332"/>
                </a:lnTo>
                <a:lnTo>
                  <a:pt x="23" y="356"/>
                </a:lnTo>
                <a:lnTo>
                  <a:pt x="16" y="379"/>
                </a:lnTo>
                <a:lnTo>
                  <a:pt x="11" y="404"/>
                </a:lnTo>
                <a:lnTo>
                  <a:pt x="6" y="428"/>
                </a:lnTo>
                <a:lnTo>
                  <a:pt x="3" y="453"/>
                </a:lnTo>
                <a:lnTo>
                  <a:pt x="1" y="480"/>
                </a:lnTo>
                <a:lnTo>
                  <a:pt x="0" y="505"/>
                </a:lnTo>
                <a:lnTo>
                  <a:pt x="0" y="505"/>
                </a:lnTo>
                <a:lnTo>
                  <a:pt x="1" y="531"/>
                </a:lnTo>
                <a:lnTo>
                  <a:pt x="3" y="557"/>
                </a:lnTo>
                <a:lnTo>
                  <a:pt x="6" y="582"/>
                </a:lnTo>
                <a:lnTo>
                  <a:pt x="11" y="606"/>
                </a:lnTo>
                <a:lnTo>
                  <a:pt x="16" y="630"/>
                </a:lnTo>
                <a:lnTo>
                  <a:pt x="23" y="654"/>
                </a:lnTo>
                <a:lnTo>
                  <a:pt x="31" y="677"/>
                </a:lnTo>
                <a:lnTo>
                  <a:pt x="39" y="700"/>
                </a:lnTo>
                <a:lnTo>
                  <a:pt x="50" y="722"/>
                </a:lnTo>
                <a:lnTo>
                  <a:pt x="61" y="744"/>
                </a:lnTo>
                <a:lnTo>
                  <a:pt x="74" y="764"/>
                </a:lnTo>
                <a:lnTo>
                  <a:pt x="86" y="784"/>
                </a:lnTo>
                <a:lnTo>
                  <a:pt x="100" y="803"/>
                </a:lnTo>
                <a:lnTo>
                  <a:pt x="115" y="822"/>
                </a:lnTo>
                <a:lnTo>
                  <a:pt x="131" y="840"/>
                </a:lnTo>
                <a:lnTo>
                  <a:pt x="147" y="857"/>
                </a:lnTo>
                <a:lnTo>
                  <a:pt x="166" y="873"/>
                </a:lnTo>
                <a:lnTo>
                  <a:pt x="184" y="889"/>
                </a:lnTo>
                <a:lnTo>
                  <a:pt x="202" y="903"/>
                </a:lnTo>
                <a:lnTo>
                  <a:pt x="222" y="917"/>
                </a:lnTo>
                <a:lnTo>
                  <a:pt x="242" y="930"/>
                </a:lnTo>
                <a:lnTo>
                  <a:pt x="264" y="942"/>
                </a:lnTo>
                <a:lnTo>
                  <a:pt x="285" y="952"/>
                </a:lnTo>
                <a:lnTo>
                  <a:pt x="308" y="963"/>
                </a:lnTo>
                <a:lnTo>
                  <a:pt x="331" y="971"/>
                </a:lnTo>
                <a:lnTo>
                  <a:pt x="354" y="979"/>
                </a:lnTo>
                <a:lnTo>
                  <a:pt x="378" y="986"/>
                </a:lnTo>
                <a:lnTo>
                  <a:pt x="402" y="990"/>
                </a:lnTo>
                <a:lnTo>
                  <a:pt x="427" y="995"/>
                </a:lnTo>
                <a:lnTo>
                  <a:pt x="452" y="998"/>
                </a:lnTo>
                <a:lnTo>
                  <a:pt x="478" y="1000"/>
                </a:lnTo>
                <a:lnTo>
                  <a:pt x="504" y="1001"/>
                </a:lnTo>
                <a:lnTo>
                  <a:pt x="504" y="1001"/>
                </a:lnTo>
                <a:lnTo>
                  <a:pt x="541" y="1000"/>
                </a:lnTo>
                <a:lnTo>
                  <a:pt x="578" y="996"/>
                </a:lnTo>
                <a:lnTo>
                  <a:pt x="613" y="991"/>
                </a:lnTo>
                <a:lnTo>
                  <a:pt x="648" y="983"/>
                </a:lnTo>
                <a:lnTo>
                  <a:pt x="681" y="974"/>
                </a:lnTo>
                <a:lnTo>
                  <a:pt x="698" y="967"/>
                </a:lnTo>
                <a:lnTo>
                  <a:pt x="714" y="962"/>
                </a:lnTo>
                <a:lnTo>
                  <a:pt x="730" y="955"/>
                </a:lnTo>
                <a:lnTo>
                  <a:pt x="745" y="947"/>
                </a:lnTo>
                <a:lnTo>
                  <a:pt x="760" y="938"/>
                </a:lnTo>
                <a:lnTo>
                  <a:pt x="775" y="928"/>
                </a:lnTo>
                <a:lnTo>
                  <a:pt x="775" y="928"/>
                </a:lnTo>
                <a:lnTo>
                  <a:pt x="778" y="930"/>
                </a:lnTo>
                <a:lnTo>
                  <a:pt x="781" y="931"/>
                </a:lnTo>
                <a:lnTo>
                  <a:pt x="781" y="932"/>
                </a:lnTo>
                <a:lnTo>
                  <a:pt x="963" y="1113"/>
                </a:lnTo>
                <a:lnTo>
                  <a:pt x="963" y="1113"/>
                </a:lnTo>
                <a:lnTo>
                  <a:pt x="955" y="1123"/>
                </a:lnTo>
                <a:lnTo>
                  <a:pt x="948" y="1135"/>
                </a:lnTo>
                <a:lnTo>
                  <a:pt x="945" y="1146"/>
                </a:lnTo>
                <a:lnTo>
                  <a:pt x="944" y="1158"/>
                </a:lnTo>
                <a:lnTo>
                  <a:pt x="945" y="1170"/>
                </a:lnTo>
                <a:lnTo>
                  <a:pt x="948" y="1182"/>
                </a:lnTo>
                <a:lnTo>
                  <a:pt x="955" y="1193"/>
                </a:lnTo>
                <a:lnTo>
                  <a:pt x="963" y="1203"/>
                </a:lnTo>
                <a:lnTo>
                  <a:pt x="1265" y="1512"/>
                </a:lnTo>
                <a:lnTo>
                  <a:pt x="1265" y="1512"/>
                </a:lnTo>
                <a:lnTo>
                  <a:pt x="1275" y="1520"/>
                </a:lnTo>
                <a:lnTo>
                  <a:pt x="1286" y="1526"/>
                </a:lnTo>
                <a:lnTo>
                  <a:pt x="1297" y="1530"/>
                </a:lnTo>
                <a:lnTo>
                  <a:pt x="1310" y="1531"/>
                </a:lnTo>
                <a:lnTo>
                  <a:pt x="1321" y="1530"/>
                </a:lnTo>
                <a:lnTo>
                  <a:pt x="1334" y="1526"/>
                </a:lnTo>
                <a:lnTo>
                  <a:pt x="1344" y="1520"/>
                </a:lnTo>
                <a:lnTo>
                  <a:pt x="1354" y="1512"/>
                </a:lnTo>
                <a:lnTo>
                  <a:pt x="1451" y="1416"/>
                </a:lnTo>
                <a:lnTo>
                  <a:pt x="1451" y="1416"/>
                </a:lnTo>
                <a:lnTo>
                  <a:pt x="1459" y="1406"/>
                </a:lnTo>
                <a:lnTo>
                  <a:pt x="1465" y="1394"/>
                </a:lnTo>
                <a:lnTo>
                  <a:pt x="1468" y="1383"/>
                </a:lnTo>
                <a:lnTo>
                  <a:pt x="1469" y="1371"/>
                </a:lnTo>
                <a:lnTo>
                  <a:pt x="1468" y="1359"/>
                </a:lnTo>
                <a:lnTo>
                  <a:pt x="1465" y="1347"/>
                </a:lnTo>
                <a:lnTo>
                  <a:pt x="1459" y="1336"/>
                </a:lnTo>
                <a:lnTo>
                  <a:pt x="1451" y="1327"/>
                </a:lnTo>
                <a:lnTo>
                  <a:pt x="1451" y="1327"/>
                </a:lnTo>
                <a:close/>
                <a:moveTo>
                  <a:pt x="499" y="834"/>
                </a:moveTo>
                <a:lnTo>
                  <a:pt x="499" y="834"/>
                </a:lnTo>
                <a:lnTo>
                  <a:pt x="482" y="833"/>
                </a:lnTo>
                <a:lnTo>
                  <a:pt x="465" y="832"/>
                </a:lnTo>
                <a:lnTo>
                  <a:pt x="448" y="831"/>
                </a:lnTo>
                <a:lnTo>
                  <a:pt x="432" y="827"/>
                </a:lnTo>
                <a:lnTo>
                  <a:pt x="416" y="824"/>
                </a:lnTo>
                <a:lnTo>
                  <a:pt x="400" y="819"/>
                </a:lnTo>
                <a:lnTo>
                  <a:pt x="385" y="814"/>
                </a:lnTo>
                <a:lnTo>
                  <a:pt x="369" y="808"/>
                </a:lnTo>
                <a:lnTo>
                  <a:pt x="354" y="801"/>
                </a:lnTo>
                <a:lnTo>
                  <a:pt x="340" y="794"/>
                </a:lnTo>
                <a:lnTo>
                  <a:pt x="326" y="786"/>
                </a:lnTo>
                <a:lnTo>
                  <a:pt x="312" y="777"/>
                </a:lnTo>
                <a:lnTo>
                  <a:pt x="299" y="768"/>
                </a:lnTo>
                <a:lnTo>
                  <a:pt x="286" y="759"/>
                </a:lnTo>
                <a:lnTo>
                  <a:pt x="275" y="747"/>
                </a:lnTo>
                <a:lnTo>
                  <a:pt x="263" y="737"/>
                </a:lnTo>
                <a:lnTo>
                  <a:pt x="252" y="725"/>
                </a:lnTo>
                <a:lnTo>
                  <a:pt x="241" y="713"/>
                </a:lnTo>
                <a:lnTo>
                  <a:pt x="231" y="700"/>
                </a:lnTo>
                <a:lnTo>
                  <a:pt x="222" y="687"/>
                </a:lnTo>
                <a:lnTo>
                  <a:pt x="213" y="674"/>
                </a:lnTo>
                <a:lnTo>
                  <a:pt x="205" y="660"/>
                </a:lnTo>
                <a:lnTo>
                  <a:pt x="198" y="645"/>
                </a:lnTo>
                <a:lnTo>
                  <a:pt x="191" y="630"/>
                </a:lnTo>
                <a:lnTo>
                  <a:pt x="185" y="615"/>
                </a:lnTo>
                <a:lnTo>
                  <a:pt x="179" y="600"/>
                </a:lnTo>
                <a:lnTo>
                  <a:pt x="175" y="584"/>
                </a:lnTo>
                <a:lnTo>
                  <a:pt x="171" y="568"/>
                </a:lnTo>
                <a:lnTo>
                  <a:pt x="168" y="551"/>
                </a:lnTo>
                <a:lnTo>
                  <a:pt x="167" y="535"/>
                </a:lnTo>
                <a:lnTo>
                  <a:pt x="164" y="518"/>
                </a:lnTo>
                <a:lnTo>
                  <a:pt x="164" y="500"/>
                </a:lnTo>
                <a:lnTo>
                  <a:pt x="164" y="500"/>
                </a:lnTo>
                <a:lnTo>
                  <a:pt x="164" y="483"/>
                </a:lnTo>
                <a:lnTo>
                  <a:pt x="167" y="466"/>
                </a:lnTo>
                <a:lnTo>
                  <a:pt x="168" y="449"/>
                </a:lnTo>
                <a:lnTo>
                  <a:pt x="171" y="433"/>
                </a:lnTo>
                <a:lnTo>
                  <a:pt x="175" y="417"/>
                </a:lnTo>
                <a:lnTo>
                  <a:pt x="179" y="401"/>
                </a:lnTo>
                <a:lnTo>
                  <a:pt x="185" y="386"/>
                </a:lnTo>
                <a:lnTo>
                  <a:pt x="191" y="370"/>
                </a:lnTo>
                <a:lnTo>
                  <a:pt x="198" y="355"/>
                </a:lnTo>
                <a:lnTo>
                  <a:pt x="205" y="341"/>
                </a:lnTo>
                <a:lnTo>
                  <a:pt x="213" y="327"/>
                </a:lnTo>
                <a:lnTo>
                  <a:pt x="222" y="313"/>
                </a:lnTo>
                <a:lnTo>
                  <a:pt x="231" y="300"/>
                </a:lnTo>
                <a:lnTo>
                  <a:pt x="241" y="287"/>
                </a:lnTo>
                <a:lnTo>
                  <a:pt x="252" y="275"/>
                </a:lnTo>
                <a:lnTo>
                  <a:pt x="263" y="264"/>
                </a:lnTo>
                <a:lnTo>
                  <a:pt x="275" y="252"/>
                </a:lnTo>
                <a:lnTo>
                  <a:pt x="286" y="242"/>
                </a:lnTo>
                <a:lnTo>
                  <a:pt x="299" y="232"/>
                </a:lnTo>
                <a:lnTo>
                  <a:pt x="312" y="223"/>
                </a:lnTo>
                <a:lnTo>
                  <a:pt x="326" y="213"/>
                </a:lnTo>
                <a:lnTo>
                  <a:pt x="340" y="205"/>
                </a:lnTo>
                <a:lnTo>
                  <a:pt x="354" y="199"/>
                </a:lnTo>
                <a:lnTo>
                  <a:pt x="369" y="192"/>
                </a:lnTo>
                <a:lnTo>
                  <a:pt x="385" y="186"/>
                </a:lnTo>
                <a:lnTo>
                  <a:pt x="400" y="180"/>
                </a:lnTo>
                <a:lnTo>
                  <a:pt x="416" y="176"/>
                </a:lnTo>
                <a:lnTo>
                  <a:pt x="432" y="172"/>
                </a:lnTo>
                <a:lnTo>
                  <a:pt x="448" y="170"/>
                </a:lnTo>
                <a:lnTo>
                  <a:pt x="465" y="168"/>
                </a:lnTo>
                <a:lnTo>
                  <a:pt x="482" y="166"/>
                </a:lnTo>
                <a:lnTo>
                  <a:pt x="499" y="165"/>
                </a:lnTo>
                <a:lnTo>
                  <a:pt x="499" y="165"/>
                </a:lnTo>
                <a:lnTo>
                  <a:pt x="517" y="166"/>
                </a:lnTo>
                <a:lnTo>
                  <a:pt x="534" y="168"/>
                </a:lnTo>
                <a:lnTo>
                  <a:pt x="550" y="170"/>
                </a:lnTo>
                <a:lnTo>
                  <a:pt x="567" y="172"/>
                </a:lnTo>
                <a:lnTo>
                  <a:pt x="583" y="176"/>
                </a:lnTo>
                <a:lnTo>
                  <a:pt x="599" y="180"/>
                </a:lnTo>
                <a:lnTo>
                  <a:pt x="614" y="186"/>
                </a:lnTo>
                <a:lnTo>
                  <a:pt x="629" y="192"/>
                </a:lnTo>
                <a:lnTo>
                  <a:pt x="644" y="199"/>
                </a:lnTo>
                <a:lnTo>
                  <a:pt x="659" y="205"/>
                </a:lnTo>
                <a:lnTo>
                  <a:pt x="673" y="213"/>
                </a:lnTo>
                <a:lnTo>
                  <a:pt x="687" y="223"/>
                </a:lnTo>
                <a:lnTo>
                  <a:pt x="700" y="232"/>
                </a:lnTo>
                <a:lnTo>
                  <a:pt x="713" y="242"/>
                </a:lnTo>
                <a:lnTo>
                  <a:pt x="724" y="252"/>
                </a:lnTo>
                <a:lnTo>
                  <a:pt x="736" y="264"/>
                </a:lnTo>
                <a:lnTo>
                  <a:pt x="747" y="275"/>
                </a:lnTo>
                <a:lnTo>
                  <a:pt x="758" y="287"/>
                </a:lnTo>
                <a:lnTo>
                  <a:pt x="768" y="300"/>
                </a:lnTo>
                <a:lnTo>
                  <a:pt x="777" y="313"/>
                </a:lnTo>
                <a:lnTo>
                  <a:pt x="786" y="327"/>
                </a:lnTo>
                <a:lnTo>
                  <a:pt x="794" y="341"/>
                </a:lnTo>
                <a:lnTo>
                  <a:pt x="801" y="355"/>
                </a:lnTo>
                <a:lnTo>
                  <a:pt x="808" y="370"/>
                </a:lnTo>
                <a:lnTo>
                  <a:pt x="814" y="386"/>
                </a:lnTo>
                <a:lnTo>
                  <a:pt x="820" y="401"/>
                </a:lnTo>
                <a:lnTo>
                  <a:pt x="824" y="417"/>
                </a:lnTo>
                <a:lnTo>
                  <a:pt x="828" y="433"/>
                </a:lnTo>
                <a:lnTo>
                  <a:pt x="831" y="449"/>
                </a:lnTo>
                <a:lnTo>
                  <a:pt x="833" y="466"/>
                </a:lnTo>
                <a:lnTo>
                  <a:pt x="835" y="483"/>
                </a:lnTo>
                <a:lnTo>
                  <a:pt x="835" y="500"/>
                </a:lnTo>
                <a:lnTo>
                  <a:pt x="835" y="500"/>
                </a:lnTo>
                <a:lnTo>
                  <a:pt x="835" y="518"/>
                </a:lnTo>
                <a:lnTo>
                  <a:pt x="833" y="535"/>
                </a:lnTo>
                <a:lnTo>
                  <a:pt x="831" y="551"/>
                </a:lnTo>
                <a:lnTo>
                  <a:pt x="828" y="568"/>
                </a:lnTo>
                <a:lnTo>
                  <a:pt x="824" y="584"/>
                </a:lnTo>
                <a:lnTo>
                  <a:pt x="820" y="600"/>
                </a:lnTo>
                <a:lnTo>
                  <a:pt x="814" y="615"/>
                </a:lnTo>
                <a:lnTo>
                  <a:pt x="808" y="630"/>
                </a:lnTo>
                <a:lnTo>
                  <a:pt x="801" y="645"/>
                </a:lnTo>
                <a:lnTo>
                  <a:pt x="794" y="660"/>
                </a:lnTo>
                <a:lnTo>
                  <a:pt x="786" y="674"/>
                </a:lnTo>
                <a:lnTo>
                  <a:pt x="777" y="687"/>
                </a:lnTo>
                <a:lnTo>
                  <a:pt x="768" y="700"/>
                </a:lnTo>
                <a:lnTo>
                  <a:pt x="758" y="713"/>
                </a:lnTo>
                <a:lnTo>
                  <a:pt x="747" y="725"/>
                </a:lnTo>
                <a:lnTo>
                  <a:pt x="736" y="737"/>
                </a:lnTo>
                <a:lnTo>
                  <a:pt x="724" y="747"/>
                </a:lnTo>
                <a:lnTo>
                  <a:pt x="713" y="759"/>
                </a:lnTo>
                <a:lnTo>
                  <a:pt x="700" y="768"/>
                </a:lnTo>
                <a:lnTo>
                  <a:pt x="687" y="777"/>
                </a:lnTo>
                <a:lnTo>
                  <a:pt x="673" y="786"/>
                </a:lnTo>
                <a:lnTo>
                  <a:pt x="659" y="794"/>
                </a:lnTo>
                <a:lnTo>
                  <a:pt x="644" y="801"/>
                </a:lnTo>
                <a:lnTo>
                  <a:pt x="629" y="808"/>
                </a:lnTo>
                <a:lnTo>
                  <a:pt x="614" y="814"/>
                </a:lnTo>
                <a:lnTo>
                  <a:pt x="599" y="819"/>
                </a:lnTo>
                <a:lnTo>
                  <a:pt x="583" y="824"/>
                </a:lnTo>
                <a:lnTo>
                  <a:pt x="567" y="827"/>
                </a:lnTo>
                <a:lnTo>
                  <a:pt x="550" y="831"/>
                </a:lnTo>
                <a:lnTo>
                  <a:pt x="534" y="832"/>
                </a:lnTo>
                <a:lnTo>
                  <a:pt x="517" y="833"/>
                </a:lnTo>
                <a:lnTo>
                  <a:pt x="499" y="834"/>
                </a:lnTo>
                <a:lnTo>
                  <a:pt x="499" y="83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2" name="Freeform 121"/>
          <p:cNvSpPr>
            <a:spLocks noChangeAspect="1" noEditPoints="1"/>
          </p:cNvSpPr>
          <p:nvPr/>
        </p:nvSpPr>
        <p:spPr bwMode="auto">
          <a:xfrm>
            <a:off x="2780382" y="1232756"/>
            <a:ext cx="1020490" cy="1080000"/>
          </a:xfrm>
          <a:custGeom>
            <a:avLst/>
            <a:gdLst>
              <a:gd name="T0" fmla="*/ 998 w 1390"/>
              <a:gd name="T1" fmla="*/ 869 h 1469"/>
              <a:gd name="T2" fmla="*/ 1059 w 1390"/>
              <a:gd name="T3" fmla="*/ 769 h 1469"/>
              <a:gd name="T4" fmla="*/ 1098 w 1390"/>
              <a:gd name="T5" fmla="*/ 656 h 1469"/>
              <a:gd name="T6" fmla="*/ 1112 w 1390"/>
              <a:gd name="T7" fmla="*/ 536 h 1469"/>
              <a:gd name="T8" fmla="*/ 1101 w 1390"/>
              <a:gd name="T9" fmla="*/ 428 h 1469"/>
              <a:gd name="T10" fmla="*/ 1058 w 1390"/>
              <a:gd name="T11" fmla="*/ 303 h 1469"/>
              <a:gd name="T12" fmla="*/ 988 w 1390"/>
              <a:gd name="T13" fmla="*/ 195 h 1469"/>
              <a:gd name="T14" fmla="*/ 893 w 1390"/>
              <a:gd name="T15" fmla="*/ 107 h 1469"/>
              <a:gd name="T16" fmla="*/ 778 w 1390"/>
              <a:gd name="T17" fmla="*/ 42 h 1469"/>
              <a:gd name="T18" fmla="*/ 646 w 1390"/>
              <a:gd name="T19" fmla="*/ 6 h 1469"/>
              <a:gd name="T20" fmla="*/ 531 w 1390"/>
              <a:gd name="T21" fmla="*/ 1 h 1469"/>
              <a:gd name="T22" fmla="*/ 392 w 1390"/>
              <a:gd name="T23" fmla="*/ 24 h 1469"/>
              <a:gd name="T24" fmla="*/ 269 w 1390"/>
              <a:gd name="T25" fmla="*/ 78 h 1469"/>
              <a:gd name="T26" fmla="*/ 163 w 1390"/>
              <a:gd name="T27" fmla="*/ 157 h 1469"/>
              <a:gd name="T28" fmla="*/ 80 w 1390"/>
              <a:gd name="T29" fmla="*/ 258 h 1469"/>
              <a:gd name="T30" fmla="*/ 25 w 1390"/>
              <a:gd name="T31" fmla="*/ 376 h 1469"/>
              <a:gd name="T32" fmla="*/ 1 w 1390"/>
              <a:gd name="T33" fmla="*/ 508 h 1469"/>
              <a:gd name="T34" fmla="*/ 7 w 1390"/>
              <a:gd name="T35" fmla="*/ 617 h 1469"/>
              <a:gd name="T36" fmla="*/ 44 w 1390"/>
              <a:gd name="T37" fmla="*/ 746 h 1469"/>
              <a:gd name="T38" fmla="*/ 110 w 1390"/>
              <a:gd name="T39" fmla="*/ 860 h 1469"/>
              <a:gd name="T40" fmla="*/ 203 w 1390"/>
              <a:gd name="T41" fmla="*/ 954 h 1469"/>
              <a:gd name="T42" fmla="*/ 316 w 1390"/>
              <a:gd name="T43" fmla="*/ 1026 h 1469"/>
              <a:gd name="T44" fmla="*/ 446 w 1390"/>
              <a:gd name="T45" fmla="*/ 1068 h 1469"/>
              <a:gd name="T46" fmla="*/ 560 w 1390"/>
              <a:gd name="T47" fmla="*/ 1080 h 1469"/>
              <a:gd name="T48" fmla="*/ 699 w 1390"/>
              <a:gd name="T49" fmla="*/ 1063 h 1469"/>
              <a:gd name="T50" fmla="*/ 1196 w 1390"/>
              <a:gd name="T51" fmla="*/ 1450 h 1469"/>
              <a:gd name="T52" fmla="*/ 1239 w 1390"/>
              <a:gd name="T53" fmla="*/ 1469 h 1469"/>
              <a:gd name="T54" fmla="*/ 1371 w 1390"/>
              <a:gd name="T55" fmla="*/ 1363 h 1469"/>
              <a:gd name="T56" fmla="*/ 1390 w 1390"/>
              <a:gd name="T57" fmla="*/ 1320 h 1469"/>
              <a:gd name="T58" fmla="*/ 1371 w 1390"/>
              <a:gd name="T59" fmla="*/ 1275 h 1469"/>
              <a:gd name="T60" fmla="*/ 503 w 1390"/>
              <a:gd name="T61" fmla="*/ 882 h 1469"/>
              <a:gd name="T62" fmla="*/ 417 w 1390"/>
              <a:gd name="T63" fmla="*/ 860 h 1469"/>
              <a:gd name="T64" fmla="*/ 341 w 1390"/>
              <a:gd name="T65" fmla="*/ 818 h 1469"/>
              <a:gd name="T66" fmla="*/ 278 w 1390"/>
              <a:gd name="T67" fmla="*/ 761 h 1469"/>
              <a:gd name="T68" fmla="*/ 231 w 1390"/>
              <a:gd name="T69" fmla="*/ 690 h 1469"/>
              <a:gd name="T70" fmla="*/ 203 w 1390"/>
              <a:gd name="T71" fmla="*/ 609 h 1469"/>
              <a:gd name="T72" fmla="*/ 195 w 1390"/>
              <a:gd name="T73" fmla="*/ 539 h 1469"/>
              <a:gd name="T74" fmla="*/ 207 w 1390"/>
              <a:gd name="T75" fmla="*/ 452 h 1469"/>
              <a:gd name="T76" fmla="*/ 239 w 1390"/>
              <a:gd name="T77" fmla="*/ 373 h 1469"/>
              <a:gd name="T78" fmla="*/ 289 w 1390"/>
              <a:gd name="T79" fmla="*/ 305 h 1469"/>
              <a:gd name="T80" fmla="*/ 355 w 1390"/>
              <a:gd name="T81" fmla="*/ 250 h 1469"/>
              <a:gd name="T82" fmla="*/ 434 w 1390"/>
              <a:gd name="T83" fmla="*/ 212 h 1469"/>
              <a:gd name="T84" fmla="*/ 521 w 1390"/>
              <a:gd name="T85" fmla="*/ 193 h 1469"/>
              <a:gd name="T86" fmla="*/ 597 w 1390"/>
              <a:gd name="T87" fmla="*/ 193 h 1469"/>
              <a:gd name="T88" fmla="*/ 684 w 1390"/>
              <a:gd name="T89" fmla="*/ 212 h 1469"/>
              <a:gd name="T90" fmla="*/ 762 w 1390"/>
              <a:gd name="T91" fmla="*/ 250 h 1469"/>
              <a:gd name="T92" fmla="*/ 826 w 1390"/>
              <a:gd name="T93" fmla="*/ 305 h 1469"/>
              <a:gd name="T94" fmla="*/ 876 w 1390"/>
              <a:gd name="T95" fmla="*/ 373 h 1469"/>
              <a:gd name="T96" fmla="*/ 908 w 1390"/>
              <a:gd name="T97" fmla="*/ 452 h 1469"/>
              <a:gd name="T98" fmla="*/ 918 w 1390"/>
              <a:gd name="T99" fmla="*/ 539 h 1469"/>
              <a:gd name="T100" fmla="*/ 911 w 1390"/>
              <a:gd name="T101" fmla="*/ 609 h 1469"/>
              <a:gd name="T102" fmla="*/ 884 w 1390"/>
              <a:gd name="T103" fmla="*/ 690 h 1469"/>
              <a:gd name="T104" fmla="*/ 838 w 1390"/>
              <a:gd name="T105" fmla="*/ 761 h 1469"/>
              <a:gd name="T106" fmla="*/ 776 w 1390"/>
              <a:gd name="T107" fmla="*/ 818 h 1469"/>
              <a:gd name="T108" fmla="*/ 700 w 1390"/>
              <a:gd name="T109" fmla="*/ 860 h 1469"/>
              <a:gd name="T110" fmla="*/ 615 w 1390"/>
              <a:gd name="T111" fmla="*/ 882 h 1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390" h="1469">
                <a:moveTo>
                  <a:pt x="1371" y="1275"/>
                </a:moveTo>
                <a:lnTo>
                  <a:pt x="975" y="893"/>
                </a:lnTo>
                <a:lnTo>
                  <a:pt x="983" y="887"/>
                </a:lnTo>
                <a:lnTo>
                  <a:pt x="983" y="887"/>
                </a:lnTo>
                <a:lnTo>
                  <a:pt x="998" y="869"/>
                </a:lnTo>
                <a:lnTo>
                  <a:pt x="1012" y="849"/>
                </a:lnTo>
                <a:lnTo>
                  <a:pt x="1026" y="830"/>
                </a:lnTo>
                <a:lnTo>
                  <a:pt x="1037" y="810"/>
                </a:lnTo>
                <a:lnTo>
                  <a:pt x="1049" y="790"/>
                </a:lnTo>
                <a:lnTo>
                  <a:pt x="1059" y="769"/>
                </a:lnTo>
                <a:lnTo>
                  <a:pt x="1070" y="747"/>
                </a:lnTo>
                <a:lnTo>
                  <a:pt x="1078" y="725"/>
                </a:lnTo>
                <a:lnTo>
                  <a:pt x="1086" y="702"/>
                </a:lnTo>
                <a:lnTo>
                  <a:pt x="1092" y="679"/>
                </a:lnTo>
                <a:lnTo>
                  <a:pt x="1098" y="656"/>
                </a:lnTo>
                <a:lnTo>
                  <a:pt x="1103" y="633"/>
                </a:lnTo>
                <a:lnTo>
                  <a:pt x="1106" y="609"/>
                </a:lnTo>
                <a:lnTo>
                  <a:pt x="1110" y="585"/>
                </a:lnTo>
                <a:lnTo>
                  <a:pt x="1111" y="560"/>
                </a:lnTo>
                <a:lnTo>
                  <a:pt x="1112" y="536"/>
                </a:lnTo>
                <a:lnTo>
                  <a:pt x="1112" y="536"/>
                </a:lnTo>
                <a:lnTo>
                  <a:pt x="1111" y="508"/>
                </a:lnTo>
                <a:lnTo>
                  <a:pt x="1109" y="481"/>
                </a:lnTo>
                <a:lnTo>
                  <a:pt x="1105" y="454"/>
                </a:lnTo>
                <a:lnTo>
                  <a:pt x="1101" y="428"/>
                </a:lnTo>
                <a:lnTo>
                  <a:pt x="1095" y="402"/>
                </a:lnTo>
                <a:lnTo>
                  <a:pt x="1088" y="376"/>
                </a:lnTo>
                <a:lnTo>
                  <a:pt x="1079" y="351"/>
                </a:lnTo>
                <a:lnTo>
                  <a:pt x="1070" y="327"/>
                </a:lnTo>
                <a:lnTo>
                  <a:pt x="1058" y="303"/>
                </a:lnTo>
                <a:lnTo>
                  <a:pt x="1047" y="280"/>
                </a:lnTo>
                <a:lnTo>
                  <a:pt x="1033" y="258"/>
                </a:lnTo>
                <a:lnTo>
                  <a:pt x="1019" y="236"/>
                </a:lnTo>
                <a:lnTo>
                  <a:pt x="1004" y="215"/>
                </a:lnTo>
                <a:lnTo>
                  <a:pt x="988" y="195"/>
                </a:lnTo>
                <a:lnTo>
                  <a:pt x="971" y="176"/>
                </a:lnTo>
                <a:lnTo>
                  <a:pt x="952" y="157"/>
                </a:lnTo>
                <a:lnTo>
                  <a:pt x="934" y="139"/>
                </a:lnTo>
                <a:lnTo>
                  <a:pt x="913" y="123"/>
                </a:lnTo>
                <a:lnTo>
                  <a:pt x="893" y="107"/>
                </a:lnTo>
                <a:lnTo>
                  <a:pt x="871" y="92"/>
                </a:lnTo>
                <a:lnTo>
                  <a:pt x="849" y="78"/>
                </a:lnTo>
                <a:lnTo>
                  <a:pt x="826" y="64"/>
                </a:lnTo>
                <a:lnTo>
                  <a:pt x="802" y="53"/>
                </a:lnTo>
                <a:lnTo>
                  <a:pt x="778" y="42"/>
                </a:lnTo>
                <a:lnTo>
                  <a:pt x="753" y="32"/>
                </a:lnTo>
                <a:lnTo>
                  <a:pt x="726" y="24"/>
                </a:lnTo>
                <a:lnTo>
                  <a:pt x="700" y="17"/>
                </a:lnTo>
                <a:lnTo>
                  <a:pt x="674" y="10"/>
                </a:lnTo>
                <a:lnTo>
                  <a:pt x="646" y="6"/>
                </a:lnTo>
                <a:lnTo>
                  <a:pt x="617" y="2"/>
                </a:lnTo>
                <a:lnTo>
                  <a:pt x="589" y="1"/>
                </a:lnTo>
                <a:lnTo>
                  <a:pt x="560" y="0"/>
                </a:lnTo>
                <a:lnTo>
                  <a:pt x="560" y="0"/>
                </a:lnTo>
                <a:lnTo>
                  <a:pt x="531" y="1"/>
                </a:lnTo>
                <a:lnTo>
                  <a:pt x="503" y="2"/>
                </a:lnTo>
                <a:lnTo>
                  <a:pt x="474" y="6"/>
                </a:lnTo>
                <a:lnTo>
                  <a:pt x="446" y="10"/>
                </a:lnTo>
                <a:lnTo>
                  <a:pt x="419" y="17"/>
                </a:lnTo>
                <a:lnTo>
                  <a:pt x="392" y="24"/>
                </a:lnTo>
                <a:lnTo>
                  <a:pt x="366" y="32"/>
                </a:lnTo>
                <a:lnTo>
                  <a:pt x="341" y="42"/>
                </a:lnTo>
                <a:lnTo>
                  <a:pt x="316" y="53"/>
                </a:lnTo>
                <a:lnTo>
                  <a:pt x="291" y="64"/>
                </a:lnTo>
                <a:lnTo>
                  <a:pt x="269" y="78"/>
                </a:lnTo>
                <a:lnTo>
                  <a:pt x="246" y="92"/>
                </a:lnTo>
                <a:lnTo>
                  <a:pt x="224" y="107"/>
                </a:lnTo>
                <a:lnTo>
                  <a:pt x="203" y="123"/>
                </a:lnTo>
                <a:lnTo>
                  <a:pt x="182" y="139"/>
                </a:lnTo>
                <a:lnTo>
                  <a:pt x="163" y="157"/>
                </a:lnTo>
                <a:lnTo>
                  <a:pt x="145" y="176"/>
                </a:lnTo>
                <a:lnTo>
                  <a:pt x="127" y="195"/>
                </a:lnTo>
                <a:lnTo>
                  <a:pt x="110" y="215"/>
                </a:lnTo>
                <a:lnTo>
                  <a:pt x="95" y="236"/>
                </a:lnTo>
                <a:lnTo>
                  <a:pt x="80" y="258"/>
                </a:lnTo>
                <a:lnTo>
                  <a:pt x="67" y="280"/>
                </a:lnTo>
                <a:lnTo>
                  <a:pt x="55" y="303"/>
                </a:lnTo>
                <a:lnTo>
                  <a:pt x="44" y="327"/>
                </a:lnTo>
                <a:lnTo>
                  <a:pt x="33" y="351"/>
                </a:lnTo>
                <a:lnTo>
                  <a:pt x="25" y="376"/>
                </a:lnTo>
                <a:lnTo>
                  <a:pt x="17" y="402"/>
                </a:lnTo>
                <a:lnTo>
                  <a:pt x="11" y="428"/>
                </a:lnTo>
                <a:lnTo>
                  <a:pt x="7" y="454"/>
                </a:lnTo>
                <a:lnTo>
                  <a:pt x="2" y="481"/>
                </a:lnTo>
                <a:lnTo>
                  <a:pt x="1" y="508"/>
                </a:lnTo>
                <a:lnTo>
                  <a:pt x="0" y="536"/>
                </a:lnTo>
                <a:lnTo>
                  <a:pt x="0" y="536"/>
                </a:lnTo>
                <a:lnTo>
                  <a:pt x="1" y="563"/>
                </a:lnTo>
                <a:lnTo>
                  <a:pt x="2" y="591"/>
                </a:lnTo>
                <a:lnTo>
                  <a:pt x="7" y="617"/>
                </a:lnTo>
                <a:lnTo>
                  <a:pt x="11" y="644"/>
                </a:lnTo>
                <a:lnTo>
                  <a:pt x="17" y="670"/>
                </a:lnTo>
                <a:lnTo>
                  <a:pt x="25" y="695"/>
                </a:lnTo>
                <a:lnTo>
                  <a:pt x="33" y="721"/>
                </a:lnTo>
                <a:lnTo>
                  <a:pt x="44" y="746"/>
                </a:lnTo>
                <a:lnTo>
                  <a:pt x="55" y="770"/>
                </a:lnTo>
                <a:lnTo>
                  <a:pt x="67" y="793"/>
                </a:lnTo>
                <a:lnTo>
                  <a:pt x="80" y="816"/>
                </a:lnTo>
                <a:lnTo>
                  <a:pt x="95" y="838"/>
                </a:lnTo>
                <a:lnTo>
                  <a:pt x="110" y="860"/>
                </a:lnTo>
                <a:lnTo>
                  <a:pt x="127" y="880"/>
                </a:lnTo>
                <a:lnTo>
                  <a:pt x="145" y="900"/>
                </a:lnTo>
                <a:lnTo>
                  <a:pt x="163" y="919"/>
                </a:lnTo>
                <a:lnTo>
                  <a:pt x="182" y="936"/>
                </a:lnTo>
                <a:lnTo>
                  <a:pt x="203" y="954"/>
                </a:lnTo>
                <a:lnTo>
                  <a:pt x="224" y="971"/>
                </a:lnTo>
                <a:lnTo>
                  <a:pt x="246" y="986"/>
                </a:lnTo>
                <a:lnTo>
                  <a:pt x="269" y="1000"/>
                </a:lnTo>
                <a:lnTo>
                  <a:pt x="291" y="1013"/>
                </a:lnTo>
                <a:lnTo>
                  <a:pt x="316" y="1026"/>
                </a:lnTo>
                <a:lnTo>
                  <a:pt x="341" y="1036"/>
                </a:lnTo>
                <a:lnTo>
                  <a:pt x="366" y="1047"/>
                </a:lnTo>
                <a:lnTo>
                  <a:pt x="392" y="1055"/>
                </a:lnTo>
                <a:lnTo>
                  <a:pt x="419" y="1063"/>
                </a:lnTo>
                <a:lnTo>
                  <a:pt x="446" y="1068"/>
                </a:lnTo>
                <a:lnTo>
                  <a:pt x="474" y="1074"/>
                </a:lnTo>
                <a:lnTo>
                  <a:pt x="503" y="1078"/>
                </a:lnTo>
                <a:lnTo>
                  <a:pt x="531" y="1079"/>
                </a:lnTo>
                <a:lnTo>
                  <a:pt x="560" y="1080"/>
                </a:lnTo>
                <a:lnTo>
                  <a:pt x="560" y="1080"/>
                </a:lnTo>
                <a:lnTo>
                  <a:pt x="589" y="1079"/>
                </a:lnTo>
                <a:lnTo>
                  <a:pt x="617" y="1078"/>
                </a:lnTo>
                <a:lnTo>
                  <a:pt x="645" y="1074"/>
                </a:lnTo>
                <a:lnTo>
                  <a:pt x="672" y="1068"/>
                </a:lnTo>
                <a:lnTo>
                  <a:pt x="699" y="1063"/>
                </a:lnTo>
                <a:lnTo>
                  <a:pt x="725" y="1056"/>
                </a:lnTo>
                <a:lnTo>
                  <a:pt x="752" y="1047"/>
                </a:lnTo>
                <a:lnTo>
                  <a:pt x="776" y="1037"/>
                </a:lnTo>
                <a:lnTo>
                  <a:pt x="785" y="1030"/>
                </a:lnTo>
                <a:lnTo>
                  <a:pt x="1196" y="1450"/>
                </a:lnTo>
                <a:lnTo>
                  <a:pt x="1196" y="1450"/>
                </a:lnTo>
                <a:lnTo>
                  <a:pt x="1206" y="1459"/>
                </a:lnTo>
                <a:lnTo>
                  <a:pt x="1216" y="1464"/>
                </a:lnTo>
                <a:lnTo>
                  <a:pt x="1228" y="1468"/>
                </a:lnTo>
                <a:lnTo>
                  <a:pt x="1239" y="1469"/>
                </a:lnTo>
                <a:lnTo>
                  <a:pt x="1252" y="1468"/>
                </a:lnTo>
                <a:lnTo>
                  <a:pt x="1263" y="1464"/>
                </a:lnTo>
                <a:lnTo>
                  <a:pt x="1274" y="1459"/>
                </a:lnTo>
                <a:lnTo>
                  <a:pt x="1284" y="1450"/>
                </a:lnTo>
                <a:lnTo>
                  <a:pt x="1371" y="1363"/>
                </a:lnTo>
                <a:lnTo>
                  <a:pt x="1371" y="1363"/>
                </a:lnTo>
                <a:lnTo>
                  <a:pt x="1379" y="1353"/>
                </a:lnTo>
                <a:lnTo>
                  <a:pt x="1385" y="1343"/>
                </a:lnTo>
                <a:lnTo>
                  <a:pt x="1389" y="1331"/>
                </a:lnTo>
                <a:lnTo>
                  <a:pt x="1390" y="1320"/>
                </a:lnTo>
                <a:lnTo>
                  <a:pt x="1389" y="1307"/>
                </a:lnTo>
                <a:lnTo>
                  <a:pt x="1385" y="1296"/>
                </a:lnTo>
                <a:lnTo>
                  <a:pt x="1379" y="1285"/>
                </a:lnTo>
                <a:lnTo>
                  <a:pt x="1371" y="1275"/>
                </a:lnTo>
                <a:lnTo>
                  <a:pt x="1371" y="1275"/>
                </a:lnTo>
                <a:close/>
                <a:moveTo>
                  <a:pt x="559" y="887"/>
                </a:moveTo>
                <a:lnTo>
                  <a:pt x="559" y="887"/>
                </a:lnTo>
                <a:lnTo>
                  <a:pt x="541" y="886"/>
                </a:lnTo>
                <a:lnTo>
                  <a:pt x="521" y="885"/>
                </a:lnTo>
                <a:lnTo>
                  <a:pt x="503" y="882"/>
                </a:lnTo>
                <a:lnTo>
                  <a:pt x="485" y="880"/>
                </a:lnTo>
                <a:lnTo>
                  <a:pt x="467" y="876"/>
                </a:lnTo>
                <a:lnTo>
                  <a:pt x="450" y="871"/>
                </a:lnTo>
                <a:lnTo>
                  <a:pt x="434" y="865"/>
                </a:lnTo>
                <a:lnTo>
                  <a:pt x="417" y="860"/>
                </a:lnTo>
                <a:lnTo>
                  <a:pt x="401" y="853"/>
                </a:lnTo>
                <a:lnTo>
                  <a:pt x="384" y="845"/>
                </a:lnTo>
                <a:lnTo>
                  <a:pt x="370" y="837"/>
                </a:lnTo>
                <a:lnTo>
                  <a:pt x="355" y="827"/>
                </a:lnTo>
                <a:lnTo>
                  <a:pt x="341" y="818"/>
                </a:lnTo>
                <a:lnTo>
                  <a:pt x="327" y="808"/>
                </a:lnTo>
                <a:lnTo>
                  <a:pt x="313" y="796"/>
                </a:lnTo>
                <a:lnTo>
                  <a:pt x="302" y="785"/>
                </a:lnTo>
                <a:lnTo>
                  <a:pt x="289" y="773"/>
                </a:lnTo>
                <a:lnTo>
                  <a:pt x="278" y="761"/>
                </a:lnTo>
                <a:lnTo>
                  <a:pt x="267" y="747"/>
                </a:lnTo>
                <a:lnTo>
                  <a:pt x="257" y="733"/>
                </a:lnTo>
                <a:lnTo>
                  <a:pt x="248" y="720"/>
                </a:lnTo>
                <a:lnTo>
                  <a:pt x="239" y="705"/>
                </a:lnTo>
                <a:lnTo>
                  <a:pt x="231" y="690"/>
                </a:lnTo>
                <a:lnTo>
                  <a:pt x="224" y="675"/>
                </a:lnTo>
                <a:lnTo>
                  <a:pt x="217" y="659"/>
                </a:lnTo>
                <a:lnTo>
                  <a:pt x="211" y="643"/>
                </a:lnTo>
                <a:lnTo>
                  <a:pt x="207" y="627"/>
                </a:lnTo>
                <a:lnTo>
                  <a:pt x="203" y="609"/>
                </a:lnTo>
                <a:lnTo>
                  <a:pt x="200" y="592"/>
                </a:lnTo>
                <a:lnTo>
                  <a:pt x="197" y="575"/>
                </a:lnTo>
                <a:lnTo>
                  <a:pt x="196" y="557"/>
                </a:lnTo>
                <a:lnTo>
                  <a:pt x="195" y="539"/>
                </a:lnTo>
                <a:lnTo>
                  <a:pt x="195" y="539"/>
                </a:lnTo>
                <a:lnTo>
                  <a:pt x="196" y="521"/>
                </a:lnTo>
                <a:lnTo>
                  <a:pt x="197" y="504"/>
                </a:lnTo>
                <a:lnTo>
                  <a:pt x="200" y="487"/>
                </a:lnTo>
                <a:lnTo>
                  <a:pt x="203" y="469"/>
                </a:lnTo>
                <a:lnTo>
                  <a:pt x="207" y="452"/>
                </a:lnTo>
                <a:lnTo>
                  <a:pt x="211" y="436"/>
                </a:lnTo>
                <a:lnTo>
                  <a:pt x="217" y="420"/>
                </a:lnTo>
                <a:lnTo>
                  <a:pt x="224" y="404"/>
                </a:lnTo>
                <a:lnTo>
                  <a:pt x="231" y="388"/>
                </a:lnTo>
                <a:lnTo>
                  <a:pt x="239" y="373"/>
                </a:lnTo>
                <a:lnTo>
                  <a:pt x="248" y="359"/>
                </a:lnTo>
                <a:lnTo>
                  <a:pt x="257" y="344"/>
                </a:lnTo>
                <a:lnTo>
                  <a:pt x="267" y="331"/>
                </a:lnTo>
                <a:lnTo>
                  <a:pt x="278" y="318"/>
                </a:lnTo>
                <a:lnTo>
                  <a:pt x="289" y="305"/>
                </a:lnTo>
                <a:lnTo>
                  <a:pt x="302" y="293"/>
                </a:lnTo>
                <a:lnTo>
                  <a:pt x="313" y="281"/>
                </a:lnTo>
                <a:lnTo>
                  <a:pt x="327" y="271"/>
                </a:lnTo>
                <a:lnTo>
                  <a:pt x="341" y="261"/>
                </a:lnTo>
                <a:lnTo>
                  <a:pt x="355" y="250"/>
                </a:lnTo>
                <a:lnTo>
                  <a:pt x="370" y="242"/>
                </a:lnTo>
                <a:lnTo>
                  <a:pt x="384" y="233"/>
                </a:lnTo>
                <a:lnTo>
                  <a:pt x="401" y="226"/>
                </a:lnTo>
                <a:lnTo>
                  <a:pt x="417" y="219"/>
                </a:lnTo>
                <a:lnTo>
                  <a:pt x="434" y="212"/>
                </a:lnTo>
                <a:lnTo>
                  <a:pt x="450" y="207"/>
                </a:lnTo>
                <a:lnTo>
                  <a:pt x="467" y="202"/>
                </a:lnTo>
                <a:lnTo>
                  <a:pt x="485" y="199"/>
                </a:lnTo>
                <a:lnTo>
                  <a:pt x="503" y="195"/>
                </a:lnTo>
                <a:lnTo>
                  <a:pt x="521" y="193"/>
                </a:lnTo>
                <a:lnTo>
                  <a:pt x="541" y="192"/>
                </a:lnTo>
                <a:lnTo>
                  <a:pt x="559" y="192"/>
                </a:lnTo>
                <a:lnTo>
                  <a:pt x="559" y="192"/>
                </a:lnTo>
                <a:lnTo>
                  <a:pt x="577" y="192"/>
                </a:lnTo>
                <a:lnTo>
                  <a:pt x="597" y="193"/>
                </a:lnTo>
                <a:lnTo>
                  <a:pt x="615" y="195"/>
                </a:lnTo>
                <a:lnTo>
                  <a:pt x="632" y="199"/>
                </a:lnTo>
                <a:lnTo>
                  <a:pt x="650" y="202"/>
                </a:lnTo>
                <a:lnTo>
                  <a:pt x="667" y="207"/>
                </a:lnTo>
                <a:lnTo>
                  <a:pt x="684" y="212"/>
                </a:lnTo>
                <a:lnTo>
                  <a:pt x="700" y="219"/>
                </a:lnTo>
                <a:lnTo>
                  <a:pt x="716" y="226"/>
                </a:lnTo>
                <a:lnTo>
                  <a:pt x="732" y="233"/>
                </a:lnTo>
                <a:lnTo>
                  <a:pt x="747" y="242"/>
                </a:lnTo>
                <a:lnTo>
                  <a:pt x="762" y="250"/>
                </a:lnTo>
                <a:lnTo>
                  <a:pt x="776" y="261"/>
                </a:lnTo>
                <a:lnTo>
                  <a:pt x="790" y="271"/>
                </a:lnTo>
                <a:lnTo>
                  <a:pt x="802" y="281"/>
                </a:lnTo>
                <a:lnTo>
                  <a:pt x="815" y="293"/>
                </a:lnTo>
                <a:lnTo>
                  <a:pt x="826" y="305"/>
                </a:lnTo>
                <a:lnTo>
                  <a:pt x="838" y="318"/>
                </a:lnTo>
                <a:lnTo>
                  <a:pt x="848" y="331"/>
                </a:lnTo>
                <a:lnTo>
                  <a:pt x="858" y="344"/>
                </a:lnTo>
                <a:lnTo>
                  <a:pt x="868" y="359"/>
                </a:lnTo>
                <a:lnTo>
                  <a:pt x="876" y="373"/>
                </a:lnTo>
                <a:lnTo>
                  <a:pt x="884" y="388"/>
                </a:lnTo>
                <a:lnTo>
                  <a:pt x="891" y="404"/>
                </a:lnTo>
                <a:lnTo>
                  <a:pt x="897" y="420"/>
                </a:lnTo>
                <a:lnTo>
                  <a:pt x="902" y="436"/>
                </a:lnTo>
                <a:lnTo>
                  <a:pt x="908" y="452"/>
                </a:lnTo>
                <a:lnTo>
                  <a:pt x="911" y="469"/>
                </a:lnTo>
                <a:lnTo>
                  <a:pt x="915" y="487"/>
                </a:lnTo>
                <a:lnTo>
                  <a:pt x="917" y="504"/>
                </a:lnTo>
                <a:lnTo>
                  <a:pt x="918" y="521"/>
                </a:lnTo>
                <a:lnTo>
                  <a:pt x="918" y="539"/>
                </a:lnTo>
                <a:lnTo>
                  <a:pt x="918" y="539"/>
                </a:lnTo>
                <a:lnTo>
                  <a:pt x="918" y="557"/>
                </a:lnTo>
                <a:lnTo>
                  <a:pt x="917" y="575"/>
                </a:lnTo>
                <a:lnTo>
                  <a:pt x="915" y="592"/>
                </a:lnTo>
                <a:lnTo>
                  <a:pt x="911" y="609"/>
                </a:lnTo>
                <a:lnTo>
                  <a:pt x="908" y="627"/>
                </a:lnTo>
                <a:lnTo>
                  <a:pt x="902" y="643"/>
                </a:lnTo>
                <a:lnTo>
                  <a:pt x="897" y="659"/>
                </a:lnTo>
                <a:lnTo>
                  <a:pt x="891" y="675"/>
                </a:lnTo>
                <a:lnTo>
                  <a:pt x="884" y="690"/>
                </a:lnTo>
                <a:lnTo>
                  <a:pt x="876" y="705"/>
                </a:lnTo>
                <a:lnTo>
                  <a:pt x="868" y="720"/>
                </a:lnTo>
                <a:lnTo>
                  <a:pt x="858" y="733"/>
                </a:lnTo>
                <a:lnTo>
                  <a:pt x="848" y="747"/>
                </a:lnTo>
                <a:lnTo>
                  <a:pt x="838" y="761"/>
                </a:lnTo>
                <a:lnTo>
                  <a:pt x="826" y="773"/>
                </a:lnTo>
                <a:lnTo>
                  <a:pt x="815" y="785"/>
                </a:lnTo>
                <a:lnTo>
                  <a:pt x="802" y="796"/>
                </a:lnTo>
                <a:lnTo>
                  <a:pt x="790" y="808"/>
                </a:lnTo>
                <a:lnTo>
                  <a:pt x="776" y="818"/>
                </a:lnTo>
                <a:lnTo>
                  <a:pt x="762" y="827"/>
                </a:lnTo>
                <a:lnTo>
                  <a:pt x="747" y="837"/>
                </a:lnTo>
                <a:lnTo>
                  <a:pt x="732" y="845"/>
                </a:lnTo>
                <a:lnTo>
                  <a:pt x="716" y="853"/>
                </a:lnTo>
                <a:lnTo>
                  <a:pt x="700" y="860"/>
                </a:lnTo>
                <a:lnTo>
                  <a:pt x="684" y="865"/>
                </a:lnTo>
                <a:lnTo>
                  <a:pt x="667" y="871"/>
                </a:lnTo>
                <a:lnTo>
                  <a:pt x="650" y="876"/>
                </a:lnTo>
                <a:lnTo>
                  <a:pt x="632" y="880"/>
                </a:lnTo>
                <a:lnTo>
                  <a:pt x="615" y="882"/>
                </a:lnTo>
                <a:lnTo>
                  <a:pt x="597" y="885"/>
                </a:lnTo>
                <a:lnTo>
                  <a:pt x="577" y="886"/>
                </a:lnTo>
                <a:lnTo>
                  <a:pt x="559" y="887"/>
                </a:lnTo>
                <a:lnTo>
                  <a:pt x="559" y="88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3" name="Freeform 122"/>
          <p:cNvSpPr>
            <a:spLocks noChangeAspect="1" noEditPoints="1"/>
          </p:cNvSpPr>
          <p:nvPr/>
        </p:nvSpPr>
        <p:spPr bwMode="auto">
          <a:xfrm>
            <a:off x="4413000" y="1268760"/>
            <a:ext cx="1080000" cy="1027102"/>
          </a:xfrm>
          <a:custGeom>
            <a:avLst/>
            <a:gdLst>
              <a:gd name="T0" fmla="*/ 36 w 1469"/>
              <a:gd name="T1" fmla="*/ 8 h 1398"/>
              <a:gd name="T2" fmla="*/ 7 w 1469"/>
              <a:gd name="T3" fmla="*/ 29 h 1398"/>
              <a:gd name="T4" fmla="*/ 195 w 1469"/>
              <a:gd name="T5" fmla="*/ 1154 h 1398"/>
              <a:gd name="T6" fmla="*/ 284 w 1469"/>
              <a:gd name="T7" fmla="*/ 1364 h 1398"/>
              <a:gd name="T8" fmla="*/ 341 w 1469"/>
              <a:gd name="T9" fmla="*/ 1397 h 1398"/>
              <a:gd name="T10" fmla="*/ 1167 w 1469"/>
              <a:gd name="T11" fmla="*/ 1387 h 1398"/>
              <a:gd name="T12" fmla="*/ 1221 w 1469"/>
              <a:gd name="T13" fmla="*/ 1355 h 1398"/>
              <a:gd name="T14" fmla="*/ 1469 w 1469"/>
              <a:gd name="T15" fmla="*/ 61 h 1398"/>
              <a:gd name="T16" fmla="*/ 1461 w 1469"/>
              <a:gd name="T17" fmla="*/ 20 h 1398"/>
              <a:gd name="T18" fmla="*/ 1436 w 1469"/>
              <a:gd name="T19" fmla="*/ 1 h 1398"/>
              <a:gd name="T20" fmla="*/ 339 w 1469"/>
              <a:gd name="T21" fmla="*/ 1336 h 1398"/>
              <a:gd name="T22" fmla="*/ 314 w 1469"/>
              <a:gd name="T23" fmla="*/ 1320 h 1398"/>
              <a:gd name="T24" fmla="*/ 288 w 1469"/>
              <a:gd name="T25" fmla="*/ 1246 h 1398"/>
              <a:gd name="T26" fmla="*/ 1215 w 1469"/>
              <a:gd name="T27" fmla="*/ 1154 h 1398"/>
              <a:gd name="T28" fmla="*/ 1187 w 1469"/>
              <a:gd name="T29" fmla="*/ 1259 h 1398"/>
              <a:gd name="T30" fmla="*/ 1150 w 1469"/>
              <a:gd name="T31" fmla="*/ 1337 h 1398"/>
              <a:gd name="T32" fmla="*/ 363 w 1469"/>
              <a:gd name="T33" fmla="*/ 650 h 1398"/>
              <a:gd name="T34" fmla="*/ 386 w 1469"/>
              <a:gd name="T35" fmla="*/ 627 h 1398"/>
              <a:gd name="T36" fmla="*/ 571 w 1469"/>
              <a:gd name="T37" fmla="*/ 580 h 1398"/>
              <a:gd name="T38" fmla="*/ 580 w 1469"/>
              <a:gd name="T39" fmla="*/ 607 h 1398"/>
              <a:gd name="T40" fmla="*/ 629 w 1469"/>
              <a:gd name="T41" fmla="*/ 801 h 1398"/>
              <a:gd name="T42" fmla="*/ 610 w 1469"/>
              <a:gd name="T43" fmla="*/ 802 h 1398"/>
              <a:gd name="T44" fmla="*/ 430 w 1469"/>
              <a:gd name="T45" fmla="*/ 983 h 1398"/>
              <a:gd name="T46" fmla="*/ 413 w 1469"/>
              <a:gd name="T47" fmla="*/ 982 h 1398"/>
              <a:gd name="T48" fmla="*/ 350 w 1469"/>
              <a:gd name="T49" fmla="*/ 872 h 1398"/>
              <a:gd name="T50" fmla="*/ 352 w 1469"/>
              <a:gd name="T51" fmla="*/ 849 h 1398"/>
              <a:gd name="T52" fmla="*/ 1027 w 1469"/>
              <a:gd name="T53" fmla="*/ 421 h 1398"/>
              <a:gd name="T54" fmla="*/ 1036 w 1469"/>
              <a:gd name="T55" fmla="*/ 420 h 1398"/>
              <a:gd name="T56" fmla="*/ 983 w 1469"/>
              <a:gd name="T57" fmla="*/ 589 h 1398"/>
              <a:gd name="T58" fmla="*/ 967 w 1469"/>
              <a:gd name="T59" fmla="*/ 607 h 1398"/>
              <a:gd name="T60" fmla="*/ 779 w 1469"/>
              <a:gd name="T61" fmla="*/ 583 h 1398"/>
              <a:gd name="T62" fmla="*/ 778 w 1469"/>
              <a:gd name="T63" fmla="*/ 565 h 1398"/>
              <a:gd name="T64" fmla="*/ 711 w 1469"/>
              <a:gd name="T65" fmla="*/ 322 h 1398"/>
              <a:gd name="T66" fmla="*/ 711 w 1469"/>
              <a:gd name="T67" fmla="*/ 306 h 1398"/>
              <a:gd name="T68" fmla="*/ 844 w 1469"/>
              <a:gd name="T69" fmla="*/ 301 h 1398"/>
              <a:gd name="T70" fmla="*/ 865 w 1469"/>
              <a:gd name="T71" fmla="*/ 308 h 1398"/>
              <a:gd name="T72" fmla="*/ 901 w 1469"/>
              <a:gd name="T73" fmla="*/ 908 h 1398"/>
              <a:gd name="T74" fmla="*/ 1140 w 1469"/>
              <a:gd name="T75" fmla="*/ 911 h 1398"/>
              <a:gd name="T76" fmla="*/ 1142 w 1469"/>
              <a:gd name="T77" fmla="*/ 931 h 1398"/>
              <a:gd name="T78" fmla="*/ 1067 w 1469"/>
              <a:gd name="T79" fmla="*/ 1030 h 1398"/>
              <a:gd name="T80" fmla="*/ 1050 w 1469"/>
              <a:gd name="T81" fmla="*/ 1033 h 1398"/>
              <a:gd name="T82" fmla="*/ 897 w 1469"/>
              <a:gd name="T83" fmla="*/ 1111 h 1398"/>
              <a:gd name="T84" fmla="*/ 881 w 1469"/>
              <a:gd name="T85" fmla="*/ 1110 h 1398"/>
              <a:gd name="T86" fmla="*/ 747 w 1469"/>
              <a:gd name="T87" fmla="*/ 974 h 1398"/>
              <a:gd name="T88" fmla="*/ 754 w 1469"/>
              <a:gd name="T89" fmla="*/ 954 h 1398"/>
              <a:gd name="T90" fmla="*/ 889 w 1469"/>
              <a:gd name="T91" fmla="*/ 815 h 1398"/>
              <a:gd name="T92" fmla="*/ 901 w 1469"/>
              <a:gd name="T93" fmla="*/ 908 h 1398"/>
              <a:gd name="T94" fmla="*/ 957 w 1469"/>
              <a:gd name="T95" fmla="*/ 731 h 1398"/>
              <a:gd name="T96" fmla="*/ 967 w 1469"/>
              <a:gd name="T97" fmla="*/ 708 h 1398"/>
              <a:gd name="T98" fmla="*/ 1047 w 1469"/>
              <a:gd name="T99" fmla="*/ 664 h 1398"/>
              <a:gd name="T100" fmla="*/ 1081 w 1469"/>
              <a:gd name="T101" fmla="*/ 677 h 1398"/>
              <a:gd name="T102" fmla="*/ 720 w 1469"/>
              <a:gd name="T103" fmla="*/ 440 h 1398"/>
              <a:gd name="T104" fmla="*/ 647 w 1469"/>
              <a:gd name="T105" fmla="*/ 546 h 1398"/>
              <a:gd name="T106" fmla="*/ 619 w 1469"/>
              <a:gd name="T107" fmla="*/ 545 h 1398"/>
              <a:gd name="T108" fmla="*/ 557 w 1469"/>
              <a:gd name="T109" fmla="*/ 487 h 1398"/>
              <a:gd name="T110" fmla="*/ 555 w 1469"/>
              <a:gd name="T111" fmla="*/ 457 h 1398"/>
              <a:gd name="T112" fmla="*/ 679 w 1469"/>
              <a:gd name="T113" fmla="*/ 1006 h 1398"/>
              <a:gd name="T114" fmla="*/ 660 w 1469"/>
              <a:gd name="T115" fmla="*/ 1029 h 1398"/>
              <a:gd name="T116" fmla="*/ 536 w 1469"/>
              <a:gd name="T117" fmla="*/ 909 h 1398"/>
              <a:gd name="T118" fmla="*/ 666 w 1469"/>
              <a:gd name="T119" fmla="*/ 913 h 1398"/>
              <a:gd name="T120" fmla="*/ 679 w 1469"/>
              <a:gd name="T121" fmla="*/ 938 h 1398"/>
              <a:gd name="T122" fmla="*/ 81 w 1469"/>
              <a:gd name="T123" fmla="*/ 242 h 1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69" h="1398">
                <a:moveTo>
                  <a:pt x="1428" y="0"/>
                </a:moveTo>
                <a:lnTo>
                  <a:pt x="56" y="5"/>
                </a:lnTo>
                <a:lnTo>
                  <a:pt x="56" y="5"/>
                </a:lnTo>
                <a:lnTo>
                  <a:pt x="47" y="6"/>
                </a:lnTo>
                <a:lnTo>
                  <a:pt x="36" y="8"/>
                </a:lnTo>
                <a:lnTo>
                  <a:pt x="26" y="12"/>
                </a:lnTo>
                <a:lnTo>
                  <a:pt x="20" y="15"/>
                </a:lnTo>
                <a:lnTo>
                  <a:pt x="16" y="18"/>
                </a:lnTo>
                <a:lnTo>
                  <a:pt x="11" y="23"/>
                </a:lnTo>
                <a:lnTo>
                  <a:pt x="7" y="29"/>
                </a:lnTo>
                <a:lnTo>
                  <a:pt x="3" y="34"/>
                </a:lnTo>
                <a:lnTo>
                  <a:pt x="1" y="42"/>
                </a:lnTo>
                <a:lnTo>
                  <a:pt x="0" y="51"/>
                </a:lnTo>
                <a:lnTo>
                  <a:pt x="0" y="61"/>
                </a:lnTo>
                <a:lnTo>
                  <a:pt x="195" y="1154"/>
                </a:lnTo>
                <a:lnTo>
                  <a:pt x="253" y="1331"/>
                </a:lnTo>
                <a:lnTo>
                  <a:pt x="253" y="1331"/>
                </a:lnTo>
                <a:lnTo>
                  <a:pt x="261" y="1341"/>
                </a:lnTo>
                <a:lnTo>
                  <a:pt x="272" y="1353"/>
                </a:lnTo>
                <a:lnTo>
                  <a:pt x="284" y="1364"/>
                </a:lnTo>
                <a:lnTo>
                  <a:pt x="299" y="1377"/>
                </a:lnTo>
                <a:lnTo>
                  <a:pt x="315" y="1387"/>
                </a:lnTo>
                <a:lnTo>
                  <a:pt x="323" y="1392"/>
                </a:lnTo>
                <a:lnTo>
                  <a:pt x="332" y="1394"/>
                </a:lnTo>
                <a:lnTo>
                  <a:pt x="341" y="1397"/>
                </a:lnTo>
                <a:lnTo>
                  <a:pt x="350" y="1398"/>
                </a:lnTo>
                <a:lnTo>
                  <a:pt x="1139" y="1398"/>
                </a:lnTo>
                <a:lnTo>
                  <a:pt x="1139" y="1398"/>
                </a:lnTo>
                <a:lnTo>
                  <a:pt x="1153" y="1393"/>
                </a:lnTo>
                <a:lnTo>
                  <a:pt x="1167" y="1387"/>
                </a:lnTo>
                <a:lnTo>
                  <a:pt x="1183" y="1380"/>
                </a:lnTo>
                <a:lnTo>
                  <a:pt x="1199" y="1371"/>
                </a:lnTo>
                <a:lnTo>
                  <a:pt x="1207" y="1367"/>
                </a:lnTo>
                <a:lnTo>
                  <a:pt x="1214" y="1361"/>
                </a:lnTo>
                <a:lnTo>
                  <a:pt x="1221" y="1355"/>
                </a:lnTo>
                <a:lnTo>
                  <a:pt x="1225" y="1350"/>
                </a:lnTo>
                <a:lnTo>
                  <a:pt x="1229" y="1344"/>
                </a:lnTo>
                <a:lnTo>
                  <a:pt x="1230" y="1337"/>
                </a:lnTo>
                <a:lnTo>
                  <a:pt x="1280" y="1146"/>
                </a:lnTo>
                <a:lnTo>
                  <a:pt x="1469" y="61"/>
                </a:lnTo>
                <a:lnTo>
                  <a:pt x="1469" y="61"/>
                </a:lnTo>
                <a:lnTo>
                  <a:pt x="1469" y="52"/>
                </a:lnTo>
                <a:lnTo>
                  <a:pt x="1467" y="41"/>
                </a:lnTo>
                <a:lnTo>
                  <a:pt x="1465" y="30"/>
                </a:lnTo>
                <a:lnTo>
                  <a:pt x="1461" y="20"/>
                </a:lnTo>
                <a:lnTo>
                  <a:pt x="1457" y="14"/>
                </a:lnTo>
                <a:lnTo>
                  <a:pt x="1454" y="9"/>
                </a:lnTo>
                <a:lnTo>
                  <a:pt x="1449" y="6"/>
                </a:lnTo>
                <a:lnTo>
                  <a:pt x="1442" y="2"/>
                </a:lnTo>
                <a:lnTo>
                  <a:pt x="1436" y="1"/>
                </a:lnTo>
                <a:lnTo>
                  <a:pt x="1428" y="0"/>
                </a:lnTo>
                <a:lnTo>
                  <a:pt x="1428" y="0"/>
                </a:lnTo>
                <a:close/>
                <a:moveTo>
                  <a:pt x="1150" y="1337"/>
                </a:moveTo>
                <a:lnTo>
                  <a:pt x="339" y="1336"/>
                </a:lnTo>
                <a:lnTo>
                  <a:pt x="339" y="1336"/>
                </a:lnTo>
                <a:lnTo>
                  <a:pt x="335" y="1336"/>
                </a:lnTo>
                <a:lnTo>
                  <a:pt x="330" y="1333"/>
                </a:lnTo>
                <a:lnTo>
                  <a:pt x="326" y="1331"/>
                </a:lnTo>
                <a:lnTo>
                  <a:pt x="322" y="1329"/>
                </a:lnTo>
                <a:lnTo>
                  <a:pt x="314" y="1320"/>
                </a:lnTo>
                <a:lnTo>
                  <a:pt x="307" y="1308"/>
                </a:lnTo>
                <a:lnTo>
                  <a:pt x="302" y="1294"/>
                </a:lnTo>
                <a:lnTo>
                  <a:pt x="296" y="1280"/>
                </a:lnTo>
                <a:lnTo>
                  <a:pt x="291" y="1262"/>
                </a:lnTo>
                <a:lnTo>
                  <a:pt x="288" y="1246"/>
                </a:lnTo>
                <a:lnTo>
                  <a:pt x="281" y="1213"/>
                </a:lnTo>
                <a:lnTo>
                  <a:pt x="276" y="1184"/>
                </a:lnTo>
                <a:lnTo>
                  <a:pt x="274" y="1156"/>
                </a:lnTo>
                <a:lnTo>
                  <a:pt x="1215" y="1154"/>
                </a:lnTo>
                <a:lnTo>
                  <a:pt x="1215" y="1154"/>
                </a:lnTo>
                <a:lnTo>
                  <a:pt x="1212" y="1174"/>
                </a:lnTo>
                <a:lnTo>
                  <a:pt x="1208" y="1192"/>
                </a:lnTo>
                <a:lnTo>
                  <a:pt x="1204" y="1211"/>
                </a:lnTo>
                <a:lnTo>
                  <a:pt x="1199" y="1228"/>
                </a:lnTo>
                <a:lnTo>
                  <a:pt x="1187" y="1259"/>
                </a:lnTo>
                <a:lnTo>
                  <a:pt x="1177" y="1285"/>
                </a:lnTo>
                <a:lnTo>
                  <a:pt x="1167" y="1307"/>
                </a:lnTo>
                <a:lnTo>
                  <a:pt x="1158" y="1323"/>
                </a:lnTo>
                <a:lnTo>
                  <a:pt x="1150" y="1337"/>
                </a:lnTo>
                <a:lnTo>
                  <a:pt x="1150" y="1337"/>
                </a:lnTo>
                <a:close/>
                <a:moveTo>
                  <a:pt x="368" y="655"/>
                </a:moveTo>
                <a:lnTo>
                  <a:pt x="368" y="655"/>
                </a:lnTo>
                <a:lnTo>
                  <a:pt x="366" y="653"/>
                </a:lnTo>
                <a:lnTo>
                  <a:pt x="363" y="652"/>
                </a:lnTo>
                <a:lnTo>
                  <a:pt x="363" y="650"/>
                </a:lnTo>
                <a:lnTo>
                  <a:pt x="363" y="647"/>
                </a:lnTo>
                <a:lnTo>
                  <a:pt x="366" y="643"/>
                </a:lnTo>
                <a:lnTo>
                  <a:pt x="370" y="638"/>
                </a:lnTo>
                <a:lnTo>
                  <a:pt x="381" y="630"/>
                </a:lnTo>
                <a:lnTo>
                  <a:pt x="386" y="627"/>
                </a:lnTo>
                <a:lnTo>
                  <a:pt x="557" y="578"/>
                </a:lnTo>
                <a:lnTo>
                  <a:pt x="557" y="578"/>
                </a:lnTo>
                <a:lnTo>
                  <a:pt x="563" y="577"/>
                </a:lnTo>
                <a:lnTo>
                  <a:pt x="567" y="577"/>
                </a:lnTo>
                <a:lnTo>
                  <a:pt x="571" y="580"/>
                </a:lnTo>
                <a:lnTo>
                  <a:pt x="573" y="582"/>
                </a:lnTo>
                <a:lnTo>
                  <a:pt x="576" y="585"/>
                </a:lnTo>
                <a:lnTo>
                  <a:pt x="578" y="589"/>
                </a:lnTo>
                <a:lnTo>
                  <a:pt x="580" y="598"/>
                </a:lnTo>
                <a:lnTo>
                  <a:pt x="580" y="607"/>
                </a:lnTo>
                <a:lnTo>
                  <a:pt x="580" y="615"/>
                </a:lnTo>
                <a:lnTo>
                  <a:pt x="580" y="623"/>
                </a:lnTo>
                <a:lnTo>
                  <a:pt x="629" y="795"/>
                </a:lnTo>
                <a:lnTo>
                  <a:pt x="629" y="795"/>
                </a:lnTo>
                <a:lnTo>
                  <a:pt x="629" y="801"/>
                </a:lnTo>
                <a:lnTo>
                  <a:pt x="627" y="804"/>
                </a:lnTo>
                <a:lnTo>
                  <a:pt x="624" y="807"/>
                </a:lnTo>
                <a:lnTo>
                  <a:pt x="621" y="807"/>
                </a:lnTo>
                <a:lnTo>
                  <a:pt x="614" y="804"/>
                </a:lnTo>
                <a:lnTo>
                  <a:pt x="610" y="802"/>
                </a:lnTo>
                <a:lnTo>
                  <a:pt x="538" y="773"/>
                </a:lnTo>
                <a:lnTo>
                  <a:pt x="436" y="973"/>
                </a:lnTo>
                <a:lnTo>
                  <a:pt x="436" y="973"/>
                </a:lnTo>
                <a:lnTo>
                  <a:pt x="432" y="979"/>
                </a:lnTo>
                <a:lnTo>
                  <a:pt x="430" y="983"/>
                </a:lnTo>
                <a:lnTo>
                  <a:pt x="427" y="986"/>
                </a:lnTo>
                <a:lnTo>
                  <a:pt x="424" y="987"/>
                </a:lnTo>
                <a:lnTo>
                  <a:pt x="421" y="987"/>
                </a:lnTo>
                <a:lnTo>
                  <a:pt x="419" y="986"/>
                </a:lnTo>
                <a:lnTo>
                  <a:pt x="413" y="982"/>
                </a:lnTo>
                <a:lnTo>
                  <a:pt x="408" y="978"/>
                </a:lnTo>
                <a:lnTo>
                  <a:pt x="405" y="972"/>
                </a:lnTo>
                <a:lnTo>
                  <a:pt x="401" y="966"/>
                </a:lnTo>
                <a:lnTo>
                  <a:pt x="350" y="872"/>
                </a:lnTo>
                <a:lnTo>
                  <a:pt x="350" y="872"/>
                </a:lnTo>
                <a:lnTo>
                  <a:pt x="347" y="868"/>
                </a:lnTo>
                <a:lnTo>
                  <a:pt x="346" y="863"/>
                </a:lnTo>
                <a:lnTo>
                  <a:pt x="347" y="858"/>
                </a:lnTo>
                <a:lnTo>
                  <a:pt x="349" y="855"/>
                </a:lnTo>
                <a:lnTo>
                  <a:pt x="352" y="849"/>
                </a:lnTo>
                <a:lnTo>
                  <a:pt x="353" y="847"/>
                </a:lnTo>
                <a:lnTo>
                  <a:pt x="424" y="695"/>
                </a:lnTo>
                <a:lnTo>
                  <a:pt x="368" y="655"/>
                </a:lnTo>
                <a:close/>
                <a:moveTo>
                  <a:pt x="964" y="451"/>
                </a:moveTo>
                <a:lnTo>
                  <a:pt x="1027" y="421"/>
                </a:lnTo>
                <a:lnTo>
                  <a:pt x="1027" y="421"/>
                </a:lnTo>
                <a:lnTo>
                  <a:pt x="1029" y="419"/>
                </a:lnTo>
                <a:lnTo>
                  <a:pt x="1031" y="419"/>
                </a:lnTo>
                <a:lnTo>
                  <a:pt x="1034" y="419"/>
                </a:lnTo>
                <a:lnTo>
                  <a:pt x="1036" y="420"/>
                </a:lnTo>
                <a:lnTo>
                  <a:pt x="1038" y="425"/>
                </a:lnTo>
                <a:lnTo>
                  <a:pt x="1041" y="431"/>
                </a:lnTo>
                <a:lnTo>
                  <a:pt x="1042" y="444"/>
                </a:lnTo>
                <a:lnTo>
                  <a:pt x="1042" y="450"/>
                </a:lnTo>
                <a:lnTo>
                  <a:pt x="983" y="589"/>
                </a:lnTo>
                <a:lnTo>
                  <a:pt x="983" y="589"/>
                </a:lnTo>
                <a:lnTo>
                  <a:pt x="981" y="598"/>
                </a:lnTo>
                <a:lnTo>
                  <a:pt x="976" y="604"/>
                </a:lnTo>
                <a:lnTo>
                  <a:pt x="972" y="606"/>
                </a:lnTo>
                <a:lnTo>
                  <a:pt x="967" y="607"/>
                </a:lnTo>
                <a:lnTo>
                  <a:pt x="964" y="606"/>
                </a:lnTo>
                <a:lnTo>
                  <a:pt x="960" y="605"/>
                </a:lnTo>
                <a:lnTo>
                  <a:pt x="957" y="602"/>
                </a:lnTo>
                <a:lnTo>
                  <a:pt x="779" y="583"/>
                </a:lnTo>
                <a:lnTo>
                  <a:pt x="779" y="583"/>
                </a:lnTo>
                <a:lnTo>
                  <a:pt x="773" y="580"/>
                </a:lnTo>
                <a:lnTo>
                  <a:pt x="771" y="576"/>
                </a:lnTo>
                <a:lnTo>
                  <a:pt x="771" y="573"/>
                </a:lnTo>
                <a:lnTo>
                  <a:pt x="772" y="570"/>
                </a:lnTo>
                <a:lnTo>
                  <a:pt x="778" y="565"/>
                </a:lnTo>
                <a:lnTo>
                  <a:pt x="781" y="562"/>
                </a:lnTo>
                <a:lnTo>
                  <a:pt x="841" y="513"/>
                </a:lnTo>
                <a:lnTo>
                  <a:pt x="715" y="327"/>
                </a:lnTo>
                <a:lnTo>
                  <a:pt x="715" y="327"/>
                </a:lnTo>
                <a:lnTo>
                  <a:pt x="711" y="322"/>
                </a:lnTo>
                <a:lnTo>
                  <a:pt x="709" y="318"/>
                </a:lnTo>
                <a:lnTo>
                  <a:pt x="708" y="314"/>
                </a:lnTo>
                <a:lnTo>
                  <a:pt x="708" y="311"/>
                </a:lnTo>
                <a:lnTo>
                  <a:pt x="710" y="309"/>
                </a:lnTo>
                <a:lnTo>
                  <a:pt x="711" y="306"/>
                </a:lnTo>
                <a:lnTo>
                  <a:pt x="717" y="303"/>
                </a:lnTo>
                <a:lnTo>
                  <a:pt x="724" y="302"/>
                </a:lnTo>
                <a:lnTo>
                  <a:pt x="731" y="301"/>
                </a:lnTo>
                <a:lnTo>
                  <a:pt x="736" y="301"/>
                </a:lnTo>
                <a:lnTo>
                  <a:pt x="844" y="301"/>
                </a:lnTo>
                <a:lnTo>
                  <a:pt x="844" y="301"/>
                </a:lnTo>
                <a:lnTo>
                  <a:pt x="853" y="301"/>
                </a:lnTo>
                <a:lnTo>
                  <a:pt x="859" y="303"/>
                </a:lnTo>
                <a:lnTo>
                  <a:pt x="863" y="305"/>
                </a:lnTo>
                <a:lnTo>
                  <a:pt x="865" y="308"/>
                </a:lnTo>
                <a:lnTo>
                  <a:pt x="866" y="311"/>
                </a:lnTo>
                <a:lnTo>
                  <a:pt x="866" y="313"/>
                </a:lnTo>
                <a:lnTo>
                  <a:pt x="865" y="316"/>
                </a:lnTo>
                <a:lnTo>
                  <a:pt x="964" y="451"/>
                </a:lnTo>
                <a:close/>
                <a:moveTo>
                  <a:pt x="901" y="908"/>
                </a:moveTo>
                <a:lnTo>
                  <a:pt x="1125" y="909"/>
                </a:lnTo>
                <a:lnTo>
                  <a:pt x="1125" y="909"/>
                </a:lnTo>
                <a:lnTo>
                  <a:pt x="1131" y="909"/>
                </a:lnTo>
                <a:lnTo>
                  <a:pt x="1136" y="909"/>
                </a:lnTo>
                <a:lnTo>
                  <a:pt x="1140" y="911"/>
                </a:lnTo>
                <a:lnTo>
                  <a:pt x="1143" y="913"/>
                </a:lnTo>
                <a:lnTo>
                  <a:pt x="1144" y="916"/>
                </a:lnTo>
                <a:lnTo>
                  <a:pt x="1145" y="918"/>
                </a:lnTo>
                <a:lnTo>
                  <a:pt x="1144" y="925"/>
                </a:lnTo>
                <a:lnTo>
                  <a:pt x="1142" y="931"/>
                </a:lnTo>
                <a:lnTo>
                  <a:pt x="1138" y="936"/>
                </a:lnTo>
                <a:lnTo>
                  <a:pt x="1135" y="942"/>
                </a:lnTo>
                <a:lnTo>
                  <a:pt x="1073" y="1024"/>
                </a:lnTo>
                <a:lnTo>
                  <a:pt x="1073" y="1024"/>
                </a:lnTo>
                <a:lnTo>
                  <a:pt x="1067" y="1030"/>
                </a:lnTo>
                <a:lnTo>
                  <a:pt x="1062" y="1034"/>
                </a:lnTo>
                <a:lnTo>
                  <a:pt x="1058" y="1035"/>
                </a:lnTo>
                <a:lnTo>
                  <a:pt x="1054" y="1035"/>
                </a:lnTo>
                <a:lnTo>
                  <a:pt x="1052" y="1034"/>
                </a:lnTo>
                <a:lnTo>
                  <a:pt x="1050" y="1033"/>
                </a:lnTo>
                <a:lnTo>
                  <a:pt x="1049" y="1030"/>
                </a:lnTo>
                <a:lnTo>
                  <a:pt x="898" y="1029"/>
                </a:lnTo>
                <a:lnTo>
                  <a:pt x="898" y="1107"/>
                </a:lnTo>
                <a:lnTo>
                  <a:pt x="898" y="1107"/>
                </a:lnTo>
                <a:lnTo>
                  <a:pt x="897" y="1111"/>
                </a:lnTo>
                <a:lnTo>
                  <a:pt x="896" y="1113"/>
                </a:lnTo>
                <a:lnTo>
                  <a:pt x="895" y="1114"/>
                </a:lnTo>
                <a:lnTo>
                  <a:pt x="893" y="1114"/>
                </a:lnTo>
                <a:lnTo>
                  <a:pt x="888" y="1113"/>
                </a:lnTo>
                <a:lnTo>
                  <a:pt x="881" y="1110"/>
                </a:lnTo>
                <a:lnTo>
                  <a:pt x="870" y="1100"/>
                </a:lnTo>
                <a:lnTo>
                  <a:pt x="865" y="1096"/>
                </a:lnTo>
                <a:lnTo>
                  <a:pt x="753" y="982"/>
                </a:lnTo>
                <a:lnTo>
                  <a:pt x="753" y="982"/>
                </a:lnTo>
                <a:lnTo>
                  <a:pt x="747" y="974"/>
                </a:lnTo>
                <a:lnTo>
                  <a:pt x="746" y="967"/>
                </a:lnTo>
                <a:lnTo>
                  <a:pt x="746" y="963"/>
                </a:lnTo>
                <a:lnTo>
                  <a:pt x="748" y="958"/>
                </a:lnTo>
                <a:lnTo>
                  <a:pt x="750" y="956"/>
                </a:lnTo>
                <a:lnTo>
                  <a:pt x="754" y="954"/>
                </a:lnTo>
                <a:lnTo>
                  <a:pt x="757" y="952"/>
                </a:lnTo>
                <a:lnTo>
                  <a:pt x="880" y="817"/>
                </a:lnTo>
                <a:lnTo>
                  <a:pt x="880" y="817"/>
                </a:lnTo>
                <a:lnTo>
                  <a:pt x="884" y="815"/>
                </a:lnTo>
                <a:lnTo>
                  <a:pt x="889" y="815"/>
                </a:lnTo>
                <a:lnTo>
                  <a:pt x="891" y="816"/>
                </a:lnTo>
                <a:lnTo>
                  <a:pt x="894" y="819"/>
                </a:lnTo>
                <a:lnTo>
                  <a:pt x="895" y="827"/>
                </a:lnTo>
                <a:lnTo>
                  <a:pt x="895" y="831"/>
                </a:lnTo>
                <a:lnTo>
                  <a:pt x="901" y="908"/>
                </a:lnTo>
                <a:close/>
                <a:moveTo>
                  <a:pt x="1008" y="850"/>
                </a:moveTo>
                <a:lnTo>
                  <a:pt x="960" y="742"/>
                </a:lnTo>
                <a:lnTo>
                  <a:pt x="960" y="742"/>
                </a:lnTo>
                <a:lnTo>
                  <a:pt x="958" y="737"/>
                </a:lnTo>
                <a:lnTo>
                  <a:pt x="957" y="731"/>
                </a:lnTo>
                <a:lnTo>
                  <a:pt x="958" y="725"/>
                </a:lnTo>
                <a:lnTo>
                  <a:pt x="958" y="722"/>
                </a:lnTo>
                <a:lnTo>
                  <a:pt x="960" y="717"/>
                </a:lnTo>
                <a:lnTo>
                  <a:pt x="963" y="714"/>
                </a:lnTo>
                <a:lnTo>
                  <a:pt x="967" y="708"/>
                </a:lnTo>
                <a:lnTo>
                  <a:pt x="973" y="703"/>
                </a:lnTo>
                <a:lnTo>
                  <a:pt x="979" y="701"/>
                </a:lnTo>
                <a:lnTo>
                  <a:pt x="984" y="699"/>
                </a:lnTo>
                <a:lnTo>
                  <a:pt x="1047" y="664"/>
                </a:lnTo>
                <a:lnTo>
                  <a:pt x="1047" y="664"/>
                </a:lnTo>
                <a:lnTo>
                  <a:pt x="1057" y="664"/>
                </a:lnTo>
                <a:lnTo>
                  <a:pt x="1065" y="666"/>
                </a:lnTo>
                <a:lnTo>
                  <a:pt x="1072" y="669"/>
                </a:lnTo>
                <a:lnTo>
                  <a:pt x="1076" y="672"/>
                </a:lnTo>
                <a:lnTo>
                  <a:pt x="1081" y="677"/>
                </a:lnTo>
                <a:lnTo>
                  <a:pt x="1083" y="681"/>
                </a:lnTo>
                <a:lnTo>
                  <a:pt x="1085" y="685"/>
                </a:lnTo>
                <a:lnTo>
                  <a:pt x="1147" y="850"/>
                </a:lnTo>
                <a:lnTo>
                  <a:pt x="1008" y="850"/>
                </a:lnTo>
                <a:close/>
                <a:moveTo>
                  <a:pt x="720" y="440"/>
                </a:moveTo>
                <a:lnTo>
                  <a:pt x="658" y="535"/>
                </a:lnTo>
                <a:lnTo>
                  <a:pt x="658" y="535"/>
                </a:lnTo>
                <a:lnTo>
                  <a:pt x="655" y="539"/>
                </a:lnTo>
                <a:lnTo>
                  <a:pt x="650" y="543"/>
                </a:lnTo>
                <a:lnTo>
                  <a:pt x="647" y="546"/>
                </a:lnTo>
                <a:lnTo>
                  <a:pt x="642" y="547"/>
                </a:lnTo>
                <a:lnTo>
                  <a:pt x="638" y="549"/>
                </a:lnTo>
                <a:lnTo>
                  <a:pt x="634" y="549"/>
                </a:lnTo>
                <a:lnTo>
                  <a:pt x="626" y="549"/>
                </a:lnTo>
                <a:lnTo>
                  <a:pt x="619" y="545"/>
                </a:lnTo>
                <a:lnTo>
                  <a:pt x="614" y="543"/>
                </a:lnTo>
                <a:lnTo>
                  <a:pt x="609" y="539"/>
                </a:lnTo>
                <a:lnTo>
                  <a:pt x="563" y="493"/>
                </a:lnTo>
                <a:lnTo>
                  <a:pt x="563" y="493"/>
                </a:lnTo>
                <a:lnTo>
                  <a:pt x="557" y="487"/>
                </a:lnTo>
                <a:lnTo>
                  <a:pt x="554" y="480"/>
                </a:lnTo>
                <a:lnTo>
                  <a:pt x="553" y="473"/>
                </a:lnTo>
                <a:lnTo>
                  <a:pt x="553" y="467"/>
                </a:lnTo>
                <a:lnTo>
                  <a:pt x="553" y="461"/>
                </a:lnTo>
                <a:lnTo>
                  <a:pt x="555" y="457"/>
                </a:lnTo>
                <a:lnTo>
                  <a:pt x="556" y="453"/>
                </a:lnTo>
                <a:lnTo>
                  <a:pt x="641" y="326"/>
                </a:lnTo>
                <a:lnTo>
                  <a:pt x="720" y="440"/>
                </a:lnTo>
                <a:close/>
                <a:moveTo>
                  <a:pt x="679" y="950"/>
                </a:moveTo>
                <a:lnTo>
                  <a:pt x="679" y="1006"/>
                </a:lnTo>
                <a:lnTo>
                  <a:pt x="679" y="1006"/>
                </a:lnTo>
                <a:lnTo>
                  <a:pt x="676" y="1016"/>
                </a:lnTo>
                <a:lnTo>
                  <a:pt x="671" y="1022"/>
                </a:lnTo>
                <a:lnTo>
                  <a:pt x="665" y="1026"/>
                </a:lnTo>
                <a:lnTo>
                  <a:pt x="660" y="1029"/>
                </a:lnTo>
                <a:lnTo>
                  <a:pt x="655" y="1032"/>
                </a:lnTo>
                <a:lnTo>
                  <a:pt x="650" y="1032"/>
                </a:lnTo>
                <a:lnTo>
                  <a:pt x="646" y="1032"/>
                </a:lnTo>
                <a:lnTo>
                  <a:pt x="467" y="1035"/>
                </a:lnTo>
                <a:lnTo>
                  <a:pt x="536" y="909"/>
                </a:lnTo>
                <a:lnTo>
                  <a:pt x="652" y="909"/>
                </a:lnTo>
                <a:lnTo>
                  <a:pt x="652" y="909"/>
                </a:lnTo>
                <a:lnTo>
                  <a:pt x="657" y="910"/>
                </a:lnTo>
                <a:lnTo>
                  <a:pt x="663" y="911"/>
                </a:lnTo>
                <a:lnTo>
                  <a:pt x="666" y="913"/>
                </a:lnTo>
                <a:lnTo>
                  <a:pt x="671" y="917"/>
                </a:lnTo>
                <a:lnTo>
                  <a:pt x="673" y="920"/>
                </a:lnTo>
                <a:lnTo>
                  <a:pt x="676" y="924"/>
                </a:lnTo>
                <a:lnTo>
                  <a:pt x="678" y="931"/>
                </a:lnTo>
                <a:lnTo>
                  <a:pt x="679" y="938"/>
                </a:lnTo>
                <a:lnTo>
                  <a:pt x="679" y="944"/>
                </a:lnTo>
                <a:lnTo>
                  <a:pt x="679" y="950"/>
                </a:lnTo>
                <a:lnTo>
                  <a:pt x="679" y="950"/>
                </a:lnTo>
                <a:close/>
                <a:moveTo>
                  <a:pt x="1393" y="242"/>
                </a:moveTo>
                <a:lnTo>
                  <a:pt x="81" y="242"/>
                </a:lnTo>
                <a:lnTo>
                  <a:pt x="61" y="61"/>
                </a:lnTo>
                <a:lnTo>
                  <a:pt x="1408" y="61"/>
                </a:lnTo>
                <a:lnTo>
                  <a:pt x="1393" y="24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4" name="Freeform 123"/>
          <p:cNvSpPr>
            <a:spLocks noChangeAspect="1" noEditPoints="1"/>
          </p:cNvSpPr>
          <p:nvPr/>
        </p:nvSpPr>
        <p:spPr bwMode="auto">
          <a:xfrm>
            <a:off x="6069244" y="1232756"/>
            <a:ext cx="1080000" cy="1055705"/>
          </a:xfrm>
          <a:custGeom>
            <a:avLst/>
            <a:gdLst>
              <a:gd name="T0" fmla="*/ 27 w 1469"/>
              <a:gd name="T1" fmla="*/ 10 h 1434"/>
              <a:gd name="T2" fmla="*/ 0 w 1469"/>
              <a:gd name="T3" fmla="*/ 60 h 1434"/>
              <a:gd name="T4" fmla="*/ 37 w 1469"/>
              <a:gd name="T5" fmla="*/ 115 h 1434"/>
              <a:gd name="T6" fmla="*/ 1433 w 1469"/>
              <a:gd name="T7" fmla="*/ 115 h 1434"/>
              <a:gd name="T8" fmla="*/ 1469 w 1469"/>
              <a:gd name="T9" fmla="*/ 60 h 1434"/>
              <a:gd name="T10" fmla="*/ 1443 w 1469"/>
              <a:gd name="T11" fmla="*/ 10 h 1434"/>
              <a:gd name="T12" fmla="*/ 90 w 1469"/>
              <a:gd name="T13" fmla="*/ 185 h 1434"/>
              <a:gd name="T14" fmla="*/ 50 w 1469"/>
              <a:gd name="T15" fmla="*/ 197 h 1434"/>
              <a:gd name="T16" fmla="*/ 35 w 1469"/>
              <a:gd name="T17" fmla="*/ 239 h 1434"/>
              <a:gd name="T18" fmla="*/ 287 w 1469"/>
              <a:gd name="T19" fmla="*/ 1414 h 1434"/>
              <a:gd name="T20" fmla="*/ 1099 w 1469"/>
              <a:gd name="T21" fmla="*/ 1434 h 1434"/>
              <a:gd name="T22" fmla="*/ 1165 w 1469"/>
              <a:gd name="T23" fmla="*/ 1405 h 1434"/>
              <a:gd name="T24" fmla="*/ 1430 w 1469"/>
              <a:gd name="T25" fmla="*/ 239 h 1434"/>
              <a:gd name="T26" fmla="*/ 1419 w 1469"/>
              <a:gd name="T27" fmla="*/ 193 h 1434"/>
              <a:gd name="T28" fmla="*/ 1390 w 1469"/>
              <a:gd name="T29" fmla="*/ 179 h 1434"/>
              <a:gd name="T30" fmla="*/ 843 w 1469"/>
              <a:gd name="T31" fmla="*/ 360 h 1434"/>
              <a:gd name="T32" fmla="*/ 1003 w 1469"/>
              <a:gd name="T33" fmla="*/ 474 h 1434"/>
              <a:gd name="T34" fmla="*/ 1015 w 1469"/>
              <a:gd name="T35" fmla="*/ 477 h 1434"/>
              <a:gd name="T36" fmla="*/ 959 w 1469"/>
              <a:gd name="T37" fmla="*/ 648 h 1434"/>
              <a:gd name="T38" fmla="*/ 935 w 1469"/>
              <a:gd name="T39" fmla="*/ 653 h 1434"/>
              <a:gd name="T40" fmla="*/ 753 w 1469"/>
              <a:gd name="T41" fmla="*/ 621 h 1434"/>
              <a:gd name="T42" fmla="*/ 692 w 1469"/>
              <a:gd name="T43" fmla="*/ 378 h 1434"/>
              <a:gd name="T44" fmla="*/ 699 w 1469"/>
              <a:gd name="T45" fmla="*/ 358 h 1434"/>
              <a:gd name="T46" fmla="*/ 337 w 1469"/>
              <a:gd name="T47" fmla="*/ 918 h 1434"/>
              <a:gd name="T48" fmla="*/ 340 w 1469"/>
              <a:gd name="T49" fmla="*/ 895 h 1434"/>
              <a:gd name="T50" fmla="*/ 352 w 1469"/>
              <a:gd name="T51" fmla="*/ 700 h 1434"/>
              <a:gd name="T52" fmla="*/ 373 w 1469"/>
              <a:gd name="T53" fmla="*/ 677 h 1434"/>
              <a:gd name="T54" fmla="*/ 558 w 1469"/>
              <a:gd name="T55" fmla="*/ 632 h 1434"/>
              <a:gd name="T56" fmla="*/ 564 w 1469"/>
              <a:gd name="T57" fmla="*/ 672 h 1434"/>
              <a:gd name="T58" fmla="*/ 604 w 1469"/>
              <a:gd name="T59" fmla="*/ 854 h 1434"/>
              <a:gd name="T60" fmla="*/ 419 w 1469"/>
              <a:gd name="T61" fmla="*/ 1022 h 1434"/>
              <a:gd name="T62" fmla="*/ 400 w 1469"/>
              <a:gd name="T63" fmla="*/ 1027 h 1434"/>
              <a:gd name="T64" fmla="*/ 661 w 1469"/>
              <a:gd name="T65" fmla="*/ 1050 h 1434"/>
              <a:gd name="T66" fmla="*/ 637 w 1469"/>
              <a:gd name="T67" fmla="*/ 1074 h 1434"/>
              <a:gd name="T68" fmla="*/ 634 w 1469"/>
              <a:gd name="T69" fmla="*/ 954 h 1434"/>
              <a:gd name="T70" fmla="*/ 658 w 1469"/>
              <a:gd name="T71" fmla="*/ 969 h 1434"/>
              <a:gd name="T72" fmla="*/ 642 w 1469"/>
              <a:gd name="T73" fmla="*/ 586 h 1434"/>
              <a:gd name="T74" fmla="*/ 621 w 1469"/>
              <a:gd name="T75" fmla="*/ 600 h 1434"/>
              <a:gd name="T76" fmla="*/ 548 w 1469"/>
              <a:gd name="T77" fmla="*/ 545 h 1434"/>
              <a:gd name="T78" fmla="*/ 537 w 1469"/>
              <a:gd name="T79" fmla="*/ 514 h 1434"/>
              <a:gd name="T80" fmla="*/ 1110 w 1469"/>
              <a:gd name="T81" fmla="*/ 987 h 1434"/>
              <a:gd name="T82" fmla="*/ 1031 w 1469"/>
              <a:gd name="T83" fmla="*/ 1079 h 1434"/>
              <a:gd name="T84" fmla="*/ 877 w 1469"/>
              <a:gd name="T85" fmla="*/ 1150 h 1434"/>
              <a:gd name="T86" fmla="*/ 861 w 1469"/>
              <a:gd name="T87" fmla="*/ 1151 h 1434"/>
              <a:gd name="T88" fmla="*/ 727 w 1469"/>
              <a:gd name="T89" fmla="*/ 1012 h 1434"/>
              <a:gd name="T90" fmla="*/ 859 w 1469"/>
              <a:gd name="T91" fmla="*/ 864 h 1434"/>
              <a:gd name="T92" fmla="*/ 874 w 1469"/>
              <a:gd name="T93" fmla="*/ 873 h 1434"/>
              <a:gd name="T94" fmla="*/ 1111 w 1469"/>
              <a:gd name="T95" fmla="*/ 955 h 1434"/>
              <a:gd name="T96" fmla="*/ 1116 w 1469"/>
              <a:gd name="T97" fmla="*/ 975 h 1434"/>
              <a:gd name="T98" fmla="*/ 938 w 1469"/>
              <a:gd name="T99" fmla="*/ 790 h 1434"/>
              <a:gd name="T100" fmla="*/ 940 w 1469"/>
              <a:gd name="T101" fmla="*/ 762 h 1434"/>
              <a:gd name="T102" fmla="*/ 1024 w 1469"/>
              <a:gd name="T103" fmla="*/ 714 h 1434"/>
              <a:gd name="T104" fmla="*/ 1058 w 1469"/>
              <a:gd name="T105" fmla="*/ 730 h 1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69" h="1434">
                <a:moveTo>
                  <a:pt x="1410" y="0"/>
                </a:moveTo>
                <a:lnTo>
                  <a:pt x="60" y="0"/>
                </a:lnTo>
                <a:lnTo>
                  <a:pt x="60" y="0"/>
                </a:lnTo>
                <a:lnTo>
                  <a:pt x="49" y="1"/>
                </a:lnTo>
                <a:lnTo>
                  <a:pt x="37" y="5"/>
                </a:lnTo>
                <a:lnTo>
                  <a:pt x="27" y="10"/>
                </a:lnTo>
                <a:lnTo>
                  <a:pt x="18" y="17"/>
                </a:lnTo>
                <a:lnTo>
                  <a:pt x="11" y="26"/>
                </a:lnTo>
                <a:lnTo>
                  <a:pt x="5" y="37"/>
                </a:lnTo>
                <a:lnTo>
                  <a:pt x="2" y="48"/>
                </a:lnTo>
                <a:lnTo>
                  <a:pt x="0" y="60"/>
                </a:lnTo>
                <a:lnTo>
                  <a:pt x="0" y="60"/>
                </a:lnTo>
                <a:lnTo>
                  <a:pt x="2" y="72"/>
                </a:lnTo>
                <a:lnTo>
                  <a:pt x="5" y="83"/>
                </a:lnTo>
                <a:lnTo>
                  <a:pt x="11" y="93"/>
                </a:lnTo>
                <a:lnTo>
                  <a:pt x="18" y="102"/>
                </a:lnTo>
                <a:lnTo>
                  <a:pt x="27" y="109"/>
                </a:lnTo>
                <a:lnTo>
                  <a:pt x="37" y="115"/>
                </a:lnTo>
                <a:lnTo>
                  <a:pt x="49" y="118"/>
                </a:lnTo>
                <a:lnTo>
                  <a:pt x="60" y="119"/>
                </a:lnTo>
                <a:lnTo>
                  <a:pt x="1410" y="119"/>
                </a:lnTo>
                <a:lnTo>
                  <a:pt x="1410" y="119"/>
                </a:lnTo>
                <a:lnTo>
                  <a:pt x="1421" y="118"/>
                </a:lnTo>
                <a:lnTo>
                  <a:pt x="1433" y="115"/>
                </a:lnTo>
                <a:lnTo>
                  <a:pt x="1443" y="109"/>
                </a:lnTo>
                <a:lnTo>
                  <a:pt x="1452" y="102"/>
                </a:lnTo>
                <a:lnTo>
                  <a:pt x="1459" y="93"/>
                </a:lnTo>
                <a:lnTo>
                  <a:pt x="1465" y="83"/>
                </a:lnTo>
                <a:lnTo>
                  <a:pt x="1468" y="72"/>
                </a:lnTo>
                <a:lnTo>
                  <a:pt x="1469" y="60"/>
                </a:lnTo>
                <a:lnTo>
                  <a:pt x="1469" y="60"/>
                </a:lnTo>
                <a:lnTo>
                  <a:pt x="1468" y="48"/>
                </a:lnTo>
                <a:lnTo>
                  <a:pt x="1465" y="37"/>
                </a:lnTo>
                <a:lnTo>
                  <a:pt x="1459" y="26"/>
                </a:lnTo>
                <a:lnTo>
                  <a:pt x="1452" y="17"/>
                </a:lnTo>
                <a:lnTo>
                  <a:pt x="1443" y="10"/>
                </a:lnTo>
                <a:lnTo>
                  <a:pt x="1433" y="5"/>
                </a:lnTo>
                <a:lnTo>
                  <a:pt x="1421" y="1"/>
                </a:lnTo>
                <a:lnTo>
                  <a:pt x="1410" y="0"/>
                </a:lnTo>
                <a:lnTo>
                  <a:pt x="1410" y="0"/>
                </a:lnTo>
                <a:close/>
                <a:moveTo>
                  <a:pt x="1390" y="179"/>
                </a:moveTo>
                <a:lnTo>
                  <a:pt x="90" y="185"/>
                </a:lnTo>
                <a:lnTo>
                  <a:pt x="90" y="185"/>
                </a:lnTo>
                <a:lnTo>
                  <a:pt x="81" y="185"/>
                </a:lnTo>
                <a:lnTo>
                  <a:pt x="72" y="187"/>
                </a:lnTo>
                <a:lnTo>
                  <a:pt x="60" y="192"/>
                </a:lnTo>
                <a:lnTo>
                  <a:pt x="55" y="194"/>
                </a:lnTo>
                <a:lnTo>
                  <a:pt x="50" y="197"/>
                </a:lnTo>
                <a:lnTo>
                  <a:pt x="45" y="202"/>
                </a:lnTo>
                <a:lnTo>
                  <a:pt x="42" y="208"/>
                </a:lnTo>
                <a:lnTo>
                  <a:pt x="38" y="213"/>
                </a:lnTo>
                <a:lnTo>
                  <a:pt x="36" y="221"/>
                </a:lnTo>
                <a:lnTo>
                  <a:pt x="35" y="230"/>
                </a:lnTo>
                <a:lnTo>
                  <a:pt x="35" y="239"/>
                </a:lnTo>
                <a:lnTo>
                  <a:pt x="232" y="1370"/>
                </a:lnTo>
                <a:lnTo>
                  <a:pt x="232" y="1370"/>
                </a:lnTo>
                <a:lnTo>
                  <a:pt x="243" y="1380"/>
                </a:lnTo>
                <a:lnTo>
                  <a:pt x="254" y="1391"/>
                </a:lnTo>
                <a:lnTo>
                  <a:pt x="270" y="1402"/>
                </a:lnTo>
                <a:lnTo>
                  <a:pt x="287" y="1414"/>
                </a:lnTo>
                <a:lnTo>
                  <a:pt x="306" y="1424"/>
                </a:lnTo>
                <a:lnTo>
                  <a:pt x="315" y="1429"/>
                </a:lnTo>
                <a:lnTo>
                  <a:pt x="324" y="1432"/>
                </a:lnTo>
                <a:lnTo>
                  <a:pt x="333" y="1434"/>
                </a:lnTo>
                <a:lnTo>
                  <a:pt x="341" y="1434"/>
                </a:lnTo>
                <a:lnTo>
                  <a:pt x="1099" y="1434"/>
                </a:lnTo>
                <a:lnTo>
                  <a:pt x="1099" y="1434"/>
                </a:lnTo>
                <a:lnTo>
                  <a:pt x="1111" y="1430"/>
                </a:lnTo>
                <a:lnTo>
                  <a:pt x="1125" y="1425"/>
                </a:lnTo>
                <a:lnTo>
                  <a:pt x="1141" y="1418"/>
                </a:lnTo>
                <a:lnTo>
                  <a:pt x="1157" y="1409"/>
                </a:lnTo>
                <a:lnTo>
                  <a:pt x="1165" y="1405"/>
                </a:lnTo>
                <a:lnTo>
                  <a:pt x="1172" y="1399"/>
                </a:lnTo>
                <a:lnTo>
                  <a:pt x="1178" y="1393"/>
                </a:lnTo>
                <a:lnTo>
                  <a:pt x="1182" y="1387"/>
                </a:lnTo>
                <a:lnTo>
                  <a:pt x="1186" y="1382"/>
                </a:lnTo>
                <a:lnTo>
                  <a:pt x="1188" y="1375"/>
                </a:lnTo>
                <a:lnTo>
                  <a:pt x="1430" y="239"/>
                </a:lnTo>
                <a:lnTo>
                  <a:pt x="1430" y="239"/>
                </a:lnTo>
                <a:lnTo>
                  <a:pt x="1430" y="230"/>
                </a:lnTo>
                <a:lnTo>
                  <a:pt x="1429" y="220"/>
                </a:lnTo>
                <a:lnTo>
                  <a:pt x="1427" y="209"/>
                </a:lnTo>
                <a:lnTo>
                  <a:pt x="1422" y="199"/>
                </a:lnTo>
                <a:lnTo>
                  <a:pt x="1419" y="193"/>
                </a:lnTo>
                <a:lnTo>
                  <a:pt x="1415" y="188"/>
                </a:lnTo>
                <a:lnTo>
                  <a:pt x="1411" y="185"/>
                </a:lnTo>
                <a:lnTo>
                  <a:pt x="1405" y="182"/>
                </a:lnTo>
                <a:lnTo>
                  <a:pt x="1398" y="180"/>
                </a:lnTo>
                <a:lnTo>
                  <a:pt x="1390" y="179"/>
                </a:lnTo>
                <a:lnTo>
                  <a:pt x="1390" y="179"/>
                </a:lnTo>
                <a:close/>
                <a:moveTo>
                  <a:pt x="719" y="356"/>
                </a:moveTo>
                <a:lnTo>
                  <a:pt x="824" y="355"/>
                </a:lnTo>
                <a:lnTo>
                  <a:pt x="824" y="355"/>
                </a:lnTo>
                <a:lnTo>
                  <a:pt x="834" y="356"/>
                </a:lnTo>
                <a:lnTo>
                  <a:pt x="839" y="358"/>
                </a:lnTo>
                <a:lnTo>
                  <a:pt x="843" y="360"/>
                </a:lnTo>
                <a:lnTo>
                  <a:pt x="845" y="363"/>
                </a:lnTo>
                <a:lnTo>
                  <a:pt x="845" y="366"/>
                </a:lnTo>
                <a:lnTo>
                  <a:pt x="845" y="368"/>
                </a:lnTo>
                <a:lnTo>
                  <a:pt x="845" y="371"/>
                </a:lnTo>
                <a:lnTo>
                  <a:pt x="943" y="503"/>
                </a:lnTo>
                <a:lnTo>
                  <a:pt x="1003" y="474"/>
                </a:lnTo>
                <a:lnTo>
                  <a:pt x="1003" y="474"/>
                </a:lnTo>
                <a:lnTo>
                  <a:pt x="1006" y="472"/>
                </a:lnTo>
                <a:lnTo>
                  <a:pt x="1008" y="472"/>
                </a:lnTo>
                <a:lnTo>
                  <a:pt x="1010" y="472"/>
                </a:lnTo>
                <a:lnTo>
                  <a:pt x="1013" y="474"/>
                </a:lnTo>
                <a:lnTo>
                  <a:pt x="1015" y="477"/>
                </a:lnTo>
                <a:lnTo>
                  <a:pt x="1017" y="484"/>
                </a:lnTo>
                <a:lnTo>
                  <a:pt x="1018" y="497"/>
                </a:lnTo>
                <a:lnTo>
                  <a:pt x="1018" y="503"/>
                </a:lnTo>
                <a:lnTo>
                  <a:pt x="961" y="639"/>
                </a:lnTo>
                <a:lnTo>
                  <a:pt x="961" y="639"/>
                </a:lnTo>
                <a:lnTo>
                  <a:pt x="959" y="648"/>
                </a:lnTo>
                <a:lnTo>
                  <a:pt x="954" y="654"/>
                </a:lnTo>
                <a:lnTo>
                  <a:pt x="949" y="656"/>
                </a:lnTo>
                <a:lnTo>
                  <a:pt x="946" y="656"/>
                </a:lnTo>
                <a:lnTo>
                  <a:pt x="941" y="656"/>
                </a:lnTo>
                <a:lnTo>
                  <a:pt x="938" y="655"/>
                </a:lnTo>
                <a:lnTo>
                  <a:pt x="935" y="653"/>
                </a:lnTo>
                <a:lnTo>
                  <a:pt x="760" y="633"/>
                </a:lnTo>
                <a:lnTo>
                  <a:pt x="760" y="633"/>
                </a:lnTo>
                <a:lnTo>
                  <a:pt x="754" y="630"/>
                </a:lnTo>
                <a:lnTo>
                  <a:pt x="752" y="627"/>
                </a:lnTo>
                <a:lnTo>
                  <a:pt x="752" y="624"/>
                </a:lnTo>
                <a:lnTo>
                  <a:pt x="753" y="621"/>
                </a:lnTo>
                <a:lnTo>
                  <a:pt x="759" y="615"/>
                </a:lnTo>
                <a:lnTo>
                  <a:pt x="762" y="613"/>
                </a:lnTo>
                <a:lnTo>
                  <a:pt x="821" y="565"/>
                </a:lnTo>
                <a:lnTo>
                  <a:pt x="696" y="382"/>
                </a:lnTo>
                <a:lnTo>
                  <a:pt x="696" y="382"/>
                </a:lnTo>
                <a:lnTo>
                  <a:pt x="692" y="378"/>
                </a:lnTo>
                <a:lnTo>
                  <a:pt x="691" y="373"/>
                </a:lnTo>
                <a:lnTo>
                  <a:pt x="690" y="368"/>
                </a:lnTo>
                <a:lnTo>
                  <a:pt x="690" y="366"/>
                </a:lnTo>
                <a:lnTo>
                  <a:pt x="691" y="363"/>
                </a:lnTo>
                <a:lnTo>
                  <a:pt x="694" y="361"/>
                </a:lnTo>
                <a:lnTo>
                  <a:pt x="699" y="358"/>
                </a:lnTo>
                <a:lnTo>
                  <a:pt x="705" y="356"/>
                </a:lnTo>
                <a:lnTo>
                  <a:pt x="712" y="356"/>
                </a:lnTo>
                <a:lnTo>
                  <a:pt x="719" y="356"/>
                </a:lnTo>
                <a:lnTo>
                  <a:pt x="719" y="356"/>
                </a:lnTo>
                <a:close/>
                <a:moveTo>
                  <a:pt x="388" y="1011"/>
                </a:moveTo>
                <a:lnTo>
                  <a:pt x="337" y="918"/>
                </a:lnTo>
                <a:lnTo>
                  <a:pt x="337" y="918"/>
                </a:lnTo>
                <a:lnTo>
                  <a:pt x="335" y="913"/>
                </a:lnTo>
                <a:lnTo>
                  <a:pt x="334" y="909"/>
                </a:lnTo>
                <a:lnTo>
                  <a:pt x="335" y="904"/>
                </a:lnTo>
                <a:lnTo>
                  <a:pt x="337" y="901"/>
                </a:lnTo>
                <a:lnTo>
                  <a:pt x="340" y="895"/>
                </a:lnTo>
                <a:lnTo>
                  <a:pt x="341" y="893"/>
                </a:lnTo>
                <a:lnTo>
                  <a:pt x="411" y="744"/>
                </a:lnTo>
                <a:lnTo>
                  <a:pt x="356" y="705"/>
                </a:lnTo>
                <a:lnTo>
                  <a:pt x="356" y="705"/>
                </a:lnTo>
                <a:lnTo>
                  <a:pt x="353" y="702"/>
                </a:lnTo>
                <a:lnTo>
                  <a:pt x="352" y="700"/>
                </a:lnTo>
                <a:lnTo>
                  <a:pt x="352" y="699"/>
                </a:lnTo>
                <a:lnTo>
                  <a:pt x="352" y="697"/>
                </a:lnTo>
                <a:lnTo>
                  <a:pt x="354" y="692"/>
                </a:lnTo>
                <a:lnTo>
                  <a:pt x="358" y="687"/>
                </a:lnTo>
                <a:lnTo>
                  <a:pt x="369" y="679"/>
                </a:lnTo>
                <a:lnTo>
                  <a:pt x="373" y="677"/>
                </a:lnTo>
                <a:lnTo>
                  <a:pt x="542" y="629"/>
                </a:lnTo>
                <a:lnTo>
                  <a:pt x="542" y="629"/>
                </a:lnTo>
                <a:lnTo>
                  <a:pt x="548" y="628"/>
                </a:lnTo>
                <a:lnTo>
                  <a:pt x="551" y="628"/>
                </a:lnTo>
                <a:lnTo>
                  <a:pt x="555" y="630"/>
                </a:lnTo>
                <a:lnTo>
                  <a:pt x="558" y="632"/>
                </a:lnTo>
                <a:lnTo>
                  <a:pt x="560" y="636"/>
                </a:lnTo>
                <a:lnTo>
                  <a:pt x="562" y="639"/>
                </a:lnTo>
                <a:lnTo>
                  <a:pt x="564" y="647"/>
                </a:lnTo>
                <a:lnTo>
                  <a:pt x="565" y="656"/>
                </a:lnTo>
                <a:lnTo>
                  <a:pt x="565" y="664"/>
                </a:lnTo>
                <a:lnTo>
                  <a:pt x="564" y="672"/>
                </a:lnTo>
                <a:lnTo>
                  <a:pt x="612" y="842"/>
                </a:lnTo>
                <a:lnTo>
                  <a:pt x="612" y="842"/>
                </a:lnTo>
                <a:lnTo>
                  <a:pt x="612" y="848"/>
                </a:lnTo>
                <a:lnTo>
                  <a:pt x="611" y="851"/>
                </a:lnTo>
                <a:lnTo>
                  <a:pt x="607" y="854"/>
                </a:lnTo>
                <a:lnTo>
                  <a:pt x="604" y="854"/>
                </a:lnTo>
                <a:lnTo>
                  <a:pt x="597" y="851"/>
                </a:lnTo>
                <a:lnTo>
                  <a:pt x="594" y="849"/>
                </a:lnTo>
                <a:lnTo>
                  <a:pt x="523" y="820"/>
                </a:lnTo>
                <a:lnTo>
                  <a:pt x="422" y="1018"/>
                </a:lnTo>
                <a:lnTo>
                  <a:pt x="422" y="1018"/>
                </a:lnTo>
                <a:lnTo>
                  <a:pt x="419" y="1022"/>
                </a:lnTo>
                <a:lnTo>
                  <a:pt x="416" y="1027"/>
                </a:lnTo>
                <a:lnTo>
                  <a:pt x="414" y="1029"/>
                </a:lnTo>
                <a:lnTo>
                  <a:pt x="410" y="1030"/>
                </a:lnTo>
                <a:lnTo>
                  <a:pt x="408" y="1030"/>
                </a:lnTo>
                <a:lnTo>
                  <a:pt x="404" y="1030"/>
                </a:lnTo>
                <a:lnTo>
                  <a:pt x="400" y="1027"/>
                </a:lnTo>
                <a:lnTo>
                  <a:pt x="395" y="1021"/>
                </a:lnTo>
                <a:lnTo>
                  <a:pt x="392" y="1017"/>
                </a:lnTo>
                <a:lnTo>
                  <a:pt x="388" y="1011"/>
                </a:lnTo>
                <a:lnTo>
                  <a:pt x="388" y="1011"/>
                </a:lnTo>
                <a:close/>
                <a:moveTo>
                  <a:pt x="661" y="995"/>
                </a:moveTo>
                <a:lnTo>
                  <a:pt x="661" y="1050"/>
                </a:lnTo>
                <a:lnTo>
                  <a:pt x="661" y="1050"/>
                </a:lnTo>
                <a:lnTo>
                  <a:pt x="658" y="1059"/>
                </a:lnTo>
                <a:lnTo>
                  <a:pt x="653" y="1065"/>
                </a:lnTo>
                <a:lnTo>
                  <a:pt x="649" y="1070"/>
                </a:lnTo>
                <a:lnTo>
                  <a:pt x="643" y="1073"/>
                </a:lnTo>
                <a:lnTo>
                  <a:pt x="637" y="1074"/>
                </a:lnTo>
                <a:lnTo>
                  <a:pt x="634" y="1075"/>
                </a:lnTo>
                <a:lnTo>
                  <a:pt x="629" y="1075"/>
                </a:lnTo>
                <a:lnTo>
                  <a:pt x="453" y="1078"/>
                </a:lnTo>
                <a:lnTo>
                  <a:pt x="521" y="954"/>
                </a:lnTo>
                <a:lnTo>
                  <a:pt x="634" y="954"/>
                </a:lnTo>
                <a:lnTo>
                  <a:pt x="634" y="954"/>
                </a:lnTo>
                <a:lnTo>
                  <a:pt x="641" y="955"/>
                </a:lnTo>
                <a:lnTo>
                  <a:pt x="645" y="956"/>
                </a:lnTo>
                <a:lnTo>
                  <a:pt x="650" y="958"/>
                </a:lnTo>
                <a:lnTo>
                  <a:pt x="653" y="962"/>
                </a:lnTo>
                <a:lnTo>
                  <a:pt x="656" y="965"/>
                </a:lnTo>
                <a:lnTo>
                  <a:pt x="658" y="969"/>
                </a:lnTo>
                <a:lnTo>
                  <a:pt x="661" y="975"/>
                </a:lnTo>
                <a:lnTo>
                  <a:pt x="663" y="982"/>
                </a:lnTo>
                <a:lnTo>
                  <a:pt x="663" y="988"/>
                </a:lnTo>
                <a:lnTo>
                  <a:pt x="661" y="995"/>
                </a:lnTo>
                <a:lnTo>
                  <a:pt x="661" y="995"/>
                </a:lnTo>
                <a:close/>
                <a:moveTo>
                  <a:pt x="642" y="586"/>
                </a:moveTo>
                <a:lnTo>
                  <a:pt x="642" y="586"/>
                </a:lnTo>
                <a:lnTo>
                  <a:pt x="637" y="591"/>
                </a:lnTo>
                <a:lnTo>
                  <a:pt x="634" y="594"/>
                </a:lnTo>
                <a:lnTo>
                  <a:pt x="629" y="597"/>
                </a:lnTo>
                <a:lnTo>
                  <a:pt x="626" y="599"/>
                </a:lnTo>
                <a:lnTo>
                  <a:pt x="621" y="600"/>
                </a:lnTo>
                <a:lnTo>
                  <a:pt x="618" y="600"/>
                </a:lnTo>
                <a:lnTo>
                  <a:pt x="610" y="599"/>
                </a:lnTo>
                <a:lnTo>
                  <a:pt x="603" y="597"/>
                </a:lnTo>
                <a:lnTo>
                  <a:pt x="597" y="593"/>
                </a:lnTo>
                <a:lnTo>
                  <a:pt x="593" y="590"/>
                </a:lnTo>
                <a:lnTo>
                  <a:pt x="548" y="545"/>
                </a:lnTo>
                <a:lnTo>
                  <a:pt x="548" y="545"/>
                </a:lnTo>
                <a:lnTo>
                  <a:pt x="542" y="538"/>
                </a:lnTo>
                <a:lnTo>
                  <a:pt x="539" y="531"/>
                </a:lnTo>
                <a:lnTo>
                  <a:pt x="536" y="526"/>
                </a:lnTo>
                <a:lnTo>
                  <a:pt x="537" y="519"/>
                </a:lnTo>
                <a:lnTo>
                  <a:pt x="537" y="514"/>
                </a:lnTo>
                <a:lnTo>
                  <a:pt x="540" y="510"/>
                </a:lnTo>
                <a:lnTo>
                  <a:pt x="541" y="506"/>
                </a:lnTo>
                <a:lnTo>
                  <a:pt x="624" y="380"/>
                </a:lnTo>
                <a:lnTo>
                  <a:pt x="703" y="491"/>
                </a:lnTo>
                <a:lnTo>
                  <a:pt x="642" y="586"/>
                </a:lnTo>
                <a:close/>
                <a:moveTo>
                  <a:pt x="1110" y="987"/>
                </a:moveTo>
                <a:lnTo>
                  <a:pt x="1049" y="1066"/>
                </a:lnTo>
                <a:lnTo>
                  <a:pt x="1049" y="1066"/>
                </a:lnTo>
                <a:lnTo>
                  <a:pt x="1044" y="1073"/>
                </a:lnTo>
                <a:lnTo>
                  <a:pt x="1039" y="1076"/>
                </a:lnTo>
                <a:lnTo>
                  <a:pt x="1034" y="1079"/>
                </a:lnTo>
                <a:lnTo>
                  <a:pt x="1031" y="1079"/>
                </a:lnTo>
                <a:lnTo>
                  <a:pt x="1029" y="1078"/>
                </a:lnTo>
                <a:lnTo>
                  <a:pt x="1026" y="1076"/>
                </a:lnTo>
                <a:lnTo>
                  <a:pt x="1025" y="1074"/>
                </a:lnTo>
                <a:lnTo>
                  <a:pt x="878" y="1073"/>
                </a:lnTo>
                <a:lnTo>
                  <a:pt x="877" y="1150"/>
                </a:lnTo>
                <a:lnTo>
                  <a:pt x="877" y="1150"/>
                </a:lnTo>
                <a:lnTo>
                  <a:pt x="876" y="1153"/>
                </a:lnTo>
                <a:lnTo>
                  <a:pt x="876" y="1154"/>
                </a:lnTo>
                <a:lnTo>
                  <a:pt x="874" y="1156"/>
                </a:lnTo>
                <a:lnTo>
                  <a:pt x="871" y="1156"/>
                </a:lnTo>
                <a:lnTo>
                  <a:pt x="867" y="1154"/>
                </a:lnTo>
                <a:lnTo>
                  <a:pt x="861" y="1151"/>
                </a:lnTo>
                <a:lnTo>
                  <a:pt x="850" y="1143"/>
                </a:lnTo>
                <a:lnTo>
                  <a:pt x="844" y="1138"/>
                </a:lnTo>
                <a:lnTo>
                  <a:pt x="734" y="1026"/>
                </a:lnTo>
                <a:lnTo>
                  <a:pt x="734" y="1026"/>
                </a:lnTo>
                <a:lnTo>
                  <a:pt x="729" y="1018"/>
                </a:lnTo>
                <a:lnTo>
                  <a:pt x="727" y="1012"/>
                </a:lnTo>
                <a:lnTo>
                  <a:pt x="727" y="1006"/>
                </a:lnTo>
                <a:lnTo>
                  <a:pt x="729" y="1003"/>
                </a:lnTo>
                <a:lnTo>
                  <a:pt x="733" y="1000"/>
                </a:lnTo>
                <a:lnTo>
                  <a:pt x="735" y="998"/>
                </a:lnTo>
                <a:lnTo>
                  <a:pt x="738" y="996"/>
                </a:lnTo>
                <a:lnTo>
                  <a:pt x="859" y="864"/>
                </a:lnTo>
                <a:lnTo>
                  <a:pt x="859" y="864"/>
                </a:lnTo>
                <a:lnTo>
                  <a:pt x="865" y="861"/>
                </a:lnTo>
                <a:lnTo>
                  <a:pt x="868" y="861"/>
                </a:lnTo>
                <a:lnTo>
                  <a:pt x="871" y="863"/>
                </a:lnTo>
                <a:lnTo>
                  <a:pt x="873" y="866"/>
                </a:lnTo>
                <a:lnTo>
                  <a:pt x="874" y="873"/>
                </a:lnTo>
                <a:lnTo>
                  <a:pt x="874" y="878"/>
                </a:lnTo>
                <a:lnTo>
                  <a:pt x="879" y="954"/>
                </a:lnTo>
                <a:lnTo>
                  <a:pt x="1101" y="954"/>
                </a:lnTo>
                <a:lnTo>
                  <a:pt x="1101" y="954"/>
                </a:lnTo>
                <a:lnTo>
                  <a:pt x="1107" y="954"/>
                </a:lnTo>
                <a:lnTo>
                  <a:pt x="1111" y="955"/>
                </a:lnTo>
                <a:lnTo>
                  <a:pt x="1115" y="956"/>
                </a:lnTo>
                <a:lnTo>
                  <a:pt x="1117" y="958"/>
                </a:lnTo>
                <a:lnTo>
                  <a:pt x="1119" y="960"/>
                </a:lnTo>
                <a:lnTo>
                  <a:pt x="1119" y="964"/>
                </a:lnTo>
                <a:lnTo>
                  <a:pt x="1119" y="970"/>
                </a:lnTo>
                <a:lnTo>
                  <a:pt x="1116" y="975"/>
                </a:lnTo>
                <a:lnTo>
                  <a:pt x="1114" y="981"/>
                </a:lnTo>
                <a:lnTo>
                  <a:pt x="1110" y="987"/>
                </a:lnTo>
                <a:lnTo>
                  <a:pt x="1110" y="987"/>
                </a:lnTo>
                <a:close/>
                <a:moveTo>
                  <a:pt x="985" y="896"/>
                </a:moveTo>
                <a:lnTo>
                  <a:pt x="938" y="790"/>
                </a:lnTo>
                <a:lnTo>
                  <a:pt x="938" y="790"/>
                </a:lnTo>
                <a:lnTo>
                  <a:pt x="936" y="784"/>
                </a:lnTo>
                <a:lnTo>
                  <a:pt x="936" y="779"/>
                </a:lnTo>
                <a:lnTo>
                  <a:pt x="936" y="773"/>
                </a:lnTo>
                <a:lnTo>
                  <a:pt x="937" y="770"/>
                </a:lnTo>
                <a:lnTo>
                  <a:pt x="938" y="765"/>
                </a:lnTo>
                <a:lnTo>
                  <a:pt x="940" y="762"/>
                </a:lnTo>
                <a:lnTo>
                  <a:pt x="945" y="756"/>
                </a:lnTo>
                <a:lnTo>
                  <a:pt x="951" y="753"/>
                </a:lnTo>
                <a:lnTo>
                  <a:pt x="956" y="749"/>
                </a:lnTo>
                <a:lnTo>
                  <a:pt x="962" y="747"/>
                </a:lnTo>
                <a:lnTo>
                  <a:pt x="1024" y="714"/>
                </a:lnTo>
                <a:lnTo>
                  <a:pt x="1024" y="714"/>
                </a:lnTo>
                <a:lnTo>
                  <a:pt x="1033" y="713"/>
                </a:lnTo>
                <a:lnTo>
                  <a:pt x="1041" y="715"/>
                </a:lnTo>
                <a:lnTo>
                  <a:pt x="1047" y="717"/>
                </a:lnTo>
                <a:lnTo>
                  <a:pt x="1053" y="722"/>
                </a:lnTo>
                <a:lnTo>
                  <a:pt x="1056" y="726"/>
                </a:lnTo>
                <a:lnTo>
                  <a:pt x="1058" y="730"/>
                </a:lnTo>
                <a:lnTo>
                  <a:pt x="1061" y="733"/>
                </a:lnTo>
                <a:lnTo>
                  <a:pt x="1122" y="896"/>
                </a:lnTo>
                <a:lnTo>
                  <a:pt x="985" y="8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5" name="Freeform 124"/>
          <p:cNvSpPr>
            <a:spLocks noChangeAspect="1" noEditPoints="1"/>
          </p:cNvSpPr>
          <p:nvPr/>
        </p:nvSpPr>
        <p:spPr bwMode="auto">
          <a:xfrm>
            <a:off x="7706742" y="1232876"/>
            <a:ext cx="1080000" cy="1080000"/>
          </a:xfrm>
          <a:custGeom>
            <a:avLst/>
            <a:gdLst>
              <a:gd name="T0" fmla="*/ 682 w 1469"/>
              <a:gd name="T1" fmla="*/ 1267 h 1468"/>
              <a:gd name="T2" fmla="*/ 615 w 1469"/>
              <a:gd name="T3" fmla="*/ 1340 h 1468"/>
              <a:gd name="T4" fmla="*/ 593 w 1469"/>
              <a:gd name="T5" fmla="*/ 1467 h 1468"/>
              <a:gd name="T6" fmla="*/ 787 w 1469"/>
              <a:gd name="T7" fmla="*/ 1102 h 1468"/>
              <a:gd name="T8" fmla="*/ 778 w 1469"/>
              <a:gd name="T9" fmla="*/ 23 h 1468"/>
              <a:gd name="T10" fmla="*/ 735 w 1469"/>
              <a:gd name="T11" fmla="*/ 0 h 1468"/>
              <a:gd name="T12" fmla="*/ 698 w 1469"/>
              <a:gd name="T13" fmla="*/ 15 h 1468"/>
              <a:gd name="T14" fmla="*/ 682 w 1469"/>
              <a:gd name="T15" fmla="*/ 104 h 1468"/>
              <a:gd name="T16" fmla="*/ 1398 w 1469"/>
              <a:gd name="T17" fmla="*/ 314 h 1468"/>
              <a:gd name="T18" fmla="*/ 1435 w 1469"/>
              <a:gd name="T19" fmla="*/ 302 h 1468"/>
              <a:gd name="T20" fmla="*/ 1460 w 1469"/>
              <a:gd name="T21" fmla="*/ 273 h 1468"/>
              <a:gd name="T22" fmla="*/ 1469 w 1469"/>
              <a:gd name="T23" fmla="*/ 236 h 1468"/>
              <a:gd name="T24" fmla="*/ 1463 w 1469"/>
              <a:gd name="T25" fmla="*/ 205 h 1468"/>
              <a:gd name="T26" fmla="*/ 1440 w 1469"/>
              <a:gd name="T27" fmla="*/ 176 h 1468"/>
              <a:gd name="T28" fmla="*/ 1406 w 1469"/>
              <a:gd name="T29" fmla="*/ 160 h 1468"/>
              <a:gd name="T30" fmla="*/ 71 w 1469"/>
              <a:gd name="T31" fmla="*/ 157 h 1468"/>
              <a:gd name="T32" fmla="*/ 35 w 1469"/>
              <a:gd name="T33" fmla="*/ 171 h 1468"/>
              <a:gd name="T34" fmla="*/ 9 w 1469"/>
              <a:gd name="T35" fmla="*/ 199 h 1468"/>
              <a:gd name="T36" fmla="*/ 0 w 1469"/>
              <a:gd name="T37" fmla="*/ 236 h 1468"/>
              <a:gd name="T38" fmla="*/ 6 w 1469"/>
              <a:gd name="T39" fmla="*/ 266 h 1468"/>
              <a:gd name="T40" fmla="*/ 29 w 1469"/>
              <a:gd name="T41" fmla="*/ 297 h 1468"/>
              <a:gd name="T42" fmla="*/ 63 w 1469"/>
              <a:gd name="T43" fmla="*/ 313 h 1468"/>
              <a:gd name="T44" fmla="*/ 111 w 1469"/>
              <a:gd name="T45" fmla="*/ 944 h 1468"/>
              <a:gd name="T46" fmla="*/ 64 w 1469"/>
              <a:gd name="T47" fmla="*/ 959 h 1468"/>
              <a:gd name="T48" fmla="*/ 51 w 1469"/>
              <a:gd name="T49" fmla="*/ 997 h 1468"/>
              <a:gd name="T50" fmla="*/ 74 w 1469"/>
              <a:gd name="T51" fmla="*/ 1040 h 1468"/>
              <a:gd name="T52" fmla="*/ 1352 w 1469"/>
              <a:gd name="T53" fmla="*/ 1049 h 1468"/>
              <a:gd name="T54" fmla="*/ 1408 w 1469"/>
              <a:gd name="T55" fmla="*/ 1026 h 1468"/>
              <a:gd name="T56" fmla="*/ 1417 w 1469"/>
              <a:gd name="T57" fmla="*/ 987 h 1468"/>
              <a:gd name="T58" fmla="*/ 1397 w 1469"/>
              <a:gd name="T59" fmla="*/ 956 h 1468"/>
              <a:gd name="T60" fmla="*/ 1352 w 1469"/>
              <a:gd name="T61" fmla="*/ 944 h 1468"/>
              <a:gd name="T62" fmla="*/ 527 w 1469"/>
              <a:gd name="T63" fmla="*/ 839 h 1468"/>
              <a:gd name="T64" fmla="*/ 449 w 1469"/>
              <a:gd name="T65" fmla="*/ 825 h 1468"/>
              <a:gd name="T66" fmla="*/ 393 w 1469"/>
              <a:gd name="T67" fmla="*/ 791 h 1468"/>
              <a:gd name="T68" fmla="*/ 340 w 1469"/>
              <a:gd name="T69" fmla="*/ 714 h 1468"/>
              <a:gd name="T70" fmla="*/ 315 w 1469"/>
              <a:gd name="T71" fmla="*/ 628 h 1468"/>
              <a:gd name="T72" fmla="*/ 324 w 1469"/>
              <a:gd name="T73" fmla="*/ 560 h 1468"/>
              <a:gd name="T74" fmla="*/ 356 w 1469"/>
              <a:gd name="T75" fmla="*/ 497 h 1468"/>
              <a:gd name="T76" fmla="*/ 401 w 1469"/>
              <a:gd name="T77" fmla="*/ 457 h 1468"/>
              <a:gd name="T78" fmla="*/ 492 w 1469"/>
              <a:gd name="T79" fmla="*/ 422 h 1468"/>
              <a:gd name="T80" fmla="*/ 736 w 1469"/>
              <a:gd name="T81" fmla="*/ 628 h 1468"/>
              <a:gd name="T82" fmla="*/ 722 w 1469"/>
              <a:gd name="T83" fmla="*/ 713 h 1468"/>
              <a:gd name="T84" fmla="*/ 687 w 1469"/>
              <a:gd name="T85" fmla="*/ 771 h 1468"/>
              <a:gd name="T86" fmla="*/ 631 w 1469"/>
              <a:gd name="T87" fmla="*/ 812 h 1468"/>
              <a:gd name="T88" fmla="*/ 535 w 1469"/>
              <a:gd name="T89" fmla="*/ 839 h 1468"/>
              <a:gd name="T90" fmla="*/ 839 w 1469"/>
              <a:gd name="T91" fmla="*/ 577 h 1468"/>
              <a:gd name="T92" fmla="*/ 839 w 1469"/>
              <a:gd name="T93" fmla="*/ 420 h 1468"/>
              <a:gd name="T94" fmla="*/ 971 w 1469"/>
              <a:gd name="T95" fmla="*/ 631 h 1468"/>
              <a:gd name="T96" fmla="*/ 949 w 1469"/>
              <a:gd name="T97" fmla="*/ 620 h 1468"/>
              <a:gd name="T98" fmla="*/ 945 w 1469"/>
              <a:gd name="T99" fmla="*/ 599 h 1468"/>
              <a:gd name="T100" fmla="*/ 961 w 1469"/>
              <a:gd name="T101" fmla="*/ 580 h 1468"/>
              <a:gd name="T102" fmla="*/ 1130 w 1469"/>
              <a:gd name="T103" fmla="*/ 577 h 1468"/>
              <a:gd name="T104" fmla="*/ 1150 w 1469"/>
              <a:gd name="T105" fmla="*/ 593 h 1468"/>
              <a:gd name="T106" fmla="*/ 1150 w 1469"/>
              <a:gd name="T107" fmla="*/ 615 h 1468"/>
              <a:gd name="T108" fmla="*/ 1130 w 1469"/>
              <a:gd name="T109" fmla="*/ 631 h 1468"/>
              <a:gd name="T110" fmla="*/ 971 w 1469"/>
              <a:gd name="T111" fmla="*/ 474 h 1468"/>
              <a:gd name="T112" fmla="*/ 949 w 1469"/>
              <a:gd name="T113" fmla="*/ 461 h 1468"/>
              <a:gd name="T114" fmla="*/ 945 w 1469"/>
              <a:gd name="T115" fmla="*/ 442 h 1468"/>
              <a:gd name="T116" fmla="*/ 961 w 1469"/>
              <a:gd name="T117" fmla="*/ 422 h 1468"/>
              <a:gd name="T118" fmla="*/ 1130 w 1469"/>
              <a:gd name="T119" fmla="*/ 420 h 1468"/>
              <a:gd name="T120" fmla="*/ 1150 w 1469"/>
              <a:gd name="T121" fmla="*/ 436 h 1468"/>
              <a:gd name="T122" fmla="*/ 1150 w 1469"/>
              <a:gd name="T123" fmla="*/ 457 h 1468"/>
              <a:gd name="T124" fmla="*/ 1130 w 1469"/>
              <a:gd name="T125" fmla="*/ 473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69" h="1468">
                <a:moveTo>
                  <a:pt x="787" y="1102"/>
                </a:moveTo>
                <a:lnTo>
                  <a:pt x="682" y="1102"/>
                </a:lnTo>
                <a:lnTo>
                  <a:pt x="682" y="1263"/>
                </a:lnTo>
                <a:lnTo>
                  <a:pt x="682" y="1263"/>
                </a:lnTo>
                <a:lnTo>
                  <a:pt x="682" y="1267"/>
                </a:lnTo>
                <a:lnTo>
                  <a:pt x="679" y="1270"/>
                </a:lnTo>
                <a:lnTo>
                  <a:pt x="673" y="1281"/>
                </a:lnTo>
                <a:lnTo>
                  <a:pt x="662" y="1293"/>
                </a:lnTo>
                <a:lnTo>
                  <a:pt x="648" y="1307"/>
                </a:lnTo>
                <a:lnTo>
                  <a:pt x="615" y="1340"/>
                </a:lnTo>
                <a:lnTo>
                  <a:pt x="575" y="1376"/>
                </a:lnTo>
                <a:lnTo>
                  <a:pt x="536" y="1410"/>
                </a:lnTo>
                <a:lnTo>
                  <a:pt x="503" y="1439"/>
                </a:lnTo>
                <a:lnTo>
                  <a:pt x="469" y="1467"/>
                </a:lnTo>
                <a:lnTo>
                  <a:pt x="593" y="1467"/>
                </a:lnTo>
                <a:lnTo>
                  <a:pt x="735" y="1332"/>
                </a:lnTo>
                <a:lnTo>
                  <a:pt x="887" y="1468"/>
                </a:lnTo>
                <a:lnTo>
                  <a:pt x="1002" y="1465"/>
                </a:lnTo>
                <a:lnTo>
                  <a:pt x="787" y="1263"/>
                </a:lnTo>
                <a:lnTo>
                  <a:pt x="787" y="1102"/>
                </a:lnTo>
                <a:close/>
                <a:moveTo>
                  <a:pt x="787" y="53"/>
                </a:moveTo>
                <a:lnTo>
                  <a:pt x="787" y="53"/>
                </a:lnTo>
                <a:lnTo>
                  <a:pt x="786" y="41"/>
                </a:lnTo>
                <a:lnTo>
                  <a:pt x="783" y="32"/>
                </a:lnTo>
                <a:lnTo>
                  <a:pt x="778" y="23"/>
                </a:lnTo>
                <a:lnTo>
                  <a:pt x="771" y="15"/>
                </a:lnTo>
                <a:lnTo>
                  <a:pt x="764" y="9"/>
                </a:lnTo>
                <a:lnTo>
                  <a:pt x="755" y="5"/>
                </a:lnTo>
                <a:lnTo>
                  <a:pt x="745" y="1"/>
                </a:lnTo>
                <a:lnTo>
                  <a:pt x="735" y="0"/>
                </a:lnTo>
                <a:lnTo>
                  <a:pt x="735" y="0"/>
                </a:lnTo>
                <a:lnTo>
                  <a:pt x="724" y="1"/>
                </a:lnTo>
                <a:lnTo>
                  <a:pt x="714" y="5"/>
                </a:lnTo>
                <a:lnTo>
                  <a:pt x="705" y="9"/>
                </a:lnTo>
                <a:lnTo>
                  <a:pt x="698" y="15"/>
                </a:lnTo>
                <a:lnTo>
                  <a:pt x="691" y="23"/>
                </a:lnTo>
                <a:lnTo>
                  <a:pt x="686" y="32"/>
                </a:lnTo>
                <a:lnTo>
                  <a:pt x="683" y="41"/>
                </a:lnTo>
                <a:lnTo>
                  <a:pt x="682" y="53"/>
                </a:lnTo>
                <a:lnTo>
                  <a:pt x="682" y="104"/>
                </a:lnTo>
                <a:lnTo>
                  <a:pt x="787" y="104"/>
                </a:lnTo>
                <a:lnTo>
                  <a:pt x="787" y="53"/>
                </a:lnTo>
                <a:close/>
                <a:moveTo>
                  <a:pt x="1390" y="314"/>
                </a:moveTo>
                <a:lnTo>
                  <a:pt x="1390" y="314"/>
                </a:lnTo>
                <a:lnTo>
                  <a:pt x="1398" y="314"/>
                </a:lnTo>
                <a:lnTo>
                  <a:pt x="1406" y="313"/>
                </a:lnTo>
                <a:lnTo>
                  <a:pt x="1414" y="311"/>
                </a:lnTo>
                <a:lnTo>
                  <a:pt x="1421" y="309"/>
                </a:lnTo>
                <a:lnTo>
                  <a:pt x="1428" y="305"/>
                </a:lnTo>
                <a:lnTo>
                  <a:pt x="1435" y="302"/>
                </a:lnTo>
                <a:lnTo>
                  <a:pt x="1440" y="297"/>
                </a:lnTo>
                <a:lnTo>
                  <a:pt x="1446" y="291"/>
                </a:lnTo>
                <a:lnTo>
                  <a:pt x="1451" y="286"/>
                </a:lnTo>
                <a:lnTo>
                  <a:pt x="1455" y="280"/>
                </a:lnTo>
                <a:lnTo>
                  <a:pt x="1460" y="273"/>
                </a:lnTo>
                <a:lnTo>
                  <a:pt x="1463" y="266"/>
                </a:lnTo>
                <a:lnTo>
                  <a:pt x="1466" y="259"/>
                </a:lnTo>
                <a:lnTo>
                  <a:pt x="1468" y="252"/>
                </a:lnTo>
                <a:lnTo>
                  <a:pt x="1469" y="244"/>
                </a:lnTo>
                <a:lnTo>
                  <a:pt x="1469" y="236"/>
                </a:lnTo>
                <a:lnTo>
                  <a:pt x="1469" y="236"/>
                </a:lnTo>
                <a:lnTo>
                  <a:pt x="1469" y="228"/>
                </a:lnTo>
                <a:lnTo>
                  <a:pt x="1468" y="220"/>
                </a:lnTo>
                <a:lnTo>
                  <a:pt x="1466" y="212"/>
                </a:lnTo>
                <a:lnTo>
                  <a:pt x="1463" y="205"/>
                </a:lnTo>
                <a:lnTo>
                  <a:pt x="1460" y="199"/>
                </a:lnTo>
                <a:lnTo>
                  <a:pt x="1455" y="192"/>
                </a:lnTo>
                <a:lnTo>
                  <a:pt x="1451" y="186"/>
                </a:lnTo>
                <a:lnTo>
                  <a:pt x="1446" y="180"/>
                </a:lnTo>
                <a:lnTo>
                  <a:pt x="1440" y="176"/>
                </a:lnTo>
                <a:lnTo>
                  <a:pt x="1435" y="171"/>
                </a:lnTo>
                <a:lnTo>
                  <a:pt x="1428" y="166"/>
                </a:lnTo>
                <a:lnTo>
                  <a:pt x="1421" y="164"/>
                </a:lnTo>
                <a:lnTo>
                  <a:pt x="1414" y="161"/>
                </a:lnTo>
                <a:lnTo>
                  <a:pt x="1406" y="160"/>
                </a:lnTo>
                <a:lnTo>
                  <a:pt x="1398" y="157"/>
                </a:lnTo>
                <a:lnTo>
                  <a:pt x="1390" y="157"/>
                </a:lnTo>
                <a:lnTo>
                  <a:pt x="79" y="157"/>
                </a:lnTo>
                <a:lnTo>
                  <a:pt x="79" y="157"/>
                </a:lnTo>
                <a:lnTo>
                  <a:pt x="71" y="157"/>
                </a:lnTo>
                <a:lnTo>
                  <a:pt x="63" y="160"/>
                </a:lnTo>
                <a:lnTo>
                  <a:pt x="55" y="161"/>
                </a:lnTo>
                <a:lnTo>
                  <a:pt x="48" y="164"/>
                </a:lnTo>
                <a:lnTo>
                  <a:pt x="41" y="166"/>
                </a:lnTo>
                <a:lnTo>
                  <a:pt x="35" y="171"/>
                </a:lnTo>
                <a:lnTo>
                  <a:pt x="29" y="176"/>
                </a:lnTo>
                <a:lnTo>
                  <a:pt x="23" y="180"/>
                </a:lnTo>
                <a:lnTo>
                  <a:pt x="18" y="186"/>
                </a:lnTo>
                <a:lnTo>
                  <a:pt x="14" y="192"/>
                </a:lnTo>
                <a:lnTo>
                  <a:pt x="9" y="199"/>
                </a:lnTo>
                <a:lnTo>
                  <a:pt x="6" y="205"/>
                </a:lnTo>
                <a:lnTo>
                  <a:pt x="4" y="212"/>
                </a:lnTo>
                <a:lnTo>
                  <a:pt x="1" y="220"/>
                </a:lnTo>
                <a:lnTo>
                  <a:pt x="0" y="228"/>
                </a:lnTo>
                <a:lnTo>
                  <a:pt x="0" y="236"/>
                </a:lnTo>
                <a:lnTo>
                  <a:pt x="0" y="236"/>
                </a:lnTo>
                <a:lnTo>
                  <a:pt x="0" y="244"/>
                </a:lnTo>
                <a:lnTo>
                  <a:pt x="1" y="252"/>
                </a:lnTo>
                <a:lnTo>
                  <a:pt x="4" y="259"/>
                </a:lnTo>
                <a:lnTo>
                  <a:pt x="6" y="266"/>
                </a:lnTo>
                <a:lnTo>
                  <a:pt x="9" y="273"/>
                </a:lnTo>
                <a:lnTo>
                  <a:pt x="14" y="280"/>
                </a:lnTo>
                <a:lnTo>
                  <a:pt x="18" y="286"/>
                </a:lnTo>
                <a:lnTo>
                  <a:pt x="23" y="291"/>
                </a:lnTo>
                <a:lnTo>
                  <a:pt x="29" y="297"/>
                </a:lnTo>
                <a:lnTo>
                  <a:pt x="35" y="302"/>
                </a:lnTo>
                <a:lnTo>
                  <a:pt x="41" y="305"/>
                </a:lnTo>
                <a:lnTo>
                  <a:pt x="48" y="309"/>
                </a:lnTo>
                <a:lnTo>
                  <a:pt x="55" y="311"/>
                </a:lnTo>
                <a:lnTo>
                  <a:pt x="63" y="313"/>
                </a:lnTo>
                <a:lnTo>
                  <a:pt x="71" y="314"/>
                </a:lnTo>
                <a:lnTo>
                  <a:pt x="79" y="314"/>
                </a:lnTo>
                <a:lnTo>
                  <a:pt x="158" y="314"/>
                </a:lnTo>
                <a:lnTo>
                  <a:pt x="158" y="946"/>
                </a:lnTo>
                <a:lnTo>
                  <a:pt x="111" y="944"/>
                </a:lnTo>
                <a:lnTo>
                  <a:pt x="111" y="944"/>
                </a:lnTo>
                <a:lnTo>
                  <a:pt x="96" y="946"/>
                </a:lnTo>
                <a:lnTo>
                  <a:pt x="84" y="948"/>
                </a:lnTo>
                <a:lnTo>
                  <a:pt x="74" y="954"/>
                </a:lnTo>
                <a:lnTo>
                  <a:pt x="64" y="959"/>
                </a:lnTo>
                <a:lnTo>
                  <a:pt x="59" y="967"/>
                </a:lnTo>
                <a:lnTo>
                  <a:pt x="54" y="977"/>
                </a:lnTo>
                <a:lnTo>
                  <a:pt x="52" y="986"/>
                </a:lnTo>
                <a:lnTo>
                  <a:pt x="51" y="997"/>
                </a:lnTo>
                <a:lnTo>
                  <a:pt x="51" y="997"/>
                </a:lnTo>
                <a:lnTo>
                  <a:pt x="52" y="1008"/>
                </a:lnTo>
                <a:lnTo>
                  <a:pt x="54" y="1017"/>
                </a:lnTo>
                <a:lnTo>
                  <a:pt x="59" y="1026"/>
                </a:lnTo>
                <a:lnTo>
                  <a:pt x="64" y="1034"/>
                </a:lnTo>
                <a:lnTo>
                  <a:pt x="74" y="1040"/>
                </a:lnTo>
                <a:lnTo>
                  <a:pt x="84" y="1045"/>
                </a:lnTo>
                <a:lnTo>
                  <a:pt x="96" y="1048"/>
                </a:lnTo>
                <a:lnTo>
                  <a:pt x="111" y="1049"/>
                </a:lnTo>
                <a:lnTo>
                  <a:pt x="1352" y="1049"/>
                </a:lnTo>
                <a:lnTo>
                  <a:pt x="1352" y="1049"/>
                </a:lnTo>
                <a:lnTo>
                  <a:pt x="1367" y="1048"/>
                </a:lnTo>
                <a:lnTo>
                  <a:pt x="1381" y="1045"/>
                </a:lnTo>
                <a:lnTo>
                  <a:pt x="1392" y="1040"/>
                </a:lnTo>
                <a:lnTo>
                  <a:pt x="1401" y="1034"/>
                </a:lnTo>
                <a:lnTo>
                  <a:pt x="1408" y="1026"/>
                </a:lnTo>
                <a:lnTo>
                  <a:pt x="1414" y="1017"/>
                </a:lnTo>
                <a:lnTo>
                  <a:pt x="1416" y="1008"/>
                </a:lnTo>
                <a:lnTo>
                  <a:pt x="1417" y="997"/>
                </a:lnTo>
                <a:lnTo>
                  <a:pt x="1417" y="997"/>
                </a:lnTo>
                <a:lnTo>
                  <a:pt x="1417" y="987"/>
                </a:lnTo>
                <a:lnTo>
                  <a:pt x="1415" y="979"/>
                </a:lnTo>
                <a:lnTo>
                  <a:pt x="1412" y="971"/>
                </a:lnTo>
                <a:lnTo>
                  <a:pt x="1407" y="965"/>
                </a:lnTo>
                <a:lnTo>
                  <a:pt x="1402" y="960"/>
                </a:lnTo>
                <a:lnTo>
                  <a:pt x="1397" y="956"/>
                </a:lnTo>
                <a:lnTo>
                  <a:pt x="1391" y="952"/>
                </a:lnTo>
                <a:lnTo>
                  <a:pt x="1385" y="950"/>
                </a:lnTo>
                <a:lnTo>
                  <a:pt x="1373" y="947"/>
                </a:lnTo>
                <a:lnTo>
                  <a:pt x="1362" y="944"/>
                </a:lnTo>
                <a:lnTo>
                  <a:pt x="1352" y="944"/>
                </a:lnTo>
                <a:lnTo>
                  <a:pt x="1312" y="950"/>
                </a:lnTo>
                <a:lnTo>
                  <a:pt x="1312" y="314"/>
                </a:lnTo>
                <a:lnTo>
                  <a:pt x="1390" y="314"/>
                </a:lnTo>
                <a:close/>
                <a:moveTo>
                  <a:pt x="527" y="839"/>
                </a:moveTo>
                <a:lnTo>
                  <a:pt x="527" y="839"/>
                </a:lnTo>
                <a:lnTo>
                  <a:pt x="508" y="839"/>
                </a:lnTo>
                <a:lnTo>
                  <a:pt x="492" y="837"/>
                </a:lnTo>
                <a:lnTo>
                  <a:pt x="477" y="834"/>
                </a:lnTo>
                <a:lnTo>
                  <a:pt x="463" y="830"/>
                </a:lnTo>
                <a:lnTo>
                  <a:pt x="449" y="825"/>
                </a:lnTo>
                <a:lnTo>
                  <a:pt x="436" y="819"/>
                </a:lnTo>
                <a:lnTo>
                  <a:pt x="425" y="814"/>
                </a:lnTo>
                <a:lnTo>
                  <a:pt x="413" y="807"/>
                </a:lnTo>
                <a:lnTo>
                  <a:pt x="403" y="799"/>
                </a:lnTo>
                <a:lnTo>
                  <a:pt x="393" y="791"/>
                </a:lnTo>
                <a:lnTo>
                  <a:pt x="385" y="781"/>
                </a:lnTo>
                <a:lnTo>
                  <a:pt x="375" y="772"/>
                </a:lnTo>
                <a:lnTo>
                  <a:pt x="362" y="753"/>
                </a:lnTo>
                <a:lnTo>
                  <a:pt x="349" y="733"/>
                </a:lnTo>
                <a:lnTo>
                  <a:pt x="340" y="714"/>
                </a:lnTo>
                <a:lnTo>
                  <a:pt x="332" y="694"/>
                </a:lnTo>
                <a:lnTo>
                  <a:pt x="326" y="677"/>
                </a:lnTo>
                <a:lnTo>
                  <a:pt x="321" y="661"/>
                </a:lnTo>
                <a:lnTo>
                  <a:pt x="316" y="637"/>
                </a:lnTo>
                <a:lnTo>
                  <a:pt x="315" y="628"/>
                </a:lnTo>
                <a:lnTo>
                  <a:pt x="315" y="628"/>
                </a:lnTo>
                <a:lnTo>
                  <a:pt x="316" y="609"/>
                </a:lnTo>
                <a:lnTo>
                  <a:pt x="317" y="591"/>
                </a:lnTo>
                <a:lnTo>
                  <a:pt x="320" y="575"/>
                </a:lnTo>
                <a:lnTo>
                  <a:pt x="324" y="560"/>
                </a:lnTo>
                <a:lnTo>
                  <a:pt x="328" y="545"/>
                </a:lnTo>
                <a:lnTo>
                  <a:pt x="334" y="531"/>
                </a:lnTo>
                <a:lnTo>
                  <a:pt x="341" y="520"/>
                </a:lnTo>
                <a:lnTo>
                  <a:pt x="348" y="508"/>
                </a:lnTo>
                <a:lnTo>
                  <a:pt x="356" y="497"/>
                </a:lnTo>
                <a:lnTo>
                  <a:pt x="364" y="488"/>
                </a:lnTo>
                <a:lnTo>
                  <a:pt x="372" y="479"/>
                </a:lnTo>
                <a:lnTo>
                  <a:pt x="381" y="471"/>
                </a:lnTo>
                <a:lnTo>
                  <a:pt x="390" y="464"/>
                </a:lnTo>
                <a:lnTo>
                  <a:pt x="401" y="457"/>
                </a:lnTo>
                <a:lnTo>
                  <a:pt x="420" y="445"/>
                </a:lnTo>
                <a:lnTo>
                  <a:pt x="440" y="437"/>
                </a:lnTo>
                <a:lnTo>
                  <a:pt x="458" y="430"/>
                </a:lnTo>
                <a:lnTo>
                  <a:pt x="476" y="425"/>
                </a:lnTo>
                <a:lnTo>
                  <a:pt x="492" y="422"/>
                </a:lnTo>
                <a:lnTo>
                  <a:pt x="515" y="419"/>
                </a:lnTo>
                <a:lnTo>
                  <a:pt x="525" y="418"/>
                </a:lnTo>
                <a:lnTo>
                  <a:pt x="525" y="628"/>
                </a:lnTo>
                <a:lnTo>
                  <a:pt x="736" y="628"/>
                </a:lnTo>
                <a:lnTo>
                  <a:pt x="736" y="628"/>
                </a:lnTo>
                <a:lnTo>
                  <a:pt x="736" y="647"/>
                </a:lnTo>
                <a:lnTo>
                  <a:pt x="733" y="666"/>
                </a:lnTo>
                <a:lnTo>
                  <a:pt x="731" y="682"/>
                </a:lnTo>
                <a:lnTo>
                  <a:pt x="728" y="698"/>
                </a:lnTo>
                <a:lnTo>
                  <a:pt x="722" y="713"/>
                </a:lnTo>
                <a:lnTo>
                  <a:pt x="717" y="726"/>
                </a:lnTo>
                <a:lnTo>
                  <a:pt x="710" y="739"/>
                </a:lnTo>
                <a:lnTo>
                  <a:pt x="704" y="751"/>
                </a:lnTo>
                <a:lnTo>
                  <a:pt x="696" y="761"/>
                </a:lnTo>
                <a:lnTo>
                  <a:pt x="687" y="771"/>
                </a:lnTo>
                <a:lnTo>
                  <a:pt x="678" y="779"/>
                </a:lnTo>
                <a:lnTo>
                  <a:pt x="670" y="787"/>
                </a:lnTo>
                <a:lnTo>
                  <a:pt x="660" y="795"/>
                </a:lnTo>
                <a:lnTo>
                  <a:pt x="651" y="802"/>
                </a:lnTo>
                <a:lnTo>
                  <a:pt x="631" y="812"/>
                </a:lnTo>
                <a:lnTo>
                  <a:pt x="612" y="822"/>
                </a:lnTo>
                <a:lnTo>
                  <a:pt x="592" y="829"/>
                </a:lnTo>
                <a:lnTo>
                  <a:pt x="575" y="833"/>
                </a:lnTo>
                <a:lnTo>
                  <a:pt x="559" y="837"/>
                </a:lnTo>
                <a:lnTo>
                  <a:pt x="535" y="839"/>
                </a:lnTo>
                <a:lnTo>
                  <a:pt x="527" y="839"/>
                </a:lnTo>
                <a:lnTo>
                  <a:pt x="527" y="839"/>
                </a:lnTo>
                <a:close/>
                <a:moveTo>
                  <a:pt x="894" y="631"/>
                </a:moveTo>
                <a:lnTo>
                  <a:pt x="839" y="631"/>
                </a:lnTo>
                <a:lnTo>
                  <a:pt x="839" y="577"/>
                </a:lnTo>
                <a:lnTo>
                  <a:pt x="894" y="577"/>
                </a:lnTo>
                <a:lnTo>
                  <a:pt x="894" y="631"/>
                </a:lnTo>
                <a:close/>
                <a:moveTo>
                  <a:pt x="894" y="474"/>
                </a:moveTo>
                <a:lnTo>
                  <a:pt x="839" y="474"/>
                </a:lnTo>
                <a:lnTo>
                  <a:pt x="839" y="420"/>
                </a:lnTo>
                <a:lnTo>
                  <a:pt x="894" y="420"/>
                </a:lnTo>
                <a:lnTo>
                  <a:pt x="894" y="474"/>
                </a:lnTo>
                <a:close/>
                <a:moveTo>
                  <a:pt x="1126" y="631"/>
                </a:moveTo>
                <a:lnTo>
                  <a:pt x="971" y="631"/>
                </a:lnTo>
                <a:lnTo>
                  <a:pt x="971" y="631"/>
                </a:lnTo>
                <a:lnTo>
                  <a:pt x="966" y="631"/>
                </a:lnTo>
                <a:lnTo>
                  <a:pt x="961" y="629"/>
                </a:lnTo>
                <a:lnTo>
                  <a:pt x="956" y="627"/>
                </a:lnTo>
                <a:lnTo>
                  <a:pt x="953" y="623"/>
                </a:lnTo>
                <a:lnTo>
                  <a:pt x="949" y="620"/>
                </a:lnTo>
                <a:lnTo>
                  <a:pt x="947" y="615"/>
                </a:lnTo>
                <a:lnTo>
                  <a:pt x="945" y="609"/>
                </a:lnTo>
                <a:lnTo>
                  <a:pt x="945" y="604"/>
                </a:lnTo>
                <a:lnTo>
                  <a:pt x="945" y="604"/>
                </a:lnTo>
                <a:lnTo>
                  <a:pt x="945" y="599"/>
                </a:lnTo>
                <a:lnTo>
                  <a:pt x="947" y="593"/>
                </a:lnTo>
                <a:lnTo>
                  <a:pt x="949" y="589"/>
                </a:lnTo>
                <a:lnTo>
                  <a:pt x="953" y="585"/>
                </a:lnTo>
                <a:lnTo>
                  <a:pt x="956" y="582"/>
                </a:lnTo>
                <a:lnTo>
                  <a:pt x="961" y="580"/>
                </a:lnTo>
                <a:lnTo>
                  <a:pt x="966" y="577"/>
                </a:lnTo>
                <a:lnTo>
                  <a:pt x="971" y="577"/>
                </a:lnTo>
                <a:lnTo>
                  <a:pt x="1126" y="577"/>
                </a:lnTo>
                <a:lnTo>
                  <a:pt x="1126" y="577"/>
                </a:lnTo>
                <a:lnTo>
                  <a:pt x="1130" y="577"/>
                </a:lnTo>
                <a:lnTo>
                  <a:pt x="1136" y="580"/>
                </a:lnTo>
                <a:lnTo>
                  <a:pt x="1141" y="582"/>
                </a:lnTo>
                <a:lnTo>
                  <a:pt x="1144" y="585"/>
                </a:lnTo>
                <a:lnTo>
                  <a:pt x="1148" y="589"/>
                </a:lnTo>
                <a:lnTo>
                  <a:pt x="1150" y="593"/>
                </a:lnTo>
                <a:lnTo>
                  <a:pt x="1152" y="599"/>
                </a:lnTo>
                <a:lnTo>
                  <a:pt x="1152" y="604"/>
                </a:lnTo>
                <a:lnTo>
                  <a:pt x="1152" y="604"/>
                </a:lnTo>
                <a:lnTo>
                  <a:pt x="1152" y="609"/>
                </a:lnTo>
                <a:lnTo>
                  <a:pt x="1150" y="615"/>
                </a:lnTo>
                <a:lnTo>
                  <a:pt x="1148" y="620"/>
                </a:lnTo>
                <a:lnTo>
                  <a:pt x="1144" y="623"/>
                </a:lnTo>
                <a:lnTo>
                  <a:pt x="1141" y="627"/>
                </a:lnTo>
                <a:lnTo>
                  <a:pt x="1136" y="629"/>
                </a:lnTo>
                <a:lnTo>
                  <a:pt x="1130" y="631"/>
                </a:lnTo>
                <a:lnTo>
                  <a:pt x="1126" y="631"/>
                </a:lnTo>
                <a:lnTo>
                  <a:pt x="1126" y="631"/>
                </a:lnTo>
                <a:close/>
                <a:moveTo>
                  <a:pt x="1126" y="474"/>
                </a:moveTo>
                <a:lnTo>
                  <a:pt x="971" y="474"/>
                </a:lnTo>
                <a:lnTo>
                  <a:pt x="971" y="474"/>
                </a:lnTo>
                <a:lnTo>
                  <a:pt x="966" y="473"/>
                </a:lnTo>
                <a:lnTo>
                  <a:pt x="961" y="472"/>
                </a:lnTo>
                <a:lnTo>
                  <a:pt x="956" y="469"/>
                </a:lnTo>
                <a:lnTo>
                  <a:pt x="953" y="466"/>
                </a:lnTo>
                <a:lnTo>
                  <a:pt x="949" y="461"/>
                </a:lnTo>
                <a:lnTo>
                  <a:pt x="947" y="457"/>
                </a:lnTo>
                <a:lnTo>
                  <a:pt x="945" y="452"/>
                </a:lnTo>
                <a:lnTo>
                  <a:pt x="945" y="446"/>
                </a:lnTo>
                <a:lnTo>
                  <a:pt x="945" y="446"/>
                </a:lnTo>
                <a:lnTo>
                  <a:pt x="945" y="442"/>
                </a:lnTo>
                <a:lnTo>
                  <a:pt x="947" y="436"/>
                </a:lnTo>
                <a:lnTo>
                  <a:pt x="949" y="431"/>
                </a:lnTo>
                <a:lnTo>
                  <a:pt x="953" y="428"/>
                </a:lnTo>
                <a:lnTo>
                  <a:pt x="956" y="425"/>
                </a:lnTo>
                <a:lnTo>
                  <a:pt x="961" y="422"/>
                </a:lnTo>
                <a:lnTo>
                  <a:pt x="966" y="420"/>
                </a:lnTo>
                <a:lnTo>
                  <a:pt x="971" y="420"/>
                </a:lnTo>
                <a:lnTo>
                  <a:pt x="1126" y="420"/>
                </a:lnTo>
                <a:lnTo>
                  <a:pt x="1126" y="420"/>
                </a:lnTo>
                <a:lnTo>
                  <a:pt x="1130" y="420"/>
                </a:lnTo>
                <a:lnTo>
                  <a:pt x="1136" y="422"/>
                </a:lnTo>
                <a:lnTo>
                  <a:pt x="1141" y="425"/>
                </a:lnTo>
                <a:lnTo>
                  <a:pt x="1144" y="428"/>
                </a:lnTo>
                <a:lnTo>
                  <a:pt x="1148" y="431"/>
                </a:lnTo>
                <a:lnTo>
                  <a:pt x="1150" y="436"/>
                </a:lnTo>
                <a:lnTo>
                  <a:pt x="1152" y="442"/>
                </a:lnTo>
                <a:lnTo>
                  <a:pt x="1152" y="446"/>
                </a:lnTo>
                <a:lnTo>
                  <a:pt x="1152" y="446"/>
                </a:lnTo>
                <a:lnTo>
                  <a:pt x="1152" y="452"/>
                </a:lnTo>
                <a:lnTo>
                  <a:pt x="1150" y="457"/>
                </a:lnTo>
                <a:lnTo>
                  <a:pt x="1148" y="461"/>
                </a:lnTo>
                <a:lnTo>
                  <a:pt x="1144" y="466"/>
                </a:lnTo>
                <a:lnTo>
                  <a:pt x="1141" y="469"/>
                </a:lnTo>
                <a:lnTo>
                  <a:pt x="1136" y="472"/>
                </a:lnTo>
                <a:lnTo>
                  <a:pt x="1130" y="473"/>
                </a:lnTo>
                <a:lnTo>
                  <a:pt x="1126" y="474"/>
                </a:lnTo>
                <a:lnTo>
                  <a:pt x="1126" y="47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6" name="Freeform 125"/>
          <p:cNvSpPr>
            <a:spLocks noChangeAspect="1" noEditPoints="1"/>
          </p:cNvSpPr>
          <p:nvPr/>
        </p:nvSpPr>
        <p:spPr bwMode="auto">
          <a:xfrm>
            <a:off x="1200287" y="2889060"/>
            <a:ext cx="872393" cy="1080000"/>
          </a:xfrm>
          <a:custGeom>
            <a:avLst/>
            <a:gdLst>
              <a:gd name="T0" fmla="*/ 1138 w 1185"/>
              <a:gd name="T1" fmla="*/ 477 h 1468"/>
              <a:gd name="T2" fmla="*/ 47 w 1185"/>
              <a:gd name="T3" fmla="*/ 477 h 1468"/>
              <a:gd name="T4" fmla="*/ 47 w 1185"/>
              <a:gd name="T5" fmla="*/ 477 h 1468"/>
              <a:gd name="T6" fmla="*/ 38 w 1185"/>
              <a:gd name="T7" fmla="*/ 478 h 1468"/>
              <a:gd name="T8" fmla="*/ 29 w 1185"/>
              <a:gd name="T9" fmla="*/ 482 h 1468"/>
              <a:gd name="T10" fmla="*/ 21 w 1185"/>
              <a:gd name="T11" fmla="*/ 485 h 1468"/>
              <a:gd name="T12" fmla="*/ 14 w 1185"/>
              <a:gd name="T13" fmla="*/ 491 h 1468"/>
              <a:gd name="T14" fmla="*/ 8 w 1185"/>
              <a:gd name="T15" fmla="*/ 499 h 1468"/>
              <a:gd name="T16" fmla="*/ 4 w 1185"/>
              <a:gd name="T17" fmla="*/ 507 h 1468"/>
              <a:gd name="T18" fmla="*/ 1 w 1185"/>
              <a:gd name="T19" fmla="*/ 515 h 1468"/>
              <a:gd name="T20" fmla="*/ 0 w 1185"/>
              <a:gd name="T21" fmla="*/ 525 h 1468"/>
              <a:gd name="T22" fmla="*/ 0 w 1185"/>
              <a:gd name="T23" fmla="*/ 1185 h 1468"/>
              <a:gd name="T24" fmla="*/ 0 w 1185"/>
              <a:gd name="T25" fmla="*/ 1185 h 1468"/>
              <a:gd name="T26" fmla="*/ 1 w 1185"/>
              <a:gd name="T27" fmla="*/ 1194 h 1468"/>
              <a:gd name="T28" fmla="*/ 4 w 1185"/>
              <a:gd name="T29" fmla="*/ 1203 h 1468"/>
              <a:gd name="T30" fmla="*/ 8 w 1185"/>
              <a:gd name="T31" fmla="*/ 1211 h 1468"/>
              <a:gd name="T32" fmla="*/ 14 w 1185"/>
              <a:gd name="T33" fmla="*/ 1218 h 1468"/>
              <a:gd name="T34" fmla="*/ 21 w 1185"/>
              <a:gd name="T35" fmla="*/ 1224 h 1468"/>
              <a:gd name="T36" fmla="*/ 29 w 1185"/>
              <a:gd name="T37" fmla="*/ 1229 h 1468"/>
              <a:gd name="T38" fmla="*/ 38 w 1185"/>
              <a:gd name="T39" fmla="*/ 1232 h 1468"/>
              <a:gd name="T40" fmla="*/ 47 w 1185"/>
              <a:gd name="T41" fmla="*/ 1232 h 1468"/>
              <a:gd name="T42" fmla="*/ 521 w 1185"/>
              <a:gd name="T43" fmla="*/ 1232 h 1468"/>
              <a:gd name="T44" fmla="*/ 521 w 1185"/>
              <a:gd name="T45" fmla="*/ 1331 h 1468"/>
              <a:gd name="T46" fmla="*/ 431 w 1185"/>
              <a:gd name="T47" fmla="*/ 1468 h 1468"/>
              <a:gd name="T48" fmla="*/ 754 w 1185"/>
              <a:gd name="T49" fmla="*/ 1468 h 1468"/>
              <a:gd name="T50" fmla="*/ 662 w 1185"/>
              <a:gd name="T51" fmla="*/ 1334 h 1468"/>
              <a:gd name="T52" fmla="*/ 662 w 1185"/>
              <a:gd name="T53" fmla="*/ 1232 h 1468"/>
              <a:gd name="T54" fmla="*/ 1138 w 1185"/>
              <a:gd name="T55" fmla="*/ 1232 h 1468"/>
              <a:gd name="T56" fmla="*/ 1138 w 1185"/>
              <a:gd name="T57" fmla="*/ 1232 h 1468"/>
              <a:gd name="T58" fmla="*/ 1147 w 1185"/>
              <a:gd name="T59" fmla="*/ 1232 h 1468"/>
              <a:gd name="T60" fmla="*/ 1156 w 1185"/>
              <a:gd name="T61" fmla="*/ 1229 h 1468"/>
              <a:gd name="T62" fmla="*/ 1164 w 1185"/>
              <a:gd name="T63" fmla="*/ 1224 h 1468"/>
              <a:gd name="T64" fmla="*/ 1171 w 1185"/>
              <a:gd name="T65" fmla="*/ 1218 h 1468"/>
              <a:gd name="T66" fmla="*/ 1177 w 1185"/>
              <a:gd name="T67" fmla="*/ 1211 h 1468"/>
              <a:gd name="T68" fmla="*/ 1181 w 1185"/>
              <a:gd name="T69" fmla="*/ 1203 h 1468"/>
              <a:gd name="T70" fmla="*/ 1183 w 1185"/>
              <a:gd name="T71" fmla="*/ 1194 h 1468"/>
              <a:gd name="T72" fmla="*/ 1185 w 1185"/>
              <a:gd name="T73" fmla="*/ 1185 h 1468"/>
              <a:gd name="T74" fmla="*/ 1185 w 1185"/>
              <a:gd name="T75" fmla="*/ 525 h 1468"/>
              <a:gd name="T76" fmla="*/ 1185 w 1185"/>
              <a:gd name="T77" fmla="*/ 525 h 1468"/>
              <a:gd name="T78" fmla="*/ 1183 w 1185"/>
              <a:gd name="T79" fmla="*/ 515 h 1468"/>
              <a:gd name="T80" fmla="*/ 1181 w 1185"/>
              <a:gd name="T81" fmla="*/ 507 h 1468"/>
              <a:gd name="T82" fmla="*/ 1177 w 1185"/>
              <a:gd name="T83" fmla="*/ 499 h 1468"/>
              <a:gd name="T84" fmla="*/ 1171 w 1185"/>
              <a:gd name="T85" fmla="*/ 491 h 1468"/>
              <a:gd name="T86" fmla="*/ 1164 w 1185"/>
              <a:gd name="T87" fmla="*/ 485 h 1468"/>
              <a:gd name="T88" fmla="*/ 1156 w 1185"/>
              <a:gd name="T89" fmla="*/ 482 h 1468"/>
              <a:gd name="T90" fmla="*/ 1147 w 1185"/>
              <a:gd name="T91" fmla="*/ 478 h 1468"/>
              <a:gd name="T92" fmla="*/ 1138 w 1185"/>
              <a:gd name="T93" fmla="*/ 477 h 1468"/>
              <a:gd name="T94" fmla="*/ 1138 w 1185"/>
              <a:gd name="T95" fmla="*/ 477 h 1468"/>
              <a:gd name="T96" fmla="*/ 1042 w 1185"/>
              <a:gd name="T97" fmla="*/ 1093 h 1468"/>
              <a:gd name="T98" fmla="*/ 143 w 1185"/>
              <a:gd name="T99" fmla="*/ 1093 h 1468"/>
              <a:gd name="T100" fmla="*/ 143 w 1185"/>
              <a:gd name="T101" fmla="*/ 615 h 1468"/>
              <a:gd name="T102" fmla="*/ 1042 w 1185"/>
              <a:gd name="T103" fmla="*/ 615 h 1468"/>
              <a:gd name="T104" fmla="*/ 1042 w 1185"/>
              <a:gd name="T105" fmla="*/ 1093 h 1468"/>
              <a:gd name="T106" fmla="*/ 806 w 1185"/>
              <a:gd name="T107" fmla="*/ 244 h 1468"/>
              <a:gd name="T108" fmla="*/ 664 w 1185"/>
              <a:gd name="T109" fmla="*/ 265 h 1468"/>
              <a:gd name="T110" fmla="*/ 664 w 1185"/>
              <a:gd name="T111" fmla="*/ 0 h 1468"/>
              <a:gd name="T112" fmla="*/ 474 w 1185"/>
              <a:gd name="T113" fmla="*/ 0 h 1468"/>
              <a:gd name="T114" fmla="*/ 474 w 1185"/>
              <a:gd name="T115" fmla="*/ 265 h 1468"/>
              <a:gd name="T116" fmla="*/ 332 w 1185"/>
              <a:gd name="T117" fmla="*/ 241 h 1468"/>
              <a:gd name="T118" fmla="*/ 566 w 1185"/>
              <a:gd name="T119" fmla="*/ 430 h 1468"/>
              <a:gd name="T120" fmla="*/ 806 w 1185"/>
              <a:gd name="T121" fmla="*/ 244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85" h="1468">
                <a:moveTo>
                  <a:pt x="1138" y="477"/>
                </a:moveTo>
                <a:lnTo>
                  <a:pt x="47" y="477"/>
                </a:lnTo>
                <a:lnTo>
                  <a:pt x="47" y="477"/>
                </a:lnTo>
                <a:lnTo>
                  <a:pt x="38" y="478"/>
                </a:lnTo>
                <a:lnTo>
                  <a:pt x="29" y="482"/>
                </a:lnTo>
                <a:lnTo>
                  <a:pt x="21" y="485"/>
                </a:lnTo>
                <a:lnTo>
                  <a:pt x="14" y="491"/>
                </a:lnTo>
                <a:lnTo>
                  <a:pt x="8" y="499"/>
                </a:lnTo>
                <a:lnTo>
                  <a:pt x="4" y="507"/>
                </a:lnTo>
                <a:lnTo>
                  <a:pt x="1" y="515"/>
                </a:lnTo>
                <a:lnTo>
                  <a:pt x="0" y="525"/>
                </a:lnTo>
                <a:lnTo>
                  <a:pt x="0" y="1185"/>
                </a:lnTo>
                <a:lnTo>
                  <a:pt x="0" y="1185"/>
                </a:lnTo>
                <a:lnTo>
                  <a:pt x="1" y="1194"/>
                </a:lnTo>
                <a:lnTo>
                  <a:pt x="4" y="1203"/>
                </a:lnTo>
                <a:lnTo>
                  <a:pt x="8" y="1211"/>
                </a:lnTo>
                <a:lnTo>
                  <a:pt x="14" y="1218"/>
                </a:lnTo>
                <a:lnTo>
                  <a:pt x="21" y="1224"/>
                </a:lnTo>
                <a:lnTo>
                  <a:pt x="29" y="1229"/>
                </a:lnTo>
                <a:lnTo>
                  <a:pt x="38" y="1232"/>
                </a:lnTo>
                <a:lnTo>
                  <a:pt x="47" y="1232"/>
                </a:lnTo>
                <a:lnTo>
                  <a:pt x="521" y="1232"/>
                </a:lnTo>
                <a:lnTo>
                  <a:pt x="521" y="1331"/>
                </a:lnTo>
                <a:lnTo>
                  <a:pt x="431" y="1468"/>
                </a:lnTo>
                <a:lnTo>
                  <a:pt x="754" y="1468"/>
                </a:lnTo>
                <a:lnTo>
                  <a:pt x="662" y="1334"/>
                </a:lnTo>
                <a:lnTo>
                  <a:pt x="662" y="1232"/>
                </a:lnTo>
                <a:lnTo>
                  <a:pt x="1138" y="1232"/>
                </a:lnTo>
                <a:lnTo>
                  <a:pt x="1138" y="1232"/>
                </a:lnTo>
                <a:lnTo>
                  <a:pt x="1147" y="1232"/>
                </a:lnTo>
                <a:lnTo>
                  <a:pt x="1156" y="1229"/>
                </a:lnTo>
                <a:lnTo>
                  <a:pt x="1164" y="1224"/>
                </a:lnTo>
                <a:lnTo>
                  <a:pt x="1171" y="1218"/>
                </a:lnTo>
                <a:lnTo>
                  <a:pt x="1177" y="1211"/>
                </a:lnTo>
                <a:lnTo>
                  <a:pt x="1181" y="1203"/>
                </a:lnTo>
                <a:lnTo>
                  <a:pt x="1183" y="1194"/>
                </a:lnTo>
                <a:lnTo>
                  <a:pt x="1185" y="1185"/>
                </a:lnTo>
                <a:lnTo>
                  <a:pt x="1185" y="525"/>
                </a:lnTo>
                <a:lnTo>
                  <a:pt x="1185" y="525"/>
                </a:lnTo>
                <a:lnTo>
                  <a:pt x="1183" y="515"/>
                </a:lnTo>
                <a:lnTo>
                  <a:pt x="1181" y="507"/>
                </a:lnTo>
                <a:lnTo>
                  <a:pt x="1177" y="499"/>
                </a:lnTo>
                <a:lnTo>
                  <a:pt x="1171" y="491"/>
                </a:lnTo>
                <a:lnTo>
                  <a:pt x="1164" y="485"/>
                </a:lnTo>
                <a:lnTo>
                  <a:pt x="1156" y="482"/>
                </a:lnTo>
                <a:lnTo>
                  <a:pt x="1147" y="478"/>
                </a:lnTo>
                <a:lnTo>
                  <a:pt x="1138" y="477"/>
                </a:lnTo>
                <a:lnTo>
                  <a:pt x="1138" y="477"/>
                </a:lnTo>
                <a:close/>
                <a:moveTo>
                  <a:pt x="1042" y="1093"/>
                </a:moveTo>
                <a:lnTo>
                  <a:pt x="143" y="1093"/>
                </a:lnTo>
                <a:lnTo>
                  <a:pt x="143" y="615"/>
                </a:lnTo>
                <a:lnTo>
                  <a:pt x="1042" y="615"/>
                </a:lnTo>
                <a:lnTo>
                  <a:pt x="1042" y="1093"/>
                </a:lnTo>
                <a:close/>
                <a:moveTo>
                  <a:pt x="806" y="244"/>
                </a:moveTo>
                <a:lnTo>
                  <a:pt x="664" y="265"/>
                </a:lnTo>
                <a:lnTo>
                  <a:pt x="664" y="0"/>
                </a:lnTo>
                <a:lnTo>
                  <a:pt x="474" y="0"/>
                </a:lnTo>
                <a:lnTo>
                  <a:pt x="474" y="265"/>
                </a:lnTo>
                <a:lnTo>
                  <a:pt x="332" y="241"/>
                </a:lnTo>
                <a:lnTo>
                  <a:pt x="566" y="430"/>
                </a:lnTo>
                <a:lnTo>
                  <a:pt x="806" y="24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7" name="Freeform 126"/>
          <p:cNvSpPr>
            <a:spLocks noChangeAspect="1" noEditPoints="1"/>
          </p:cNvSpPr>
          <p:nvPr/>
        </p:nvSpPr>
        <p:spPr bwMode="auto">
          <a:xfrm>
            <a:off x="2756756" y="2928754"/>
            <a:ext cx="1080000" cy="1000491"/>
          </a:xfrm>
          <a:custGeom>
            <a:avLst/>
            <a:gdLst>
              <a:gd name="T0" fmla="*/ 60 w 1469"/>
              <a:gd name="T1" fmla="*/ 36 h 1359"/>
              <a:gd name="T2" fmla="*/ 0 w 1469"/>
              <a:gd name="T3" fmla="*/ 1196 h 1359"/>
              <a:gd name="T4" fmla="*/ 60 w 1469"/>
              <a:gd name="T5" fmla="*/ 1323 h 1359"/>
              <a:gd name="T6" fmla="*/ 1322 w 1469"/>
              <a:gd name="T7" fmla="*/ 1358 h 1359"/>
              <a:gd name="T8" fmla="*/ 1450 w 1469"/>
              <a:gd name="T9" fmla="*/ 1274 h 1359"/>
              <a:gd name="T10" fmla="*/ 1462 w 1469"/>
              <a:gd name="T11" fmla="*/ 114 h 1359"/>
              <a:gd name="T12" fmla="*/ 1354 w 1469"/>
              <a:gd name="T13" fmla="*/ 6 h 1359"/>
              <a:gd name="T14" fmla="*/ 904 w 1469"/>
              <a:gd name="T15" fmla="*/ 117 h 1359"/>
              <a:gd name="T16" fmla="*/ 912 w 1469"/>
              <a:gd name="T17" fmla="*/ 200 h 1359"/>
              <a:gd name="T18" fmla="*/ 553 w 1469"/>
              <a:gd name="T19" fmla="*/ 199 h 1359"/>
              <a:gd name="T20" fmla="*/ 561 w 1469"/>
              <a:gd name="T21" fmla="*/ 117 h 1359"/>
              <a:gd name="T22" fmla="*/ 604 w 1469"/>
              <a:gd name="T23" fmla="*/ 406 h 1359"/>
              <a:gd name="T24" fmla="*/ 828 w 1469"/>
              <a:gd name="T25" fmla="*/ 379 h 1359"/>
              <a:gd name="T26" fmla="*/ 871 w 1469"/>
              <a:gd name="T27" fmla="*/ 433 h 1359"/>
              <a:gd name="T28" fmla="*/ 1062 w 1469"/>
              <a:gd name="T29" fmla="*/ 715 h 1359"/>
              <a:gd name="T30" fmla="*/ 723 w 1469"/>
              <a:gd name="T31" fmla="*/ 1037 h 1359"/>
              <a:gd name="T32" fmla="*/ 410 w 1469"/>
              <a:gd name="T33" fmla="*/ 712 h 1359"/>
              <a:gd name="T34" fmla="*/ 399 w 1469"/>
              <a:gd name="T35" fmla="*/ 111 h 1359"/>
              <a:gd name="T36" fmla="*/ 424 w 1469"/>
              <a:gd name="T37" fmla="*/ 188 h 1359"/>
              <a:gd name="T38" fmla="*/ 246 w 1469"/>
              <a:gd name="T39" fmla="*/ 219 h 1359"/>
              <a:gd name="T40" fmla="*/ 218 w 1469"/>
              <a:gd name="T41" fmla="*/ 328 h 1359"/>
              <a:gd name="T42" fmla="*/ 147 w 1469"/>
              <a:gd name="T43" fmla="*/ 381 h 1359"/>
              <a:gd name="T44" fmla="*/ 108 w 1469"/>
              <a:gd name="T45" fmla="*/ 256 h 1359"/>
              <a:gd name="T46" fmla="*/ 160 w 1469"/>
              <a:gd name="T47" fmla="*/ 132 h 1359"/>
              <a:gd name="T48" fmla="*/ 218 w 1469"/>
              <a:gd name="T49" fmla="*/ 535 h 1359"/>
              <a:gd name="T50" fmla="*/ 164 w 1469"/>
              <a:gd name="T51" fmla="*/ 819 h 1359"/>
              <a:gd name="T52" fmla="*/ 109 w 1469"/>
              <a:gd name="T53" fmla="*/ 535 h 1359"/>
              <a:gd name="T54" fmla="*/ 164 w 1469"/>
              <a:gd name="T55" fmla="*/ 480 h 1359"/>
              <a:gd name="T56" fmla="*/ 388 w 1469"/>
              <a:gd name="T57" fmla="*/ 1250 h 1359"/>
              <a:gd name="T58" fmla="*/ 160 w 1469"/>
              <a:gd name="T59" fmla="*/ 1229 h 1359"/>
              <a:gd name="T60" fmla="*/ 110 w 1469"/>
              <a:gd name="T61" fmla="*/ 1146 h 1359"/>
              <a:gd name="T62" fmla="*/ 153 w 1469"/>
              <a:gd name="T63" fmla="*/ 925 h 1359"/>
              <a:gd name="T64" fmla="*/ 218 w 1469"/>
              <a:gd name="T65" fmla="*/ 973 h 1359"/>
              <a:gd name="T66" fmla="*/ 246 w 1469"/>
              <a:gd name="T67" fmla="*/ 1132 h 1359"/>
              <a:gd name="T68" fmla="*/ 433 w 1469"/>
              <a:gd name="T69" fmla="*/ 1162 h 1359"/>
              <a:gd name="T70" fmla="*/ 409 w 1469"/>
              <a:gd name="T71" fmla="*/ 1246 h 1359"/>
              <a:gd name="T72" fmla="*/ 554 w 1469"/>
              <a:gd name="T73" fmla="*/ 1233 h 1359"/>
              <a:gd name="T74" fmla="*/ 562 w 1469"/>
              <a:gd name="T75" fmla="*/ 1148 h 1359"/>
              <a:gd name="T76" fmla="*/ 917 w 1469"/>
              <a:gd name="T77" fmla="*/ 1163 h 1359"/>
              <a:gd name="T78" fmla="*/ 896 w 1469"/>
              <a:gd name="T79" fmla="*/ 1246 h 1359"/>
              <a:gd name="T80" fmla="*/ 1350 w 1469"/>
              <a:gd name="T81" fmla="*/ 1153 h 1359"/>
              <a:gd name="T82" fmla="*/ 1273 w 1469"/>
              <a:gd name="T83" fmla="*/ 1241 h 1359"/>
              <a:gd name="T84" fmla="*/ 1048 w 1469"/>
              <a:gd name="T85" fmla="*/ 1233 h 1359"/>
              <a:gd name="T86" fmla="*/ 1056 w 1469"/>
              <a:gd name="T87" fmla="*/ 1149 h 1359"/>
              <a:gd name="T88" fmla="*/ 1233 w 1469"/>
              <a:gd name="T89" fmla="*/ 1126 h 1359"/>
              <a:gd name="T90" fmla="*/ 1256 w 1469"/>
              <a:gd name="T91" fmla="*/ 952 h 1359"/>
              <a:gd name="T92" fmla="*/ 1336 w 1469"/>
              <a:gd name="T93" fmla="*/ 928 h 1359"/>
              <a:gd name="T94" fmla="*/ 1357 w 1469"/>
              <a:gd name="T95" fmla="*/ 788 h 1359"/>
              <a:gd name="T96" fmla="*/ 1276 w 1469"/>
              <a:gd name="T97" fmla="*/ 812 h 1359"/>
              <a:gd name="T98" fmla="*/ 1261 w 1469"/>
              <a:gd name="T99" fmla="*/ 510 h 1359"/>
              <a:gd name="T100" fmla="*/ 1345 w 1469"/>
              <a:gd name="T101" fmla="*/ 502 h 1359"/>
              <a:gd name="T102" fmla="*/ 1351 w 1469"/>
              <a:gd name="T103" fmla="*/ 358 h 1359"/>
              <a:gd name="T104" fmla="*/ 1268 w 1469"/>
              <a:gd name="T105" fmla="*/ 366 h 1359"/>
              <a:gd name="T106" fmla="*/ 1243 w 1469"/>
              <a:gd name="T107" fmla="*/ 241 h 1359"/>
              <a:gd name="T108" fmla="*/ 1074 w 1469"/>
              <a:gd name="T109" fmla="*/ 215 h 1359"/>
              <a:gd name="T110" fmla="*/ 1035 w 1469"/>
              <a:gd name="T111" fmla="*/ 138 h 1359"/>
              <a:gd name="T112" fmla="*/ 1225 w 1469"/>
              <a:gd name="T113" fmla="*/ 106 h 1359"/>
              <a:gd name="T114" fmla="*/ 1340 w 1469"/>
              <a:gd name="T115" fmla="*/ 156 h 1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69" h="1359">
                <a:moveTo>
                  <a:pt x="1306" y="0"/>
                </a:moveTo>
                <a:lnTo>
                  <a:pt x="163" y="0"/>
                </a:lnTo>
                <a:lnTo>
                  <a:pt x="163" y="0"/>
                </a:lnTo>
                <a:lnTo>
                  <a:pt x="147" y="1"/>
                </a:lnTo>
                <a:lnTo>
                  <a:pt x="131" y="3"/>
                </a:lnTo>
                <a:lnTo>
                  <a:pt x="115" y="6"/>
                </a:lnTo>
                <a:lnTo>
                  <a:pt x="100" y="12"/>
                </a:lnTo>
                <a:lnTo>
                  <a:pt x="85" y="19"/>
                </a:lnTo>
                <a:lnTo>
                  <a:pt x="72" y="27"/>
                </a:lnTo>
                <a:lnTo>
                  <a:pt x="60" y="36"/>
                </a:lnTo>
                <a:lnTo>
                  <a:pt x="48" y="48"/>
                </a:lnTo>
                <a:lnTo>
                  <a:pt x="37" y="59"/>
                </a:lnTo>
                <a:lnTo>
                  <a:pt x="28" y="72"/>
                </a:lnTo>
                <a:lnTo>
                  <a:pt x="20" y="85"/>
                </a:lnTo>
                <a:lnTo>
                  <a:pt x="13" y="99"/>
                </a:lnTo>
                <a:lnTo>
                  <a:pt x="7" y="114"/>
                </a:lnTo>
                <a:lnTo>
                  <a:pt x="4" y="130"/>
                </a:lnTo>
                <a:lnTo>
                  <a:pt x="1" y="146"/>
                </a:lnTo>
                <a:lnTo>
                  <a:pt x="0" y="163"/>
                </a:lnTo>
                <a:lnTo>
                  <a:pt x="0" y="1196"/>
                </a:lnTo>
                <a:lnTo>
                  <a:pt x="0" y="1196"/>
                </a:lnTo>
                <a:lnTo>
                  <a:pt x="1" y="1214"/>
                </a:lnTo>
                <a:lnTo>
                  <a:pt x="4" y="1230"/>
                </a:lnTo>
                <a:lnTo>
                  <a:pt x="7" y="1245"/>
                </a:lnTo>
                <a:lnTo>
                  <a:pt x="13" y="1260"/>
                </a:lnTo>
                <a:lnTo>
                  <a:pt x="20" y="1274"/>
                </a:lnTo>
                <a:lnTo>
                  <a:pt x="28" y="1287"/>
                </a:lnTo>
                <a:lnTo>
                  <a:pt x="37" y="1300"/>
                </a:lnTo>
                <a:lnTo>
                  <a:pt x="48" y="1312"/>
                </a:lnTo>
                <a:lnTo>
                  <a:pt x="60" y="1323"/>
                </a:lnTo>
                <a:lnTo>
                  <a:pt x="72" y="1332"/>
                </a:lnTo>
                <a:lnTo>
                  <a:pt x="85" y="1340"/>
                </a:lnTo>
                <a:lnTo>
                  <a:pt x="100" y="1347"/>
                </a:lnTo>
                <a:lnTo>
                  <a:pt x="115" y="1353"/>
                </a:lnTo>
                <a:lnTo>
                  <a:pt x="131" y="1356"/>
                </a:lnTo>
                <a:lnTo>
                  <a:pt x="147" y="1358"/>
                </a:lnTo>
                <a:lnTo>
                  <a:pt x="163" y="1359"/>
                </a:lnTo>
                <a:lnTo>
                  <a:pt x="1306" y="1359"/>
                </a:lnTo>
                <a:lnTo>
                  <a:pt x="1306" y="1359"/>
                </a:lnTo>
                <a:lnTo>
                  <a:pt x="1322" y="1358"/>
                </a:lnTo>
                <a:lnTo>
                  <a:pt x="1338" y="1356"/>
                </a:lnTo>
                <a:lnTo>
                  <a:pt x="1354" y="1353"/>
                </a:lnTo>
                <a:lnTo>
                  <a:pt x="1369" y="1347"/>
                </a:lnTo>
                <a:lnTo>
                  <a:pt x="1384" y="1340"/>
                </a:lnTo>
                <a:lnTo>
                  <a:pt x="1397" y="1332"/>
                </a:lnTo>
                <a:lnTo>
                  <a:pt x="1409" y="1323"/>
                </a:lnTo>
                <a:lnTo>
                  <a:pt x="1421" y="1312"/>
                </a:lnTo>
                <a:lnTo>
                  <a:pt x="1432" y="1300"/>
                </a:lnTo>
                <a:lnTo>
                  <a:pt x="1441" y="1287"/>
                </a:lnTo>
                <a:lnTo>
                  <a:pt x="1450" y="1274"/>
                </a:lnTo>
                <a:lnTo>
                  <a:pt x="1456" y="1260"/>
                </a:lnTo>
                <a:lnTo>
                  <a:pt x="1462" y="1245"/>
                </a:lnTo>
                <a:lnTo>
                  <a:pt x="1466" y="1230"/>
                </a:lnTo>
                <a:lnTo>
                  <a:pt x="1468" y="1214"/>
                </a:lnTo>
                <a:lnTo>
                  <a:pt x="1469" y="1196"/>
                </a:lnTo>
                <a:lnTo>
                  <a:pt x="1469" y="163"/>
                </a:lnTo>
                <a:lnTo>
                  <a:pt x="1469" y="163"/>
                </a:lnTo>
                <a:lnTo>
                  <a:pt x="1468" y="146"/>
                </a:lnTo>
                <a:lnTo>
                  <a:pt x="1466" y="130"/>
                </a:lnTo>
                <a:lnTo>
                  <a:pt x="1462" y="114"/>
                </a:lnTo>
                <a:lnTo>
                  <a:pt x="1456" y="99"/>
                </a:lnTo>
                <a:lnTo>
                  <a:pt x="1450" y="85"/>
                </a:lnTo>
                <a:lnTo>
                  <a:pt x="1441" y="72"/>
                </a:lnTo>
                <a:lnTo>
                  <a:pt x="1432" y="59"/>
                </a:lnTo>
                <a:lnTo>
                  <a:pt x="1421" y="48"/>
                </a:lnTo>
                <a:lnTo>
                  <a:pt x="1409" y="36"/>
                </a:lnTo>
                <a:lnTo>
                  <a:pt x="1397" y="27"/>
                </a:lnTo>
                <a:lnTo>
                  <a:pt x="1384" y="19"/>
                </a:lnTo>
                <a:lnTo>
                  <a:pt x="1369" y="12"/>
                </a:lnTo>
                <a:lnTo>
                  <a:pt x="1354" y="6"/>
                </a:lnTo>
                <a:lnTo>
                  <a:pt x="1338" y="3"/>
                </a:lnTo>
                <a:lnTo>
                  <a:pt x="1322" y="1"/>
                </a:lnTo>
                <a:lnTo>
                  <a:pt x="1306" y="0"/>
                </a:lnTo>
                <a:lnTo>
                  <a:pt x="1306" y="0"/>
                </a:lnTo>
                <a:close/>
                <a:moveTo>
                  <a:pt x="592" y="107"/>
                </a:moveTo>
                <a:lnTo>
                  <a:pt x="875" y="107"/>
                </a:lnTo>
                <a:lnTo>
                  <a:pt x="875" y="107"/>
                </a:lnTo>
                <a:lnTo>
                  <a:pt x="885" y="109"/>
                </a:lnTo>
                <a:lnTo>
                  <a:pt x="895" y="112"/>
                </a:lnTo>
                <a:lnTo>
                  <a:pt x="904" y="117"/>
                </a:lnTo>
                <a:lnTo>
                  <a:pt x="912" y="124"/>
                </a:lnTo>
                <a:lnTo>
                  <a:pt x="919" y="132"/>
                </a:lnTo>
                <a:lnTo>
                  <a:pt x="925" y="141"/>
                </a:lnTo>
                <a:lnTo>
                  <a:pt x="927" y="151"/>
                </a:lnTo>
                <a:lnTo>
                  <a:pt x="929" y="161"/>
                </a:lnTo>
                <a:lnTo>
                  <a:pt x="929" y="161"/>
                </a:lnTo>
                <a:lnTo>
                  <a:pt x="927" y="173"/>
                </a:lnTo>
                <a:lnTo>
                  <a:pt x="925" y="183"/>
                </a:lnTo>
                <a:lnTo>
                  <a:pt x="919" y="192"/>
                </a:lnTo>
                <a:lnTo>
                  <a:pt x="912" y="200"/>
                </a:lnTo>
                <a:lnTo>
                  <a:pt x="904" y="207"/>
                </a:lnTo>
                <a:lnTo>
                  <a:pt x="895" y="212"/>
                </a:lnTo>
                <a:lnTo>
                  <a:pt x="885" y="215"/>
                </a:lnTo>
                <a:lnTo>
                  <a:pt x="875" y="216"/>
                </a:lnTo>
                <a:lnTo>
                  <a:pt x="592" y="216"/>
                </a:lnTo>
                <a:lnTo>
                  <a:pt x="592" y="216"/>
                </a:lnTo>
                <a:lnTo>
                  <a:pt x="581" y="215"/>
                </a:lnTo>
                <a:lnTo>
                  <a:pt x="570" y="212"/>
                </a:lnTo>
                <a:lnTo>
                  <a:pt x="561" y="206"/>
                </a:lnTo>
                <a:lnTo>
                  <a:pt x="553" y="199"/>
                </a:lnTo>
                <a:lnTo>
                  <a:pt x="548" y="191"/>
                </a:lnTo>
                <a:lnTo>
                  <a:pt x="542" y="182"/>
                </a:lnTo>
                <a:lnTo>
                  <a:pt x="538" y="171"/>
                </a:lnTo>
                <a:lnTo>
                  <a:pt x="538" y="160"/>
                </a:lnTo>
                <a:lnTo>
                  <a:pt x="538" y="160"/>
                </a:lnTo>
                <a:lnTo>
                  <a:pt x="538" y="149"/>
                </a:lnTo>
                <a:lnTo>
                  <a:pt x="542" y="140"/>
                </a:lnTo>
                <a:lnTo>
                  <a:pt x="548" y="130"/>
                </a:lnTo>
                <a:lnTo>
                  <a:pt x="553" y="122"/>
                </a:lnTo>
                <a:lnTo>
                  <a:pt x="561" y="117"/>
                </a:lnTo>
                <a:lnTo>
                  <a:pt x="570" y="111"/>
                </a:lnTo>
                <a:lnTo>
                  <a:pt x="581" y="109"/>
                </a:lnTo>
                <a:lnTo>
                  <a:pt x="592" y="107"/>
                </a:lnTo>
                <a:lnTo>
                  <a:pt x="592" y="107"/>
                </a:lnTo>
                <a:close/>
                <a:moveTo>
                  <a:pt x="598" y="706"/>
                </a:moveTo>
                <a:lnTo>
                  <a:pt x="598" y="430"/>
                </a:lnTo>
                <a:lnTo>
                  <a:pt x="598" y="430"/>
                </a:lnTo>
                <a:lnTo>
                  <a:pt x="599" y="421"/>
                </a:lnTo>
                <a:lnTo>
                  <a:pt x="600" y="413"/>
                </a:lnTo>
                <a:lnTo>
                  <a:pt x="604" y="406"/>
                </a:lnTo>
                <a:lnTo>
                  <a:pt x="607" y="400"/>
                </a:lnTo>
                <a:lnTo>
                  <a:pt x="612" y="395"/>
                </a:lnTo>
                <a:lnTo>
                  <a:pt x="616" y="391"/>
                </a:lnTo>
                <a:lnTo>
                  <a:pt x="627" y="385"/>
                </a:lnTo>
                <a:lnTo>
                  <a:pt x="636" y="382"/>
                </a:lnTo>
                <a:lnTo>
                  <a:pt x="644" y="379"/>
                </a:lnTo>
                <a:lnTo>
                  <a:pt x="653" y="379"/>
                </a:lnTo>
                <a:lnTo>
                  <a:pt x="818" y="379"/>
                </a:lnTo>
                <a:lnTo>
                  <a:pt x="818" y="379"/>
                </a:lnTo>
                <a:lnTo>
                  <a:pt x="828" y="379"/>
                </a:lnTo>
                <a:lnTo>
                  <a:pt x="836" y="382"/>
                </a:lnTo>
                <a:lnTo>
                  <a:pt x="842" y="385"/>
                </a:lnTo>
                <a:lnTo>
                  <a:pt x="848" y="389"/>
                </a:lnTo>
                <a:lnTo>
                  <a:pt x="854" y="392"/>
                </a:lnTo>
                <a:lnTo>
                  <a:pt x="857" y="397"/>
                </a:lnTo>
                <a:lnTo>
                  <a:pt x="861" y="402"/>
                </a:lnTo>
                <a:lnTo>
                  <a:pt x="864" y="407"/>
                </a:lnTo>
                <a:lnTo>
                  <a:pt x="868" y="416"/>
                </a:lnTo>
                <a:lnTo>
                  <a:pt x="870" y="425"/>
                </a:lnTo>
                <a:lnTo>
                  <a:pt x="871" y="433"/>
                </a:lnTo>
                <a:lnTo>
                  <a:pt x="871" y="706"/>
                </a:lnTo>
                <a:lnTo>
                  <a:pt x="1028" y="705"/>
                </a:lnTo>
                <a:lnTo>
                  <a:pt x="1028" y="705"/>
                </a:lnTo>
                <a:lnTo>
                  <a:pt x="1036" y="704"/>
                </a:lnTo>
                <a:lnTo>
                  <a:pt x="1043" y="704"/>
                </a:lnTo>
                <a:lnTo>
                  <a:pt x="1051" y="705"/>
                </a:lnTo>
                <a:lnTo>
                  <a:pt x="1058" y="708"/>
                </a:lnTo>
                <a:lnTo>
                  <a:pt x="1060" y="710"/>
                </a:lnTo>
                <a:lnTo>
                  <a:pt x="1062" y="712"/>
                </a:lnTo>
                <a:lnTo>
                  <a:pt x="1062" y="715"/>
                </a:lnTo>
                <a:lnTo>
                  <a:pt x="1060" y="718"/>
                </a:lnTo>
                <a:lnTo>
                  <a:pt x="1058" y="723"/>
                </a:lnTo>
                <a:lnTo>
                  <a:pt x="1054" y="728"/>
                </a:lnTo>
                <a:lnTo>
                  <a:pt x="741" y="1031"/>
                </a:lnTo>
                <a:lnTo>
                  <a:pt x="741" y="1031"/>
                </a:lnTo>
                <a:lnTo>
                  <a:pt x="739" y="1034"/>
                </a:lnTo>
                <a:lnTo>
                  <a:pt x="737" y="1035"/>
                </a:lnTo>
                <a:lnTo>
                  <a:pt x="732" y="1037"/>
                </a:lnTo>
                <a:lnTo>
                  <a:pt x="728" y="1038"/>
                </a:lnTo>
                <a:lnTo>
                  <a:pt x="723" y="1037"/>
                </a:lnTo>
                <a:lnTo>
                  <a:pt x="717" y="1036"/>
                </a:lnTo>
                <a:lnTo>
                  <a:pt x="710" y="1031"/>
                </a:lnTo>
                <a:lnTo>
                  <a:pt x="413" y="731"/>
                </a:lnTo>
                <a:lnTo>
                  <a:pt x="413" y="731"/>
                </a:lnTo>
                <a:lnTo>
                  <a:pt x="410" y="727"/>
                </a:lnTo>
                <a:lnTo>
                  <a:pt x="407" y="723"/>
                </a:lnTo>
                <a:lnTo>
                  <a:pt x="406" y="718"/>
                </a:lnTo>
                <a:lnTo>
                  <a:pt x="406" y="717"/>
                </a:lnTo>
                <a:lnTo>
                  <a:pt x="407" y="715"/>
                </a:lnTo>
                <a:lnTo>
                  <a:pt x="410" y="712"/>
                </a:lnTo>
                <a:lnTo>
                  <a:pt x="413" y="710"/>
                </a:lnTo>
                <a:lnTo>
                  <a:pt x="418" y="709"/>
                </a:lnTo>
                <a:lnTo>
                  <a:pt x="424" y="708"/>
                </a:lnTo>
                <a:lnTo>
                  <a:pt x="441" y="706"/>
                </a:lnTo>
                <a:lnTo>
                  <a:pt x="598" y="706"/>
                </a:lnTo>
                <a:close/>
                <a:moveTo>
                  <a:pt x="235" y="107"/>
                </a:moveTo>
                <a:lnTo>
                  <a:pt x="378" y="107"/>
                </a:lnTo>
                <a:lnTo>
                  <a:pt x="378" y="107"/>
                </a:lnTo>
                <a:lnTo>
                  <a:pt x="389" y="109"/>
                </a:lnTo>
                <a:lnTo>
                  <a:pt x="399" y="111"/>
                </a:lnTo>
                <a:lnTo>
                  <a:pt x="409" y="116"/>
                </a:lnTo>
                <a:lnTo>
                  <a:pt x="417" y="120"/>
                </a:lnTo>
                <a:lnTo>
                  <a:pt x="424" y="127"/>
                </a:lnTo>
                <a:lnTo>
                  <a:pt x="428" y="135"/>
                </a:lnTo>
                <a:lnTo>
                  <a:pt x="432" y="145"/>
                </a:lnTo>
                <a:lnTo>
                  <a:pt x="433" y="156"/>
                </a:lnTo>
                <a:lnTo>
                  <a:pt x="433" y="156"/>
                </a:lnTo>
                <a:lnTo>
                  <a:pt x="432" y="167"/>
                </a:lnTo>
                <a:lnTo>
                  <a:pt x="428" y="177"/>
                </a:lnTo>
                <a:lnTo>
                  <a:pt x="424" y="188"/>
                </a:lnTo>
                <a:lnTo>
                  <a:pt x="417" y="197"/>
                </a:lnTo>
                <a:lnTo>
                  <a:pt x="409" y="204"/>
                </a:lnTo>
                <a:lnTo>
                  <a:pt x="399" y="210"/>
                </a:lnTo>
                <a:lnTo>
                  <a:pt x="389" y="214"/>
                </a:lnTo>
                <a:lnTo>
                  <a:pt x="378" y="215"/>
                </a:lnTo>
                <a:lnTo>
                  <a:pt x="273" y="215"/>
                </a:lnTo>
                <a:lnTo>
                  <a:pt x="273" y="215"/>
                </a:lnTo>
                <a:lnTo>
                  <a:pt x="265" y="215"/>
                </a:lnTo>
                <a:lnTo>
                  <a:pt x="256" y="215"/>
                </a:lnTo>
                <a:lnTo>
                  <a:pt x="246" y="219"/>
                </a:lnTo>
                <a:lnTo>
                  <a:pt x="240" y="220"/>
                </a:lnTo>
                <a:lnTo>
                  <a:pt x="235" y="223"/>
                </a:lnTo>
                <a:lnTo>
                  <a:pt x="231" y="227"/>
                </a:lnTo>
                <a:lnTo>
                  <a:pt x="226" y="231"/>
                </a:lnTo>
                <a:lnTo>
                  <a:pt x="223" y="237"/>
                </a:lnTo>
                <a:lnTo>
                  <a:pt x="220" y="244"/>
                </a:lnTo>
                <a:lnTo>
                  <a:pt x="218" y="253"/>
                </a:lnTo>
                <a:lnTo>
                  <a:pt x="218" y="262"/>
                </a:lnTo>
                <a:lnTo>
                  <a:pt x="218" y="328"/>
                </a:lnTo>
                <a:lnTo>
                  <a:pt x="218" y="328"/>
                </a:lnTo>
                <a:lnTo>
                  <a:pt x="217" y="338"/>
                </a:lnTo>
                <a:lnTo>
                  <a:pt x="212" y="348"/>
                </a:lnTo>
                <a:lnTo>
                  <a:pt x="207" y="358"/>
                </a:lnTo>
                <a:lnTo>
                  <a:pt x="200" y="366"/>
                </a:lnTo>
                <a:lnTo>
                  <a:pt x="191" y="373"/>
                </a:lnTo>
                <a:lnTo>
                  <a:pt x="180" y="377"/>
                </a:lnTo>
                <a:lnTo>
                  <a:pt x="170" y="381"/>
                </a:lnTo>
                <a:lnTo>
                  <a:pt x="158" y="382"/>
                </a:lnTo>
                <a:lnTo>
                  <a:pt x="158" y="382"/>
                </a:lnTo>
                <a:lnTo>
                  <a:pt x="147" y="381"/>
                </a:lnTo>
                <a:lnTo>
                  <a:pt x="138" y="377"/>
                </a:lnTo>
                <a:lnTo>
                  <a:pt x="129" y="373"/>
                </a:lnTo>
                <a:lnTo>
                  <a:pt x="122" y="366"/>
                </a:lnTo>
                <a:lnTo>
                  <a:pt x="116" y="358"/>
                </a:lnTo>
                <a:lnTo>
                  <a:pt x="111" y="348"/>
                </a:lnTo>
                <a:lnTo>
                  <a:pt x="108" y="338"/>
                </a:lnTo>
                <a:lnTo>
                  <a:pt x="107" y="328"/>
                </a:lnTo>
                <a:lnTo>
                  <a:pt x="107" y="262"/>
                </a:lnTo>
                <a:lnTo>
                  <a:pt x="107" y="262"/>
                </a:lnTo>
                <a:lnTo>
                  <a:pt x="108" y="256"/>
                </a:lnTo>
                <a:lnTo>
                  <a:pt x="109" y="238"/>
                </a:lnTo>
                <a:lnTo>
                  <a:pt x="110" y="226"/>
                </a:lnTo>
                <a:lnTo>
                  <a:pt x="113" y="213"/>
                </a:lnTo>
                <a:lnTo>
                  <a:pt x="117" y="199"/>
                </a:lnTo>
                <a:lnTo>
                  <a:pt x="122" y="184"/>
                </a:lnTo>
                <a:lnTo>
                  <a:pt x="129" y="171"/>
                </a:lnTo>
                <a:lnTo>
                  <a:pt x="137" y="157"/>
                </a:lnTo>
                <a:lnTo>
                  <a:pt x="147" y="144"/>
                </a:lnTo>
                <a:lnTo>
                  <a:pt x="153" y="137"/>
                </a:lnTo>
                <a:lnTo>
                  <a:pt x="160" y="132"/>
                </a:lnTo>
                <a:lnTo>
                  <a:pt x="167" y="127"/>
                </a:lnTo>
                <a:lnTo>
                  <a:pt x="175" y="122"/>
                </a:lnTo>
                <a:lnTo>
                  <a:pt x="183" y="118"/>
                </a:lnTo>
                <a:lnTo>
                  <a:pt x="192" y="114"/>
                </a:lnTo>
                <a:lnTo>
                  <a:pt x="202" y="112"/>
                </a:lnTo>
                <a:lnTo>
                  <a:pt x="212" y="110"/>
                </a:lnTo>
                <a:lnTo>
                  <a:pt x="223" y="109"/>
                </a:lnTo>
                <a:lnTo>
                  <a:pt x="235" y="107"/>
                </a:lnTo>
                <a:lnTo>
                  <a:pt x="235" y="107"/>
                </a:lnTo>
                <a:close/>
                <a:moveTo>
                  <a:pt x="218" y="535"/>
                </a:moveTo>
                <a:lnTo>
                  <a:pt x="218" y="764"/>
                </a:lnTo>
                <a:lnTo>
                  <a:pt x="218" y="764"/>
                </a:lnTo>
                <a:lnTo>
                  <a:pt x="217" y="775"/>
                </a:lnTo>
                <a:lnTo>
                  <a:pt x="214" y="786"/>
                </a:lnTo>
                <a:lnTo>
                  <a:pt x="209" y="795"/>
                </a:lnTo>
                <a:lnTo>
                  <a:pt x="202" y="803"/>
                </a:lnTo>
                <a:lnTo>
                  <a:pt x="194" y="810"/>
                </a:lnTo>
                <a:lnTo>
                  <a:pt x="185" y="814"/>
                </a:lnTo>
                <a:lnTo>
                  <a:pt x="175" y="818"/>
                </a:lnTo>
                <a:lnTo>
                  <a:pt x="164" y="819"/>
                </a:lnTo>
                <a:lnTo>
                  <a:pt x="164" y="819"/>
                </a:lnTo>
                <a:lnTo>
                  <a:pt x="153" y="818"/>
                </a:lnTo>
                <a:lnTo>
                  <a:pt x="142" y="814"/>
                </a:lnTo>
                <a:lnTo>
                  <a:pt x="133" y="810"/>
                </a:lnTo>
                <a:lnTo>
                  <a:pt x="125" y="803"/>
                </a:lnTo>
                <a:lnTo>
                  <a:pt x="118" y="795"/>
                </a:lnTo>
                <a:lnTo>
                  <a:pt x="114" y="786"/>
                </a:lnTo>
                <a:lnTo>
                  <a:pt x="110" y="775"/>
                </a:lnTo>
                <a:lnTo>
                  <a:pt x="109" y="764"/>
                </a:lnTo>
                <a:lnTo>
                  <a:pt x="109" y="535"/>
                </a:lnTo>
                <a:lnTo>
                  <a:pt x="109" y="535"/>
                </a:lnTo>
                <a:lnTo>
                  <a:pt x="110" y="524"/>
                </a:lnTo>
                <a:lnTo>
                  <a:pt x="114" y="514"/>
                </a:lnTo>
                <a:lnTo>
                  <a:pt x="118" y="505"/>
                </a:lnTo>
                <a:lnTo>
                  <a:pt x="125" y="496"/>
                </a:lnTo>
                <a:lnTo>
                  <a:pt x="133" y="490"/>
                </a:lnTo>
                <a:lnTo>
                  <a:pt x="142" y="485"/>
                </a:lnTo>
                <a:lnTo>
                  <a:pt x="153" y="482"/>
                </a:lnTo>
                <a:lnTo>
                  <a:pt x="164" y="480"/>
                </a:lnTo>
                <a:lnTo>
                  <a:pt x="164" y="480"/>
                </a:lnTo>
                <a:lnTo>
                  <a:pt x="175" y="482"/>
                </a:lnTo>
                <a:lnTo>
                  <a:pt x="185" y="485"/>
                </a:lnTo>
                <a:lnTo>
                  <a:pt x="194" y="490"/>
                </a:lnTo>
                <a:lnTo>
                  <a:pt x="202" y="496"/>
                </a:lnTo>
                <a:lnTo>
                  <a:pt x="209" y="505"/>
                </a:lnTo>
                <a:lnTo>
                  <a:pt x="214" y="514"/>
                </a:lnTo>
                <a:lnTo>
                  <a:pt x="217" y="524"/>
                </a:lnTo>
                <a:lnTo>
                  <a:pt x="218" y="535"/>
                </a:lnTo>
                <a:lnTo>
                  <a:pt x="218" y="535"/>
                </a:lnTo>
                <a:close/>
                <a:moveTo>
                  <a:pt x="388" y="1250"/>
                </a:moveTo>
                <a:lnTo>
                  <a:pt x="270" y="1250"/>
                </a:lnTo>
                <a:lnTo>
                  <a:pt x="270" y="1250"/>
                </a:lnTo>
                <a:lnTo>
                  <a:pt x="263" y="1250"/>
                </a:lnTo>
                <a:lnTo>
                  <a:pt x="245" y="1250"/>
                </a:lnTo>
                <a:lnTo>
                  <a:pt x="233" y="1249"/>
                </a:lnTo>
                <a:lnTo>
                  <a:pt x="219" y="1248"/>
                </a:lnTo>
                <a:lnTo>
                  <a:pt x="204" y="1246"/>
                </a:lnTo>
                <a:lnTo>
                  <a:pt x="189" y="1241"/>
                </a:lnTo>
                <a:lnTo>
                  <a:pt x="175" y="1235"/>
                </a:lnTo>
                <a:lnTo>
                  <a:pt x="160" y="1229"/>
                </a:lnTo>
                <a:lnTo>
                  <a:pt x="147" y="1219"/>
                </a:lnTo>
                <a:lnTo>
                  <a:pt x="140" y="1214"/>
                </a:lnTo>
                <a:lnTo>
                  <a:pt x="134" y="1208"/>
                </a:lnTo>
                <a:lnTo>
                  <a:pt x="129" y="1201"/>
                </a:lnTo>
                <a:lnTo>
                  <a:pt x="124" y="1194"/>
                </a:lnTo>
                <a:lnTo>
                  <a:pt x="119" y="1186"/>
                </a:lnTo>
                <a:lnTo>
                  <a:pt x="116" y="1177"/>
                </a:lnTo>
                <a:lnTo>
                  <a:pt x="114" y="1168"/>
                </a:lnTo>
                <a:lnTo>
                  <a:pt x="111" y="1157"/>
                </a:lnTo>
                <a:lnTo>
                  <a:pt x="110" y="1146"/>
                </a:lnTo>
                <a:lnTo>
                  <a:pt x="109" y="1134"/>
                </a:lnTo>
                <a:lnTo>
                  <a:pt x="109" y="973"/>
                </a:lnTo>
                <a:lnTo>
                  <a:pt x="109" y="973"/>
                </a:lnTo>
                <a:lnTo>
                  <a:pt x="110" y="962"/>
                </a:lnTo>
                <a:lnTo>
                  <a:pt x="114" y="952"/>
                </a:lnTo>
                <a:lnTo>
                  <a:pt x="118" y="944"/>
                </a:lnTo>
                <a:lnTo>
                  <a:pt x="125" y="937"/>
                </a:lnTo>
                <a:lnTo>
                  <a:pt x="133" y="931"/>
                </a:lnTo>
                <a:lnTo>
                  <a:pt x="142" y="927"/>
                </a:lnTo>
                <a:lnTo>
                  <a:pt x="153" y="925"/>
                </a:lnTo>
                <a:lnTo>
                  <a:pt x="164" y="923"/>
                </a:lnTo>
                <a:lnTo>
                  <a:pt x="164" y="923"/>
                </a:lnTo>
                <a:lnTo>
                  <a:pt x="175" y="925"/>
                </a:lnTo>
                <a:lnTo>
                  <a:pt x="185" y="927"/>
                </a:lnTo>
                <a:lnTo>
                  <a:pt x="194" y="931"/>
                </a:lnTo>
                <a:lnTo>
                  <a:pt x="202" y="937"/>
                </a:lnTo>
                <a:lnTo>
                  <a:pt x="209" y="944"/>
                </a:lnTo>
                <a:lnTo>
                  <a:pt x="214" y="952"/>
                </a:lnTo>
                <a:lnTo>
                  <a:pt x="217" y="962"/>
                </a:lnTo>
                <a:lnTo>
                  <a:pt x="218" y="973"/>
                </a:lnTo>
                <a:lnTo>
                  <a:pt x="218" y="1077"/>
                </a:lnTo>
                <a:lnTo>
                  <a:pt x="218" y="1077"/>
                </a:lnTo>
                <a:lnTo>
                  <a:pt x="218" y="1086"/>
                </a:lnTo>
                <a:lnTo>
                  <a:pt x="220" y="1097"/>
                </a:lnTo>
                <a:lnTo>
                  <a:pt x="224" y="1108"/>
                </a:lnTo>
                <a:lnTo>
                  <a:pt x="226" y="1114"/>
                </a:lnTo>
                <a:lnTo>
                  <a:pt x="230" y="1118"/>
                </a:lnTo>
                <a:lnTo>
                  <a:pt x="234" y="1124"/>
                </a:lnTo>
                <a:lnTo>
                  <a:pt x="239" y="1129"/>
                </a:lnTo>
                <a:lnTo>
                  <a:pt x="246" y="1132"/>
                </a:lnTo>
                <a:lnTo>
                  <a:pt x="253" y="1136"/>
                </a:lnTo>
                <a:lnTo>
                  <a:pt x="261" y="1138"/>
                </a:lnTo>
                <a:lnTo>
                  <a:pt x="270" y="1138"/>
                </a:lnTo>
                <a:lnTo>
                  <a:pt x="388" y="1138"/>
                </a:lnTo>
                <a:lnTo>
                  <a:pt x="388" y="1138"/>
                </a:lnTo>
                <a:lnTo>
                  <a:pt x="398" y="1139"/>
                </a:lnTo>
                <a:lnTo>
                  <a:pt x="409" y="1143"/>
                </a:lnTo>
                <a:lnTo>
                  <a:pt x="418" y="1147"/>
                </a:lnTo>
                <a:lnTo>
                  <a:pt x="426" y="1154"/>
                </a:lnTo>
                <a:lnTo>
                  <a:pt x="433" y="1162"/>
                </a:lnTo>
                <a:lnTo>
                  <a:pt x="438" y="1171"/>
                </a:lnTo>
                <a:lnTo>
                  <a:pt x="441" y="1182"/>
                </a:lnTo>
                <a:lnTo>
                  <a:pt x="442" y="1192"/>
                </a:lnTo>
                <a:lnTo>
                  <a:pt x="442" y="1192"/>
                </a:lnTo>
                <a:lnTo>
                  <a:pt x="441" y="1203"/>
                </a:lnTo>
                <a:lnTo>
                  <a:pt x="438" y="1214"/>
                </a:lnTo>
                <a:lnTo>
                  <a:pt x="433" y="1224"/>
                </a:lnTo>
                <a:lnTo>
                  <a:pt x="426" y="1232"/>
                </a:lnTo>
                <a:lnTo>
                  <a:pt x="418" y="1240"/>
                </a:lnTo>
                <a:lnTo>
                  <a:pt x="409" y="1246"/>
                </a:lnTo>
                <a:lnTo>
                  <a:pt x="398" y="1249"/>
                </a:lnTo>
                <a:lnTo>
                  <a:pt x="388" y="1250"/>
                </a:lnTo>
                <a:lnTo>
                  <a:pt x="388" y="1250"/>
                </a:lnTo>
                <a:close/>
                <a:moveTo>
                  <a:pt x="876" y="1250"/>
                </a:moveTo>
                <a:lnTo>
                  <a:pt x="593" y="1250"/>
                </a:lnTo>
                <a:lnTo>
                  <a:pt x="593" y="1250"/>
                </a:lnTo>
                <a:lnTo>
                  <a:pt x="582" y="1249"/>
                </a:lnTo>
                <a:lnTo>
                  <a:pt x="572" y="1246"/>
                </a:lnTo>
                <a:lnTo>
                  <a:pt x="562" y="1240"/>
                </a:lnTo>
                <a:lnTo>
                  <a:pt x="554" y="1233"/>
                </a:lnTo>
                <a:lnTo>
                  <a:pt x="549" y="1224"/>
                </a:lnTo>
                <a:lnTo>
                  <a:pt x="543" y="1215"/>
                </a:lnTo>
                <a:lnTo>
                  <a:pt x="539" y="1203"/>
                </a:lnTo>
                <a:lnTo>
                  <a:pt x="538" y="1193"/>
                </a:lnTo>
                <a:lnTo>
                  <a:pt x="538" y="1193"/>
                </a:lnTo>
                <a:lnTo>
                  <a:pt x="539" y="1182"/>
                </a:lnTo>
                <a:lnTo>
                  <a:pt x="543" y="1171"/>
                </a:lnTo>
                <a:lnTo>
                  <a:pt x="549" y="1163"/>
                </a:lnTo>
                <a:lnTo>
                  <a:pt x="554" y="1155"/>
                </a:lnTo>
                <a:lnTo>
                  <a:pt x="562" y="1148"/>
                </a:lnTo>
                <a:lnTo>
                  <a:pt x="572" y="1144"/>
                </a:lnTo>
                <a:lnTo>
                  <a:pt x="582" y="1141"/>
                </a:lnTo>
                <a:lnTo>
                  <a:pt x="593" y="1140"/>
                </a:lnTo>
                <a:lnTo>
                  <a:pt x="876" y="1140"/>
                </a:lnTo>
                <a:lnTo>
                  <a:pt x="876" y="1140"/>
                </a:lnTo>
                <a:lnTo>
                  <a:pt x="886" y="1141"/>
                </a:lnTo>
                <a:lnTo>
                  <a:pt x="896" y="1144"/>
                </a:lnTo>
                <a:lnTo>
                  <a:pt x="904" y="1148"/>
                </a:lnTo>
                <a:lnTo>
                  <a:pt x="911" y="1155"/>
                </a:lnTo>
                <a:lnTo>
                  <a:pt x="917" y="1163"/>
                </a:lnTo>
                <a:lnTo>
                  <a:pt x="922" y="1171"/>
                </a:lnTo>
                <a:lnTo>
                  <a:pt x="925" y="1182"/>
                </a:lnTo>
                <a:lnTo>
                  <a:pt x="925" y="1193"/>
                </a:lnTo>
                <a:lnTo>
                  <a:pt x="925" y="1193"/>
                </a:lnTo>
                <a:lnTo>
                  <a:pt x="925" y="1203"/>
                </a:lnTo>
                <a:lnTo>
                  <a:pt x="922" y="1215"/>
                </a:lnTo>
                <a:lnTo>
                  <a:pt x="917" y="1224"/>
                </a:lnTo>
                <a:lnTo>
                  <a:pt x="911" y="1233"/>
                </a:lnTo>
                <a:lnTo>
                  <a:pt x="904" y="1240"/>
                </a:lnTo>
                <a:lnTo>
                  <a:pt x="896" y="1246"/>
                </a:lnTo>
                <a:lnTo>
                  <a:pt x="886" y="1249"/>
                </a:lnTo>
                <a:lnTo>
                  <a:pt x="876" y="1250"/>
                </a:lnTo>
                <a:lnTo>
                  <a:pt x="876" y="1250"/>
                </a:lnTo>
                <a:close/>
                <a:moveTo>
                  <a:pt x="1360" y="1086"/>
                </a:moveTo>
                <a:lnTo>
                  <a:pt x="1360" y="1086"/>
                </a:lnTo>
                <a:lnTo>
                  <a:pt x="1360" y="1093"/>
                </a:lnTo>
                <a:lnTo>
                  <a:pt x="1359" y="1112"/>
                </a:lnTo>
                <a:lnTo>
                  <a:pt x="1357" y="1124"/>
                </a:lnTo>
                <a:lnTo>
                  <a:pt x="1353" y="1138"/>
                </a:lnTo>
                <a:lnTo>
                  <a:pt x="1350" y="1153"/>
                </a:lnTo>
                <a:lnTo>
                  <a:pt x="1344" y="1168"/>
                </a:lnTo>
                <a:lnTo>
                  <a:pt x="1337" y="1183"/>
                </a:lnTo>
                <a:lnTo>
                  <a:pt x="1329" y="1198"/>
                </a:lnTo>
                <a:lnTo>
                  <a:pt x="1318" y="1211"/>
                </a:lnTo>
                <a:lnTo>
                  <a:pt x="1312" y="1217"/>
                </a:lnTo>
                <a:lnTo>
                  <a:pt x="1305" y="1223"/>
                </a:lnTo>
                <a:lnTo>
                  <a:pt x="1298" y="1229"/>
                </a:lnTo>
                <a:lnTo>
                  <a:pt x="1290" y="1233"/>
                </a:lnTo>
                <a:lnTo>
                  <a:pt x="1282" y="1238"/>
                </a:lnTo>
                <a:lnTo>
                  <a:pt x="1273" y="1241"/>
                </a:lnTo>
                <a:lnTo>
                  <a:pt x="1262" y="1245"/>
                </a:lnTo>
                <a:lnTo>
                  <a:pt x="1252" y="1247"/>
                </a:lnTo>
                <a:lnTo>
                  <a:pt x="1241" y="1248"/>
                </a:lnTo>
                <a:lnTo>
                  <a:pt x="1229" y="1249"/>
                </a:lnTo>
                <a:lnTo>
                  <a:pt x="1087" y="1249"/>
                </a:lnTo>
                <a:lnTo>
                  <a:pt x="1087" y="1249"/>
                </a:lnTo>
                <a:lnTo>
                  <a:pt x="1075" y="1248"/>
                </a:lnTo>
                <a:lnTo>
                  <a:pt x="1065" y="1245"/>
                </a:lnTo>
                <a:lnTo>
                  <a:pt x="1056" y="1239"/>
                </a:lnTo>
                <a:lnTo>
                  <a:pt x="1048" y="1233"/>
                </a:lnTo>
                <a:lnTo>
                  <a:pt x="1041" y="1225"/>
                </a:lnTo>
                <a:lnTo>
                  <a:pt x="1036" y="1216"/>
                </a:lnTo>
                <a:lnTo>
                  <a:pt x="1033" y="1206"/>
                </a:lnTo>
                <a:lnTo>
                  <a:pt x="1032" y="1194"/>
                </a:lnTo>
                <a:lnTo>
                  <a:pt x="1032" y="1194"/>
                </a:lnTo>
                <a:lnTo>
                  <a:pt x="1033" y="1184"/>
                </a:lnTo>
                <a:lnTo>
                  <a:pt x="1036" y="1174"/>
                </a:lnTo>
                <a:lnTo>
                  <a:pt x="1041" y="1164"/>
                </a:lnTo>
                <a:lnTo>
                  <a:pt x="1048" y="1156"/>
                </a:lnTo>
                <a:lnTo>
                  <a:pt x="1056" y="1149"/>
                </a:lnTo>
                <a:lnTo>
                  <a:pt x="1065" y="1144"/>
                </a:lnTo>
                <a:lnTo>
                  <a:pt x="1075" y="1141"/>
                </a:lnTo>
                <a:lnTo>
                  <a:pt x="1087" y="1140"/>
                </a:lnTo>
                <a:lnTo>
                  <a:pt x="1190" y="1140"/>
                </a:lnTo>
                <a:lnTo>
                  <a:pt x="1190" y="1140"/>
                </a:lnTo>
                <a:lnTo>
                  <a:pt x="1200" y="1139"/>
                </a:lnTo>
                <a:lnTo>
                  <a:pt x="1210" y="1137"/>
                </a:lnTo>
                <a:lnTo>
                  <a:pt x="1221" y="1133"/>
                </a:lnTo>
                <a:lnTo>
                  <a:pt x="1227" y="1131"/>
                </a:lnTo>
                <a:lnTo>
                  <a:pt x="1233" y="1126"/>
                </a:lnTo>
                <a:lnTo>
                  <a:pt x="1237" y="1123"/>
                </a:lnTo>
                <a:lnTo>
                  <a:pt x="1242" y="1117"/>
                </a:lnTo>
                <a:lnTo>
                  <a:pt x="1246" y="1112"/>
                </a:lnTo>
                <a:lnTo>
                  <a:pt x="1249" y="1104"/>
                </a:lnTo>
                <a:lnTo>
                  <a:pt x="1251" y="1095"/>
                </a:lnTo>
                <a:lnTo>
                  <a:pt x="1252" y="1086"/>
                </a:lnTo>
                <a:lnTo>
                  <a:pt x="1252" y="973"/>
                </a:lnTo>
                <a:lnTo>
                  <a:pt x="1252" y="973"/>
                </a:lnTo>
                <a:lnTo>
                  <a:pt x="1252" y="962"/>
                </a:lnTo>
                <a:lnTo>
                  <a:pt x="1256" y="952"/>
                </a:lnTo>
                <a:lnTo>
                  <a:pt x="1261" y="943"/>
                </a:lnTo>
                <a:lnTo>
                  <a:pt x="1267" y="935"/>
                </a:lnTo>
                <a:lnTo>
                  <a:pt x="1275" y="928"/>
                </a:lnTo>
                <a:lnTo>
                  <a:pt x="1284" y="923"/>
                </a:lnTo>
                <a:lnTo>
                  <a:pt x="1295" y="920"/>
                </a:lnTo>
                <a:lnTo>
                  <a:pt x="1306" y="919"/>
                </a:lnTo>
                <a:lnTo>
                  <a:pt x="1306" y="919"/>
                </a:lnTo>
                <a:lnTo>
                  <a:pt x="1316" y="920"/>
                </a:lnTo>
                <a:lnTo>
                  <a:pt x="1327" y="923"/>
                </a:lnTo>
                <a:lnTo>
                  <a:pt x="1336" y="928"/>
                </a:lnTo>
                <a:lnTo>
                  <a:pt x="1344" y="935"/>
                </a:lnTo>
                <a:lnTo>
                  <a:pt x="1351" y="943"/>
                </a:lnTo>
                <a:lnTo>
                  <a:pt x="1357" y="952"/>
                </a:lnTo>
                <a:lnTo>
                  <a:pt x="1359" y="962"/>
                </a:lnTo>
                <a:lnTo>
                  <a:pt x="1360" y="973"/>
                </a:lnTo>
                <a:lnTo>
                  <a:pt x="1360" y="1086"/>
                </a:lnTo>
                <a:close/>
                <a:moveTo>
                  <a:pt x="1361" y="766"/>
                </a:moveTo>
                <a:lnTo>
                  <a:pt x="1361" y="766"/>
                </a:lnTo>
                <a:lnTo>
                  <a:pt x="1360" y="778"/>
                </a:lnTo>
                <a:lnTo>
                  <a:pt x="1357" y="788"/>
                </a:lnTo>
                <a:lnTo>
                  <a:pt x="1351" y="797"/>
                </a:lnTo>
                <a:lnTo>
                  <a:pt x="1345" y="805"/>
                </a:lnTo>
                <a:lnTo>
                  <a:pt x="1337" y="812"/>
                </a:lnTo>
                <a:lnTo>
                  <a:pt x="1328" y="817"/>
                </a:lnTo>
                <a:lnTo>
                  <a:pt x="1318" y="820"/>
                </a:lnTo>
                <a:lnTo>
                  <a:pt x="1306" y="821"/>
                </a:lnTo>
                <a:lnTo>
                  <a:pt x="1306" y="821"/>
                </a:lnTo>
                <a:lnTo>
                  <a:pt x="1296" y="820"/>
                </a:lnTo>
                <a:lnTo>
                  <a:pt x="1285" y="817"/>
                </a:lnTo>
                <a:lnTo>
                  <a:pt x="1276" y="812"/>
                </a:lnTo>
                <a:lnTo>
                  <a:pt x="1268" y="805"/>
                </a:lnTo>
                <a:lnTo>
                  <a:pt x="1261" y="797"/>
                </a:lnTo>
                <a:lnTo>
                  <a:pt x="1256" y="788"/>
                </a:lnTo>
                <a:lnTo>
                  <a:pt x="1253" y="778"/>
                </a:lnTo>
                <a:lnTo>
                  <a:pt x="1252" y="766"/>
                </a:lnTo>
                <a:lnTo>
                  <a:pt x="1252" y="541"/>
                </a:lnTo>
                <a:lnTo>
                  <a:pt x="1252" y="541"/>
                </a:lnTo>
                <a:lnTo>
                  <a:pt x="1253" y="530"/>
                </a:lnTo>
                <a:lnTo>
                  <a:pt x="1256" y="519"/>
                </a:lnTo>
                <a:lnTo>
                  <a:pt x="1261" y="510"/>
                </a:lnTo>
                <a:lnTo>
                  <a:pt x="1268" y="502"/>
                </a:lnTo>
                <a:lnTo>
                  <a:pt x="1276" y="495"/>
                </a:lnTo>
                <a:lnTo>
                  <a:pt x="1285" y="491"/>
                </a:lnTo>
                <a:lnTo>
                  <a:pt x="1296" y="487"/>
                </a:lnTo>
                <a:lnTo>
                  <a:pt x="1306" y="486"/>
                </a:lnTo>
                <a:lnTo>
                  <a:pt x="1306" y="486"/>
                </a:lnTo>
                <a:lnTo>
                  <a:pt x="1318" y="487"/>
                </a:lnTo>
                <a:lnTo>
                  <a:pt x="1328" y="491"/>
                </a:lnTo>
                <a:lnTo>
                  <a:pt x="1337" y="495"/>
                </a:lnTo>
                <a:lnTo>
                  <a:pt x="1345" y="502"/>
                </a:lnTo>
                <a:lnTo>
                  <a:pt x="1351" y="510"/>
                </a:lnTo>
                <a:lnTo>
                  <a:pt x="1357" y="519"/>
                </a:lnTo>
                <a:lnTo>
                  <a:pt x="1360" y="530"/>
                </a:lnTo>
                <a:lnTo>
                  <a:pt x="1361" y="541"/>
                </a:lnTo>
                <a:lnTo>
                  <a:pt x="1361" y="766"/>
                </a:lnTo>
                <a:close/>
                <a:moveTo>
                  <a:pt x="1361" y="327"/>
                </a:moveTo>
                <a:lnTo>
                  <a:pt x="1361" y="327"/>
                </a:lnTo>
                <a:lnTo>
                  <a:pt x="1360" y="338"/>
                </a:lnTo>
                <a:lnTo>
                  <a:pt x="1357" y="348"/>
                </a:lnTo>
                <a:lnTo>
                  <a:pt x="1351" y="358"/>
                </a:lnTo>
                <a:lnTo>
                  <a:pt x="1345" y="366"/>
                </a:lnTo>
                <a:lnTo>
                  <a:pt x="1337" y="371"/>
                </a:lnTo>
                <a:lnTo>
                  <a:pt x="1328" y="377"/>
                </a:lnTo>
                <a:lnTo>
                  <a:pt x="1318" y="381"/>
                </a:lnTo>
                <a:lnTo>
                  <a:pt x="1306" y="381"/>
                </a:lnTo>
                <a:lnTo>
                  <a:pt x="1306" y="381"/>
                </a:lnTo>
                <a:lnTo>
                  <a:pt x="1296" y="381"/>
                </a:lnTo>
                <a:lnTo>
                  <a:pt x="1285" y="377"/>
                </a:lnTo>
                <a:lnTo>
                  <a:pt x="1276" y="371"/>
                </a:lnTo>
                <a:lnTo>
                  <a:pt x="1268" y="366"/>
                </a:lnTo>
                <a:lnTo>
                  <a:pt x="1261" y="358"/>
                </a:lnTo>
                <a:lnTo>
                  <a:pt x="1256" y="348"/>
                </a:lnTo>
                <a:lnTo>
                  <a:pt x="1253" y="338"/>
                </a:lnTo>
                <a:lnTo>
                  <a:pt x="1252" y="327"/>
                </a:lnTo>
                <a:lnTo>
                  <a:pt x="1252" y="275"/>
                </a:lnTo>
                <a:lnTo>
                  <a:pt x="1252" y="275"/>
                </a:lnTo>
                <a:lnTo>
                  <a:pt x="1251" y="266"/>
                </a:lnTo>
                <a:lnTo>
                  <a:pt x="1250" y="257"/>
                </a:lnTo>
                <a:lnTo>
                  <a:pt x="1246" y="245"/>
                </a:lnTo>
                <a:lnTo>
                  <a:pt x="1243" y="241"/>
                </a:lnTo>
                <a:lnTo>
                  <a:pt x="1241" y="235"/>
                </a:lnTo>
                <a:lnTo>
                  <a:pt x="1236" y="230"/>
                </a:lnTo>
                <a:lnTo>
                  <a:pt x="1230" y="226"/>
                </a:lnTo>
                <a:lnTo>
                  <a:pt x="1225" y="222"/>
                </a:lnTo>
                <a:lnTo>
                  <a:pt x="1218" y="219"/>
                </a:lnTo>
                <a:lnTo>
                  <a:pt x="1210" y="218"/>
                </a:lnTo>
                <a:lnTo>
                  <a:pt x="1199" y="216"/>
                </a:lnTo>
                <a:lnTo>
                  <a:pt x="1086" y="218"/>
                </a:lnTo>
                <a:lnTo>
                  <a:pt x="1086" y="218"/>
                </a:lnTo>
                <a:lnTo>
                  <a:pt x="1074" y="215"/>
                </a:lnTo>
                <a:lnTo>
                  <a:pt x="1064" y="212"/>
                </a:lnTo>
                <a:lnTo>
                  <a:pt x="1055" y="206"/>
                </a:lnTo>
                <a:lnTo>
                  <a:pt x="1047" y="199"/>
                </a:lnTo>
                <a:lnTo>
                  <a:pt x="1040" y="191"/>
                </a:lnTo>
                <a:lnTo>
                  <a:pt x="1035" y="181"/>
                </a:lnTo>
                <a:lnTo>
                  <a:pt x="1032" y="171"/>
                </a:lnTo>
                <a:lnTo>
                  <a:pt x="1031" y="159"/>
                </a:lnTo>
                <a:lnTo>
                  <a:pt x="1031" y="159"/>
                </a:lnTo>
                <a:lnTo>
                  <a:pt x="1032" y="149"/>
                </a:lnTo>
                <a:lnTo>
                  <a:pt x="1035" y="138"/>
                </a:lnTo>
                <a:lnTo>
                  <a:pt x="1040" y="129"/>
                </a:lnTo>
                <a:lnTo>
                  <a:pt x="1047" y="121"/>
                </a:lnTo>
                <a:lnTo>
                  <a:pt x="1055" y="116"/>
                </a:lnTo>
                <a:lnTo>
                  <a:pt x="1064" y="111"/>
                </a:lnTo>
                <a:lnTo>
                  <a:pt x="1074" y="107"/>
                </a:lnTo>
                <a:lnTo>
                  <a:pt x="1086" y="106"/>
                </a:lnTo>
                <a:lnTo>
                  <a:pt x="1200" y="106"/>
                </a:lnTo>
                <a:lnTo>
                  <a:pt x="1200" y="106"/>
                </a:lnTo>
                <a:lnTo>
                  <a:pt x="1207" y="106"/>
                </a:lnTo>
                <a:lnTo>
                  <a:pt x="1225" y="106"/>
                </a:lnTo>
                <a:lnTo>
                  <a:pt x="1237" y="107"/>
                </a:lnTo>
                <a:lnTo>
                  <a:pt x="1251" y="109"/>
                </a:lnTo>
                <a:lnTo>
                  <a:pt x="1265" y="111"/>
                </a:lnTo>
                <a:lnTo>
                  <a:pt x="1281" y="116"/>
                </a:lnTo>
                <a:lnTo>
                  <a:pt x="1296" y="121"/>
                </a:lnTo>
                <a:lnTo>
                  <a:pt x="1310" y="128"/>
                </a:lnTo>
                <a:lnTo>
                  <a:pt x="1323" y="137"/>
                </a:lnTo>
                <a:lnTo>
                  <a:pt x="1330" y="143"/>
                </a:lnTo>
                <a:lnTo>
                  <a:pt x="1336" y="149"/>
                </a:lnTo>
                <a:lnTo>
                  <a:pt x="1340" y="156"/>
                </a:lnTo>
                <a:lnTo>
                  <a:pt x="1346" y="163"/>
                </a:lnTo>
                <a:lnTo>
                  <a:pt x="1350" y="171"/>
                </a:lnTo>
                <a:lnTo>
                  <a:pt x="1354" y="180"/>
                </a:lnTo>
                <a:lnTo>
                  <a:pt x="1357" y="189"/>
                </a:lnTo>
                <a:lnTo>
                  <a:pt x="1359" y="199"/>
                </a:lnTo>
                <a:lnTo>
                  <a:pt x="1360" y="211"/>
                </a:lnTo>
                <a:lnTo>
                  <a:pt x="1361" y="222"/>
                </a:lnTo>
                <a:lnTo>
                  <a:pt x="1361" y="32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8" name="Freeform 127"/>
          <p:cNvSpPr>
            <a:spLocks noChangeAspect="1" noEditPoints="1"/>
          </p:cNvSpPr>
          <p:nvPr/>
        </p:nvSpPr>
        <p:spPr bwMode="auto">
          <a:xfrm>
            <a:off x="4399469" y="2913655"/>
            <a:ext cx="1080000" cy="998450"/>
          </a:xfrm>
          <a:custGeom>
            <a:avLst/>
            <a:gdLst>
              <a:gd name="T0" fmla="*/ 59 w 1469"/>
              <a:gd name="T1" fmla="*/ 36 h 1359"/>
              <a:gd name="T2" fmla="*/ 0 w 1469"/>
              <a:gd name="T3" fmla="*/ 1196 h 1359"/>
              <a:gd name="T4" fmla="*/ 59 w 1469"/>
              <a:gd name="T5" fmla="*/ 1323 h 1359"/>
              <a:gd name="T6" fmla="*/ 1322 w 1469"/>
              <a:gd name="T7" fmla="*/ 1358 h 1359"/>
              <a:gd name="T8" fmla="*/ 1449 w 1469"/>
              <a:gd name="T9" fmla="*/ 1274 h 1359"/>
              <a:gd name="T10" fmla="*/ 1462 w 1469"/>
              <a:gd name="T11" fmla="*/ 114 h 1359"/>
              <a:gd name="T12" fmla="*/ 1354 w 1469"/>
              <a:gd name="T13" fmla="*/ 6 h 1359"/>
              <a:gd name="T14" fmla="*/ 904 w 1469"/>
              <a:gd name="T15" fmla="*/ 117 h 1359"/>
              <a:gd name="T16" fmla="*/ 912 w 1469"/>
              <a:gd name="T17" fmla="*/ 200 h 1359"/>
              <a:gd name="T18" fmla="*/ 553 w 1469"/>
              <a:gd name="T19" fmla="*/ 199 h 1359"/>
              <a:gd name="T20" fmla="*/ 561 w 1469"/>
              <a:gd name="T21" fmla="*/ 117 h 1359"/>
              <a:gd name="T22" fmla="*/ 408 w 1469"/>
              <a:gd name="T23" fmla="*/ 116 h 1359"/>
              <a:gd name="T24" fmla="*/ 416 w 1469"/>
              <a:gd name="T25" fmla="*/ 197 h 1359"/>
              <a:gd name="T26" fmla="*/ 240 w 1469"/>
              <a:gd name="T27" fmla="*/ 220 h 1359"/>
              <a:gd name="T28" fmla="*/ 217 w 1469"/>
              <a:gd name="T29" fmla="*/ 338 h 1359"/>
              <a:gd name="T30" fmla="*/ 138 w 1469"/>
              <a:gd name="T31" fmla="*/ 377 h 1359"/>
              <a:gd name="T32" fmla="*/ 109 w 1469"/>
              <a:gd name="T33" fmla="*/ 238 h 1359"/>
              <a:gd name="T34" fmla="*/ 166 w 1469"/>
              <a:gd name="T35" fmla="*/ 127 h 1359"/>
              <a:gd name="T36" fmla="*/ 108 w 1469"/>
              <a:gd name="T37" fmla="*/ 535 h 1359"/>
              <a:gd name="T38" fmla="*/ 174 w 1469"/>
              <a:gd name="T39" fmla="*/ 482 h 1359"/>
              <a:gd name="T40" fmla="*/ 217 w 1469"/>
              <a:gd name="T41" fmla="*/ 775 h 1359"/>
              <a:gd name="T42" fmla="*/ 142 w 1469"/>
              <a:gd name="T43" fmla="*/ 814 h 1359"/>
              <a:gd name="T44" fmla="*/ 269 w 1469"/>
              <a:gd name="T45" fmla="*/ 1250 h 1359"/>
              <a:gd name="T46" fmla="*/ 140 w 1469"/>
              <a:gd name="T47" fmla="*/ 1214 h 1359"/>
              <a:gd name="T48" fmla="*/ 109 w 1469"/>
              <a:gd name="T49" fmla="*/ 973 h 1359"/>
              <a:gd name="T50" fmla="*/ 164 w 1469"/>
              <a:gd name="T51" fmla="*/ 923 h 1359"/>
              <a:gd name="T52" fmla="*/ 218 w 1469"/>
              <a:gd name="T53" fmla="*/ 1077 h 1359"/>
              <a:gd name="T54" fmla="*/ 260 w 1469"/>
              <a:gd name="T55" fmla="*/ 1139 h 1359"/>
              <a:gd name="T56" fmla="*/ 440 w 1469"/>
              <a:gd name="T57" fmla="*/ 1182 h 1359"/>
              <a:gd name="T58" fmla="*/ 388 w 1469"/>
              <a:gd name="T59" fmla="*/ 1250 h 1359"/>
              <a:gd name="T60" fmla="*/ 543 w 1469"/>
              <a:gd name="T61" fmla="*/ 1215 h 1359"/>
              <a:gd name="T62" fmla="*/ 582 w 1469"/>
              <a:gd name="T63" fmla="*/ 1141 h 1359"/>
              <a:gd name="T64" fmla="*/ 925 w 1469"/>
              <a:gd name="T65" fmla="*/ 1182 h 1359"/>
              <a:gd name="T66" fmla="*/ 875 w 1469"/>
              <a:gd name="T67" fmla="*/ 1250 h 1359"/>
              <a:gd name="T68" fmla="*/ 854 w 1469"/>
              <a:gd name="T69" fmla="*/ 965 h 1359"/>
              <a:gd name="T70" fmla="*/ 626 w 1469"/>
              <a:gd name="T71" fmla="*/ 973 h 1359"/>
              <a:gd name="T72" fmla="*/ 443 w 1469"/>
              <a:gd name="T73" fmla="*/ 653 h 1359"/>
              <a:gd name="T74" fmla="*/ 415 w 1469"/>
              <a:gd name="T75" fmla="*/ 628 h 1359"/>
              <a:gd name="T76" fmla="*/ 1053 w 1469"/>
              <a:gd name="T77" fmla="*/ 630 h 1359"/>
              <a:gd name="T78" fmla="*/ 1036 w 1469"/>
              <a:gd name="T79" fmla="*/ 654 h 1359"/>
              <a:gd name="T80" fmla="*/ 1344 w 1469"/>
              <a:gd name="T81" fmla="*/ 1169 h 1359"/>
              <a:gd name="T82" fmla="*/ 1262 w 1469"/>
              <a:gd name="T83" fmla="*/ 1246 h 1359"/>
              <a:gd name="T84" fmla="*/ 1041 w 1469"/>
              <a:gd name="T85" fmla="*/ 1226 h 1359"/>
              <a:gd name="T86" fmla="*/ 1065 w 1469"/>
              <a:gd name="T87" fmla="*/ 1146 h 1359"/>
              <a:gd name="T88" fmla="*/ 1237 w 1469"/>
              <a:gd name="T89" fmla="*/ 1123 h 1359"/>
              <a:gd name="T90" fmla="*/ 1261 w 1469"/>
              <a:gd name="T91" fmla="*/ 943 h 1359"/>
              <a:gd name="T92" fmla="*/ 1344 w 1469"/>
              <a:gd name="T93" fmla="*/ 935 h 1359"/>
              <a:gd name="T94" fmla="*/ 1351 w 1469"/>
              <a:gd name="T95" fmla="*/ 797 h 1359"/>
              <a:gd name="T96" fmla="*/ 1267 w 1469"/>
              <a:gd name="T97" fmla="*/ 805 h 1359"/>
              <a:gd name="T98" fmla="*/ 1267 w 1469"/>
              <a:gd name="T99" fmla="*/ 502 h 1359"/>
              <a:gd name="T100" fmla="*/ 1351 w 1469"/>
              <a:gd name="T101" fmla="*/ 510 h 1359"/>
              <a:gd name="T102" fmla="*/ 1345 w 1469"/>
              <a:gd name="T103" fmla="*/ 366 h 1359"/>
              <a:gd name="T104" fmla="*/ 1261 w 1469"/>
              <a:gd name="T105" fmla="*/ 358 h 1359"/>
              <a:gd name="T106" fmla="*/ 1240 w 1469"/>
              <a:gd name="T107" fmla="*/ 235 h 1359"/>
              <a:gd name="T108" fmla="*/ 1064 w 1469"/>
              <a:gd name="T109" fmla="*/ 212 h 1359"/>
              <a:gd name="T110" fmla="*/ 1040 w 1469"/>
              <a:gd name="T111" fmla="*/ 129 h 1359"/>
              <a:gd name="T112" fmla="*/ 1237 w 1469"/>
              <a:gd name="T113" fmla="*/ 107 h 1359"/>
              <a:gd name="T114" fmla="*/ 1346 w 1469"/>
              <a:gd name="T115" fmla="*/ 163 h 1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69" h="1359">
                <a:moveTo>
                  <a:pt x="1306" y="0"/>
                </a:moveTo>
                <a:lnTo>
                  <a:pt x="163" y="0"/>
                </a:lnTo>
                <a:lnTo>
                  <a:pt x="163" y="0"/>
                </a:lnTo>
                <a:lnTo>
                  <a:pt x="147" y="1"/>
                </a:lnTo>
                <a:lnTo>
                  <a:pt x="131" y="3"/>
                </a:lnTo>
                <a:lnTo>
                  <a:pt x="115" y="6"/>
                </a:lnTo>
                <a:lnTo>
                  <a:pt x="100" y="12"/>
                </a:lnTo>
                <a:lnTo>
                  <a:pt x="85" y="19"/>
                </a:lnTo>
                <a:lnTo>
                  <a:pt x="72" y="27"/>
                </a:lnTo>
                <a:lnTo>
                  <a:pt x="59" y="36"/>
                </a:lnTo>
                <a:lnTo>
                  <a:pt x="48" y="48"/>
                </a:lnTo>
                <a:lnTo>
                  <a:pt x="37" y="59"/>
                </a:lnTo>
                <a:lnTo>
                  <a:pt x="27" y="72"/>
                </a:lnTo>
                <a:lnTo>
                  <a:pt x="19" y="85"/>
                </a:lnTo>
                <a:lnTo>
                  <a:pt x="12" y="99"/>
                </a:lnTo>
                <a:lnTo>
                  <a:pt x="7" y="114"/>
                </a:lnTo>
                <a:lnTo>
                  <a:pt x="3" y="130"/>
                </a:lnTo>
                <a:lnTo>
                  <a:pt x="1" y="146"/>
                </a:lnTo>
                <a:lnTo>
                  <a:pt x="0" y="163"/>
                </a:lnTo>
                <a:lnTo>
                  <a:pt x="0" y="1196"/>
                </a:lnTo>
                <a:lnTo>
                  <a:pt x="0" y="1196"/>
                </a:lnTo>
                <a:lnTo>
                  <a:pt x="1" y="1214"/>
                </a:lnTo>
                <a:lnTo>
                  <a:pt x="3" y="1230"/>
                </a:lnTo>
                <a:lnTo>
                  <a:pt x="7" y="1245"/>
                </a:lnTo>
                <a:lnTo>
                  <a:pt x="12" y="1260"/>
                </a:lnTo>
                <a:lnTo>
                  <a:pt x="19" y="1274"/>
                </a:lnTo>
                <a:lnTo>
                  <a:pt x="27" y="1287"/>
                </a:lnTo>
                <a:lnTo>
                  <a:pt x="37" y="1300"/>
                </a:lnTo>
                <a:lnTo>
                  <a:pt x="48" y="1312"/>
                </a:lnTo>
                <a:lnTo>
                  <a:pt x="59" y="1323"/>
                </a:lnTo>
                <a:lnTo>
                  <a:pt x="72" y="1332"/>
                </a:lnTo>
                <a:lnTo>
                  <a:pt x="85" y="1340"/>
                </a:lnTo>
                <a:lnTo>
                  <a:pt x="100" y="1347"/>
                </a:lnTo>
                <a:lnTo>
                  <a:pt x="115" y="1353"/>
                </a:lnTo>
                <a:lnTo>
                  <a:pt x="131" y="1356"/>
                </a:lnTo>
                <a:lnTo>
                  <a:pt x="147" y="1358"/>
                </a:lnTo>
                <a:lnTo>
                  <a:pt x="163" y="1359"/>
                </a:lnTo>
                <a:lnTo>
                  <a:pt x="1306" y="1359"/>
                </a:lnTo>
                <a:lnTo>
                  <a:pt x="1306" y="1359"/>
                </a:lnTo>
                <a:lnTo>
                  <a:pt x="1322" y="1358"/>
                </a:lnTo>
                <a:lnTo>
                  <a:pt x="1338" y="1356"/>
                </a:lnTo>
                <a:lnTo>
                  <a:pt x="1354" y="1353"/>
                </a:lnTo>
                <a:lnTo>
                  <a:pt x="1369" y="1347"/>
                </a:lnTo>
                <a:lnTo>
                  <a:pt x="1384" y="1340"/>
                </a:lnTo>
                <a:lnTo>
                  <a:pt x="1396" y="1332"/>
                </a:lnTo>
                <a:lnTo>
                  <a:pt x="1409" y="1323"/>
                </a:lnTo>
                <a:lnTo>
                  <a:pt x="1421" y="1312"/>
                </a:lnTo>
                <a:lnTo>
                  <a:pt x="1432" y="1300"/>
                </a:lnTo>
                <a:lnTo>
                  <a:pt x="1441" y="1287"/>
                </a:lnTo>
                <a:lnTo>
                  <a:pt x="1449" y="1274"/>
                </a:lnTo>
                <a:lnTo>
                  <a:pt x="1456" y="1260"/>
                </a:lnTo>
                <a:lnTo>
                  <a:pt x="1462" y="1245"/>
                </a:lnTo>
                <a:lnTo>
                  <a:pt x="1465" y="1230"/>
                </a:lnTo>
                <a:lnTo>
                  <a:pt x="1468" y="1214"/>
                </a:lnTo>
                <a:lnTo>
                  <a:pt x="1469" y="1196"/>
                </a:lnTo>
                <a:lnTo>
                  <a:pt x="1469" y="163"/>
                </a:lnTo>
                <a:lnTo>
                  <a:pt x="1469" y="163"/>
                </a:lnTo>
                <a:lnTo>
                  <a:pt x="1468" y="146"/>
                </a:lnTo>
                <a:lnTo>
                  <a:pt x="1465" y="130"/>
                </a:lnTo>
                <a:lnTo>
                  <a:pt x="1462" y="114"/>
                </a:lnTo>
                <a:lnTo>
                  <a:pt x="1456" y="99"/>
                </a:lnTo>
                <a:lnTo>
                  <a:pt x="1449" y="85"/>
                </a:lnTo>
                <a:lnTo>
                  <a:pt x="1441" y="72"/>
                </a:lnTo>
                <a:lnTo>
                  <a:pt x="1432" y="59"/>
                </a:lnTo>
                <a:lnTo>
                  <a:pt x="1421" y="48"/>
                </a:lnTo>
                <a:lnTo>
                  <a:pt x="1409" y="36"/>
                </a:lnTo>
                <a:lnTo>
                  <a:pt x="1396" y="27"/>
                </a:lnTo>
                <a:lnTo>
                  <a:pt x="1384" y="19"/>
                </a:lnTo>
                <a:lnTo>
                  <a:pt x="1369" y="12"/>
                </a:lnTo>
                <a:lnTo>
                  <a:pt x="1354" y="6"/>
                </a:lnTo>
                <a:lnTo>
                  <a:pt x="1338" y="3"/>
                </a:lnTo>
                <a:lnTo>
                  <a:pt x="1322" y="1"/>
                </a:lnTo>
                <a:lnTo>
                  <a:pt x="1306" y="0"/>
                </a:lnTo>
                <a:lnTo>
                  <a:pt x="1306" y="0"/>
                </a:lnTo>
                <a:close/>
                <a:moveTo>
                  <a:pt x="592" y="107"/>
                </a:moveTo>
                <a:lnTo>
                  <a:pt x="874" y="107"/>
                </a:lnTo>
                <a:lnTo>
                  <a:pt x="874" y="107"/>
                </a:lnTo>
                <a:lnTo>
                  <a:pt x="885" y="109"/>
                </a:lnTo>
                <a:lnTo>
                  <a:pt x="895" y="112"/>
                </a:lnTo>
                <a:lnTo>
                  <a:pt x="904" y="117"/>
                </a:lnTo>
                <a:lnTo>
                  <a:pt x="912" y="124"/>
                </a:lnTo>
                <a:lnTo>
                  <a:pt x="919" y="132"/>
                </a:lnTo>
                <a:lnTo>
                  <a:pt x="925" y="141"/>
                </a:lnTo>
                <a:lnTo>
                  <a:pt x="927" y="151"/>
                </a:lnTo>
                <a:lnTo>
                  <a:pt x="928" y="161"/>
                </a:lnTo>
                <a:lnTo>
                  <a:pt x="928" y="161"/>
                </a:lnTo>
                <a:lnTo>
                  <a:pt x="927" y="173"/>
                </a:lnTo>
                <a:lnTo>
                  <a:pt x="925" y="183"/>
                </a:lnTo>
                <a:lnTo>
                  <a:pt x="919" y="192"/>
                </a:lnTo>
                <a:lnTo>
                  <a:pt x="912" y="200"/>
                </a:lnTo>
                <a:lnTo>
                  <a:pt x="904" y="207"/>
                </a:lnTo>
                <a:lnTo>
                  <a:pt x="895" y="212"/>
                </a:lnTo>
                <a:lnTo>
                  <a:pt x="885" y="215"/>
                </a:lnTo>
                <a:lnTo>
                  <a:pt x="874" y="216"/>
                </a:lnTo>
                <a:lnTo>
                  <a:pt x="592" y="216"/>
                </a:lnTo>
                <a:lnTo>
                  <a:pt x="592" y="216"/>
                </a:lnTo>
                <a:lnTo>
                  <a:pt x="580" y="215"/>
                </a:lnTo>
                <a:lnTo>
                  <a:pt x="570" y="212"/>
                </a:lnTo>
                <a:lnTo>
                  <a:pt x="561" y="206"/>
                </a:lnTo>
                <a:lnTo>
                  <a:pt x="553" y="199"/>
                </a:lnTo>
                <a:lnTo>
                  <a:pt x="547" y="191"/>
                </a:lnTo>
                <a:lnTo>
                  <a:pt x="541" y="182"/>
                </a:lnTo>
                <a:lnTo>
                  <a:pt x="538" y="171"/>
                </a:lnTo>
                <a:lnTo>
                  <a:pt x="538" y="160"/>
                </a:lnTo>
                <a:lnTo>
                  <a:pt x="538" y="160"/>
                </a:lnTo>
                <a:lnTo>
                  <a:pt x="538" y="149"/>
                </a:lnTo>
                <a:lnTo>
                  <a:pt x="541" y="140"/>
                </a:lnTo>
                <a:lnTo>
                  <a:pt x="547" y="130"/>
                </a:lnTo>
                <a:lnTo>
                  <a:pt x="553" y="122"/>
                </a:lnTo>
                <a:lnTo>
                  <a:pt x="561" y="117"/>
                </a:lnTo>
                <a:lnTo>
                  <a:pt x="570" y="111"/>
                </a:lnTo>
                <a:lnTo>
                  <a:pt x="580" y="109"/>
                </a:lnTo>
                <a:lnTo>
                  <a:pt x="592" y="107"/>
                </a:lnTo>
                <a:lnTo>
                  <a:pt x="592" y="107"/>
                </a:lnTo>
                <a:close/>
                <a:moveTo>
                  <a:pt x="235" y="107"/>
                </a:moveTo>
                <a:lnTo>
                  <a:pt x="377" y="107"/>
                </a:lnTo>
                <a:lnTo>
                  <a:pt x="377" y="107"/>
                </a:lnTo>
                <a:lnTo>
                  <a:pt x="389" y="109"/>
                </a:lnTo>
                <a:lnTo>
                  <a:pt x="399" y="111"/>
                </a:lnTo>
                <a:lnTo>
                  <a:pt x="408" y="116"/>
                </a:lnTo>
                <a:lnTo>
                  <a:pt x="416" y="120"/>
                </a:lnTo>
                <a:lnTo>
                  <a:pt x="423" y="127"/>
                </a:lnTo>
                <a:lnTo>
                  <a:pt x="428" y="135"/>
                </a:lnTo>
                <a:lnTo>
                  <a:pt x="431" y="145"/>
                </a:lnTo>
                <a:lnTo>
                  <a:pt x="432" y="156"/>
                </a:lnTo>
                <a:lnTo>
                  <a:pt x="432" y="156"/>
                </a:lnTo>
                <a:lnTo>
                  <a:pt x="431" y="167"/>
                </a:lnTo>
                <a:lnTo>
                  <a:pt x="428" y="177"/>
                </a:lnTo>
                <a:lnTo>
                  <a:pt x="423" y="188"/>
                </a:lnTo>
                <a:lnTo>
                  <a:pt x="416" y="197"/>
                </a:lnTo>
                <a:lnTo>
                  <a:pt x="408" y="204"/>
                </a:lnTo>
                <a:lnTo>
                  <a:pt x="399" y="210"/>
                </a:lnTo>
                <a:lnTo>
                  <a:pt x="389" y="214"/>
                </a:lnTo>
                <a:lnTo>
                  <a:pt x="377" y="215"/>
                </a:lnTo>
                <a:lnTo>
                  <a:pt x="273" y="215"/>
                </a:lnTo>
                <a:lnTo>
                  <a:pt x="273" y="215"/>
                </a:lnTo>
                <a:lnTo>
                  <a:pt x="265" y="215"/>
                </a:lnTo>
                <a:lnTo>
                  <a:pt x="256" y="215"/>
                </a:lnTo>
                <a:lnTo>
                  <a:pt x="245" y="219"/>
                </a:lnTo>
                <a:lnTo>
                  <a:pt x="240" y="220"/>
                </a:lnTo>
                <a:lnTo>
                  <a:pt x="235" y="223"/>
                </a:lnTo>
                <a:lnTo>
                  <a:pt x="230" y="227"/>
                </a:lnTo>
                <a:lnTo>
                  <a:pt x="226" y="231"/>
                </a:lnTo>
                <a:lnTo>
                  <a:pt x="222" y="237"/>
                </a:lnTo>
                <a:lnTo>
                  <a:pt x="220" y="244"/>
                </a:lnTo>
                <a:lnTo>
                  <a:pt x="218" y="253"/>
                </a:lnTo>
                <a:lnTo>
                  <a:pt x="218" y="262"/>
                </a:lnTo>
                <a:lnTo>
                  <a:pt x="218" y="328"/>
                </a:lnTo>
                <a:lnTo>
                  <a:pt x="218" y="328"/>
                </a:lnTo>
                <a:lnTo>
                  <a:pt x="217" y="338"/>
                </a:lnTo>
                <a:lnTo>
                  <a:pt x="212" y="348"/>
                </a:lnTo>
                <a:lnTo>
                  <a:pt x="206" y="358"/>
                </a:lnTo>
                <a:lnTo>
                  <a:pt x="199" y="366"/>
                </a:lnTo>
                <a:lnTo>
                  <a:pt x="190" y="373"/>
                </a:lnTo>
                <a:lnTo>
                  <a:pt x="180" y="377"/>
                </a:lnTo>
                <a:lnTo>
                  <a:pt x="170" y="381"/>
                </a:lnTo>
                <a:lnTo>
                  <a:pt x="158" y="382"/>
                </a:lnTo>
                <a:lnTo>
                  <a:pt x="158" y="382"/>
                </a:lnTo>
                <a:lnTo>
                  <a:pt x="147" y="381"/>
                </a:lnTo>
                <a:lnTo>
                  <a:pt x="138" y="377"/>
                </a:lnTo>
                <a:lnTo>
                  <a:pt x="128" y="373"/>
                </a:lnTo>
                <a:lnTo>
                  <a:pt x="121" y="366"/>
                </a:lnTo>
                <a:lnTo>
                  <a:pt x="116" y="358"/>
                </a:lnTo>
                <a:lnTo>
                  <a:pt x="111" y="348"/>
                </a:lnTo>
                <a:lnTo>
                  <a:pt x="108" y="338"/>
                </a:lnTo>
                <a:lnTo>
                  <a:pt x="107" y="328"/>
                </a:lnTo>
                <a:lnTo>
                  <a:pt x="107" y="262"/>
                </a:lnTo>
                <a:lnTo>
                  <a:pt x="107" y="262"/>
                </a:lnTo>
                <a:lnTo>
                  <a:pt x="108" y="256"/>
                </a:lnTo>
                <a:lnTo>
                  <a:pt x="109" y="238"/>
                </a:lnTo>
                <a:lnTo>
                  <a:pt x="110" y="226"/>
                </a:lnTo>
                <a:lnTo>
                  <a:pt x="112" y="213"/>
                </a:lnTo>
                <a:lnTo>
                  <a:pt x="117" y="199"/>
                </a:lnTo>
                <a:lnTo>
                  <a:pt x="121" y="184"/>
                </a:lnTo>
                <a:lnTo>
                  <a:pt x="128" y="171"/>
                </a:lnTo>
                <a:lnTo>
                  <a:pt x="136" y="157"/>
                </a:lnTo>
                <a:lnTo>
                  <a:pt x="147" y="144"/>
                </a:lnTo>
                <a:lnTo>
                  <a:pt x="152" y="137"/>
                </a:lnTo>
                <a:lnTo>
                  <a:pt x="159" y="132"/>
                </a:lnTo>
                <a:lnTo>
                  <a:pt x="166" y="127"/>
                </a:lnTo>
                <a:lnTo>
                  <a:pt x="174" y="122"/>
                </a:lnTo>
                <a:lnTo>
                  <a:pt x="182" y="118"/>
                </a:lnTo>
                <a:lnTo>
                  <a:pt x="191" y="114"/>
                </a:lnTo>
                <a:lnTo>
                  <a:pt x="202" y="112"/>
                </a:lnTo>
                <a:lnTo>
                  <a:pt x="212" y="110"/>
                </a:lnTo>
                <a:lnTo>
                  <a:pt x="222" y="109"/>
                </a:lnTo>
                <a:lnTo>
                  <a:pt x="235" y="107"/>
                </a:lnTo>
                <a:lnTo>
                  <a:pt x="235" y="107"/>
                </a:lnTo>
                <a:close/>
                <a:moveTo>
                  <a:pt x="108" y="535"/>
                </a:moveTo>
                <a:lnTo>
                  <a:pt x="108" y="535"/>
                </a:lnTo>
                <a:lnTo>
                  <a:pt x="109" y="524"/>
                </a:lnTo>
                <a:lnTo>
                  <a:pt x="112" y="514"/>
                </a:lnTo>
                <a:lnTo>
                  <a:pt x="117" y="505"/>
                </a:lnTo>
                <a:lnTo>
                  <a:pt x="124" y="496"/>
                </a:lnTo>
                <a:lnTo>
                  <a:pt x="133" y="490"/>
                </a:lnTo>
                <a:lnTo>
                  <a:pt x="142" y="485"/>
                </a:lnTo>
                <a:lnTo>
                  <a:pt x="152" y="482"/>
                </a:lnTo>
                <a:lnTo>
                  <a:pt x="164" y="480"/>
                </a:lnTo>
                <a:lnTo>
                  <a:pt x="164" y="480"/>
                </a:lnTo>
                <a:lnTo>
                  <a:pt x="174" y="482"/>
                </a:lnTo>
                <a:lnTo>
                  <a:pt x="185" y="485"/>
                </a:lnTo>
                <a:lnTo>
                  <a:pt x="194" y="490"/>
                </a:lnTo>
                <a:lnTo>
                  <a:pt x="202" y="496"/>
                </a:lnTo>
                <a:lnTo>
                  <a:pt x="209" y="505"/>
                </a:lnTo>
                <a:lnTo>
                  <a:pt x="213" y="514"/>
                </a:lnTo>
                <a:lnTo>
                  <a:pt x="217" y="524"/>
                </a:lnTo>
                <a:lnTo>
                  <a:pt x="218" y="535"/>
                </a:lnTo>
                <a:lnTo>
                  <a:pt x="218" y="764"/>
                </a:lnTo>
                <a:lnTo>
                  <a:pt x="218" y="764"/>
                </a:lnTo>
                <a:lnTo>
                  <a:pt x="217" y="775"/>
                </a:lnTo>
                <a:lnTo>
                  <a:pt x="213" y="786"/>
                </a:lnTo>
                <a:lnTo>
                  <a:pt x="209" y="795"/>
                </a:lnTo>
                <a:lnTo>
                  <a:pt x="202" y="803"/>
                </a:lnTo>
                <a:lnTo>
                  <a:pt x="194" y="810"/>
                </a:lnTo>
                <a:lnTo>
                  <a:pt x="185" y="814"/>
                </a:lnTo>
                <a:lnTo>
                  <a:pt x="174" y="818"/>
                </a:lnTo>
                <a:lnTo>
                  <a:pt x="164" y="819"/>
                </a:lnTo>
                <a:lnTo>
                  <a:pt x="164" y="819"/>
                </a:lnTo>
                <a:lnTo>
                  <a:pt x="152" y="818"/>
                </a:lnTo>
                <a:lnTo>
                  <a:pt x="142" y="814"/>
                </a:lnTo>
                <a:lnTo>
                  <a:pt x="133" y="810"/>
                </a:lnTo>
                <a:lnTo>
                  <a:pt x="124" y="803"/>
                </a:lnTo>
                <a:lnTo>
                  <a:pt x="117" y="795"/>
                </a:lnTo>
                <a:lnTo>
                  <a:pt x="112" y="786"/>
                </a:lnTo>
                <a:lnTo>
                  <a:pt x="109" y="775"/>
                </a:lnTo>
                <a:lnTo>
                  <a:pt x="108" y="764"/>
                </a:lnTo>
                <a:lnTo>
                  <a:pt x="108" y="535"/>
                </a:lnTo>
                <a:close/>
                <a:moveTo>
                  <a:pt x="388" y="1250"/>
                </a:moveTo>
                <a:lnTo>
                  <a:pt x="269" y="1250"/>
                </a:lnTo>
                <a:lnTo>
                  <a:pt x="269" y="1250"/>
                </a:lnTo>
                <a:lnTo>
                  <a:pt x="263" y="1250"/>
                </a:lnTo>
                <a:lnTo>
                  <a:pt x="244" y="1250"/>
                </a:lnTo>
                <a:lnTo>
                  <a:pt x="233" y="1249"/>
                </a:lnTo>
                <a:lnTo>
                  <a:pt x="219" y="1248"/>
                </a:lnTo>
                <a:lnTo>
                  <a:pt x="204" y="1246"/>
                </a:lnTo>
                <a:lnTo>
                  <a:pt x="189" y="1241"/>
                </a:lnTo>
                <a:lnTo>
                  <a:pt x="174" y="1235"/>
                </a:lnTo>
                <a:lnTo>
                  <a:pt x="159" y="1229"/>
                </a:lnTo>
                <a:lnTo>
                  <a:pt x="147" y="1219"/>
                </a:lnTo>
                <a:lnTo>
                  <a:pt x="140" y="1214"/>
                </a:lnTo>
                <a:lnTo>
                  <a:pt x="134" y="1208"/>
                </a:lnTo>
                <a:lnTo>
                  <a:pt x="128" y="1201"/>
                </a:lnTo>
                <a:lnTo>
                  <a:pt x="124" y="1194"/>
                </a:lnTo>
                <a:lnTo>
                  <a:pt x="119" y="1186"/>
                </a:lnTo>
                <a:lnTo>
                  <a:pt x="116" y="1177"/>
                </a:lnTo>
                <a:lnTo>
                  <a:pt x="113" y="1168"/>
                </a:lnTo>
                <a:lnTo>
                  <a:pt x="111" y="1157"/>
                </a:lnTo>
                <a:lnTo>
                  <a:pt x="110" y="1146"/>
                </a:lnTo>
                <a:lnTo>
                  <a:pt x="109" y="1134"/>
                </a:lnTo>
                <a:lnTo>
                  <a:pt x="109" y="973"/>
                </a:lnTo>
                <a:lnTo>
                  <a:pt x="109" y="973"/>
                </a:lnTo>
                <a:lnTo>
                  <a:pt x="110" y="962"/>
                </a:lnTo>
                <a:lnTo>
                  <a:pt x="113" y="952"/>
                </a:lnTo>
                <a:lnTo>
                  <a:pt x="118" y="944"/>
                </a:lnTo>
                <a:lnTo>
                  <a:pt x="125" y="937"/>
                </a:lnTo>
                <a:lnTo>
                  <a:pt x="133" y="931"/>
                </a:lnTo>
                <a:lnTo>
                  <a:pt x="142" y="927"/>
                </a:lnTo>
                <a:lnTo>
                  <a:pt x="152" y="925"/>
                </a:lnTo>
                <a:lnTo>
                  <a:pt x="164" y="923"/>
                </a:lnTo>
                <a:lnTo>
                  <a:pt x="164" y="923"/>
                </a:lnTo>
                <a:lnTo>
                  <a:pt x="174" y="925"/>
                </a:lnTo>
                <a:lnTo>
                  <a:pt x="185" y="927"/>
                </a:lnTo>
                <a:lnTo>
                  <a:pt x="194" y="931"/>
                </a:lnTo>
                <a:lnTo>
                  <a:pt x="202" y="937"/>
                </a:lnTo>
                <a:lnTo>
                  <a:pt x="209" y="944"/>
                </a:lnTo>
                <a:lnTo>
                  <a:pt x="213" y="952"/>
                </a:lnTo>
                <a:lnTo>
                  <a:pt x="217" y="962"/>
                </a:lnTo>
                <a:lnTo>
                  <a:pt x="218" y="973"/>
                </a:lnTo>
                <a:lnTo>
                  <a:pt x="218" y="1077"/>
                </a:lnTo>
                <a:lnTo>
                  <a:pt x="218" y="1077"/>
                </a:lnTo>
                <a:lnTo>
                  <a:pt x="218" y="1086"/>
                </a:lnTo>
                <a:lnTo>
                  <a:pt x="220" y="1097"/>
                </a:lnTo>
                <a:lnTo>
                  <a:pt x="224" y="1108"/>
                </a:lnTo>
                <a:lnTo>
                  <a:pt x="226" y="1114"/>
                </a:lnTo>
                <a:lnTo>
                  <a:pt x="229" y="1120"/>
                </a:lnTo>
                <a:lnTo>
                  <a:pt x="234" y="1125"/>
                </a:lnTo>
                <a:lnTo>
                  <a:pt x="238" y="1130"/>
                </a:lnTo>
                <a:lnTo>
                  <a:pt x="245" y="1134"/>
                </a:lnTo>
                <a:lnTo>
                  <a:pt x="252" y="1137"/>
                </a:lnTo>
                <a:lnTo>
                  <a:pt x="260" y="1139"/>
                </a:lnTo>
                <a:lnTo>
                  <a:pt x="269" y="1140"/>
                </a:lnTo>
                <a:lnTo>
                  <a:pt x="388" y="1139"/>
                </a:lnTo>
                <a:lnTo>
                  <a:pt x="388" y="1139"/>
                </a:lnTo>
                <a:lnTo>
                  <a:pt x="398" y="1140"/>
                </a:lnTo>
                <a:lnTo>
                  <a:pt x="408" y="1144"/>
                </a:lnTo>
                <a:lnTo>
                  <a:pt x="418" y="1148"/>
                </a:lnTo>
                <a:lnTo>
                  <a:pt x="426" y="1155"/>
                </a:lnTo>
                <a:lnTo>
                  <a:pt x="432" y="1162"/>
                </a:lnTo>
                <a:lnTo>
                  <a:pt x="438" y="1171"/>
                </a:lnTo>
                <a:lnTo>
                  <a:pt x="440" y="1182"/>
                </a:lnTo>
                <a:lnTo>
                  <a:pt x="442" y="1192"/>
                </a:lnTo>
                <a:lnTo>
                  <a:pt x="442" y="1192"/>
                </a:lnTo>
                <a:lnTo>
                  <a:pt x="440" y="1203"/>
                </a:lnTo>
                <a:lnTo>
                  <a:pt x="438" y="1214"/>
                </a:lnTo>
                <a:lnTo>
                  <a:pt x="432" y="1224"/>
                </a:lnTo>
                <a:lnTo>
                  <a:pt x="426" y="1232"/>
                </a:lnTo>
                <a:lnTo>
                  <a:pt x="418" y="1240"/>
                </a:lnTo>
                <a:lnTo>
                  <a:pt x="408" y="1246"/>
                </a:lnTo>
                <a:lnTo>
                  <a:pt x="398" y="1249"/>
                </a:lnTo>
                <a:lnTo>
                  <a:pt x="388" y="1250"/>
                </a:lnTo>
                <a:lnTo>
                  <a:pt x="388" y="1250"/>
                </a:lnTo>
                <a:close/>
                <a:moveTo>
                  <a:pt x="875" y="1250"/>
                </a:moveTo>
                <a:lnTo>
                  <a:pt x="593" y="1250"/>
                </a:lnTo>
                <a:lnTo>
                  <a:pt x="593" y="1250"/>
                </a:lnTo>
                <a:lnTo>
                  <a:pt x="582" y="1249"/>
                </a:lnTo>
                <a:lnTo>
                  <a:pt x="571" y="1246"/>
                </a:lnTo>
                <a:lnTo>
                  <a:pt x="562" y="1240"/>
                </a:lnTo>
                <a:lnTo>
                  <a:pt x="554" y="1233"/>
                </a:lnTo>
                <a:lnTo>
                  <a:pt x="548" y="1224"/>
                </a:lnTo>
                <a:lnTo>
                  <a:pt x="543" y="1215"/>
                </a:lnTo>
                <a:lnTo>
                  <a:pt x="539" y="1203"/>
                </a:lnTo>
                <a:lnTo>
                  <a:pt x="539" y="1193"/>
                </a:lnTo>
                <a:lnTo>
                  <a:pt x="539" y="1193"/>
                </a:lnTo>
                <a:lnTo>
                  <a:pt x="539" y="1182"/>
                </a:lnTo>
                <a:lnTo>
                  <a:pt x="543" y="1171"/>
                </a:lnTo>
                <a:lnTo>
                  <a:pt x="548" y="1163"/>
                </a:lnTo>
                <a:lnTo>
                  <a:pt x="554" y="1155"/>
                </a:lnTo>
                <a:lnTo>
                  <a:pt x="562" y="1148"/>
                </a:lnTo>
                <a:lnTo>
                  <a:pt x="571" y="1144"/>
                </a:lnTo>
                <a:lnTo>
                  <a:pt x="582" y="1141"/>
                </a:lnTo>
                <a:lnTo>
                  <a:pt x="593" y="1140"/>
                </a:lnTo>
                <a:lnTo>
                  <a:pt x="875" y="1140"/>
                </a:lnTo>
                <a:lnTo>
                  <a:pt x="875" y="1140"/>
                </a:lnTo>
                <a:lnTo>
                  <a:pt x="886" y="1141"/>
                </a:lnTo>
                <a:lnTo>
                  <a:pt x="896" y="1144"/>
                </a:lnTo>
                <a:lnTo>
                  <a:pt x="904" y="1148"/>
                </a:lnTo>
                <a:lnTo>
                  <a:pt x="911" y="1155"/>
                </a:lnTo>
                <a:lnTo>
                  <a:pt x="917" y="1163"/>
                </a:lnTo>
                <a:lnTo>
                  <a:pt x="921" y="1171"/>
                </a:lnTo>
                <a:lnTo>
                  <a:pt x="925" y="1182"/>
                </a:lnTo>
                <a:lnTo>
                  <a:pt x="925" y="1193"/>
                </a:lnTo>
                <a:lnTo>
                  <a:pt x="925" y="1193"/>
                </a:lnTo>
                <a:lnTo>
                  <a:pt x="925" y="1203"/>
                </a:lnTo>
                <a:lnTo>
                  <a:pt x="921" y="1215"/>
                </a:lnTo>
                <a:lnTo>
                  <a:pt x="917" y="1224"/>
                </a:lnTo>
                <a:lnTo>
                  <a:pt x="911" y="1233"/>
                </a:lnTo>
                <a:lnTo>
                  <a:pt x="904" y="1240"/>
                </a:lnTo>
                <a:lnTo>
                  <a:pt x="896" y="1246"/>
                </a:lnTo>
                <a:lnTo>
                  <a:pt x="886" y="1249"/>
                </a:lnTo>
                <a:lnTo>
                  <a:pt x="875" y="1250"/>
                </a:lnTo>
                <a:lnTo>
                  <a:pt x="875" y="1250"/>
                </a:lnTo>
                <a:close/>
                <a:moveTo>
                  <a:pt x="871" y="653"/>
                </a:moveTo>
                <a:lnTo>
                  <a:pt x="871" y="925"/>
                </a:lnTo>
                <a:lnTo>
                  <a:pt x="871" y="925"/>
                </a:lnTo>
                <a:lnTo>
                  <a:pt x="870" y="933"/>
                </a:lnTo>
                <a:lnTo>
                  <a:pt x="867" y="941"/>
                </a:lnTo>
                <a:lnTo>
                  <a:pt x="864" y="951"/>
                </a:lnTo>
                <a:lnTo>
                  <a:pt x="860" y="955"/>
                </a:lnTo>
                <a:lnTo>
                  <a:pt x="857" y="960"/>
                </a:lnTo>
                <a:lnTo>
                  <a:pt x="854" y="965"/>
                </a:lnTo>
                <a:lnTo>
                  <a:pt x="848" y="969"/>
                </a:lnTo>
                <a:lnTo>
                  <a:pt x="842" y="973"/>
                </a:lnTo>
                <a:lnTo>
                  <a:pt x="835" y="976"/>
                </a:lnTo>
                <a:lnTo>
                  <a:pt x="827" y="977"/>
                </a:lnTo>
                <a:lnTo>
                  <a:pt x="818" y="978"/>
                </a:lnTo>
                <a:lnTo>
                  <a:pt x="653" y="978"/>
                </a:lnTo>
                <a:lnTo>
                  <a:pt x="653" y="978"/>
                </a:lnTo>
                <a:lnTo>
                  <a:pt x="644" y="977"/>
                </a:lnTo>
                <a:lnTo>
                  <a:pt x="636" y="976"/>
                </a:lnTo>
                <a:lnTo>
                  <a:pt x="626" y="973"/>
                </a:lnTo>
                <a:lnTo>
                  <a:pt x="616" y="966"/>
                </a:lnTo>
                <a:lnTo>
                  <a:pt x="611" y="962"/>
                </a:lnTo>
                <a:lnTo>
                  <a:pt x="607" y="957"/>
                </a:lnTo>
                <a:lnTo>
                  <a:pt x="603" y="951"/>
                </a:lnTo>
                <a:lnTo>
                  <a:pt x="600" y="944"/>
                </a:lnTo>
                <a:lnTo>
                  <a:pt x="599" y="937"/>
                </a:lnTo>
                <a:lnTo>
                  <a:pt x="598" y="928"/>
                </a:lnTo>
                <a:lnTo>
                  <a:pt x="598" y="653"/>
                </a:lnTo>
                <a:lnTo>
                  <a:pt x="443" y="653"/>
                </a:lnTo>
                <a:lnTo>
                  <a:pt x="443" y="653"/>
                </a:lnTo>
                <a:lnTo>
                  <a:pt x="426" y="651"/>
                </a:lnTo>
                <a:lnTo>
                  <a:pt x="420" y="650"/>
                </a:lnTo>
                <a:lnTo>
                  <a:pt x="415" y="649"/>
                </a:lnTo>
                <a:lnTo>
                  <a:pt x="412" y="647"/>
                </a:lnTo>
                <a:lnTo>
                  <a:pt x="409" y="646"/>
                </a:lnTo>
                <a:lnTo>
                  <a:pt x="408" y="643"/>
                </a:lnTo>
                <a:lnTo>
                  <a:pt x="408" y="641"/>
                </a:lnTo>
                <a:lnTo>
                  <a:pt x="409" y="636"/>
                </a:lnTo>
                <a:lnTo>
                  <a:pt x="412" y="633"/>
                </a:lnTo>
                <a:lnTo>
                  <a:pt x="415" y="628"/>
                </a:lnTo>
                <a:lnTo>
                  <a:pt x="709" y="329"/>
                </a:lnTo>
                <a:lnTo>
                  <a:pt x="709" y="329"/>
                </a:lnTo>
                <a:lnTo>
                  <a:pt x="715" y="325"/>
                </a:lnTo>
                <a:lnTo>
                  <a:pt x="720" y="323"/>
                </a:lnTo>
                <a:lnTo>
                  <a:pt x="726" y="323"/>
                </a:lnTo>
                <a:lnTo>
                  <a:pt x="731" y="324"/>
                </a:lnTo>
                <a:lnTo>
                  <a:pt x="734" y="325"/>
                </a:lnTo>
                <a:lnTo>
                  <a:pt x="738" y="328"/>
                </a:lnTo>
                <a:lnTo>
                  <a:pt x="740" y="330"/>
                </a:lnTo>
                <a:lnTo>
                  <a:pt x="1053" y="630"/>
                </a:lnTo>
                <a:lnTo>
                  <a:pt x="1053" y="630"/>
                </a:lnTo>
                <a:lnTo>
                  <a:pt x="1058" y="635"/>
                </a:lnTo>
                <a:lnTo>
                  <a:pt x="1060" y="639"/>
                </a:lnTo>
                <a:lnTo>
                  <a:pt x="1061" y="642"/>
                </a:lnTo>
                <a:lnTo>
                  <a:pt x="1061" y="646"/>
                </a:lnTo>
                <a:lnTo>
                  <a:pt x="1060" y="648"/>
                </a:lnTo>
                <a:lnTo>
                  <a:pt x="1058" y="650"/>
                </a:lnTo>
                <a:lnTo>
                  <a:pt x="1051" y="653"/>
                </a:lnTo>
                <a:lnTo>
                  <a:pt x="1043" y="654"/>
                </a:lnTo>
                <a:lnTo>
                  <a:pt x="1036" y="654"/>
                </a:lnTo>
                <a:lnTo>
                  <a:pt x="1028" y="653"/>
                </a:lnTo>
                <a:lnTo>
                  <a:pt x="871" y="653"/>
                </a:lnTo>
                <a:close/>
                <a:moveTo>
                  <a:pt x="1360" y="1086"/>
                </a:moveTo>
                <a:lnTo>
                  <a:pt x="1360" y="1086"/>
                </a:lnTo>
                <a:lnTo>
                  <a:pt x="1360" y="1093"/>
                </a:lnTo>
                <a:lnTo>
                  <a:pt x="1359" y="1112"/>
                </a:lnTo>
                <a:lnTo>
                  <a:pt x="1356" y="1124"/>
                </a:lnTo>
                <a:lnTo>
                  <a:pt x="1353" y="1138"/>
                </a:lnTo>
                <a:lnTo>
                  <a:pt x="1349" y="1153"/>
                </a:lnTo>
                <a:lnTo>
                  <a:pt x="1344" y="1169"/>
                </a:lnTo>
                <a:lnTo>
                  <a:pt x="1337" y="1184"/>
                </a:lnTo>
                <a:lnTo>
                  <a:pt x="1329" y="1199"/>
                </a:lnTo>
                <a:lnTo>
                  <a:pt x="1317" y="1213"/>
                </a:lnTo>
                <a:lnTo>
                  <a:pt x="1311" y="1218"/>
                </a:lnTo>
                <a:lnTo>
                  <a:pt x="1305" y="1225"/>
                </a:lnTo>
                <a:lnTo>
                  <a:pt x="1298" y="1230"/>
                </a:lnTo>
                <a:lnTo>
                  <a:pt x="1290" y="1235"/>
                </a:lnTo>
                <a:lnTo>
                  <a:pt x="1282" y="1240"/>
                </a:lnTo>
                <a:lnTo>
                  <a:pt x="1272" y="1244"/>
                </a:lnTo>
                <a:lnTo>
                  <a:pt x="1262" y="1246"/>
                </a:lnTo>
                <a:lnTo>
                  <a:pt x="1252" y="1248"/>
                </a:lnTo>
                <a:lnTo>
                  <a:pt x="1240" y="1250"/>
                </a:lnTo>
                <a:lnTo>
                  <a:pt x="1229" y="1250"/>
                </a:lnTo>
                <a:lnTo>
                  <a:pt x="1087" y="1250"/>
                </a:lnTo>
                <a:lnTo>
                  <a:pt x="1087" y="1250"/>
                </a:lnTo>
                <a:lnTo>
                  <a:pt x="1075" y="1249"/>
                </a:lnTo>
                <a:lnTo>
                  <a:pt x="1065" y="1246"/>
                </a:lnTo>
                <a:lnTo>
                  <a:pt x="1056" y="1241"/>
                </a:lnTo>
                <a:lnTo>
                  <a:pt x="1048" y="1234"/>
                </a:lnTo>
                <a:lnTo>
                  <a:pt x="1041" y="1226"/>
                </a:lnTo>
                <a:lnTo>
                  <a:pt x="1036" y="1217"/>
                </a:lnTo>
                <a:lnTo>
                  <a:pt x="1033" y="1207"/>
                </a:lnTo>
                <a:lnTo>
                  <a:pt x="1031" y="1196"/>
                </a:lnTo>
                <a:lnTo>
                  <a:pt x="1031" y="1196"/>
                </a:lnTo>
                <a:lnTo>
                  <a:pt x="1033" y="1185"/>
                </a:lnTo>
                <a:lnTo>
                  <a:pt x="1036" y="1175"/>
                </a:lnTo>
                <a:lnTo>
                  <a:pt x="1041" y="1165"/>
                </a:lnTo>
                <a:lnTo>
                  <a:pt x="1048" y="1157"/>
                </a:lnTo>
                <a:lnTo>
                  <a:pt x="1056" y="1151"/>
                </a:lnTo>
                <a:lnTo>
                  <a:pt x="1065" y="1146"/>
                </a:lnTo>
                <a:lnTo>
                  <a:pt x="1075" y="1143"/>
                </a:lnTo>
                <a:lnTo>
                  <a:pt x="1087" y="1141"/>
                </a:lnTo>
                <a:lnTo>
                  <a:pt x="1190" y="1141"/>
                </a:lnTo>
                <a:lnTo>
                  <a:pt x="1190" y="1141"/>
                </a:lnTo>
                <a:lnTo>
                  <a:pt x="1200" y="1140"/>
                </a:lnTo>
                <a:lnTo>
                  <a:pt x="1209" y="1138"/>
                </a:lnTo>
                <a:lnTo>
                  <a:pt x="1221" y="1134"/>
                </a:lnTo>
                <a:lnTo>
                  <a:pt x="1227" y="1131"/>
                </a:lnTo>
                <a:lnTo>
                  <a:pt x="1232" y="1128"/>
                </a:lnTo>
                <a:lnTo>
                  <a:pt x="1237" y="1123"/>
                </a:lnTo>
                <a:lnTo>
                  <a:pt x="1241" y="1117"/>
                </a:lnTo>
                <a:lnTo>
                  <a:pt x="1246" y="1112"/>
                </a:lnTo>
                <a:lnTo>
                  <a:pt x="1248" y="1104"/>
                </a:lnTo>
                <a:lnTo>
                  <a:pt x="1251" y="1095"/>
                </a:lnTo>
                <a:lnTo>
                  <a:pt x="1252" y="1086"/>
                </a:lnTo>
                <a:lnTo>
                  <a:pt x="1252" y="973"/>
                </a:lnTo>
                <a:lnTo>
                  <a:pt x="1252" y="973"/>
                </a:lnTo>
                <a:lnTo>
                  <a:pt x="1252" y="962"/>
                </a:lnTo>
                <a:lnTo>
                  <a:pt x="1255" y="952"/>
                </a:lnTo>
                <a:lnTo>
                  <a:pt x="1261" y="943"/>
                </a:lnTo>
                <a:lnTo>
                  <a:pt x="1267" y="935"/>
                </a:lnTo>
                <a:lnTo>
                  <a:pt x="1275" y="928"/>
                </a:lnTo>
                <a:lnTo>
                  <a:pt x="1284" y="923"/>
                </a:lnTo>
                <a:lnTo>
                  <a:pt x="1294" y="920"/>
                </a:lnTo>
                <a:lnTo>
                  <a:pt x="1306" y="919"/>
                </a:lnTo>
                <a:lnTo>
                  <a:pt x="1306" y="919"/>
                </a:lnTo>
                <a:lnTo>
                  <a:pt x="1316" y="920"/>
                </a:lnTo>
                <a:lnTo>
                  <a:pt x="1326" y="923"/>
                </a:lnTo>
                <a:lnTo>
                  <a:pt x="1336" y="928"/>
                </a:lnTo>
                <a:lnTo>
                  <a:pt x="1344" y="935"/>
                </a:lnTo>
                <a:lnTo>
                  <a:pt x="1351" y="943"/>
                </a:lnTo>
                <a:lnTo>
                  <a:pt x="1356" y="952"/>
                </a:lnTo>
                <a:lnTo>
                  <a:pt x="1359" y="962"/>
                </a:lnTo>
                <a:lnTo>
                  <a:pt x="1360" y="973"/>
                </a:lnTo>
                <a:lnTo>
                  <a:pt x="1360" y="1086"/>
                </a:lnTo>
                <a:close/>
                <a:moveTo>
                  <a:pt x="1361" y="766"/>
                </a:moveTo>
                <a:lnTo>
                  <a:pt x="1361" y="766"/>
                </a:lnTo>
                <a:lnTo>
                  <a:pt x="1360" y="778"/>
                </a:lnTo>
                <a:lnTo>
                  <a:pt x="1356" y="788"/>
                </a:lnTo>
                <a:lnTo>
                  <a:pt x="1351" y="797"/>
                </a:lnTo>
                <a:lnTo>
                  <a:pt x="1345" y="805"/>
                </a:lnTo>
                <a:lnTo>
                  <a:pt x="1337" y="812"/>
                </a:lnTo>
                <a:lnTo>
                  <a:pt x="1328" y="817"/>
                </a:lnTo>
                <a:lnTo>
                  <a:pt x="1317" y="820"/>
                </a:lnTo>
                <a:lnTo>
                  <a:pt x="1306" y="821"/>
                </a:lnTo>
                <a:lnTo>
                  <a:pt x="1306" y="821"/>
                </a:lnTo>
                <a:lnTo>
                  <a:pt x="1295" y="820"/>
                </a:lnTo>
                <a:lnTo>
                  <a:pt x="1284" y="817"/>
                </a:lnTo>
                <a:lnTo>
                  <a:pt x="1275" y="812"/>
                </a:lnTo>
                <a:lnTo>
                  <a:pt x="1267" y="805"/>
                </a:lnTo>
                <a:lnTo>
                  <a:pt x="1260" y="797"/>
                </a:lnTo>
                <a:lnTo>
                  <a:pt x="1254" y="788"/>
                </a:lnTo>
                <a:lnTo>
                  <a:pt x="1251" y="778"/>
                </a:lnTo>
                <a:lnTo>
                  <a:pt x="1250" y="766"/>
                </a:lnTo>
                <a:lnTo>
                  <a:pt x="1250" y="541"/>
                </a:lnTo>
                <a:lnTo>
                  <a:pt x="1250" y="541"/>
                </a:lnTo>
                <a:lnTo>
                  <a:pt x="1251" y="530"/>
                </a:lnTo>
                <a:lnTo>
                  <a:pt x="1254" y="519"/>
                </a:lnTo>
                <a:lnTo>
                  <a:pt x="1260" y="510"/>
                </a:lnTo>
                <a:lnTo>
                  <a:pt x="1267" y="502"/>
                </a:lnTo>
                <a:lnTo>
                  <a:pt x="1275" y="495"/>
                </a:lnTo>
                <a:lnTo>
                  <a:pt x="1284" y="491"/>
                </a:lnTo>
                <a:lnTo>
                  <a:pt x="1295" y="487"/>
                </a:lnTo>
                <a:lnTo>
                  <a:pt x="1306" y="486"/>
                </a:lnTo>
                <a:lnTo>
                  <a:pt x="1306" y="486"/>
                </a:lnTo>
                <a:lnTo>
                  <a:pt x="1317" y="487"/>
                </a:lnTo>
                <a:lnTo>
                  <a:pt x="1328" y="491"/>
                </a:lnTo>
                <a:lnTo>
                  <a:pt x="1337" y="495"/>
                </a:lnTo>
                <a:lnTo>
                  <a:pt x="1345" y="502"/>
                </a:lnTo>
                <a:lnTo>
                  <a:pt x="1351" y="510"/>
                </a:lnTo>
                <a:lnTo>
                  <a:pt x="1356" y="519"/>
                </a:lnTo>
                <a:lnTo>
                  <a:pt x="1360" y="530"/>
                </a:lnTo>
                <a:lnTo>
                  <a:pt x="1361" y="541"/>
                </a:lnTo>
                <a:lnTo>
                  <a:pt x="1361" y="766"/>
                </a:lnTo>
                <a:close/>
                <a:moveTo>
                  <a:pt x="1361" y="327"/>
                </a:moveTo>
                <a:lnTo>
                  <a:pt x="1361" y="327"/>
                </a:lnTo>
                <a:lnTo>
                  <a:pt x="1360" y="338"/>
                </a:lnTo>
                <a:lnTo>
                  <a:pt x="1356" y="348"/>
                </a:lnTo>
                <a:lnTo>
                  <a:pt x="1351" y="358"/>
                </a:lnTo>
                <a:lnTo>
                  <a:pt x="1345" y="366"/>
                </a:lnTo>
                <a:lnTo>
                  <a:pt x="1337" y="371"/>
                </a:lnTo>
                <a:lnTo>
                  <a:pt x="1328" y="377"/>
                </a:lnTo>
                <a:lnTo>
                  <a:pt x="1317" y="381"/>
                </a:lnTo>
                <a:lnTo>
                  <a:pt x="1306" y="381"/>
                </a:lnTo>
                <a:lnTo>
                  <a:pt x="1306" y="381"/>
                </a:lnTo>
                <a:lnTo>
                  <a:pt x="1295" y="381"/>
                </a:lnTo>
                <a:lnTo>
                  <a:pt x="1285" y="377"/>
                </a:lnTo>
                <a:lnTo>
                  <a:pt x="1276" y="371"/>
                </a:lnTo>
                <a:lnTo>
                  <a:pt x="1268" y="366"/>
                </a:lnTo>
                <a:lnTo>
                  <a:pt x="1261" y="358"/>
                </a:lnTo>
                <a:lnTo>
                  <a:pt x="1255" y="348"/>
                </a:lnTo>
                <a:lnTo>
                  <a:pt x="1253" y="338"/>
                </a:lnTo>
                <a:lnTo>
                  <a:pt x="1252" y="327"/>
                </a:lnTo>
                <a:lnTo>
                  <a:pt x="1252" y="275"/>
                </a:lnTo>
                <a:lnTo>
                  <a:pt x="1252" y="275"/>
                </a:lnTo>
                <a:lnTo>
                  <a:pt x="1251" y="266"/>
                </a:lnTo>
                <a:lnTo>
                  <a:pt x="1250" y="257"/>
                </a:lnTo>
                <a:lnTo>
                  <a:pt x="1246" y="245"/>
                </a:lnTo>
                <a:lnTo>
                  <a:pt x="1243" y="241"/>
                </a:lnTo>
                <a:lnTo>
                  <a:pt x="1240" y="235"/>
                </a:lnTo>
                <a:lnTo>
                  <a:pt x="1236" y="230"/>
                </a:lnTo>
                <a:lnTo>
                  <a:pt x="1230" y="226"/>
                </a:lnTo>
                <a:lnTo>
                  <a:pt x="1224" y="222"/>
                </a:lnTo>
                <a:lnTo>
                  <a:pt x="1217" y="219"/>
                </a:lnTo>
                <a:lnTo>
                  <a:pt x="1209" y="218"/>
                </a:lnTo>
                <a:lnTo>
                  <a:pt x="1199" y="216"/>
                </a:lnTo>
                <a:lnTo>
                  <a:pt x="1085" y="218"/>
                </a:lnTo>
                <a:lnTo>
                  <a:pt x="1085" y="218"/>
                </a:lnTo>
                <a:lnTo>
                  <a:pt x="1074" y="215"/>
                </a:lnTo>
                <a:lnTo>
                  <a:pt x="1064" y="212"/>
                </a:lnTo>
                <a:lnTo>
                  <a:pt x="1054" y="206"/>
                </a:lnTo>
                <a:lnTo>
                  <a:pt x="1046" y="199"/>
                </a:lnTo>
                <a:lnTo>
                  <a:pt x="1040" y="191"/>
                </a:lnTo>
                <a:lnTo>
                  <a:pt x="1035" y="181"/>
                </a:lnTo>
                <a:lnTo>
                  <a:pt x="1031" y="171"/>
                </a:lnTo>
                <a:lnTo>
                  <a:pt x="1030" y="159"/>
                </a:lnTo>
                <a:lnTo>
                  <a:pt x="1030" y="159"/>
                </a:lnTo>
                <a:lnTo>
                  <a:pt x="1031" y="149"/>
                </a:lnTo>
                <a:lnTo>
                  <a:pt x="1035" y="138"/>
                </a:lnTo>
                <a:lnTo>
                  <a:pt x="1040" y="129"/>
                </a:lnTo>
                <a:lnTo>
                  <a:pt x="1046" y="121"/>
                </a:lnTo>
                <a:lnTo>
                  <a:pt x="1054" y="116"/>
                </a:lnTo>
                <a:lnTo>
                  <a:pt x="1064" y="111"/>
                </a:lnTo>
                <a:lnTo>
                  <a:pt x="1074" y="107"/>
                </a:lnTo>
                <a:lnTo>
                  <a:pt x="1085" y="106"/>
                </a:lnTo>
                <a:lnTo>
                  <a:pt x="1200" y="106"/>
                </a:lnTo>
                <a:lnTo>
                  <a:pt x="1200" y="106"/>
                </a:lnTo>
                <a:lnTo>
                  <a:pt x="1207" y="106"/>
                </a:lnTo>
                <a:lnTo>
                  <a:pt x="1224" y="106"/>
                </a:lnTo>
                <a:lnTo>
                  <a:pt x="1237" y="107"/>
                </a:lnTo>
                <a:lnTo>
                  <a:pt x="1251" y="109"/>
                </a:lnTo>
                <a:lnTo>
                  <a:pt x="1264" y="111"/>
                </a:lnTo>
                <a:lnTo>
                  <a:pt x="1281" y="116"/>
                </a:lnTo>
                <a:lnTo>
                  <a:pt x="1295" y="121"/>
                </a:lnTo>
                <a:lnTo>
                  <a:pt x="1309" y="128"/>
                </a:lnTo>
                <a:lnTo>
                  <a:pt x="1323" y="137"/>
                </a:lnTo>
                <a:lnTo>
                  <a:pt x="1330" y="143"/>
                </a:lnTo>
                <a:lnTo>
                  <a:pt x="1336" y="149"/>
                </a:lnTo>
                <a:lnTo>
                  <a:pt x="1340" y="156"/>
                </a:lnTo>
                <a:lnTo>
                  <a:pt x="1346" y="163"/>
                </a:lnTo>
                <a:lnTo>
                  <a:pt x="1349" y="171"/>
                </a:lnTo>
                <a:lnTo>
                  <a:pt x="1354" y="180"/>
                </a:lnTo>
                <a:lnTo>
                  <a:pt x="1356" y="189"/>
                </a:lnTo>
                <a:lnTo>
                  <a:pt x="1359" y="199"/>
                </a:lnTo>
                <a:lnTo>
                  <a:pt x="1360" y="211"/>
                </a:lnTo>
                <a:lnTo>
                  <a:pt x="1361" y="222"/>
                </a:lnTo>
                <a:lnTo>
                  <a:pt x="1361" y="32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9" name="Freeform 128"/>
          <p:cNvSpPr>
            <a:spLocks noChangeAspect="1" noEditPoints="1"/>
          </p:cNvSpPr>
          <p:nvPr/>
        </p:nvSpPr>
        <p:spPr bwMode="auto">
          <a:xfrm>
            <a:off x="6116500" y="2889060"/>
            <a:ext cx="960736" cy="1080000"/>
          </a:xfrm>
          <a:custGeom>
            <a:avLst/>
            <a:gdLst>
              <a:gd name="T0" fmla="*/ 45 w 1305"/>
              <a:gd name="T1" fmla="*/ 2 h 1468"/>
              <a:gd name="T2" fmla="*/ 18 w 1305"/>
              <a:gd name="T3" fmla="*/ 16 h 1468"/>
              <a:gd name="T4" fmla="*/ 1 w 1305"/>
              <a:gd name="T5" fmla="*/ 40 h 1468"/>
              <a:gd name="T6" fmla="*/ 75 w 1305"/>
              <a:gd name="T7" fmla="*/ 1468 h 1468"/>
              <a:gd name="T8" fmla="*/ 156 w 1305"/>
              <a:gd name="T9" fmla="*/ 807 h 1468"/>
              <a:gd name="T10" fmla="*/ 178 w 1305"/>
              <a:gd name="T11" fmla="*/ 789 h 1468"/>
              <a:gd name="T12" fmla="*/ 269 w 1305"/>
              <a:gd name="T13" fmla="*/ 745 h 1468"/>
              <a:gd name="T14" fmla="*/ 407 w 1305"/>
              <a:gd name="T15" fmla="*/ 688 h 1468"/>
              <a:gd name="T16" fmla="*/ 520 w 1305"/>
              <a:gd name="T17" fmla="*/ 650 h 1468"/>
              <a:gd name="T18" fmla="*/ 623 w 1305"/>
              <a:gd name="T19" fmla="*/ 630 h 1468"/>
              <a:gd name="T20" fmla="*/ 667 w 1305"/>
              <a:gd name="T21" fmla="*/ 628 h 1468"/>
              <a:gd name="T22" fmla="*/ 679 w 1305"/>
              <a:gd name="T23" fmla="*/ 680 h 1468"/>
              <a:gd name="T24" fmla="*/ 789 w 1305"/>
              <a:gd name="T25" fmla="*/ 657 h 1468"/>
              <a:gd name="T26" fmla="*/ 889 w 1305"/>
              <a:gd name="T27" fmla="*/ 619 h 1468"/>
              <a:gd name="T28" fmla="*/ 978 w 1305"/>
              <a:gd name="T29" fmla="*/ 569 h 1468"/>
              <a:gd name="T30" fmla="*/ 1057 w 1305"/>
              <a:gd name="T31" fmla="*/ 510 h 1468"/>
              <a:gd name="T32" fmla="*/ 1125 w 1305"/>
              <a:gd name="T33" fmla="*/ 448 h 1468"/>
              <a:gd name="T34" fmla="*/ 1182 w 1305"/>
              <a:gd name="T35" fmla="*/ 386 h 1468"/>
              <a:gd name="T36" fmla="*/ 1265 w 1305"/>
              <a:gd name="T37" fmla="*/ 277 h 1468"/>
              <a:gd name="T38" fmla="*/ 1305 w 1305"/>
              <a:gd name="T39" fmla="*/ 211 h 1468"/>
              <a:gd name="T40" fmla="*/ 1219 w 1305"/>
              <a:gd name="T41" fmla="*/ 227 h 1468"/>
              <a:gd name="T42" fmla="*/ 1100 w 1305"/>
              <a:gd name="T43" fmla="*/ 237 h 1468"/>
              <a:gd name="T44" fmla="*/ 992 w 1305"/>
              <a:gd name="T45" fmla="*/ 230 h 1468"/>
              <a:gd name="T46" fmla="*/ 895 w 1305"/>
              <a:gd name="T47" fmla="*/ 214 h 1468"/>
              <a:gd name="T48" fmla="*/ 761 w 1305"/>
              <a:gd name="T49" fmla="*/ 179 h 1468"/>
              <a:gd name="T50" fmla="*/ 729 w 1305"/>
              <a:gd name="T51" fmla="*/ 171 h 1468"/>
              <a:gd name="T52" fmla="*/ 730 w 1305"/>
              <a:gd name="T53" fmla="*/ 165 h 1468"/>
              <a:gd name="T54" fmla="*/ 726 w 1305"/>
              <a:gd name="T55" fmla="*/ 146 h 1468"/>
              <a:gd name="T56" fmla="*/ 681 w 1305"/>
              <a:gd name="T57" fmla="*/ 57 h 1468"/>
              <a:gd name="T58" fmla="*/ 549 w 1305"/>
              <a:gd name="T59" fmla="*/ 35 h 1468"/>
              <a:gd name="T60" fmla="*/ 337 w 1305"/>
              <a:gd name="T61" fmla="*/ 8 h 1468"/>
              <a:gd name="T62" fmla="*/ 221 w 1305"/>
              <a:gd name="T63" fmla="*/ 0 h 1468"/>
              <a:gd name="T64" fmla="*/ 164 w 1305"/>
              <a:gd name="T65" fmla="*/ 2 h 1468"/>
              <a:gd name="T66" fmla="*/ 55 w 1305"/>
              <a:gd name="T67" fmla="*/ 1 h 1468"/>
              <a:gd name="T68" fmla="*/ 156 w 1305"/>
              <a:gd name="T69" fmla="*/ 756 h 1468"/>
              <a:gd name="T70" fmla="*/ 164 w 1305"/>
              <a:gd name="T71" fmla="*/ 757 h 1468"/>
              <a:gd name="T72" fmla="*/ 172 w 1305"/>
              <a:gd name="T73" fmla="*/ 750 h 1468"/>
              <a:gd name="T74" fmla="*/ 193 w 1305"/>
              <a:gd name="T75" fmla="*/ 692 h 1468"/>
              <a:gd name="T76" fmla="*/ 215 w 1305"/>
              <a:gd name="T77" fmla="*/ 605 h 1468"/>
              <a:gd name="T78" fmla="*/ 229 w 1305"/>
              <a:gd name="T79" fmla="*/ 524 h 1468"/>
              <a:gd name="T80" fmla="*/ 236 w 1305"/>
              <a:gd name="T81" fmla="*/ 423 h 1468"/>
              <a:gd name="T82" fmla="*/ 226 w 1305"/>
              <a:gd name="T83" fmla="*/ 286 h 1468"/>
              <a:gd name="T84" fmla="*/ 205 w 1305"/>
              <a:gd name="T85" fmla="*/ 175 h 1468"/>
              <a:gd name="T86" fmla="*/ 172 w 1305"/>
              <a:gd name="T87" fmla="*/ 70 h 1468"/>
              <a:gd name="T88" fmla="*/ 164 w 1305"/>
              <a:gd name="T89" fmla="*/ 55 h 1468"/>
              <a:gd name="T90" fmla="*/ 159 w 1305"/>
              <a:gd name="T91" fmla="*/ 55 h 1468"/>
              <a:gd name="T92" fmla="*/ 156 w 1305"/>
              <a:gd name="T93" fmla="*/ 63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05" h="1468">
                <a:moveTo>
                  <a:pt x="55" y="1"/>
                </a:moveTo>
                <a:lnTo>
                  <a:pt x="55" y="1"/>
                </a:lnTo>
                <a:lnTo>
                  <a:pt x="45" y="2"/>
                </a:lnTo>
                <a:lnTo>
                  <a:pt x="35" y="4"/>
                </a:lnTo>
                <a:lnTo>
                  <a:pt x="26" y="9"/>
                </a:lnTo>
                <a:lnTo>
                  <a:pt x="18" y="16"/>
                </a:lnTo>
                <a:lnTo>
                  <a:pt x="11" y="23"/>
                </a:lnTo>
                <a:lnTo>
                  <a:pt x="5" y="31"/>
                </a:lnTo>
                <a:lnTo>
                  <a:pt x="1" y="40"/>
                </a:lnTo>
                <a:lnTo>
                  <a:pt x="0" y="49"/>
                </a:lnTo>
                <a:lnTo>
                  <a:pt x="0" y="1410"/>
                </a:lnTo>
                <a:lnTo>
                  <a:pt x="75" y="1468"/>
                </a:lnTo>
                <a:lnTo>
                  <a:pt x="156" y="1410"/>
                </a:lnTo>
                <a:lnTo>
                  <a:pt x="156" y="807"/>
                </a:lnTo>
                <a:lnTo>
                  <a:pt x="156" y="807"/>
                </a:lnTo>
                <a:lnTo>
                  <a:pt x="162" y="801"/>
                </a:lnTo>
                <a:lnTo>
                  <a:pt x="169" y="795"/>
                </a:lnTo>
                <a:lnTo>
                  <a:pt x="178" y="789"/>
                </a:lnTo>
                <a:lnTo>
                  <a:pt x="178" y="789"/>
                </a:lnTo>
                <a:lnTo>
                  <a:pt x="215" y="770"/>
                </a:lnTo>
                <a:lnTo>
                  <a:pt x="269" y="745"/>
                </a:lnTo>
                <a:lnTo>
                  <a:pt x="334" y="717"/>
                </a:lnTo>
                <a:lnTo>
                  <a:pt x="370" y="702"/>
                </a:lnTo>
                <a:lnTo>
                  <a:pt x="407" y="688"/>
                </a:lnTo>
                <a:lnTo>
                  <a:pt x="444" y="674"/>
                </a:lnTo>
                <a:lnTo>
                  <a:pt x="482" y="662"/>
                </a:lnTo>
                <a:lnTo>
                  <a:pt x="520" y="650"/>
                </a:lnTo>
                <a:lnTo>
                  <a:pt x="556" y="641"/>
                </a:lnTo>
                <a:lnTo>
                  <a:pt x="591" y="634"/>
                </a:lnTo>
                <a:lnTo>
                  <a:pt x="623" y="630"/>
                </a:lnTo>
                <a:lnTo>
                  <a:pt x="638" y="628"/>
                </a:lnTo>
                <a:lnTo>
                  <a:pt x="653" y="628"/>
                </a:lnTo>
                <a:lnTo>
                  <a:pt x="667" y="628"/>
                </a:lnTo>
                <a:lnTo>
                  <a:pt x="680" y="630"/>
                </a:lnTo>
                <a:lnTo>
                  <a:pt x="679" y="680"/>
                </a:lnTo>
                <a:lnTo>
                  <a:pt x="679" y="680"/>
                </a:lnTo>
                <a:lnTo>
                  <a:pt x="716" y="674"/>
                </a:lnTo>
                <a:lnTo>
                  <a:pt x="753" y="666"/>
                </a:lnTo>
                <a:lnTo>
                  <a:pt x="789" y="657"/>
                </a:lnTo>
                <a:lnTo>
                  <a:pt x="823" y="646"/>
                </a:lnTo>
                <a:lnTo>
                  <a:pt x="856" y="633"/>
                </a:lnTo>
                <a:lnTo>
                  <a:pt x="889" y="619"/>
                </a:lnTo>
                <a:lnTo>
                  <a:pt x="920" y="603"/>
                </a:lnTo>
                <a:lnTo>
                  <a:pt x="949" y="586"/>
                </a:lnTo>
                <a:lnTo>
                  <a:pt x="978" y="569"/>
                </a:lnTo>
                <a:lnTo>
                  <a:pt x="1006" y="549"/>
                </a:lnTo>
                <a:lnTo>
                  <a:pt x="1032" y="531"/>
                </a:lnTo>
                <a:lnTo>
                  <a:pt x="1057" y="510"/>
                </a:lnTo>
                <a:lnTo>
                  <a:pt x="1081" y="490"/>
                </a:lnTo>
                <a:lnTo>
                  <a:pt x="1104" y="469"/>
                </a:lnTo>
                <a:lnTo>
                  <a:pt x="1125" y="448"/>
                </a:lnTo>
                <a:lnTo>
                  <a:pt x="1146" y="428"/>
                </a:lnTo>
                <a:lnTo>
                  <a:pt x="1165" y="406"/>
                </a:lnTo>
                <a:lnTo>
                  <a:pt x="1182" y="386"/>
                </a:lnTo>
                <a:lnTo>
                  <a:pt x="1216" y="346"/>
                </a:lnTo>
                <a:lnTo>
                  <a:pt x="1242" y="309"/>
                </a:lnTo>
                <a:lnTo>
                  <a:pt x="1265" y="277"/>
                </a:lnTo>
                <a:lnTo>
                  <a:pt x="1282" y="250"/>
                </a:lnTo>
                <a:lnTo>
                  <a:pt x="1295" y="228"/>
                </a:lnTo>
                <a:lnTo>
                  <a:pt x="1305" y="211"/>
                </a:lnTo>
                <a:lnTo>
                  <a:pt x="1305" y="211"/>
                </a:lnTo>
                <a:lnTo>
                  <a:pt x="1262" y="220"/>
                </a:lnTo>
                <a:lnTo>
                  <a:pt x="1219" y="227"/>
                </a:lnTo>
                <a:lnTo>
                  <a:pt x="1178" y="233"/>
                </a:lnTo>
                <a:lnTo>
                  <a:pt x="1139" y="236"/>
                </a:lnTo>
                <a:lnTo>
                  <a:pt x="1100" y="237"/>
                </a:lnTo>
                <a:lnTo>
                  <a:pt x="1063" y="236"/>
                </a:lnTo>
                <a:lnTo>
                  <a:pt x="1026" y="234"/>
                </a:lnTo>
                <a:lnTo>
                  <a:pt x="992" y="230"/>
                </a:lnTo>
                <a:lnTo>
                  <a:pt x="959" y="227"/>
                </a:lnTo>
                <a:lnTo>
                  <a:pt x="926" y="221"/>
                </a:lnTo>
                <a:lnTo>
                  <a:pt x="895" y="214"/>
                </a:lnTo>
                <a:lnTo>
                  <a:pt x="866" y="208"/>
                </a:lnTo>
                <a:lnTo>
                  <a:pt x="812" y="194"/>
                </a:lnTo>
                <a:lnTo>
                  <a:pt x="761" y="179"/>
                </a:lnTo>
                <a:lnTo>
                  <a:pt x="761" y="179"/>
                </a:lnTo>
                <a:lnTo>
                  <a:pt x="737" y="173"/>
                </a:lnTo>
                <a:lnTo>
                  <a:pt x="729" y="171"/>
                </a:lnTo>
                <a:lnTo>
                  <a:pt x="729" y="171"/>
                </a:lnTo>
                <a:lnTo>
                  <a:pt x="729" y="168"/>
                </a:lnTo>
                <a:lnTo>
                  <a:pt x="730" y="165"/>
                </a:lnTo>
                <a:lnTo>
                  <a:pt x="729" y="160"/>
                </a:lnTo>
                <a:lnTo>
                  <a:pt x="729" y="160"/>
                </a:lnTo>
                <a:lnTo>
                  <a:pt x="726" y="146"/>
                </a:lnTo>
                <a:lnTo>
                  <a:pt x="720" y="134"/>
                </a:lnTo>
                <a:lnTo>
                  <a:pt x="708" y="110"/>
                </a:lnTo>
                <a:lnTo>
                  <a:pt x="681" y="57"/>
                </a:lnTo>
                <a:lnTo>
                  <a:pt x="681" y="57"/>
                </a:lnTo>
                <a:lnTo>
                  <a:pt x="617" y="47"/>
                </a:lnTo>
                <a:lnTo>
                  <a:pt x="549" y="35"/>
                </a:lnTo>
                <a:lnTo>
                  <a:pt x="467" y="24"/>
                </a:lnTo>
                <a:lnTo>
                  <a:pt x="380" y="12"/>
                </a:lnTo>
                <a:lnTo>
                  <a:pt x="337" y="8"/>
                </a:lnTo>
                <a:lnTo>
                  <a:pt x="295" y="4"/>
                </a:lnTo>
                <a:lnTo>
                  <a:pt x="256" y="1"/>
                </a:lnTo>
                <a:lnTo>
                  <a:pt x="221" y="0"/>
                </a:lnTo>
                <a:lnTo>
                  <a:pt x="190" y="0"/>
                </a:lnTo>
                <a:lnTo>
                  <a:pt x="164" y="2"/>
                </a:lnTo>
                <a:lnTo>
                  <a:pt x="164" y="2"/>
                </a:lnTo>
                <a:lnTo>
                  <a:pt x="117" y="2"/>
                </a:lnTo>
                <a:lnTo>
                  <a:pt x="55" y="1"/>
                </a:lnTo>
                <a:lnTo>
                  <a:pt x="55" y="1"/>
                </a:lnTo>
                <a:close/>
                <a:moveTo>
                  <a:pt x="156" y="63"/>
                </a:moveTo>
                <a:lnTo>
                  <a:pt x="156" y="756"/>
                </a:lnTo>
                <a:lnTo>
                  <a:pt x="156" y="756"/>
                </a:lnTo>
                <a:lnTo>
                  <a:pt x="158" y="757"/>
                </a:lnTo>
                <a:lnTo>
                  <a:pt x="162" y="758"/>
                </a:lnTo>
                <a:lnTo>
                  <a:pt x="164" y="757"/>
                </a:lnTo>
                <a:lnTo>
                  <a:pt x="168" y="756"/>
                </a:lnTo>
                <a:lnTo>
                  <a:pt x="170" y="754"/>
                </a:lnTo>
                <a:lnTo>
                  <a:pt x="172" y="750"/>
                </a:lnTo>
                <a:lnTo>
                  <a:pt x="172" y="750"/>
                </a:lnTo>
                <a:lnTo>
                  <a:pt x="183" y="720"/>
                </a:lnTo>
                <a:lnTo>
                  <a:pt x="193" y="692"/>
                </a:lnTo>
                <a:lnTo>
                  <a:pt x="201" y="663"/>
                </a:lnTo>
                <a:lnTo>
                  <a:pt x="208" y="634"/>
                </a:lnTo>
                <a:lnTo>
                  <a:pt x="215" y="605"/>
                </a:lnTo>
                <a:lnTo>
                  <a:pt x="221" y="578"/>
                </a:lnTo>
                <a:lnTo>
                  <a:pt x="225" y="552"/>
                </a:lnTo>
                <a:lnTo>
                  <a:pt x="229" y="524"/>
                </a:lnTo>
                <a:lnTo>
                  <a:pt x="231" y="499"/>
                </a:lnTo>
                <a:lnTo>
                  <a:pt x="233" y="472"/>
                </a:lnTo>
                <a:lnTo>
                  <a:pt x="236" y="423"/>
                </a:lnTo>
                <a:lnTo>
                  <a:pt x="234" y="375"/>
                </a:lnTo>
                <a:lnTo>
                  <a:pt x="231" y="330"/>
                </a:lnTo>
                <a:lnTo>
                  <a:pt x="226" y="286"/>
                </a:lnTo>
                <a:lnTo>
                  <a:pt x="221" y="246"/>
                </a:lnTo>
                <a:lnTo>
                  <a:pt x="213" y="210"/>
                </a:lnTo>
                <a:lnTo>
                  <a:pt x="205" y="175"/>
                </a:lnTo>
                <a:lnTo>
                  <a:pt x="197" y="143"/>
                </a:lnTo>
                <a:lnTo>
                  <a:pt x="187" y="116"/>
                </a:lnTo>
                <a:lnTo>
                  <a:pt x="172" y="70"/>
                </a:lnTo>
                <a:lnTo>
                  <a:pt x="172" y="70"/>
                </a:lnTo>
                <a:lnTo>
                  <a:pt x="168" y="59"/>
                </a:lnTo>
                <a:lnTo>
                  <a:pt x="164" y="55"/>
                </a:lnTo>
                <a:lnTo>
                  <a:pt x="162" y="52"/>
                </a:lnTo>
                <a:lnTo>
                  <a:pt x="160" y="52"/>
                </a:lnTo>
                <a:lnTo>
                  <a:pt x="159" y="55"/>
                </a:lnTo>
                <a:lnTo>
                  <a:pt x="158" y="58"/>
                </a:lnTo>
                <a:lnTo>
                  <a:pt x="156" y="63"/>
                </a:lnTo>
                <a:lnTo>
                  <a:pt x="156" y="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0" name="Freeform 129"/>
          <p:cNvSpPr>
            <a:spLocks noChangeAspect="1" noEditPoints="1"/>
          </p:cNvSpPr>
          <p:nvPr/>
        </p:nvSpPr>
        <p:spPr bwMode="auto">
          <a:xfrm>
            <a:off x="7833320" y="2889060"/>
            <a:ext cx="885644" cy="1080000"/>
          </a:xfrm>
          <a:custGeom>
            <a:avLst/>
            <a:gdLst>
              <a:gd name="T0" fmla="*/ 96 w 1203"/>
              <a:gd name="T1" fmla="*/ 2 h 1468"/>
              <a:gd name="T2" fmla="*/ 44 w 1203"/>
              <a:gd name="T3" fmla="*/ 16 h 1468"/>
              <a:gd name="T4" fmla="*/ 13 w 1203"/>
              <a:gd name="T5" fmla="*/ 31 h 1468"/>
              <a:gd name="T6" fmla="*/ 1 w 1203"/>
              <a:gd name="T7" fmla="*/ 44 h 1468"/>
              <a:gd name="T8" fmla="*/ 75 w 1203"/>
              <a:gd name="T9" fmla="*/ 1468 h 1468"/>
              <a:gd name="T10" fmla="*/ 156 w 1203"/>
              <a:gd name="T11" fmla="*/ 794 h 1468"/>
              <a:gd name="T12" fmla="*/ 178 w 1203"/>
              <a:gd name="T13" fmla="*/ 775 h 1468"/>
              <a:gd name="T14" fmla="*/ 218 w 1203"/>
              <a:gd name="T15" fmla="*/ 757 h 1468"/>
              <a:gd name="T16" fmla="*/ 392 w 1203"/>
              <a:gd name="T17" fmla="*/ 694 h 1468"/>
              <a:gd name="T18" fmla="*/ 519 w 1203"/>
              <a:gd name="T19" fmla="*/ 658 h 1468"/>
              <a:gd name="T20" fmla="*/ 640 w 1203"/>
              <a:gd name="T21" fmla="*/ 634 h 1468"/>
              <a:gd name="T22" fmla="*/ 720 w 1203"/>
              <a:gd name="T23" fmla="*/ 630 h 1468"/>
              <a:gd name="T24" fmla="*/ 734 w 1203"/>
              <a:gd name="T25" fmla="*/ 727 h 1468"/>
              <a:gd name="T26" fmla="*/ 766 w 1203"/>
              <a:gd name="T27" fmla="*/ 754 h 1468"/>
              <a:gd name="T28" fmla="*/ 811 w 1203"/>
              <a:gd name="T29" fmla="*/ 770 h 1468"/>
              <a:gd name="T30" fmla="*/ 863 w 1203"/>
              <a:gd name="T31" fmla="*/ 776 h 1468"/>
              <a:gd name="T32" fmla="*/ 962 w 1203"/>
              <a:gd name="T33" fmla="*/ 773 h 1468"/>
              <a:gd name="T34" fmla="*/ 1078 w 1203"/>
              <a:gd name="T35" fmla="*/ 754 h 1468"/>
              <a:gd name="T36" fmla="*/ 1186 w 1203"/>
              <a:gd name="T37" fmla="*/ 726 h 1468"/>
              <a:gd name="T38" fmla="*/ 1202 w 1203"/>
              <a:gd name="T39" fmla="*/ 109 h 1468"/>
              <a:gd name="T40" fmla="*/ 1063 w 1203"/>
              <a:gd name="T41" fmla="*/ 151 h 1468"/>
              <a:gd name="T42" fmla="*/ 968 w 1203"/>
              <a:gd name="T43" fmla="*/ 175 h 1468"/>
              <a:gd name="T44" fmla="*/ 893 w 1203"/>
              <a:gd name="T45" fmla="*/ 184 h 1468"/>
              <a:gd name="T46" fmla="*/ 815 w 1203"/>
              <a:gd name="T47" fmla="*/ 182 h 1468"/>
              <a:gd name="T48" fmla="*/ 789 w 1203"/>
              <a:gd name="T49" fmla="*/ 183 h 1468"/>
              <a:gd name="T50" fmla="*/ 780 w 1203"/>
              <a:gd name="T51" fmla="*/ 177 h 1468"/>
              <a:gd name="T52" fmla="*/ 769 w 1203"/>
              <a:gd name="T53" fmla="*/ 137 h 1468"/>
              <a:gd name="T54" fmla="*/ 732 w 1203"/>
              <a:gd name="T55" fmla="*/ 57 h 1468"/>
              <a:gd name="T56" fmla="*/ 584 w 1203"/>
              <a:gd name="T57" fmla="*/ 35 h 1468"/>
              <a:gd name="T58" fmla="*/ 349 w 1203"/>
              <a:gd name="T59" fmla="*/ 8 h 1468"/>
              <a:gd name="T60" fmla="*/ 223 w 1203"/>
              <a:gd name="T61" fmla="*/ 0 h 1468"/>
              <a:gd name="T62" fmla="*/ 164 w 1203"/>
              <a:gd name="T63" fmla="*/ 2 h 1468"/>
              <a:gd name="T64" fmla="*/ 108 w 1203"/>
              <a:gd name="T65" fmla="*/ 1 h 1468"/>
              <a:gd name="T66" fmla="*/ 156 w 1203"/>
              <a:gd name="T67" fmla="*/ 759 h 1468"/>
              <a:gd name="T68" fmla="*/ 166 w 1203"/>
              <a:gd name="T69" fmla="*/ 759 h 1468"/>
              <a:gd name="T70" fmla="*/ 172 w 1203"/>
              <a:gd name="T71" fmla="*/ 752 h 1468"/>
              <a:gd name="T72" fmla="*/ 190 w 1203"/>
              <a:gd name="T73" fmla="*/ 705 h 1468"/>
              <a:gd name="T74" fmla="*/ 210 w 1203"/>
              <a:gd name="T75" fmla="*/ 633 h 1468"/>
              <a:gd name="T76" fmla="*/ 224 w 1203"/>
              <a:gd name="T77" fmla="*/ 557 h 1468"/>
              <a:gd name="T78" fmla="*/ 234 w 1203"/>
              <a:gd name="T79" fmla="*/ 406 h 1468"/>
              <a:gd name="T80" fmla="*/ 226 w 1203"/>
              <a:gd name="T81" fmla="*/ 266 h 1468"/>
              <a:gd name="T82" fmla="*/ 203 w 1203"/>
              <a:gd name="T83" fmla="*/ 148 h 1468"/>
              <a:gd name="T84" fmla="*/ 178 w 1203"/>
              <a:gd name="T85" fmla="*/ 76 h 1468"/>
              <a:gd name="T86" fmla="*/ 169 w 1203"/>
              <a:gd name="T87" fmla="*/ 57 h 1468"/>
              <a:gd name="T88" fmla="*/ 160 w 1203"/>
              <a:gd name="T89" fmla="*/ 49 h 1468"/>
              <a:gd name="T90" fmla="*/ 156 w 1203"/>
              <a:gd name="T91" fmla="*/ 59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3" h="1468">
                <a:moveTo>
                  <a:pt x="108" y="1"/>
                </a:moveTo>
                <a:lnTo>
                  <a:pt x="108" y="1"/>
                </a:lnTo>
                <a:lnTo>
                  <a:pt x="96" y="2"/>
                </a:lnTo>
                <a:lnTo>
                  <a:pt x="79" y="4"/>
                </a:lnTo>
                <a:lnTo>
                  <a:pt x="62" y="9"/>
                </a:lnTo>
                <a:lnTo>
                  <a:pt x="44" y="16"/>
                </a:lnTo>
                <a:lnTo>
                  <a:pt x="27" y="23"/>
                </a:lnTo>
                <a:lnTo>
                  <a:pt x="20" y="26"/>
                </a:lnTo>
                <a:lnTo>
                  <a:pt x="13" y="31"/>
                </a:lnTo>
                <a:lnTo>
                  <a:pt x="8" y="35"/>
                </a:lnTo>
                <a:lnTo>
                  <a:pt x="4" y="40"/>
                </a:lnTo>
                <a:lnTo>
                  <a:pt x="1" y="44"/>
                </a:lnTo>
                <a:lnTo>
                  <a:pt x="0" y="50"/>
                </a:lnTo>
                <a:lnTo>
                  <a:pt x="0" y="1408"/>
                </a:lnTo>
                <a:lnTo>
                  <a:pt x="75" y="1468"/>
                </a:lnTo>
                <a:lnTo>
                  <a:pt x="156" y="1408"/>
                </a:lnTo>
                <a:lnTo>
                  <a:pt x="156" y="794"/>
                </a:lnTo>
                <a:lnTo>
                  <a:pt x="156" y="794"/>
                </a:lnTo>
                <a:lnTo>
                  <a:pt x="162" y="787"/>
                </a:lnTo>
                <a:lnTo>
                  <a:pt x="169" y="781"/>
                </a:lnTo>
                <a:lnTo>
                  <a:pt x="178" y="775"/>
                </a:lnTo>
                <a:lnTo>
                  <a:pt x="178" y="775"/>
                </a:lnTo>
                <a:lnTo>
                  <a:pt x="195" y="766"/>
                </a:lnTo>
                <a:lnTo>
                  <a:pt x="218" y="757"/>
                </a:lnTo>
                <a:lnTo>
                  <a:pt x="278" y="733"/>
                </a:lnTo>
                <a:lnTo>
                  <a:pt x="351" y="708"/>
                </a:lnTo>
                <a:lnTo>
                  <a:pt x="392" y="694"/>
                </a:lnTo>
                <a:lnTo>
                  <a:pt x="434" y="681"/>
                </a:lnTo>
                <a:lnTo>
                  <a:pt x="477" y="669"/>
                </a:lnTo>
                <a:lnTo>
                  <a:pt x="519" y="658"/>
                </a:lnTo>
                <a:lnTo>
                  <a:pt x="561" y="648"/>
                </a:lnTo>
                <a:lnTo>
                  <a:pt x="602" y="640"/>
                </a:lnTo>
                <a:lnTo>
                  <a:pt x="640" y="634"/>
                </a:lnTo>
                <a:lnTo>
                  <a:pt x="675" y="630"/>
                </a:lnTo>
                <a:lnTo>
                  <a:pt x="706" y="628"/>
                </a:lnTo>
                <a:lnTo>
                  <a:pt x="720" y="630"/>
                </a:lnTo>
                <a:lnTo>
                  <a:pt x="734" y="631"/>
                </a:lnTo>
                <a:lnTo>
                  <a:pt x="734" y="727"/>
                </a:lnTo>
                <a:lnTo>
                  <a:pt x="734" y="727"/>
                </a:lnTo>
                <a:lnTo>
                  <a:pt x="743" y="737"/>
                </a:lnTo>
                <a:lnTo>
                  <a:pt x="754" y="747"/>
                </a:lnTo>
                <a:lnTo>
                  <a:pt x="766" y="754"/>
                </a:lnTo>
                <a:lnTo>
                  <a:pt x="780" y="760"/>
                </a:lnTo>
                <a:lnTo>
                  <a:pt x="794" y="766"/>
                </a:lnTo>
                <a:lnTo>
                  <a:pt x="811" y="770"/>
                </a:lnTo>
                <a:lnTo>
                  <a:pt x="828" y="773"/>
                </a:lnTo>
                <a:lnTo>
                  <a:pt x="845" y="775"/>
                </a:lnTo>
                <a:lnTo>
                  <a:pt x="863" y="776"/>
                </a:lnTo>
                <a:lnTo>
                  <a:pt x="883" y="778"/>
                </a:lnTo>
                <a:lnTo>
                  <a:pt x="922" y="776"/>
                </a:lnTo>
                <a:lnTo>
                  <a:pt x="962" y="773"/>
                </a:lnTo>
                <a:lnTo>
                  <a:pt x="1002" y="767"/>
                </a:lnTo>
                <a:lnTo>
                  <a:pt x="1041" y="760"/>
                </a:lnTo>
                <a:lnTo>
                  <a:pt x="1078" y="754"/>
                </a:lnTo>
                <a:lnTo>
                  <a:pt x="1112" y="745"/>
                </a:lnTo>
                <a:lnTo>
                  <a:pt x="1142" y="737"/>
                </a:lnTo>
                <a:lnTo>
                  <a:pt x="1186" y="726"/>
                </a:lnTo>
                <a:lnTo>
                  <a:pt x="1203" y="720"/>
                </a:lnTo>
                <a:lnTo>
                  <a:pt x="1202" y="109"/>
                </a:lnTo>
                <a:lnTo>
                  <a:pt x="1202" y="109"/>
                </a:lnTo>
                <a:lnTo>
                  <a:pt x="1156" y="122"/>
                </a:lnTo>
                <a:lnTo>
                  <a:pt x="1110" y="137"/>
                </a:lnTo>
                <a:lnTo>
                  <a:pt x="1063" y="151"/>
                </a:lnTo>
                <a:lnTo>
                  <a:pt x="1016" y="165"/>
                </a:lnTo>
                <a:lnTo>
                  <a:pt x="992" y="171"/>
                </a:lnTo>
                <a:lnTo>
                  <a:pt x="968" y="175"/>
                </a:lnTo>
                <a:lnTo>
                  <a:pt x="944" y="179"/>
                </a:lnTo>
                <a:lnTo>
                  <a:pt x="918" y="182"/>
                </a:lnTo>
                <a:lnTo>
                  <a:pt x="893" y="184"/>
                </a:lnTo>
                <a:lnTo>
                  <a:pt x="868" y="184"/>
                </a:lnTo>
                <a:lnTo>
                  <a:pt x="841" y="184"/>
                </a:lnTo>
                <a:lnTo>
                  <a:pt x="815" y="182"/>
                </a:lnTo>
                <a:lnTo>
                  <a:pt x="815" y="182"/>
                </a:lnTo>
                <a:lnTo>
                  <a:pt x="794" y="183"/>
                </a:lnTo>
                <a:lnTo>
                  <a:pt x="789" y="183"/>
                </a:lnTo>
                <a:lnTo>
                  <a:pt x="784" y="182"/>
                </a:lnTo>
                <a:lnTo>
                  <a:pt x="782" y="181"/>
                </a:lnTo>
                <a:lnTo>
                  <a:pt x="780" y="177"/>
                </a:lnTo>
                <a:lnTo>
                  <a:pt x="777" y="164"/>
                </a:lnTo>
                <a:lnTo>
                  <a:pt x="777" y="164"/>
                </a:lnTo>
                <a:lnTo>
                  <a:pt x="769" y="137"/>
                </a:lnTo>
                <a:lnTo>
                  <a:pt x="759" y="111"/>
                </a:lnTo>
                <a:lnTo>
                  <a:pt x="746" y="85"/>
                </a:lnTo>
                <a:lnTo>
                  <a:pt x="732" y="57"/>
                </a:lnTo>
                <a:lnTo>
                  <a:pt x="732" y="57"/>
                </a:lnTo>
                <a:lnTo>
                  <a:pt x="660" y="47"/>
                </a:lnTo>
                <a:lnTo>
                  <a:pt x="584" y="35"/>
                </a:lnTo>
                <a:lnTo>
                  <a:pt x="494" y="24"/>
                </a:lnTo>
                <a:lnTo>
                  <a:pt x="396" y="12"/>
                </a:lnTo>
                <a:lnTo>
                  <a:pt x="349" y="8"/>
                </a:lnTo>
                <a:lnTo>
                  <a:pt x="303" y="4"/>
                </a:lnTo>
                <a:lnTo>
                  <a:pt x="261" y="1"/>
                </a:lnTo>
                <a:lnTo>
                  <a:pt x="223" y="0"/>
                </a:lnTo>
                <a:lnTo>
                  <a:pt x="191" y="0"/>
                </a:lnTo>
                <a:lnTo>
                  <a:pt x="164" y="2"/>
                </a:lnTo>
                <a:lnTo>
                  <a:pt x="164" y="2"/>
                </a:lnTo>
                <a:lnTo>
                  <a:pt x="144" y="2"/>
                </a:lnTo>
                <a:lnTo>
                  <a:pt x="108" y="1"/>
                </a:lnTo>
                <a:lnTo>
                  <a:pt x="108" y="1"/>
                </a:lnTo>
                <a:close/>
                <a:moveTo>
                  <a:pt x="156" y="59"/>
                </a:moveTo>
                <a:lnTo>
                  <a:pt x="156" y="759"/>
                </a:lnTo>
                <a:lnTo>
                  <a:pt x="156" y="759"/>
                </a:lnTo>
                <a:lnTo>
                  <a:pt x="159" y="759"/>
                </a:lnTo>
                <a:lnTo>
                  <a:pt x="163" y="760"/>
                </a:lnTo>
                <a:lnTo>
                  <a:pt x="166" y="759"/>
                </a:lnTo>
                <a:lnTo>
                  <a:pt x="168" y="758"/>
                </a:lnTo>
                <a:lnTo>
                  <a:pt x="170" y="756"/>
                </a:lnTo>
                <a:lnTo>
                  <a:pt x="172" y="752"/>
                </a:lnTo>
                <a:lnTo>
                  <a:pt x="172" y="752"/>
                </a:lnTo>
                <a:lnTo>
                  <a:pt x="182" y="729"/>
                </a:lnTo>
                <a:lnTo>
                  <a:pt x="190" y="705"/>
                </a:lnTo>
                <a:lnTo>
                  <a:pt x="198" y="681"/>
                </a:lnTo>
                <a:lnTo>
                  <a:pt x="205" y="657"/>
                </a:lnTo>
                <a:lnTo>
                  <a:pt x="210" y="633"/>
                </a:lnTo>
                <a:lnTo>
                  <a:pt x="216" y="608"/>
                </a:lnTo>
                <a:lnTo>
                  <a:pt x="221" y="583"/>
                </a:lnTo>
                <a:lnTo>
                  <a:pt x="224" y="557"/>
                </a:lnTo>
                <a:lnTo>
                  <a:pt x="230" y="507"/>
                </a:lnTo>
                <a:lnTo>
                  <a:pt x="233" y="456"/>
                </a:lnTo>
                <a:lnTo>
                  <a:pt x="234" y="406"/>
                </a:lnTo>
                <a:lnTo>
                  <a:pt x="233" y="358"/>
                </a:lnTo>
                <a:lnTo>
                  <a:pt x="230" y="311"/>
                </a:lnTo>
                <a:lnTo>
                  <a:pt x="226" y="266"/>
                </a:lnTo>
                <a:lnTo>
                  <a:pt x="219" y="223"/>
                </a:lnTo>
                <a:lnTo>
                  <a:pt x="213" y="183"/>
                </a:lnTo>
                <a:lnTo>
                  <a:pt x="203" y="148"/>
                </a:lnTo>
                <a:lnTo>
                  <a:pt x="194" y="116"/>
                </a:lnTo>
                <a:lnTo>
                  <a:pt x="184" y="89"/>
                </a:lnTo>
                <a:lnTo>
                  <a:pt x="178" y="76"/>
                </a:lnTo>
                <a:lnTo>
                  <a:pt x="172" y="66"/>
                </a:lnTo>
                <a:lnTo>
                  <a:pt x="172" y="66"/>
                </a:lnTo>
                <a:lnTo>
                  <a:pt x="169" y="57"/>
                </a:lnTo>
                <a:lnTo>
                  <a:pt x="166" y="51"/>
                </a:lnTo>
                <a:lnTo>
                  <a:pt x="162" y="49"/>
                </a:lnTo>
                <a:lnTo>
                  <a:pt x="160" y="49"/>
                </a:lnTo>
                <a:lnTo>
                  <a:pt x="159" y="51"/>
                </a:lnTo>
                <a:lnTo>
                  <a:pt x="158" y="55"/>
                </a:lnTo>
                <a:lnTo>
                  <a:pt x="156" y="59"/>
                </a:lnTo>
                <a:lnTo>
                  <a:pt x="156" y="5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1" name="Freeform 130"/>
          <p:cNvSpPr>
            <a:spLocks noChangeAspect="1" noEditPoints="1"/>
          </p:cNvSpPr>
          <p:nvPr/>
        </p:nvSpPr>
        <p:spPr bwMode="auto">
          <a:xfrm>
            <a:off x="1208584" y="4604109"/>
            <a:ext cx="841959" cy="1080000"/>
          </a:xfrm>
          <a:custGeom>
            <a:avLst/>
            <a:gdLst>
              <a:gd name="T0" fmla="*/ 887 w 1147"/>
              <a:gd name="T1" fmla="*/ 627 h 1469"/>
              <a:gd name="T2" fmla="*/ 887 w 1147"/>
              <a:gd name="T3" fmla="*/ 837 h 1469"/>
              <a:gd name="T4" fmla="*/ 574 w 1147"/>
              <a:gd name="T5" fmla="*/ 418 h 1469"/>
              <a:gd name="T6" fmla="*/ 804 w 1147"/>
              <a:gd name="T7" fmla="*/ 172 h 1469"/>
              <a:gd name="T8" fmla="*/ 777 w 1147"/>
              <a:gd name="T9" fmla="*/ 167 h 1469"/>
              <a:gd name="T10" fmla="*/ 746 w 1147"/>
              <a:gd name="T11" fmla="*/ 84 h 1469"/>
              <a:gd name="T12" fmla="*/ 493 w 1147"/>
              <a:gd name="T13" fmla="*/ 24 h 1469"/>
              <a:gd name="T14" fmla="*/ 190 w 1147"/>
              <a:gd name="T15" fmla="*/ 0 h 1469"/>
              <a:gd name="T16" fmla="*/ 107 w 1147"/>
              <a:gd name="T17" fmla="*/ 0 h 1469"/>
              <a:gd name="T18" fmla="*/ 27 w 1147"/>
              <a:gd name="T19" fmla="*/ 22 h 1469"/>
              <a:gd name="T20" fmla="*/ 1 w 1147"/>
              <a:gd name="T21" fmla="*/ 44 h 1469"/>
              <a:gd name="T22" fmla="*/ 156 w 1147"/>
              <a:gd name="T23" fmla="*/ 1000 h 1469"/>
              <a:gd name="T24" fmla="*/ 178 w 1147"/>
              <a:gd name="T25" fmla="*/ 981 h 1469"/>
              <a:gd name="T26" fmla="*/ 390 w 1147"/>
              <a:gd name="T27" fmla="*/ 901 h 1469"/>
              <a:gd name="T28" fmla="*/ 598 w 1147"/>
              <a:gd name="T29" fmla="*/ 847 h 1469"/>
              <a:gd name="T30" fmla="*/ 730 w 1147"/>
              <a:gd name="T31" fmla="*/ 838 h 1469"/>
              <a:gd name="T32" fmla="*/ 761 w 1147"/>
              <a:gd name="T33" fmla="*/ 958 h 1469"/>
              <a:gd name="T34" fmla="*/ 833 w 1147"/>
              <a:gd name="T35" fmla="*/ 980 h 1469"/>
              <a:gd name="T36" fmla="*/ 971 w 1147"/>
              <a:gd name="T37" fmla="*/ 972 h 1469"/>
              <a:gd name="T38" fmla="*/ 1130 w 1147"/>
              <a:gd name="T39" fmla="*/ 931 h 1469"/>
              <a:gd name="T40" fmla="*/ 1095 w 1147"/>
              <a:gd name="T41" fmla="*/ 140 h 1469"/>
              <a:gd name="T42" fmla="*/ 970 w 1147"/>
              <a:gd name="T43" fmla="*/ 187 h 1469"/>
              <a:gd name="T44" fmla="*/ 889 w 1147"/>
              <a:gd name="T45" fmla="*/ 183 h 1469"/>
              <a:gd name="T46" fmla="*/ 170 w 1147"/>
              <a:gd name="T47" fmla="*/ 909 h 1469"/>
              <a:gd name="T48" fmla="*/ 156 w 1147"/>
              <a:gd name="T49" fmla="*/ 911 h 1469"/>
              <a:gd name="T50" fmla="*/ 160 w 1147"/>
              <a:gd name="T51" fmla="*/ 48 h 1469"/>
              <a:gd name="T52" fmla="*/ 172 w 1147"/>
              <a:gd name="T53" fmla="*/ 66 h 1469"/>
              <a:gd name="T54" fmla="*/ 211 w 1147"/>
              <a:gd name="T55" fmla="*/ 211 h 1469"/>
              <a:gd name="T56" fmla="*/ 233 w 1147"/>
              <a:gd name="T57" fmla="*/ 500 h 1469"/>
              <a:gd name="T58" fmla="*/ 215 w 1147"/>
              <a:gd name="T59" fmla="*/ 747 h 1469"/>
              <a:gd name="T60" fmla="*/ 182 w 1147"/>
              <a:gd name="T61" fmla="*/ 881 h 1469"/>
              <a:gd name="T62" fmla="*/ 992 w 1147"/>
              <a:gd name="T63" fmla="*/ 522 h 1469"/>
              <a:gd name="T64" fmla="*/ 1096 w 1147"/>
              <a:gd name="T65" fmla="*/ 732 h 1469"/>
              <a:gd name="T66" fmla="*/ 887 w 1147"/>
              <a:gd name="T67" fmla="*/ 837 h 1469"/>
              <a:gd name="T68" fmla="*/ 679 w 1147"/>
              <a:gd name="T69" fmla="*/ 784 h 1469"/>
              <a:gd name="T70" fmla="*/ 470 w 1147"/>
              <a:gd name="T71" fmla="*/ 732 h 1469"/>
              <a:gd name="T72" fmla="*/ 365 w 1147"/>
              <a:gd name="T73" fmla="*/ 732 h 1469"/>
              <a:gd name="T74" fmla="*/ 365 w 1147"/>
              <a:gd name="T75" fmla="*/ 418 h 1469"/>
              <a:gd name="T76" fmla="*/ 261 w 1147"/>
              <a:gd name="T77" fmla="*/ 209 h 1469"/>
              <a:gd name="T78" fmla="*/ 470 w 1147"/>
              <a:gd name="T79" fmla="*/ 105 h 1469"/>
              <a:gd name="T80" fmla="*/ 731 w 1147"/>
              <a:gd name="T81" fmla="*/ 313 h 1469"/>
              <a:gd name="T82" fmla="*/ 887 w 1147"/>
              <a:gd name="T83" fmla="*/ 262 h 1469"/>
              <a:gd name="T84" fmla="*/ 887 w 1147"/>
              <a:gd name="T85" fmla="*/ 313 h 1469"/>
              <a:gd name="T86" fmla="*/ 887 w 1147"/>
              <a:gd name="T87" fmla="*/ 627 h 1469"/>
              <a:gd name="T88" fmla="*/ 679 w 1147"/>
              <a:gd name="T89" fmla="*/ 627 h 1469"/>
              <a:gd name="T90" fmla="*/ 470 w 1147"/>
              <a:gd name="T91" fmla="*/ 313 h 1469"/>
              <a:gd name="T92" fmla="*/ 783 w 1147"/>
              <a:gd name="T93" fmla="*/ 522 h 1469"/>
              <a:gd name="T94" fmla="*/ 783 w 1147"/>
              <a:gd name="T95" fmla="*/ 418 h 1469"/>
              <a:gd name="T96" fmla="*/ 731 w 1147"/>
              <a:gd name="T97" fmla="*/ 522 h 1469"/>
              <a:gd name="T98" fmla="*/ 574 w 1147"/>
              <a:gd name="T99" fmla="*/ 313 h 1469"/>
              <a:gd name="T100" fmla="*/ 470 w 1147"/>
              <a:gd name="T101" fmla="*/ 627 h 1469"/>
              <a:gd name="T102" fmla="*/ 574 w 1147"/>
              <a:gd name="T103" fmla="*/ 418 h 1469"/>
              <a:gd name="T104" fmla="*/ 731 w 1147"/>
              <a:gd name="T105" fmla="*/ 522 h 1469"/>
              <a:gd name="T106" fmla="*/ 574 w 1147"/>
              <a:gd name="T107" fmla="*/ 522 h 1469"/>
              <a:gd name="T108" fmla="*/ 470 w 1147"/>
              <a:gd name="T109" fmla="*/ 522 h 1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47" h="1469">
                <a:moveTo>
                  <a:pt x="887" y="627"/>
                </a:moveTo>
                <a:lnTo>
                  <a:pt x="783" y="627"/>
                </a:lnTo>
                <a:lnTo>
                  <a:pt x="783" y="732"/>
                </a:lnTo>
                <a:lnTo>
                  <a:pt x="887" y="732"/>
                </a:lnTo>
                <a:lnTo>
                  <a:pt x="887" y="627"/>
                </a:lnTo>
                <a:close/>
                <a:moveTo>
                  <a:pt x="887" y="837"/>
                </a:moveTo>
                <a:lnTo>
                  <a:pt x="992" y="837"/>
                </a:lnTo>
                <a:lnTo>
                  <a:pt x="992" y="732"/>
                </a:lnTo>
                <a:lnTo>
                  <a:pt x="887" y="732"/>
                </a:lnTo>
                <a:lnTo>
                  <a:pt x="887" y="837"/>
                </a:lnTo>
                <a:close/>
                <a:moveTo>
                  <a:pt x="574" y="418"/>
                </a:moveTo>
                <a:lnTo>
                  <a:pt x="679" y="418"/>
                </a:lnTo>
                <a:lnTo>
                  <a:pt x="679" y="313"/>
                </a:lnTo>
                <a:lnTo>
                  <a:pt x="574" y="313"/>
                </a:lnTo>
                <a:lnTo>
                  <a:pt x="574" y="418"/>
                </a:lnTo>
                <a:close/>
                <a:moveTo>
                  <a:pt x="866" y="178"/>
                </a:moveTo>
                <a:lnTo>
                  <a:pt x="866" y="178"/>
                </a:lnTo>
                <a:lnTo>
                  <a:pt x="847" y="175"/>
                </a:lnTo>
                <a:lnTo>
                  <a:pt x="831" y="173"/>
                </a:lnTo>
                <a:lnTo>
                  <a:pt x="804" y="172"/>
                </a:lnTo>
                <a:lnTo>
                  <a:pt x="793" y="172"/>
                </a:lnTo>
                <a:lnTo>
                  <a:pt x="785" y="171"/>
                </a:lnTo>
                <a:lnTo>
                  <a:pt x="782" y="170"/>
                </a:lnTo>
                <a:lnTo>
                  <a:pt x="780" y="169"/>
                </a:lnTo>
                <a:lnTo>
                  <a:pt x="777" y="167"/>
                </a:lnTo>
                <a:lnTo>
                  <a:pt x="776" y="164"/>
                </a:lnTo>
                <a:lnTo>
                  <a:pt x="776" y="164"/>
                </a:lnTo>
                <a:lnTo>
                  <a:pt x="768" y="138"/>
                </a:lnTo>
                <a:lnTo>
                  <a:pt x="758" y="111"/>
                </a:lnTo>
                <a:lnTo>
                  <a:pt x="746" y="84"/>
                </a:lnTo>
                <a:lnTo>
                  <a:pt x="732" y="56"/>
                </a:lnTo>
                <a:lnTo>
                  <a:pt x="732" y="56"/>
                </a:lnTo>
                <a:lnTo>
                  <a:pt x="660" y="46"/>
                </a:lnTo>
                <a:lnTo>
                  <a:pt x="584" y="36"/>
                </a:lnTo>
                <a:lnTo>
                  <a:pt x="493" y="24"/>
                </a:lnTo>
                <a:lnTo>
                  <a:pt x="396" y="13"/>
                </a:lnTo>
                <a:lnTo>
                  <a:pt x="303" y="5"/>
                </a:lnTo>
                <a:lnTo>
                  <a:pt x="261" y="2"/>
                </a:lnTo>
                <a:lnTo>
                  <a:pt x="223" y="0"/>
                </a:lnTo>
                <a:lnTo>
                  <a:pt x="190" y="0"/>
                </a:lnTo>
                <a:lnTo>
                  <a:pt x="164" y="2"/>
                </a:lnTo>
                <a:lnTo>
                  <a:pt x="164" y="2"/>
                </a:lnTo>
                <a:lnTo>
                  <a:pt x="143" y="1"/>
                </a:lnTo>
                <a:lnTo>
                  <a:pt x="107" y="0"/>
                </a:lnTo>
                <a:lnTo>
                  <a:pt x="107" y="0"/>
                </a:lnTo>
                <a:lnTo>
                  <a:pt x="96" y="1"/>
                </a:lnTo>
                <a:lnTo>
                  <a:pt x="79" y="4"/>
                </a:lnTo>
                <a:lnTo>
                  <a:pt x="62" y="8"/>
                </a:lnTo>
                <a:lnTo>
                  <a:pt x="44" y="14"/>
                </a:lnTo>
                <a:lnTo>
                  <a:pt x="27" y="22"/>
                </a:lnTo>
                <a:lnTo>
                  <a:pt x="20" y="25"/>
                </a:lnTo>
                <a:lnTo>
                  <a:pt x="13" y="30"/>
                </a:lnTo>
                <a:lnTo>
                  <a:pt x="8" y="35"/>
                </a:lnTo>
                <a:lnTo>
                  <a:pt x="4" y="39"/>
                </a:lnTo>
                <a:lnTo>
                  <a:pt x="1" y="44"/>
                </a:lnTo>
                <a:lnTo>
                  <a:pt x="0" y="48"/>
                </a:lnTo>
                <a:lnTo>
                  <a:pt x="0" y="1404"/>
                </a:lnTo>
                <a:lnTo>
                  <a:pt x="82" y="1469"/>
                </a:lnTo>
                <a:lnTo>
                  <a:pt x="156" y="1404"/>
                </a:lnTo>
                <a:lnTo>
                  <a:pt x="156" y="1000"/>
                </a:lnTo>
                <a:lnTo>
                  <a:pt x="156" y="1000"/>
                </a:lnTo>
                <a:lnTo>
                  <a:pt x="162" y="993"/>
                </a:lnTo>
                <a:lnTo>
                  <a:pt x="169" y="987"/>
                </a:lnTo>
                <a:lnTo>
                  <a:pt x="178" y="981"/>
                </a:lnTo>
                <a:lnTo>
                  <a:pt x="178" y="981"/>
                </a:lnTo>
                <a:lnTo>
                  <a:pt x="195" y="973"/>
                </a:lnTo>
                <a:lnTo>
                  <a:pt x="217" y="963"/>
                </a:lnTo>
                <a:lnTo>
                  <a:pt x="277" y="940"/>
                </a:lnTo>
                <a:lnTo>
                  <a:pt x="350" y="914"/>
                </a:lnTo>
                <a:lnTo>
                  <a:pt x="390" y="901"/>
                </a:lnTo>
                <a:lnTo>
                  <a:pt x="432" y="888"/>
                </a:lnTo>
                <a:lnTo>
                  <a:pt x="474" y="876"/>
                </a:lnTo>
                <a:lnTo>
                  <a:pt x="517" y="864"/>
                </a:lnTo>
                <a:lnTo>
                  <a:pt x="558" y="855"/>
                </a:lnTo>
                <a:lnTo>
                  <a:pt x="598" y="847"/>
                </a:lnTo>
                <a:lnTo>
                  <a:pt x="636" y="840"/>
                </a:lnTo>
                <a:lnTo>
                  <a:pt x="672" y="837"/>
                </a:lnTo>
                <a:lnTo>
                  <a:pt x="703" y="836"/>
                </a:lnTo>
                <a:lnTo>
                  <a:pt x="716" y="836"/>
                </a:lnTo>
                <a:lnTo>
                  <a:pt x="730" y="838"/>
                </a:lnTo>
                <a:lnTo>
                  <a:pt x="730" y="932"/>
                </a:lnTo>
                <a:lnTo>
                  <a:pt x="730" y="932"/>
                </a:lnTo>
                <a:lnTo>
                  <a:pt x="739" y="942"/>
                </a:lnTo>
                <a:lnTo>
                  <a:pt x="750" y="951"/>
                </a:lnTo>
                <a:lnTo>
                  <a:pt x="761" y="958"/>
                </a:lnTo>
                <a:lnTo>
                  <a:pt x="774" y="965"/>
                </a:lnTo>
                <a:lnTo>
                  <a:pt x="788" y="971"/>
                </a:lnTo>
                <a:lnTo>
                  <a:pt x="802" y="974"/>
                </a:lnTo>
                <a:lnTo>
                  <a:pt x="817" y="978"/>
                </a:lnTo>
                <a:lnTo>
                  <a:pt x="833" y="980"/>
                </a:lnTo>
                <a:lnTo>
                  <a:pt x="850" y="981"/>
                </a:lnTo>
                <a:lnTo>
                  <a:pt x="867" y="982"/>
                </a:lnTo>
                <a:lnTo>
                  <a:pt x="901" y="981"/>
                </a:lnTo>
                <a:lnTo>
                  <a:pt x="936" y="978"/>
                </a:lnTo>
                <a:lnTo>
                  <a:pt x="971" y="972"/>
                </a:lnTo>
                <a:lnTo>
                  <a:pt x="1004" y="965"/>
                </a:lnTo>
                <a:lnTo>
                  <a:pt x="1037" y="958"/>
                </a:lnTo>
                <a:lnTo>
                  <a:pt x="1066" y="950"/>
                </a:lnTo>
                <a:lnTo>
                  <a:pt x="1092" y="942"/>
                </a:lnTo>
                <a:lnTo>
                  <a:pt x="1130" y="931"/>
                </a:lnTo>
                <a:lnTo>
                  <a:pt x="1144" y="925"/>
                </a:lnTo>
                <a:lnTo>
                  <a:pt x="1147" y="122"/>
                </a:lnTo>
                <a:lnTo>
                  <a:pt x="1147" y="122"/>
                </a:lnTo>
                <a:lnTo>
                  <a:pt x="1119" y="131"/>
                </a:lnTo>
                <a:lnTo>
                  <a:pt x="1095" y="140"/>
                </a:lnTo>
                <a:lnTo>
                  <a:pt x="1056" y="156"/>
                </a:lnTo>
                <a:lnTo>
                  <a:pt x="1024" y="170"/>
                </a:lnTo>
                <a:lnTo>
                  <a:pt x="996" y="180"/>
                </a:lnTo>
                <a:lnTo>
                  <a:pt x="984" y="185"/>
                </a:lnTo>
                <a:lnTo>
                  <a:pt x="970" y="187"/>
                </a:lnTo>
                <a:lnTo>
                  <a:pt x="956" y="190"/>
                </a:lnTo>
                <a:lnTo>
                  <a:pt x="942" y="190"/>
                </a:lnTo>
                <a:lnTo>
                  <a:pt x="926" y="188"/>
                </a:lnTo>
                <a:lnTo>
                  <a:pt x="908" y="186"/>
                </a:lnTo>
                <a:lnTo>
                  <a:pt x="889" y="183"/>
                </a:lnTo>
                <a:lnTo>
                  <a:pt x="866" y="178"/>
                </a:lnTo>
                <a:lnTo>
                  <a:pt x="866" y="178"/>
                </a:lnTo>
                <a:close/>
                <a:moveTo>
                  <a:pt x="172" y="904"/>
                </a:moveTo>
                <a:lnTo>
                  <a:pt x="172" y="904"/>
                </a:lnTo>
                <a:lnTo>
                  <a:pt x="170" y="909"/>
                </a:lnTo>
                <a:lnTo>
                  <a:pt x="168" y="911"/>
                </a:lnTo>
                <a:lnTo>
                  <a:pt x="166" y="912"/>
                </a:lnTo>
                <a:lnTo>
                  <a:pt x="162" y="912"/>
                </a:lnTo>
                <a:lnTo>
                  <a:pt x="158" y="912"/>
                </a:lnTo>
                <a:lnTo>
                  <a:pt x="156" y="911"/>
                </a:lnTo>
                <a:lnTo>
                  <a:pt x="156" y="59"/>
                </a:lnTo>
                <a:lnTo>
                  <a:pt x="156" y="59"/>
                </a:lnTo>
                <a:lnTo>
                  <a:pt x="158" y="54"/>
                </a:lnTo>
                <a:lnTo>
                  <a:pt x="159" y="51"/>
                </a:lnTo>
                <a:lnTo>
                  <a:pt x="160" y="48"/>
                </a:lnTo>
                <a:lnTo>
                  <a:pt x="162" y="48"/>
                </a:lnTo>
                <a:lnTo>
                  <a:pt x="164" y="51"/>
                </a:lnTo>
                <a:lnTo>
                  <a:pt x="168" y="55"/>
                </a:lnTo>
                <a:lnTo>
                  <a:pt x="172" y="66"/>
                </a:lnTo>
                <a:lnTo>
                  <a:pt x="172" y="66"/>
                </a:lnTo>
                <a:lnTo>
                  <a:pt x="178" y="77"/>
                </a:lnTo>
                <a:lnTo>
                  <a:pt x="183" y="91"/>
                </a:lnTo>
                <a:lnTo>
                  <a:pt x="193" y="125"/>
                </a:lnTo>
                <a:lnTo>
                  <a:pt x="202" y="165"/>
                </a:lnTo>
                <a:lnTo>
                  <a:pt x="211" y="211"/>
                </a:lnTo>
                <a:lnTo>
                  <a:pt x="218" y="263"/>
                </a:lnTo>
                <a:lnTo>
                  <a:pt x="225" y="318"/>
                </a:lnTo>
                <a:lnTo>
                  <a:pt x="230" y="377"/>
                </a:lnTo>
                <a:lnTo>
                  <a:pt x="232" y="437"/>
                </a:lnTo>
                <a:lnTo>
                  <a:pt x="233" y="500"/>
                </a:lnTo>
                <a:lnTo>
                  <a:pt x="232" y="564"/>
                </a:lnTo>
                <a:lnTo>
                  <a:pt x="229" y="626"/>
                </a:lnTo>
                <a:lnTo>
                  <a:pt x="223" y="688"/>
                </a:lnTo>
                <a:lnTo>
                  <a:pt x="219" y="717"/>
                </a:lnTo>
                <a:lnTo>
                  <a:pt x="215" y="747"/>
                </a:lnTo>
                <a:lnTo>
                  <a:pt x="209" y="776"/>
                </a:lnTo>
                <a:lnTo>
                  <a:pt x="203" y="803"/>
                </a:lnTo>
                <a:lnTo>
                  <a:pt x="197" y="831"/>
                </a:lnTo>
                <a:lnTo>
                  <a:pt x="190" y="856"/>
                </a:lnTo>
                <a:lnTo>
                  <a:pt x="182" y="881"/>
                </a:lnTo>
                <a:lnTo>
                  <a:pt x="172" y="904"/>
                </a:lnTo>
                <a:lnTo>
                  <a:pt x="172" y="904"/>
                </a:lnTo>
                <a:close/>
                <a:moveTo>
                  <a:pt x="1096" y="418"/>
                </a:moveTo>
                <a:lnTo>
                  <a:pt x="992" y="418"/>
                </a:lnTo>
                <a:lnTo>
                  <a:pt x="992" y="522"/>
                </a:lnTo>
                <a:lnTo>
                  <a:pt x="1096" y="522"/>
                </a:lnTo>
                <a:lnTo>
                  <a:pt x="1096" y="627"/>
                </a:lnTo>
                <a:lnTo>
                  <a:pt x="992" y="627"/>
                </a:lnTo>
                <a:lnTo>
                  <a:pt x="992" y="732"/>
                </a:lnTo>
                <a:lnTo>
                  <a:pt x="1096" y="732"/>
                </a:lnTo>
                <a:lnTo>
                  <a:pt x="1096" y="837"/>
                </a:lnTo>
                <a:lnTo>
                  <a:pt x="992" y="837"/>
                </a:lnTo>
                <a:lnTo>
                  <a:pt x="992" y="888"/>
                </a:lnTo>
                <a:lnTo>
                  <a:pt x="887" y="888"/>
                </a:lnTo>
                <a:lnTo>
                  <a:pt x="887" y="837"/>
                </a:lnTo>
                <a:lnTo>
                  <a:pt x="783" y="837"/>
                </a:lnTo>
                <a:lnTo>
                  <a:pt x="783" y="732"/>
                </a:lnTo>
                <a:lnTo>
                  <a:pt x="731" y="732"/>
                </a:lnTo>
                <a:lnTo>
                  <a:pt x="731" y="784"/>
                </a:lnTo>
                <a:lnTo>
                  <a:pt x="679" y="784"/>
                </a:lnTo>
                <a:lnTo>
                  <a:pt x="679" y="732"/>
                </a:lnTo>
                <a:lnTo>
                  <a:pt x="574" y="732"/>
                </a:lnTo>
                <a:lnTo>
                  <a:pt x="574" y="784"/>
                </a:lnTo>
                <a:lnTo>
                  <a:pt x="470" y="784"/>
                </a:lnTo>
                <a:lnTo>
                  <a:pt x="470" y="732"/>
                </a:lnTo>
                <a:lnTo>
                  <a:pt x="365" y="732"/>
                </a:lnTo>
                <a:lnTo>
                  <a:pt x="365" y="837"/>
                </a:lnTo>
                <a:lnTo>
                  <a:pt x="261" y="837"/>
                </a:lnTo>
                <a:lnTo>
                  <a:pt x="261" y="732"/>
                </a:lnTo>
                <a:lnTo>
                  <a:pt x="365" y="732"/>
                </a:lnTo>
                <a:lnTo>
                  <a:pt x="365" y="627"/>
                </a:lnTo>
                <a:lnTo>
                  <a:pt x="261" y="627"/>
                </a:lnTo>
                <a:lnTo>
                  <a:pt x="261" y="522"/>
                </a:lnTo>
                <a:lnTo>
                  <a:pt x="365" y="522"/>
                </a:lnTo>
                <a:lnTo>
                  <a:pt x="365" y="418"/>
                </a:lnTo>
                <a:lnTo>
                  <a:pt x="261" y="418"/>
                </a:lnTo>
                <a:lnTo>
                  <a:pt x="261" y="313"/>
                </a:lnTo>
                <a:lnTo>
                  <a:pt x="365" y="313"/>
                </a:lnTo>
                <a:lnTo>
                  <a:pt x="365" y="209"/>
                </a:lnTo>
                <a:lnTo>
                  <a:pt x="261" y="209"/>
                </a:lnTo>
                <a:lnTo>
                  <a:pt x="261" y="105"/>
                </a:lnTo>
                <a:lnTo>
                  <a:pt x="365" y="105"/>
                </a:lnTo>
                <a:lnTo>
                  <a:pt x="365" y="209"/>
                </a:lnTo>
                <a:lnTo>
                  <a:pt x="470" y="209"/>
                </a:lnTo>
                <a:lnTo>
                  <a:pt x="470" y="105"/>
                </a:lnTo>
                <a:lnTo>
                  <a:pt x="574" y="105"/>
                </a:lnTo>
                <a:lnTo>
                  <a:pt x="574" y="209"/>
                </a:lnTo>
                <a:lnTo>
                  <a:pt x="679" y="209"/>
                </a:lnTo>
                <a:lnTo>
                  <a:pt x="679" y="313"/>
                </a:lnTo>
                <a:lnTo>
                  <a:pt x="731" y="313"/>
                </a:lnTo>
                <a:lnTo>
                  <a:pt x="731" y="209"/>
                </a:lnTo>
                <a:lnTo>
                  <a:pt x="783" y="209"/>
                </a:lnTo>
                <a:lnTo>
                  <a:pt x="783" y="313"/>
                </a:lnTo>
                <a:lnTo>
                  <a:pt x="887" y="313"/>
                </a:lnTo>
                <a:lnTo>
                  <a:pt x="887" y="262"/>
                </a:lnTo>
                <a:lnTo>
                  <a:pt x="992" y="262"/>
                </a:lnTo>
                <a:lnTo>
                  <a:pt x="992" y="313"/>
                </a:lnTo>
                <a:lnTo>
                  <a:pt x="1096" y="313"/>
                </a:lnTo>
                <a:lnTo>
                  <a:pt x="1096" y="418"/>
                </a:lnTo>
                <a:close/>
                <a:moveTo>
                  <a:pt x="887" y="313"/>
                </a:moveTo>
                <a:lnTo>
                  <a:pt x="887" y="418"/>
                </a:lnTo>
                <a:lnTo>
                  <a:pt x="992" y="418"/>
                </a:lnTo>
                <a:lnTo>
                  <a:pt x="992" y="313"/>
                </a:lnTo>
                <a:lnTo>
                  <a:pt x="887" y="313"/>
                </a:lnTo>
                <a:close/>
                <a:moveTo>
                  <a:pt x="887" y="627"/>
                </a:moveTo>
                <a:lnTo>
                  <a:pt x="992" y="627"/>
                </a:lnTo>
                <a:lnTo>
                  <a:pt x="992" y="522"/>
                </a:lnTo>
                <a:lnTo>
                  <a:pt x="887" y="522"/>
                </a:lnTo>
                <a:lnTo>
                  <a:pt x="887" y="627"/>
                </a:lnTo>
                <a:close/>
                <a:moveTo>
                  <a:pt x="679" y="627"/>
                </a:moveTo>
                <a:lnTo>
                  <a:pt x="679" y="732"/>
                </a:lnTo>
                <a:lnTo>
                  <a:pt x="731" y="732"/>
                </a:lnTo>
                <a:lnTo>
                  <a:pt x="731" y="627"/>
                </a:lnTo>
                <a:lnTo>
                  <a:pt x="679" y="627"/>
                </a:lnTo>
                <a:close/>
                <a:moveTo>
                  <a:pt x="470" y="313"/>
                </a:moveTo>
                <a:lnTo>
                  <a:pt x="365" y="313"/>
                </a:lnTo>
                <a:lnTo>
                  <a:pt x="365" y="418"/>
                </a:lnTo>
                <a:lnTo>
                  <a:pt x="470" y="418"/>
                </a:lnTo>
                <a:lnTo>
                  <a:pt x="470" y="313"/>
                </a:lnTo>
                <a:close/>
                <a:moveTo>
                  <a:pt x="783" y="522"/>
                </a:moveTo>
                <a:lnTo>
                  <a:pt x="887" y="522"/>
                </a:lnTo>
                <a:lnTo>
                  <a:pt x="887" y="418"/>
                </a:lnTo>
                <a:lnTo>
                  <a:pt x="783" y="418"/>
                </a:lnTo>
                <a:lnTo>
                  <a:pt x="783" y="522"/>
                </a:lnTo>
                <a:close/>
                <a:moveTo>
                  <a:pt x="783" y="418"/>
                </a:moveTo>
                <a:lnTo>
                  <a:pt x="783" y="313"/>
                </a:lnTo>
                <a:lnTo>
                  <a:pt x="731" y="313"/>
                </a:lnTo>
                <a:lnTo>
                  <a:pt x="731" y="418"/>
                </a:lnTo>
                <a:lnTo>
                  <a:pt x="783" y="418"/>
                </a:lnTo>
                <a:close/>
                <a:moveTo>
                  <a:pt x="731" y="522"/>
                </a:moveTo>
                <a:lnTo>
                  <a:pt x="731" y="627"/>
                </a:lnTo>
                <a:lnTo>
                  <a:pt x="783" y="627"/>
                </a:lnTo>
                <a:lnTo>
                  <a:pt x="783" y="522"/>
                </a:lnTo>
                <a:lnTo>
                  <a:pt x="731" y="522"/>
                </a:lnTo>
                <a:close/>
                <a:moveTo>
                  <a:pt x="574" y="313"/>
                </a:moveTo>
                <a:lnTo>
                  <a:pt x="574" y="209"/>
                </a:lnTo>
                <a:lnTo>
                  <a:pt x="470" y="209"/>
                </a:lnTo>
                <a:lnTo>
                  <a:pt x="470" y="313"/>
                </a:lnTo>
                <a:lnTo>
                  <a:pt x="574" y="313"/>
                </a:lnTo>
                <a:close/>
                <a:moveTo>
                  <a:pt x="470" y="627"/>
                </a:moveTo>
                <a:lnTo>
                  <a:pt x="470" y="732"/>
                </a:lnTo>
                <a:lnTo>
                  <a:pt x="574" y="732"/>
                </a:lnTo>
                <a:lnTo>
                  <a:pt x="574" y="627"/>
                </a:lnTo>
                <a:lnTo>
                  <a:pt x="470" y="627"/>
                </a:lnTo>
                <a:close/>
                <a:moveTo>
                  <a:pt x="574" y="418"/>
                </a:moveTo>
                <a:lnTo>
                  <a:pt x="470" y="418"/>
                </a:lnTo>
                <a:lnTo>
                  <a:pt x="470" y="522"/>
                </a:lnTo>
                <a:lnTo>
                  <a:pt x="574" y="522"/>
                </a:lnTo>
                <a:lnTo>
                  <a:pt x="574" y="418"/>
                </a:lnTo>
                <a:close/>
                <a:moveTo>
                  <a:pt x="731" y="522"/>
                </a:moveTo>
                <a:lnTo>
                  <a:pt x="731" y="418"/>
                </a:lnTo>
                <a:lnTo>
                  <a:pt x="679" y="418"/>
                </a:lnTo>
                <a:lnTo>
                  <a:pt x="679" y="522"/>
                </a:lnTo>
                <a:lnTo>
                  <a:pt x="731" y="522"/>
                </a:lnTo>
                <a:close/>
                <a:moveTo>
                  <a:pt x="574" y="522"/>
                </a:moveTo>
                <a:lnTo>
                  <a:pt x="574" y="627"/>
                </a:lnTo>
                <a:lnTo>
                  <a:pt x="679" y="627"/>
                </a:lnTo>
                <a:lnTo>
                  <a:pt x="679" y="522"/>
                </a:lnTo>
                <a:lnTo>
                  <a:pt x="574" y="522"/>
                </a:lnTo>
                <a:close/>
                <a:moveTo>
                  <a:pt x="470" y="522"/>
                </a:moveTo>
                <a:lnTo>
                  <a:pt x="365" y="522"/>
                </a:lnTo>
                <a:lnTo>
                  <a:pt x="365" y="627"/>
                </a:lnTo>
                <a:lnTo>
                  <a:pt x="470" y="627"/>
                </a:lnTo>
                <a:lnTo>
                  <a:pt x="470" y="52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2" name="Freeform 131"/>
          <p:cNvSpPr>
            <a:spLocks noChangeAspect="1" noEditPoints="1"/>
          </p:cNvSpPr>
          <p:nvPr/>
        </p:nvSpPr>
        <p:spPr bwMode="auto">
          <a:xfrm>
            <a:off x="2756756" y="4689140"/>
            <a:ext cx="1080000" cy="909938"/>
          </a:xfrm>
          <a:custGeom>
            <a:avLst/>
            <a:gdLst>
              <a:gd name="T0" fmla="*/ 1166 w 1469"/>
              <a:gd name="T1" fmla="*/ 25 h 1236"/>
              <a:gd name="T2" fmla="*/ 746 w 1469"/>
              <a:gd name="T3" fmla="*/ 50 h 1236"/>
              <a:gd name="T4" fmla="*/ 149 w 1469"/>
              <a:gd name="T5" fmla="*/ 2 h 1236"/>
              <a:gd name="T6" fmla="*/ 16 w 1469"/>
              <a:gd name="T7" fmla="*/ 13 h 1236"/>
              <a:gd name="T8" fmla="*/ 138 w 1469"/>
              <a:gd name="T9" fmla="*/ 528 h 1236"/>
              <a:gd name="T10" fmla="*/ 346 w 1469"/>
              <a:gd name="T11" fmla="*/ 490 h 1236"/>
              <a:gd name="T12" fmla="*/ 817 w 1469"/>
              <a:gd name="T13" fmla="*/ 475 h 1236"/>
              <a:gd name="T14" fmla="*/ 1327 w 1469"/>
              <a:gd name="T15" fmla="*/ 525 h 1236"/>
              <a:gd name="T16" fmla="*/ 1464 w 1469"/>
              <a:gd name="T17" fmla="*/ 27 h 1236"/>
              <a:gd name="T18" fmla="*/ 153 w 1469"/>
              <a:gd name="T19" fmla="*/ 489 h 1236"/>
              <a:gd name="T20" fmla="*/ 141 w 1469"/>
              <a:gd name="T21" fmla="*/ 53 h 1236"/>
              <a:gd name="T22" fmla="*/ 156 w 1469"/>
              <a:gd name="T23" fmla="*/ 60 h 1236"/>
              <a:gd name="T24" fmla="*/ 210 w 1469"/>
              <a:gd name="T25" fmla="*/ 254 h 1236"/>
              <a:gd name="T26" fmla="*/ 162 w 1469"/>
              <a:gd name="T27" fmla="*/ 470 h 1236"/>
              <a:gd name="T28" fmla="*/ 388 w 1469"/>
              <a:gd name="T29" fmla="*/ 134 h 1236"/>
              <a:gd name="T30" fmla="*/ 379 w 1469"/>
              <a:gd name="T31" fmla="*/ 191 h 1236"/>
              <a:gd name="T32" fmla="*/ 300 w 1469"/>
              <a:gd name="T33" fmla="*/ 191 h 1236"/>
              <a:gd name="T34" fmla="*/ 347 w 1469"/>
              <a:gd name="T35" fmla="*/ 120 h 1236"/>
              <a:gd name="T36" fmla="*/ 386 w 1469"/>
              <a:gd name="T37" fmla="*/ 98 h 1236"/>
              <a:gd name="T38" fmla="*/ 473 w 1469"/>
              <a:gd name="T39" fmla="*/ 380 h 1236"/>
              <a:gd name="T40" fmla="*/ 521 w 1469"/>
              <a:gd name="T41" fmla="*/ 190 h 1236"/>
              <a:gd name="T42" fmla="*/ 663 w 1469"/>
              <a:gd name="T43" fmla="*/ 250 h 1236"/>
              <a:gd name="T44" fmla="*/ 639 w 1469"/>
              <a:gd name="T45" fmla="*/ 233 h 1236"/>
              <a:gd name="T46" fmla="*/ 616 w 1469"/>
              <a:gd name="T47" fmla="*/ 256 h 1236"/>
              <a:gd name="T48" fmla="*/ 606 w 1469"/>
              <a:gd name="T49" fmla="*/ 226 h 1236"/>
              <a:gd name="T50" fmla="*/ 651 w 1469"/>
              <a:gd name="T51" fmla="*/ 198 h 1236"/>
              <a:gd name="T52" fmla="*/ 690 w 1469"/>
              <a:gd name="T53" fmla="*/ 206 h 1236"/>
              <a:gd name="T54" fmla="*/ 712 w 1469"/>
              <a:gd name="T55" fmla="*/ 249 h 1236"/>
              <a:gd name="T56" fmla="*/ 805 w 1469"/>
              <a:gd name="T57" fmla="*/ 190 h 1236"/>
              <a:gd name="T58" fmla="*/ 964 w 1469"/>
              <a:gd name="T59" fmla="*/ 371 h 1236"/>
              <a:gd name="T60" fmla="*/ 878 w 1469"/>
              <a:gd name="T61" fmla="*/ 377 h 1236"/>
              <a:gd name="T62" fmla="*/ 885 w 1469"/>
              <a:gd name="T63" fmla="*/ 324 h 1236"/>
              <a:gd name="T64" fmla="*/ 906 w 1469"/>
              <a:gd name="T65" fmla="*/ 348 h 1236"/>
              <a:gd name="T66" fmla="*/ 946 w 1469"/>
              <a:gd name="T67" fmla="*/ 338 h 1236"/>
              <a:gd name="T68" fmla="*/ 941 w 1469"/>
              <a:gd name="T69" fmla="*/ 313 h 1236"/>
              <a:gd name="T70" fmla="*/ 869 w 1469"/>
              <a:gd name="T71" fmla="*/ 282 h 1236"/>
              <a:gd name="T72" fmla="*/ 850 w 1469"/>
              <a:gd name="T73" fmla="*/ 238 h 1236"/>
              <a:gd name="T74" fmla="*/ 875 w 1469"/>
              <a:gd name="T75" fmla="*/ 195 h 1236"/>
              <a:gd name="T76" fmla="*/ 964 w 1469"/>
              <a:gd name="T77" fmla="*/ 198 h 1236"/>
              <a:gd name="T78" fmla="*/ 945 w 1469"/>
              <a:gd name="T79" fmla="*/ 237 h 1236"/>
              <a:gd name="T80" fmla="*/ 916 w 1469"/>
              <a:gd name="T81" fmla="*/ 219 h 1236"/>
              <a:gd name="T82" fmla="*/ 887 w 1469"/>
              <a:gd name="T83" fmla="*/ 234 h 1236"/>
              <a:gd name="T84" fmla="*/ 924 w 1469"/>
              <a:gd name="T85" fmla="*/ 264 h 1236"/>
              <a:gd name="T86" fmla="*/ 985 w 1469"/>
              <a:gd name="T87" fmla="*/ 294 h 1236"/>
              <a:gd name="T88" fmla="*/ 984 w 1469"/>
              <a:gd name="T89" fmla="*/ 354 h 1236"/>
              <a:gd name="T90" fmla="*/ 1136 w 1469"/>
              <a:gd name="T91" fmla="*/ 248 h 1236"/>
              <a:gd name="T92" fmla="*/ 1120 w 1469"/>
              <a:gd name="T93" fmla="*/ 232 h 1236"/>
              <a:gd name="T94" fmla="*/ 1096 w 1469"/>
              <a:gd name="T95" fmla="*/ 245 h 1236"/>
              <a:gd name="T96" fmla="*/ 1041 w 1469"/>
              <a:gd name="T97" fmla="*/ 120 h 1236"/>
              <a:gd name="T98" fmla="*/ 1116 w 1469"/>
              <a:gd name="T99" fmla="*/ 194 h 1236"/>
              <a:gd name="T100" fmla="*/ 1161 w 1469"/>
              <a:gd name="T101" fmla="*/ 199 h 1236"/>
              <a:gd name="T102" fmla="*/ 1187 w 1469"/>
              <a:gd name="T103" fmla="*/ 253 h 1236"/>
              <a:gd name="T104" fmla="*/ 1268 w 1469"/>
              <a:gd name="T105" fmla="*/ 355 h 1236"/>
              <a:gd name="T106" fmla="*/ 1274 w 1469"/>
              <a:gd name="T107" fmla="*/ 167 h 1236"/>
              <a:gd name="T108" fmla="*/ 1324 w 1469"/>
              <a:gd name="T109" fmla="*/ 44 h 1236"/>
              <a:gd name="T110" fmla="*/ 1323 w 1469"/>
              <a:gd name="T111" fmla="*/ 498 h 1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69" h="1236">
                <a:moveTo>
                  <a:pt x="1419" y="0"/>
                </a:moveTo>
                <a:lnTo>
                  <a:pt x="1419" y="0"/>
                </a:lnTo>
                <a:lnTo>
                  <a:pt x="1363" y="1"/>
                </a:lnTo>
                <a:lnTo>
                  <a:pt x="1320" y="2"/>
                </a:lnTo>
                <a:lnTo>
                  <a:pt x="1320" y="2"/>
                </a:lnTo>
                <a:lnTo>
                  <a:pt x="1279" y="9"/>
                </a:lnTo>
                <a:lnTo>
                  <a:pt x="1230" y="17"/>
                </a:lnTo>
                <a:lnTo>
                  <a:pt x="1166" y="25"/>
                </a:lnTo>
                <a:lnTo>
                  <a:pt x="1089" y="35"/>
                </a:lnTo>
                <a:lnTo>
                  <a:pt x="1001" y="43"/>
                </a:lnTo>
                <a:lnTo>
                  <a:pt x="954" y="45"/>
                </a:lnTo>
                <a:lnTo>
                  <a:pt x="904" y="47"/>
                </a:lnTo>
                <a:lnTo>
                  <a:pt x="854" y="50"/>
                </a:lnTo>
                <a:lnTo>
                  <a:pt x="802" y="50"/>
                </a:lnTo>
                <a:lnTo>
                  <a:pt x="802" y="50"/>
                </a:lnTo>
                <a:lnTo>
                  <a:pt x="746" y="50"/>
                </a:lnTo>
                <a:lnTo>
                  <a:pt x="689" y="47"/>
                </a:lnTo>
                <a:lnTo>
                  <a:pt x="632" y="45"/>
                </a:lnTo>
                <a:lnTo>
                  <a:pt x="575" y="43"/>
                </a:lnTo>
                <a:lnTo>
                  <a:pt x="466" y="35"/>
                </a:lnTo>
                <a:lnTo>
                  <a:pt x="365" y="25"/>
                </a:lnTo>
                <a:lnTo>
                  <a:pt x="278" y="17"/>
                </a:lnTo>
                <a:lnTo>
                  <a:pt x="209" y="9"/>
                </a:lnTo>
                <a:lnTo>
                  <a:pt x="149" y="2"/>
                </a:lnTo>
                <a:lnTo>
                  <a:pt x="149" y="2"/>
                </a:lnTo>
                <a:lnTo>
                  <a:pt x="106" y="1"/>
                </a:lnTo>
                <a:lnTo>
                  <a:pt x="51" y="0"/>
                </a:lnTo>
                <a:lnTo>
                  <a:pt x="51" y="0"/>
                </a:lnTo>
                <a:lnTo>
                  <a:pt x="41" y="1"/>
                </a:lnTo>
                <a:lnTo>
                  <a:pt x="32" y="4"/>
                </a:lnTo>
                <a:lnTo>
                  <a:pt x="23" y="8"/>
                </a:lnTo>
                <a:lnTo>
                  <a:pt x="16" y="13"/>
                </a:lnTo>
                <a:lnTo>
                  <a:pt x="9" y="20"/>
                </a:lnTo>
                <a:lnTo>
                  <a:pt x="5" y="27"/>
                </a:lnTo>
                <a:lnTo>
                  <a:pt x="1" y="36"/>
                </a:lnTo>
                <a:lnTo>
                  <a:pt x="0" y="44"/>
                </a:lnTo>
                <a:lnTo>
                  <a:pt x="0" y="1180"/>
                </a:lnTo>
                <a:lnTo>
                  <a:pt x="68" y="1236"/>
                </a:lnTo>
                <a:lnTo>
                  <a:pt x="141" y="1180"/>
                </a:lnTo>
                <a:lnTo>
                  <a:pt x="138" y="528"/>
                </a:lnTo>
                <a:lnTo>
                  <a:pt x="138" y="528"/>
                </a:lnTo>
                <a:lnTo>
                  <a:pt x="142" y="522"/>
                </a:lnTo>
                <a:lnTo>
                  <a:pt x="149" y="517"/>
                </a:lnTo>
                <a:lnTo>
                  <a:pt x="157" y="511"/>
                </a:lnTo>
                <a:lnTo>
                  <a:pt x="157" y="511"/>
                </a:lnTo>
                <a:lnTo>
                  <a:pt x="209" y="505"/>
                </a:lnTo>
                <a:lnTo>
                  <a:pt x="269" y="498"/>
                </a:lnTo>
                <a:lnTo>
                  <a:pt x="346" y="490"/>
                </a:lnTo>
                <a:lnTo>
                  <a:pt x="438" y="482"/>
                </a:lnTo>
                <a:lnTo>
                  <a:pt x="543" y="476"/>
                </a:lnTo>
                <a:lnTo>
                  <a:pt x="599" y="474"/>
                </a:lnTo>
                <a:lnTo>
                  <a:pt x="657" y="473"/>
                </a:lnTo>
                <a:lnTo>
                  <a:pt x="716" y="473"/>
                </a:lnTo>
                <a:lnTo>
                  <a:pt x="776" y="473"/>
                </a:lnTo>
                <a:lnTo>
                  <a:pt x="776" y="473"/>
                </a:lnTo>
                <a:lnTo>
                  <a:pt x="817" y="475"/>
                </a:lnTo>
                <a:lnTo>
                  <a:pt x="932" y="481"/>
                </a:lnTo>
                <a:lnTo>
                  <a:pt x="1011" y="487"/>
                </a:lnTo>
                <a:lnTo>
                  <a:pt x="1102" y="494"/>
                </a:lnTo>
                <a:lnTo>
                  <a:pt x="1203" y="502"/>
                </a:lnTo>
                <a:lnTo>
                  <a:pt x="1312" y="513"/>
                </a:lnTo>
                <a:lnTo>
                  <a:pt x="1312" y="513"/>
                </a:lnTo>
                <a:lnTo>
                  <a:pt x="1320" y="519"/>
                </a:lnTo>
                <a:lnTo>
                  <a:pt x="1327" y="525"/>
                </a:lnTo>
                <a:lnTo>
                  <a:pt x="1331" y="530"/>
                </a:lnTo>
                <a:lnTo>
                  <a:pt x="1328" y="1180"/>
                </a:lnTo>
                <a:lnTo>
                  <a:pt x="1401" y="1236"/>
                </a:lnTo>
                <a:lnTo>
                  <a:pt x="1469" y="1180"/>
                </a:lnTo>
                <a:lnTo>
                  <a:pt x="1469" y="44"/>
                </a:lnTo>
                <a:lnTo>
                  <a:pt x="1469" y="44"/>
                </a:lnTo>
                <a:lnTo>
                  <a:pt x="1468" y="36"/>
                </a:lnTo>
                <a:lnTo>
                  <a:pt x="1464" y="27"/>
                </a:lnTo>
                <a:lnTo>
                  <a:pt x="1460" y="20"/>
                </a:lnTo>
                <a:lnTo>
                  <a:pt x="1453" y="13"/>
                </a:lnTo>
                <a:lnTo>
                  <a:pt x="1446" y="8"/>
                </a:lnTo>
                <a:lnTo>
                  <a:pt x="1437" y="4"/>
                </a:lnTo>
                <a:lnTo>
                  <a:pt x="1428" y="1"/>
                </a:lnTo>
                <a:lnTo>
                  <a:pt x="1419" y="0"/>
                </a:lnTo>
                <a:lnTo>
                  <a:pt x="1419" y="0"/>
                </a:lnTo>
                <a:close/>
                <a:moveTo>
                  <a:pt x="153" y="489"/>
                </a:moveTo>
                <a:lnTo>
                  <a:pt x="153" y="489"/>
                </a:lnTo>
                <a:lnTo>
                  <a:pt x="150" y="492"/>
                </a:lnTo>
                <a:lnTo>
                  <a:pt x="148" y="495"/>
                </a:lnTo>
                <a:lnTo>
                  <a:pt x="146" y="496"/>
                </a:lnTo>
                <a:lnTo>
                  <a:pt x="144" y="496"/>
                </a:lnTo>
                <a:lnTo>
                  <a:pt x="139" y="496"/>
                </a:lnTo>
                <a:lnTo>
                  <a:pt x="138" y="495"/>
                </a:lnTo>
                <a:lnTo>
                  <a:pt x="141" y="53"/>
                </a:lnTo>
                <a:lnTo>
                  <a:pt x="141" y="53"/>
                </a:lnTo>
                <a:lnTo>
                  <a:pt x="142" y="48"/>
                </a:lnTo>
                <a:lnTo>
                  <a:pt x="144" y="46"/>
                </a:lnTo>
                <a:lnTo>
                  <a:pt x="145" y="44"/>
                </a:lnTo>
                <a:lnTo>
                  <a:pt x="147" y="44"/>
                </a:lnTo>
                <a:lnTo>
                  <a:pt x="149" y="46"/>
                </a:lnTo>
                <a:lnTo>
                  <a:pt x="153" y="51"/>
                </a:lnTo>
                <a:lnTo>
                  <a:pt x="156" y="60"/>
                </a:lnTo>
                <a:lnTo>
                  <a:pt x="156" y="60"/>
                </a:lnTo>
                <a:lnTo>
                  <a:pt x="170" y="95"/>
                </a:lnTo>
                <a:lnTo>
                  <a:pt x="185" y="136"/>
                </a:lnTo>
                <a:lnTo>
                  <a:pt x="192" y="156"/>
                </a:lnTo>
                <a:lnTo>
                  <a:pt x="199" y="178"/>
                </a:lnTo>
                <a:lnTo>
                  <a:pt x="204" y="202"/>
                </a:lnTo>
                <a:lnTo>
                  <a:pt x="208" y="227"/>
                </a:lnTo>
                <a:lnTo>
                  <a:pt x="210" y="254"/>
                </a:lnTo>
                <a:lnTo>
                  <a:pt x="210" y="281"/>
                </a:lnTo>
                <a:lnTo>
                  <a:pt x="209" y="311"/>
                </a:lnTo>
                <a:lnTo>
                  <a:pt x="204" y="342"/>
                </a:lnTo>
                <a:lnTo>
                  <a:pt x="196" y="375"/>
                </a:lnTo>
                <a:lnTo>
                  <a:pt x="185" y="411"/>
                </a:lnTo>
                <a:lnTo>
                  <a:pt x="179" y="431"/>
                </a:lnTo>
                <a:lnTo>
                  <a:pt x="171" y="449"/>
                </a:lnTo>
                <a:lnTo>
                  <a:pt x="162" y="470"/>
                </a:lnTo>
                <a:lnTo>
                  <a:pt x="153" y="489"/>
                </a:lnTo>
                <a:lnTo>
                  <a:pt x="153" y="489"/>
                </a:lnTo>
                <a:close/>
                <a:moveTo>
                  <a:pt x="416" y="136"/>
                </a:moveTo>
                <a:lnTo>
                  <a:pt x="416" y="136"/>
                </a:lnTo>
                <a:lnTo>
                  <a:pt x="405" y="134"/>
                </a:lnTo>
                <a:lnTo>
                  <a:pt x="396" y="133"/>
                </a:lnTo>
                <a:lnTo>
                  <a:pt x="396" y="133"/>
                </a:lnTo>
                <a:lnTo>
                  <a:pt x="388" y="134"/>
                </a:lnTo>
                <a:lnTo>
                  <a:pt x="385" y="136"/>
                </a:lnTo>
                <a:lnTo>
                  <a:pt x="382" y="138"/>
                </a:lnTo>
                <a:lnTo>
                  <a:pt x="382" y="138"/>
                </a:lnTo>
                <a:lnTo>
                  <a:pt x="381" y="140"/>
                </a:lnTo>
                <a:lnTo>
                  <a:pt x="381" y="145"/>
                </a:lnTo>
                <a:lnTo>
                  <a:pt x="380" y="159"/>
                </a:lnTo>
                <a:lnTo>
                  <a:pt x="379" y="184"/>
                </a:lnTo>
                <a:lnTo>
                  <a:pt x="379" y="191"/>
                </a:lnTo>
                <a:lnTo>
                  <a:pt x="410" y="191"/>
                </a:lnTo>
                <a:lnTo>
                  <a:pt x="410" y="235"/>
                </a:lnTo>
                <a:lnTo>
                  <a:pt x="379" y="235"/>
                </a:lnTo>
                <a:lnTo>
                  <a:pt x="379" y="380"/>
                </a:lnTo>
                <a:lnTo>
                  <a:pt x="332" y="380"/>
                </a:lnTo>
                <a:lnTo>
                  <a:pt x="332" y="235"/>
                </a:lnTo>
                <a:lnTo>
                  <a:pt x="300" y="235"/>
                </a:lnTo>
                <a:lnTo>
                  <a:pt x="300" y="191"/>
                </a:lnTo>
                <a:lnTo>
                  <a:pt x="336" y="191"/>
                </a:lnTo>
                <a:lnTo>
                  <a:pt x="336" y="183"/>
                </a:lnTo>
                <a:lnTo>
                  <a:pt x="336" y="183"/>
                </a:lnTo>
                <a:lnTo>
                  <a:pt x="337" y="156"/>
                </a:lnTo>
                <a:lnTo>
                  <a:pt x="339" y="144"/>
                </a:lnTo>
                <a:lnTo>
                  <a:pt x="341" y="136"/>
                </a:lnTo>
                <a:lnTo>
                  <a:pt x="341" y="136"/>
                </a:lnTo>
                <a:lnTo>
                  <a:pt x="347" y="120"/>
                </a:lnTo>
                <a:lnTo>
                  <a:pt x="351" y="110"/>
                </a:lnTo>
                <a:lnTo>
                  <a:pt x="354" y="107"/>
                </a:lnTo>
                <a:lnTo>
                  <a:pt x="356" y="105"/>
                </a:lnTo>
                <a:lnTo>
                  <a:pt x="356" y="105"/>
                </a:lnTo>
                <a:lnTo>
                  <a:pt x="363" y="101"/>
                </a:lnTo>
                <a:lnTo>
                  <a:pt x="370" y="99"/>
                </a:lnTo>
                <a:lnTo>
                  <a:pt x="377" y="98"/>
                </a:lnTo>
                <a:lnTo>
                  <a:pt x="386" y="98"/>
                </a:lnTo>
                <a:lnTo>
                  <a:pt x="386" y="98"/>
                </a:lnTo>
                <a:lnTo>
                  <a:pt x="395" y="98"/>
                </a:lnTo>
                <a:lnTo>
                  <a:pt x="403" y="99"/>
                </a:lnTo>
                <a:lnTo>
                  <a:pt x="412" y="101"/>
                </a:lnTo>
                <a:lnTo>
                  <a:pt x="421" y="103"/>
                </a:lnTo>
                <a:lnTo>
                  <a:pt x="416" y="136"/>
                </a:lnTo>
                <a:close/>
                <a:moveTo>
                  <a:pt x="521" y="380"/>
                </a:moveTo>
                <a:lnTo>
                  <a:pt x="473" y="380"/>
                </a:lnTo>
                <a:lnTo>
                  <a:pt x="473" y="215"/>
                </a:lnTo>
                <a:lnTo>
                  <a:pt x="521" y="215"/>
                </a:lnTo>
                <a:lnTo>
                  <a:pt x="521" y="380"/>
                </a:lnTo>
                <a:close/>
                <a:moveTo>
                  <a:pt x="521" y="190"/>
                </a:moveTo>
                <a:lnTo>
                  <a:pt x="473" y="190"/>
                </a:lnTo>
                <a:lnTo>
                  <a:pt x="473" y="144"/>
                </a:lnTo>
                <a:lnTo>
                  <a:pt x="521" y="142"/>
                </a:lnTo>
                <a:lnTo>
                  <a:pt x="521" y="190"/>
                </a:lnTo>
                <a:close/>
                <a:moveTo>
                  <a:pt x="713" y="379"/>
                </a:moveTo>
                <a:lnTo>
                  <a:pt x="666" y="379"/>
                </a:lnTo>
                <a:lnTo>
                  <a:pt x="666" y="287"/>
                </a:lnTo>
                <a:lnTo>
                  <a:pt x="666" y="287"/>
                </a:lnTo>
                <a:lnTo>
                  <a:pt x="666" y="263"/>
                </a:lnTo>
                <a:lnTo>
                  <a:pt x="665" y="255"/>
                </a:lnTo>
                <a:lnTo>
                  <a:pt x="663" y="250"/>
                </a:lnTo>
                <a:lnTo>
                  <a:pt x="663" y="250"/>
                </a:lnTo>
                <a:lnTo>
                  <a:pt x="660" y="242"/>
                </a:lnTo>
                <a:lnTo>
                  <a:pt x="654" y="237"/>
                </a:lnTo>
                <a:lnTo>
                  <a:pt x="654" y="237"/>
                </a:lnTo>
                <a:lnTo>
                  <a:pt x="650" y="233"/>
                </a:lnTo>
                <a:lnTo>
                  <a:pt x="647" y="233"/>
                </a:lnTo>
                <a:lnTo>
                  <a:pt x="644" y="232"/>
                </a:lnTo>
                <a:lnTo>
                  <a:pt x="644" y="232"/>
                </a:lnTo>
                <a:lnTo>
                  <a:pt x="639" y="233"/>
                </a:lnTo>
                <a:lnTo>
                  <a:pt x="636" y="234"/>
                </a:lnTo>
                <a:lnTo>
                  <a:pt x="628" y="239"/>
                </a:lnTo>
                <a:lnTo>
                  <a:pt x="628" y="239"/>
                </a:lnTo>
                <a:lnTo>
                  <a:pt x="624" y="242"/>
                </a:lnTo>
                <a:lnTo>
                  <a:pt x="621" y="247"/>
                </a:lnTo>
                <a:lnTo>
                  <a:pt x="619" y="251"/>
                </a:lnTo>
                <a:lnTo>
                  <a:pt x="616" y="256"/>
                </a:lnTo>
                <a:lnTo>
                  <a:pt x="616" y="256"/>
                </a:lnTo>
                <a:lnTo>
                  <a:pt x="615" y="263"/>
                </a:lnTo>
                <a:lnTo>
                  <a:pt x="615" y="272"/>
                </a:lnTo>
                <a:lnTo>
                  <a:pt x="615" y="297"/>
                </a:lnTo>
                <a:lnTo>
                  <a:pt x="615" y="380"/>
                </a:lnTo>
                <a:lnTo>
                  <a:pt x="567" y="380"/>
                </a:lnTo>
                <a:lnTo>
                  <a:pt x="567" y="196"/>
                </a:lnTo>
                <a:lnTo>
                  <a:pt x="606" y="196"/>
                </a:lnTo>
                <a:lnTo>
                  <a:pt x="606" y="226"/>
                </a:lnTo>
                <a:lnTo>
                  <a:pt x="606" y="226"/>
                </a:lnTo>
                <a:lnTo>
                  <a:pt x="612" y="219"/>
                </a:lnTo>
                <a:lnTo>
                  <a:pt x="618" y="214"/>
                </a:lnTo>
                <a:lnTo>
                  <a:pt x="623" y="208"/>
                </a:lnTo>
                <a:lnTo>
                  <a:pt x="630" y="204"/>
                </a:lnTo>
                <a:lnTo>
                  <a:pt x="636" y="201"/>
                </a:lnTo>
                <a:lnTo>
                  <a:pt x="644" y="199"/>
                </a:lnTo>
                <a:lnTo>
                  <a:pt x="651" y="198"/>
                </a:lnTo>
                <a:lnTo>
                  <a:pt x="659" y="196"/>
                </a:lnTo>
                <a:lnTo>
                  <a:pt x="659" y="196"/>
                </a:lnTo>
                <a:lnTo>
                  <a:pt x="666" y="198"/>
                </a:lnTo>
                <a:lnTo>
                  <a:pt x="673" y="199"/>
                </a:lnTo>
                <a:lnTo>
                  <a:pt x="678" y="200"/>
                </a:lnTo>
                <a:lnTo>
                  <a:pt x="684" y="202"/>
                </a:lnTo>
                <a:lnTo>
                  <a:pt x="684" y="202"/>
                </a:lnTo>
                <a:lnTo>
                  <a:pt x="690" y="206"/>
                </a:lnTo>
                <a:lnTo>
                  <a:pt x="694" y="209"/>
                </a:lnTo>
                <a:lnTo>
                  <a:pt x="699" y="212"/>
                </a:lnTo>
                <a:lnTo>
                  <a:pt x="701" y="216"/>
                </a:lnTo>
                <a:lnTo>
                  <a:pt x="701" y="216"/>
                </a:lnTo>
                <a:lnTo>
                  <a:pt x="707" y="225"/>
                </a:lnTo>
                <a:lnTo>
                  <a:pt x="710" y="237"/>
                </a:lnTo>
                <a:lnTo>
                  <a:pt x="710" y="237"/>
                </a:lnTo>
                <a:lnTo>
                  <a:pt x="712" y="249"/>
                </a:lnTo>
                <a:lnTo>
                  <a:pt x="713" y="268"/>
                </a:lnTo>
                <a:lnTo>
                  <a:pt x="713" y="379"/>
                </a:lnTo>
                <a:close/>
                <a:moveTo>
                  <a:pt x="805" y="380"/>
                </a:moveTo>
                <a:lnTo>
                  <a:pt x="758" y="380"/>
                </a:lnTo>
                <a:lnTo>
                  <a:pt x="758" y="214"/>
                </a:lnTo>
                <a:lnTo>
                  <a:pt x="805" y="214"/>
                </a:lnTo>
                <a:lnTo>
                  <a:pt x="805" y="380"/>
                </a:lnTo>
                <a:close/>
                <a:moveTo>
                  <a:pt x="805" y="190"/>
                </a:moveTo>
                <a:lnTo>
                  <a:pt x="758" y="190"/>
                </a:lnTo>
                <a:lnTo>
                  <a:pt x="758" y="142"/>
                </a:lnTo>
                <a:lnTo>
                  <a:pt x="805" y="142"/>
                </a:lnTo>
                <a:lnTo>
                  <a:pt x="805" y="190"/>
                </a:lnTo>
                <a:close/>
                <a:moveTo>
                  <a:pt x="974" y="363"/>
                </a:moveTo>
                <a:lnTo>
                  <a:pt x="974" y="363"/>
                </a:lnTo>
                <a:lnTo>
                  <a:pt x="970" y="367"/>
                </a:lnTo>
                <a:lnTo>
                  <a:pt x="964" y="371"/>
                </a:lnTo>
                <a:lnTo>
                  <a:pt x="958" y="374"/>
                </a:lnTo>
                <a:lnTo>
                  <a:pt x="953" y="377"/>
                </a:lnTo>
                <a:lnTo>
                  <a:pt x="938" y="380"/>
                </a:lnTo>
                <a:lnTo>
                  <a:pt x="920" y="380"/>
                </a:lnTo>
                <a:lnTo>
                  <a:pt x="920" y="380"/>
                </a:lnTo>
                <a:lnTo>
                  <a:pt x="904" y="380"/>
                </a:lnTo>
                <a:lnTo>
                  <a:pt x="891" y="379"/>
                </a:lnTo>
                <a:lnTo>
                  <a:pt x="878" y="377"/>
                </a:lnTo>
                <a:lnTo>
                  <a:pt x="872" y="373"/>
                </a:lnTo>
                <a:lnTo>
                  <a:pt x="868" y="371"/>
                </a:lnTo>
                <a:lnTo>
                  <a:pt x="868" y="371"/>
                </a:lnTo>
                <a:lnTo>
                  <a:pt x="858" y="363"/>
                </a:lnTo>
                <a:lnTo>
                  <a:pt x="852" y="354"/>
                </a:lnTo>
                <a:lnTo>
                  <a:pt x="846" y="343"/>
                </a:lnTo>
                <a:lnTo>
                  <a:pt x="842" y="331"/>
                </a:lnTo>
                <a:lnTo>
                  <a:pt x="885" y="324"/>
                </a:lnTo>
                <a:lnTo>
                  <a:pt x="885" y="324"/>
                </a:lnTo>
                <a:lnTo>
                  <a:pt x="886" y="331"/>
                </a:lnTo>
                <a:lnTo>
                  <a:pt x="889" y="335"/>
                </a:lnTo>
                <a:lnTo>
                  <a:pt x="892" y="341"/>
                </a:lnTo>
                <a:lnTo>
                  <a:pt x="896" y="344"/>
                </a:lnTo>
                <a:lnTo>
                  <a:pt x="896" y="344"/>
                </a:lnTo>
                <a:lnTo>
                  <a:pt x="901" y="347"/>
                </a:lnTo>
                <a:lnTo>
                  <a:pt x="906" y="348"/>
                </a:lnTo>
                <a:lnTo>
                  <a:pt x="919" y="347"/>
                </a:lnTo>
                <a:lnTo>
                  <a:pt x="919" y="347"/>
                </a:lnTo>
                <a:lnTo>
                  <a:pt x="926" y="347"/>
                </a:lnTo>
                <a:lnTo>
                  <a:pt x="933" y="346"/>
                </a:lnTo>
                <a:lnTo>
                  <a:pt x="939" y="343"/>
                </a:lnTo>
                <a:lnTo>
                  <a:pt x="943" y="340"/>
                </a:lnTo>
                <a:lnTo>
                  <a:pt x="943" y="340"/>
                </a:lnTo>
                <a:lnTo>
                  <a:pt x="946" y="338"/>
                </a:lnTo>
                <a:lnTo>
                  <a:pt x="948" y="335"/>
                </a:lnTo>
                <a:lnTo>
                  <a:pt x="949" y="332"/>
                </a:lnTo>
                <a:lnTo>
                  <a:pt x="949" y="328"/>
                </a:lnTo>
                <a:lnTo>
                  <a:pt x="949" y="328"/>
                </a:lnTo>
                <a:lnTo>
                  <a:pt x="948" y="323"/>
                </a:lnTo>
                <a:lnTo>
                  <a:pt x="947" y="319"/>
                </a:lnTo>
                <a:lnTo>
                  <a:pt x="947" y="319"/>
                </a:lnTo>
                <a:lnTo>
                  <a:pt x="941" y="313"/>
                </a:lnTo>
                <a:lnTo>
                  <a:pt x="938" y="310"/>
                </a:lnTo>
                <a:lnTo>
                  <a:pt x="932" y="307"/>
                </a:lnTo>
                <a:lnTo>
                  <a:pt x="932" y="307"/>
                </a:lnTo>
                <a:lnTo>
                  <a:pt x="909" y="301"/>
                </a:lnTo>
                <a:lnTo>
                  <a:pt x="892" y="294"/>
                </a:lnTo>
                <a:lnTo>
                  <a:pt x="878" y="288"/>
                </a:lnTo>
                <a:lnTo>
                  <a:pt x="869" y="282"/>
                </a:lnTo>
                <a:lnTo>
                  <a:pt x="869" y="282"/>
                </a:lnTo>
                <a:lnTo>
                  <a:pt x="861" y="277"/>
                </a:lnTo>
                <a:lnTo>
                  <a:pt x="855" y="270"/>
                </a:lnTo>
                <a:lnTo>
                  <a:pt x="853" y="266"/>
                </a:lnTo>
                <a:lnTo>
                  <a:pt x="852" y="262"/>
                </a:lnTo>
                <a:lnTo>
                  <a:pt x="850" y="256"/>
                </a:lnTo>
                <a:lnTo>
                  <a:pt x="850" y="250"/>
                </a:lnTo>
                <a:lnTo>
                  <a:pt x="850" y="250"/>
                </a:lnTo>
                <a:lnTo>
                  <a:pt x="850" y="238"/>
                </a:lnTo>
                <a:lnTo>
                  <a:pt x="854" y="225"/>
                </a:lnTo>
                <a:lnTo>
                  <a:pt x="855" y="218"/>
                </a:lnTo>
                <a:lnTo>
                  <a:pt x="857" y="211"/>
                </a:lnTo>
                <a:lnTo>
                  <a:pt x="861" y="207"/>
                </a:lnTo>
                <a:lnTo>
                  <a:pt x="864" y="202"/>
                </a:lnTo>
                <a:lnTo>
                  <a:pt x="864" y="202"/>
                </a:lnTo>
                <a:lnTo>
                  <a:pt x="869" y="199"/>
                </a:lnTo>
                <a:lnTo>
                  <a:pt x="875" y="195"/>
                </a:lnTo>
                <a:lnTo>
                  <a:pt x="886" y="191"/>
                </a:lnTo>
                <a:lnTo>
                  <a:pt x="900" y="187"/>
                </a:lnTo>
                <a:lnTo>
                  <a:pt x="916" y="186"/>
                </a:lnTo>
                <a:lnTo>
                  <a:pt x="916" y="186"/>
                </a:lnTo>
                <a:lnTo>
                  <a:pt x="931" y="187"/>
                </a:lnTo>
                <a:lnTo>
                  <a:pt x="945" y="190"/>
                </a:lnTo>
                <a:lnTo>
                  <a:pt x="955" y="193"/>
                </a:lnTo>
                <a:lnTo>
                  <a:pt x="964" y="198"/>
                </a:lnTo>
                <a:lnTo>
                  <a:pt x="964" y="198"/>
                </a:lnTo>
                <a:lnTo>
                  <a:pt x="972" y="204"/>
                </a:lnTo>
                <a:lnTo>
                  <a:pt x="978" y="212"/>
                </a:lnTo>
                <a:lnTo>
                  <a:pt x="982" y="222"/>
                </a:lnTo>
                <a:lnTo>
                  <a:pt x="986" y="233"/>
                </a:lnTo>
                <a:lnTo>
                  <a:pt x="947" y="241"/>
                </a:lnTo>
                <a:lnTo>
                  <a:pt x="947" y="241"/>
                </a:lnTo>
                <a:lnTo>
                  <a:pt x="945" y="237"/>
                </a:lnTo>
                <a:lnTo>
                  <a:pt x="942" y="232"/>
                </a:lnTo>
                <a:lnTo>
                  <a:pt x="940" y="229"/>
                </a:lnTo>
                <a:lnTo>
                  <a:pt x="937" y="225"/>
                </a:lnTo>
                <a:lnTo>
                  <a:pt x="937" y="225"/>
                </a:lnTo>
                <a:lnTo>
                  <a:pt x="933" y="223"/>
                </a:lnTo>
                <a:lnTo>
                  <a:pt x="929" y="222"/>
                </a:lnTo>
                <a:lnTo>
                  <a:pt x="923" y="221"/>
                </a:lnTo>
                <a:lnTo>
                  <a:pt x="916" y="219"/>
                </a:lnTo>
                <a:lnTo>
                  <a:pt x="916" y="219"/>
                </a:lnTo>
                <a:lnTo>
                  <a:pt x="909" y="221"/>
                </a:lnTo>
                <a:lnTo>
                  <a:pt x="902" y="222"/>
                </a:lnTo>
                <a:lnTo>
                  <a:pt x="896" y="223"/>
                </a:lnTo>
                <a:lnTo>
                  <a:pt x="893" y="225"/>
                </a:lnTo>
                <a:lnTo>
                  <a:pt x="893" y="225"/>
                </a:lnTo>
                <a:lnTo>
                  <a:pt x="888" y="230"/>
                </a:lnTo>
                <a:lnTo>
                  <a:pt x="887" y="234"/>
                </a:lnTo>
                <a:lnTo>
                  <a:pt x="887" y="234"/>
                </a:lnTo>
                <a:lnTo>
                  <a:pt x="888" y="239"/>
                </a:lnTo>
                <a:lnTo>
                  <a:pt x="892" y="242"/>
                </a:lnTo>
                <a:lnTo>
                  <a:pt x="892" y="242"/>
                </a:lnTo>
                <a:lnTo>
                  <a:pt x="896" y="247"/>
                </a:lnTo>
                <a:lnTo>
                  <a:pt x="904" y="254"/>
                </a:lnTo>
                <a:lnTo>
                  <a:pt x="916" y="261"/>
                </a:lnTo>
                <a:lnTo>
                  <a:pt x="924" y="264"/>
                </a:lnTo>
                <a:lnTo>
                  <a:pt x="931" y="266"/>
                </a:lnTo>
                <a:lnTo>
                  <a:pt x="931" y="266"/>
                </a:lnTo>
                <a:lnTo>
                  <a:pt x="947" y="271"/>
                </a:lnTo>
                <a:lnTo>
                  <a:pt x="959" y="276"/>
                </a:lnTo>
                <a:lnTo>
                  <a:pt x="971" y="281"/>
                </a:lnTo>
                <a:lnTo>
                  <a:pt x="979" y="287"/>
                </a:lnTo>
                <a:lnTo>
                  <a:pt x="979" y="287"/>
                </a:lnTo>
                <a:lnTo>
                  <a:pt x="985" y="294"/>
                </a:lnTo>
                <a:lnTo>
                  <a:pt x="990" y="302"/>
                </a:lnTo>
                <a:lnTo>
                  <a:pt x="994" y="311"/>
                </a:lnTo>
                <a:lnTo>
                  <a:pt x="995" y="321"/>
                </a:lnTo>
                <a:lnTo>
                  <a:pt x="995" y="321"/>
                </a:lnTo>
                <a:lnTo>
                  <a:pt x="994" y="327"/>
                </a:lnTo>
                <a:lnTo>
                  <a:pt x="994" y="333"/>
                </a:lnTo>
                <a:lnTo>
                  <a:pt x="989" y="344"/>
                </a:lnTo>
                <a:lnTo>
                  <a:pt x="984" y="354"/>
                </a:lnTo>
                <a:lnTo>
                  <a:pt x="974" y="363"/>
                </a:lnTo>
                <a:lnTo>
                  <a:pt x="974" y="363"/>
                </a:lnTo>
                <a:close/>
                <a:moveTo>
                  <a:pt x="1187" y="380"/>
                </a:moveTo>
                <a:lnTo>
                  <a:pt x="1139" y="380"/>
                </a:lnTo>
                <a:lnTo>
                  <a:pt x="1139" y="284"/>
                </a:lnTo>
                <a:lnTo>
                  <a:pt x="1139" y="284"/>
                </a:lnTo>
                <a:lnTo>
                  <a:pt x="1139" y="261"/>
                </a:lnTo>
                <a:lnTo>
                  <a:pt x="1136" y="248"/>
                </a:lnTo>
                <a:lnTo>
                  <a:pt x="1136" y="248"/>
                </a:lnTo>
                <a:lnTo>
                  <a:pt x="1133" y="242"/>
                </a:lnTo>
                <a:lnTo>
                  <a:pt x="1128" y="237"/>
                </a:lnTo>
                <a:lnTo>
                  <a:pt x="1128" y="237"/>
                </a:lnTo>
                <a:lnTo>
                  <a:pt x="1126" y="234"/>
                </a:lnTo>
                <a:lnTo>
                  <a:pt x="1125" y="233"/>
                </a:lnTo>
                <a:lnTo>
                  <a:pt x="1124" y="233"/>
                </a:lnTo>
                <a:lnTo>
                  <a:pt x="1120" y="232"/>
                </a:lnTo>
                <a:lnTo>
                  <a:pt x="1120" y="232"/>
                </a:lnTo>
                <a:lnTo>
                  <a:pt x="1116" y="233"/>
                </a:lnTo>
                <a:lnTo>
                  <a:pt x="1111" y="234"/>
                </a:lnTo>
                <a:lnTo>
                  <a:pt x="1106" y="235"/>
                </a:lnTo>
                <a:lnTo>
                  <a:pt x="1102" y="238"/>
                </a:lnTo>
                <a:lnTo>
                  <a:pt x="1102" y="238"/>
                </a:lnTo>
                <a:lnTo>
                  <a:pt x="1098" y="241"/>
                </a:lnTo>
                <a:lnTo>
                  <a:pt x="1096" y="245"/>
                </a:lnTo>
                <a:lnTo>
                  <a:pt x="1094" y="255"/>
                </a:lnTo>
                <a:lnTo>
                  <a:pt x="1094" y="255"/>
                </a:lnTo>
                <a:lnTo>
                  <a:pt x="1091" y="262"/>
                </a:lnTo>
                <a:lnTo>
                  <a:pt x="1090" y="269"/>
                </a:lnTo>
                <a:lnTo>
                  <a:pt x="1090" y="288"/>
                </a:lnTo>
                <a:lnTo>
                  <a:pt x="1090" y="380"/>
                </a:lnTo>
                <a:lnTo>
                  <a:pt x="1041" y="380"/>
                </a:lnTo>
                <a:lnTo>
                  <a:pt x="1041" y="120"/>
                </a:lnTo>
                <a:lnTo>
                  <a:pt x="1090" y="120"/>
                </a:lnTo>
                <a:lnTo>
                  <a:pt x="1090" y="214"/>
                </a:lnTo>
                <a:lnTo>
                  <a:pt x="1090" y="214"/>
                </a:lnTo>
                <a:lnTo>
                  <a:pt x="1095" y="207"/>
                </a:lnTo>
                <a:lnTo>
                  <a:pt x="1099" y="202"/>
                </a:lnTo>
                <a:lnTo>
                  <a:pt x="1105" y="199"/>
                </a:lnTo>
                <a:lnTo>
                  <a:pt x="1110" y="196"/>
                </a:lnTo>
                <a:lnTo>
                  <a:pt x="1116" y="194"/>
                </a:lnTo>
                <a:lnTo>
                  <a:pt x="1121" y="193"/>
                </a:lnTo>
                <a:lnTo>
                  <a:pt x="1135" y="193"/>
                </a:lnTo>
                <a:lnTo>
                  <a:pt x="1135" y="193"/>
                </a:lnTo>
                <a:lnTo>
                  <a:pt x="1142" y="193"/>
                </a:lnTo>
                <a:lnTo>
                  <a:pt x="1149" y="194"/>
                </a:lnTo>
                <a:lnTo>
                  <a:pt x="1155" y="196"/>
                </a:lnTo>
                <a:lnTo>
                  <a:pt x="1161" y="199"/>
                </a:lnTo>
                <a:lnTo>
                  <a:pt x="1161" y="199"/>
                </a:lnTo>
                <a:lnTo>
                  <a:pt x="1166" y="202"/>
                </a:lnTo>
                <a:lnTo>
                  <a:pt x="1171" y="208"/>
                </a:lnTo>
                <a:lnTo>
                  <a:pt x="1176" y="218"/>
                </a:lnTo>
                <a:lnTo>
                  <a:pt x="1176" y="218"/>
                </a:lnTo>
                <a:lnTo>
                  <a:pt x="1182" y="227"/>
                </a:lnTo>
                <a:lnTo>
                  <a:pt x="1184" y="239"/>
                </a:lnTo>
                <a:lnTo>
                  <a:pt x="1184" y="239"/>
                </a:lnTo>
                <a:lnTo>
                  <a:pt x="1187" y="253"/>
                </a:lnTo>
                <a:lnTo>
                  <a:pt x="1187" y="273"/>
                </a:lnTo>
                <a:lnTo>
                  <a:pt x="1187" y="380"/>
                </a:lnTo>
                <a:close/>
                <a:moveTo>
                  <a:pt x="1316" y="491"/>
                </a:moveTo>
                <a:lnTo>
                  <a:pt x="1316" y="491"/>
                </a:lnTo>
                <a:lnTo>
                  <a:pt x="1301" y="452"/>
                </a:lnTo>
                <a:lnTo>
                  <a:pt x="1288" y="417"/>
                </a:lnTo>
                <a:lnTo>
                  <a:pt x="1277" y="383"/>
                </a:lnTo>
                <a:lnTo>
                  <a:pt x="1268" y="355"/>
                </a:lnTo>
                <a:lnTo>
                  <a:pt x="1262" y="327"/>
                </a:lnTo>
                <a:lnTo>
                  <a:pt x="1259" y="302"/>
                </a:lnTo>
                <a:lnTo>
                  <a:pt x="1257" y="278"/>
                </a:lnTo>
                <a:lnTo>
                  <a:pt x="1257" y="255"/>
                </a:lnTo>
                <a:lnTo>
                  <a:pt x="1259" y="233"/>
                </a:lnTo>
                <a:lnTo>
                  <a:pt x="1262" y="211"/>
                </a:lnTo>
                <a:lnTo>
                  <a:pt x="1267" y="190"/>
                </a:lnTo>
                <a:lnTo>
                  <a:pt x="1274" y="167"/>
                </a:lnTo>
                <a:lnTo>
                  <a:pt x="1282" y="142"/>
                </a:lnTo>
                <a:lnTo>
                  <a:pt x="1291" y="117"/>
                </a:lnTo>
                <a:lnTo>
                  <a:pt x="1313" y="60"/>
                </a:lnTo>
                <a:lnTo>
                  <a:pt x="1313" y="60"/>
                </a:lnTo>
                <a:lnTo>
                  <a:pt x="1316" y="51"/>
                </a:lnTo>
                <a:lnTo>
                  <a:pt x="1320" y="46"/>
                </a:lnTo>
                <a:lnTo>
                  <a:pt x="1322" y="44"/>
                </a:lnTo>
                <a:lnTo>
                  <a:pt x="1324" y="44"/>
                </a:lnTo>
                <a:lnTo>
                  <a:pt x="1326" y="46"/>
                </a:lnTo>
                <a:lnTo>
                  <a:pt x="1327" y="48"/>
                </a:lnTo>
                <a:lnTo>
                  <a:pt x="1328" y="53"/>
                </a:lnTo>
                <a:lnTo>
                  <a:pt x="1331" y="497"/>
                </a:lnTo>
                <a:lnTo>
                  <a:pt x="1331" y="497"/>
                </a:lnTo>
                <a:lnTo>
                  <a:pt x="1330" y="498"/>
                </a:lnTo>
                <a:lnTo>
                  <a:pt x="1326" y="498"/>
                </a:lnTo>
                <a:lnTo>
                  <a:pt x="1323" y="498"/>
                </a:lnTo>
                <a:lnTo>
                  <a:pt x="1321" y="497"/>
                </a:lnTo>
                <a:lnTo>
                  <a:pt x="1319" y="495"/>
                </a:lnTo>
                <a:lnTo>
                  <a:pt x="1316" y="491"/>
                </a:lnTo>
                <a:lnTo>
                  <a:pt x="1316" y="49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3" name="Freeform 132"/>
          <p:cNvSpPr>
            <a:spLocks noChangeAspect="1" noEditPoints="1"/>
          </p:cNvSpPr>
          <p:nvPr/>
        </p:nvSpPr>
        <p:spPr bwMode="auto">
          <a:xfrm>
            <a:off x="4412940" y="4831012"/>
            <a:ext cx="1080000" cy="542204"/>
          </a:xfrm>
          <a:custGeom>
            <a:avLst/>
            <a:gdLst>
              <a:gd name="T0" fmla="*/ 961 w 1469"/>
              <a:gd name="T1" fmla="*/ 28 h 736"/>
              <a:gd name="T2" fmla="*/ 919 w 1469"/>
              <a:gd name="T3" fmla="*/ 0 h 736"/>
              <a:gd name="T4" fmla="*/ 519 w 1469"/>
              <a:gd name="T5" fmla="*/ 14 h 736"/>
              <a:gd name="T6" fmla="*/ 46 w 1469"/>
              <a:gd name="T7" fmla="*/ 230 h 736"/>
              <a:gd name="T8" fmla="*/ 8 w 1469"/>
              <a:gd name="T9" fmla="*/ 250 h 736"/>
              <a:gd name="T10" fmla="*/ 1 w 1469"/>
              <a:gd name="T11" fmla="*/ 699 h 736"/>
              <a:gd name="T12" fmla="*/ 37 w 1469"/>
              <a:gd name="T13" fmla="*/ 735 h 736"/>
              <a:gd name="T14" fmla="*/ 1448 w 1469"/>
              <a:gd name="T15" fmla="*/ 728 h 736"/>
              <a:gd name="T16" fmla="*/ 1469 w 1469"/>
              <a:gd name="T17" fmla="*/ 368 h 736"/>
              <a:gd name="T18" fmla="*/ 1448 w 1469"/>
              <a:gd name="T19" fmla="*/ 330 h 736"/>
              <a:gd name="T20" fmla="*/ 320 w 1469"/>
              <a:gd name="T21" fmla="*/ 551 h 736"/>
              <a:gd name="T22" fmla="*/ 154 w 1469"/>
              <a:gd name="T23" fmla="*/ 501 h 736"/>
              <a:gd name="T24" fmla="*/ 205 w 1469"/>
              <a:gd name="T25" fmla="*/ 457 h 736"/>
              <a:gd name="T26" fmla="*/ 249 w 1469"/>
              <a:gd name="T27" fmla="*/ 434 h 736"/>
              <a:gd name="T28" fmla="*/ 267 w 1469"/>
              <a:gd name="T29" fmla="*/ 402 h 736"/>
              <a:gd name="T30" fmla="*/ 258 w 1469"/>
              <a:gd name="T31" fmla="*/ 374 h 736"/>
              <a:gd name="T32" fmla="*/ 221 w 1469"/>
              <a:gd name="T33" fmla="*/ 365 h 736"/>
              <a:gd name="T34" fmla="*/ 201 w 1469"/>
              <a:gd name="T35" fmla="*/ 381 h 736"/>
              <a:gd name="T36" fmla="*/ 146 w 1469"/>
              <a:gd name="T37" fmla="*/ 397 h 736"/>
              <a:gd name="T38" fmla="*/ 170 w 1469"/>
              <a:gd name="T39" fmla="*/ 342 h 736"/>
              <a:gd name="T40" fmla="*/ 229 w 1469"/>
              <a:gd name="T41" fmla="*/ 320 h 736"/>
              <a:gd name="T42" fmla="*/ 275 w 1469"/>
              <a:gd name="T43" fmla="*/ 330 h 736"/>
              <a:gd name="T44" fmla="*/ 306 w 1469"/>
              <a:gd name="T45" fmla="*/ 356 h 736"/>
              <a:gd name="T46" fmla="*/ 321 w 1469"/>
              <a:gd name="T47" fmla="*/ 404 h 736"/>
              <a:gd name="T48" fmla="*/ 304 w 1469"/>
              <a:gd name="T49" fmla="*/ 448 h 736"/>
              <a:gd name="T50" fmla="*/ 265 w 1469"/>
              <a:gd name="T51" fmla="*/ 470 h 736"/>
              <a:gd name="T52" fmla="*/ 206 w 1469"/>
              <a:gd name="T53" fmla="*/ 505 h 736"/>
              <a:gd name="T54" fmla="*/ 687 w 1469"/>
              <a:gd name="T55" fmla="*/ 183 h 736"/>
              <a:gd name="T56" fmla="*/ 724 w 1469"/>
              <a:gd name="T57" fmla="*/ 176 h 736"/>
              <a:gd name="T58" fmla="*/ 739 w 1469"/>
              <a:gd name="T59" fmla="*/ 145 h 736"/>
              <a:gd name="T60" fmla="*/ 1305 w 1469"/>
              <a:gd name="T61" fmla="*/ 628 h 736"/>
              <a:gd name="T62" fmla="*/ 1239 w 1469"/>
              <a:gd name="T63" fmla="*/ 644 h 736"/>
              <a:gd name="T64" fmla="*/ 1180 w 1469"/>
              <a:gd name="T65" fmla="*/ 633 h 736"/>
              <a:gd name="T66" fmla="*/ 1149 w 1469"/>
              <a:gd name="T67" fmla="*/ 596 h 736"/>
              <a:gd name="T68" fmla="*/ 1198 w 1469"/>
              <a:gd name="T69" fmla="*/ 586 h 736"/>
              <a:gd name="T70" fmla="*/ 1239 w 1469"/>
              <a:gd name="T71" fmla="*/ 602 h 736"/>
              <a:gd name="T72" fmla="*/ 1269 w 1469"/>
              <a:gd name="T73" fmla="*/ 591 h 736"/>
              <a:gd name="T74" fmla="*/ 1281 w 1469"/>
              <a:gd name="T75" fmla="*/ 560 h 736"/>
              <a:gd name="T76" fmla="*/ 1260 w 1469"/>
              <a:gd name="T77" fmla="*/ 547 h 736"/>
              <a:gd name="T78" fmla="*/ 1247 w 1469"/>
              <a:gd name="T79" fmla="*/ 508 h 736"/>
              <a:gd name="T80" fmla="*/ 1271 w 1469"/>
              <a:gd name="T81" fmla="*/ 498 h 736"/>
              <a:gd name="T82" fmla="*/ 1272 w 1469"/>
              <a:gd name="T83" fmla="*/ 477 h 736"/>
              <a:gd name="T84" fmla="*/ 1245 w 1469"/>
              <a:gd name="T85" fmla="*/ 459 h 736"/>
              <a:gd name="T86" fmla="*/ 1208 w 1469"/>
              <a:gd name="T87" fmla="*/ 467 h 736"/>
              <a:gd name="T88" fmla="*/ 1198 w 1469"/>
              <a:gd name="T89" fmla="*/ 483 h 736"/>
              <a:gd name="T90" fmla="*/ 1157 w 1469"/>
              <a:gd name="T91" fmla="*/ 459 h 736"/>
              <a:gd name="T92" fmla="*/ 1182 w 1469"/>
              <a:gd name="T93" fmla="*/ 427 h 736"/>
              <a:gd name="T94" fmla="*/ 1238 w 1469"/>
              <a:gd name="T95" fmla="*/ 412 h 736"/>
              <a:gd name="T96" fmla="*/ 1303 w 1469"/>
              <a:gd name="T97" fmla="*/ 424 h 736"/>
              <a:gd name="T98" fmla="*/ 1328 w 1469"/>
              <a:gd name="T99" fmla="*/ 451 h 736"/>
              <a:gd name="T100" fmla="*/ 1332 w 1469"/>
              <a:gd name="T101" fmla="*/ 486 h 736"/>
              <a:gd name="T102" fmla="*/ 1315 w 1469"/>
              <a:gd name="T103" fmla="*/ 508 h 736"/>
              <a:gd name="T104" fmla="*/ 1302 w 1469"/>
              <a:gd name="T105" fmla="*/ 522 h 736"/>
              <a:gd name="T106" fmla="*/ 1331 w 1469"/>
              <a:gd name="T107" fmla="*/ 548 h 736"/>
              <a:gd name="T108" fmla="*/ 1332 w 1469"/>
              <a:gd name="T109" fmla="*/ 580 h 736"/>
              <a:gd name="T110" fmla="*/ 1310 w 1469"/>
              <a:gd name="T111" fmla="*/ 622 h 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69" h="736">
                <a:moveTo>
                  <a:pt x="1423" y="322"/>
                </a:moveTo>
                <a:lnTo>
                  <a:pt x="965" y="322"/>
                </a:lnTo>
                <a:lnTo>
                  <a:pt x="965" y="46"/>
                </a:lnTo>
                <a:lnTo>
                  <a:pt x="965" y="46"/>
                </a:lnTo>
                <a:lnTo>
                  <a:pt x="964" y="37"/>
                </a:lnTo>
                <a:lnTo>
                  <a:pt x="961" y="28"/>
                </a:lnTo>
                <a:lnTo>
                  <a:pt x="957" y="21"/>
                </a:lnTo>
                <a:lnTo>
                  <a:pt x="951" y="14"/>
                </a:lnTo>
                <a:lnTo>
                  <a:pt x="944" y="8"/>
                </a:lnTo>
                <a:lnTo>
                  <a:pt x="936" y="4"/>
                </a:lnTo>
                <a:lnTo>
                  <a:pt x="928" y="1"/>
                </a:lnTo>
                <a:lnTo>
                  <a:pt x="919" y="0"/>
                </a:lnTo>
                <a:lnTo>
                  <a:pt x="551" y="0"/>
                </a:lnTo>
                <a:lnTo>
                  <a:pt x="551" y="0"/>
                </a:lnTo>
                <a:lnTo>
                  <a:pt x="541" y="1"/>
                </a:lnTo>
                <a:lnTo>
                  <a:pt x="533" y="4"/>
                </a:lnTo>
                <a:lnTo>
                  <a:pt x="525" y="8"/>
                </a:lnTo>
                <a:lnTo>
                  <a:pt x="519" y="14"/>
                </a:lnTo>
                <a:lnTo>
                  <a:pt x="513" y="21"/>
                </a:lnTo>
                <a:lnTo>
                  <a:pt x="509" y="28"/>
                </a:lnTo>
                <a:lnTo>
                  <a:pt x="506" y="37"/>
                </a:lnTo>
                <a:lnTo>
                  <a:pt x="505" y="46"/>
                </a:lnTo>
                <a:lnTo>
                  <a:pt x="505" y="231"/>
                </a:lnTo>
                <a:lnTo>
                  <a:pt x="46" y="230"/>
                </a:lnTo>
                <a:lnTo>
                  <a:pt x="46" y="230"/>
                </a:lnTo>
                <a:lnTo>
                  <a:pt x="37" y="231"/>
                </a:lnTo>
                <a:lnTo>
                  <a:pt x="27" y="233"/>
                </a:lnTo>
                <a:lnTo>
                  <a:pt x="20" y="238"/>
                </a:lnTo>
                <a:lnTo>
                  <a:pt x="14" y="244"/>
                </a:lnTo>
                <a:lnTo>
                  <a:pt x="8" y="250"/>
                </a:lnTo>
                <a:lnTo>
                  <a:pt x="3" y="258"/>
                </a:lnTo>
                <a:lnTo>
                  <a:pt x="1" y="267"/>
                </a:lnTo>
                <a:lnTo>
                  <a:pt x="0" y="276"/>
                </a:lnTo>
                <a:lnTo>
                  <a:pt x="0" y="690"/>
                </a:lnTo>
                <a:lnTo>
                  <a:pt x="0" y="690"/>
                </a:lnTo>
                <a:lnTo>
                  <a:pt x="1" y="699"/>
                </a:lnTo>
                <a:lnTo>
                  <a:pt x="3" y="707"/>
                </a:lnTo>
                <a:lnTo>
                  <a:pt x="8" y="715"/>
                </a:lnTo>
                <a:lnTo>
                  <a:pt x="14" y="722"/>
                </a:lnTo>
                <a:lnTo>
                  <a:pt x="20" y="728"/>
                </a:lnTo>
                <a:lnTo>
                  <a:pt x="27" y="731"/>
                </a:lnTo>
                <a:lnTo>
                  <a:pt x="37" y="735"/>
                </a:lnTo>
                <a:lnTo>
                  <a:pt x="46" y="736"/>
                </a:lnTo>
                <a:lnTo>
                  <a:pt x="1423" y="736"/>
                </a:lnTo>
                <a:lnTo>
                  <a:pt x="1423" y="736"/>
                </a:lnTo>
                <a:lnTo>
                  <a:pt x="1432" y="735"/>
                </a:lnTo>
                <a:lnTo>
                  <a:pt x="1441" y="731"/>
                </a:lnTo>
                <a:lnTo>
                  <a:pt x="1448" y="728"/>
                </a:lnTo>
                <a:lnTo>
                  <a:pt x="1455" y="722"/>
                </a:lnTo>
                <a:lnTo>
                  <a:pt x="1461" y="715"/>
                </a:lnTo>
                <a:lnTo>
                  <a:pt x="1465" y="707"/>
                </a:lnTo>
                <a:lnTo>
                  <a:pt x="1468" y="699"/>
                </a:lnTo>
                <a:lnTo>
                  <a:pt x="1469" y="690"/>
                </a:lnTo>
                <a:lnTo>
                  <a:pt x="1469" y="368"/>
                </a:lnTo>
                <a:lnTo>
                  <a:pt x="1469" y="368"/>
                </a:lnTo>
                <a:lnTo>
                  <a:pt x="1468" y="358"/>
                </a:lnTo>
                <a:lnTo>
                  <a:pt x="1465" y="350"/>
                </a:lnTo>
                <a:lnTo>
                  <a:pt x="1461" y="342"/>
                </a:lnTo>
                <a:lnTo>
                  <a:pt x="1455" y="335"/>
                </a:lnTo>
                <a:lnTo>
                  <a:pt x="1448" y="330"/>
                </a:lnTo>
                <a:lnTo>
                  <a:pt x="1441" y="325"/>
                </a:lnTo>
                <a:lnTo>
                  <a:pt x="1432" y="323"/>
                </a:lnTo>
                <a:lnTo>
                  <a:pt x="1423" y="322"/>
                </a:lnTo>
                <a:lnTo>
                  <a:pt x="1423" y="322"/>
                </a:lnTo>
                <a:close/>
                <a:moveTo>
                  <a:pt x="320" y="505"/>
                </a:moveTo>
                <a:lnTo>
                  <a:pt x="320" y="551"/>
                </a:lnTo>
                <a:lnTo>
                  <a:pt x="142" y="551"/>
                </a:lnTo>
                <a:lnTo>
                  <a:pt x="142" y="551"/>
                </a:lnTo>
                <a:lnTo>
                  <a:pt x="143" y="538"/>
                </a:lnTo>
                <a:lnTo>
                  <a:pt x="146" y="525"/>
                </a:lnTo>
                <a:lnTo>
                  <a:pt x="149" y="512"/>
                </a:lnTo>
                <a:lnTo>
                  <a:pt x="154" y="501"/>
                </a:lnTo>
                <a:lnTo>
                  <a:pt x="154" y="501"/>
                </a:lnTo>
                <a:lnTo>
                  <a:pt x="157" y="495"/>
                </a:lnTo>
                <a:lnTo>
                  <a:pt x="162" y="489"/>
                </a:lnTo>
                <a:lnTo>
                  <a:pt x="166" y="485"/>
                </a:lnTo>
                <a:lnTo>
                  <a:pt x="172" y="480"/>
                </a:lnTo>
                <a:lnTo>
                  <a:pt x="205" y="457"/>
                </a:lnTo>
                <a:lnTo>
                  <a:pt x="205" y="457"/>
                </a:lnTo>
                <a:lnTo>
                  <a:pt x="214" y="451"/>
                </a:lnTo>
                <a:lnTo>
                  <a:pt x="221" y="447"/>
                </a:lnTo>
                <a:lnTo>
                  <a:pt x="235" y="441"/>
                </a:lnTo>
                <a:lnTo>
                  <a:pt x="244" y="436"/>
                </a:lnTo>
                <a:lnTo>
                  <a:pt x="249" y="434"/>
                </a:lnTo>
                <a:lnTo>
                  <a:pt x="251" y="432"/>
                </a:lnTo>
                <a:lnTo>
                  <a:pt x="251" y="432"/>
                </a:lnTo>
                <a:lnTo>
                  <a:pt x="258" y="425"/>
                </a:lnTo>
                <a:lnTo>
                  <a:pt x="264" y="418"/>
                </a:lnTo>
                <a:lnTo>
                  <a:pt x="266" y="411"/>
                </a:lnTo>
                <a:lnTo>
                  <a:pt x="267" y="402"/>
                </a:lnTo>
                <a:lnTo>
                  <a:pt x="267" y="402"/>
                </a:lnTo>
                <a:lnTo>
                  <a:pt x="267" y="394"/>
                </a:lnTo>
                <a:lnTo>
                  <a:pt x="265" y="387"/>
                </a:lnTo>
                <a:lnTo>
                  <a:pt x="263" y="380"/>
                </a:lnTo>
                <a:lnTo>
                  <a:pt x="258" y="374"/>
                </a:lnTo>
                <a:lnTo>
                  <a:pt x="258" y="374"/>
                </a:lnTo>
                <a:lnTo>
                  <a:pt x="253" y="370"/>
                </a:lnTo>
                <a:lnTo>
                  <a:pt x="248" y="366"/>
                </a:lnTo>
                <a:lnTo>
                  <a:pt x="240" y="364"/>
                </a:lnTo>
                <a:lnTo>
                  <a:pt x="232" y="364"/>
                </a:lnTo>
                <a:lnTo>
                  <a:pt x="232" y="364"/>
                </a:lnTo>
                <a:lnTo>
                  <a:pt x="221" y="365"/>
                </a:lnTo>
                <a:lnTo>
                  <a:pt x="212" y="368"/>
                </a:lnTo>
                <a:lnTo>
                  <a:pt x="209" y="370"/>
                </a:lnTo>
                <a:lnTo>
                  <a:pt x="205" y="373"/>
                </a:lnTo>
                <a:lnTo>
                  <a:pt x="203" y="377"/>
                </a:lnTo>
                <a:lnTo>
                  <a:pt x="201" y="381"/>
                </a:lnTo>
                <a:lnTo>
                  <a:pt x="201" y="381"/>
                </a:lnTo>
                <a:lnTo>
                  <a:pt x="198" y="387"/>
                </a:lnTo>
                <a:lnTo>
                  <a:pt x="196" y="394"/>
                </a:lnTo>
                <a:lnTo>
                  <a:pt x="195" y="413"/>
                </a:lnTo>
                <a:lnTo>
                  <a:pt x="144" y="413"/>
                </a:lnTo>
                <a:lnTo>
                  <a:pt x="144" y="413"/>
                </a:lnTo>
                <a:lnTo>
                  <a:pt x="146" y="397"/>
                </a:lnTo>
                <a:lnTo>
                  <a:pt x="149" y="382"/>
                </a:lnTo>
                <a:lnTo>
                  <a:pt x="152" y="370"/>
                </a:lnTo>
                <a:lnTo>
                  <a:pt x="157" y="359"/>
                </a:lnTo>
                <a:lnTo>
                  <a:pt x="157" y="359"/>
                </a:lnTo>
                <a:lnTo>
                  <a:pt x="163" y="350"/>
                </a:lnTo>
                <a:lnTo>
                  <a:pt x="170" y="342"/>
                </a:lnTo>
                <a:lnTo>
                  <a:pt x="177" y="335"/>
                </a:lnTo>
                <a:lnTo>
                  <a:pt x="186" y="330"/>
                </a:lnTo>
                <a:lnTo>
                  <a:pt x="195" y="326"/>
                </a:lnTo>
                <a:lnTo>
                  <a:pt x="205" y="323"/>
                </a:lnTo>
                <a:lnTo>
                  <a:pt x="217" y="320"/>
                </a:lnTo>
                <a:lnTo>
                  <a:pt x="229" y="320"/>
                </a:lnTo>
                <a:lnTo>
                  <a:pt x="229" y="320"/>
                </a:lnTo>
                <a:lnTo>
                  <a:pt x="240" y="320"/>
                </a:lnTo>
                <a:lnTo>
                  <a:pt x="249" y="322"/>
                </a:lnTo>
                <a:lnTo>
                  <a:pt x="258" y="324"/>
                </a:lnTo>
                <a:lnTo>
                  <a:pt x="267" y="326"/>
                </a:lnTo>
                <a:lnTo>
                  <a:pt x="275" y="330"/>
                </a:lnTo>
                <a:lnTo>
                  <a:pt x="282" y="333"/>
                </a:lnTo>
                <a:lnTo>
                  <a:pt x="289" y="338"/>
                </a:lnTo>
                <a:lnTo>
                  <a:pt x="296" y="343"/>
                </a:lnTo>
                <a:lnTo>
                  <a:pt x="296" y="343"/>
                </a:lnTo>
                <a:lnTo>
                  <a:pt x="302" y="349"/>
                </a:lnTo>
                <a:lnTo>
                  <a:pt x="306" y="356"/>
                </a:lnTo>
                <a:lnTo>
                  <a:pt x="311" y="363"/>
                </a:lnTo>
                <a:lnTo>
                  <a:pt x="314" y="370"/>
                </a:lnTo>
                <a:lnTo>
                  <a:pt x="318" y="378"/>
                </a:lnTo>
                <a:lnTo>
                  <a:pt x="320" y="386"/>
                </a:lnTo>
                <a:lnTo>
                  <a:pt x="321" y="395"/>
                </a:lnTo>
                <a:lnTo>
                  <a:pt x="321" y="404"/>
                </a:lnTo>
                <a:lnTo>
                  <a:pt x="321" y="404"/>
                </a:lnTo>
                <a:lnTo>
                  <a:pt x="320" y="417"/>
                </a:lnTo>
                <a:lnTo>
                  <a:pt x="317" y="427"/>
                </a:lnTo>
                <a:lnTo>
                  <a:pt x="312" y="438"/>
                </a:lnTo>
                <a:lnTo>
                  <a:pt x="304" y="448"/>
                </a:lnTo>
                <a:lnTo>
                  <a:pt x="304" y="448"/>
                </a:lnTo>
                <a:lnTo>
                  <a:pt x="300" y="451"/>
                </a:lnTo>
                <a:lnTo>
                  <a:pt x="297" y="454"/>
                </a:lnTo>
                <a:lnTo>
                  <a:pt x="288" y="458"/>
                </a:lnTo>
                <a:lnTo>
                  <a:pt x="278" y="463"/>
                </a:lnTo>
                <a:lnTo>
                  <a:pt x="272" y="465"/>
                </a:lnTo>
                <a:lnTo>
                  <a:pt x="265" y="470"/>
                </a:lnTo>
                <a:lnTo>
                  <a:pt x="245" y="485"/>
                </a:lnTo>
                <a:lnTo>
                  <a:pt x="245" y="485"/>
                </a:lnTo>
                <a:lnTo>
                  <a:pt x="235" y="487"/>
                </a:lnTo>
                <a:lnTo>
                  <a:pt x="227" y="491"/>
                </a:lnTo>
                <a:lnTo>
                  <a:pt x="218" y="497"/>
                </a:lnTo>
                <a:lnTo>
                  <a:pt x="206" y="505"/>
                </a:lnTo>
                <a:lnTo>
                  <a:pt x="320" y="505"/>
                </a:lnTo>
                <a:close/>
                <a:moveTo>
                  <a:pt x="782" y="368"/>
                </a:moveTo>
                <a:lnTo>
                  <a:pt x="734" y="368"/>
                </a:lnTo>
                <a:lnTo>
                  <a:pt x="734" y="230"/>
                </a:lnTo>
                <a:lnTo>
                  <a:pt x="688" y="230"/>
                </a:lnTo>
                <a:lnTo>
                  <a:pt x="687" y="183"/>
                </a:lnTo>
                <a:lnTo>
                  <a:pt x="687" y="183"/>
                </a:lnTo>
                <a:lnTo>
                  <a:pt x="702" y="180"/>
                </a:lnTo>
                <a:lnTo>
                  <a:pt x="709" y="179"/>
                </a:lnTo>
                <a:lnTo>
                  <a:pt x="709" y="179"/>
                </a:lnTo>
                <a:lnTo>
                  <a:pt x="720" y="177"/>
                </a:lnTo>
                <a:lnTo>
                  <a:pt x="724" y="176"/>
                </a:lnTo>
                <a:lnTo>
                  <a:pt x="727" y="172"/>
                </a:lnTo>
                <a:lnTo>
                  <a:pt x="727" y="172"/>
                </a:lnTo>
                <a:lnTo>
                  <a:pt x="733" y="164"/>
                </a:lnTo>
                <a:lnTo>
                  <a:pt x="738" y="154"/>
                </a:lnTo>
                <a:lnTo>
                  <a:pt x="738" y="154"/>
                </a:lnTo>
                <a:lnTo>
                  <a:pt x="739" y="145"/>
                </a:lnTo>
                <a:lnTo>
                  <a:pt x="740" y="138"/>
                </a:lnTo>
                <a:lnTo>
                  <a:pt x="782" y="138"/>
                </a:lnTo>
                <a:lnTo>
                  <a:pt x="782" y="368"/>
                </a:lnTo>
                <a:close/>
                <a:moveTo>
                  <a:pt x="1310" y="622"/>
                </a:moveTo>
                <a:lnTo>
                  <a:pt x="1310" y="622"/>
                </a:lnTo>
                <a:lnTo>
                  <a:pt x="1305" y="628"/>
                </a:lnTo>
                <a:lnTo>
                  <a:pt x="1298" y="633"/>
                </a:lnTo>
                <a:lnTo>
                  <a:pt x="1290" y="636"/>
                </a:lnTo>
                <a:lnTo>
                  <a:pt x="1281" y="639"/>
                </a:lnTo>
                <a:lnTo>
                  <a:pt x="1271" y="642"/>
                </a:lnTo>
                <a:lnTo>
                  <a:pt x="1261" y="643"/>
                </a:lnTo>
                <a:lnTo>
                  <a:pt x="1239" y="644"/>
                </a:lnTo>
                <a:lnTo>
                  <a:pt x="1239" y="644"/>
                </a:lnTo>
                <a:lnTo>
                  <a:pt x="1225" y="644"/>
                </a:lnTo>
                <a:lnTo>
                  <a:pt x="1213" y="643"/>
                </a:lnTo>
                <a:lnTo>
                  <a:pt x="1201" y="641"/>
                </a:lnTo>
                <a:lnTo>
                  <a:pt x="1190" y="637"/>
                </a:lnTo>
                <a:lnTo>
                  <a:pt x="1180" y="633"/>
                </a:lnTo>
                <a:lnTo>
                  <a:pt x="1171" y="627"/>
                </a:lnTo>
                <a:lnTo>
                  <a:pt x="1163" y="619"/>
                </a:lnTo>
                <a:lnTo>
                  <a:pt x="1158" y="611"/>
                </a:lnTo>
                <a:lnTo>
                  <a:pt x="1158" y="611"/>
                </a:lnTo>
                <a:lnTo>
                  <a:pt x="1153" y="603"/>
                </a:lnTo>
                <a:lnTo>
                  <a:pt x="1149" y="596"/>
                </a:lnTo>
                <a:lnTo>
                  <a:pt x="1146" y="587"/>
                </a:lnTo>
                <a:lnTo>
                  <a:pt x="1145" y="574"/>
                </a:lnTo>
                <a:lnTo>
                  <a:pt x="1197" y="574"/>
                </a:lnTo>
                <a:lnTo>
                  <a:pt x="1197" y="574"/>
                </a:lnTo>
                <a:lnTo>
                  <a:pt x="1197" y="581"/>
                </a:lnTo>
                <a:lnTo>
                  <a:pt x="1198" y="586"/>
                </a:lnTo>
                <a:lnTo>
                  <a:pt x="1202" y="595"/>
                </a:lnTo>
                <a:lnTo>
                  <a:pt x="1202" y="595"/>
                </a:lnTo>
                <a:lnTo>
                  <a:pt x="1207" y="598"/>
                </a:lnTo>
                <a:lnTo>
                  <a:pt x="1216" y="599"/>
                </a:lnTo>
                <a:lnTo>
                  <a:pt x="1227" y="600"/>
                </a:lnTo>
                <a:lnTo>
                  <a:pt x="1239" y="602"/>
                </a:lnTo>
                <a:lnTo>
                  <a:pt x="1239" y="602"/>
                </a:lnTo>
                <a:lnTo>
                  <a:pt x="1246" y="600"/>
                </a:lnTo>
                <a:lnTo>
                  <a:pt x="1255" y="598"/>
                </a:lnTo>
                <a:lnTo>
                  <a:pt x="1263" y="596"/>
                </a:lnTo>
                <a:lnTo>
                  <a:pt x="1269" y="591"/>
                </a:lnTo>
                <a:lnTo>
                  <a:pt x="1269" y="591"/>
                </a:lnTo>
                <a:lnTo>
                  <a:pt x="1274" y="586"/>
                </a:lnTo>
                <a:lnTo>
                  <a:pt x="1277" y="581"/>
                </a:lnTo>
                <a:lnTo>
                  <a:pt x="1279" y="574"/>
                </a:lnTo>
                <a:lnTo>
                  <a:pt x="1281" y="566"/>
                </a:lnTo>
                <a:lnTo>
                  <a:pt x="1281" y="566"/>
                </a:lnTo>
                <a:lnTo>
                  <a:pt x="1281" y="560"/>
                </a:lnTo>
                <a:lnTo>
                  <a:pt x="1279" y="556"/>
                </a:lnTo>
                <a:lnTo>
                  <a:pt x="1277" y="553"/>
                </a:lnTo>
                <a:lnTo>
                  <a:pt x="1275" y="552"/>
                </a:lnTo>
                <a:lnTo>
                  <a:pt x="1269" y="550"/>
                </a:lnTo>
                <a:lnTo>
                  <a:pt x="1260" y="547"/>
                </a:lnTo>
                <a:lnTo>
                  <a:pt x="1260" y="547"/>
                </a:lnTo>
                <a:lnTo>
                  <a:pt x="1252" y="543"/>
                </a:lnTo>
                <a:lnTo>
                  <a:pt x="1247" y="542"/>
                </a:lnTo>
                <a:lnTo>
                  <a:pt x="1238" y="542"/>
                </a:lnTo>
                <a:lnTo>
                  <a:pt x="1238" y="509"/>
                </a:lnTo>
                <a:lnTo>
                  <a:pt x="1238" y="509"/>
                </a:lnTo>
                <a:lnTo>
                  <a:pt x="1247" y="508"/>
                </a:lnTo>
                <a:lnTo>
                  <a:pt x="1252" y="508"/>
                </a:lnTo>
                <a:lnTo>
                  <a:pt x="1258" y="504"/>
                </a:lnTo>
                <a:lnTo>
                  <a:pt x="1258" y="504"/>
                </a:lnTo>
                <a:lnTo>
                  <a:pt x="1264" y="501"/>
                </a:lnTo>
                <a:lnTo>
                  <a:pt x="1270" y="499"/>
                </a:lnTo>
                <a:lnTo>
                  <a:pt x="1271" y="498"/>
                </a:lnTo>
                <a:lnTo>
                  <a:pt x="1274" y="496"/>
                </a:lnTo>
                <a:lnTo>
                  <a:pt x="1274" y="493"/>
                </a:lnTo>
                <a:lnTo>
                  <a:pt x="1274" y="487"/>
                </a:lnTo>
                <a:lnTo>
                  <a:pt x="1274" y="487"/>
                </a:lnTo>
                <a:lnTo>
                  <a:pt x="1274" y="481"/>
                </a:lnTo>
                <a:lnTo>
                  <a:pt x="1272" y="477"/>
                </a:lnTo>
                <a:lnTo>
                  <a:pt x="1269" y="472"/>
                </a:lnTo>
                <a:lnTo>
                  <a:pt x="1266" y="467"/>
                </a:lnTo>
                <a:lnTo>
                  <a:pt x="1266" y="467"/>
                </a:lnTo>
                <a:lnTo>
                  <a:pt x="1260" y="464"/>
                </a:lnTo>
                <a:lnTo>
                  <a:pt x="1253" y="460"/>
                </a:lnTo>
                <a:lnTo>
                  <a:pt x="1245" y="459"/>
                </a:lnTo>
                <a:lnTo>
                  <a:pt x="1237" y="458"/>
                </a:lnTo>
                <a:lnTo>
                  <a:pt x="1237" y="458"/>
                </a:lnTo>
                <a:lnTo>
                  <a:pt x="1228" y="459"/>
                </a:lnTo>
                <a:lnTo>
                  <a:pt x="1219" y="460"/>
                </a:lnTo>
                <a:lnTo>
                  <a:pt x="1212" y="465"/>
                </a:lnTo>
                <a:lnTo>
                  <a:pt x="1208" y="467"/>
                </a:lnTo>
                <a:lnTo>
                  <a:pt x="1206" y="470"/>
                </a:lnTo>
                <a:lnTo>
                  <a:pt x="1206" y="470"/>
                </a:lnTo>
                <a:lnTo>
                  <a:pt x="1202" y="473"/>
                </a:lnTo>
                <a:lnTo>
                  <a:pt x="1199" y="474"/>
                </a:lnTo>
                <a:lnTo>
                  <a:pt x="1198" y="477"/>
                </a:lnTo>
                <a:lnTo>
                  <a:pt x="1198" y="483"/>
                </a:lnTo>
                <a:lnTo>
                  <a:pt x="1150" y="483"/>
                </a:lnTo>
                <a:lnTo>
                  <a:pt x="1150" y="483"/>
                </a:lnTo>
                <a:lnTo>
                  <a:pt x="1151" y="475"/>
                </a:lnTo>
                <a:lnTo>
                  <a:pt x="1152" y="471"/>
                </a:lnTo>
                <a:lnTo>
                  <a:pt x="1157" y="459"/>
                </a:lnTo>
                <a:lnTo>
                  <a:pt x="1157" y="459"/>
                </a:lnTo>
                <a:lnTo>
                  <a:pt x="1160" y="451"/>
                </a:lnTo>
                <a:lnTo>
                  <a:pt x="1165" y="444"/>
                </a:lnTo>
                <a:lnTo>
                  <a:pt x="1170" y="438"/>
                </a:lnTo>
                <a:lnTo>
                  <a:pt x="1176" y="431"/>
                </a:lnTo>
                <a:lnTo>
                  <a:pt x="1176" y="431"/>
                </a:lnTo>
                <a:lnTo>
                  <a:pt x="1182" y="427"/>
                </a:lnTo>
                <a:lnTo>
                  <a:pt x="1190" y="423"/>
                </a:lnTo>
                <a:lnTo>
                  <a:pt x="1205" y="417"/>
                </a:lnTo>
                <a:lnTo>
                  <a:pt x="1205" y="417"/>
                </a:lnTo>
                <a:lnTo>
                  <a:pt x="1212" y="415"/>
                </a:lnTo>
                <a:lnTo>
                  <a:pt x="1220" y="413"/>
                </a:lnTo>
                <a:lnTo>
                  <a:pt x="1238" y="412"/>
                </a:lnTo>
                <a:lnTo>
                  <a:pt x="1238" y="412"/>
                </a:lnTo>
                <a:lnTo>
                  <a:pt x="1258" y="413"/>
                </a:lnTo>
                <a:lnTo>
                  <a:pt x="1278" y="416"/>
                </a:lnTo>
                <a:lnTo>
                  <a:pt x="1287" y="418"/>
                </a:lnTo>
                <a:lnTo>
                  <a:pt x="1295" y="420"/>
                </a:lnTo>
                <a:lnTo>
                  <a:pt x="1303" y="424"/>
                </a:lnTo>
                <a:lnTo>
                  <a:pt x="1310" y="428"/>
                </a:lnTo>
                <a:lnTo>
                  <a:pt x="1310" y="428"/>
                </a:lnTo>
                <a:lnTo>
                  <a:pt x="1315" y="434"/>
                </a:lnTo>
                <a:lnTo>
                  <a:pt x="1320" y="439"/>
                </a:lnTo>
                <a:lnTo>
                  <a:pt x="1324" y="444"/>
                </a:lnTo>
                <a:lnTo>
                  <a:pt x="1328" y="451"/>
                </a:lnTo>
                <a:lnTo>
                  <a:pt x="1330" y="458"/>
                </a:lnTo>
                <a:lnTo>
                  <a:pt x="1331" y="465"/>
                </a:lnTo>
                <a:lnTo>
                  <a:pt x="1332" y="472"/>
                </a:lnTo>
                <a:lnTo>
                  <a:pt x="1333" y="480"/>
                </a:lnTo>
                <a:lnTo>
                  <a:pt x="1333" y="480"/>
                </a:lnTo>
                <a:lnTo>
                  <a:pt x="1332" y="486"/>
                </a:lnTo>
                <a:lnTo>
                  <a:pt x="1331" y="489"/>
                </a:lnTo>
                <a:lnTo>
                  <a:pt x="1330" y="493"/>
                </a:lnTo>
                <a:lnTo>
                  <a:pt x="1328" y="496"/>
                </a:lnTo>
                <a:lnTo>
                  <a:pt x="1322" y="501"/>
                </a:lnTo>
                <a:lnTo>
                  <a:pt x="1315" y="508"/>
                </a:lnTo>
                <a:lnTo>
                  <a:pt x="1315" y="508"/>
                </a:lnTo>
                <a:lnTo>
                  <a:pt x="1310" y="512"/>
                </a:lnTo>
                <a:lnTo>
                  <a:pt x="1305" y="516"/>
                </a:lnTo>
                <a:lnTo>
                  <a:pt x="1294" y="521"/>
                </a:lnTo>
                <a:lnTo>
                  <a:pt x="1294" y="521"/>
                </a:lnTo>
                <a:lnTo>
                  <a:pt x="1298" y="521"/>
                </a:lnTo>
                <a:lnTo>
                  <a:pt x="1302" y="522"/>
                </a:lnTo>
                <a:lnTo>
                  <a:pt x="1308" y="526"/>
                </a:lnTo>
                <a:lnTo>
                  <a:pt x="1314" y="530"/>
                </a:lnTo>
                <a:lnTo>
                  <a:pt x="1314" y="530"/>
                </a:lnTo>
                <a:lnTo>
                  <a:pt x="1323" y="537"/>
                </a:lnTo>
                <a:lnTo>
                  <a:pt x="1329" y="544"/>
                </a:lnTo>
                <a:lnTo>
                  <a:pt x="1331" y="548"/>
                </a:lnTo>
                <a:lnTo>
                  <a:pt x="1332" y="551"/>
                </a:lnTo>
                <a:lnTo>
                  <a:pt x="1333" y="557"/>
                </a:lnTo>
                <a:lnTo>
                  <a:pt x="1333" y="564"/>
                </a:lnTo>
                <a:lnTo>
                  <a:pt x="1333" y="564"/>
                </a:lnTo>
                <a:lnTo>
                  <a:pt x="1333" y="572"/>
                </a:lnTo>
                <a:lnTo>
                  <a:pt x="1332" y="580"/>
                </a:lnTo>
                <a:lnTo>
                  <a:pt x="1331" y="588"/>
                </a:lnTo>
                <a:lnTo>
                  <a:pt x="1328" y="595"/>
                </a:lnTo>
                <a:lnTo>
                  <a:pt x="1325" y="603"/>
                </a:lnTo>
                <a:lnTo>
                  <a:pt x="1321" y="610"/>
                </a:lnTo>
                <a:lnTo>
                  <a:pt x="1316" y="615"/>
                </a:lnTo>
                <a:lnTo>
                  <a:pt x="1310" y="622"/>
                </a:lnTo>
                <a:lnTo>
                  <a:pt x="1310" y="62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4" name="Freeform 133"/>
          <p:cNvSpPr>
            <a:spLocks noChangeAspect="1" noEditPoints="1"/>
          </p:cNvSpPr>
          <p:nvPr/>
        </p:nvSpPr>
        <p:spPr bwMode="auto">
          <a:xfrm>
            <a:off x="6168782" y="4604109"/>
            <a:ext cx="892654" cy="1080000"/>
          </a:xfrm>
          <a:custGeom>
            <a:avLst/>
            <a:gdLst>
              <a:gd name="T0" fmla="*/ 962 w 1215"/>
              <a:gd name="T1" fmla="*/ 915 h 1469"/>
              <a:gd name="T2" fmla="*/ 1117 w 1215"/>
              <a:gd name="T3" fmla="*/ 682 h 1469"/>
              <a:gd name="T4" fmla="*/ 1191 w 1215"/>
              <a:gd name="T5" fmla="*/ 463 h 1469"/>
              <a:gd name="T6" fmla="*/ 1215 w 1215"/>
              <a:gd name="T7" fmla="*/ 201 h 1469"/>
              <a:gd name="T8" fmla="*/ 1197 w 1215"/>
              <a:gd name="T9" fmla="*/ 141 h 1469"/>
              <a:gd name="T10" fmla="*/ 1118 w 1215"/>
              <a:gd name="T11" fmla="*/ 101 h 1469"/>
              <a:gd name="T12" fmla="*/ 1037 w 1215"/>
              <a:gd name="T13" fmla="*/ 109 h 1469"/>
              <a:gd name="T14" fmla="*/ 1016 w 1215"/>
              <a:gd name="T15" fmla="*/ 152 h 1469"/>
              <a:gd name="T16" fmla="*/ 253 w 1215"/>
              <a:gd name="T17" fmla="*/ 152 h 1469"/>
              <a:gd name="T18" fmla="*/ 193 w 1215"/>
              <a:gd name="T19" fmla="*/ 117 h 1469"/>
              <a:gd name="T20" fmla="*/ 158 w 1215"/>
              <a:gd name="T21" fmla="*/ 101 h 1469"/>
              <a:gd name="T22" fmla="*/ 37 w 1215"/>
              <a:gd name="T23" fmla="*/ 124 h 1469"/>
              <a:gd name="T24" fmla="*/ 0 w 1215"/>
              <a:gd name="T25" fmla="*/ 197 h 1469"/>
              <a:gd name="T26" fmla="*/ 12 w 1215"/>
              <a:gd name="T27" fmla="*/ 385 h 1469"/>
              <a:gd name="T28" fmla="*/ 75 w 1215"/>
              <a:gd name="T29" fmla="*/ 617 h 1469"/>
              <a:gd name="T30" fmla="*/ 206 w 1215"/>
              <a:gd name="T31" fmla="*/ 851 h 1469"/>
              <a:gd name="T32" fmla="*/ 439 w 1215"/>
              <a:gd name="T33" fmla="*/ 1063 h 1469"/>
              <a:gd name="T34" fmla="*/ 510 w 1215"/>
              <a:gd name="T35" fmla="*/ 1107 h 1469"/>
              <a:gd name="T36" fmla="*/ 550 w 1215"/>
              <a:gd name="T37" fmla="*/ 1166 h 1469"/>
              <a:gd name="T38" fmla="*/ 510 w 1215"/>
              <a:gd name="T39" fmla="*/ 1181 h 1469"/>
              <a:gd name="T40" fmla="*/ 516 w 1215"/>
              <a:gd name="T41" fmla="*/ 1207 h 1469"/>
              <a:gd name="T42" fmla="*/ 559 w 1215"/>
              <a:gd name="T43" fmla="*/ 1273 h 1469"/>
              <a:gd name="T44" fmla="*/ 531 w 1215"/>
              <a:gd name="T45" fmla="*/ 1313 h 1469"/>
              <a:gd name="T46" fmla="*/ 508 w 1215"/>
              <a:gd name="T47" fmla="*/ 1339 h 1469"/>
              <a:gd name="T48" fmla="*/ 457 w 1215"/>
              <a:gd name="T49" fmla="*/ 1368 h 1469"/>
              <a:gd name="T50" fmla="*/ 415 w 1215"/>
              <a:gd name="T51" fmla="*/ 1393 h 1469"/>
              <a:gd name="T52" fmla="*/ 408 w 1215"/>
              <a:gd name="T53" fmla="*/ 1435 h 1469"/>
              <a:gd name="T54" fmla="*/ 440 w 1215"/>
              <a:gd name="T55" fmla="*/ 1467 h 1469"/>
              <a:gd name="T56" fmla="*/ 774 w 1215"/>
              <a:gd name="T57" fmla="*/ 1467 h 1469"/>
              <a:gd name="T58" fmla="*/ 810 w 1215"/>
              <a:gd name="T59" fmla="*/ 1427 h 1469"/>
              <a:gd name="T60" fmla="*/ 798 w 1215"/>
              <a:gd name="T61" fmla="*/ 1384 h 1469"/>
              <a:gd name="T62" fmla="*/ 760 w 1215"/>
              <a:gd name="T63" fmla="*/ 1368 h 1469"/>
              <a:gd name="T64" fmla="*/ 717 w 1215"/>
              <a:gd name="T65" fmla="*/ 1346 h 1469"/>
              <a:gd name="T66" fmla="*/ 691 w 1215"/>
              <a:gd name="T67" fmla="*/ 1314 h 1469"/>
              <a:gd name="T68" fmla="*/ 660 w 1215"/>
              <a:gd name="T69" fmla="*/ 1287 h 1469"/>
              <a:gd name="T70" fmla="*/ 684 w 1215"/>
              <a:gd name="T71" fmla="*/ 1216 h 1469"/>
              <a:gd name="T72" fmla="*/ 710 w 1215"/>
              <a:gd name="T73" fmla="*/ 1190 h 1469"/>
              <a:gd name="T74" fmla="*/ 694 w 1215"/>
              <a:gd name="T75" fmla="*/ 1170 h 1469"/>
              <a:gd name="T76" fmla="*/ 678 w 1215"/>
              <a:gd name="T77" fmla="*/ 1113 h 1469"/>
              <a:gd name="T78" fmla="*/ 785 w 1215"/>
              <a:gd name="T79" fmla="*/ 1063 h 1469"/>
              <a:gd name="T80" fmla="*/ 1016 w 1215"/>
              <a:gd name="T81" fmla="*/ 203 h 1469"/>
              <a:gd name="T82" fmla="*/ 1059 w 1215"/>
              <a:gd name="T83" fmla="*/ 184 h 1469"/>
              <a:gd name="T84" fmla="*/ 1084 w 1215"/>
              <a:gd name="T85" fmla="*/ 155 h 1469"/>
              <a:gd name="T86" fmla="*/ 1114 w 1215"/>
              <a:gd name="T87" fmla="*/ 188 h 1469"/>
              <a:gd name="T88" fmla="*/ 1118 w 1215"/>
              <a:gd name="T89" fmla="*/ 288 h 1469"/>
              <a:gd name="T90" fmla="*/ 1064 w 1215"/>
              <a:gd name="T91" fmla="*/ 534 h 1469"/>
              <a:gd name="T92" fmla="*/ 944 w 1215"/>
              <a:gd name="T93" fmla="*/ 787 h 1469"/>
              <a:gd name="T94" fmla="*/ 936 w 1215"/>
              <a:gd name="T95" fmla="*/ 695 h 1469"/>
              <a:gd name="T96" fmla="*/ 963 w 1215"/>
              <a:gd name="T97" fmla="*/ 270 h 1469"/>
              <a:gd name="T98" fmla="*/ 104 w 1215"/>
              <a:gd name="T99" fmla="*/ 188 h 1469"/>
              <a:gd name="T100" fmla="*/ 146 w 1215"/>
              <a:gd name="T101" fmla="*/ 153 h 1469"/>
              <a:gd name="T102" fmla="*/ 168 w 1215"/>
              <a:gd name="T103" fmla="*/ 188 h 1469"/>
              <a:gd name="T104" fmla="*/ 256 w 1215"/>
              <a:gd name="T105" fmla="*/ 203 h 1469"/>
              <a:gd name="T106" fmla="*/ 264 w 1215"/>
              <a:gd name="T107" fmla="*/ 503 h 1469"/>
              <a:gd name="T108" fmla="*/ 340 w 1215"/>
              <a:gd name="T109" fmla="*/ 821 h 1469"/>
              <a:gd name="T110" fmla="*/ 247 w 1215"/>
              <a:gd name="T111" fmla="*/ 715 h 1469"/>
              <a:gd name="T112" fmla="*/ 131 w 1215"/>
              <a:gd name="T113" fmla="*/ 477 h 1469"/>
              <a:gd name="T114" fmla="*/ 99 w 1215"/>
              <a:gd name="T115" fmla="*/ 281 h 1469"/>
              <a:gd name="T116" fmla="*/ 314 w 1215"/>
              <a:gd name="T117" fmla="*/ 149 h 1469"/>
              <a:gd name="T118" fmla="*/ 303 w 1215"/>
              <a:gd name="T119" fmla="*/ 122 h 1469"/>
              <a:gd name="T120" fmla="*/ 328 w 1215"/>
              <a:gd name="T121" fmla="*/ 101 h 1469"/>
              <a:gd name="T122" fmla="*/ 913 w 1215"/>
              <a:gd name="T123" fmla="*/ 113 h 1469"/>
              <a:gd name="T124" fmla="*/ 913 w 1215"/>
              <a:gd name="T125" fmla="*/ 141 h 1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15" h="1469">
                <a:moveTo>
                  <a:pt x="785" y="1063"/>
                </a:moveTo>
                <a:lnTo>
                  <a:pt x="785" y="1063"/>
                </a:lnTo>
                <a:lnTo>
                  <a:pt x="826" y="1035"/>
                </a:lnTo>
                <a:lnTo>
                  <a:pt x="863" y="1007"/>
                </a:lnTo>
                <a:lnTo>
                  <a:pt x="899" y="977"/>
                </a:lnTo>
                <a:lnTo>
                  <a:pt x="932" y="947"/>
                </a:lnTo>
                <a:lnTo>
                  <a:pt x="962" y="915"/>
                </a:lnTo>
                <a:lnTo>
                  <a:pt x="991" y="883"/>
                </a:lnTo>
                <a:lnTo>
                  <a:pt x="1017" y="851"/>
                </a:lnTo>
                <a:lnTo>
                  <a:pt x="1041" y="817"/>
                </a:lnTo>
                <a:lnTo>
                  <a:pt x="1063" y="783"/>
                </a:lnTo>
                <a:lnTo>
                  <a:pt x="1083" y="750"/>
                </a:lnTo>
                <a:lnTo>
                  <a:pt x="1101" y="716"/>
                </a:lnTo>
                <a:lnTo>
                  <a:pt x="1117" y="682"/>
                </a:lnTo>
                <a:lnTo>
                  <a:pt x="1132" y="649"/>
                </a:lnTo>
                <a:lnTo>
                  <a:pt x="1146" y="617"/>
                </a:lnTo>
                <a:lnTo>
                  <a:pt x="1157" y="584"/>
                </a:lnTo>
                <a:lnTo>
                  <a:pt x="1168" y="552"/>
                </a:lnTo>
                <a:lnTo>
                  <a:pt x="1177" y="521"/>
                </a:lnTo>
                <a:lnTo>
                  <a:pt x="1184" y="491"/>
                </a:lnTo>
                <a:lnTo>
                  <a:pt x="1191" y="463"/>
                </a:lnTo>
                <a:lnTo>
                  <a:pt x="1196" y="435"/>
                </a:lnTo>
                <a:lnTo>
                  <a:pt x="1204" y="385"/>
                </a:lnTo>
                <a:lnTo>
                  <a:pt x="1210" y="340"/>
                </a:lnTo>
                <a:lnTo>
                  <a:pt x="1212" y="304"/>
                </a:lnTo>
                <a:lnTo>
                  <a:pt x="1213" y="277"/>
                </a:lnTo>
                <a:lnTo>
                  <a:pt x="1215" y="254"/>
                </a:lnTo>
                <a:lnTo>
                  <a:pt x="1215" y="201"/>
                </a:lnTo>
                <a:lnTo>
                  <a:pt x="1215" y="201"/>
                </a:lnTo>
                <a:lnTo>
                  <a:pt x="1213" y="197"/>
                </a:lnTo>
                <a:lnTo>
                  <a:pt x="1212" y="186"/>
                </a:lnTo>
                <a:lnTo>
                  <a:pt x="1210" y="169"/>
                </a:lnTo>
                <a:lnTo>
                  <a:pt x="1207" y="161"/>
                </a:lnTo>
                <a:lnTo>
                  <a:pt x="1203" y="151"/>
                </a:lnTo>
                <a:lnTo>
                  <a:pt x="1197" y="141"/>
                </a:lnTo>
                <a:lnTo>
                  <a:pt x="1192" y="132"/>
                </a:lnTo>
                <a:lnTo>
                  <a:pt x="1184" y="124"/>
                </a:lnTo>
                <a:lnTo>
                  <a:pt x="1174" y="116"/>
                </a:lnTo>
                <a:lnTo>
                  <a:pt x="1163" y="110"/>
                </a:lnTo>
                <a:lnTo>
                  <a:pt x="1150" y="105"/>
                </a:lnTo>
                <a:lnTo>
                  <a:pt x="1135" y="102"/>
                </a:lnTo>
                <a:lnTo>
                  <a:pt x="1118" y="101"/>
                </a:lnTo>
                <a:lnTo>
                  <a:pt x="1118" y="101"/>
                </a:lnTo>
                <a:lnTo>
                  <a:pt x="1065" y="101"/>
                </a:lnTo>
                <a:lnTo>
                  <a:pt x="1065" y="101"/>
                </a:lnTo>
                <a:lnTo>
                  <a:pt x="1056" y="102"/>
                </a:lnTo>
                <a:lnTo>
                  <a:pt x="1049" y="104"/>
                </a:lnTo>
                <a:lnTo>
                  <a:pt x="1043" y="106"/>
                </a:lnTo>
                <a:lnTo>
                  <a:pt x="1037" y="109"/>
                </a:lnTo>
                <a:lnTo>
                  <a:pt x="1032" y="113"/>
                </a:lnTo>
                <a:lnTo>
                  <a:pt x="1029" y="117"/>
                </a:lnTo>
                <a:lnTo>
                  <a:pt x="1023" y="127"/>
                </a:lnTo>
                <a:lnTo>
                  <a:pt x="1020" y="136"/>
                </a:lnTo>
                <a:lnTo>
                  <a:pt x="1017" y="144"/>
                </a:lnTo>
                <a:lnTo>
                  <a:pt x="1016" y="152"/>
                </a:lnTo>
                <a:lnTo>
                  <a:pt x="1016" y="152"/>
                </a:lnTo>
                <a:lnTo>
                  <a:pt x="961" y="152"/>
                </a:lnTo>
                <a:lnTo>
                  <a:pt x="961" y="152"/>
                </a:lnTo>
                <a:lnTo>
                  <a:pt x="961" y="115"/>
                </a:lnTo>
                <a:lnTo>
                  <a:pt x="962" y="65"/>
                </a:lnTo>
                <a:lnTo>
                  <a:pt x="962" y="1"/>
                </a:lnTo>
                <a:lnTo>
                  <a:pt x="254" y="0"/>
                </a:lnTo>
                <a:lnTo>
                  <a:pt x="253" y="152"/>
                </a:lnTo>
                <a:lnTo>
                  <a:pt x="253" y="152"/>
                </a:lnTo>
                <a:lnTo>
                  <a:pt x="206" y="152"/>
                </a:lnTo>
                <a:lnTo>
                  <a:pt x="206" y="152"/>
                </a:lnTo>
                <a:lnTo>
                  <a:pt x="205" y="144"/>
                </a:lnTo>
                <a:lnTo>
                  <a:pt x="204" y="136"/>
                </a:lnTo>
                <a:lnTo>
                  <a:pt x="200" y="127"/>
                </a:lnTo>
                <a:lnTo>
                  <a:pt x="193" y="117"/>
                </a:lnTo>
                <a:lnTo>
                  <a:pt x="190" y="113"/>
                </a:lnTo>
                <a:lnTo>
                  <a:pt x="185" y="109"/>
                </a:lnTo>
                <a:lnTo>
                  <a:pt x="180" y="106"/>
                </a:lnTo>
                <a:lnTo>
                  <a:pt x="174" y="104"/>
                </a:lnTo>
                <a:lnTo>
                  <a:pt x="166" y="102"/>
                </a:lnTo>
                <a:lnTo>
                  <a:pt x="158" y="101"/>
                </a:lnTo>
                <a:lnTo>
                  <a:pt x="158" y="101"/>
                </a:lnTo>
                <a:lnTo>
                  <a:pt x="105" y="101"/>
                </a:lnTo>
                <a:lnTo>
                  <a:pt x="105" y="101"/>
                </a:lnTo>
                <a:lnTo>
                  <a:pt x="88" y="102"/>
                </a:lnTo>
                <a:lnTo>
                  <a:pt x="72" y="105"/>
                </a:lnTo>
                <a:lnTo>
                  <a:pt x="59" y="110"/>
                </a:lnTo>
                <a:lnTo>
                  <a:pt x="48" y="116"/>
                </a:lnTo>
                <a:lnTo>
                  <a:pt x="37" y="124"/>
                </a:lnTo>
                <a:lnTo>
                  <a:pt x="29" y="132"/>
                </a:lnTo>
                <a:lnTo>
                  <a:pt x="21" y="141"/>
                </a:lnTo>
                <a:lnTo>
                  <a:pt x="15" y="151"/>
                </a:lnTo>
                <a:lnTo>
                  <a:pt x="11" y="161"/>
                </a:lnTo>
                <a:lnTo>
                  <a:pt x="7" y="169"/>
                </a:lnTo>
                <a:lnTo>
                  <a:pt x="3" y="186"/>
                </a:lnTo>
                <a:lnTo>
                  <a:pt x="0" y="197"/>
                </a:lnTo>
                <a:lnTo>
                  <a:pt x="0" y="201"/>
                </a:lnTo>
                <a:lnTo>
                  <a:pt x="0" y="254"/>
                </a:lnTo>
                <a:lnTo>
                  <a:pt x="0" y="254"/>
                </a:lnTo>
                <a:lnTo>
                  <a:pt x="0" y="277"/>
                </a:lnTo>
                <a:lnTo>
                  <a:pt x="3" y="304"/>
                </a:lnTo>
                <a:lnTo>
                  <a:pt x="6" y="340"/>
                </a:lnTo>
                <a:lnTo>
                  <a:pt x="12" y="385"/>
                </a:lnTo>
                <a:lnTo>
                  <a:pt x="21" y="435"/>
                </a:lnTo>
                <a:lnTo>
                  <a:pt x="27" y="463"/>
                </a:lnTo>
                <a:lnTo>
                  <a:pt x="35" y="491"/>
                </a:lnTo>
                <a:lnTo>
                  <a:pt x="43" y="521"/>
                </a:lnTo>
                <a:lnTo>
                  <a:pt x="52" y="552"/>
                </a:lnTo>
                <a:lnTo>
                  <a:pt x="62" y="584"/>
                </a:lnTo>
                <a:lnTo>
                  <a:pt x="75" y="617"/>
                </a:lnTo>
                <a:lnTo>
                  <a:pt x="89" y="649"/>
                </a:lnTo>
                <a:lnTo>
                  <a:pt x="104" y="682"/>
                </a:lnTo>
                <a:lnTo>
                  <a:pt x="121" y="716"/>
                </a:lnTo>
                <a:lnTo>
                  <a:pt x="139" y="750"/>
                </a:lnTo>
                <a:lnTo>
                  <a:pt x="160" y="783"/>
                </a:lnTo>
                <a:lnTo>
                  <a:pt x="182" y="817"/>
                </a:lnTo>
                <a:lnTo>
                  <a:pt x="206" y="851"/>
                </a:lnTo>
                <a:lnTo>
                  <a:pt x="232" y="883"/>
                </a:lnTo>
                <a:lnTo>
                  <a:pt x="261" y="915"/>
                </a:lnTo>
                <a:lnTo>
                  <a:pt x="292" y="947"/>
                </a:lnTo>
                <a:lnTo>
                  <a:pt x="325" y="977"/>
                </a:lnTo>
                <a:lnTo>
                  <a:pt x="360" y="1007"/>
                </a:lnTo>
                <a:lnTo>
                  <a:pt x="399" y="1035"/>
                </a:lnTo>
                <a:lnTo>
                  <a:pt x="439" y="1063"/>
                </a:lnTo>
                <a:lnTo>
                  <a:pt x="439" y="1063"/>
                </a:lnTo>
                <a:lnTo>
                  <a:pt x="448" y="1071"/>
                </a:lnTo>
                <a:lnTo>
                  <a:pt x="458" y="1079"/>
                </a:lnTo>
                <a:lnTo>
                  <a:pt x="472" y="1088"/>
                </a:lnTo>
                <a:lnTo>
                  <a:pt x="489" y="1098"/>
                </a:lnTo>
                <a:lnTo>
                  <a:pt x="500" y="1102"/>
                </a:lnTo>
                <a:lnTo>
                  <a:pt x="510" y="1107"/>
                </a:lnTo>
                <a:lnTo>
                  <a:pt x="520" y="1110"/>
                </a:lnTo>
                <a:lnTo>
                  <a:pt x="533" y="1112"/>
                </a:lnTo>
                <a:lnTo>
                  <a:pt x="544" y="1115"/>
                </a:lnTo>
                <a:lnTo>
                  <a:pt x="557" y="1115"/>
                </a:lnTo>
                <a:lnTo>
                  <a:pt x="557" y="1167"/>
                </a:lnTo>
                <a:lnTo>
                  <a:pt x="557" y="1167"/>
                </a:lnTo>
                <a:lnTo>
                  <a:pt x="550" y="1166"/>
                </a:lnTo>
                <a:lnTo>
                  <a:pt x="542" y="1166"/>
                </a:lnTo>
                <a:lnTo>
                  <a:pt x="533" y="1167"/>
                </a:lnTo>
                <a:lnTo>
                  <a:pt x="524" y="1171"/>
                </a:lnTo>
                <a:lnTo>
                  <a:pt x="520" y="1172"/>
                </a:lnTo>
                <a:lnTo>
                  <a:pt x="516" y="1174"/>
                </a:lnTo>
                <a:lnTo>
                  <a:pt x="513" y="1178"/>
                </a:lnTo>
                <a:lnTo>
                  <a:pt x="510" y="1181"/>
                </a:lnTo>
                <a:lnTo>
                  <a:pt x="509" y="1186"/>
                </a:lnTo>
                <a:lnTo>
                  <a:pt x="509" y="1190"/>
                </a:lnTo>
                <a:lnTo>
                  <a:pt x="509" y="1190"/>
                </a:lnTo>
                <a:lnTo>
                  <a:pt x="509" y="1196"/>
                </a:lnTo>
                <a:lnTo>
                  <a:pt x="510" y="1201"/>
                </a:lnTo>
                <a:lnTo>
                  <a:pt x="513" y="1204"/>
                </a:lnTo>
                <a:lnTo>
                  <a:pt x="516" y="1207"/>
                </a:lnTo>
                <a:lnTo>
                  <a:pt x="520" y="1211"/>
                </a:lnTo>
                <a:lnTo>
                  <a:pt x="525" y="1212"/>
                </a:lnTo>
                <a:lnTo>
                  <a:pt x="534" y="1216"/>
                </a:lnTo>
                <a:lnTo>
                  <a:pt x="543" y="1217"/>
                </a:lnTo>
                <a:lnTo>
                  <a:pt x="551" y="1217"/>
                </a:lnTo>
                <a:lnTo>
                  <a:pt x="559" y="1216"/>
                </a:lnTo>
                <a:lnTo>
                  <a:pt x="559" y="1273"/>
                </a:lnTo>
                <a:lnTo>
                  <a:pt x="559" y="1273"/>
                </a:lnTo>
                <a:lnTo>
                  <a:pt x="557" y="1280"/>
                </a:lnTo>
                <a:lnTo>
                  <a:pt x="554" y="1287"/>
                </a:lnTo>
                <a:lnTo>
                  <a:pt x="549" y="1295"/>
                </a:lnTo>
                <a:lnTo>
                  <a:pt x="543" y="1303"/>
                </a:lnTo>
                <a:lnTo>
                  <a:pt x="535" y="1311"/>
                </a:lnTo>
                <a:lnTo>
                  <a:pt x="531" y="1313"/>
                </a:lnTo>
                <a:lnTo>
                  <a:pt x="525" y="1315"/>
                </a:lnTo>
                <a:lnTo>
                  <a:pt x="519" y="1316"/>
                </a:lnTo>
                <a:lnTo>
                  <a:pt x="513" y="1318"/>
                </a:lnTo>
                <a:lnTo>
                  <a:pt x="513" y="1318"/>
                </a:lnTo>
                <a:lnTo>
                  <a:pt x="512" y="1326"/>
                </a:lnTo>
                <a:lnTo>
                  <a:pt x="511" y="1333"/>
                </a:lnTo>
                <a:lnTo>
                  <a:pt x="508" y="1339"/>
                </a:lnTo>
                <a:lnTo>
                  <a:pt x="504" y="1345"/>
                </a:lnTo>
                <a:lnTo>
                  <a:pt x="501" y="1350"/>
                </a:lnTo>
                <a:lnTo>
                  <a:pt x="495" y="1354"/>
                </a:lnTo>
                <a:lnTo>
                  <a:pt x="486" y="1360"/>
                </a:lnTo>
                <a:lnTo>
                  <a:pt x="476" y="1365"/>
                </a:lnTo>
                <a:lnTo>
                  <a:pt x="466" y="1367"/>
                </a:lnTo>
                <a:lnTo>
                  <a:pt x="457" y="1368"/>
                </a:lnTo>
                <a:lnTo>
                  <a:pt x="457" y="1368"/>
                </a:lnTo>
                <a:lnTo>
                  <a:pt x="450" y="1370"/>
                </a:lnTo>
                <a:lnTo>
                  <a:pt x="441" y="1373"/>
                </a:lnTo>
                <a:lnTo>
                  <a:pt x="432" y="1377"/>
                </a:lnTo>
                <a:lnTo>
                  <a:pt x="423" y="1384"/>
                </a:lnTo>
                <a:lnTo>
                  <a:pt x="419" y="1389"/>
                </a:lnTo>
                <a:lnTo>
                  <a:pt x="415" y="1393"/>
                </a:lnTo>
                <a:lnTo>
                  <a:pt x="411" y="1398"/>
                </a:lnTo>
                <a:lnTo>
                  <a:pt x="409" y="1405"/>
                </a:lnTo>
                <a:lnTo>
                  <a:pt x="408" y="1411"/>
                </a:lnTo>
                <a:lnTo>
                  <a:pt x="407" y="1419"/>
                </a:lnTo>
                <a:lnTo>
                  <a:pt x="407" y="1419"/>
                </a:lnTo>
                <a:lnTo>
                  <a:pt x="407" y="1427"/>
                </a:lnTo>
                <a:lnTo>
                  <a:pt x="408" y="1435"/>
                </a:lnTo>
                <a:lnTo>
                  <a:pt x="411" y="1444"/>
                </a:lnTo>
                <a:lnTo>
                  <a:pt x="414" y="1448"/>
                </a:lnTo>
                <a:lnTo>
                  <a:pt x="417" y="1453"/>
                </a:lnTo>
                <a:lnTo>
                  <a:pt x="422" y="1458"/>
                </a:lnTo>
                <a:lnTo>
                  <a:pt x="426" y="1461"/>
                </a:lnTo>
                <a:lnTo>
                  <a:pt x="433" y="1465"/>
                </a:lnTo>
                <a:lnTo>
                  <a:pt x="440" y="1467"/>
                </a:lnTo>
                <a:lnTo>
                  <a:pt x="449" y="1469"/>
                </a:lnTo>
                <a:lnTo>
                  <a:pt x="460" y="1469"/>
                </a:lnTo>
                <a:lnTo>
                  <a:pt x="460" y="1469"/>
                </a:lnTo>
                <a:lnTo>
                  <a:pt x="757" y="1469"/>
                </a:lnTo>
                <a:lnTo>
                  <a:pt x="757" y="1469"/>
                </a:lnTo>
                <a:lnTo>
                  <a:pt x="766" y="1468"/>
                </a:lnTo>
                <a:lnTo>
                  <a:pt x="774" y="1467"/>
                </a:lnTo>
                <a:lnTo>
                  <a:pt x="781" y="1465"/>
                </a:lnTo>
                <a:lnTo>
                  <a:pt x="787" y="1461"/>
                </a:lnTo>
                <a:lnTo>
                  <a:pt x="791" y="1458"/>
                </a:lnTo>
                <a:lnTo>
                  <a:pt x="796" y="1453"/>
                </a:lnTo>
                <a:lnTo>
                  <a:pt x="803" y="1444"/>
                </a:lnTo>
                <a:lnTo>
                  <a:pt x="807" y="1435"/>
                </a:lnTo>
                <a:lnTo>
                  <a:pt x="810" y="1427"/>
                </a:lnTo>
                <a:lnTo>
                  <a:pt x="811" y="1419"/>
                </a:lnTo>
                <a:lnTo>
                  <a:pt x="811" y="1419"/>
                </a:lnTo>
                <a:lnTo>
                  <a:pt x="810" y="1411"/>
                </a:lnTo>
                <a:lnTo>
                  <a:pt x="808" y="1403"/>
                </a:lnTo>
                <a:lnTo>
                  <a:pt x="805" y="1393"/>
                </a:lnTo>
                <a:lnTo>
                  <a:pt x="802" y="1389"/>
                </a:lnTo>
                <a:lnTo>
                  <a:pt x="798" y="1384"/>
                </a:lnTo>
                <a:lnTo>
                  <a:pt x="795" y="1380"/>
                </a:lnTo>
                <a:lnTo>
                  <a:pt x="789" y="1376"/>
                </a:lnTo>
                <a:lnTo>
                  <a:pt x="783" y="1373"/>
                </a:lnTo>
                <a:lnTo>
                  <a:pt x="776" y="1370"/>
                </a:lnTo>
                <a:lnTo>
                  <a:pt x="769" y="1368"/>
                </a:lnTo>
                <a:lnTo>
                  <a:pt x="760" y="1368"/>
                </a:lnTo>
                <a:lnTo>
                  <a:pt x="760" y="1368"/>
                </a:lnTo>
                <a:lnTo>
                  <a:pt x="751" y="1367"/>
                </a:lnTo>
                <a:lnTo>
                  <a:pt x="743" y="1366"/>
                </a:lnTo>
                <a:lnTo>
                  <a:pt x="736" y="1364"/>
                </a:lnTo>
                <a:lnTo>
                  <a:pt x="729" y="1360"/>
                </a:lnTo>
                <a:lnTo>
                  <a:pt x="725" y="1356"/>
                </a:lnTo>
                <a:lnTo>
                  <a:pt x="720" y="1351"/>
                </a:lnTo>
                <a:lnTo>
                  <a:pt x="717" y="1346"/>
                </a:lnTo>
                <a:lnTo>
                  <a:pt x="713" y="1342"/>
                </a:lnTo>
                <a:lnTo>
                  <a:pt x="710" y="1333"/>
                </a:lnTo>
                <a:lnTo>
                  <a:pt x="707" y="1323"/>
                </a:lnTo>
                <a:lnTo>
                  <a:pt x="706" y="1315"/>
                </a:lnTo>
                <a:lnTo>
                  <a:pt x="706" y="1315"/>
                </a:lnTo>
                <a:lnTo>
                  <a:pt x="699" y="1315"/>
                </a:lnTo>
                <a:lnTo>
                  <a:pt x="691" y="1314"/>
                </a:lnTo>
                <a:lnTo>
                  <a:pt x="682" y="1312"/>
                </a:lnTo>
                <a:lnTo>
                  <a:pt x="678" y="1310"/>
                </a:lnTo>
                <a:lnTo>
                  <a:pt x="674" y="1306"/>
                </a:lnTo>
                <a:lnTo>
                  <a:pt x="670" y="1303"/>
                </a:lnTo>
                <a:lnTo>
                  <a:pt x="666" y="1298"/>
                </a:lnTo>
                <a:lnTo>
                  <a:pt x="663" y="1292"/>
                </a:lnTo>
                <a:lnTo>
                  <a:pt x="660" y="1287"/>
                </a:lnTo>
                <a:lnTo>
                  <a:pt x="659" y="1279"/>
                </a:lnTo>
                <a:lnTo>
                  <a:pt x="659" y="1269"/>
                </a:lnTo>
                <a:lnTo>
                  <a:pt x="659" y="1214"/>
                </a:lnTo>
                <a:lnTo>
                  <a:pt x="659" y="1214"/>
                </a:lnTo>
                <a:lnTo>
                  <a:pt x="667" y="1216"/>
                </a:lnTo>
                <a:lnTo>
                  <a:pt x="675" y="1217"/>
                </a:lnTo>
                <a:lnTo>
                  <a:pt x="684" y="1216"/>
                </a:lnTo>
                <a:lnTo>
                  <a:pt x="694" y="1213"/>
                </a:lnTo>
                <a:lnTo>
                  <a:pt x="698" y="1212"/>
                </a:lnTo>
                <a:lnTo>
                  <a:pt x="702" y="1210"/>
                </a:lnTo>
                <a:lnTo>
                  <a:pt x="705" y="1206"/>
                </a:lnTo>
                <a:lnTo>
                  <a:pt x="707" y="1202"/>
                </a:lnTo>
                <a:lnTo>
                  <a:pt x="709" y="1197"/>
                </a:lnTo>
                <a:lnTo>
                  <a:pt x="710" y="1190"/>
                </a:lnTo>
                <a:lnTo>
                  <a:pt x="710" y="1190"/>
                </a:lnTo>
                <a:lnTo>
                  <a:pt x="709" y="1186"/>
                </a:lnTo>
                <a:lnTo>
                  <a:pt x="707" y="1181"/>
                </a:lnTo>
                <a:lnTo>
                  <a:pt x="705" y="1178"/>
                </a:lnTo>
                <a:lnTo>
                  <a:pt x="702" y="1174"/>
                </a:lnTo>
                <a:lnTo>
                  <a:pt x="698" y="1172"/>
                </a:lnTo>
                <a:lnTo>
                  <a:pt x="694" y="1170"/>
                </a:lnTo>
                <a:lnTo>
                  <a:pt x="684" y="1167"/>
                </a:lnTo>
                <a:lnTo>
                  <a:pt x="675" y="1166"/>
                </a:lnTo>
                <a:lnTo>
                  <a:pt x="667" y="1166"/>
                </a:lnTo>
                <a:lnTo>
                  <a:pt x="659" y="1167"/>
                </a:lnTo>
                <a:lnTo>
                  <a:pt x="659" y="1115"/>
                </a:lnTo>
                <a:lnTo>
                  <a:pt x="659" y="1115"/>
                </a:lnTo>
                <a:lnTo>
                  <a:pt x="678" y="1113"/>
                </a:lnTo>
                <a:lnTo>
                  <a:pt x="695" y="1111"/>
                </a:lnTo>
                <a:lnTo>
                  <a:pt x="712" y="1107"/>
                </a:lnTo>
                <a:lnTo>
                  <a:pt x="728" y="1101"/>
                </a:lnTo>
                <a:lnTo>
                  <a:pt x="743" y="1094"/>
                </a:lnTo>
                <a:lnTo>
                  <a:pt x="758" y="1085"/>
                </a:lnTo>
                <a:lnTo>
                  <a:pt x="772" y="1074"/>
                </a:lnTo>
                <a:lnTo>
                  <a:pt x="785" y="1063"/>
                </a:lnTo>
                <a:lnTo>
                  <a:pt x="785" y="1063"/>
                </a:lnTo>
                <a:close/>
                <a:moveTo>
                  <a:pt x="962" y="203"/>
                </a:moveTo>
                <a:lnTo>
                  <a:pt x="962" y="203"/>
                </a:lnTo>
                <a:lnTo>
                  <a:pt x="977" y="202"/>
                </a:lnTo>
                <a:lnTo>
                  <a:pt x="995" y="202"/>
                </a:lnTo>
                <a:lnTo>
                  <a:pt x="1016" y="203"/>
                </a:lnTo>
                <a:lnTo>
                  <a:pt x="1016" y="203"/>
                </a:lnTo>
                <a:lnTo>
                  <a:pt x="1025" y="203"/>
                </a:lnTo>
                <a:lnTo>
                  <a:pt x="1033" y="202"/>
                </a:lnTo>
                <a:lnTo>
                  <a:pt x="1040" y="200"/>
                </a:lnTo>
                <a:lnTo>
                  <a:pt x="1046" y="197"/>
                </a:lnTo>
                <a:lnTo>
                  <a:pt x="1051" y="192"/>
                </a:lnTo>
                <a:lnTo>
                  <a:pt x="1055" y="188"/>
                </a:lnTo>
                <a:lnTo>
                  <a:pt x="1059" y="184"/>
                </a:lnTo>
                <a:lnTo>
                  <a:pt x="1061" y="178"/>
                </a:lnTo>
                <a:lnTo>
                  <a:pt x="1064" y="169"/>
                </a:lnTo>
                <a:lnTo>
                  <a:pt x="1067" y="161"/>
                </a:lnTo>
                <a:lnTo>
                  <a:pt x="1068" y="153"/>
                </a:lnTo>
                <a:lnTo>
                  <a:pt x="1068" y="153"/>
                </a:lnTo>
                <a:lnTo>
                  <a:pt x="1076" y="153"/>
                </a:lnTo>
                <a:lnTo>
                  <a:pt x="1084" y="155"/>
                </a:lnTo>
                <a:lnTo>
                  <a:pt x="1091" y="158"/>
                </a:lnTo>
                <a:lnTo>
                  <a:pt x="1096" y="161"/>
                </a:lnTo>
                <a:lnTo>
                  <a:pt x="1101" y="164"/>
                </a:lnTo>
                <a:lnTo>
                  <a:pt x="1104" y="169"/>
                </a:lnTo>
                <a:lnTo>
                  <a:pt x="1108" y="174"/>
                </a:lnTo>
                <a:lnTo>
                  <a:pt x="1110" y="178"/>
                </a:lnTo>
                <a:lnTo>
                  <a:pt x="1114" y="188"/>
                </a:lnTo>
                <a:lnTo>
                  <a:pt x="1116" y="197"/>
                </a:lnTo>
                <a:lnTo>
                  <a:pt x="1116" y="205"/>
                </a:lnTo>
                <a:lnTo>
                  <a:pt x="1116" y="253"/>
                </a:lnTo>
                <a:lnTo>
                  <a:pt x="1116" y="253"/>
                </a:lnTo>
                <a:lnTo>
                  <a:pt x="1117" y="262"/>
                </a:lnTo>
                <a:lnTo>
                  <a:pt x="1118" y="273"/>
                </a:lnTo>
                <a:lnTo>
                  <a:pt x="1118" y="288"/>
                </a:lnTo>
                <a:lnTo>
                  <a:pt x="1118" y="309"/>
                </a:lnTo>
                <a:lnTo>
                  <a:pt x="1116" y="334"/>
                </a:lnTo>
                <a:lnTo>
                  <a:pt x="1111" y="364"/>
                </a:lnTo>
                <a:lnTo>
                  <a:pt x="1106" y="398"/>
                </a:lnTo>
                <a:lnTo>
                  <a:pt x="1095" y="439"/>
                </a:lnTo>
                <a:lnTo>
                  <a:pt x="1082" y="483"/>
                </a:lnTo>
                <a:lnTo>
                  <a:pt x="1064" y="534"/>
                </a:lnTo>
                <a:lnTo>
                  <a:pt x="1043" y="589"/>
                </a:lnTo>
                <a:lnTo>
                  <a:pt x="1030" y="619"/>
                </a:lnTo>
                <a:lnTo>
                  <a:pt x="1015" y="650"/>
                </a:lnTo>
                <a:lnTo>
                  <a:pt x="1000" y="682"/>
                </a:lnTo>
                <a:lnTo>
                  <a:pt x="983" y="715"/>
                </a:lnTo>
                <a:lnTo>
                  <a:pt x="964" y="751"/>
                </a:lnTo>
                <a:lnTo>
                  <a:pt x="944" y="787"/>
                </a:lnTo>
                <a:lnTo>
                  <a:pt x="922" y="825"/>
                </a:lnTo>
                <a:lnTo>
                  <a:pt x="898" y="864"/>
                </a:lnTo>
                <a:lnTo>
                  <a:pt x="898" y="864"/>
                </a:lnTo>
                <a:lnTo>
                  <a:pt x="909" y="823"/>
                </a:lnTo>
                <a:lnTo>
                  <a:pt x="920" y="782"/>
                </a:lnTo>
                <a:lnTo>
                  <a:pt x="928" y="738"/>
                </a:lnTo>
                <a:lnTo>
                  <a:pt x="936" y="695"/>
                </a:lnTo>
                <a:lnTo>
                  <a:pt x="942" y="650"/>
                </a:lnTo>
                <a:lnTo>
                  <a:pt x="947" y="605"/>
                </a:lnTo>
                <a:lnTo>
                  <a:pt x="952" y="560"/>
                </a:lnTo>
                <a:lnTo>
                  <a:pt x="955" y="516"/>
                </a:lnTo>
                <a:lnTo>
                  <a:pt x="960" y="428"/>
                </a:lnTo>
                <a:lnTo>
                  <a:pt x="962" y="346"/>
                </a:lnTo>
                <a:lnTo>
                  <a:pt x="963" y="270"/>
                </a:lnTo>
                <a:lnTo>
                  <a:pt x="962" y="203"/>
                </a:lnTo>
                <a:lnTo>
                  <a:pt x="962" y="203"/>
                </a:lnTo>
                <a:close/>
                <a:moveTo>
                  <a:pt x="100" y="253"/>
                </a:moveTo>
                <a:lnTo>
                  <a:pt x="100" y="205"/>
                </a:lnTo>
                <a:lnTo>
                  <a:pt x="100" y="205"/>
                </a:lnTo>
                <a:lnTo>
                  <a:pt x="101" y="197"/>
                </a:lnTo>
                <a:lnTo>
                  <a:pt x="104" y="188"/>
                </a:lnTo>
                <a:lnTo>
                  <a:pt x="108" y="178"/>
                </a:lnTo>
                <a:lnTo>
                  <a:pt x="115" y="169"/>
                </a:lnTo>
                <a:lnTo>
                  <a:pt x="120" y="164"/>
                </a:lnTo>
                <a:lnTo>
                  <a:pt x="126" y="161"/>
                </a:lnTo>
                <a:lnTo>
                  <a:pt x="131" y="158"/>
                </a:lnTo>
                <a:lnTo>
                  <a:pt x="138" y="155"/>
                </a:lnTo>
                <a:lnTo>
                  <a:pt x="146" y="153"/>
                </a:lnTo>
                <a:lnTo>
                  <a:pt x="155" y="153"/>
                </a:lnTo>
                <a:lnTo>
                  <a:pt x="155" y="153"/>
                </a:lnTo>
                <a:lnTo>
                  <a:pt x="157" y="161"/>
                </a:lnTo>
                <a:lnTo>
                  <a:pt x="158" y="169"/>
                </a:lnTo>
                <a:lnTo>
                  <a:pt x="162" y="178"/>
                </a:lnTo>
                <a:lnTo>
                  <a:pt x="165" y="184"/>
                </a:lnTo>
                <a:lnTo>
                  <a:pt x="168" y="188"/>
                </a:lnTo>
                <a:lnTo>
                  <a:pt x="171" y="192"/>
                </a:lnTo>
                <a:lnTo>
                  <a:pt x="177" y="197"/>
                </a:lnTo>
                <a:lnTo>
                  <a:pt x="183" y="200"/>
                </a:lnTo>
                <a:lnTo>
                  <a:pt x="190" y="202"/>
                </a:lnTo>
                <a:lnTo>
                  <a:pt x="197" y="203"/>
                </a:lnTo>
                <a:lnTo>
                  <a:pt x="206" y="203"/>
                </a:lnTo>
                <a:lnTo>
                  <a:pt x="256" y="203"/>
                </a:lnTo>
                <a:lnTo>
                  <a:pt x="256" y="203"/>
                </a:lnTo>
                <a:lnTo>
                  <a:pt x="255" y="269"/>
                </a:lnTo>
                <a:lnTo>
                  <a:pt x="255" y="341"/>
                </a:lnTo>
                <a:lnTo>
                  <a:pt x="256" y="380"/>
                </a:lnTo>
                <a:lnTo>
                  <a:pt x="259" y="420"/>
                </a:lnTo>
                <a:lnTo>
                  <a:pt x="261" y="460"/>
                </a:lnTo>
                <a:lnTo>
                  <a:pt x="264" y="503"/>
                </a:lnTo>
                <a:lnTo>
                  <a:pt x="269" y="545"/>
                </a:lnTo>
                <a:lnTo>
                  <a:pt x="276" y="590"/>
                </a:lnTo>
                <a:lnTo>
                  <a:pt x="284" y="635"/>
                </a:lnTo>
                <a:lnTo>
                  <a:pt x="295" y="681"/>
                </a:lnTo>
                <a:lnTo>
                  <a:pt x="308" y="727"/>
                </a:lnTo>
                <a:lnTo>
                  <a:pt x="323" y="774"/>
                </a:lnTo>
                <a:lnTo>
                  <a:pt x="340" y="821"/>
                </a:lnTo>
                <a:lnTo>
                  <a:pt x="361" y="869"/>
                </a:lnTo>
                <a:lnTo>
                  <a:pt x="361" y="869"/>
                </a:lnTo>
                <a:lnTo>
                  <a:pt x="348" y="855"/>
                </a:lnTo>
                <a:lnTo>
                  <a:pt x="317" y="815"/>
                </a:lnTo>
                <a:lnTo>
                  <a:pt x="295" y="786"/>
                </a:lnTo>
                <a:lnTo>
                  <a:pt x="272" y="753"/>
                </a:lnTo>
                <a:lnTo>
                  <a:pt x="247" y="715"/>
                </a:lnTo>
                <a:lnTo>
                  <a:pt x="222" y="674"/>
                </a:lnTo>
                <a:lnTo>
                  <a:pt x="197" y="628"/>
                </a:lnTo>
                <a:lnTo>
                  <a:pt x="173" y="580"/>
                </a:lnTo>
                <a:lnTo>
                  <a:pt x="162" y="555"/>
                </a:lnTo>
                <a:lnTo>
                  <a:pt x="151" y="529"/>
                </a:lnTo>
                <a:lnTo>
                  <a:pt x="141" y="503"/>
                </a:lnTo>
                <a:lnTo>
                  <a:pt x="131" y="477"/>
                </a:lnTo>
                <a:lnTo>
                  <a:pt x="123" y="449"/>
                </a:lnTo>
                <a:lnTo>
                  <a:pt x="116" y="421"/>
                </a:lnTo>
                <a:lnTo>
                  <a:pt x="111" y="394"/>
                </a:lnTo>
                <a:lnTo>
                  <a:pt x="105" y="366"/>
                </a:lnTo>
                <a:lnTo>
                  <a:pt x="101" y="338"/>
                </a:lnTo>
                <a:lnTo>
                  <a:pt x="100" y="310"/>
                </a:lnTo>
                <a:lnTo>
                  <a:pt x="99" y="281"/>
                </a:lnTo>
                <a:lnTo>
                  <a:pt x="100" y="253"/>
                </a:lnTo>
                <a:lnTo>
                  <a:pt x="100" y="253"/>
                </a:lnTo>
                <a:close/>
                <a:moveTo>
                  <a:pt x="328" y="154"/>
                </a:moveTo>
                <a:lnTo>
                  <a:pt x="328" y="154"/>
                </a:lnTo>
                <a:lnTo>
                  <a:pt x="323" y="153"/>
                </a:lnTo>
                <a:lnTo>
                  <a:pt x="318" y="152"/>
                </a:lnTo>
                <a:lnTo>
                  <a:pt x="314" y="149"/>
                </a:lnTo>
                <a:lnTo>
                  <a:pt x="310" y="146"/>
                </a:lnTo>
                <a:lnTo>
                  <a:pt x="307" y="141"/>
                </a:lnTo>
                <a:lnTo>
                  <a:pt x="305" y="137"/>
                </a:lnTo>
                <a:lnTo>
                  <a:pt x="303" y="132"/>
                </a:lnTo>
                <a:lnTo>
                  <a:pt x="302" y="127"/>
                </a:lnTo>
                <a:lnTo>
                  <a:pt x="302" y="127"/>
                </a:lnTo>
                <a:lnTo>
                  <a:pt x="303" y="122"/>
                </a:lnTo>
                <a:lnTo>
                  <a:pt x="305" y="117"/>
                </a:lnTo>
                <a:lnTo>
                  <a:pt x="307" y="113"/>
                </a:lnTo>
                <a:lnTo>
                  <a:pt x="310" y="109"/>
                </a:lnTo>
                <a:lnTo>
                  <a:pt x="314" y="106"/>
                </a:lnTo>
                <a:lnTo>
                  <a:pt x="318" y="104"/>
                </a:lnTo>
                <a:lnTo>
                  <a:pt x="323" y="102"/>
                </a:lnTo>
                <a:lnTo>
                  <a:pt x="328" y="101"/>
                </a:lnTo>
                <a:lnTo>
                  <a:pt x="891" y="101"/>
                </a:lnTo>
                <a:lnTo>
                  <a:pt x="891" y="101"/>
                </a:lnTo>
                <a:lnTo>
                  <a:pt x="897" y="102"/>
                </a:lnTo>
                <a:lnTo>
                  <a:pt x="901" y="104"/>
                </a:lnTo>
                <a:lnTo>
                  <a:pt x="906" y="106"/>
                </a:lnTo>
                <a:lnTo>
                  <a:pt x="909" y="109"/>
                </a:lnTo>
                <a:lnTo>
                  <a:pt x="913" y="113"/>
                </a:lnTo>
                <a:lnTo>
                  <a:pt x="915" y="117"/>
                </a:lnTo>
                <a:lnTo>
                  <a:pt x="916" y="122"/>
                </a:lnTo>
                <a:lnTo>
                  <a:pt x="916" y="127"/>
                </a:lnTo>
                <a:lnTo>
                  <a:pt x="916" y="127"/>
                </a:lnTo>
                <a:lnTo>
                  <a:pt x="916" y="132"/>
                </a:lnTo>
                <a:lnTo>
                  <a:pt x="915" y="137"/>
                </a:lnTo>
                <a:lnTo>
                  <a:pt x="913" y="141"/>
                </a:lnTo>
                <a:lnTo>
                  <a:pt x="909" y="146"/>
                </a:lnTo>
                <a:lnTo>
                  <a:pt x="906" y="149"/>
                </a:lnTo>
                <a:lnTo>
                  <a:pt x="901" y="152"/>
                </a:lnTo>
                <a:lnTo>
                  <a:pt x="897" y="153"/>
                </a:lnTo>
                <a:lnTo>
                  <a:pt x="891" y="154"/>
                </a:lnTo>
                <a:lnTo>
                  <a:pt x="328" y="15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5" name="Freeform 134"/>
          <p:cNvSpPr>
            <a:spLocks noChangeAspect="1" noEditPoints="1"/>
          </p:cNvSpPr>
          <p:nvPr/>
        </p:nvSpPr>
        <p:spPr bwMode="auto">
          <a:xfrm>
            <a:off x="7706196" y="4643665"/>
            <a:ext cx="1080000" cy="916898"/>
          </a:xfrm>
          <a:custGeom>
            <a:avLst/>
            <a:gdLst>
              <a:gd name="T0" fmla="*/ 0 w 1469"/>
              <a:gd name="T1" fmla="*/ 647 h 1246"/>
              <a:gd name="T2" fmla="*/ 728 w 1469"/>
              <a:gd name="T3" fmla="*/ 144 h 1246"/>
              <a:gd name="T4" fmla="*/ 1469 w 1469"/>
              <a:gd name="T5" fmla="*/ 647 h 1246"/>
              <a:gd name="T6" fmla="*/ 200 w 1469"/>
              <a:gd name="T7" fmla="*/ 649 h 1246"/>
              <a:gd name="T8" fmla="*/ 598 w 1469"/>
              <a:gd name="T9" fmla="*/ 1246 h 1246"/>
              <a:gd name="T10" fmla="*/ 597 w 1469"/>
              <a:gd name="T11" fmla="*/ 945 h 1246"/>
              <a:gd name="T12" fmla="*/ 598 w 1469"/>
              <a:gd name="T13" fmla="*/ 930 h 1246"/>
              <a:gd name="T14" fmla="*/ 606 w 1469"/>
              <a:gd name="T15" fmla="*/ 912 h 1246"/>
              <a:gd name="T16" fmla="*/ 614 w 1469"/>
              <a:gd name="T17" fmla="*/ 904 h 1246"/>
              <a:gd name="T18" fmla="*/ 625 w 1469"/>
              <a:gd name="T19" fmla="*/ 898 h 1246"/>
              <a:gd name="T20" fmla="*/ 641 w 1469"/>
              <a:gd name="T21" fmla="*/ 896 h 1246"/>
              <a:gd name="T22" fmla="*/ 794 w 1469"/>
              <a:gd name="T23" fmla="*/ 896 h 1246"/>
              <a:gd name="T24" fmla="*/ 813 w 1469"/>
              <a:gd name="T25" fmla="*/ 898 h 1246"/>
              <a:gd name="T26" fmla="*/ 827 w 1469"/>
              <a:gd name="T27" fmla="*/ 904 h 1246"/>
              <a:gd name="T28" fmla="*/ 836 w 1469"/>
              <a:gd name="T29" fmla="*/ 912 h 1246"/>
              <a:gd name="T30" fmla="*/ 843 w 1469"/>
              <a:gd name="T31" fmla="*/ 921 h 1246"/>
              <a:gd name="T32" fmla="*/ 847 w 1469"/>
              <a:gd name="T33" fmla="*/ 938 h 1246"/>
              <a:gd name="T34" fmla="*/ 847 w 1469"/>
              <a:gd name="T35" fmla="*/ 1245 h 1246"/>
              <a:gd name="T36" fmla="*/ 1243 w 1469"/>
              <a:gd name="T37" fmla="*/ 649 h 1246"/>
              <a:gd name="T38" fmla="*/ 200 w 1469"/>
              <a:gd name="T39" fmla="*/ 649 h 1246"/>
              <a:gd name="T40" fmla="*/ 598 w 1469"/>
              <a:gd name="T41" fmla="*/ 649 h 1246"/>
              <a:gd name="T42" fmla="*/ 698 w 1469"/>
              <a:gd name="T43" fmla="*/ 547 h 1246"/>
              <a:gd name="T44" fmla="*/ 698 w 1469"/>
              <a:gd name="T45" fmla="*/ 499 h 1246"/>
              <a:gd name="T46" fmla="*/ 598 w 1469"/>
              <a:gd name="T47" fmla="*/ 400 h 1246"/>
              <a:gd name="T48" fmla="*/ 698 w 1469"/>
              <a:gd name="T49" fmla="*/ 499 h 1246"/>
              <a:gd name="T50" fmla="*/ 847 w 1469"/>
              <a:gd name="T51" fmla="*/ 400 h 1246"/>
              <a:gd name="T52" fmla="*/ 747 w 1469"/>
              <a:gd name="T53" fmla="*/ 499 h 1246"/>
              <a:gd name="T54" fmla="*/ 747 w 1469"/>
              <a:gd name="T55" fmla="*/ 547 h 1246"/>
              <a:gd name="T56" fmla="*/ 847 w 1469"/>
              <a:gd name="T57" fmla="*/ 649 h 1246"/>
              <a:gd name="T58" fmla="*/ 747 w 1469"/>
              <a:gd name="T59" fmla="*/ 547 h 1246"/>
              <a:gd name="T60" fmla="*/ 1096 w 1469"/>
              <a:gd name="T61" fmla="*/ 51 h 1246"/>
              <a:gd name="T62" fmla="*/ 1243 w 1469"/>
              <a:gd name="T63" fmla="*/ 347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69" h="1246">
                <a:moveTo>
                  <a:pt x="732" y="0"/>
                </a:moveTo>
                <a:lnTo>
                  <a:pt x="0" y="647"/>
                </a:lnTo>
                <a:lnTo>
                  <a:pt x="147" y="647"/>
                </a:lnTo>
                <a:lnTo>
                  <a:pt x="728" y="144"/>
                </a:lnTo>
                <a:lnTo>
                  <a:pt x="1297" y="647"/>
                </a:lnTo>
                <a:lnTo>
                  <a:pt x="1469" y="647"/>
                </a:lnTo>
                <a:lnTo>
                  <a:pt x="732" y="0"/>
                </a:lnTo>
                <a:close/>
                <a:moveTo>
                  <a:pt x="200" y="649"/>
                </a:moveTo>
                <a:lnTo>
                  <a:pt x="200" y="1246"/>
                </a:lnTo>
                <a:lnTo>
                  <a:pt x="598" y="1246"/>
                </a:lnTo>
                <a:lnTo>
                  <a:pt x="597" y="945"/>
                </a:lnTo>
                <a:lnTo>
                  <a:pt x="597" y="945"/>
                </a:lnTo>
                <a:lnTo>
                  <a:pt x="597" y="938"/>
                </a:lnTo>
                <a:lnTo>
                  <a:pt x="598" y="930"/>
                </a:lnTo>
                <a:lnTo>
                  <a:pt x="602" y="921"/>
                </a:lnTo>
                <a:lnTo>
                  <a:pt x="606" y="912"/>
                </a:lnTo>
                <a:lnTo>
                  <a:pt x="610" y="907"/>
                </a:lnTo>
                <a:lnTo>
                  <a:pt x="614" y="904"/>
                </a:lnTo>
                <a:lnTo>
                  <a:pt x="619" y="900"/>
                </a:lnTo>
                <a:lnTo>
                  <a:pt x="625" y="898"/>
                </a:lnTo>
                <a:lnTo>
                  <a:pt x="633" y="897"/>
                </a:lnTo>
                <a:lnTo>
                  <a:pt x="641" y="896"/>
                </a:lnTo>
                <a:lnTo>
                  <a:pt x="794" y="896"/>
                </a:lnTo>
                <a:lnTo>
                  <a:pt x="794" y="896"/>
                </a:lnTo>
                <a:lnTo>
                  <a:pt x="805" y="897"/>
                </a:lnTo>
                <a:lnTo>
                  <a:pt x="813" y="898"/>
                </a:lnTo>
                <a:lnTo>
                  <a:pt x="821" y="900"/>
                </a:lnTo>
                <a:lnTo>
                  <a:pt x="827" y="904"/>
                </a:lnTo>
                <a:lnTo>
                  <a:pt x="832" y="907"/>
                </a:lnTo>
                <a:lnTo>
                  <a:pt x="836" y="912"/>
                </a:lnTo>
                <a:lnTo>
                  <a:pt x="839" y="916"/>
                </a:lnTo>
                <a:lnTo>
                  <a:pt x="843" y="921"/>
                </a:lnTo>
                <a:lnTo>
                  <a:pt x="846" y="930"/>
                </a:lnTo>
                <a:lnTo>
                  <a:pt x="847" y="938"/>
                </a:lnTo>
                <a:lnTo>
                  <a:pt x="847" y="945"/>
                </a:lnTo>
                <a:lnTo>
                  <a:pt x="847" y="1245"/>
                </a:lnTo>
                <a:lnTo>
                  <a:pt x="1243" y="1245"/>
                </a:lnTo>
                <a:lnTo>
                  <a:pt x="1243" y="649"/>
                </a:lnTo>
                <a:lnTo>
                  <a:pt x="726" y="198"/>
                </a:lnTo>
                <a:lnTo>
                  <a:pt x="200" y="649"/>
                </a:lnTo>
                <a:close/>
                <a:moveTo>
                  <a:pt x="698" y="649"/>
                </a:moveTo>
                <a:lnTo>
                  <a:pt x="598" y="649"/>
                </a:lnTo>
                <a:lnTo>
                  <a:pt x="598" y="547"/>
                </a:lnTo>
                <a:lnTo>
                  <a:pt x="698" y="547"/>
                </a:lnTo>
                <a:lnTo>
                  <a:pt x="698" y="649"/>
                </a:lnTo>
                <a:close/>
                <a:moveTo>
                  <a:pt x="698" y="499"/>
                </a:moveTo>
                <a:lnTo>
                  <a:pt x="598" y="499"/>
                </a:lnTo>
                <a:lnTo>
                  <a:pt x="598" y="400"/>
                </a:lnTo>
                <a:lnTo>
                  <a:pt x="698" y="400"/>
                </a:lnTo>
                <a:lnTo>
                  <a:pt x="698" y="499"/>
                </a:lnTo>
                <a:close/>
                <a:moveTo>
                  <a:pt x="747" y="400"/>
                </a:moveTo>
                <a:lnTo>
                  <a:pt x="847" y="400"/>
                </a:lnTo>
                <a:lnTo>
                  <a:pt x="847" y="499"/>
                </a:lnTo>
                <a:lnTo>
                  <a:pt x="747" y="499"/>
                </a:lnTo>
                <a:lnTo>
                  <a:pt x="747" y="400"/>
                </a:lnTo>
                <a:close/>
                <a:moveTo>
                  <a:pt x="747" y="547"/>
                </a:moveTo>
                <a:lnTo>
                  <a:pt x="847" y="547"/>
                </a:lnTo>
                <a:lnTo>
                  <a:pt x="847" y="649"/>
                </a:lnTo>
                <a:lnTo>
                  <a:pt x="747" y="649"/>
                </a:lnTo>
                <a:lnTo>
                  <a:pt x="747" y="547"/>
                </a:lnTo>
                <a:close/>
                <a:moveTo>
                  <a:pt x="1243" y="51"/>
                </a:moveTo>
                <a:lnTo>
                  <a:pt x="1096" y="51"/>
                </a:lnTo>
                <a:lnTo>
                  <a:pt x="1096" y="226"/>
                </a:lnTo>
                <a:lnTo>
                  <a:pt x="1243" y="347"/>
                </a:lnTo>
                <a:lnTo>
                  <a:pt x="1243" y="5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6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Magnifying Glass</a:t>
            </a:r>
          </a:p>
        </p:txBody>
      </p:sp>
      <p:sp>
        <p:nvSpPr>
          <p:cNvPr id="137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Magnifying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Glass 2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8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Trashcan</a:t>
            </a:r>
          </a:p>
        </p:txBody>
      </p:sp>
      <p:sp>
        <p:nvSpPr>
          <p:cNvPr id="139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Trashcan 2</a:t>
            </a:r>
          </a:p>
        </p:txBody>
      </p:sp>
      <p:sp>
        <p:nvSpPr>
          <p:cNvPr id="140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Presentation</a:t>
            </a:r>
          </a:p>
        </p:txBody>
      </p:sp>
      <p:sp>
        <p:nvSpPr>
          <p:cNvPr id="141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Download to Computer</a:t>
            </a:r>
          </a:p>
        </p:txBody>
      </p:sp>
      <p:sp>
        <p:nvSpPr>
          <p:cNvPr id="142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Download</a:t>
            </a:r>
          </a:p>
        </p:txBody>
      </p:sp>
      <p:sp>
        <p:nvSpPr>
          <p:cNvPr id="143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Upload</a:t>
            </a:r>
          </a:p>
        </p:txBody>
      </p:sp>
      <p:sp>
        <p:nvSpPr>
          <p:cNvPr id="144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Flag</a:t>
            </a:r>
          </a:p>
        </p:txBody>
      </p:sp>
      <p:sp>
        <p:nvSpPr>
          <p:cNvPr id="145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Flag 2</a:t>
            </a:r>
          </a:p>
        </p:txBody>
      </p:sp>
      <p:sp>
        <p:nvSpPr>
          <p:cNvPr id="146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Finish Flag</a:t>
            </a:r>
          </a:p>
        </p:txBody>
      </p:sp>
      <p:sp>
        <p:nvSpPr>
          <p:cNvPr id="147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Finish Banner</a:t>
            </a:r>
          </a:p>
        </p:txBody>
      </p:sp>
      <p:sp>
        <p:nvSpPr>
          <p:cNvPr id="148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Winner Podium</a:t>
            </a:r>
          </a:p>
        </p:txBody>
      </p:sp>
      <p:sp>
        <p:nvSpPr>
          <p:cNvPr id="149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Cup</a:t>
            </a:r>
          </a:p>
        </p:txBody>
      </p:sp>
      <p:sp>
        <p:nvSpPr>
          <p:cNvPr id="150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92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dirty="0" err="1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lang="en-US" altLang="ja-JP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#2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1" name="Freeform 5"/>
          <p:cNvSpPr>
            <a:spLocks noChangeAspect="1" noEditPoints="1"/>
          </p:cNvSpPr>
          <p:nvPr/>
        </p:nvSpPr>
        <p:spPr bwMode="auto">
          <a:xfrm>
            <a:off x="1100572" y="1318609"/>
            <a:ext cx="1080000" cy="978153"/>
          </a:xfrm>
          <a:custGeom>
            <a:avLst/>
            <a:gdLst>
              <a:gd name="T0" fmla="*/ 884 w 1529"/>
              <a:gd name="T1" fmla="*/ 942 h 1385"/>
              <a:gd name="T2" fmla="*/ 1384 w 1529"/>
              <a:gd name="T3" fmla="*/ 500 h 1385"/>
              <a:gd name="T4" fmla="*/ 159 w 1529"/>
              <a:gd name="T5" fmla="*/ 502 h 1385"/>
              <a:gd name="T6" fmla="*/ 133 w 1529"/>
              <a:gd name="T7" fmla="*/ 511 h 1385"/>
              <a:gd name="T8" fmla="*/ 120 w 1529"/>
              <a:gd name="T9" fmla="*/ 524 h 1385"/>
              <a:gd name="T10" fmla="*/ 112 w 1529"/>
              <a:gd name="T11" fmla="*/ 546 h 1385"/>
              <a:gd name="T12" fmla="*/ 112 w 1529"/>
              <a:gd name="T13" fmla="*/ 1330 h 1385"/>
              <a:gd name="T14" fmla="*/ 118 w 1529"/>
              <a:gd name="T15" fmla="*/ 1357 h 1385"/>
              <a:gd name="T16" fmla="*/ 129 w 1529"/>
              <a:gd name="T17" fmla="*/ 1373 h 1385"/>
              <a:gd name="T18" fmla="*/ 148 w 1529"/>
              <a:gd name="T19" fmla="*/ 1382 h 1385"/>
              <a:gd name="T20" fmla="*/ 167 w 1529"/>
              <a:gd name="T21" fmla="*/ 1385 h 1385"/>
              <a:gd name="T22" fmla="*/ 608 w 1529"/>
              <a:gd name="T23" fmla="*/ 945 h 1385"/>
              <a:gd name="T24" fmla="*/ 613 w 1529"/>
              <a:gd name="T25" fmla="*/ 915 h 1385"/>
              <a:gd name="T26" fmla="*/ 623 w 1529"/>
              <a:gd name="T27" fmla="*/ 899 h 1385"/>
              <a:gd name="T28" fmla="*/ 644 w 1529"/>
              <a:gd name="T29" fmla="*/ 889 h 1385"/>
              <a:gd name="T30" fmla="*/ 880 w 1529"/>
              <a:gd name="T31" fmla="*/ 885 h 1385"/>
              <a:gd name="T32" fmla="*/ 899 w 1529"/>
              <a:gd name="T33" fmla="*/ 889 h 1385"/>
              <a:gd name="T34" fmla="*/ 921 w 1529"/>
              <a:gd name="T35" fmla="*/ 901 h 1385"/>
              <a:gd name="T36" fmla="*/ 934 w 1529"/>
              <a:gd name="T37" fmla="*/ 917 h 1385"/>
              <a:gd name="T38" fmla="*/ 939 w 1529"/>
              <a:gd name="T39" fmla="*/ 945 h 1385"/>
              <a:gd name="T40" fmla="*/ 1376 w 1529"/>
              <a:gd name="T41" fmla="*/ 1383 h 1385"/>
              <a:gd name="T42" fmla="*/ 1394 w 1529"/>
              <a:gd name="T43" fmla="*/ 1381 h 1385"/>
              <a:gd name="T44" fmla="*/ 1415 w 1529"/>
              <a:gd name="T45" fmla="*/ 1370 h 1385"/>
              <a:gd name="T46" fmla="*/ 1431 w 1529"/>
              <a:gd name="T47" fmla="*/ 1344 h 1385"/>
              <a:gd name="T48" fmla="*/ 1436 w 1529"/>
              <a:gd name="T49" fmla="*/ 554 h 1385"/>
              <a:gd name="T50" fmla="*/ 1435 w 1529"/>
              <a:gd name="T51" fmla="*/ 537 h 1385"/>
              <a:gd name="T52" fmla="*/ 1425 w 1529"/>
              <a:gd name="T53" fmla="*/ 517 h 1385"/>
              <a:gd name="T54" fmla="*/ 1409 w 1529"/>
              <a:gd name="T55" fmla="*/ 505 h 1385"/>
              <a:gd name="T56" fmla="*/ 1384 w 1529"/>
              <a:gd name="T57" fmla="*/ 500 h 1385"/>
              <a:gd name="T58" fmla="*/ 219 w 1529"/>
              <a:gd name="T59" fmla="*/ 1164 h 1385"/>
              <a:gd name="T60" fmla="*/ 331 w 1529"/>
              <a:gd name="T61" fmla="*/ 1164 h 1385"/>
              <a:gd name="T62" fmla="*/ 219 w 1529"/>
              <a:gd name="T63" fmla="*/ 888 h 1385"/>
              <a:gd name="T64" fmla="*/ 497 w 1529"/>
              <a:gd name="T65" fmla="*/ 1164 h 1385"/>
              <a:gd name="T66" fmla="*/ 497 w 1529"/>
              <a:gd name="T67" fmla="*/ 1054 h 1385"/>
              <a:gd name="T68" fmla="*/ 386 w 1529"/>
              <a:gd name="T69" fmla="*/ 997 h 1385"/>
              <a:gd name="T70" fmla="*/ 497 w 1529"/>
              <a:gd name="T71" fmla="*/ 997 h 1385"/>
              <a:gd name="T72" fmla="*/ 1049 w 1529"/>
              <a:gd name="T73" fmla="*/ 1054 h 1385"/>
              <a:gd name="T74" fmla="*/ 1160 w 1529"/>
              <a:gd name="T75" fmla="*/ 997 h 1385"/>
              <a:gd name="T76" fmla="*/ 1160 w 1529"/>
              <a:gd name="T77" fmla="*/ 888 h 1385"/>
              <a:gd name="T78" fmla="*/ 1215 w 1529"/>
              <a:gd name="T79" fmla="*/ 1164 h 1385"/>
              <a:gd name="T80" fmla="*/ 1326 w 1529"/>
              <a:gd name="T81" fmla="*/ 1164 h 1385"/>
              <a:gd name="T82" fmla="*/ 1215 w 1529"/>
              <a:gd name="T83" fmla="*/ 888 h 1385"/>
              <a:gd name="T84" fmla="*/ 1268 w 1529"/>
              <a:gd name="T85" fmla="*/ 276 h 1385"/>
              <a:gd name="T86" fmla="*/ 1165 w 1529"/>
              <a:gd name="T87" fmla="*/ 113 h 1385"/>
              <a:gd name="T88" fmla="*/ 990 w 1529"/>
              <a:gd name="T89" fmla="*/ 113 h 1385"/>
              <a:gd name="T90" fmla="*/ 0 w 1529"/>
              <a:gd name="T91" fmla="*/ 445 h 1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529" h="1385">
                <a:moveTo>
                  <a:pt x="664" y="1385"/>
                </a:moveTo>
                <a:lnTo>
                  <a:pt x="884" y="1385"/>
                </a:lnTo>
                <a:lnTo>
                  <a:pt x="884" y="942"/>
                </a:lnTo>
                <a:lnTo>
                  <a:pt x="664" y="942"/>
                </a:lnTo>
                <a:lnTo>
                  <a:pt x="664" y="1385"/>
                </a:lnTo>
                <a:close/>
                <a:moveTo>
                  <a:pt x="1384" y="500"/>
                </a:moveTo>
                <a:lnTo>
                  <a:pt x="167" y="500"/>
                </a:lnTo>
                <a:lnTo>
                  <a:pt x="167" y="500"/>
                </a:lnTo>
                <a:lnTo>
                  <a:pt x="159" y="502"/>
                </a:lnTo>
                <a:lnTo>
                  <a:pt x="149" y="504"/>
                </a:lnTo>
                <a:lnTo>
                  <a:pt x="139" y="508"/>
                </a:lnTo>
                <a:lnTo>
                  <a:pt x="133" y="511"/>
                </a:lnTo>
                <a:lnTo>
                  <a:pt x="129" y="515"/>
                </a:lnTo>
                <a:lnTo>
                  <a:pt x="124" y="519"/>
                </a:lnTo>
                <a:lnTo>
                  <a:pt x="120" y="524"/>
                </a:lnTo>
                <a:lnTo>
                  <a:pt x="117" y="530"/>
                </a:lnTo>
                <a:lnTo>
                  <a:pt x="114" y="537"/>
                </a:lnTo>
                <a:lnTo>
                  <a:pt x="112" y="546"/>
                </a:lnTo>
                <a:lnTo>
                  <a:pt x="112" y="555"/>
                </a:lnTo>
                <a:lnTo>
                  <a:pt x="112" y="1330"/>
                </a:lnTo>
                <a:lnTo>
                  <a:pt x="112" y="1330"/>
                </a:lnTo>
                <a:lnTo>
                  <a:pt x="112" y="1338"/>
                </a:lnTo>
                <a:lnTo>
                  <a:pt x="113" y="1348"/>
                </a:lnTo>
                <a:lnTo>
                  <a:pt x="118" y="1357"/>
                </a:lnTo>
                <a:lnTo>
                  <a:pt x="120" y="1363"/>
                </a:lnTo>
                <a:lnTo>
                  <a:pt x="124" y="1368"/>
                </a:lnTo>
                <a:lnTo>
                  <a:pt x="129" y="1373"/>
                </a:lnTo>
                <a:lnTo>
                  <a:pt x="133" y="1376"/>
                </a:lnTo>
                <a:lnTo>
                  <a:pt x="141" y="1380"/>
                </a:lnTo>
                <a:lnTo>
                  <a:pt x="148" y="1382"/>
                </a:lnTo>
                <a:lnTo>
                  <a:pt x="156" y="1385"/>
                </a:lnTo>
                <a:lnTo>
                  <a:pt x="167" y="1385"/>
                </a:lnTo>
                <a:lnTo>
                  <a:pt x="167" y="1385"/>
                </a:lnTo>
                <a:lnTo>
                  <a:pt x="607" y="1385"/>
                </a:lnTo>
                <a:lnTo>
                  <a:pt x="608" y="945"/>
                </a:lnTo>
                <a:lnTo>
                  <a:pt x="608" y="945"/>
                </a:lnTo>
                <a:lnTo>
                  <a:pt x="608" y="935"/>
                </a:lnTo>
                <a:lnTo>
                  <a:pt x="609" y="926"/>
                </a:lnTo>
                <a:lnTo>
                  <a:pt x="613" y="915"/>
                </a:lnTo>
                <a:lnTo>
                  <a:pt x="616" y="909"/>
                </a:lnTo>
                <a:lnTo>
                  <a:pt x="620" y="904"/>
                </a:lnTo>
                <a:lnTo>
                  <a:pt x="623" y="899"/>
                </a:lnTo>
                <a:lnTo>
                  <a:pt x="629" y="895"/>
                </a:lnTo>
                <a:lnTo>
                  <a:pt x="635" y="891"/>
                </a:lnTo>
                <a:lnTo>
                  <a:pt x="644" y="889"/>
                </a:lnTo>
                <a:lnTo>
                  <a:pt x="652" y="886"/>
                </a:lnTo>
                <a:lnTo>
                  <a:pt x="663" y="885"/>
                </a:lnTo>
                <a:lnTo>
                  <a:pt x="880" y="885"/>
                </a:lnTo>
                <a:lnTo>
                  <a:pt x="880" y="885"/>
                </a:lnTo>
                <a:lnTo>
                  <a:pt x="890" y="886"/>
                </a:lnTo>
                <a:lnTo>
                  <a:pt x="899" y="889"/>
                </a:lnTo>
                <a:lnTo>
                  <a:pt x="910" y="893"/>
                </a:lnTo>
                <a:lnTo>
                  <a:pt x="915" y="897"/>
                </a:lnTo>
                <a:lnTo>
                  <a:pt x="921" y="901"/>
                </a:lnTo>
                <a:lnTo>
                  <a:pt x="926" y="905"/>
                </a:lnTo>
                <a:lnTo>
                  <a:pt x="931" y="911"/>
                </a:lnTo>
                <a:lnTo>
                  <a:pt x="934" y="917"/>
                </a:lnTo>
                <a:lnTo>
                  <a:pt x="937" y="926"/>
                </a:lnTo>
                <a:lnTo>
                  <a:pt x="939" y="934"/>
                </a:lnTo>
                <a:lnTo>
                  <a:pt x="939" y="945"/>
                </a:lnTo>
                <a:lnTo>
                  <a:pt x="941" y="1383"/>
                </a:lnTo>
                <a:lnTo>
                  <a:pt x="941" y="1383"/>
                </a:lnTo>
                <a:lnTo>
                  <a:pt x="1376" y="1383"/>
                </a:lnTo>
                <a:lnTo>
                  <a:pt x="1376" y="1383"/>
                </a:lnTo>
                <a:lnTo>
                  <a:pt x="1386" y="1382"/>
                </a:lnTo>
                <a:lnTo>
                  <a:pt x="1394" y="1381"/>
                </a:lnTo>
                <a:lnTo>
                  <a:pt x="1403" y="1379"/>
                </a:lnTo>
                <a:lnTo>
                  <a:pt x="1409" y="1374"/>
                </a:lnTo>
                <a:lnTo>
                  <a:pt x="1415" y="1370"/>
                </a:lnTo>
                <a:lnTo>
                  <a:pt x="1419" y="1365"/>
                </a:lnTo>
                <a:lnTo>
                  <a:pt x="1427" y="1355"/>
                </a:lnTo>
                <a:lnTo>
                  <a:pt x="1431" y="1344"/>
                </a:lnTo>
                <a:lnTo>
                  <a:pt x="1435" y="1334"/>
                </a:lnTo>
                <a:lnTo>
                  <a:pt x="1436" y="1325"/>
                </a:lnTo>
                <a:lnTo>
                  <a:pt x="1436" y="554"/>
                </a:lnTo>
                <a:lnTo>
                  <a:pt x="1436" y="554"/>
                </a:lnTo>
                <a:lnTo>
                  <a:pt x="1436" y="546"/>
                </a:lnTo>
                <a:lnTo>
                  <a:pt x="1435" y="537"/>
                </a:lnTo>
                <a:lnTo>
                  <a:pt x="1431" y="527"/>
                </a:lnTo>
                <a:lnTo>
                  <a:pt x="1429" y="522"/>
                </a:lnTo>
                <a:lnTo>
                  <a:pt x="1425" y="517"/>
                </a:lnTo>
                <a:lnTo>
                  <a:pt x="1421" y="512"/>
                </a:lnTo>
                <a:lnTo>
                  <a:pt x="1416" y="509"/>
                </a:lnTo>
                <a:lnTo>
                  <a:pt x="1409" y="505"/>
                </a:lnTo>
                <a:lnTo>
                  <a:pt x="1401" y="503"/>
                </a:lnTo>
                <a:lnTo>
                  <a:pt x="1393" y="500"/>
                </a:lnTo>
                <a:lnTo>
                  <a:pt x="1384" y="500"/>
                </a:lnTo>
                <a:lnTo>
                  <a:pt x="1384" y="500"/>
                </a:lnTo>
                <a:close/>
                <a:moveTo>
                  <a:pt x="331" y="1164"/>
                </a:moveTo>
                <a:lnTo>
                  <a:pt x="219" y="1164"/>
                </a:lnTo>
                <a:lnTo>
                  <a:pt x="219" y="1054"/>
                </a:lnTo>
                <a:lnTo>
                  <a:pt x="331" y="1054"/>
                </a:lnTo>
                <a:lnTo>
                  <a:pt x="331" y="1164"/>
                </a:lnTo>
                <a:close/>
                <a:moveTo>
                  <a:pt x="331" y="997"/>
                </a:moveTo>
                <a:lnTo>
                  <a:pt x="219" y="997"/>
                </a:lnTo>
                <a:lnTo>
                  <a:pt x="219" y="888"/>
                </a:lnTo>
                <a:lnTo>
                  <a:pt x="331" y="888"/>
                </a:lnTo>
                <a:lnTo>
                  <a:pt x="331" y="997"/>
                </a:lnTo>
                <a:close/>
                <a:moveTo>
                  <a:pt x="497" y="1164"/>
                </a:moveTo>
                <a:lnTo>
                  <a:pt x="386" y="1164"/>
                </a:lnTo>
                <a:lnTo>
                  <a:pt x="386" y="1054"/>
                </a:lnTo>
                <a:lnTo>
                  <a:pt x="497" y="1054"/>
                </a:lnTo>
                <a:lnTo>
                  <a:pt x="497" y="1164"/>
                </a:lnTo>
                <a:close/>
                <a:moveTo>
                  <a:pt x="497" y="997"/>
                </a:moveTo>
                <a:lnTo>
                  <a:pt x="386" y="997"/>
                </a:lnTo>
                <a:lnTo>
                  <a:pt x="386" y="888"/>
                </a:lnTo>
                <a:lnTo>
                  <a:pt x="497" y="888"/>
                </a:lnTo>
                <a:lnTo>
                  <a:pt x="497" y="997"/>
                </a:lnTo>
                <a:close/>
                <a:moveTo>
                  <a:pt x="1160" y="1164"/>
                </a:moveTo>
                <a:lnTo>
                  <a:pt x="1049" y="1164"/>
                </a:lnTo>
                <a:lnTo>
                  <a:pt x="1049" y="1054"/>
                </a:lnTo>
                <a:lnTo>
                  <a:pt x="1160" y="1054"/>
                </a:lnTo>
                <a:lnTo>
                  <a:pt x="1160" y="1164"/>
                </a:lnTo>
                <a:close/>
                <a:moveTo>
                  <a:pt x="1160" y="997"/>
                </a:moveTo>
                <a:lnTo>
                  <a:pt x="1049" y="997"/>
                </a:lnTo>
                <a:lnTo>
                  <a:pt x="1049" y="888"/>
                </a:lnTo>
                <a:lnTo>
                  <a:pt x="1160" y="888"/>
                </a:lnTo>
                <a:lnTo>
                  <a:pt x="1160" y="997"/>
                </a:lnTo>
                <a:close/>
                <a:moveTo>
                  <a:pt x="1326" y="1164"/>
                </a:moveTo>
                <a:lnTo>
                  <a:pt x="1215" y="1164"/>
                </a:lnTo>
                <a:lnTo>
                  <a:pt x="1215" y="1054"/>
                </a:lnTo>
                <a:lnTo>
                  <a:pt x="1326" y="1054"/>
                </a:lnTo>
                <a:lnTo>
                  <a:pt x="1326" y="1164"/>
                </a:lnTo>
                <a:close/>
                <a:moveTo>
                  <a:pt x="1326" y="997"/>
                </a:moveTo>
                <a:lnTo>
                  <a:pt x="1215" y="997"/>
                </a:lnTo>
                <a:lnTo>
                  <a:pt x="1215" y="888"/>
                </a:lnTo>
                <a:lnTo>
                  <a:pt x="1326" y="888"/>
                </a:lnTo>
                <a:lnTo>
                  <a:pt x="1326" y="997"/>
                </a:lnTo>
                <a:close/>
                <a:moveTo>
                  <a:pt x="1268" y="276"/>
                </a:moveTo>
                <a:lnTo>
                  <a:pt x="1266" y="112"/>
                </a:lnTo>
                <a:lnTo>
                  <a:pt x="1266" y="112"/>
                </a:lnTo>
                <a:lnTo>
                  <a:pt x="1165" y="113"/>
                </a:lnTo>
                <a:lnTo>
                  <a:pt x="1074" y="114"/>
                </a:lnTo>
                <a:lnTo>
                  <a:pt x="990" y="113"/>
                </a:lnTo>
                <a:lnTo>
                  <a:pt x="990" y="113"/>
                </a:lnTo>
                <a:lnTo>
                  <a:pt x="858" y="32"/>
                </a:lnTo>
                <a:lnTo>
                  <a:pt x="804" y="0"/>
                </a:lnTo>
                <a:lnTo>
                  <a:pt x="0" y="445"/>
                </a:lnTo>
                <a:lnTo>
                  <a:pt x="1529" y="445"/>
                </a:lnTo>
                <a:lnTo>
                  <a:pt x="1268" y="2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2754755" y="1267686"/>
            <a:ext cx="1082121" cy="1080000"/>
          </a:xfrm>
          <a:custGeom>
            <a:avLst/>
            <a:gdLst>
              <a:gd name="T0" fmla="*/ 677 w 1530"/>
              <a:gd name="T1" fmla="*/ 1098 h 1529"/>
              <a:gd name="T2" fmla="*/ 490 w 1530"/>
              <a:gd name="T3" fmla="*/ 1306 h 1529"/>
              <a:gd name="T4" fmla="*/ 434 w 1530"/>
              <a:gd name="T5" fmla="*/ 1336 h 1529"/>
              <a:gd name="T6" fmla="*/ 372 w 1530"/>
              <a:gd name="T7" fmla="*/ 1330 h 1529"/>
              <a:gd name="T8" fmla="*/ 220 w 1530"/>
              <a:gd name="T9" fmla="*/ 1190 h 1529"/>
              <a:gd name="T10" fmla="*/ 189 w 1530"/>
              <a:gd name="T11" fmla="*/ 1134 h 1529"/>
              <a:gd name="T12" fmla="*/ 195 w 1530"/>
              <a:gd name="T13" fmla="*/ 1072 h 1529"/>
              <a:gd name="T14" fmla="*/ 374 w 1530"/>
              <a:gd name="T15" fmla="*/ 880 h 1529"/>
              <a:gd name="T16" fmla="*/ 457 w 1530"/>
              <a:gd name="T17" fmla="*/ 843 h 1529"/>
              <a:gd name="T18" fmla="*/ 572 w 1530"/>
              <a:gd name="T19" fmla="*/ 698 h 1529"/>
              <a:gd name="T20" fmla="*/ 452 w 1530"/>
              <a:gd name="T21" fmla="*/ 662 h 1529"/>
              <a:gd name="T22" fmla="*/ 331 w 1530"/>
              <a:gd name="T23" fmla="*/ 698 h 1529"/>
              <a:gd name="T24" fmla="*/ 37 w 1530"/>
              <a:gd name="T25" fmla="*/ 993 h 1529"/>
              <a:gd name="T26" fmla="*/ 0 w 1530"/>
              <a:gd name="T27" fmla="*/ 1112 h 1529"/>
              <a:gd name="T28" fmla="*/ 37 w 1530"/>
              <a:gd name="T29" fmla="*/ 1233 h 1529"/>
              <a:gd name="T30" fmla="*/ 293 w 1530"/>
              <a:gd name="T31" fmla="*/ 1493 h 1529"/>
              <a:gd name="T32" fmla="*/ 413 w 1530"/>
              <a:gd name="T33" fmla="*/ 1529 h 1529"/>
              <a:gd name="T34" fmla="*/ 533 w 1530"/>
              <a:gd name="T35" fmla="*/ 1493 h 1529"/>
              <a:gd name="T36" fmla="*/ 837 w 1530"/>
              <a:gd name="T37" fmla="*/ 1190 h 1529"/>
              <a:gd name="T38" fmla="*/ 873 w 1530"/>
              <a:gd name="T39" fmla="*/ 1069 h 1529"/>
              <a:gd name="T40" fmla="*/ 837 w 1530"/>
              <a:gd name="T41" fmla="*/ 948 h 1529"/>
              <a:gd name="T42" fmla="*/ 1264 w 1530"/>
              <a:gd name="T43" fmla="*/ 64 h 1529"/>
              <a:gd name="T44" fmla="*/ 1151 w 1530"/>
              <a:gd name="T45" fmla="*/ 3 h 1529"/>
              <a:gd name="T46" fmla="*/ 1027 w 1530"/>
              <a:gd name="T47" fmla="*/ 15 h 1529"/>
              <a:gd name="T48" fmla="*/ 722 w 1530"/>
              <a:gd name="T49" fmla="*/ 301 h 1529"/>
              <a:gd name="T50" fmla="*/ 662 w 1530"/>
              <a:gd name="T51" fmla="*/ 413 h 1529"/>
              <a:gd name="T52" fmla="*/ 674 w 1530"/>
              <a:gd name="T53" fmla="*/ 537 h 1529"/>
              <a:gd name="T54" fmla="*/ 844 w 1530"/>
              <a:gd name="T55" fmla="*/ 490 h 1529"/>
              <a:gd name="T56" fmla="*/ 857 w 1530"/>
              <a:gd name="T57" fmla="*/ 402 h 1529"/>
              <a:gd name="T58" fmla="*/ 1050 w 1530"/>
              <a:gd name="T59" fmla="*/ 209 h 1529"/>
              <a:gd name="T60" fmla="*/ 1109 w 1530"/>
              <a:gd name="T61" fmla="*/ 191 h 1529"/>
              <a:gd name="T62" fmla="*/ 1169 w 1530"/>
              <a:gd name="T63" fmla="*/ 209 h 1529"/>
              <a:gd name="T64" fmla="*/ 1316 w 1530"/>
              <a:gd name="T65" fmla="*/ 356 h 1529"/>
              <a:gd name="T66" fmla="*/ 1335 w 1530"/>
              <a:gd name="T67" fmla="*/ 417 h 1529"/>
              <a:gd name="T68" fmla="*/ 1316 w 1530"/>
              <a:gd name="T69" fmla="*/ 476 h 1529"/>
              <a:gd name="T70" fmla="*/ 1124 w 1530"/>
              <a:gd name="T71" fmla="*/ 668 h 1529"/>
              <a:gd name="T72" fmla="*/ 1035 w 1530"/>
              <a:gd name="T73" fmla="*/ 683 h 1529"/>
              <a:gd name="T74" fmla="*/ 989 w 1530"/>
              <a:gd name="T75" fmla="*/ 852 h 1529"/>
              <a:gd name="T76" fmla="*/ 1113 w 1530"/>
              <a:gd name="T77" fmla="*/ 864 h 1529"/>
              <a:gd name="T78" fmla="*/ 1225 w 1530"/>
              <a:gd name="T79" fmla="*/ 803 h 1529"/>
              <a:gd name="T80" fmla="*/ 1514 w 1530"/>
              <a:gd name="T81" fmla="*/ 499 h 1529"/>
              <a:gd name="T82" fmla="*/ 1526 w 1530"/>
              <a:gd name="T83" fmla="*/ 375 h 1529"/>
              <a:gd name="T84" fmla="*/ 1467 w 1530"/>
              <a:gd name="T85" fmla="*/ 261 h 1529"/>
              <a:gd name="T86" fmla="*/ 514 w 1530"/>
              <a:gd name="T87" fmla="*/ 1031 h 1529"/>
              <a:gd name="T88" fmla="*/ 569 w 1530"/>
              <a:gd name="T89" fmla="*/ 1039 h 1529"/>
              <a:gd name="T90" fmla="*/ 619 w 1530"/>
              <a:gd name="T91" fmla="*/ 1021 h 1529"/>
              <a:gd name="T92" fmla="*/ 1027 w 1530"/>
              <a:gd name="T93" fmla="*/ 609 h 1529"/>
              <a:gd name="T94" fmla="*/ 1034 w 1530"/>
              <a:gd name="T95" fmla="*/ 564 h 1529"/>
              <a:gd name="T96" fmla="*/ 1015 w 1530"/>
              <a:gd name="T97" fmla="*/ 519 h 1529"/>
              <a:gd name="T98" fmla="*/ 981 w 1530"/>
              <a:gd name="T99" fmla="*/ 496 h 1529"/>
              <a:gd name="T100" fmla="*/ 936 w 1530"/>
              <a:gd name="T101" fmla="*/ 491 h 1529"/>
              <a:gd name="T102" fmla="*/ 893 w 1530"/>
              <a:gd name="T103" fmla="*/ 514 h 1529"/>
              <a:gd name="T104" fmla="*/ 475 w 1530"/>
              <a:gd name="T105" fmla="*/ 927 h 1529"/>
              <a:gd name="T106" fmla="*/ 470 w 1530"/>
              <a:gd name="T107" fmla="*/ 974 h 1529"/>
              <a:gd name="T108" fmla="*/ 493 w 1530"/>
              <a:gd name="T109" fmla="*/ 1015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530" h="1529">
                <a:moveTo>
                  <a:pt x="680" y="1038"/>
                </a:moveTo>
                <a:lnTo>
                  <a:pt x="680" y="1038"/>
                </a:lnTo>
                <a:lnTo>
                  <a:pt x="683" y="1052"/>
                </a:lnTo>
                <a:lnTo>
                  <a:pt x="683" y="1068"/>
                </a:lnTo>
                <a:lnTo>
                  <a:pt x="680" y="1082"/>
                </a:lnTo>
                <a:lnTo>
                  <a:pt x="677" y="1098"/>
                </a:lnTo>
                <a:lnTo>
                  <a:pt x="672" y="1112"/>
                </a:lnTo>
                <a:lnTo>
                  <a:pt x="664" y="1126"/>
                </a:lnTo>
                <a:lnTo>
                  <a:pt x="655" y="1140"/>
                </a:lnTo>
                <a:lnTo>
                  <a:pt x="646" y="1152"/>
                </a:lnTo>
                <a:lnTo>
                  <a:pt x="490" y="1306"/>
                </a:lnTo>
                <a:lnTo>
                  <a:pt x="490" y="1306"/>
                </a:lnTo>
                <a:lnTo>
                  <a:pt x="482" y="1313"/>
                </a:lnTo>
                <a:lnTo>
                  <a:pt x="474" y="1320"/>
                </a:lnTo>
                <a:lnTo>
                  <a:pt x="464" y="1325"/>
                </a:lnTo>
                <a:lnTo>
                  <a:pt x="454" y="1330"/>
                </a:lnTo>
                <a:lnTo>
                  <a:pt x="444" y="1333"/>
                </a:lnTo>
                <a:lnTo>
                  <a:pt x="434" y="1336"/>
                </a:lnTo>
                <a:lnTo>
                  <a:pt x="423" y="1337"/>
                </a:lnTo>
                <a:lnTo>
                  <a:pt x="413" y="1338"/>
                </a:lnTo>
                <a:lnTo>
                  <a:pt x="403" y="1337"/>
                </a:lnTo>
                <a:lnTo>
                  <a:pt x="392" y="1336"/>
                </a:lnTo>
                <a:lnTo>
                  <a:pt x="382" y="1333"/>
                </a:lnTo>
                <a:lnTo>
                  <a:pt x="372" y="1330"/>
                </a:lnTo>
                <a:lnTo>
                  <a:pt x="362" y="1325"/>
                </a:lnTo>
                <a:lnTo>
                  <a:pt x="353" y="1320"/>
                </a:lnTo>
                <a:lnTo>
                  <a:pt x="344" y="1313"/>
                </a:lnTo>
                <a:lnTo>
                  <a:pt x="336" y="1306"/>
                </a:lnTo>
                <a:lnTo>
                  <a:pt x="220" y="1190"/>
                </a:lnTo>
                <a:lnTo>
                  <a:pt x="220" y="1190"/>
                </a:lnTo>
                <a:lnTo>
                  <a:pt x="212" y="1181"/>
                </a:lnTo>
                <a:lnTo>
                  <a:pt x="206" y="1173"/>
                </a:lnTo>
                <a:lnTo>
                  <a:pt x="200" y="1164"/>
                </a:lnTo>
                <a:lnTo>
                  <a:pt x="195" y="1154"/>
                </a:lnTo>
                <a:lnTo>
                  <a:pt x="193" y="1143"/>
                </a:lnTo>
                <a:lnTo>
                  <a:pt x="189" y="1134"/>
                </a:lnTo>
                <a:lnTo>
                  <a:pt x="188" y="1123"/>
                </a:lnTo>
                <a:lnTo>
                  <a:pt x="188" y="1112"/>
                </a:lnTo>
                <a:lnTo>
                  <a:pt x="188" y="1103"/>
                </a:lnTo>
                <a:lnTo>
                  <a:pt x="189" y="1092"/>
                </a:lnTo>
                <a:lnTo>
                  <a:pt x="193" y="1081"/>
                </a:lnTo>
                <a:lnTo>
                  <a:pt x="195" y="1072"/>
                </a:lnTo>
                <a:lnTo>
                  <a:pt x="200" y="1062"/>
                </a:lnTo>
                <a:lnTo>
                  <a:pt x="206" y="1052"/>
                </a:lnTo>
                <a:lnTo>
                  <a:pt x="212" y="1044"/>
                </a:lnTo>
                <a:lnTo>
                  <a:pt x="220" y="1036"/>
                </a:lnTo>
                <a:lnTo>
                  <a:pt x="374" y="880"/>
                </a:lnTo>
                <a:lnTo>
                  <a:pt x="374" y="880"/>
                </a:lnTo>
                <a:lnTo>
                  <a:pt x="386" y="870"/>
                </a:lnTo>
                <a:lnTo>
                  <a:pt x="399" y="861"/>
                </a:lnTo>
                <a:lnTo>
                  <a:pt x="413" y="853"/>
                </a:lnTo>
                <a:lnTo>
                  <a:pt x="427" y="848"/>
                </a:lnTo>
                <a:lnTo>
                  <a:pt x="442" y="844"/>
                </a:lnTo>
                <a:lnTo>
                  <a:pt x="457" y="843"/>
                </a:lnTo>
                <a:lnTo>
                  <a:pt x="472" y="844"/>
                </a:lnTo>
                <a:lnTo>
                  <a:pt x="487" y="848"/>
                </a:lnTo>
                <a:lnTo>
                  <a:pt x="606" y="726"/>
                </a:lnTo>
                <a:lnTo>
                  <a:pt x="606" y="726"/>
                </a:lnTo>
                <a:lnTo>
                  <a:pt x="589" y="711"/>
                </a:lnTo>
                <a:lnTo>
                  <a:pt x="572" y="698"/>
                </a:lnTo>
                <a:lnTo>
                  <a:pt x="554" y="687"/>
                </a:lnTo>
                <a:lnTo>
                  <a:pt x="534" y="677"/>
                </a:lnTo>
                <a:lnTo>
                  <a:pt x="514" y="671"/>
                </a:lnTo>
                <a:lnTo>
                  <a:pt x="494" y="665"/>
                </a:lnTo>
                <a:lnTo>
                  <a:pt x="472" y="663"/>
                </a:lnTo>
                <a:lnTo>
                  <a:pt x="452" y="662"/>
                </a:lnTo>
                <a:lnTo>
                  <a:pt x="431" y="663"/>
                </a:lnTo>
                <a:lnTo>
                  <a:pt x="410" y="665"/>
                </a:lnTo>
                <a:lnTo>
                  <a:pt x="390" y="671"/>
                </a:lnTo>
                <a:lnTo>
                  <a:pt x="370" y="677"/>
                </a:lnTo>
                <a:lnTo>
                  <a:pt x="350" y="687"/>
                </a:lnTo>
                <a:lnTo>
                  <a:pt x="331" y="698"/>
                </a:lnTo>
                <a:lnTo>
                  <a:pt x="313" y="711"/>
                </a:lnTo>
                <a:lnTo>
                  <a:pt x="297" y="726"/>
                </a:lnTo>
                <a:lnTo>
                  <a:pt x="65" y="958"/>
                </a:lnTo>
                <a:lnTo>
                  <a:pt x="65" y="958"/>
                </a:lnTo>
                <a:lnTo>
                  <a:pt x="50" y="975"/>
                </a:lnTo>
                <a:lnTo>
                  <a:pt x="37" y="993"/>
                </a:lnTo>
                <a:lnTo>
                  <a:pt x="25" y="1011"/>
                </a:lnTo>
                <a:lnTo>
                  <a:pt x="17" y="1030"/>
                </a:lnTo>
                <a:lnTo>
                  <a:pt x="10" y="1050"/>
                </a:lnTo>
                <a:lnTo>
                  <a:pt x="5" y="1070"/>
                </a:lnTo>
                <a:lnTo>
                  <a:pt x="1" y="1092"/>
                </a:lnTo>
                <a:lnTo>
                  <a:pt x="0" y="1112"/>
                </a:lnTo>
                <a:lnTo>
                  <a:pt x="1" y="1134"/>
                </a:lnTo>
                <a:lnTo>
                  <a:pt x="5" y="1154"/>
                </a:lnTo>
                <a:lnTo>
                  <a:pt x="10" y="1174"/>
                </a:lnTo>
                <a:lnTo>
                  <a:pt x="17" y="1195"/>
                </a:lnTo>
                <a:lnTo>
                  <a:pt x="25" y="1214"/>
                </a:lnTo>
                <a:lnTo>
                  <a:pt x="37" y="1233"/>
                </a:lnTo>
                <a:lnTo>
                  <a:pt x="50" y="1251"/>
                </a:lnTo>
                <a:lnTo>
                  <a:pt x="65" y="1267"/>
                </a:lnTo>
                <a:lnTo>
                  <a:pt x="258" y="1465"/>
                </a:lnTo>
                <a:lnTo>
                  <a:pt x="258" y="1465"/>
                </a:lnTo>
                <a:lnTo>
                  <a:pt x="275" y="1480"/>
                </a:lnTo>
                <a:lnTo>
                  <a:pt x="293" y="1493"/>
                </a:lnTo>
                <a:lnTo>
                  <a:pt x="311" y="1504"/>
                </a:lnTo>
                <a:lnTo>
                  <a:pt x="330" y="1514"/>
                </a:lnTo>
                <a:lnTo>
                  <a:pt x="350" y="1520"/>
                </a:lnTo>
                <a:lnTo>
                  <a:pt x="371" y="1526"/>
                </a:lnTo>
                <a:lnTo>
                  <a:pt x="392" y="1528"/>
                </a:lnTo>
                <a:lnTo>
                  <a:pt x="413" y="1529"/>
                </a:lnTo>
                <a:lnTo>
                  <a:pt x="434" y="1528"/>
                </a:lnTo>
                <a:lnTo>
                  <a:pt x="454" y="1526"/>
                </a:lnTo>
                <a:lnTo>
                  <a:pt x="475" y="1520"/>
                </a:lnTo>
                <a:lnTo>
                  <a:pt x="495" y="1514"/>
                </a:lnTo>
                <a:lnTo>
                  <a:pt x="515" y="1504"/>
                </a:lnTo>
                <a:lnTo>
                  <a:pt x="533" y="1493"/>
                </a:lnTo>
                <a:lnTo>
                  <a:pt x="551" y="1480"/>
                </a:lnTo>
                <a:lnTo>
                  <a:pt x="568" y="1465"/>
                </a:lnTo>
                <a:lnTo>
                  <a:pt x="809" y="1224"/>
                </a:lnTo>
                <a:lnTo>
                  <a:pt x="809" y="1224"/>
                </a:lnTo>
                <a:lnTo>
                  <a:pt x="824" y="1208"/>
                </a:lnTo>
                <a:lnTo>
                  <a:pt x="837" y="1190"/>
                </a:lnTo>
                <a:lnTo>
                  <a:pt x="848" y="1171"/>
                </a:lnTo>
                <a:lnTo>
                  <a:pt x="857" y="1152"/>
                </a:lnTo>
                <a:lnTo>
                  <a:pt x="864" y="1131"/>
                </a:lnTo>
                <a:lnTo>
                  <a:pt x="869" y="1111"/>
                </a:lnTo>
                <a:lnTo>
                  <a:pt x="872" y="1091"/>
                </a:lnTo>
                <a:lnTo>
                  <a:pt x="873" y="1069"/>
                </a:lnTo>
                <a:lnTo>
                  <a:pt x="872" y="1049"/>
                </a:lnTo>
                <a:lnTo>
                  <a:pt x="869" y="1027"/>
                </a:lnTo>
                <a:lnTo>
                  <a:pt x="864" y="1007"/>
                </a:lnTo>
                <a:lnTo>
                  <a:pt x="857" y="987"/>
                </a:lnTo>
                <a:lnTo>
                  <a:pt x="848" y="968"/>
                </a:lnTo>
                <a:lnTo>
                  <a:pt x="837" y="948"/>
                </a:lnTo>
                <a:lnTo>
                  <a:pt x="824" y="932"/>
                </a:lnTo>
                <a:lnTo>
                  <a:pt x="809" y="915"/>
                </a:lnTo>
                <a:lnTo>
                  <a:pt x="680" y="1038"/>
                </a:lnTo>
                <a:close/>
                <a:moveTo>
                  <a:pt x="1467" y="261"/>
                </a:moveTo>
                <a:lnTo>
                  <a:pt x="1264" y="64"/>
                </a:lnTo>
                <a:lnTo>
                  <a:pt x="1264" y="64"/>
                </a:lnTo>
                <a:lnTo>
                  <a:pt x="1247" y="49"/>
                </a:lnTo>
                <a:lnTo>
                  <a:pt x="1230" y="36"/>
                </a:lnTo>
                <a:lnTo>
                  <a:pt x="1211" y="25"/>
                </a:lnTo>
                <a:lnTo>
                  <a:pt x="1192" y="15"/>
                </a:lnTo>
                <a:lnTo>
                  <a:pt x="1171" y="9"/>
                </a:lnTo>
                <a:lnTo>
                  <a:pt x="1151" y="3"/>
                </a:lnTo>
                <a:lnTo>
                  <a:pt x="1130" y="1"/>
                </a:lnTo>
                <a:lnTo>
                  <a:pt x="1109" y="0"/>
                </a:lnTo>
                <a:lnTo>
                  <a:pt x="1088" y="1"/>
                </a:lnTo>
                <a:lnTo>
                  <a:pt x="1068" y="3"/>
                </a:lnTo>
                <a:lnTo>
                  <a:pt x="1047" y="9"/>
                </a:lnTo>
                <a:lnTo>
                  <a:pt x="1027" y="15"/>
                </a:lnTo>
                <a:lnTo>
                  <a:pt x="1008" y="25"/>
                </a:lnTo>
                <a:lnTo>
                  <a:pt x="989" y="36"/>
                </a:lnTo>
                <a:lnTo>
                  <a:pt x="971" y="49"/>
                </a:lnTo>
                <a:lnTo>
                  <a:pt x="955" y="64"/>
                </a:lnTo>
                <a:lnTo>
                  <a:pt x="722" y="301"/>
                </a:lnTo>
                <a:lnTo>
                  <a:pt x="722" y="301"/>
                </a:lnTo>
                <a:lnTo>
                  <a:pt x="708" y="318"/>
                </a:lnTo>
                <a:lnTo>
                  <a:pt x="695" y="334"/>
                </a:lnTo>
                <a:lnTo>
                  <a:pt x="684" y="353"/>
                </a:lnTo>
                <a:lnTo>
                  <a:pt x="674" y="373"/>
                </a:lnTo>
                <a:lnTo>
                  <a:pt x="667" y="393"/>
                </a:lnTo>
                <a:lnTo>
                  <a:pt x="662" y="413"/>
                </a:lnTo>
                <a:lnTo>
                  <a:pt x="660" y="435"/>
                </a:lnTo>
                <a:lnTo>
                  <a:pt x="659" y="455"/>
                </a:lnTo>
                <a:lnTo>
                  <a:pt x="660" y="476"/>
                </a:lnTo>
                <a:lnTo>
                  <a:pt x="662" y="497"/>
                </a:lnTo>
                <a:lnTo>
                  <a:pt x="667" y="517"/>
                </a:lnTo>
                <a:lnTo>
                  <a:pt x="674" y="537"/>
                </a:lnTo>
                <a:lnTo>
                  <a:pt x="684" y="557"/>
                </a:lnTo>
                <a:lnTo>
                  <a:pt x="695" y="576"/>
                </a:lnTo>
                <a:lnTo>
                  <a:pt x="708" y="594"/>
                </a:lnTo>
                <a:lnTo>
                  <a:pt x="722" y="610"/>
                </a:lnTo>
                <a:lnTo>
                  <a:pt x="844" y="490"/>
                </a:lnTo>
                <a:lnTo>
                  <a:pt x="844" y="490"/>
                </a:lnTo>
                <a:lnTo>
                  <a:pt x="840" y="475"/>
                </a:lnTo>
                <a:lnTo>
                  <a:pt x="840" y="461"/>
                </a:lnTo>
                <a:lnTo>
                  <a:pt x="842" y="445"/>
                </a:lnTo>
                <a:lnTo>
                  <a:pt x="845" y="431"/>
                </a:lnTo>
                <a:lnTo>
                  <a:pt x="850" y="417"/>
                </a:lnTo>
                <a:lnTo>
                  <a:pt x="857" y="402"/>
                </a:lnTo>
                <a:lnTo>
                  <a:pt x="867" y="389"/>
                </a:lnTo>
                <a:lnTo>
                  <a:pt x="877" y="377"/>
                </a:lnTo>
                <a:lnTo>
                  <a:pt x="1032" y="223"/>
                </a:lnTo>
                <a:lnTo>
                  <a:pt x="1032" y="223"/>
                </a:lnTo>
                <a:lnTo>
                  <a:pt x="1040" y="216"/>
                </a:lnTo>
                <a:lnTo>
                  <a:pt x="1050" y="209"/>
                </a:lnTo>
                <a:lnTo>
                  <a:pt x="1058" y="204"/>
                </a:lnTo>
                <a:lnTo>
                  <a:pt x="1069" y="199"/>
                </a:lnTo>
                <a:lnTo>
                  <a:pt x="1078" y="196"/>
                </a:lnTo>
                <a:lnTo>
                  <a:pt x="1088" y="193"/>
                </a:lnTo>
                <a:lnTo>
                  <a:pt x="1099" y="192"/>
                </a:lnTo>
                <a:lnTo>
                  <a:pt x="1109" y="191"/>
                </a:lnTo>
                <a:lnTo>
                  <a:pt x="1120" y="192"/>
                </a:lnTo>
                <a:lnTo>
                  <a:pt x="1130" y="193"/>
                </a:lnTo>
                <a:lnTo>
                  <a:pt x="1140" y="196"/>
                </a:lnTo>
                <a:lnTo>
                  <a:pt x="1150" y="199"/>
                </a:lnTo>
                <a:lnTo>
                  <a:pt x="1161" y="204"/>
                </a:lnTo>
                <a:lnTo>
                  <a:pt x="1169" y="209"/>
                </a:lnTo>
                <a:lnTo>
                  <a:pt x="1179" y="216"/>
                </a:lnTo>
                <a:lnTo>
                  <a:pt x="1187" y="223"/>
                </a:lnTo>
                <a:lnTo>
                  <a:pt x="1303" y="339"/>
                </a:lnTo>
                <a:lnTo>
                  <a:pt x="1303" y="339"/>
                </a:lnTo>
                <a:lnTo>
                  <a:pt x="1310" y="347"/>
                </a:lnTo>
                <a:lnTo>
                  <a:pt x="1316" y="356"/>
                </a:lnTo>
                <a:lnTo>
                  <a:pt x="1322" y="365"/>
                </a:lnTo>
                <a:lnTo>
                  <a:pt x="1327" y="375"/>
                </a:lnTo>
                <a:lnTo>
                  <a:pt x="1330" y="386"/>
                </a:lnTo>
                <a:lnTo>
                  <a:pt x="1333" y="395"/>
                </a:lnTo>
                <a:lnTo>
                  <a:pt x="1334" y="406"/>
                </a:lnTo>
                <a:lnTo>
                  <a:pt x="1335" y="417"/>
                </a:lnTo>
                <a:lnTo>
                  <a:pt x="1334" y="426"/>
                </a:lnTo>
                <a:lnTo>
                  <a:pt x="1333" y="437"/>
                </a:lnTo>
                <a:lnTo>
                  <a:pt x="1330" y="448"/>
                </a:lnTo>
                <a:lnTo>
                  <a:pt x="1327" y="457"/>
                </a:lnTo>
                <a:lnTo>
                  <a:pt x="1322" y="467"/>
                </a:lnTo>
                <a:lnTo>
                  <a:pt x="1316" y="476"/>
                </a:lnTo>
                <a:lnTo>
                  <a:pt x="1310" y="486"/>
                </a:lnTo>
                <a:lnTo>
                  <a:pt x="1303" y="493"/>
                </a:lnTo>
                <a:lnTo>
                  <a:pt x="1148" y="649"/>
                </a:lnTo>
                <a:lnTo>
                  <a:pt x="1148" y="649"/>
                </a:lnTo>
                <a:lnTo>
                  <a:pt x="1137" y="658"/>
                </a:lnTo>
                <a:lnTo>
                  <a:pt x="1124" y="668"/>
                </a:lnTo>
                <a:lnTo>
                  <a:pt x="1109" y="675"/>
                </a:lnTo>
                <a:lnTo>
                  <a:pt x="1095" y="681"/>
                </a:lnTo>
                <a:lnTo>
                  <a:pt x="1079" y="684"/>
                </a:lnTo>
                <a:lnTo>
                  <a:pt x="1064" y="686"/>
                </a:lnTo>
                <a:lnTo>
                  <a:pt x="1050" y="686"/>
                </a:lnTo>
                <a:lnTo>
                  <a:pt x="1035" y="683"/>
                </a:lnTo>
                <a:lnTo>
                  <a:pt x="916" y="803"/>
                </a:lnTo>
                <a:lnTo>
                  <a:pt x="916" y="803"/>
                </a:lnTo>
                <a:lnTo>
                  <a:pt x="932" y="818"/>
                </a:lnTo>
                <a:lnTo>
                  <a:pt x="950" y="831"/>
                </a:lnTo>
                <a:lnTo>
                  <a:pt x="968" y="842"/>
                </a:lnTo>
                <a:lnTo>
                  <a:pt x="989" y="852"/>
                </a:lnTo>
                <a:lnTo>
                  <a:pt x="1008" y="858"/>
                </a:lnTo>
                <a:lnTo>
                  <a:pt x="1029" y="864"/>
                </a:lnTo>
                <a:lnTo>
                  <a:pt x="1050" y="866"/>
                </a:lnTo>
                <a:lnTo>
                  <a:pt x="1071" y="867"/>
                </a:lnTo>
                <a:lnTo>
                  <a:pt x="1091" y="866"/>
                </a:lnTo>
                <a:lnTo>
                  <a:pt x="1113" y="864"/>
                </a:lnTo>
                <a:lnTo>
                  <a:pt x="1133" y="858"/>
                </a:lnTo>
                <a:lnTo>
                  <a:pt x="1152" y="852"/>
                </a:lnTo>
                <a:lnTo>
                  <a:pt x="1173" y="842"/>
                </a:lnTo>
                <a:lnTo>
                  <a:pt x="1191" y="831"/>
                </a:lnTo>
                <a:lnTo>
                  <a:pt x="1209" y="818"/>
                </a:lnTo>
                <a:lnTo>
                  <a:pt x="1225" y="803"/>
                </a:lnTo>
                <a:lnTo>
                  <a:pt x="1467" y="571"/>
                </a:lnTo>
                <a:lnTo>
                  <a:pt x="1467" y="571"/>
                </a:lnTo>
                <a:lnTo>
                  <a:pt x="1481" y="554"/>
                </a:lnTo>
                <a:lnTo>
                  <a:pt x="1494" y="536"/>
                </a:lnTo>
                <a:lnTo>
                  <a:pt x="1506" y="518"/>
                </a:lnTo>
                <a:lnTo>
                  <a:pt x="1514" y="499"/>
                </a:lnTo>
                <a:lnTo>
                  <a:pt x="1522" y="479"/>
                </a:lnTo>
                <a:lnTo>
                  <a:pt x="1526" y="459"/>
                </a:lnTo>
                <a:lnTo>
                  <a:pt x="1530" y="437"/>
                </a:lnTo>
                <a:lnTo>
                  <a:pt x="1530" y="417"/>
                </a:lnTo>
                <a:lnTo>
                  <a:pt x="1530" y="395"/>
                </a:lnTo>
                <a:lnTo>
                  <a:pt x="1526" y="375"/>
                </a:lnTo>
                <a:lnTo>
                  <a:pt x="1522" y="355"/>
                </a:lnTo>
                <a:lnTo>
                  <a:pt x="1514" y="334"/>
                </a:lnTo>
                <a:lnTo>
                  <a:pt x="1506" y="315"/>
                </a:lnTo>
                <a:lnTo>
                  <a:pt x="1494" y="296"/>
                </a:lnTo>
                <a:lnTo>
                  <a:pt x="1481" y="278"/>
                </a:lnTo>
                <a:lnTo>
                  <a:pt x="1467" y="261"/>
                </a:lnTo>
                <a:lnTo>
                  <a:pt x="1467" y="261"/>
                </a:lnTo>
                <a:close/>
                <a:moveTo>
                  <a:pt x="493" y="1015"/>
                </a:moveTo>
                <a:lnTo>
                  <a:pt x="493" y="1015"/>
                </a:lnTo>
                <a:lnTo>
                  <a:pt x="499" y="1021"/>
                </a:lnTo>
                <a:lnTo>
                  <a:pt x="506" y="1026"/>
                </a:lnTo>
                <a:lnTo>
                  <a:pt x="514" y="1031"/>
                </a:lnTo>
                <a:lnTo>
                  <a:pt x="523" y="1033"/>
                </a:lnTo>
                <a:lnTo>
                  <a:pt x="531" y="1037"/>
                </a:lnTo>
                <a:lnTo>
                  <a:pt x="540" y="1038"/>
                </a:lnTo>
                <a:lnTo>
                  <a:pt x="550" y="1039"/>
                </a:lnTo>
                <a:lnTo>
                  <a:pt x="560" y="1039"/>
                </a:lnTo>
                <a:lnTo>
                  <a:pt x="569" y="1039"/>
                </a:lnTo>
                <a:lnTo>
                  <a:pt x="578" y="1038"/>
                </a:lnTo>
                <a:lnTo>
                  <a:pt x="587" y="1037"/>
                </a:lnTo>
                <a:lnTo>
                  <a:pt x="595" y="1033"/>
                </a:lnTo>
                <a:lnTo>
                  <a:pt x="604" y="1031"/>
                </a:lnTo>
                <a:lnTo>
                  <a:pt x="612" y="1026"/>
                </a:lnTo>
                <a:lnTo>
                  <a:pt x="619" y="1021"/>
                </a:lnTo>
                <a:lnTo>
                  <a:pt x="625" y="1015"/>
                </a:lnTo>
                <a:lnTo>
                  <a:pt x="1013" y="629"/>
                </a:lnTo>
                <a:lnTo>
                  <a:pt x="1013" y="629"/>
                </a:lnTo>
                <a:lnTo>
                  <a:pt x="1019" y="623"/>
                </a:lnTo>
                <a:lnTo>
                  <a:pt x="1023" y="616"/>
                </a:lnTo>
                <a:lnTo>
                  <a:pt x="1027" y="609"/>
                </a:lnTo>
                <a:lnTo>
                  <a:pt x="1030" y="602"/>
                </a:lnTo>
                <a:lnTo>
                  <a:pt x="1033" y="595"/>
                </a:lnTo>
                <a:lnTo>
                  <a:pt x="1034" y="586"/>
                </a:lnTo>
                <a:lnTo>
                  <a:pt x="1035" y="579"/>
                </a:lnTo>
                <a:lnTo>
                  <a:pt x="1035" y="571"/>
                </a:lnTo>
                <a:lnTo>
                  <a:pt x="1034" y="564"/>
                </a:lnTo>
                <a:lnTo>
                  <a:pt x="1033" y="555"/>
                </a:lnTo>
                <a:lnTo>
                  <a:pt x="1030" y="548"/>
                </a:lnTo>
                <a:lnTo>
                  <a:pt x="1028" y="540"/>
                </a:lnTo>
                <a:lnTo>
                  <a:pt x="1024" y="533"/>
                </a:lnTo>
                <a:lnTo>
                  <a:pt x="1020" y="525"/>
                </a:lnTo>
                <a:lnTo>
                  <a:pt x="1015" y="519"/>
                </a:lnTo>
                <a:lnTo>
                  <a:pt x="1009" y="514"/>
                </a:lnTo>
                <a:lnTo>
                  <a:pt x="1009" y="514"/>
                </a:lnTo>
                <a:lnTo>
                  <a:pt x="1003" y="508"/>
                </a:lnTo>
                <a:lnTo>
                  <a:pt x="996" y="503"/>
                </a:lnTo>
                <a:lnTo>
                  <a:pt x="990" y="498"/>
                </a:lnTo>
                <a:lnTo>
                  <a:pt x="981" y="496"/>
                </a:lnTo>
                <a:lnTo>
                  <a:pt x="974" y="492"/>
                </a:lnTo>
                <a:lnTo>
                  <a:pt x="967" y="491"/>
                </a:lnTo>
                <a:lnTo>
                  <a:pt x="959" y="490"/>
                </a:lnTo>
                <a:lnTo>
                  <a:pt x="952" y="490"/>
                </a:lnTo>
                <a:lnTo>
                  <a:pt x="943" y="490"/>
                </a:lnTo>
                <a:lnTo>
                  <a:pt x="936" y="491"/>
                </a:lnTo>
                <a:lnTo>
                  <a:pt x="928" y="492"/>
                </a:lnTo>
                <a:lnTo>
                  <a:pt x="921" y="496"/>
                </a:lnTo>
                <a:lnTo>
                  <a:pt x="913" y="498"/>
                </a:lnTo>
                <a:lnTo>
                  <a:pt x="906" y="503"/>
                </a:lnTo>
                <a:lnTo>
                  <a:pt x="899" y="508"/>
                </a:lnTo>
                <a:lnTo>
                  <a:pt x="893" y="514"/>
                </a:lnTo>
                <a:lnTo>
                  <a:pt x="493" y="899"/>
                </a:lnTo>
                <a:lnTo>
                  <a:pt x="493" y="899"/>
                </a:lnTo>
                <a:lnTo>
                  <a:pt x="487" y="907"/>
                </a:lnTo>
                <a:lnTo>
                  <a:pt x="482" y="913"/>
                </a:lnTo>
                <a:lnTo>
                  <a:pt x="478" y="920"/>
                </a:lnTo>
                <a:lnTo>
                  <a:pt x="475" y="927"/>
                </a:lnTo>
                <a:lnTo>
                  <a:pt x="472" y="934"/>
                </a:lnTo>
                <a:lnTo>
                  <a:pt x="470" y="942"/>
                </a:lnTo>
                <a:lnTo>
                  <a:pt x="469" y="950"/>
                </a:lnTo>
                <a:lnTo>
                  <a:pt x="469" y="958"/>
                </a:lnTo>
                <a:lnTo>
                  <a:pt x="469" y="965"/>
                </a:lnTo>
                <a:lnTo>
                  <a:pt x="470" y="974"/>
                </a:lnTo>
                <a:lnTo>
                  <a:pt x="472" y="981"/>
                </a:lnTo>
                <a:lnTo>
                  <a:pt x="475" y="989"/>
                </a:lnTo>
                <a:lnTo>
                  <a:pt x="478" y="996"/>
                </a:lnTo>
                <a:lnTo>
                  <a:pt x="482" y="1003"/>
                </a:lnTo>
                <a:lnTo>
                  <a:pt x="487" y="1009"/>
                </a:lnTo>
                <a:lnTo>
                  <a:pt x="493" y="1015"/>
                </a:lnTo>
                <a:lnTo>
                  <a:pt x="493" y="101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4412940" y="1376772"/>
            <a:ext cx="1080000" cy="781412"/>
          </a:xfrm>
          <a:custGeom>
            <a:avLst/>
            <a:gdLst>
              <a:gd name="T0" fmla="*/ 443 w 1530"/>
              <a:gd name="T1" fmla="*/ 920 h 1109"/>
              <a:gd name="T2" fmla="*/ 378 w 1530"/>
              <a:gd name="T3" fmla="*/ 942 h 1109"/>
              <a:gd name="T4" fmla="*/ 320 w 1530"/>
              <a:gd name="T5" fmla="*/ 926 h 1109"/>
              <a:gd name="T6" fmla="*/ 213 w 1530"/>
              <a:gd name="T7" fmla="*/ 828 h 1109"/>
              <a:gd name="T8" fmla="*/ 174 w 1530"/>
              <a:gd name="T9" fmla="*/ 764 h 1109"/>
              <a:gd name="T10" fmla="*/ 171 w 1530"/>
              <a:gd name="T11" fmla="*/ 693 h 1109"/>
              <a:gd name="T12" fmla="*/ 202 w 1530"/>
              <a:gd name="T13" fmla="*/ 627 h 1109"/>
              <a:gd name="T14" fmla="*/ 531 w 1530"/>
              <a:gd name="T15" fmla="*/ 302 h 1109"/>
              <a:gd name="T16" fmla="*/ 598 w 1530"/>
              <a:gd name="T17" fmla="*/ 278 h 1109"/>
              <a:gd name="T18" fmla="*/ 669 w 1530"/>
              <a:gd name="T19" fmla="*/ 289 h 1109"/>
              <a:gd name="T20" fmla="*/ 771 w 1530"/>
              <a:gd name="T21" fmla="*/ 383 h 1109"/>
              <a:gd name="T22" fmla="*/ 798 w 1530"/>
              <a:gd name="T23" fmla="*/ 420 h 1109"/>
              <a:gd name="T24" fmla="*/ 814 w 1530"/>
              <a:gd name="T25" fmla="*/ 473 h 1109"/>
              <a:gd name="T26" fmla="*/ 809 w 1530"/>
              <a:gd name="T27" fmla="*/ 528 h 1109"/>
              <a:gd name="T28" fmla="*/ 945 w 1530"/>
              <a:gd name="T29" fmla="*/ 629 h 1109"/>
              <a:gd name="T30" fmla="*/ 991 w 1530"/>
              <a:gd name="T31" fmla="*/ 531 h 1109"/>
              <a:gd name="T32" fmla="*/ 986 w 1530"/>
              <a:gd name="T33" fmla="*/ 425 h 1109"/>
              <a:gd name="T34" fmla="*/ 930 w 1530"/>
              <a:gd name="T35" fmla="*/ 329 h 1109"/>
              <a:gd name="T36" fmla="*/ 717 w 1530"/>
              <a:gd name="T37" fmla="*/ 131 h 1109"/>
              <a:gd name="T38" fmla="*/ 612 w 1530"/>
              <a:gd name="T39" fmla="*/ 106 h 1109"/>
              <a:gd name="T40" fmla="*/ 508 w 1530"/>
              <a:gd name="T41" fmla="*/ 131 h 1109"/>
              <a:gd name="T42" fmla="*/ 66 w 1530"/>
              <a:gd name="T43" fmla="*/ 564 h 1109"/>
              <a:gd name="T44" fmla="*/ 10 w 1530"/>
              <a:gd name="T45" fmla="*/ 658 h 1109"/>
              <a:gd name="T46" fmla="*/ 5 w 1530"/>
              <a:gd name="T47" fmla="*/ 764 h 1109"/>
              <a:gd name="T48" fmla="*/ 51 w 1530"/>
              <a:gd name="T49" fmla="*/ 864 h 1109"/>
              <a:gd name="T50" fmla="*/ 256 w 1530"/>
              <a:gd name="T51" fmla="*/ 1072 h 1109"/>
              <a:gd name="T52" fmla="*/ 357 w 1530"/>
              <a:gd name="T53" fmla="*/ 1107 h 1109"/>
              <a:gd name="T54" fmla="*/ 464 w 1530"/>
              <a:gd name="T55" fmla="*/ 1092 h 1109"/>
              <a:gd name="T56" fmla="*/ 688 w 1530"/>
              <a:gd name="T57" fmla="*/ 883 h 1109"/>
              <a:gd name="T58" fmla="*/ 1299 w 1530"/>
              <a:gd name="T59" fmla="*/ 65 h 1109"/>
              <a:gd name="T60" fmla="*/ 1205 w 1530"/>
              <a:gd name="T61" fmla="*/ 9 h 1109"/>
              <a:gd name="T62" fmla="*/ 1098 w 1530"/>
              <a:gd name="T63" fmla="*/ 4 h 1109"/>
              <a:gd name="T64" fmla="*/ 999 w 1530"/>
              <a:gd name="T65" fmla="*/ 50 h 1109"/>
              <a:gd name="T66" fmla="*/ 949 w 1530"/>
              <a:gd name="T67" fmla="*/ 104 h 1109"/>
              <a:gd name="T68" fmla="*/ 1060 w 1530"/>
              <a:gd name="T69" fmla="*/ 196 h 1109"/>
              <a:gd name="T70" fmla="*/ 1126 w 1530"/>
              <a:gd name="T71" fmla="*/ 165 h 1109"/>
              <a:gd name="T72" fmla="*/ 1196 w 1530"/>
              <a:gd name="T73" fmla="*/ 168 h 1109"/>
              <a:gd name="T74" fmla="*/ 1260 w 1530"/>
              <a:gd name="T75" fmla="*/ 205 h 1109"/>
              <a:gd name="T76" fmla="*/ 1340 w 1530"/>
              <a:gd name="T77" fmla="*/ 295 h 1109"/>
              <a:gd name="T78" fmla="*/ 1356 w 1530"/>
              <a:gd name="T79" fmla="*/ 364 h 1109"/>
              <a:gd name="T80" fmla="*/ 1340 w 1530"/>
              <a:gd name="T81" fmla="*/ 433 h 1109"/>
              <a:gd name="T82" fmla="*/ 1055 w 1530"/>
              <a:gd name="T83" fmla="*/ 737 h 1109"/>
              <a:gd name="T84" fmla="*/ 992 w 1530"/>
              <a:gd name="T85" fmla="*/ 775 h 1109"/>
              <a:gd name="T86" fmla="*/ 920 w 1530"/>
              <a:gd name="T87" fmla="*/ 778 h 1109"/>
              <a:gd name="T88" fmla="*/ 854 w 1530"/>
              <a:gd name="T89" fmla="*/ 748 h 1109"/>
              <a:gd name="T90" fmla="*/ 771 w 1530"/>
              <a:gd name="T91" fmla="*/ 643 h 1109"/>
              <a:gd name="T92" fmla="*/ 736 w 1530"/>
              <a:gd name="T93" fmla="*/ 598 h 1109"/>
              <a:gd name="T94" fmla="*/ 741 w 1530"/>
              <a:gd name="T95" fmla="*/ 551 h 1109"/>
              <a:gd name="T96" fmla="*/ 599 w 1530"/>
              <a:gd name="T97" fmla="*/ 455 h 1109"/>
              <a:gd name="T98" fmla="*/ 558 w 1530"/>
              <a:gd name="T99" fmla="*/ 552 h 1109"/>
              <a:gd name="T100" fmla="*/ 571 w 1530"/>
              <a:gd name="T101" fmla="*/ 656 h 1109"/>
              <a:gd name="T102" fmla="*/ 786 w 1530"/>
              <a:gd name="T103" fmla="*/ 891 h 1109"/>
              <a:gd name="T104" fmla="*/ 860 w 1530"/>
              <a:gd name="T105" fmla="*/ 941 h 1109"/>
              <a:gd name="T106" fmla="*/ 967 w 1530"/>
              <a:gd name="T107" fmla="*/ 956 h 1109"/>
              <a:gd name="T108" fmla="*/ 1068 w 1530"/>
              <a:gd name="T109" fmla="*/ 920 h 1109"/>
              <a:gd name="T110" fmla="*/ 1485 w 1530"/>
              <a:gd name="T111" fmla="*/ 523 h 1109"/>
              <a:gd name="T112" fmla="*/ 1521 w 1530"/>
              <a:gd name="T113" fmla="*/ 455 h 1109"/>
              <a:gd name="T114" fmla="*/ 1530 w 1530"/>
              <a:gd name="T115" fmla="*/ 387 h 1109"/>
              <a:gd name="T116" fmla="*/ 1508 w 1530"/>
              <a:gd name="T117" fmla="*/ 283 h 1109"/>
              <a:gd name="T118" fmla="*/ 1475 w 1530"/>
              <a:gd name="T119" fmla="*/ 220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30" h="1109">
                <a:moveTo>
                  <a:pt x="490" y="885"/>
                </a:moveTo>
                <a:lnTo>
                  <a:pt x="490" y="885"/>
                </a:lnTo>
                <a:lnTo>
                  <a:pt x="473" y="898"/>
                </a:lnTo>
                <a:lnTo>
                  <a:pt x="459" y="910"/>
                </a:lnTo>
                <a:lnTo>
                  <a:pt x="443" y="920"/>
                </a:lnTo>
                <a:lnTo>
                  <a:pt x="430" y="928"/>
                </a:lnTo>
                <a:lnTo>
                  <a:pt x="416" y="934"/>
                </a:lnTo>
                <a:lnTo>
                  <a:pt x="403" y="939"/>
                </a:lnTo>
                <a:lnTo>
                  <a:pt x="391" y="941"/>
                </a:lnTo>
                <a:lnTo>
                  <a:pt x="378" y="942"/>
                </a:lnTo>
                <a:lnTo>
                  <a:pt x="366" y="942"/>
                </a:lnTo>
                <a:lnTo>
                  <a:pt x="354" y="940"/>
                </a:lnTo>
                <a:lnTo>
                  <a:pt x="343" y="937"/>
                </a:lnTo>
                <a:lnTo>
                  <a:pt x="331" y="932"/>
                </a:lnTo>
                <a:lnTo>
                  <a:pt x="320" y="926"/>
                </a:lnTo>
                <a:lnTo>
                  <a:pt x="309" y="919"/>
                </a:lnTo>
                <a:lnTo>
                  <a:pt x="299" y="909"/>
                </a:lnTo>
                <a:lnTo>
                  <a:pt x="288" y="899"/>
                </a:lnTo>
                <a:lnTo>
                  <a:pt x="213" y="828"/>
                </a:lnTo>
                <a:lnTo>
                  <a:pt x="213" y="828"/>
                </a:lnTo>
                <a:lnTo>
                  <a:pt x="202" y="816"/>
                </a:lnTo>
                <a:lnTo>
                  <a:pt x="194" y="804"/>
                </a:lnTo>
                <a:lnTo>
                  <a:pt x="185" y="791"/>
                </a:lnTo>
                <a:lnTo>
                  <a:pt x="179" y="778"/>
                </a:lnTo>
                <a:lnTo>
                  <a:pt x="174" y="764"/>
                </a:lnTo>
                <a:lnTo>
                  <a:pt x="171" y="750"/>
                </a:lnTo>
                <a:lnTo>
                  <a:pt x="170" y="736"/>
                </a:lnTo>
                <a:lnTo>
                  <a:pt x="168" y="721"/>
                </a:lnTo>
                <a:lnTo>
                  <a:pt x="170" y="707"/>
                </a:lnTo>
                <a:lnTo>
                  <a:pt x="171" y="693"/>
                </a:lnTo>
                <a:lnTo>
                  <a:pt x="174" y="680"/>
                </a:lnTo>
                <a:lnTo>
                  <a:pt x="179" y="665"/>
                </a:lnTo>
                <a:lnTo>
                  <a:pt x="185" y="652"/>
                </a:lnTo>
                <a:lnTo>
                  <a:pt x="194" y="639"/>
                </a:lnTo>
                <a:lnTo>
                  <a:pt x="202" y="627"/>
                </a:lnTo>
                <a:lnTo>
                  <a:pt x="213" y="616"/>
                </a:lnTo>
                <a:lnTo>
                  <a:pt x="507" y="321"/>
                </a:lnTo>
                <a:lnTo>
                  <a:pt x="507" y="321"/>
                </a:lnTo>
                <a:lnTo>
                  <a:pt x="519" y="312"/>
                </a:lnTo>
                <a:lnTo>
                  <a:pt x="531" y="302"/>
                </a:lnTo>
                <a:lnTo>
                  <a:pt x="543" y="295"/>
                </a:lnTo>
                <a:lnTo>
                  <a:pt x="556" y="289"/>
                </a:lnTo>
                <a:lnTo>
                  <a:pt x="570" y="284"/>
                </a:lnTo>
                <a:lnTo>
                  <a:pt x="584" y="281"/>
                </a:lnTo>
                <a:lnTo>
                  <a:pt x="598" y="278"/>
                </a:lnTo>
                <a:lnTo>
                  <a:pt x="612" y="278"/>
                </a:lnTo>
                <a:lnTo>
                  <a:pt x="626" y="278"/>
                </a:lnTo>
                <a:lnTo>
                  <a:pt x="641" y="281"/>
                </a:lnTo>
                <a:lnTo>
                  <a:pt x="655" y="284"/>
                </a:lnTo>
                <a:lnTo>
                  <a:pt x="669" y="289"/>
                </a:lnTo>
                <a:lnTo>
                  <a:pt x="682" y="295"/>
                </a:lnTo>
                <a:lnTo>
                  <a:pt x="694" y="302"/>
                </a:lnTo>
                <a:lnTo>
                  <a:pt x="706" y="312"/>
                </a:lnTo>
                <a:lnTo>
                  <a:pt x="718" y="321"/>
                </a:lnTo>
                <a:lnTo>
                  <a:pt x="771" y="383"/>
                </a:lnTo>
                <a:lnTo>
                  <a:pt x="771" y="383"/>
                </a:lnTo>
                <a:lnTo>
                  <a:pt x="779" y="392"/>
                </a:lnTo>
                <a:lnTo>
                  <a:pt x="786" y="401"/>
                </a:lnTo>
                <a:lnTo>
                  <a:pt x="792" y="411"/>
                </a:lnTo>
                <a:lnTo>
                  <a:pt x="798" y="420"/>
                </a:lnTo>
                <a:lnTo>
                  <a:pt x="803" y="430"/>
                </a:lnTo>
                <a:lnTo>
                  <a:pt x="807" y="441"/>
                </a:lnTo>
                <a:lnTo>
                  <a:pt x="810" y="451"/>
                </a:lnTo>
                <a:lnTo>
                  <a:pt x="813" y="462"/>
                </a:lnTo>
                <a:lnTo>
                  <a:pt x="814" y="473"/>
                </a:lnTo>
                <a:lnTo>
                  <a:pt x="815" y="485"/>
                </a:lnTo>
                <a:lnTo>
                  <a:pt x="815" y="496"/>
                </a:lnTo>
                <a:lnTo>
                  <a:pt x="814" y="506"/>
                </a:lnTo>
                <a:lnTo>
                  <a:pt x="811" y="517"/>
                </a:lnTo>
                <a:lnTo>
                  <a:pt x="809" y="528"/>
                </a:lnTo>
                <a:lnTo>
                  <a:pt x="805" y="539"/>
                </a:lnTo>
                <a:lnTo>
                  <a:pt x="802" y="549"/>
                </a:lnTo>
                <a:lnTo>
                  <a:pt x="930" y="647"/>
                </a:lnTo>
                <a:lnTo>
                  <a:pt x="930" y="647"/>
                </a:lnTo>
                <a:lnTo>
                  <a:pt x="945" y="629"/>
                </a:lnTo>
                <a:lnTo>
                  <a:pt x="958" y="611"/>
                </a:lnTo>
                <a:lnTo>
                  <a:pt x="969" y="592"/>
                </a:lnTo>
                <a:lnTo>
                  <a:pt x="979" y="573"/>
                </a:lnTo>
                <a:lnTo>
                  <a:pt x="986" y="552"/>
                </a:lnTo>
                <a:lnTo>
                  <a:pt x="991" y="531"/>
                </a:lnTo>
                <a:lnTo>
                  <a:pt x="994" y="510"/>
                </a:lnTo>
                <a:lnTo>
                  <a:pt x="995" y="488"/>
                </a:lnTo>
                <a:lnTo>
                  <a:pt x="994" y="467"/>
                </a:lnTo>
                <a:lnTo>
                  <a:pt x="991" y="445"/>
                </a:lnTo>
                <a:lnTo>
                  <a:pt x="986" y="425"/>
                </a:lnTo>
                <a:lnTo>
                  <a:pt x="979" y="404"/>
                </a:lnTo>
                <a:lnTo>
                  <a:pt x="969" y="384"/>
                </a:lnTo>
                <a:lnTo>
                  <a:pt x="958" y="365"/>
                </a:lnTo>
                <a:lnTo>
                  <a:pt x="945" y="347"/>
                </a:lnTo>
                <a:lnTo>
                  <a:pt x="930" y="329"/>
                </a:lnTo>
                <a:lnTo>
                  <a:pt x="771" y="172"/>
                </a:lnTo>
                <a:lnTo>
                  <a:pt x="771" y="172"/>
                </a:lnTo>
                <a:lnTo>
                  <a:pt x="754" y="156"/>
                </a:lnTo>
                <a:lnTo>
                  <a:pt x="736" y="143"/>
                </a:lnTo>
                <a:lnTo>
                  <a:pt x="717" y="131"/>
                </a:lnTo>
                <a:lnTo>
                  <a:pt x="697" y="122"/>
                </a:lnTo>
                <a:lnTo>
                  <a:pt x="676" y="114"/>
                </a:lnTo>
                <a:lnTo>
                  <a:pt x="655" y="110"/>
                </a:lnTo>
                <a:lnTo>
                  <a:pt x="633" y="107"/>
                </a:lnTo>
                <a:lnTo>
                  <a:pt x="612" y="106"/>
                </a:lnTo>
                <a:lnTo>
                  <a:pt x="590" y="107"/>
                </a:lnTo>
                <a:lnTo>
                  <a:pt x="570" y="110"/>
                </a:lnTo>
                <a:lnTo>
                  <a:pt x="549" y="114"/>
                </a:lnTo>
                <a:lnTo>
                  <a:pt x="528" y="122"/>
                </a:lnTo>
                <a:lnTo>
                  <a:pt x="508" y="131"/>
                </a:lnTo>
                <a:lnTo>
                  <a:pt x="489" y="143"/>
                </a:lnTo>
                <a:lnTo>
                  <a:pt x="471" y="156"/>
                </a:lnTo>
                <a:lnTo>
                  <a:pt x="454" y="172"/>
                </a:lnTo>
                <a:lnTo>
                  <a:pt x="66" y="564"/>
                </a:lnTo>
                <a:lnTo>
                  <a:pt x="66" y="564"/>
                </a:lnTo>
                <a:lnTo>
                  <a:pt x="51" y="580"/>
                </a:lnTo>
                <a:lnTo>
                  <a:pt x="37" y="598"/>
                </a:lnTo>
                <a:lnTo>
                  <a:pt x="26" y="617"/>
                </a:lnTo>
                <a:lnTo>
                  <a:pt x="17" y="638"/>
                </a:lnTo>
                <a:lnTo>
                  <a:pt x="10" y="658"/>
                </a:lnTo>
                <a:lnTo>
                  <a:pt x="5" y="678"/>
                </a:lnTo>
                <a:lnTo>
                  <a:pt x="1" y="700"/>
                </a:lnTo>
                <a:lnTo>
                  <a:pt x="0" y="721"/>
                </a:lnTo>
                <a:lnTo>
                  <a:pt x="1" y="743"/>
                </a:lnTo>
                <a:lnTo>
                  <a:pt x="5" y="764"/>
                </a:lnTo>
                <a:lnTo>
                  <a:pt x="10" y="786"/>
                </a:lnTo>
                <a:lnTo>
                  <a:pt x="17" y="806"/>
                </a:lnTo>
                <a:lnTo>
                  <a:pt x="26" y="825"/>
                </a:lnTo>
                <a:lnTo>
                  <a:pt x="37" y="844"/>
                </a:lnTo>
                <a:lnTo>
                  <a:pt x="51" y="864"/>
                </a:lnTo>
                <a:lnTo>
                  <a:pt x="66" y="880"/>
                </a:lnTo>
                <a:lnTo>
                  <a:pt x="221" y="1043"/>
                </a:lnTo>
                <a:lnTo>
                  <a:pt x="221" y="1043"/>
                </a:lnTo>
                <a:lnTo>
                  <a:pt x="238" y="1058"/>
                </a:lnTo>
                <a:lnTo>
                  <a:pt x="256" y="1072"/>
                </a:lnTo>
                <a:lnTo>
                  <a:pt x="275" y="1083"/>
                </a:lnTo>
                <a:lnTo>
                  <a:pt x="295" y="1092"/>
                </a:lnTo>
                <a:lnTo>
                  <a:pt x="315" y="1099"/>
                </a:lnTo>
                <a:lnTo>
                  <a:pt x="336" y="1105"/>
                </a:lnTo>
                <a:lnTo>
                  <a:pt x="357" y="1107"/>
                </a:lnTo>
                <a:lnTo>
                  <a:pt x="379" y="1109"/>
                </a:lnTo>
                <a:lnTo>
                  <a:pt x="400" y="1107"/>
                </a:lnTo>
                <a:lnTo>
                  <a:pt x="422" y="1105"/>
                </a:lnTo>
                <a:lnTo>
                  <a:pt x="443" y="1099"/>
                </a:lnTo>
                <a:lnTo>
                  <a:pt x="464" y="1092"/>
                </a:lnTo>
                <a:lnTo>
                  <a:pt x="484" y="1083"/>
                </a:lnTo>
                <a:lnTo>
                  <a:pt x="502" y="1072"/>
                </a:lnTo>
                <a:lnTo>
                  <a:pt x="521" y="1058"/>
                </a:lnTo>
                <a:lnTo>
                  <a:pt x="538" y="1043"/>
                </a:lnTo>
                <a:lnTo>
                  <a:pt x="688" y="883"/>
                </a:lnTo>
                <a:lnTo>
                  <a:pt x="581" y="780"/>
                </a:lnTo>
                <a:lnTo>
                  <a:pt x="490" y="885"/>
                </a:lnTo>
                <a:close/>
                <a:moveTo>
                  <a:pt x="1475" y="220"/>
                </a:moveTo>
                <a:lnTo>
                  <a:pt x="1299" y="65"/>
                </a:lnTo>
                <a:lnTo>
                  <a:pt x="1299" y="65"/>
                </a:lnTo>
                <a:lnTo>
                  <a:pt x="1282" y="50"/>
                </a:lnTo>
                <a:lnTo>
                  <a:pt x="1264" y="37"/>
                </a:lnTo>
                <a:lnTo>
                  <a:pt x="1245" y="26"/>
                </a:lnTo>
                <a:lnTo>
                  <a:pt x="1225" y="16"/>
                </a:lnTo>
                <a:lnTo>
                  <a:pt x="1205" y="9"/>
                </a:lnTo>
                <a:lnTo>
                  <a:pt x="1183" y="4"/>
                </a:lnTo>
                <a:lnTo>
                  <a:pt x="1163" y="1"/>
                </a:lnTo>
                <a:lnTo>
                  <a:pt x="1141" y="0"/>
                </a:lnTo>
                <a:lnTo>
                  <a:pt x="1120" y="1"/>
                </a:lnTo>
                <a:lnTo>
                  <a:pt x="1098" y="4"/>
                </a:lnTo>
                <a:lnTo>
                  <a:pt x="1077" y="9"/>
                </a:lnTo>
                <a:lnTo>
                  <a:pt x="1056" y="16"/>
                </a:lnTo>
                <a:lnTo>
                  <a:pt x="1036" y="26"/>
                </a:lnTo>
                <a:lnTo>
                  <a:pt x="1017" y="37"/>
                </a:lnTo>
                <a:lnTo>
                  <a:pt x="999" y="50"/>
                </a:lnTo>
                <a:lnTo>
                  <a:pt x="982" y="65"/>
                </a:lnTo>
                <a:lnTo>
                  <a:pt x="982" y="65"/>
                </a:lnTo>
                <a:lnTo>
                  <a:pt x="982" y="67"/>
                </a:lnTo>
                <a:lnTo>
                  <a:pt x="974" y="76"/>
                </a:lnTo>
                <a:lnTo>
                  <a:pt x="949" y="104"/>
                </a:lnTo>
                <a:lnTo>
                  <a:pt x="896" y="156"/>
                </a:lnTo>
                <a:lnTo>
                  <a:pt x="1001" y="257"/>
                </a:lnTo>
                <a:lnTo>
                  <a:pt x="1048" y="205"/>
                </a:lnTo>
                <a:lnTo>
                  <a:pt x="1048" y="205"/>
                </a:lnTo>
                <a:lnTo>
                  <a:pt x="1060" y="196"/>
                </a:lnTo>
                <a:lnTo>
                  <a:pt x="1072" y="186"/>
                </a:lnTo>
                <a:lnTo>
                  <a:pt x="1085" y="179"/>
                </a:lnTo>
                <a:lnTo>
                  <a:pt x="1098" y="173"/>
                </a:lnTo>
                <a:lnTo>
                  <a:pt x="1111" y="168"/>
                </a:lnTo>
                <a:lnTo>
                  <a:pt x="1126" y="165"/>
                </a:lnTo>
                <a:lnTo>
                  <a:pt x="1140" y="162"/>
                </a:lnTo>
                <a:lnTo>
                  <a:pt x="1154" y="162"/>
                </a:lnTo>
                <a:lnTo>
                  <a:pt x="1169" y="162"/>
                </a:lnTo>
                <a:lnTo>
                  <a:pt x="1183" y="165"/>
                </a:lnTo>
                <a:lnTo>
                  <a:pt x="1196" y="168"/>
                </a:lnTo>
                <a:lnTo>
                  <a:pt x="1211" y="173"/>
                </a:lnTo>
                <a:lnTo>
                  <a:pt x="1224" y="179"/>
                </a:lnTo>
                <a:lnTo>
                  <a:pt x="1237" y="186"/>
                </a:lnTo>
                <a:lnTo>
                  <a:pt x="1249" y="196"/>
                </a:lnTo>
                <a:lnTo>
                  <a:pt x="1260" y="205"/>
                </a:lnTo>
                <a:lnTo>
                  <a:pt x="1313" y="258"/>
                </a:lnTo>
                <a:lnTo>
                  <a:pt x="1313" y="258"/>
                </a:lnTo>
                <a:lnTo>
                  <a:pt x="1323" y="270"/>
                </a:lnTo>
                <a:lnTo>
                  <a:pt x="1332" y="282"/>
                </a:lnTo>
                <a:lnTo>
                  <a:pt x="1340" y="295"/>
                </a:lnTo>
                <a:lnTo>
                  <a:pt x="1346" y="308"/>
                </a:lnTo>
                <a:lnTo>
                  <a:pt x="1350" y="321"/>
                </a:lnTo>
                <a:lnTo>
                  <a:pt x="1354" y="335"/>
                </a:lnTo>
                <a:lnTo>
                  <a:pt x="1356" y="350"/>
                </a:lnTo>
                <a:lnTo>
                  <a:pt x="1356" y="364"/>
                </a:lnTo>
                <a:lnTo>
                  <a:pt x="1356" y="378"/>
                </a:lnTo>
                <a:lnTo>
                  <a:pt x="1354" y="393"/>
                </a:lnTo>
                <a:lnTo>
                  <a:pt x="1350" y="406"/>
                </a:lnTo>
                <a:lnTo>
                  <a:pt x="1346" y="420"/>
                </a:lnTo>
                <a:lnTo>
                  <a:pt x="1340" y="433"/>
                </a:lnTo>
                <a:lnTo>
                  <a:pt x="1332" y="447"/>
                </a:lnTo>
                <a:lnTo>
                  <a:pt x="1323" y="459"/>
                </a:lnTo>
                <a:lnTo>
                  <a:pt x="1313" y="469"/>
                </a:lnTo>
                <a:lnTo>
                  <a:pt x="1055" y="737"/>
                </a:lnTo>
                <a:lnTo>
                  <a:pt x="1055" y="737"/>
                </a:lnTo>
                <a:lnTo>
                  <a:pt x="1043" y="748"/>
                </a:lnTo>
                <a:lnTo>
                  <a:pt x="1031" y="756"/>
                </a:lnTo>
                <a:lnTo>
                  <a:pt x="1018" y="763"/>
                </a:lnTo>
                <a:lnTo>
                  <a:pt x="1005" y="770"/>
                </a:lnTo>
                <a:lnTo>
                  <a:pt x="992" y="775"/>
                </a:lnTo>
                <a:lnTo>
                  <a:pt x="978" y="778"/>
                </a:lnTo>
                <a:lnTo>
                  <a:pt x="963" y="780"/>
                </a:lnTo>
                <a:lnTo>
                  <a:pt x="949" y="781"/>
                </a:lnTo>
                <a:lnTo>
                  <a:pt x="935" y="780"/>
                </a:lnTo>
                <a:lnTo>
                  <a:pt x="920" y="778"/>
                </a:lnTo>
                <a:lnTo>
                  <a:pt x="906" y="775"/>
                </a:lnTo>
                <a:lnTo>
                  <a:pt x="893" y="770"/>
                </a:lnTo>
                <a:lnTo>
                  <a:pt x="880" y="763"/>
                </a:lnTo>
                <a:lnTo>
                  <a:pt x="866" y="756"/>
                </a:lnTo>
                <a:lnTo>
                  <a:pt x="854" y="748"/>
                </a:lnTo>
                <a:lnTo>
                  <a:pt x="844" y="737"/>
                </a:lnTo>
                <a:lnTo>
                  <a:pt x="799" y="665"/>
                </a:lnTo>
                <a:lnTo>
                  <a:pt x="799" y="665"/>
                </a:lnTo>
                <a:lnTo>
                  <a:pt x="784" y="653"/>
                </a:lnTo>
                <a:lnTo>
                  <a:pt x="771" y="643"/>
                </a:lnTo>
                <a:lnTo>
                  <a:pt x="760" y="632"/>
                </a:lnTo>
                <a:lnTo>
                  <a:pt x="752" y="622"/>
                </a:lnTo>
                <a:lnTo>
                  <a:pt x="745" y="614"/>
                </a:lnTo>
                <a:lnTo>
                  <a:pt x="740" y="607"/>
                </a:lnTo>
                <a:lnTo>
                  <a:pt x="736" y="598"/>
                </a:lnTo>
                <a:lnTo>
                  <a:pt x="735" y="592"/>
                </a:lnTo>
                <a:lnTo>
                  <a:pt x="734" y="585"/>
                </a:lnTo>
                <a:lnTo>
                  <a:pt x="734" y="578"/>
                </a:lnTo>
                <a:lnTo>
                  <a:pt x="736" y="565"/>
                </a:lnTo>
                <a:lnTo>
                  <a:pt x="741" y="551"/>
                </a:lnTo>
                <a:lnTo>
                  <a:pt x="745" y="535"/>
                </a:lnTo>
                <a:lnTo>
                  <a:pt x="627" y="420"/>
                </a:lnTo>
                <a:lnTo>
                  <a:pt x="627" y="420"/>
                </a:lnTo>
                <a:lnTo>
                  <a:pt x="612" y="437"/>
                </a:lnTo>
                <a:lnTo>
                  <a:pt x="599" y="455"/>
                </a:lnTo>
                <a:lnTo>
                  <a:pt x="587" y="473"/>
                </a:lnTo>
                <a:lnTo>
                  <a:pt x="576" y="492"/>
                </a:lnTo>
                <a:lnTo>
                  <a:pt x="568" y="511"/>
                </a:lnTo>
                <a:lnTo>
                  <a:pt x="562" y="531"/>
                </a:lnTo>
                <a:lnTo>
                  <a:pt x="558" y="552"/>
                </a:lnTo>
                <a:lnTo>
                  <a:pt x="556" y="572"/>
                </a:lnTo>
                <a:lnTo>
                  <a:pt x="556" y="594"/>
                </a:lnTo>
                <a:lnTo>
                  <a:pt x="559" y="614"/>
                </a:lnTo>
                <a:lnTo>
                  <a:pt x="564" y="635"/>
                </a:lnTo>
                <a:lnTo>
                  <a:pt x="571" y="656"/>
                </a:lnTo>
                <a:lnTo>
                  <a:pt x="582" y="677"/>
                </a:lnTo>
                <a:lnTo>
                  <a:pt x="594" y="698"/>
                </a:lnTo>
                <a:lnTo>
                  <a:pt x="609" y="718"/>
                </a:lnTo>
                <a:lnTo>
                  <a:pt x="627" y="737"/>
                </a:lnTo>
                <a:lnTo>
                  <a:pt x="786" y="891"/>
                </a:lnTo>
                <a:lnTo>
                  <a:pt x="786" y="891"/>
                </a:lnTo>
                <a:lnTo>
                  <a:pt x="803" y="907"/>
                </a:lnTo>
                <a:lnTo>
                  <a:pt x="822" y="920"/>
                </a:lnTo>
                <a:lnTo>
                  <a:pt x="840" y="932"/>
                </a:lnTo>
                <a:lnTo>
                  <a:pt x="860" y="941"/>
                </a:lnTo>
                <a:lnTo>
                  <a:pt x="881" y="948"/>
                </a:lnTo>
                <a:lnTo>
                  <a:pt x="902" y="953"/>
                </a:lnTo>
                <a:lnTo>
                  <a:pt x="924" y="956"/>
                </a:lnTo>
                <a:lnTo>
                  <a:pt x="945" y="957"/>
                </a:lnTo>
                <a:lnTo>
                  <a:pt x="967" y="956"/>
                </a:lnTo>
                <a:lnTo>
                  <a:pt x="988" y="953"/>
                </a:lnTo>
                <a:lnTo>
                  <a:pt x="1009" y="948"/>
                </a:lnTo>
                <a:lnTo>
                  <a:pt x="1029" y="941"/>
                </a:lnTo>
                <a:lnTo>
                  <a:pt x="1049" y="932"/>
                </a:lnTo>
                <a:lnTo>
                  <a:pt x="1068" y="920"/>
                </a:lnTo>
                <a:lnTo>
                  <a:pt x="1086" y="907"/>
                </a:lnTo>
                <a:lnTo>
                  <a:pt x="1103" y="891"/>
                </a:lnTo>
                <a:lnTo>
                  <a:pt x="1475" y="537"/>
                </a:lnTo>
                <a:lnTo>
                  <a:pt x="1475" y="537"/>
                </a:lnTo>
                <a:lnTo>
                  <a:pt x="1485" y="523"/>
                </a:lnTo>
                <a:lnTo>
                  <a:pt x="1495" y="510"/>
                </a:lnTo>
                <a:lnTo>
                  <a:pt x="1503" y="496"/>
                </a:lnTo>
                <a:lnTo>
                  <a:pt x="1511" y="482"/>
                </a:lnTo>
                <a:lnTo>
                  <a:pt x="1517" y="468"/>
                </a:lnTo>
                <a:lnTo>
                  <a:pt x="1521" y="455"/>
                </a:lnTo>
                <a:lnTo>
                  <a:pt x="1525" y="441"/>
                </a:lnTo>
                <a:lnTo>
                  <a:pt x="1527" y="427"/>
                </a:lnTo>
                <a:lnTo>
                  <a:pt x="1530" y="413"/>
                </a:lnTo>
                <a:lnTo>
                  <a:pt x="1530" y="400"/>
                </a:lnTo>
                <a:lnTo>
                  <a:pt x="1530" y="387"/>
                </a:lnTo>
                <a:lnTo>
                  <a:pt x="1530" y="374"/>
                </a:lnTo>
                <a:lnTo>
                  <a:pt x="1526" y="349"/>
                </a:lnTo>
                <a:lnTo>
                  <a:pt x="1521" y="325"/>
                </a:lnTo>
                <a:lnTo>
                  <a:pt x="1515" y="303"/>
                </a:lnTo>
                <a:lnTo>
                  <a:pt x="1508" y="283"/>
                </a:lnTo>
                <a:lnTo>
                  <a:pt x="1500" y="265"/>
                </a:lnTo>
                <a:lnTo>
                  <a:pt x="1493" y="249"/>
                </a:lnTo>
                <a:lnTo>
                  <a:pt x="1479" y="228"/>
                </a:lnTo>
                <a:lnTo>
                  <a:pt x="1475" y="220"/>
                </a:lnTo>
                <a:lnTo>
                  <a:pt x="1475" y="2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6105128" y="1267686"/>
            <a:ext cx="967544" cy="1080000"/>
          </a:xfrm>
          <a:custGeom>
            <a:avLst/>
            <a:gdLst>
              <a:gd name="T0" fmla="*/ 203 w 1366"/>
              <a:gd name="T1" fmla="*/ 312 h 1529"/>
              <a:gd name="T2" fmla="*/ 215 w 1366"/>
              <a:gd name="T3" fmla="*/ 252 h 1529"/>
              <a:gd name="T4" fmla="*/ 55 w 1366"/>
              <a:gd name="T5" fmla="*/ 218 h 1529"/>
              <a:gd name="T6" fmla="*/ 4 w 1366"/>
              <a:gd name="T7" fmla="*/ 252 h 1529"/>
              <a:gd name="T8" fmla="*/ 16 w 1366"/>
              <a:gd name="T9" fmla="*/ 312 h 1529"/>
              <a:gd name="T10" fmla="*/ 218 w 1366"/>
              <a:gd name="T11" fmla="*/ 1147 h 1529"/>
              <a:gd name="T12" fmla="*/ 175 w 1366"/>
              <a:gd name="T13" fmla="*/ 1093 h 1529"/>
              <a:gd name="T14" fmla="*/ 16 w 1366"/>
              <a:gd name="T15" fmla="*/ 1109 h 1529"/>
              <a:gd name="T16" fmla="*/ 4 w 1366"/>
              <a:gd name="T17" fmla="*/ 1168 h 1529"/>
              <a:gd name="T18" fmla="*/ 165 w 1366"/>
              <a:gd name="T19" fmla="*/ 1202 h 1529"/>
              <a:gd name="T20" fmla="*/ 215 w 1366"/>
              <a:gd name="T21" fmla="*/ 1168 h 1529"/>
              <a:gd name="T22" fmla="*/ 7 w 1366"/>
              <a:gd name="T23" fmla="*/ 731 h 1529"/>
              <a:gd name="T24" fmla="*/ 165 w 1366"/>
              <a:gd name="T25" fmla="*/ 764 h 1529"/>
              <a:gd name="T26" fmla="*/ 215 w 1366"/>
              <a:gd name="T27" fmla="*/ 731 h 1529"/>
              <a:gd name="T28" fmla="*/ 203 w 1366"/>
              <a:gd name="T29" fmla="*/ 671 h 1529"/>
              <a:gd name="T30" fmla="*/ 46 w 1366"/>
              <a:gd name="T31" fmla="*/ 657 h 1529"/>
              <a:gd name="T32" fmla="*/ 2 w 1366"/>
              <a:gd name="T33" fmla="*/ 709 h 1529"/>
              <a:gd name="T34" fmla="*/ 504 w 1366"/>
              <a:gd name="T35" fmla="*/ 496 h 1529"/>
              <a:gd name="T36" fmla="*/ 492 w 1366"/>
              <a:gd name="T37" fmla="*/ 524 h 1529"/>
              <a:gd name="T38" fmla="*/ 519 w 1366"/>
              <a:gd name="T39" fmla="*/ 546 h 1529"/>
              <a:gd name="T40" fmla="*/ 978 w 1366"/>
              <a:gd name="T41" fmla="*/ 534 h 1529"/>
              <a:gd name="T42" fmla="*/ 978 w 1366"/>
              <a:gd name="T43" fmla="*/ 504 h 1529"/>
              <a:gd name="T44" fmla="*/ 1312 w 1366"/>
              <a:gd name="T45" fmla="*/ 58 h 1529"/>
              <a:gd name="T46" fmla="*/ 1178 w 1366"/>
              <a:gd name="T47" fmla="*/ 9 h 1529"/>
              <a:gd name="T48" fmla="*/ 145 w 1366"/>
              <a:gd name="T49" fmla="*/ 4 h 1529"/>
              <a:gd name="T50" fmla="*/ 112 w 1366"/>
              <a:gd name="T51" fmla="*/ 160 h 1529"/>
              <a:gd name="T52" fmla="*/ 221 w 1366"/>
              <a:gd name="T53" fmla="*/ 178 h 1529"/>
              <a:gd name="T54" fmla="*/ 273 w 1366"/>
              <a:gd name="T55" fmla="*/ 252 h 1529"/>
              <a:gd name="T56" fmla="*/ 261 w 1366"/>
              <a:gd name="T57" fmla="*/ 325 h 1529"/>
              <a:gd name="T58" fmla="*/ 184 w 1366"/>
              <a:gd name="T59" fmla="*/ 377 h 1529"/>
              <a:gd name="T60" fmla="*/ 181 w 1366"/>
              <a:gd name="T61" fmla="*/ 600 h 1529"/>
              <a:gd name="T62" fmla="*/ 259 w 1366"/>
              <a:gd name="T63" fmla="*/ 646 h 1529"/>
              <a:gd name="T64" fmla="*/ 273 w 1366"/>
              <a:gd name="T65" fmla="*/ 730 h 1529"/>
              <a:gd name="T66" fmla="*/ 224 w 1366"/>
              <a:gd name="T67" fmla="*/ 803 h 1529"/>
              <a:gd name="T68" fmla="*/ 166 w 1366"/>
              <a:gd name="T69" fmla="*/ 1034 h 1529"/>
              <a:gd name="T70" fmla="*/ 230 w 1366"/>
              <a:gd name="T71" fmla="*/ 1056 h 1529"/>
              <a:gd name="T72" fmla="*/ 274 w 1366"/>
              <a:gd name="T73" fmla="*/ 1147 h 1529"/>
              <a:gd name="T74" fmla="*/ 254 w 1366"/>
              <a:gd name="T75" fmla="*/ 1214 h 1529"/>
              <a:gd name="T76" fmla="*/ 162 w 1366"/>
              <a:gd name="T77" fmla="*/ 1259 h 1529"/>
              <a:gd name="T78" fmla="*/ 145 w 1366"/>
              <a:gd name="T79" fmla="*/ 1432 h 1529"/>
              <a:gd name="T80" fmla="*/ 236 w 1366"/>
              <a:gd name="T81" fmla="*/ 1522 h 1529"/>
              <a:gd name="T82" fmla="*/ 1323 w 1366"/>
              <a:gd name="T83" fmla="*/ 1527 h 1529"/>
              <a:gd name="T84" fmla="*/ 1363 w 1366"/>
              <a:gd name="T85" fmla="*/ 1492 h 1529"/>
              <a:gd name="T86" fmla="*/ 1355 w 1366"/>
              <a:gd name="T87" fmla="*/ 85 h 1529"/>
              <a:gd name="T88" fmla="*/ 1312 w 1366"/>
              <a:gd name="T89" fmla="*/ 58 h 1529"/>
              <a:gd name="T90" fmla="*/ 1202 w 1366"/>
              <a:gd name="T91" fmla="*/ 1420 h 1529"/>
              <a:gd name="T92" fmla="*/ 226 w 1366"/>
              <a:gd name="T93" fmla="*/ 1388 h 1529"/>
              <a:gd name="T94" fmla="*/ 1159 w 1366"/>
              <a:gd name="T95" fmla="*/ 1362 h 1529"/>
              <a:gd name="T96" fmla="*/ 1202 w 1366"/>
              <a:gd name="T97" fmla="*/ 1308 h 1529"/>
              <a:gd name="T98" fmla="*/ 1252 w 1366"/>
              <a:gd name="T99" fmla="*/ 1394 h 1529"/>
              <a:gd name="T100" fmla="*/ 1213 w 1366"/>
              <a:gd name="T101" fmla="*/ 1419 h 1529"/>
              <a:gd name="T102" fmla="*/ 509 w 1366"/>
              <a:gd name="T103" fmla="*/ 657 h 1529"/>
              <a:gd name="T104" fmla="*/ 492 w 1366"/>
              <a:gd name="T105" fmla="*/ 682 h 1529"/>
              <a:gd name="T106" fmla="*/ 514 w 1366"/>
              <a:gd name="T107" fmla="*/ 709 h 1529"/>
              <a:gd name="T108" fmla="*/ 976 w 1366"/>
              <a:gd name="T109" fmla="*/ 702 h 1529"/>
              <a:gd name="T110" fmla="*/ 982 w 1366"/>
              <a:gd name="T111" fmla="*/ 672 h 1529"/>
              <a:gd name="T112" fmla="*/ 956 w 1366"/>
              <a:gd name="T113" fmla="*/ 656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66" h="1529">
                <a:moveTo>
                  <a:pt x="55" y="327"/>
                </a:moveTo>
                <a:lnTo>
                  <a:pt x="165" y="327"/>
                </a:lnTo>
                <a:lnTo>
                  <a:pt x="165" y="327"/>
                </a:lnTo>
                <a:lnTo>
                  <a:pt x="175" y="326"/>
                </a:lnTo>
                <a:lnTo>
                  <a:pt x="185" y="324"/>
                </a:lnTo>
                <a:lnTo>
                  <a:pt x="194" y="318"/>
                </a:lnTo>
                <a:lnTo>
                  <a:pt x="203" y="312"/>
                </a:lnTo>
                <a:lnTo>
                  <a:pt x="210" y="303"/>
                </a:lnTo>
                <a:lnTo>
                  <a:pt x="215" y="294"/>
                </a:lnTo>
                <a:lnTo>
                  <a:pt x="217" y="284"/>
                </a:lnTo>
                <a:lnTo>
                  <a:pt x="218" y="273"/>
                </a:lnTo>
                <a:lnTo>
                  <a:pt x="218" y="273"/>
                </a:lnTo>
                <a:lnTo>
                  <a:pt x="217" y="261"/>
                </a:lnTo>
                <a:lnTo>
                  <a:pt x="215" y="252"/>
                </a:lnTo>
                <a:lnTo>
                  <a:pt x="210" y="242"/>
                </a:lnTo>
                <a:lnTo>
                  <a:pt x="203" y="234"/>
                </a:lnTo>
                <a:lnTo>
                  <a:pt x="194" y="228"/>
                </a:lnTo>
                <a:lnTo>
                  <a:pt x="185" y="222"/>
                </a:lnTo>
                <a:lnTo>
                  <a:pt x="175" y="220"/>
                </a:lnTo>
                <a:lnTo>
                  <a:pt x="165" y="218"/>
                </a:lnTo>
                <a:lnTo>
                  <a:pt x="55" y="218"/>
                </a:lnTo>
                <a:lnTo>
                  <a:pt x="55" y="218"/>
                </a:lnTo>
                <a:lnTo>
                  <a:pt x="44" y="220"/>
                </a:lnTo>
                <a:lnTo>
                  <a:pt x="33" y="222"/>
                </a:lnTo>
                <a:lnTo>
                  <a:pt x="25" y="228"/>
                </a:lnTo>
                <a:lnTo>
                  <a:pt x="16" y="234"/>
                </a:lnTo>
                <a:lnTo>
                  <a:pt x="9" y="242"/>
                </a:lnTo>
                <a:lnTo>
                  <a:pt x="4" y="252"/>
                </a:lnTo>
                <a:lnTo>
                  <a:pt x="1" y="261"/>
                </a:lnTo>
                <a:lnTo>
                  <a:pt x="0" y="273"/>
                </a:lnTo>
                <a:lnTo>
                  <a:pt x="0" y="273"/>
                </a:lnTo>
                <a:lnTo>
                  <a:pt x="1" y="284"/>
                </a:lnTo>
                <a:lnTo>
                  <a:pt x="4" y="294"/>
                </a:lnTo>
                <a:lnTo>
                  <a:pt x="9" y="303"/>
                </a:lnTo>
                <a:lnTo>
                  <a:pt x="16" y="312"/>
                </a:lnTo>
                <a:lnTo>
                  <a:pt x="25" y="318"/>
                </a:lnTo>
                <a:lnTo>
                  <a:pt x="33" y="324"/>
                </a:lnTo>
                <a:lnTo>
                  <a:pt x="44" y="326"/>
                </a:lnTo>
                <a:lnTo>
                  <a:pt x="55" y="327"/>
                </a:lnTo>
                <a:lnTo>
                  <a:pt x="55" y="327"/>
                </a:lnTo>
                <a:close/>
                <a:moveTo>
                  <a:pt x="218" y="1147"/>
                </a:moveTo>
                <a:lnTo>
                  <a:pt x="218" y="1147"/>
                </a:lnTo>
                <a:lnTo>
                  <a:pt x="217" y="1136"/>
                </a:lnTo>
                <a:lnTo>
                  <a:pt x="215" y="1125"/>
                </a:lnTo>
                <a:lnTo>
                  <a:pt x="210" y="1116"/>
                </a:lnTo>
                <a:lnTo>
                  <a:pt x="203" y="1109"/>
                </a:lnTo>
                <a:lnTo>
                  <a:pt x="194" y="1101"/>
                </a:lnTo>
                <a:lnTo>
                  <a:pt x="185" y="1097"/>
                </a:lnTo>
                <a:lnTo>
                  <a:pt x="175" y="1093"/>
                </a:lnTo>
                <a:lnTo>
                  <a:pt x="165" y="1092"/>
                </a:lnTo>
                <a:lnTo>
                  <a:pt x="55" y="1092"/>
                </a:lnTo>
                <a:lnTo>
                  <a:pt x="55" y="1092"/>
                </a:lnTo>
                <a:lnTo>
                  <a:pt x="44" y="1093"/>
                </a:lnTo>
                <a:lnTo>
                  <a:pt x="33" y="1097"/>
                </a:lnTo>
                <a:lnTo>
                  <a:pt x="25" y="1101"/>
                </a:lnTo>
                <a:lnTo>
                  <a:pt x="16" y="1109"/>
                </a:lnTo>
                <a:lnTo>
                  <a:pt x="9" y="1116"/>
                </a:lnTo>
                <a:lnTo>
                  <a:pt x="4" y="1125"/>
                </a:lnTo>
                <a:lnTo>
                  <a:pt x="1" y="1136"/>
                </a:lnTo>
                <a:lnTo>
                  <a:pt x="0" y="1147"/>
                </a:lnTo>
                <a:lnTo>
                  <a:pt x="0" y="1147"/>
                </a:lnTo>
                <a:lnTo>
                  <a:pt x="1" y="1158"/>
                </a:lnTo>
                <a:lnTo>
                  <a:pt x="4" y="1168"/>
                </a:lnTo>
                <a:lnTo>
                  <a:pt x="9" y="1178"/>
                </a:lnTo>
                <a:lnTo>
                  <a:pt x="16" y="1185"/>
                </a:lnTo>
                <a:lnTo>
                  <a:pt x="25" y="1192"/>
                </a:lnTo>
                <a:lnTo>
                  <a:pt x="33" y="1197"/>
                </a:lnTo>
                <a:lnTo>
                  <a:pt x="44" y="1201"/>
                </a:lnTo>
                <a:lnTo>
                  <a:pt x="55" y="1202"/>
                </a:lnTo>
                <a:lnTo>
                  <a:pt x="165" y="1202"/>
                </a:lnTo>
                <a:lnTo>
                  <a:pt x="165" y="1202"/>
                </a:lnTo>
                <a:lnTo>
                  <a:pt x="175" y="1201"/>
                </a:lnTo>
                <a:lnTo>
                  <a:pt x="185" y="1197"/>
                </a:lnTo>
                <a:lnTo>
                  <a:pt x="194" y="1192"/>
                </a:lnTo>
                <a:lnTo>
                  <a:pt x="203" y="1185"/>
                </a:lnTo>
                <a:lnTo>
                  <a:pt x="210" y="1178"/>
                </a:lnTo>
                <a:lnTo>
                  <a:pt x="215" y="1168"/>
                </a:lnTo>
                <a:lnTo>
                  <a:pt x="217" y="1158"/>
                </a:lnTo>
                <a:lnTo>
                  <a:pt x="218" y="1147"/>
                </a:lnTo>
                <a:lnTo>
                  <a:pt x="218" y="1147"/>
                </a:lnTo>
                <a:close/>
                <a:moveTo>
                  <a:pt x="2" y="709"/>
                </a:moveTo>
                <a:lnTo>
                  <a:pt x="2" y="709"/>
                </a:lnTo>
                <a:lnTo>
                  <a:pt x="3" y="721"/>
                </a:lnTo>
                <a:lnTo>
                  <a:pt x="7" y="731"/>
                </a:lnTo>
                <a:lnTo>
                  <a:pt x="12" y="741"/>
                </a:lnTo>
                <a:lnTo>
                  <a:pt x="19" y="749"/>
                </a:lnTo>
                <a:lnTo>
                  <a:pt x="27" y="755"/>
                </a:lnTo>
                <a:lnTo>
                  <a:pt x="35" y="760"/>
                </a:lnTo>
                <a:lnTo>
                  <a:pt x="46" y="763"/>
                </a:lnTo>
                <a:lnTo>
                  <a:pt x="57" y="764"/>
                </a:lnTo>
                <a:lnTo>
                  <a:pt x="165" y="764"/>
                </a:lnTo>
                <a:lnTo>
                  <a:pt x="165" y="764"/>
                </a:lnTo>
                <a:lnTo>
                  <a:pt x="175" y="763"/>
                </a:lnTo>
                <a:lnTo>
                  <a:pt x="185" y="760"/>
                </a:lnTo>
                <a:lnTo>
                  <a:pt x="194" y="755"/>
                </a:lnTo>
                <a:lnTo>
                  <a:pt x="203" y="749"/>
                </a:lnTo>
                <a:lnTo>
                  <a:pt x="210" y="741"/>
                </a:lnTo>
                <a:lnTo>
                  <a:pt x="215" y="731"/>
                </a:lnTo>
                <a:lnTo>
                  <a:pt x="217" y="721"/>
                </a:lnTo>
                <a:lnTo>
                  <a:pt x="218" y="709"/>
                </a:lnTo>
                <a:lnTo>
                  <a:pt x="218" y="709"/>
                </a:lnTo>
                <a:lnTo>
                  <a:pt x="217" y="699"/>
                </a:lnTo>
                <a:lnTo>
                  <a:pt x="215" y="689"/>
                </a:lnTo>
                <a:lnTo>
                  <a:pt x="210" y="680"/>
                </a:lnTo>
                <a:lnTo>
                  <a:pt x="203" y="671"/>
                </a:lnTo>
                <a:lnTo>
                  <a:pt x="194" y="664"/>
                </a:lnTo>
                <a:lnTo>
                  <a:pt x="185" y="659"/>
                </a:lnTo>
                <a:lnTo>
                  <a:pt x="175" y="657"/>
                </a:lnTo>
                <a:lnTo>
                  <a:pt x="165" y="656"/>
                </a:lnTo>
                <a:lnTo>
                  <a:pt x="57" y="656"/>
                </a:lnTo>
                <a:lnTo>
                  <a:pt x="57" y="656"/>
                </a:lnTo>
                <a:lnTo>
                  <a:pt x="46" y="657"/>
                </a:lnTo>
                <a:lnTo>
                  <a:pt x="35" y="659"/>
                </a:lnTo>
                <a:lnTo>
                  <a:pt x="27" y="664"/>
                </a:lnTo>
                <a:lnTo>
                  <a:pt x="19" y="671"/>
                </a:lnTo>
                <a:lnTo>
                  <a:pt x="12" y="680"/>
                </a:lnTo>
                <a:lnTo>
                  <a:pt x="7" y="689"/>
                </a:lnTo>
                <a:lnTo>
                  <a:pt x="3" y="699"/>
                </a:lnTo>
                <a:lnTo>
                  <a:pt x="2" y="709"/>
                </a:lnTo>
                <a:lnTo>
                  <a:pt x="2" y="709"/>
                </a:lnTo>
                <a:close/>
                <a:moveTo>
                  <a:pt x="956" y="491"/>
                </a:moveTo>
                <a:lnTo>
                  <a:pt x="519" y="491"/>
                </a:lnTo>
                <a:lnTo>
                  <a:pt x="519" y="491"/>
                </a:lnTo>
                <a:lnTo>
                  <a:pt x="514" y="492"/>
                </a:lnTo>
                <a:lnTo>
                  <a:pt x="509" y="493"/>
                </a:lnTo>
                <a:lnTo>
                  <a:pt x="504" y="496"/>
                </a:lnTo>
                <a:lnTo>
                  <a:pt x="500" y="499"/>
                </a:lnTo>
                <a:lnTo>
                  <a:pt x="497" y="504"/>
                </a:lnTo>
                <a:lnTo>
                  <a:pt x="494" y="508"/>
                </a:lnTo>
                <a:lnTo>
                  <a:pt x="492" y="514"/>
                </a:lnTo>
                <a:lnTo>
                  <a:pt x="492" y="518"/>
                </a:lnTo>
                <a:lnTo>
                  <a:pt x="492" y="518"/>
                </a:lnTo>
                <a:lnTo>
                  <a:pt x="492" y="524"/>
                </a:lnTo>
                <a:lnTo>
                  <a:pt x="494" y="529"/>
                </a:lnTo>
                <a:lnTo>
                  <a:pt x="497" y="534"/>
                </a:lnTo>
                <a:lnTo>
                  <a:pt x="500" y="537"/>
                </a:lnTo>
                <a:lnTo>
                  <a:pt x="504" y="541"/>
                </a:lnTo>
                <a:lnTo>
                  <a:pt x="509" y="543"/>
                </a:lnTo>
                <a:lnTo>
                  <a:pt x="514" y="546"/>
                </a:lnTo>
                <a:lnTo>
                  <a:pt x="519" y="546"/>
                </a:lnTo>
                <a:lnTo>
                  <a:pt x="956" y="546"/>
                </a:lnTo>
                <a:lnTo>
                  <a:pt x="956" y="546"/>
                </a:lnTo>
                <a:lnTo>
                  <a:pt x="962" y="546"/>
                </a:lnTo>
                <a:lnTo>
                  <a:pt x="966" y="543"/>
                </a:lnTo>
                <a:lnTo>
                  <a:pt x="971" y="541"/>
                </a:lnTo>
                <a:lnTo>
                  <a:pt x="976" y="537"/>
                </a:lnTo>
                <a:lnTo>
                  <a:pt x="978" y="534"/>
                </a:lnTo>
                <a:lnTo>
                  <a:pt x="982" y="529"/>
                </a:lnTo>
                <a:lnTo>
                  <a:pt x="983" y="524"/>
                </a:lnTo>
                <a:lnTo>
                  <a:pt x="983" y="518"/>
                </a:lnTo>
                <a:lnTo>
                  <a:pt x="983" y="518"/>
                </a:lnTo>
                <a:lnTo>
                  <a:pt x="983" y="514"/>
                </a:lnTo>
                <a:lnTo>
                  <a:pt x="982" y="508"/>
                </a:lnTo>
                <a:lnTo>
                  <a:pt x="978" y="504"/>
                </a:lnTo>
                <a:lnTo>
                  <a:pt x="976" y="499"/>
                </a:lnTo>
                <a:lnTo>
                  <a:pt x="971" y="496"/>
                </a:lnTo>
                <a:lnTo>
                  <a:pt x="966" y="493"/>
                </a:lnTo>
                <a:lnTo>
                  <a:pt x="962" y="492"/>
                </a:lnTo>
                <a:lnTo>
                  <a:pt x="956" y="491"/>
                </a:lnTo>
                <a:lnTo>
                  <a:pt x="956" y="491"/>
                </a:lnTo>
                <a:close/>
                <a:moveTo>
                  <a:pt x="1312" y="58"/>
                </a:moveTo>
                <a:lnTo>
                  <a:pt x="1202" y="55"/>
                </a:lnTo>
                <a:lnTo>
                  <a:pt x="1202" y="55"/>
                </a:lnTo>
                <a:lnTo>
                  <a:pt x="1201" y="44"/>
                </a:lnTo>
                <a:lnTo>
                  <a:pt x="1198" y="33"/>
                </a:lnTo>
                <a:lnTo>
                  <a:pt x="1192" y="24"/>
                </a:lnTo>
                <a:lnTo>
                  <a:pt x="1186" y="15"/>
                </a:lnTo>
                <a:lnTo>
                  <a:pt x="1178" y="9"/>
                </a:lnTo>
                <a:lnTo>
                  <a:pt x="1168" y="4"/>
                </a:lnTo>
                <a:lnTo>
                  <a:pt x="1159" y="1"/>
                </a:lnTo>
                <a:lnTo>
                  <a:pt x="1147" y="0"/>
                </a:lnTo>
                <a:lnTo>
                  <a:pt x="167" y="0"/>
                </a:lnTo>
                <a:lnTo>
                  <a:pt x="167" y="0"/>
                </a:lnTo>
                <a:lnTo>
                  <a:pt x="155" y="1"/>
                </a:lnTo>
                <a:lnTo>
                  <a:pt x="145" y="4"/>
                </a:lnTo>
                <a:lnTo>
                  <a:pt x="136" y="9"/>
                </a:lnTo>
                <a:lnTo>
                  <a:pt x="128" y="15"/>
                </a:lnTo>
                <a:lnTo>
                  <a:pt x="122" y="24"/>
                </a:lnTo>
                <a:lnTo>
                  <a:pt x="116" y="33"/>
                </a:lnTo>
                <a:lnTo>
                  <a:pt x="113" y="44"/>
                </a:lnTo>
                <a:lnTo>
                  <a:pt x="112" y="55"/>
                </a:lnTo>
                <a:lnTo>
                  <a:pt x="112" y="160"/>
                </a:lnTo>
                <a:lnTo>
                  <a:pt x="167" y="160"/>
                </a:lnTo>
                <a:lnTo>
                  <a:pt x="167" y="160"/>
                </a:lnTo>
                <a:lnTo>
                  <a:pt x="171" y="161"/>
                </a:lnTo>
                <a:lnTo>
                  <a:pt x="184" y="163"/>
                </a:lnTo>
                <a:lnTo>
                  <a:pt x="200" y="168"/>
                </a:lnTo>
                <a:lnTo>
                  <a:pt x="211" y="173"/>
                </a:lnTo>
                <a:lnTo>
                  <a:pt x="221" y="178"/>
                </a:lnTo>
                <a:lnTo>
                  <a:pt x="231" y="184"/>
                </a:lnTo>
                <a:lnTo>
                  <a:pt x="241" y="191"/>
                </a:lnTo>
                <a:lnTo>
                  <a:pt x="249" y="200"/>
                </a:lnTo>
                <a:lnTo>
                  <a:pt x="258" y="211"/>
                </a:lnTo>
                <a:lnTo>
                  <a:pt x="265" y="223"/>
                </a:lnTo>
                <a:lnTo>
                  <a:pt x="271" y="236"/>
                </a:lnTo>
                <a:lnTo>
                  <a:pt x="273" y="252"/>
                </a:lnTo>
                <a:lnTo>
                  <a:pt x="276" y="270"/>
                </a:lnTo>
                <a:lnTo>
                  <a:pt x="276" y="270"/>
                </a:lnTo>
                <a:lnTo>
                  <a:pt x="274" y="275"/>
                </a:lnTo>
                <a:lnTo>
                  <a:pt x="273" y="286"/>
                </a:lnTo>
                <a:lnTo>
                  <a:pt x="270" y="304"/>
                </a:lnTo>
                <a:lnTo>
                  <a:pt x="266" y="314"/>
                </a:lnTo>
                <a:lnTo>
                  <a:pt x="261" y="325"/>
                </a:lnTo>
                <a:lnTo>
                  <a:pt x="255" y="334"/>
                </a:lnTo>
                <a:lnTo>
                  <a:pt x="248" y="344"/>
                </a:lnTo>
                <a:lnTo>
                  <a:pt x="240" y="353"/>
                </a:lnTo>
                <a:lnTo>
                  <a:pt x="229" y="362"/>
                </a:lnTo>
                <a:lnTo>
                  <a:pt x="216" y="369"/>
                </a:lnTo>
                <a:lnTo>
                  <a:pt x="200" y="374"/>
                </a:lnTo>
                <a:lnTo>
                  <a:pt x="184" y="377"/>
                </a:lnTo>
                <a:lnTo>
                  <a:pt x="163" y="378"/>
                </a:lnTo>
                <a:lnTo>
                  <a:pt x="112" y="382"/>
                </a:lnTo>
                <a:lnTo>
                  <a:pt x="113" y="597"/>
                </a:lnTo>
                <a:lnTo>
                  <a:pt x="163" y="597"/>
                </a:lnTo>
                <a:lnTo>
                  <a:pt x="163" y="597"/>
                </a:lnTo>
                <a:lnTo>
                  <a:pt x="168" y="597"/>
                </a:lnTo>
                <a:lnTo>
                  <a:pt x="181" y="600"/>
                </a:lnTo>
                <a:lnTo>
                  <a:pt x="199" y="603"/>
                </a:lnTo>
                <a:lnTo>
                  <a:pt x="210" y="607"/>
                </a:lnTo>
                <a:lnTo>
                  <a:pt x="220" y="611"/>
                </a:lnTo>
                <a:lnTo>
                  <a:pt x="230" y="617"/>
                </a:lnTo>
                <a:lnTo>
                  <a:pt x="241" y="626"/>
                </a:lnTo>
                <a:lnTo>
                  <a:pt x="251" y="635"/>
                </a:lnTo>
                <a:lnTo>
                  <a:pt x="259" y="646"/>
                </a:lnTo>
                <a:lnTo>
                  <a:pt x="266" y="659"/>
                </a:lnTo>
                <a:lnTo>
                  <a:pt x="271" y="675"/>
                </a:lnTo>
                <a:lnTo>
                  <a:pt x="274" y="693"/>
                </a:lnTo>
                <a:lnTo>
                  <a:pt x="277" y="713"/>
                </a:lnTo>
                <a:lnTo>
                  <a:pt x="277" y="713"/>
                </a:lnTo>
                <a:lnTo>
                  <a:pt x="276" y="718"/>
                </a:lnTo>
                <a:lnTo>
                  <a:pt x="273" y="730"/>
                </a:lnTo>
                <a:lnTo>
                  <a:pt x="267" y="747"/>
                </a:lnTo>
                <a:lnTo>
                  <a:pt x="264" y="756"/>
                </a:lnTo>
                <a:lnTo>
                  <a:pt x="258" y="766"/>
                </a:lnTo>
                <a:lnTo>
                  <a:pt x="252" y="776"/>
                </a:lnTo>
                <a:lnTo>
                  <a:pt x="245" y="786"/>
                </a:lnTo>
                <a:lnTo>
                  <a:pt x="235" y="794"/>
                </a:lnTo>
                <a:lnTo>
                  <a:pt x="224" y="803"/>
                </a:lnTo>
                <a:lnTo>
                  <a:pt x="212" y="810"/>
                </a:lnTo>
                <a:lnTo>
                  <a:pt x="198" y="815"/>
                </a:lnTo>
                <a:lnTo>
                  <a:pt x="181" y="818"/>
                </a:lnTo>
                <a:lnTo>
                  <a:pt x="163" y="819"/>
                </a:lnTo>
                <a:lnTo>
                  <a:pt x="112" y="819"/>
                </a:lnTo>
                <a:lnTo>
                  <a:pt x="111" y="1034"/>
                </a:lnTo>
                <a:lnTo>
                  <a:pt x="166" y="1034"/>
                </a:lnTo>
                <a:lnTo>
                  <a:pt x="166" y="1034"/>
                </a:lnTo>
                <a:lnTo>
                  <a:pt x="171" y="1034"/>
                </a:lnTo>
                <a:lnTo>
                  <a:pt x="182" y="1037"/>
                </a:lnTo>
                <a:lnTo>
                  <a:pt x="200" y="1040"/>
                </a:lnTo>
                <a:lnTo>
                  <a:pt x="210" y="1045"/>
                </a:lnTo>
                <a:lnTo>
                  <a:pt x="220" y="1050"/>
                </a:lnTo>
                <a:lnTo>
                  <a:pt x="230" y="1056"/>
                </a:lnTo>
                <a:lnTo>
                  <a:pt x="240" y="1063"/>
                </a:lnTo>
                <a:lnTo>
                  <a:pt x="249" y="1073"/>
                </a:lnTo>
                <a:lnTo>
                  <a:pt x="258" y="1083"/>
                </a:lnTo>
                <a:lnTo>
                  <a:pt x="265" y="1095"/>
                </a:lnTo>
                <a:lnTo>
                  <a:pt x="270" y="1111"/>
                </a:lnTo>
                <a:lnTo>
                  <a:pt x="273" y="1128"/>
                </a:lnTo>
                <a:lnTo>
                  <a:pt x="274" y="1147"/>
                </a:lnTo>
                <a:lnTo>
                  <a:pt x="274" y="1147"/>
                </a:lnTo>
                <a:lnTo>
                  <a:pt x="274" y="1152"/>
                </a:lnTo>
                <a:lnTo>
                  <a:pt x="273" y="1165"/>
                </a:lnTo>
                <a:lnTo>
                  <a:pt x="269" y="1183"/>
                </a:lnTo>
                <a:lnTo>
                  <a:pt x="265" y="1192"/>
                </a:lnTo>
                <a:lnTo>
                  <a:pt x="260" y="1203"/>
                </a:lnTo>
                <a:lnTo>
                  <a:pt x="254" y="1214"/>
                </a:lnTo>
                <a:lnTo>
                  <a:pt x="247" y="1223"/>
                </a:lnTo>
                <a:lnTo>
                  <a:pt x="237" y="1233"/>
                </a:lnTo>
                <a:lnTo>
                  <a:pt x="227" y="1242"/>
                </a:lnTo>
                <a:lnTo>
                  <a:pt x="214" y="1250"/>
                </a:lnTo>
                <a:lnTo>
                  <a:pt x="199" y="1254"/>
                </a:lnTo>
                <a:lnTo>
                  <a:pt x="181" y="1258"/>
                </a:lnTo>
                <a:lnTo>
                  <a:pt x="162" y="1259"/>
                </a:lnTo>
                <a:lnTo>
                  <a:pt x="112" y="1256"/>
                </a:lnTo>
                <a:lnTo>
                  <a:pt x="112" y="1365"/>
                </a:lnTo>
                <a:lnTo>
                  <a:pt x="112" y="1365"/>
                </a:lnTo>
                <a:lnTo>
                  <a:pt x="114" y="1373"/>
                </a:lnTo>
                <a:lnTo>
                  <a:pt x="123" y="1391"/>
                </a:lnTo>
                <a:lnTo>
                  <a:pt x="137" y="1417"/>
                </a:lnTo>
                <a:lnTo>
                  <a:pt x="145" y="1432"/>
                </a:lnTo>
                <a:lnTo>
                  <a:pt x="155" y="1447"/>
                </a:lnTo>
                <a:lnTo>
                  <a:pt x="166" y="1462"/>
                </a:lnTo>
                <a:lnTo>
                  <a:pt x="178" y="1478"/>
                </a:lnTo>
                <a:lnTo>
                  <a:pt x="191" y="1491"/>
                </a:lnTo>
                <a:lnTo>
                  <a:pt x="205" y="1504"/>
                </a:lnTo>
                <a:lnTo>
                  <a:pt x="220" y="1514"/>
                </a:lnTo>
                <a:lnTo>
                  <a:pt x="236" y="1522"/>
                </a:lnTo>
                <a:lnTo>
                  <a:pt x="243" y="1526"/>
                </a:lnTo>
                <a:lnTo>
                  <a:pt x="253" y="1527"/>
                </a:lnTo>
                <a:lnTo>
                  <a:pt x="261" y="1529"/>
                </a:lnTo>
                <a:lnTo>
                  <a:pt x="270" y="1529"/>
                </a:lnTo>
                <a:lnTo>
                  <a:pt x="1314" y="1529"/>
                </a:lnTo>
                <a:lnTo>
                  <a:pt x="1314" y="1529"/>
                </a:lnTo>
                <a:lnTo>
                  <a:pt x="1323" y="1527"/>
                </a:lnTo>
                <a:lnTo>
                  <a:pt x="1331" y="1523"/>
                </a:lnTo>
                <a:lnTo>
                  <a:pt x="1341" y="1518"/>
                </a:lnTo>
                <a:lnTo>
                  <a:pt x="1350" y="1512"/>
                </a:lnTo>
                <a:lnTo>
                  <a:pt x="1354" y="1508"/>
                </a:lnTo>
                <a:lnTo>
                  <a:pt x="1358" y="1503"/>
                </a:lnTo>
                <a:lnTo>
                  <a:pt x="1361" y="1498"/>
                </a:lnTo>
                <a:lnTo>
                  <a:pt x="1363" y="1492"/>
                </a:lnTo>
                <a:lnTo>
                  <a:pt x="1366" y="1485"/>
                </a:lnTo>
                <a:lnTo>
                  <a:pt x="1366" y="1478"/>
                </a:lnTo>
                <a:lnTo>
                  <a:pt x="1366" y="112"/>
                </a:lnTo>
                <a:lnTo>
                  <a:pt x="1366" y="112"/>
                </a:lnTo>
                <a:lnTo>
                  <a:pt x="1363" y="104"/>
                </a:lnTo>
                <a:lnTo>
                  <a:pt x="1361" y="95"/>
                </a:lnTo>
                <a:lnTo>
                  <a:pt x="1355" y="85"/>
                </a:lnTo>
                <a:lnTo>
                  <a:pt x="1348" y="75"/>
                </a:lnTo>
                <a:lnTo>
                  <a:pt x="1344" y="70"/>
                </a:lnTo>
                <a:lnTo>
                  <a:pt x="1338" y="67"/>
                </a:lnTo>
                <a:lnTo>
                  <a:pt x="1333" y="63"/>
                </a:lnTo>
                <a:lnTo>
                  <a:pt x="1326" y="61"/>
                </a:lnTo>
                <a:lnTo>
                  <a:pt x="1319" y="58"/>
                </a:lnTo>
                <a:lnTo>
                  <a:pt x="1312" y="58"/>
                </a:lnTo>
                <a:lnTo>
                  <a:pt x="1312" y="58"/>
                </a:lnTo>
                <a:close/>
                <a:moveTo>
                  <a:pt x="382" y="382"/>
                </a:moveTo>
                <a:lnTo>
                  <a:pt x="1093" y="382"/>
                </a:lnTo>
                <a:lnTo>
                  <a:pt x="1093" y="819"/>
                </a:lnTo>
                <a:lnTo>
                  <a:pt x="382" y="819"/>
                </a:lnTo>
                <a:lnTo>
                  <a:pt x="382" y="382"/>
                </a:lnTo>
                <a:close/>
                <a:moveTo>
                  <a:pt x="1202" y="1420"/>
                </a:moveTo>
                <a:lnTo>
                  <a:pt x="273" y="1420"/>
                </a:lnTo>
                <a:lnTo>
                  <a:pt x="273" y="1420"/>
                </a:lnTo>
                <a:lnTo>
                  <a:pt x="265" y="1417"/>
                </a:lnTo>
                <a:lnTo>
                  <a:pt x="255" y="1412"/>
                </a:lnTo>
                <a:lnTo>
                  <a:pt x="245" y="1406"/>
                </a:lnTo>
                <a:lnTo>
                  <a:pt x="235" y="1398"/>
                </a:lnTo>
                <a:lnTo>
                  <a:pt x="226" y="1388"/>
                </a:lnTo>
                <a:lnTo>
                  <a:pt x="222" y="1382"/>
                </a:lnTo>
                <a:lnTo>
                  <a:pt x="220" y="1376"/>
                </a:lnTo>
                <a:lnTo>
                  <a:pt x="217" y="1370"/>
                </a:lnTo>
                <a:lnTo>
                  <a:pt x="217" y="1363"/>
                </a:lnTo>
                <a:lnTo>
                  <a:pt x="1147" y="1363"/>
                </a:lnTo>
                <a:lnTo>
                  <a:pt x="1147" y="1363"/>
                </a:lnTo>
                <a:lnTo>
                  <a:pt x="1159" y="1362"/>
                </a:lnTo>
                <a:lnTo>
                  <a:pt x="1168" y="1358"/>
                </a:lnTo>
                <a:lnTo>
                  <a:pt x="1178" y="1354"/>
                </a:lnTo>
                <a:lnTo>
                  <a:pt x="1186" y="1348"/>
                </a:lnTo>
                <a:lnTo>
                  <a:pt x="1192" y="1339"/>
                </a:lnTo>
                <a:lnTo>
                  <a:pt x="1198" y="1330"/>
                </a:lnTo>
                <a:lnTo>
                  <a:pt x="1201" y="1319"/>
                </a:lnTo>
                <a:lnTo>
                  <a:pt x="1202" y="1308"/>
                </a:lnTo>
                <a:lnTo>
                  <a:pt x="1202" y="104"/>
                </a:lnTo>
                <a:lnTo>
                  <a:pt x="1258" y="123"/>
                </a:lnTo>
                <a:lnTo>
                  <a:pt x="1258" y="1369"/>
                </a:lnTo>
                <a:lnTo>
                  <a:pt x="1258" y="1369"/>
                </a:lnTo>
                <a:lnTo>
                  <a:pt x="1258" y="1376"/>
                </a:lnTo>
                <a:lnTo>
                  <a:pt x="1256" y="1385"/>
                </a:lnTo>
                <a:lnTo>
                  <a:pt x="1252" y="1394"/>
                </a:lnTo>
                <a:lnTo>
                  <a:pt x="1250" y="1399"/>
                </a:lnTo>
                <a:lnTo>
                  <a:pt x="1245" y="1404"/>
                </a:lnTo>
                <a:lnTo>
                  <a:pt x="1241" y="1408"/>
                </a:lnTo>
                <a:lnTo>
                  <a:pt x="1235" y="1412"/>
                </a:lnTo>
                <a:lnTo>
                  <a:pt x="1229" y="1416"/>
                </a:lnTo>
                <a:lnTo>
                  <a:pt x="1221" y="1418"/>
                </a:lnTo>
                <a:lnTo>
                  <a:pt x="1213" y="1419"/>
                </a:lnTo>
                <a:lnTo>
                  <a:pt x="1202" y="1420"/>
                </a:lnTo>
                <a:lnTo>
                  <a:pt x="1202" y="1420"/>
                </a:lnTo>
                <a:close/>
                <a:moveTo>
                  <a:pt x="956" y="656"/>
                </a:moveTo>
                <a:lnTo>
                  <a:pt x="519" y="656"/>
                </a:lnTo>
                <a:lnTo>
                  <a:pt x="519" y="656"/>
                </a:lnTo>
                <a:lnTo>
                  <a:pt x="514" y="656"/>
                </a:lnTo>
                <a:lnTo>
                  <a:pt x="509" y="657"/>
                </a:lnTo>
                <a:lnTo>
                  <a:pt x="504" y="659"/>
                </a:lnTo>
                <a:lnTo>
                  <a:pt x="500" y="663"/>
                </a:lnTo>
                <a:lnTo>
                  <a:pt x="497" y="668"/>
                </a:lnTo>
                <a:lnTo>
                  <a:pt x="494" y="672"/>
                </a:lnTo>
                <a:lnTo>
                  <a:pt x="492" y="677"/>
                </a:lnTo>
                <a:lnTo>
                  <a:pt x="492" y="682"/>
                </a:lnTo>
                <a:lnTo>
                  <a:pt x="492" y="682"/>
                </a:lnTo>
                <a:lnTo>
                  <a:pt x="492" y="688"/>
                </a:lnTo>
                <a:lnTo>
                  <a:pt x="494" y="693"/>
                </a:lnTo>
                <a:lnTo>
                  <a:pt x="497" y="698"/>
                </a:lnTo>
                <a:lnTo>
                  <a:pt x="500" y="702"/>
                </a:lnTo>
                <a:lnTo>
                  <a:pt x="504" y="705"/>
                </a:lnTo>
                <a:lnTo>
                  <a:pt x="509" y="708"/>
                </a:lnTo>
                <a:lnTo>
                  <a:pt x="514" y="709"/>
                </a:lnTo>
                <a:lnTo>
                  <a:pt x="519" y="709"/>
                </a:lnTo>
                <a:lnTo>
                  <a:pt x="956" y="709"/>
                </a:lnTo>
                <a:lnTo>
                  <a:pt x="956" y="709"/>
                </a:lnTo>
                <a:lnTo>
                  <a:pt x="962" y="709"/>
                </a:lnTo>
                <a:lnTo>
                  <a:pt x="966" y="708"/>
                </a:lnTo>
                <a:lnTo>
                  <a:pt x="971" y="705"/>
                </a:lnTo>
                <a:lnTo>
                  <a:pt x="976" y="702"/>
                </a:lnTo>
                <a:lnTo>
                  <a:pt x="978" y="698"/>
                </a:lnTo>
                <a:lnTo>
                  <a:pt x="982" y="693"/>
                </a:lnTo>
                <a:lnTo>
                  <a:pt x="983" y="688"/>
                </a:lnTo>
                <a:lnTo>
                  <a:pt x="983" y="682"/>
                </a:lnTo>
                <a:lnTo>
                  <a:pt x="983" y="682"/>
                </a:lnTo>
                <a:lnTo>
                  <a:pt x="983" y="677"/>
                </a:lnTo>
                <a:lnTo>
                  <a:pt x="982" y="672"/>
                </a:lnTo>
                <a:lnTo>
                  <a:pt x="978" y="668"/>
                </a:lnTo>
                <a:lnTo>
                  <a:pt x="976" y="663"/>
                </a:lnTo>
                <a:lnTo>
                  <a:pt x="971" y="659"/>
                </a:lnTo>
                <a:lnTo>
                  <a:pt x="966" y="657"/>
                </a:lnTo>
                <a:lnTo>
                  <a:pt x="962" y="656"/>
                </a:lnTo>
                <a:lnTo>
                  <a:pt x="956" y="656"/>
                </a:lnTo>
                <a:lnTo>
                  <a:pt x="956" y="6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7833320" y="1227478"/>
            <a:ext cx="889037" cy="1080000"/>
          </a:xfrm>
          <a:custGeom>
            <a:avLst/>
            <a:gdLst>
              <a:gd name="T0" fmla="*/ 0 w 1258"/>
              <a:gd name="T1" fmla="*/ 1365 h 1529"/>
              <a:gd name="T2" fmla="*/ 11 w 1258"/>
              <a:gd name="T3" fmla="*/ 1391 h 1529"/>
              <a:gd name="T4" fmla="*/ 33 w 1258"/>
              <a:gd name="T5" fmla="*/ 1432 h 1529"/>
              <a:gd name="T6" fmla="*/ 53 w 1258"/>
              <a:gd name="T7" fmla="*/ 1462 h 1529"/>
              <a:gd name="T8" fmla="*/ 77 w 1258"/>
              <a:gd name="T9" fmla="*/ 1491 h 1529"/>
              <a:gd name="T10" fmla="*/ 104 w 1258"/>
              <a:gd name="T11" fmla="*/ 1514 h 1529"/>
              <a:gd name="T12" fmla="*/ 128 w 1258"/>
              <a:gd name="T13" fmla="*/ 1526 h 1529"/>
              <a:gd name="T14" fmla="*/ 146 w 1258"/>
              <a:gd name="T15" fmla="*/ 1529 h 1529"/>
              <a:gd name="T16" fmla="*/ 1206 w 1258"/>
              <a:gd name="T17" fmla="*/ 1529 h 1529"/>
              <a:gd name="T18" fmla="*/ 1215 w 1258"/>
              <a:gd name="T19" fmla="*/ 1527 h 1529"/>
              <a:gd name="T20" fmla="*/ 1231 w 1258"/>
              <a:gd name="T21" fmla="*/ 1518 h 1529"/>
              <a:gd name="T22" fmla="*/ 1246 w 1258"/>
              <a:gd name="T23" fmla="*/ 1508 h 1529"/>
              <a:gd name="T24" fmla="*/ 1253 w 1258"/>
              <a:gd name="T25" fmla="*/ 1498 h 1529"/>
              <a:gd name="T26" fmla="*/ 1256 w 1258"/>
              <a:gd name="T27" fmla="*/ 1485 h 1529"/>
              <a:gd name="T28" fmla="*/ 1258 w 1258"/>
              <a:gd name="T29" fmla="*/ 112 h 1529"/>
              <a:gd name="T30" fmla="*/ 1255 w 1258"/>
              <a:gd name="T31" fmla="*/ 104 h 1529"/>
              <a:gd name="T32" fmla="*/ 1247 w 1258"/>
              <a:gd name="T33" fmla="*/ 85 h 1529"/>
              <a:gd name="T34" fmla="*/ 1235 w 1258"/>
              <a:gd name="T35" fmla="*/ 70 h 1529"/>
              <a:gd name="T36" fmla="*/ 1224 w 1258"/>
              <a:gd name="T37" fmla="*/ 63 h 1529"/>
              <a:gd name="T38" fmla="*/ 1211 w 1258"/>
              <a:gd name="T39" fmla="*/ 58 h 1529"/>
              <a:gd name="T40" fmla="*/ 1094 w 1258"/>
              <a:gd name="T41" fmla="*/ 55 h 1529"/>
              <a:gd name="T42" fmla="*/ 1093 w 1258"/>
              <a:gd name="T43" fmla="*/ 44 h 1529"/>
              <a:gd name="T44" fmla="*/ 1084 w 1258"/>
              <a:gd name="T45" fmla="*/ 24 h 1529"/>
              <a:gd name="T46" fmla="*/ 1070 w 1258"/>
              <a:gd name="T47" fmla="*/ 9 h 1529"/>
              <a:gd name="T48" fmla="*/ 1050 w 1258"/>
              <a:gd name="T49" fmla="*/ 1 h 1529"/>
              <a:gd name="T50" fmla="*/ 55 w 1258"/>
              <a:gd name="T51" fmla="*/ 0 h 1529"/>
              <a:gd name="T52" fmla="*/ 45 w 1258"/>
              <a:gd name="T53" fmla="*/ 1 h 1529"/>
              <a:gd name="T54" fmla="*/ 25 w 1258"/>
              <a:gd name="T55" fmla="*/ 9 h 1529"/>
              <a:gd name="T56" fmla="*/ 10 w 1258"/>
              <a:gd name="T57" fmla="*/ 24 h 1529"/>
              <a:gd name="T58" fmla="*/ 2 w 1258"/>
              <a:gd name="T59" fmla="*/ 44 h 1529"/>
              <a:gd name="T60" fmla="*/ 0 w 1258"/>
              <a:gd name="T61" fmla="*/ 1365 h 1529"/>
              <a:gd name="T62" fmla="*/ 108 w 1258"/>
              <a:gd name="T63" fmla="*/ 1363 h 1529"/>
              <a:gd name="T64" fmla="*/ 111 w 1258"/>
              <a:gd name="T65" fmla="*/ 1376 h 1529"/>
              <a:gd name="T66" fmla="*/ 117 w 1258"/>
              <a:gd name="T67" fmla="*/ 1388 h 1529"/>
              <a:gd name="T68" fmla="*/ 137 w 1258"/>
              <a:gd name="T69" fmla="*/ 1406 h 1529"/>
              <a:gd name="T70" fmla="*/ 156 w 1258"/>
              <a:gd name="T71" fmla="*/ 1417 h 1529"/>
              <a:gd name="T72" fmla="*/ 1094 w 1258"/>
              <a:gd name="T73" fmla="*/ 1420 h 1529"/>
              <a:gd name="T74" fmla="*/ 1103 w 1258"/>
              <a:gd name="T75" fmla="*/ 1419 h 1529"/>
              <a:gd name="T76" fmla="*/ 1120 w 1258"/>
              <a:gd name="T77" fmla="*/ 1416 h 1529"/>
              <a:gd name="T78" fmla="*/ 1132 w 1258"/>
              <a:gd name="T79" fmla="*/ 1408 h 1529"/>
              <a:gd name="T80" fmla="*/ 1140 w 1258"/>
              <a:gd name="T81" fmla="*/ 1399 h 1529"/>
              <a:gd name="T82" fmla="*/ 1148 w 1258"/>
              <a:gd name="T83" fmla="*/ 1385 h 1529"/>
              <a:gd name="T84" fmla="*/ 1150 w 1258"/>
              <a:gd name="T85" fmla="*/ 1369 h 1529"/>
              <a:gd name="T86" fmla="*/ 1094 w 1258"/>
              <a:gd name="T87" fmla="*/ 104 h 1529"/>
              <a:gd name="T88" fmla="*/ 1094 w 1258"/>
              <a:gd name="T89" fmla="*/ 1308 h 1529"/>
              <a:gd name="T90" fmla="*/ 1089 w 1258"/>
              <a:gd name="T91" fmla="*/ 1330 h 1529"/>
              <a:gd name="T92" fmla="*/ 1077 w 1258"/>
              <a:gd name="T93" fmla="*/ 1348 h 1529"/>
              <a:gd name="T94" fmla="*/ 1060 w 1258"/>
              <a:gd name="T95" fmla="*/ 1358 h 1529"/>
              <a:gd name="T96" fmla="*/ 1039 w 1258"/>
              <a:gd name="T97" fmla="*/ 1363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58" h="1529">
                <a:moveTo>
                  <a:pt x="0" y="1365"/>
                </a:moveTo>
                <a:lnTo>
                  <a:pt x="0" y="1365"/>
                </a:lnTo>
                <a:lnTo>
                  <a:pt x="4" y="1373"/>
                </a:lnTo>
                <a:lnTo>
                  <a:pt x="11" y="1391"/>
                </a:lnTo>
                <a:lnTo>
                  <a:pt x="24" y="1417"/>
                </a:lnTo>
                <a:lnTo>
                  <a:pt x="33" y="1432"/>
                </a:lnTo>
                <a:lnTo>
                  <a:pt x="42" y="1447"/>
                </a:lnTo>
                <a:lnTo>
                  <a:pt x="53" y="1462"/>
                </a:lnTo>
                <a:lnTo>
                  <a:pt x="64" y="1478"/>
                </a:lnTo>
                <a:lnTo>
                  <a:pt x="77" y="1491"/>
                </a:lnTo>
                <a:lnTo>
                  <a:pt x="90" y="1504"/>
                </a:lnTo>
                <a:lnTo>
                  <a:pt x="104" y="1514"/>
                </a:lnTo>
                <a:lnTo>
                  <a:pt x="121" y="1522"/>
                </a:lnTo>
                <a:lnTo>
                  <a:pt x="128" y="1526"/>
                </a:lnTo>
                <a:lnTo>
                  <a:pt x="137" y="1527"/>
                </a:lnTo>
                <a:lnTo>
                  <a:pt x="146" y="1529"/>
                </a:lnTo>
                <a:lnTo>
                  <a:pt x="154" y="1529"/>
                </a:lnTo>
                <a:lnTo>
                  <a:pt x="1206" y="1529"/>
                </a:lnTo>
                <a:lnTo>
                  <a:pt x="1206" y="1529"/>
                </a:lnTo>
                <a:lnTo>
                  <a:pt x="1215" y="1527"/>
                </a:lnTo>
                <a:lnTo>
                  <a:pt x="1223" y="1523"/>
                </a:lnTo>
                <a:lnTo>
                  <a:pt x="1231" y="1518"/>
                </a:lnTo>
                <a:lnTo>
                  <a:pt x="1241" y="1512"/>
                </a:lnTo>
                <a:lnTo>
                  <a:pt x="1246" y="1508"/>
                </a:lnTo>
                <a:lnTo>
                  <a:pt x="1249" y="1503"/>
                </a:lnTo>
                <a:lnTo>
                  <a:pt x="1253" y="1498"/>
                </a:lnTo>
                <a:lnTo>
                  <a:pt x="1255" y="1492"/>
                </a:lnTo>
                <a:lnTo>
                  <a:pt x="1256" y="1485"/>
                </a:lnTo>
                <a:lnTo>
                  <a:pt x="1258" y="1478"/>
                </a:lnTo>
                <a:lnTo>
                  <a:pt x="1258" y="112"/>
                </a:lnTo>
                <a:lnTo>
                  <a:pt x="1258" y="112"/>
                </a:lnTo>
                <a:lnTo>
                  <a:pt x="1255" y="104"/>
                </a:lnTo>
                <a:lnTo>
                  <a:pt x="1252" y="95"/>
                </a:lnTo>
                <a:lnTo>
                  <a:pt x="1247" y="85"/>
                </a:lnTo>
                <a:lnTo>
                  <a:pt x="1240" y="75"/>
                </a:lnTo>
                <a:lnTo>
                  <a:pt x="1235" y="70"/>
                </a:lnTo>
                <a:lnTo>
                  <a:pt x="1230" y="67"/>
                </a:lnTo>
                <a:lnTo>
                  <a:pt x="1224" y="63"/>
                </a:lnTo>
                <a:lnTo>
                  <a:pt x="1218" y="61"/>
                </a:lnTo>
                <a:lnTo>
                  <a:pt x="1211" y="58"/>
                </a:lnTo>
                <a:lnTo>
                  <a:pt x="1203" y="58"/>
                </a:lnTo>
                <a:lnTo>
                  <a:pt x="1094" y="55"/>
                </a:lnTo>
                <a:lnTo>
                  <a:pt x="1094" y="55"/>
                </a:lnTo>
                <a:lnTo>
                  <a:pt x="1093" y="44"/>
                </a:lnTo>
                <a:lnTo>
                  <a:pt x="1089" y="33"/>
                </a:lnTo>
                <a:lnTo>
                  <a:pt x="1084" y="24"/>
                </a:lnTo>
                <a:lnTo>
                  <a:pt x="1077" y="15"/>
                </a:lnTo>
                <a:lnTo>
                  <a:pt x="1070" y="9"/>
                </a:lnTo>
                <a:lnTo>
                  <a:pt x="1060" y="4"/>
                </a:lnTo>
                <a:lnTo>
                  <a:pt x="1050" y="1"/>
                </a:lnTo>
                <a:lnTo>
                  <a:pt x="1039" y="0"/>
                </a:lnTo>
                <a:lnTo>
                  <a:pt x="55" y="0"/>
                </a:lnTo>
                <a:lnTo>
                  <a:pt x="55" y="0"/>
                </a:lnTo>
                <a:lnTo>
                  <a:pt x="45" y="1"/>
                </a:lnTo>
                <a:lnTo>
                  <a:pt x="34" y="4"/>
                </a:lnTo>
                <a:lnTo>
                  <a:pt x="25" y="9"/>
                </a:lnTo>
                <a:lnTo>
                  <a:pt x="17" y="15"/>
                </a:lnTo>
                <a:lnTo>
                  <a:pt x="10" y="24"/>
                </a:lnTo>
                <a:lnTo>
                  <a:pt x="5" y="33"/>
                </a:lnTo>
                <a:lnTo>
                  <a:pt x="2" y="44"/>
                </a:lnTo>
                <a:lnTo>
                  <a:pt x="0" y="55"/>
                </a:lnTo>
                <a:lnTo>
                  <a:pt x="0" y="1365"/>
                </a:lnTo>
                <a:close/>
                <a:moveTo>
                  <a:pt x="108" y="1363"/>
                </a:moveTo>
                <a:lnTo>
                  <a:pt x="108" y="1363"/>
                </a:lnTo>
                <a:lnTo>
                  <a:pt x="109" y="1370"/>
                </a:lnTo>
                <a:lnTo>
                  <a:pt x="111" y="1376"/>
                </a:lnTo>
                <a:lnTo>
                  <a:pt x="114" y="1382"/>
                </a:lnTo>
                <a:lnTo>
                  <a:pt x="117" y="1388"/>
                </a:lnTo>
                <a:lnTo>
                  <a:pt x="126" y="1398"/>
                </a:lnTo>
                <a:lnTo>
                  <a:pt x="137" y="1406"/>
                </a:lnTo>
                <a:lnTo>
                  <a:pt x="147" y="1412"/>
                </a:lnTo>
                <a:lnTo>
                  <a:pt x="156" y="1417"/>
                </a:lnTo>
                <a:lnTo>
                  <a:pt x="165" y="1420"/>
                </a:lnTo>
                <a:lnTo>
                  <a:pt x="1094" y="1420"/>
                </a:lnTo>
                <a:lnTo>
                  <a:pt x="1094" y="1420"/>
                </a:lnTo>
                <a:lnTo>
                  <a:pt x="1103" y="1419"/>
                </a:lnTo>
                <a:lnTo>
                  <a:pt x="1113" y="1418"/>
                </a:lnTo>
                <a:lnTo>
                  <a:pt x="1120" y="1416"/>
                </a:lnTo>
                <a:lnTo>
                  <a:pt x="1127" y="1412"/>
                </a:lnTo>
                <a:lnTo>
                  <a:pt x="1132" y="1408"/>
                </a:lnTo>
                <a:lnTo>
                  <a:pt x="1137" y="1404"/>
                </a:lnTo>
                <a:lnTo>
                  <a:pt x="1140" y="1399"/>
                </a:lnTo>
                <a:lnTo>
                  <a:pt x="1144" y="1394"/>
                </a:lnTo>
                <a:lnTo>
                  <a:pt x="1148" y="1385"/>
                </a:lnTo>
                <a:lnTo>
                  <a:pt x="1149" y="1376"/>
                </a:lnTo>
                <a:lnTo>
                  <a:pt x="1150" y="1369"/>
                </a:lnTo>
                <a:lnTo>
                  <a:pt x="1150" y="123"/>
                </a:lnTo>
                <a:lnTo>
                  <a:pt x="1094" y="104"/>
                </a:lnTo>
                <a:lnTo>
                  <a:pt x="1094" y="1308"/>
                </a:lnTo>
                <a:lnTo>
                  <a:pt x="1094" y="1308"/>
                </a:lnTo>
                <a:lnTo>
                  <a:pt x="1093" y="1319"/>
                </a:lnTo>
                <a:lnTo>
                  <a:pt x="1089" y="1330"/>
                </a:lnTo>
                <a:lnTo>
                  <a:pt x="1084" y="1339"/>
                </a:lnTo>
                <a:lnTo>
                  <a:pt x="1077" y="1348"/>
                </a:lnTo>
                <a:lnTo>
                  <a:pt x="1070" y="1354"/>
                </a:lnTo>
                <a:lnTo>
                  <a:pt x="1060" y="1358"/>
                </a:lnTo>
                <a:lnTo>
                  <a:pt x="1050" y="1362"/>
                </a:lnTo>
                <a:lnTo>
                  <a:pt x="1039" y="1363"/>
                </a:lnTo>
                <a:lnTo>
                  <a:pt x="108" y="13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1208584" y="2884437"/>
            <a:ext cx="891530" cy="1080000"/>
          </a:xfrm>
          <a:custGeom>
            <a:avLst/>
            <a:gdLst>
              <a:gd name="T0" fmla="*/ 1004 w 1264"/>
              <a:gd name="T1" fmla="*/ 53 h 1530"/>
              <a:gd name="T2" fmla="*/ 996 w 1264"/>
              <a:gd name="T3" fmla="*/ 23 h 1530"/>
              <a:gd name="T4" fmla="*/ 973 w 1264"/>
              <a:gd name="T5" fmla="*/ 4 h 1530"/>
              <a:gd name="T6" fmla="*/ 53 w 1264"/>
              <a:gd name="T7" fmla="*/ 0 h 1530"/>
              <a:gd name="T8" fmla="*/ 33 w 1264"/>
              <a:gd name="T9" fmla="*/ 4 h 1530"/>
              <a:gd name="T10" fmla="*/ 10 w 1264"/>
              <a:gd name="T11" fmla="*/ 23 h 1530"/>
              <a:gd name="T12" fmla="*/ 0 w 1264"/>
              <a:gd name="T13" fmla="*/ 53 h 1530"/>
              <a:gd name="T14" fmla="*/ 4 w 1264"/>
              <a:gd name="T15" fmla="*/ 1277 h 1530"/>
              <a:gd name="T16" fmla="*/ 47 w 1264"/>
              <a:gd name="T17" fmla="*/ 1373 h 1530"/>
              <a:gd name="T18" fmla="*/ 90 w 1264"/>
              <a:gd name="T19" fmla="*/ 1446 h 1530"/>
              <a:gd name="T20" fmla="*/ 133 w 1264"/>
              <a:gd name="T21" fmla="*/ 1497 h 1530"/>
              <a:gd name="T22" fmla="*/ 162 w 1264"/>
              <a:gd name="T23" fmla="*/ 1519 h 1530"/>
              <a:gd name="T24" fmla="*/ 192 w 1264"/>
              <a:gd name="T25" fmla="*/ 1528 h 1530"/>
              <a:gd name="T26" fmla="*/ 1210 w 1264"/>
              <a:gd name="T27" fmla="*/ 1530 h 1530"/>
              <a:gd name="T28" fmla="*/ 1235 w 1264"/>
              <a:gd name="T29" fmla="*/ 1520 h 1530"/>
              <a:gd name="T30" fmla="*/ 1252 w 1264"/>
              <a:gd name="T31" fmla="*/ 1505 h 1530"/>
              <a:gd name="T32" fmla="*/ 1259 w 1264"/>
              <a:gd name="T33" fmla="*/ 1488 h 1530"/>
              <a:gd name="T34" fmla="*/ 1264 w 1264"/>
              <a:gd name="T35" fmla="*/ 239 h 1530"/>
              <a:gd name="T36" fmla="*/ 1256 w 1264"/>
              <a:gd name="T37" fmla="*/ 212 h 1530"/>
              <a:gd name="T38" fmla="*/ 1241 w 1264"/>
              <a:gd name="T39" fmla="*/ 194 h 1530"/>
              <a:gd name="T40" fmla="*/ 1223 w 1264"/>
              <a:gd name="T41" fmla="*/ 187 h 1530"/>
              <a:gd name="T42" fmla="*/ 1111 w 1264"/>
              <a:gd name="T43" fmla="*/ 1424 h 1530"/>
              <a:gd name="T44" fmla="*/ 147 w 1264"/>
              <a:gd name="T45" fmla="*/ 1409 h 1530"/>
              <a:gd name="T46" fmla="*/ 103 w 1264"/>
              <a:gd name="T47" fmla="*/ 1347 h 1530"/>
              <a:gd name="T48" fmla="*/ 84 w 1264"/>
              <a:gd name="T49" fmla="*/ 1305 h 1530"/>
              <a:gd name="T50" fmla="*/ 76 w 1264"/>
              <a:gd name="T51" fmla="*/ 1264 h 1530"/>
              <a:gd name="T52" fmla="*/ 962 w 1264"/>
              <a:gd name="T53" fmla="*/ 1264 h 1530"/>
              <a:gd name="T54" fmla="*/ 988 w 1264"/>
              <a:gd name="T55" fmla="*/ 1250 h 1530"/>
              <a:gd name="T56" fmla="*/ 999 w 1264"/>
              <a:gd name="T57" fmla="*/ 1224 h 1530"/>
              <a:gd name="T58" fmla="*/ 1161 w 1264"/>
              <a:gd name="T59" fmla="*/ 225 h 1530"/>
              <a:gd name="T60" fmla="*/ 1161 w 1264"/>
              <a:gd name="T61" fmla="*/ 1383 h 1530"/>
              <a:gd name="T62" fmla="*/ 1154 w 1264"/>
              <a:gd name="T63" fmla="*/ 1404 h 1530"/>
              <a:gd name="T64" fmla="*/ 1142 w 1264"/>
              <a:gd name="T65" fmla="*/ 1416 h 1530"/>
              <a:gd name="T66" fmla="*/ 1120 w 1264"/>
              <a:gd name="T67" fmla="*/ 1423 h 1530"/>
              <a:gd name="T68" fmla="*/ 1058 w 1264"/>
              <a:gd name="T69" fmla="*/ 214 h 1530"/>
              <a:gd name="T70" fmla="*/ 1057 w 1264"/>
              <a:gd name="T71" fmla="*/ 1276 h 1530"/>
              <a:gd name="T72" fmla="*/ 1048 w 1264"/>
              <a:gd name="T73" fmla="*/ 1298 h 1530"/>
              <a:gd name="T74" fmla="*/ 1033 w 1264"/>
              <a:gd name="T75" fmla="*/ 1310 h 1530"/>
              <a:gd name="T76" fmla="*/ 1008 w 1264"/>
              <a:gd name="T77" fmla="*/ 1317 h 1530"/>
              <a:gd name="T78" fmla="*/ 158 w 1264"/>
              <a:gd name="T79" fmla="*/ 1368 h 1530"/>
              <a:gd name="T80" fmla="*/ 1054 w 1264"/>
              <a:gd name="T81" fmla="*/ 1368 h 1530"/>
              <a:gd name="T82" fmla="*/ 1082 w 1264"/>
              <a:gd name="T83" fmla="*/ 1364 h 1530"/>
              <a:gd name="T84" fmla="*/ 1097 w 1264"/>
              <a:gd name="T85" fmla="*/ 1353 h 1530"/>
              <a:gd name="T86" fmla="*/ 1105 w 1264"/>
              <a:gd name="T87" fmla="*/ 1335 h 1530"/>
              <a:gd name="T88" fmla="*/ 1106 w 1264"/>
              <a:gd name="T89" fmla="*/ 240 h 1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64" h="1530">
                <a:moveTo>
                  <a:pt x="1216" y="185"/>
                </a:moveTo>
                <a:lnTo>
                  <a:pt x="1004" y="53"/>
                </a:lnTo>
                <a:lnTo>
                  <a:pt x="1004" y="53"/>
                </a:lnTo>
                <a:lnTo>
                  <a:pt x="1004" y="42"/>
                </a:lnTo>
                <a:lnTo>
                  <a:pt x="1001" y="32"/>
                </a:lnTo>
                <a:lnTo>
                  <a:pt x="996" y="23"/>
                </a:lnTo>
                <a:lnTo>
                  <a:pt x="990" y="16"/>
                </a:lnTo>
                <a:lnTo>
                  <a:pt x="982" y="10"/>
                </a:lnTo>
                <a:lnTo>
                  <a:pt x="973" y="4"/>
                </a:lnTo>
                <a:lnTo>
                  <a:pt x="962" y="1"/>
                </a:lnTo>
                <a:lnTo>
                  <a:pt x="952" y="0"/>
                </a:lnTo>
                <a:lnTo>
                  <a:pt x="53" y="0"/>
                </a:lnTo>
                <a:lnTo>
                  <a:pt x="53" y="0"/>
                </a:lnTo>
                <a:lnTo>
                  <a:pt x="42" y="1"/>
                </a:lnTo>
                <a:lnTo>
                  <a:pt x="33" y="4"/>
                </a:lnTo>
                <a:lnTo>
                  <a:pt x="23" y="10"/>
                </a:lnTo>
                <a:lnTo>
                  <a:pt x="16" y="16"/>
                </a:lnTo>
                <a:lnTo>
                  <a:pt x="10" y="23"/>
                </a:lnTo>
                <a:lnTo>
                  <a:pt x="4" y="32"/>
                </a:lnTo>
                <a:lnTo>
                  <a:pt x="2" y="42"/>
                </a:lnTo>
                <a:lnTo>
                  <a:pt x="0" y="53"/>
                </a:lnTo>
                <a:lnTo>
                  <a:pt x="0" y="1266"/>
                </a:lnTo>
                <a:lnTo>
                  <a:pt x="0" y="1266"/>
                </a:lnTo>
                <a:lnTo>
                  <a:pt x="4" y="1277"/>
                </a:lnTo>
                <a:lnTo>
                  <a:pt x="16" y="1307"/>
                </a:lnTo>
                <a:lnTo>
                  <a:pt x="35" y="1349"/>
                </a:lnTo>
                <a:lnTo>
                  <a:pt x="47" y="1373"/>
                </a:lnTo>
                <a:lnTo>
                  <a:pt x="60" y="1398"/>
                </a:lnTo>
                <a:lnTo>
                  <a:pt x="74" y="1422"/>
                </a:lnTo>
                <a:lnTo>
                  <a:pt x="90" y="1446"/>
                </a:lnTo>
                <a:lnTo>
                  <a:pt x="107" y="1469"/>
                </a:lnTo>
                <a:lnTo>
                  <a:pt x="123" y="1489"/>
                </a:lnTo>
                <a:lnTo>
                  <a:pt x="133" y="1497"/>
                </a:lnTo>
                <a:lnTo>
                  <a:pt x="143" y="1506"/>
                </a:lnTo>
                <a:lnTo>
                  <a:pt x="152" y="1513"/>
                </a:lnTo>
                <a:lnTo>
                  <a:pt x="162" y="1519"/>
                </a:lnTo>
                <a:lnTo>
                  <a:pt x="171" y="1524"/>
                </a:lnTo>
                <a:lnTo>
                  <a:pt x="181" y="1527"/>
                </a:lnTo>
                <a:lnTo>
                  <a:pt x="192" y="1528"/>
                </a:lnTo>
                <a:lnTo>
                  <a:pt x="201" y="1530"/>
                </a:lnTo>
                <a:lnTo>
                  <a:pt x="1210" y="1530"/>
                </a:lnTo>
                <a:lnTo>
                  <a:pt x="1210" y="1530"/>
                </a:lnTo>
                <a:lnTo>
                  <a:pt x="1218" y="1527"/>
                </a:lnTo>
                <a:lnTo>
                  <a:pt x="1227" y="1525"/>
                </a:lnTo>
                <a:lnTo>
                  <a:pt x="1235" y="1520"/>
                </a:lnTo>
                <a:lnTo>
                  <a:pt x="1244" y="1513"/>
                </a:lnTo>
                <a:lnTo>
                  <a:pt x="1248" y="1509"/>
                </a:lnTo>
                <a:lnTo>
                  <a:pt x="1252" y="1505"/>
                </a:lnTo>
                <a:lnTo>
                  <a:pt x="1255" y="1500"/>
                </a:lnTo>
                <a:lnTo>
                  <a:pt x="1258" y="1494"/>
                </a:lnTo>
                <a:lnTo>
                  <a:pt x="1259" y="1488"/>
                </a:lnTo>
                <a:lnTo>
                  <a:pt x="1260" y="1481"/>
                </a:lnTo>
                <a:lnTo>
                  <a:pt x="1264" y="239"/>
                </a:lnTo>
                <a:lnTo>
                  <a:pt x="1264" y="239"/>
                </a:lnTo>
                <a:lnTo>
                  <a:pt x="1262" y="231"/>
                </a:lnTo>
                <a:lnTo>
                  <a:pt x="1260" y="222"/>
                </a:lnTo>
                <a:lnTo>
                  <a:pt x="1256" y="212"/>
                </a:lnTo>
                <a:lnTo>
                  <a:pt x="1250" y="202"/>
                </a:lnTo>
                <a:lnTo>
                  <a:pt x="1246" y="198"/>
                </a:lnTo>
                <a:lnTo>
                  <a:pt x="1241" y="194"/>
                </a:lnTo>
                <a:lnTo>
                  <a:pt x="1236" y="191"/>
                </a:lnTo>
                <a:lnTo>
                  <a:pt x="1230" y="188"/>
                </a:lnTo>
                <a:lnTo>
                  <a:pt x="1223" y="187"/>
                </a:lnTo>
                <a:lnTo>
                  <a:pt x="1216" y="185"/>
                </a:lnTo>
                <a:lnTo>
                  <a:pt x="1216" y="185"/>
                </a:lnTo>
                <a:close/>
                <a:moveTo>
                  <a:pt x="1111" y="1424"/>
                </a:moveTo>
                <a:lnTo>
                  <a:pt x="161" y="1424"/>
                </a:lnTo>
                <a:lnTo>
                  <a:pt x="161" y="1424"/>
                </a:lnTo>
                <a:lnTo>
                  <a:pt x="147" y="1409"/>
                </a:lnTo>
                <a:lnTo>
                  <a:pt x="134" y="1392"/>
                </a:lnTo>
                <a:lnTo>
                  <a:pt x="119" y="1371"/>
                </a:lnTo>
                <a:lnTo>
                  <a:pt x="103" y="1347"/>
                </a:lnTo>
                <a:lnTo>
                  <a:pt x="96" y="1332"/>
                </a:lnTo>
                <a:lnTo>
                  <a:pt x="89" y="1319"/>
                </a:lnTo>
                <a:lnTo>
                  <a:pt x="84" y="1305"/>
                </a:lnTo>
                <a:lnTo>
                  <a:pt x="79" y="1292"/>
                </a:lnTo>
                <a:lnTo>
                  <a:pt x="77" y="1277"/>
                </a:lnTo>
                <a:lnTo>
                  <a:pt x="76" y="1264"/>
                </a:lnTo>
                <a:lnTo>
                  <a:pt x="952" y="1266"/>
                </a:lnTo>
                <a:lnTo>
                  <a:pt x="952" y="1266"/>
                </a:lnTo>
                <a:lnTo>
                  <a:pt x="962" y="1264"/>
                </a:lnTo>
                <a:lnTo>
                  <a:pt x="972" y="1262"/>
                </a:lnTo>
                <a:lnTo>
                  <a:pt x="980" y="1257"/>
                </a:lnTo>
                <a:lnTo>
                  <a:pt x="988" y="1250"/>
                </a:lnTo>
                <a:lnTo>
                  <a:pt x="992" y="1243"/>
                </a:lnTo>
                <a:lnTo>
                  <a:pt x="997" y="1233"/>
                </a:lnTo>
                <a:lnTo>
                  <a:pt x="999" y="1224"/>
                </a:lnTo>
                <a:lnTo>
                  <a:pt x="1001" y="1213"/>
                </a:lnTo>
                <a:lnTo>
                  <a:pt x="1001" y="101"/>
                </a:lnTo>
                <a:lnTo>
                  <a:pt x="1161" y="225"/>
                </a:lnTo>
                <a:lnTo>
                  <a:pt x="1161" y="1374"/>
                </a:lnTo>
                <a:lnTo>
                  <a:pt x="1161" y="1374"/>
                </a:lnTo>
                <a:lnTo>
                  <a:pt x="1161" y="1383"/>
                </a:lnTo>
                <a:lnTo>
                  <a:pt x="1160" y="1390"/>
                </a:lnTo>
                <a:lnTo>
                  <a:pt x="1156" y="1399"/>
                </a:lnTo>
                <a:lnTo>
                  <a:pt x="1154" y="1404"/>
                </a:lnTo>
                <a:lnTo>
                  <a:pt x="1151" y="1409"/>
                </a:lnTo>
                <a:lnTo>
                  <a:pt x="1146" y="1413"/>
                </a:lnTo>
                <a:lnTo>
                  <a:pt x="1142" y="1416"/>
                </a:lnTo>
                <a:lnTo>
                  <a:pt x="1136" y="1420"/>
                </a:lnTo>
                <a:lnTo>
                  <a:pt x="1129" y="1422"/>
                </a:lnTo>
                <a:lnTo>
                  <a:pt x="1120" y="1423"/>
                </a:lnTo>
                <a:lnTo>
                  <a:pt x="1111" y="1424"/>
                </a:lnTo>
                <a:lnTo>
                  <a:pt x="1111" y="1424"/>
                </a:lnTo>
                <a:close/>
                <a:moveTo>
                  <a:pt x="1058" y="214"/>
                </a:moveTo>
                <a:lnTo>
                  <a:pt x="1058" y="1266"/>
                </a:lnTo>
                <a:lnTo>
                  <a:pt x="1058" y="1266"/>
                </a:lnTo>
                <a:lnTo>
                  <a:pt x="1057" y="1276"/>
                </a:lnTo>
                <a:lnTo>
                  <a:pt x="1054" y="1285"/>
                </a:lnTo>
                <a:lnTo>
                  <a:pt x="1052" y="1292"/>
                </a:lnTo>
                <a:lnTo>
                  <a:pt x="1048" y="1298"/>
                </a:lnTo>
                <a:lnTo>
                  <a:pt x="1044" y="1303"/>
                </a:lnTo>
                <a:lnTo>
                  <a:pt x="1039" y="1307"/>
                </a:lnTo>
                <a:lnTo>
                  <a:pt x="1033" y="1310"/>
                </a:lnTo>
                <a:lnTo>
                  <a:pt x="1028" y="1313"/>
                </a:lnTo>
                <a:lnTo>
                  <a:pt x="1017" y="1316"/>
                </a:lnTo>
                <a:lnTo>
                  <a:pt x="1008" y="1317"/>
                </a:lnTo>
                <a:lnTo>
                  <a:pt x="998" y="1318"/>
                </a:lnTo>
                <a:lnTo>
                  <a:pt x="108" y="1318"/>
                </a:lnTo>
                <a:lnTo>
                  <a:pt x="158" y="1368"/>
                </a:lnTo>
                <a:lnTo>
                  <a:pt x="158" y="1368"/>
                </a:lnTo>
                <a:lnTo>
                  <a:pt x="1054" y="1368"/>
                </a:lnTo>
                <a:lnTo>
                  <a:pt x="1054" y="1368"/>
                </a:lnTo>
                <a:lnTo>
                  <a:pt x="1065" y="1367"/>
                </a:lnTo>
                <a:lnTo>
                  <a:pt x="1075" y="1366"/>
                </a:lnTo>
                <a:lnTo>
                  <a:pt x="1082" y="1364"/>
                </a:lnTo>
                <a:lnTo>
                  <a:pt x="1088" y="1360"/>
                </a:lnTo>
                <a:lnTo>
                  <a:pt x="1094" y="1356"/>
                </a:lnTo>
                <a:lnTo>
                  <a:pt x="1097" y="1353"/>
                </a:lnTo>
                <a:lnTo>
                  <a:pt x="1100" y="1348"/>
                </a:lnTo>
                <a:lnTo>
                  <a:pt x="1102" y="1343"/>
                </a:lnTo>
                <a:lnTo>
                  <a:pt x="1105" y="1335"/>
                </a:lnTo>
                <a:lnTo>
                  <a:pt x="1105" y="1326"/>
                </a:lnTo>
                <a:lnTo>
                  <a:pt x="1103" y="1318"/>
                </a:lnTo>
                <a:lnTo>
                  <a:pt x="1106" y="240"/>
                </a:lnTo>
                <a:lnTo>
                  <a:pt x="1058" y="2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2756756" y="3050651"/>
            <a:ext cx="1080000" cy="738389"/>
          </a:xfrm>
          <a:custGeom>
            <a:avLst/>
            <a:gdLst>
              <a:gd name="T0" fmla="*/ 462 w 1528"/>
              <a:gd name="T1" fmla="*/ 279 h 1044"/>
              <a:gd name="T2" fmla="*/ 452 w 1528"/>
              <a:gd name="T3" fmla="*/ 136 h 1044"/>
              <a:gd name="T4" fmla="*/ 409 w 1528"/>
              <a:gd name="T5" fmla="*/ 112 h 1044"/>
              <a:gd name="T6" fmla="*/ 323 w 1528"/>
              <a:gd name="T7" fmla="*/ 122 h 1044"/>
              <a:gd name="T8" fmla="*/ 301 w 1528"/>
              <a:gd name="T9" fmla="*/ 167 h 1044"/>
              <a:gd name="T10" fmla="*/ 409 w 1528"/>
              <a:gd name="T11" fmla="*/ 875 h 1044"/>
              <a:gd name="T12" fmla="*/ 446 w 1528"/>
              <a:gd name="T13" fmla="*/ 859 h 1044"/>
              <a:gd name="T14" fmla="*/ 462 w 1528"/>
              <a:gd name="T15" fmla="*/ 770 h 1044"/>
              <a:gd name="T16" fmla="*/ 304 w 1528"/>
              <a:gd name="T17" fmla="*/ 841 h 1044"/>
              <a:gd name="T18" fmla="*/ 341 w 1528"/>
              <a:gd name="T19" fmla="*/ 874 h 1044"/>
              <a:gd name="T20" fmla="*/ 519 w 1528"/>
              <a:gd name="T21" fmla="*/ 713 h 1044"/>
              <a:gd name="T22" fmla="*/ 736 w 1528"/>
              <a:gd name="T23" fmla="*/ 44 h 1044"/>
              <a:gd name="T24" fmla="*/ 703 w 1528"/>
              <a:gd name="T25" fmla="*/ 5 h 1044"/>
              <a:gd name="T26" fmla="*/ 559 w 1528"/>
              <a:gd name="T27" fmla="*/ 1 h 1044"/>
              <a:gd name="T28" fmla="*/ 523 w 1528"/>
              <a:gd name="T29" fmla="*/ 34 h 1044"/>
              <a:gd name="T30" fmla="*/ 737 w 1528"/>
              <a:gd name="T31" fmla="*/ 55 h 1044"/>
              <a:gd name="T32" fmla="*/ 703 w 1528"/>
              <a:gd name="T33" fmla="*/ 871 h 1044"/>
              <a:gd name="T34" fmla="*/ 736 w 1528"/>
              <a:gd name="T35" fmla="*/ 832 h 1044"/>
              <a:gd name="T36" fmla="*/ 519 w 1528"/>
              <a:gd name="T37" fmla="*/ 820 h 1044"/>
              <a:gd name="T38" fmla="*/ 541 w 1528"/>
              <a:gd name="T39" fmla="*/ 865 h 1044"/>
              <a:gd name="T40" fmla="*/ 846 w 1528"/>
              <a:gd name="T41" fmla="*/ 877 h 1044"/>
              <a:gd name="T42" fmla="*/ 1042 w 1528"/>
              <a:gd name="T43" fmla="*/ 868 h 1044"/>
              <a:gd name="T44" fmla="*/ 1066 w 1528"/>
              <a:gd name="T45" fmla="*/ 822 h 1044"/>
              <a:gd name="T46" fmla="*/ 1056 w 1528"/>
              <a:gd name="T47" fmla="*/ 138 h 1044"/>
              <a:gd name="T48" fmla="*/ 1011 w 1528"/>
              <a:gd name="T49" fmla="*/ 112 h 1044"/>
              <a:gd name="T50" fmla="*/ 815 w 1528"/>
              <a:gd name="T51" fmla="*/ 122 h 1044"/>
              <a:gd name="T52" fmla="*/ 791 w 1528"/>
              <a:gd name="T53" fmla="*/ 167 h 1044"/>
              <a:gd name="T54" fmla="*/ 800 w 1528"/>
              <a:gd name="T55" fmla="*/ 852 h 1044"/>
              <a:gd name="T56" fmla="*/ 846 w 1528"/>
              <a:gd name="T57" fmla="*/ 877 h 1044"/>
              <a:gd name="T58" fmla="*/ 1226 w 1528"/>
              <a:gd name="T59" fmla="*/ 308 h 1044"/>
              <a:gd name="T60" fmla="*/ 1189 w 1528"/>
              <a:gd name="T61" fmla="*/ 276 h 1044"/>
              <a:gd name="T62" fmla="*/ 1149 w 1528"/>
              <a:gd name="T63" fmla="*/ 280 h 1044"/>
              <a:gd name="T64" fmla="*/ 1122 w 1528"/>
              <a:gd name="T65" fmla="*/ 322 h 1044"/>
              <a:gd name="T66" fmla="*/ 1229 w 1528"/>
              <a:gd name="T67" fmla="*/ 497 h 1044"/>
              <a:gd name="T68" fmla="*/ 1170 w 1528"/>
              <a:gd name="T69" fmla="*/ 877 h 1044"/>
              <a:gd name="T70" fmla="*/ 1208 w 1528"/>
              <a:gd name="T71" fmla="*/ 868 h 1044"/>
              <a:gd name="T72" fmla="*/ 1229 w 1528"/>
              <a:gd name="T73" fmla="*/ 822 h 1044"/>
              <a:gd name="T74" fmla="*/ 1122 w 1528"/>
              <a:gd name="T75" fmla="*/ 835 h 1044"/>
              <a:gd name="T76" fmla="*/ 1149 w 1528"/>
              <a:gd name="T77" fmla="*/ 872 h 1044"/>
              <a:gd name="T78" fmla="*/ 1527 w 1528"/>
              <a:gd name="T79" fmla="*/ 986 h 1044"/>
              <a:gd name="T80" fmla="*/ 1518 w 1528"/>
              <a:gd name="T81" fmla="*/ 935 h 1044"/>
              <a:gd name="T82" fmla="*/ 1284 w 1528"/>
              <a:gd name="T83" fmla="*/ 889 h 1044"/>
              <a:gd name="T84" fmla="*/ 1277 w 1528"/>
              <a:gd name="T85" fmla="*/ 920 h 1044"/>
              <a:gd name="T86" fmla="*/ 1244 w 1528"/>
              <a:gd name="T87" fmla="*/ 935 h 1044"/>
              <a:gd name="T88" fmla="*/ 280 w 1528"/>
              <a:gd name="T89" fmla="*/ 931 h 1044"/>
              <a:gd name="T90" fmla="*/ 253 w 1528"/>
              <a:gd name="T91" fmla="*/ 908 h 1044"/>
              <a:gd name="T92" fmla="*/ 246 w 1528"/>
              <a:gd name="T93" fmla="*/ 711 h 1044"/>
              <a:gd name="T94" fmla="*/ 5 w 1528"/>
              <a:gd name="T95" fmla="*/ 935 h 1044"/>
              <a:gd name="T96" fmla="*/ 0 w 1528"/>
              <a:gd name="T97" fmla="*/ 981 h 1044"/>
              <a:gd name="T98" fmla="*/ 10 w 1528"/>
              <a:gd name="T99" fmla="*/ 1041 h 1044"/>
              <a:gd name="T100" fmla="*/ 1512 w 1528"/>
              <a:gd name="T101" fmla="*/ 1043 h 1044"/>
              <a:gd name="T102" fmla="*/ 1527 w 1528"/>
              <a:gd name="T103" fmla="*/ 1027 h 1044"/>
              <a:gd name="T104" fmla="*/ 1527 w 1528"/>
              <a:gd name="T105" fmla="*/ 986 h 1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28" h="1044">
                <a:moveTo>
                  <a:pt x="462" y="279"/>
                </a:moveTo>
                <a:lnTo>
                  <a:pt x="301" y="279"/>
                </a:lnTo>
                <a:lnTo>
                  <a:pt x="301" y="716"/>
                </a:lnTo>
                <a:lnTo>
                  <a:pt x="462" y="716"/>
                </a:lnTo>
                <a:lnTo>
                  <a:pt x="462" y="279"/>
                </a:lnTo>
                <a:close/>
                <a:moveTo>
                  <a:pt x="462" y="167"/>
                </a:moveTo>
                <a:lnTo>
                  <a:pt x="462" y="167"/>
                </a:lnTo>
                <a:lnTo>
                  <a:pt x="461" y="155"/>
                </a:lnTo>
                <a:lnTo>
                  <a:pt x="457" y="146"/>
                </a:lnTo>
                <a:lnTo>
                  <a:pt x="452" y="136"/>
                </a:lnTo>
                <a:lnTo>
                  <a:pt x="446" y="128"/>
                </a:lnTo>
                <a:lnTo>
                  <a:pt x="439" y="122"/>
                </a:lnTo>
                <a:lnTo>
                  <a:pt x="430" y="117"/>
                </a:lnTo>
                <a:lnTo>
                  <a:pt x="420" y="114"/>
                </a:lnTo>
                <a:lnTo>
                  <a:pt x="409" y="112"/>
                </a:lnTo>
                <a:lnTo>
                  <a:pt x="353" y="112"/>
                </a:lnTo>
                <a:lnTo>
                  <a:pt x="353" y="112"/>
                </a:lnTo>
                <a:lnTo>
                  <a:pt x="341" y="114"/>
                </a:lnTo>
                <a:lnTo>
                  <a:pt x="332" y="117"/>
                </a:lnTo>
                <a:lnTo>
                  <a:pt x="323" y="122"/>
                </a:lnTo>
                <a:lnTo>
                  <a:pt x="315" y="128"/>
                </a:lnTo>
                <a:lnTo>
                  <a:pt x="309" y="136"/>
                </a:lnTo>
                <a:lnTo>
                  <a:pt x="304" y="146"/>
                </a:lnTo>
                <a:lnTo>
                  <a:pt x="302" y="155"/>
                </a:lnTo>
                <a:lnTo>
                  <a:pt x="301" y="167"/>
                </a:lnTo>
                <a:lnTo>
                  <a:pt x="301" y="224"/>
                </a:lnTo>
                <a:lnTo>
                  <a:pt x="462" y="221"/>
                </a:lnTo>
                <a:lnTo>
                  <a:pt x="462" y="167"/>
                </a:lnTo>
                <a:close/>
                <a:moveTo>
                  <a:pt x="353" y="875"/>
                </a:moveTo>
                <a:lnTo>
                  <a:pt x="409" y="875"/>
                </a:lnTo>
                <a:lnTo>
                  <a:pt x="409" y="875"/>
                </a:lnTo>
                <a:lnTo>
                  <a:pt x="420" y="874"/>
                </a:lnTo>
                <a:lnTo>
                  <a:pt x="430" y="871"/>
                </a:lnTo>
                <a:lnTo>
                  <a:pt x="439" y="865"/>
                </a:lnTo>
                <a:lnTo>
                  <a:pt x="446" y="859"/>
                </a:lnTo>
                <a:lnTo>
                  <a:pt x="452" y="851"/>
                </a:lnTo>
                <a:lnTo>
                  <a:pt x="457" y="841"/>
                </a:lnTo>
                <a:lnTo>
                  <a:pt x="461" y="832"/>
                </a:lnTo>
                <a:lnTo>
                  <a:pt x="462" y="820"/>
                </a:lnTo>
                <a:lnTo>
                  <a:pt x="462" y="770"/>
                </a:lnTo>
                <a:lnTo>
                  <a:pt x="301" y="770"/>
                </a:lnTo>
                <a:lnTo>
                  <a:pt x="301" y="820"/>
                </a:lnTo>
                <a:lnTo>
                  <a:pt x="301" y="820"/>
                </a:lnTo>
                <a:lnTo>
                  <a:pt x="302" y="832"/>
                </a:lnTo>
                <a:lnTo>
                  <a:pt x="304" y="841"/>
                </a:lnTo>
                <a:lnTo>
                  <a:pt x="309" y="851"/>
                </a:lnTo>
                <a:lnTo>
                  <a:pt x="315" y="859"/>
                </a:lnTo>
                <a:lnTo>
                  <a:pt x="323" y="865"/>
                </a:lnTo>
                <a:lnTo>
                  <a:pt x="332" y="871"/>
                </a:lnTo>
                <a:lnTo>
                  <a:pt x="341" y="874"/>
                </a:lnTo>
                <a:lnTo>
                  <a:pt x="353" y="875"/>
                </a:lnTo>
                <a:lnTo>
                  <a:pt x="353" y="875"/>
                </a:lnTo>
                <a:close/>
                <a:moveTo>
                  <a:pt x="737" y="167"/>
                </a:moveTo>
                <a:lnTo>
                  <a:pt x="519" y="167"/>
                </a:lnTo>
                <a:lnTo>
                  <a:pt x="519" y="713"/>
                </a:lnTo>
                <a:lnTo>
                  <a:pt x="737" y="713"/>
                </a:lnTo>
                <a:lnTo>
                  <a:pt x="737" y="167"/>
                </a:lnTo>
                <a:close/>
                <a:moveTo>
                  <a:pt x="737" y="55"/>
                </a:moveTo>
                <a:lnTo>
                  <a:pt x="737" y="55"/>
                </a:lnTo>
                <a:lnTo>
                  <a:pt x="736" y="44"/>
                </a:lnTo>
                <a:lnTo>
                  <a:pt x="733" y="34"/>
                </a:lnTo>
                <a:lnTo>
                  <a:pt x="729" y="24"/>
                </a:lnTo>
                <a:lnTo>
                  <a:pt x="721" y="16"/>
                </a:lnTo>
                <a:lnTo>
                  <a:pt x="713" y="10"/>
                </a:lnTo>
                <a:lnTo>
                  <a:pt x="703" y="5"/>
                </a:lnTo>
                <a:lnTo>
                  <a:pt x="694" y="1"/>
                </a:lnTo>
                <a:lnTo>
                  <a:pt x="683" y="0"/>
                </a:lnTo>
                <a:lnTo>
                  <a:pt x="570" y="0"/>
                </a:lnTo>
                <a:lnTo>
                  <a:pt x="570" y="0"/>
                </a:lnTo>
                <a:lnTo>
                  <a:pt x="559" y="1"/>
                </a:lnTo>
                <a:lnTo>
                  <a:pt x="549" y="5"/>
                </a:lnTo>
                <a:lnTo>
                  <a:pt x="541" y="10"/>
                </a:lnTo>
                <a:lnTo>
                  <a:pt x="534" y="16"/>
                </a:lnTo>
                <a:lnTo>
                  <a:pt x="528" y="24"/>
                </a:lnTo>
                <a:lnTo>
                  <a:pt x="523" y="34"/>
                </a:lnTo>
                <a:lnTo>
                  <a:pt x="521" y="44"/>
                </a:lnTo>
                <a:lnTo>
                  <a:pt x="519" y="55"/>
                </a:lnTo>
                <a:lnTo>
                  <a:pt x="519" y="111"/>
                </a:lnTo>
                <a:lnTo>
                  <a:pt x="737" y="114"/>
                </a:lnTo>
                <a:lnTo>
                  <a:pt x="737" y="55"/>
                </a:lnTo>
                <a:close/>
                <a:moveTo>
                  <a:pt x="570" y="875"/>
                </a:moveTo>
                <a:lnTo>
                  <a:pt x="683" y="875"/>
                </a:lnTo>
                <a:lnTo>
                  <a:pt x="683" y="875"/>
                </a:lnTo>
                <a:lnTo>
                  <a:pt x="694" y="874"/>
                </a:lnTo>
                <a:lnTo>
                  <a:pt x="703" y="871"/>
                </a:lnTo>
                <a:lnTo>
                  <a:pt x="713" y="865"/>
                </a:lnTo>
                <a:lnTo>
                  <a:pt x="721" y="859"/>
                </a:lnTo>
                <a:lnTo>
                  <a:pt x="729" y="851"/>
                </a:lnTo>
                <a:lnTo>
                  <a:pt x="733" y="841"/>
                </a:lnTo>
                <a:lnTo>
                  <a:pt x="736" y="832"/>
                </a:lnTo>
                <a:lnTo>
                  <a:pt x="737" y="820"/>
                </a:lnTo>
                <a:lnTo>
                  <a:pt x="737" y="771"/>
                </a:lnTo>
                <a:lnTo>
                  <a:pt x="519" y="771"/>
                </a:lnTo>
                <a:lnTo>
                  <a:pt x="519" y="820"/>
                </a:lnTo>
                <a:lnTo>
                  <a:pt x="519" y="820"/>
                </a:lnTo>
                <a:lnTo>
                  <a:pt x="521" y="832"/>
                </a:lnTo>
                <a:lnTo>
                  <a:pt x="523" y="841"/>
                </a:lnTo>
                <a:lnTo>
                  <a:pt x="528" y="851"/>
                </a:lnTo>
                <a:lnTo>
                  <a:pt x="534" y="859"/>
                </a:lnTo>
                <a:lnTo>
                  <a:pt x="541" y="865"/>
                </a:lnTo>
                <a:lnTo>
                  <a:pt x="549" y="871"/>
                </a:lnTo>
                <a:lnTo>
                  <a:pt x="559" y="874"/>
                </a:lnTo>
                <a:lnTo>
                  <a:pt x="570" y="875"/>
                </a:lnTo>
                <a:lnTo>
                  <a:pt x="570" y="875"/>
                </a:lnTo>
                <a:close/>
                <a:moveTo>
                  <a:pt x="846" y="877"/>
                </a:moveTo>
                <a:lnTo>
                  <a:pt x="1011" y="877"/>
                </a:lnTo>
                <a:lnTo>
                  <a:pt x="1011" y="877"/>
                </a:lnTo>
                <a:lnTo>
                  <a:pt x="1021" y="876"/>
                </a:lnTo>
                <a:lnTo>
                  <a:pt x="1032" y="872"/>
                </a:lnTo>
                <a:lnTo>
                  <a:pt x="1042" y="868"/>
                </a:lnTo>
                <a:lnTo>
                  <a:pt x="1050" y="860"/>
                </a:lnTo>
                <a:lnTo>
                  <a:pt x="1056" y="852"/>
                </a:lnTo>
                <a:lnTo>
                  <a:pt x="1061" y="844"/>
                </a:lnTo>
                <a:lnTo>
                  <a:pt x="1064" y="833"/>
                </a:lnTo>
                <a:lnTo>
                  <a:pt x="1066" y="822"/>
                </a:lnTo>
                <a:lnTo>
                  <a:pt x="1066" y="167"/>
                </a:lnTo>
                <a:lnTo>
                  <a:pt x="1066" y="167"/>
                </a:lnTo>
                <a:lnTo>
                  <a:pt x="1064" y="157"/>
                </a:lnTo>
                <a:lnTo>
                  <a:pt x="1061" y="146"/>
                </a:lnTo>
                <a:lnTo>
                  <a:pt x="1056" y="138"/>
                </a:lnTo>
                <a:lnTo>
                  <a:pt x="1050" y="129"/>
                </a:lnTo>
                <a:lnTo>
                  <a:pt x="1042" y="122"/>
                </a:lnTo>
                <a:lnTo>
                  <a:pt x="1032" y="117"/>
                </a:lnTo>
                <a:lnTo>
                  <a:pt x="1021" y="114"/>
                </a:lnTo>
                <a:lnTo>
                  <a:pt x="1011" y="112"/>
                </a:lnTo>
                <a:lnTo>
                  <a:pt x="846" y="112"/>
                </a:lnTo>
                <a:lnTo>
                  <a:pt x="846" y="112"/>
                </a:lnTo>
                <a:lnTo>
                  <a:pt x="835" y="114"/>
                </a:lnTo>
                <a:lnTo>
                  <a:pt x="824" y="117"/>
                </a:lnTo>
                <a:lnTo>
                  <a:pt x="815" y="122"/>
                </a:lnTo>
                <a:lnTo>
                  <a:pt x="807" y="129"/>
                </a:lnTo>
                <a:lnTo>
                  <a:pt x="800" y="138"/>
                </a:lnTo>
                <a:lnTo>
                  <a:pt x="795" y="146"/>
                </a:lnTo>
                <a:lnTo>
                  <a:pt x="792" y="157"/>
                </a:lnTo>
                <a:lnTo>
                  <a:pt x="791" y="167"/>
                </a:lnTo>
                <a:lnTo>
                  <a:pt x="791" y="822"/>
                </a:lnTo>
                <a:lnTo>
                  <a:pt x="791" y="822"/>
                </a:lnTo>
                <a:lnTo>
                  <a:pt x="792" y="833"/>
                </a:lnTo>
                <a:lnTo>
                  <a:pt x="795" y="844"/>
                </a:lnTo>
                <a:lnTo>
                  <a:pt x="800" y="852"/>
                </a:lnTo>
                <a:lnTo>
                  <a:pt x="807" y="860"/>
                </a:lnTo>
                <a:lnTo>
                  <a:pt x="815" y="868"/>
                </a:lnTo>
                <a:lnTo>
                  <a:pt x="824" y="872"/>
                </a:lnTo>
                <a:lnTo>
                  <a:pt x="835" y="876"/>
                </a:lnTo>
                <a:lnTo>
                  <a:pt x="846" y="877"/>
                </a:lnTo>
                <a:lnTo>
                  <a:pt x="846" y="877"/>
                </a:lnTo>
                <a:close/>
                <a:moveTo>
                  <a:pt x="1229" y="330"/>
                </a:moveTo>
                <a:lnTo>
                  <a:pt x="1229" y="330"/>
                </a:lnTo>
                <a:lnTo>
                  <a:pt x="1228" y="319"/>
                </a:lnTo>
                <a:lnTo>
                  <a:pt x="1226" y="308"/>
                </a:lnTo>
                <a:lnTo>
                  <a:pt x="1221" y="299"/>
                </a:lnTo>
                <a:lnTo>
                  <a:pt x="1215" y="292"/>
                </a:lnTo>
                <a:lnTo>
                  <a:pt x="1208" y="285"/>
                </a:lnTo>
                <a:lnTo>
                  <a:pt x="1199" y="280"/>
                </a:lnTo>
                <a:lnTo>
                  <a:pt x="1189" y="276"/>
                </a:lnTo>
                <a:lnTo>
                  <a:pt x="1178" y="275"/>
                </a:lnTo>
                <a:lnTo>
                  <a:pt x="1170" y="275"/>
                </a:lnTo>
                <a:lnTo>
                  <a:pt x="1170" y="275"/>
                </a:lnTo>
                <a:lnTo>
                  <a:pt x="1159" y="276"/>
                </a:lnTo>
                <a:lnTo>
                  <a:pt x="1149" y="280"/>
                </a:lnTo>
                <a:lnTo>
                  <a:pt x="1141" y="286"/>
                </a:lnTo>
                <a:lnTo>
                  <a:pt x="1134" y="293"/>
                </a:lnTo>
                <a:lnTo>
                  <a:pt x="1128" y="301"/>
                </a:lnTo>
                <a:lnTo>
                  <a:pt x="1124" y="311"/>
                </a:lnTo>
                <a:lnTo>
                  <a:pt x="1122" y="322"/>
                </a:lnTo>
                <a:lnTo>
                  <a:pt x="1121" y="332"/>
                </a:lnTo>
                <a:lnTo>
                  <a:pt x="1121" y="440"/>
                </a:lnTo>
                <a:lnTo>
                  <a:pt x="1229" y="440"/>
                </a:lnTo>
                <a:lnTo>
                  <a:pt x="1229" y="330"/>
                </a:lnTo>
                <a:close/>
                <a:moveTo>
                  <a:pt x="1229" y="497"/>
                </a:moveTo>
                <a:lnTo>
                  <a:pt x="1121" y="498"/>
                </a:lnTo>
                <a:lnTo>
                  <a:pt x="1121" y="659"/>
                </a:lnTo>
                <a:lnTo>
                  <a:pt x="1229" y="656"/>
                </a:lnTo>
                <a:lnTo>
                  <a:pt x="1229" y="497"/>
                </a:lnTo>
                <a:close/>
                <a:moveTo>
                  <a:pt x="1170" y="877"/>
                </a:moveTo>
                <a:lnTo>
                  <a:pt x="1178" y="877"/>
                </a:lnTo>
                <a:lnTo>
                  <a:pt x="1178" y="877"/>
                </a:lnTo>
                <a:lnTo>
                  <a:pt x="1189" y="876"/>
                </a:lnTo>
                <a:lnTo>
                  <a:pt x="1199" y="872"/>
                </a:lnTo>
                <a:lnTo>
                  <a:pt x="1208" y="868"/>
                </a:lnTo>
                <a:lnTo>
                  <a:pt x="1215" y="860"/>
                </a:lnTo>
                <a:lnTo>
                  <a:pt x="1221" y="852"/>
                </a:lnTo>
                <a:lnTo>
                  <a:pt x="1226" y="844"/>
                </a:lnTo>
                <a:lnTo>
                  <a:pt x="1228" y="833"/>
                </a:lnTo>
                <a:lnTo>
                  <a:pt x="1229" y="822"/>
                </a:lnTo>
                <a:lnTo>
                  <a:pt x="1229" y="713"/>
                </a:lnTo>
                <a:lnTo>
                  <a:pt x="1121" y="716"/>
                </a:lnTo>
                <a:lnTo>
                  <a:pt x="1121" y="825"/>
                </a:lnTo>
                <a:lnTo>
                  <a:pt x="1121" y="825"/>
                </a:lnTo>
                <a:lnTo>
                  <a:pt x="1122" y="835"/>
                </a:lnTo>
                <a:lnTo>
                  <a:pt x="1124" y="845"/>
                </a:lnTo>
                <a:lnTo>
                  <a:pt x="1128" y="854"/>
                </a:lnTo>
                <a:lnTo>
                  <a:pt x="1134" y="862"/>
                </a:lnTo>
                <a:lnTo>
                  <a:pt x="1141" y="868"/>
                </a:lnTo>
                <a:lnTo>
                  <a:pt x="1149" y="872"/>
                </a:lnTo>
                <a:lnTo>
                  <a:pt x="1159" y="876"/>
                </a:lnTo>
                <a:lnTo>
                  <a:pt x="1170" y="877"/>
                </a:lnTo>
                <a:lnTo>
                  <a:pt x="1170" y="877"/>
                </a:lnTo>
                <a:close/>
                <a:moveTo>
                  <a:pt x="1527" y="986"/>
                </a:moveTo>
                <a:lnTo>
                  <a:pt x="1527" y="986"/>
                </a:lnTo>
                <a:lnTo>
                  <a:pt x="1527" y="979"/>
                </a:lnTo>
                <a:lnTo>
                  <a:pt x="1527" y="962"/>
                </a:lnTo>
                <a:lnTo>
                  <a:pt x="1526" y="952"/>
                </a:lnTo>
                <a:lnTo>
                  <a:pt x="1522" y="943"/>
                </a:lnTo>
                <a:lnTo>
                  <a:pt x="1518" y="935"/>
                </a:lnTo>
                <a:lnTo>
                  <a:pt x="1515" y="932"/>
                </a:lnTo>
                <a:lnTo>
                  <a:pt x="1511" y="930"/>
                </a:lnTo>
                <a:lnTo>
                  <a:pt x="1284" y="709"/>
                </a:lnTo>
                <a:lnTo>
                  <a:pt x="1284" y="889"/>
                </a:lnTo>
                <a:lnTo>
                  <a:pt x="1284" y="889"/>
                </a:lnTo>
                <a:lnTo>
                  <a:pt x="1285" y="896"/>
                </a:lnTo>
                <a:lnTo>
                  <a:pt x="1284" y="903"/>
                </a:lnTo>
                <a:lnTo>
                  <a:pt x="1282" y="912"/>
                </a:lnTo>
                <a:lnTo>
                  <a:pt x="1279" y="917"/>
                </a:lnTo>
                <a:lnTo>
                  <a:pt x="1277" y="920"/>
                </a:lnTo>
                <a:lnTo>
                  <a:pt x="1272" y="924"/>
                </a:lnTo>
                <a:lnTo>
                  <a:pt x="1268" y="927"/>
                </a:lnTo>
                <a:lnTo>
                  <a:pt x="1262" y="931"/>
                </a:lnTo>
                <a:lnTo>
                  <a:pt x="1253" y="933"/>
                </a:lnTo>
                <a:lnTo>
                  <a:pt x="1244" y="935"/>
                </a:lnTo>
                <a:lnTo>
                  <a:pt x="1233" y="935"/>
                </a:lnTo>
                <a:lnTo>
                  <a:pt x="296" y="935"/>
                </a:lnTo>
                <a:lnTo>
                  <a:pt x="296" y="935"/>
                </a:lnTo>
                <a:lnTo>
                  <a:pt x="289" y="933"/>
                </a:lnTo>
                <a:lnTo>
                  <a:pt x="280" y="931"/>
                </a:lnTo>
                <a:lnTo>
                  <a:pt x="271" y="926"/>
                </a:lnTo>
                <a:lnTo>
                  <a:pt x="266" y="923"/>
                </a:lnTo>
                <a:lnTo>
                  <a:pt x="261" y="919"/>
                </a:lnTo>
                <a:lnTo>
                  <a:pt x="256" y="914"/>
                </a:lnTo>
                <a:lnTo>
                  <a:pt x="253" y="908"/>
                </a:lnTo>
                <a:lnTo>
                  <a:pt x="249" y="901"/>
                </a:lnTo>
                <a:lnTo>
                  <a:pt x="247" y="894"/>
                </a:lnTo>
                <a:lnTo>
                  <a:pt x="246" y="886"/>
                </a:lnTo>
                <a:lnTo>
                  <a:pt x="246" y="875"/>
                </a:lnTo>
                <a:lnTo>
                  <a:pt x="246" y="711"/>
                </a:lnTo>
                <a:lnTo>
                  <a:pt x="14" y="930"/>
                </a:lnTo>
                <a:lnTo>
                  <a:pt x="14" y="930"/>
                </a:lnTo>
                <a:lnTo>
                  <a:pt x="11" y="930"/>
                </a:lnTo>
                <a:lnTo>
                  <a:pt x="9" y="931"/>
                </a:lnTo>
                <a:lnTo>
                  <a:pt x="5" y="935"/>
                </a:lnTo>
                <a:lnTo>
                  <a:pt x="3" y="941"/>
                </a:lnTo>
                <a:lnTo>
                  <a:pt x="1" y="950"/>
                </a:lnTo>
                <a:lnTo>
                  <a:pt x="0" y="963"/>
                </a:lnTo>
                <a:lnTo>
                  <a:pt x="0" y="981"/>
                </a:lnTo>
                <a:lnTo>
                  <a:pt x="0" y="981"/>
                </a:lnTo>
                <a:lnTo>
                  <a:pt x="0" y="1003"/>
                </a:lnTo>
                <a:lnTo>
                  <a:pt x="2" y="1018"/>
                </a:lnTo>
                <a:lnTo>
                  <a:pt x="4" y="1029"/>
                </a:lnTo>
                <a:lnTo>
                  <a:pt x="8" y="1037"/>
                </a:lnTo>
                <a:lnTo>
                  <a:pt x="10" y="1041"/>
                </a:lnTo>
                <a:lnTo>
                  <a:pt x="14" y="1043"/>
                </a:lnTo>
                <a:lnTo>
                  <a:pt x="16" y="1044"/>
                </a:lnTo>
                <a:lnTo>
                  <a:pt x="1508" y="1044"/>
                </a:lnTo>
                <a:lnTo>
                  <a:pt x="1508" y="1044"/>
                </a:lnTo>
                <a:lnTo>
                  <a:pt x="1512" y="1043"/>
                </a:lnTo>
                <a:lnTo>
                  <a:pt x="1517" y="1042"/>
                </a:lnTo>
                <a:lnTo>
                  <a:pt x="1521" y="1040"/>
                </a:lnTo>
                <a:lnTo>
                  <a:pt x="1523" y="1036"/>
                </a:lnTo>
                <a:lnTo>
                  <a:pt x="1526" y="1031"/>
                </a:lnTo>
                <a:lnTo>
                  <a:pt x="1527" y="1027"/>
                </a:lnTo>
                <a:lnTo>
                  <a:pt x="1528" y="1016"/>
                </a:lnTo>
                <a:lnTo>
                  <a:pt x="1528" y="1005"/>
                </a:lnTo>
                <a:lnTo>
                  <a:pt x="1528" y="995"/>
                </a:lnTo>
                <a:lnTo>
                  <a:pt x="1527" y="986"/>
                </a:lnTo>
                <a:lnTo>
                  <a:pt x="1527" y="98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4413000" y="2995613"/>
            <a:ext cx="1080000" cy="857648"/>
          </a:xfrm>
          <a:custGeom>
            <a:avLst/>
            <a:gdLst>
              <a:gd name="T0" fmla="*/ 32 w 1530"/>
              <a:gd name="T1" fmla="*/ 901 h 1215"/>
              <a:gd name="T2" fmla="*/ 5 w 1530"/>
              <a:gd name="T3" fmla="*/ 929 h 1215"/>
              <a:gd name="T4" fmla="*/ 0 w 1530"/>
              <a:gd name="T5" fmla="*/ 1162 h 1215"/>
              <a:gd name="T6" fmla="*/ 16 w 1530"/>
              <a:gd name="T7" fmla="*/ 1200 h 1215"/>
              <a:gd name="T8" fmla="*/ 54 w 1530"/>
              <a:gd name="T9" fmla="*/ 1215 h 1215"/>
              <a:gd name="T10" fmla="*/ 159 w 1530"/>
              <a:gd name="T11" fmla="*/ 1215 h 1215"/>
              <a:gd name="T12" fmla="*/ 159 w 1530"/>
              <a:gd name="T13" fmla="*/ 1215 h 1215"/>
              <a:gd name="T14" fmla="*/ 1371 w 1530"/>
              <a:gd name="T15" fmla="*/ 1215 h 1215"/>
              <a:gd name="T16" fmla="*/ 1399 w 1530"/>
              <a:gd name="T17" fmla="*/ 1206 h 1215"/>
              <a:gd name="T18" fmla="*/ 1422 w 1530"/>
              <a:gd name="T19" fmla="*/ 1172 h 1215"/>
              <a:gd name="T20" fmla="*/ 1422 w 1530"/>
              <a:gd name="T21" fmla="*/ 939 h 1215"/>
              <a:gd name="T22" fmla="*/ 1399 w 1530"/>
              <a:gd name="T23" fmla="*/ 906 h 1215"/>
              <a:gd name="T24" fmla="*/ 1371 w 1530"/>
              <a:gd name="T25" fmla="*/ 896 h 1215"/>
              <a:gd name="T26" fmla="*/ 106 w 1530"/>
              <a:gd name="T27" fmla="*/ 635 h 1215"/>
              <a:gd name="T28" fmla="*/ 76 w 1530"/>
              <a:gd name="T29" fmla="*/ 643 h 1215"/>
              <a:gd name="T30" fmla="*/ 55 w 1530"/>
              <a:gd name="T31" fmla="*/ 675 h 1215"/>
              <a:gd name="T32" fmla="*/ 55 w 1530"/>
              <a:gd name="T33" fmla="*/ 806 h 1215"/>
              <a:gd name="T34" fmla="*/ 76 w 1530"/>
              <a:gd name="T35" fmla="*/ 838 h 1215"/>
              <a:gd name="T36" fmla="*/ 106 w 1530"/>
              <a:gd name="T37" fmla="*/ 846 h 1215"/>
              <a:gd name="T38" fmla="*/ 1370 w 1530"/>
              <a:gd name="T39" fmla="*/ 675 h 1215"/>
              <a:gd name="T40" fmla="*/ 1347 w 1530"/>
              <a:gd name="T41" fmla="*/ 642 h 1215"/>
              <a:gd name="T42" fmla="*/ 1267 w 1530"/>
              <a:gd name="T43" fmla="*/ 633 h 1215"/>
              <a:gd name="T44" fmla="*/ 1328 w 1530"/>
              <a:gd name="T45" fmla="*/ 845 h 1215"/>
              <a:gd name="T46" fmla="*/ 1361 w 1530"/>
              <a:gd name="T47" fmla="*/ 823 h 1215"/>
              <a:gd name="T48" fmla="*/ 1371 w 1530"/>
              <a:gd name="T49" fmla="*/ 795 h 1215"/>
              <a:gd name="T50" fmla="*/ 212 w 1530"/>
              <a:gd name="T51" fmla="*/ 633 h 1215"/>
              <a:gd name="T52" fmla="*/ 1372 w 1530"/>
              <a:gd name="T53" fmla="*/ 424 h 1215"/>
              <a:gd name="T54" fmla="*/ 1409 w 1530"/>
              <a:gd name="T55" fmla="*/ 409 h 1215"/>
              <a:gd name="T56" fmla="*/ 1425 w 1530"/>
              <a:gd name="T57" fmla="*/ 373 h 1215"/>
              <a:gd name="T58" fmla="*/ 1421 w 1530"/>
              <a:gd name="T59" fmla="*/ 190 h 1215"/>
              <a:gd name="T60" fmla="*/ 1392 w 1530"/>
              <a:gd name="T61" fmla="*/ 163 h 1215"/>
              <a:gd name="T62" fmla="*/ 159 w 1530"/>
              <a:gd name="T63" fmla="*/ 158 h 1215"/>
              <a:gd name="T64" fmla="*/ 122 w 1530"/>
              <a:gd name="T65" fmla="*/ 173 h 1215"/>
              <a:gd name="T66" fmla="*/ 106 w 1530"/>
              <a:gd name="T67" fmla="*/ 212 h 1215"/>
              <a:gd name="T68" fmla="*/ 111 w 1530"/>
              <a:gd name="T69" fmla="*/ 393 h 1215"/>
              <a:gd name="T70" fmla="*/ 139 w 1530"/>
              <a:gd name="T71" fmla="*/ 420 h 1215"/>
              <a:gd name="T72" fmla="*/ 212 w 1530"/>
              <a:gd name="T73" fmla="*/ 108 h 1215"/>
              <a:gd name="T74" fmla="*/ 212 w 1530"/>
              <a:gd name="T75" fmla="*/ 0 h 1215"/>
              <a:gd name="T76" fmla="*/ 174 w 1530"/>
              <a:gd name="T77" fmla="*/ 14 h 1215"/>
              <a:gd name="T78" fmla="*/ 159 w 1530"/>
              <a:gd name="T79" fmla="*/ 49 h 1215"/>
              <a:gd name="T80" fmla="*/ 163 w 1530"/>
              <a:gd name="T81" fmla="*/ 78 h 1215"/>
              <a:gd name="T82" fmla="*/ 191 w 1530"/>
              <a:gd name="T83" fmla="*/ 104 h 1215"/>
              <a:gd name="T84" fmla="*/ 1080 w 1530"/>
              <a:gd name="T85" fmla="*/ 108 h 1215"/>
              <a:gd name="T86" fmla="*/ 1080 w 1530"/>
              <a:gd name="T87" fmla="*/ 108 h 1215"/>
              <a:gd name="T88" fmla="*/ 1266 w 1530"/>
              <a:gd name="T89" fmla="*/ 40 h 1215"/>
              <a:gd name="T90" fmla="*/ 1243 w 1530"/>
              <a:gd name="T91" fmla="*/ 8 h 1215"/>
              <a:gd name="T92" fmla="*/ 1109 w 1530"/>
              <a:gd name="T93" fmla="*/ 0 h 1215"/>
              <a:gd name="T94" fmla="*/ 1225 w 1530"/>
              <a:gd name="T95" fmla="*/ 106 h 1215"/>
              <a:gd name="T96" fmla="*/ 1257 w 1530"/>
              <a:gd name="T97" fmla="*/ 86 h 1215"/>
              <a:gd name="T98" fmla="*/ 1267 w 1530"/>
              <a:gd name="T99" fmla="*/ 57 h 1215"/>
              <a:gd name="T100" fmla="*/ 159 w 1530"/>
              <a:gd name="T101" fmla="*/ 475 h 1215"/>
              <a:gd name="T102" fmla="*/ 129 w 1530"/>
              <a:gd name="T103" fmla="*/ 483 h 1215"/>
              <a:gd name="T104" fmla="*/ 108 w 1530"/>
              <a:gd name="T105" fmla="*/ 514 h 1215"/>
              <a:gd name="T106" fmla="*/ 108 w 1530"/>
              <a:gd name="T107" fmla="*/ 543 h 1215"/>
              <a:gd name="T108" fmla="*/ 129 w 1530"/>
              <a:gd name="T109" fmla="*/ 574 h 1215"/>
              <a:gd name="T110" fmla="*/ 159 w 1530"/>
              <a:gd name="T111" fmla="*/ 582 h 1215"/>
              <a:gd name="T112" fmla="*/ 1477 w 1530"/>
              <a:gd name="T113" fmla="*/ 582 h 1215"/>
              <a:gd name="T114" fmla="*/ 1507 w 1530"/>
              <a:gd name="T115" fmla="*/ 574 h 1215"/>
              <a:gd name="T116" fmla="*/ 1530 w 1530"/>
              <a:gd name="T117" fmla="*/ 543 h 1215"/>
              <a:gd name="T118" fmla="*/ 1530 w 1530"/>
              <a:gd name="T119" fmla="*/ 514 h 1215"/>
              <a:gd name="T120" fmla="*/ 1507 w 1530"/>
              <a:gd name="T121" fmla="*/ 483 h 1215"/>
              <a:gd name="T122" fmla="*/ 1477 w 1530"/>
              <a:gd name="T123" fmla="*/ 475 h 1215"/>
              <a:gd name="T124" fmla="*/ 1344 w 1530"/>
              <a:gd name="T125" fmla="*/ 582 h 1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30" h="1215">
                <a:moveTo>
                  <a:pt x="54" y="896"/>
                </a:moveTo>
                <a:lnTo>
                  <a:pt x="54" y="896"/>
                </a:lnTo>
                <a:lnTo>
                  <a:pt x="43" y="898"/>
                </a:lnTo>
                <a:lnTo>
                  <a:pt x="32" y="901"/>
                </a:lnTo>
                <a:lnTo>
                  <a:pt x="24" y="906"/>
                </a:lnTo>
                <a:lnTo>
                  <a:pt x="16" y="912"/>
                </a:lnTo>
                <a:lnTo>
                  <a:pt x="10" y="920"/>
                </a:lnTo>
                <a:lnTo>
                  <a:pt x="5" y="929"/>
                </a:lnTo>
                <a:lnTo>
                  <a:pt x="1" y="939"/>
                </a:lnTo>
                <a:lnTo>
                  <a:pt x="0" y="950"/>
                </a:lnTo>
                <a:lnTo>
                  <a:pt x="0" y="1162"/>
                </a:lnTo>
                <a:lnTo>
                  <a:pt x="0" y="1162"/>
                </a:lnTo>
                <a:lnTo>
                  <a:pt x="1" y="1172"/>
                </a:lnTo>
                <a:lnTo>
                  <a:pt x="5" y="1183"/>
                </a:lnTo>
                <a:lnTo>
                  <a:pt x="10" y="1191"/>
                </a:lnTo>
                <a:lnTo>
                  <a:pt x="16" y="1200"/>
                </a:lnTo>
                <a:lnTo>
                  <a:pt x="24" y="1206"/>
                </a:lnTo>
                <a:lnTo>
                  <a:pt x="32" y="1211"/>
                </a:lnTo>
                <a:lnTo>
                  <a:pt x="43" y="1214"/>
                </a:lnTo>
                <a:lnTo>
                  <a:pt x="54" y="1215"/>
                </a:lnTo>
                <a:lnTo>
                  <a:pt x="130" y="1215"/>
                </a:lnTo>
                <a:lnTo>
                  <a:pt x="129" y="896"/>
                </a:lnTo>
                <a:lnTo>
                  <a:pt x="54" y="896"/>
                </a:lnTo>
                <a:close/>
                <a:moveTo>
                  <a:pt x="159" y="1215"/>
                </a:moveTo>
                <a:lnTo>
                  <a:pt x="1291" y="1215"/>
                </a:lnTo>
                <a:lnTo>
                  <a:pt x="1291" y="896"/>
                </a:lnTo>
                <a:lnTo>
                  <a:pt x="159" y="896"/>
                </a:lnTo>
                <a:lnTo>
                  <a:pt x="159" y="1215"/>
                </a:lnTo>
                <a:close/>
                <a:moveTo>
                  <a:pt x="1371" y="896"/>
                </a:moveTo>
                <a:lnTo>
                  <a:pt x="1319" y="896"/>
                </a:lnTo>
                <a:lnTo>
                  <a:pt x="1319" y="1215"/>
                </a:lnTo>
                <a:lnTo>
                  <a:pt x="1371" y="1215"/>
                </a:lnTo>
                <a:lnTo>
                  <a:pt x="1371" y="1215"/>
                </a:lnTo>
                <a:lnTo>
                  <a:pt x="1382" y="1214"/>
                </a:lnTo>
                <a:lnTo>
                  <a:pt x="1391" y="1211"/>
                </a:lnTo>
                <a:lnTo>
                  <a:pt x="1399" y="1206"/>
                </a:lnTo>
                <a:lnTo>
                  <a:pt x="1408" y="1200"/>
                </a:lnTo>
                <a:lnTo>
                  <a:pt x="1414" y="1191"/>
                </a:lnTo>
                <a:lnTo>
                  <a:pt x="1419" y="1183"/>
                </a:lnTo>
                <a:lnTo>
                  <a:pt x="1422" y="1172"/>
                </a:lnTo>
                <a:lnTo>
                  <a:pt x="1423" y="1162"/>
                </a:lnTo>
                <a:lnTo>
                  <a:pt x="1423" y="950"/>
                </a:lnTo>
                <a:lnTo>
                  <a:pt x="1423" y="950"/>
                </a:lnTo>
                <a:lnTo>
                  <a:pt x="1422" y="939"/>
                </a:lnTo>
                <a:lnTo>
                  <a:pt x="1419" y="929"/>
                </a:lnTo>
                <a:lnTo>
                  <a:pt x="1414" y="920"/>
                </a:lnTo>
                <a:lnTo>
                  <a:pt x="1408" y="912"/>
                </a:lnTo>
                <a:lnTo>
                  <a:pt x="1399" y="906"/>
                </a:lnTo>
                <a:lnTo>
                  <a:pt x="1391" y="901"/>
                </a:lnTo>
                <a:lnTo>
                  <a:pt x="1382" y="898"/>
                </a:lnTo>
                <a:lnTo>
                  <a:pt x="1371" y="896"/>
                </a:lnTo>
                <a:lnTo>
                  <a:pt x="1371" y="896"/>
                </a:lnTo>
                <a:close/>
                <a:moveTo>
                  <a:pt x="106" y="846"/>
                </a:moveTo>
                <a:lnTo>
                  <a:pt x="182" y="846"/>
                </a:lnTo>
                <a:lnTo>
                  <a:pt x="183" y="635"/>
                </a:lnTo>
                <a:lnTo>
                  <a:pt x="106" y="635"/>
                </a:lnTo>
                <a:lnTo>
                  <a:pt x="106" y="635"/>
                </a:lnTo>
                <a:lnTo>
                  <a:pt x="96" y="636"/>
                </a:lnTo>
                <a:lnTo>
                  <a:pt x="86" y="638"/>
                </a:lnTo>
                <a:lnTo>
                  <a:pt x="76" y="643"/>
                </a:lnTo>
                <a:lnTo>
                  <a:pt x="69" y="649"/>
                </a:lnTo>
                <a:lnTo>
                  <a:pt x="62" y="657"/>
                </a:lnTo>
                <a:lnTo>
                  <a:pt x="57" y="666"/>
                </a:lnTo>
                <a:lnTo>
                  <a:pt x="55" y="675"/>
                </a:lnTo>
                <a:lnTo>
                  <a:pt x="54" y="686"/>
                </a:lnTo>
                <a:lnTo>
                  <a:pt x="54" y="795"/>
                </a:lnTo>
                <a:lnTo>
                  <a:pt x="54" y="795"/>
                </a:lnTo>
                <a:lnTo>
                  <a:pt x="55" y="806"/>
                </a:lnTo>
                <a:lnTo>
                  <a:pt x="57" y="815"/>
                </a:lnTo>
                <a:lnTo>
                  <a:pt x="62" y="823"/>
                </a:lnTo>
                <a:lnTo>
                  <a:pt x="69" y="831"/>
                </a:lnTo>
                <a:lnTo>
                  <a:pt x="76" y="838"/>
                </a:lnTo>
                <a:lnTo>
                  <a:pt x="86" y="841"/>
                </a:lnTo>
                <a:lnTo>
                  <a:pt x="96" y="845"/>
                </a:lnTo>
                <a:lnTo>
                  <a:pt x="106" y="846"/>
                </a:lnTo>
                <a:lnTo>
                  <a:pt x="106" y="846"/>
                </a:lnTo>
                <a:close/>
                <a:moveTo>
                  <a:pt x="1371" y="795"/>
                </a:moveTo>
                <a:lnTo>
                  <a:pt x="1371" y="686"/>
                </a:lnTo>
                <a:lnTo>
                  <a:pt x="1371" y="686"/>
                </a:lnTo>
                <a:lnTo>
                  <a:pt x="1370" y="675"/>
                </a:lnTo>
                <a:lnTo>
                  <a:pt x="1366" y="666"/>
                </a:lnTo>
                <a:lnTo>
                  <a:pt x="1361" y="656"/>
                </a:lnTo>
                <a:lnTo>
                  <a:pt x="1355" y="649"/>
                </a:lnTo>
                <a:lnTo>
                  <a:pt x="1347" y="642"/>
                </a:lnTo>
                <a:lnTo>
                  <a:pt x="1338" y="637"/>
                </a:lnTo>
                <a:lnTo>
                  <a:pt x="1328" y="635"/>
                </a:lnTo>
                <a:lnTo>
                  <a:pt x="1318" y="633"/>
                </a:lnTo>
                <a:lnTo>
                  <a:pt x="1267" y="633"/>
                </a:lnTo>
                <a:lnTo>
                  <a:pt x="1267" y="846"/>
                </a:lnTo>
                <a:lnTo>
                  <a:pt x="1318" y="846"/>
                </a:lnTo>
                <a:lnTo>
                  <a:pt x="1318" y="846"/>
                </a:lnTo>
                <a:lnTo>
                  <a:pt x="1328" y="845"/>
                </a:lnTo>
                <a:lnTo>
                  <a:pt x="1338" y="841"/>
                </a:lnTo>
                <a:lnTo>
                  <a:pt x="1347" y="838"/>
                </a:lnTo>
                <a:lnTo>
                  <a:pt x="1355" y="831"/>
                </a:lnTo>
                <a:lnTo>
                  <a:pt x="1361" y="823"/>
                </a:lnTo>
                <a:lnTo>
                  <a:pt x="1366" y="815"/>
                </a:lnTo>
                <a:lnTo>
                  <a:pt x="1370" y="806"/>
                </a:lnTo>
                <a:lnTo>
                  <a:pt x="1371" y="795"/>
                </a:lnTo>
                <a:lnTo>
                  <a:pt x="1371" y="795"/>
                </a:lnTo>
                <a:close/>
                <a:moveTo>
                  <a:pt x="212" y="846"/>
                </a:moveTo>
                <a:lnTo>
                  <a:pt x="1240" y="846"/>
                </a:lnTo>
                <a:lnTo>
                  <a:pt x="1240" y="633"/>
                </a:lnTo>
                <a:lnTo>
                  <a:pt x="212" y="633"/>
                </a:lnTo>
                <a:lnTo>
                  <a:pt x="212" y="846"/>
                </a:lnTo>
                <a:close/>
                <a:moveTo>
                  <a:pt x="159" y="424"/>
                </a:moveTo>
                <a:lnTo>
                  <a:pt x="1372" y="424"/>
                </a:lnTo>
                <a:lnTo>
                  <a:pt x="1372" y="424"/>
                </a:lnTo>
                <a:lnTo>
                  <a:pt x="1383" y="423"/>
                </a:lnTo>
                <a:lnTo>
                  <a:pt x="1392" y="420"/>
                </a:lnTo>
                <a:lnTo>
                  <a:pt x="1402" y="415"/>
                </a:lnTo>
                <a:lnTo>
                  <a:pt x="1409" y="409"/>
                </a:lnTo>
                <a:lnTo>
                  <a:pt x="1416" y="402"/>
                </a:lnTo>
                <a:lnTo>
                  <a:pt x="1421" y="393"/>
                </a:lnTo>
                <a:lnTo>
                  <a:pt x="1423" y="384"/>
                </a:lnTo>
                <a:lnTo>
                  <a:pt x="1425" y="373"/>
                </a:lnTo>
                <a:lnTo>
                  <a:pt x="1425" y="212"/>
                </a:lnTo>
                <a:lnTo>
                  <a:pt x="1425" y="212"/>
                </a:lnTo>
                <a:lnTo>
                  <a:pt x="1423" y="201"/>
                </a:lnTo>
                <a:lnTo>
                  <a:pt x="1421" y="190"/>
                </a:lnTo>
                <a:lnTo>
                  <a:pt x="1416" y="182"/>
                </a:lnTo>
                <a:lnTo>
                  <a:pt x="1409" y="173"/>
                </a:lnTo>
                <a:lnTo>
                  <a:pt x="1402" y="167"/>
                </a:lnTo>
                <a:lnTo>
                  <a:pt x="1392" y="163"/>
                </a:lnTo>
                <a:lnTo>
                  <a:pt x="1383" y="159"/>
                </a:lnTo>
                <a:lnTo>
                  <a:pt x="1372" y="158"/>
                </a:lnTo>
                <a:lnTo>
                  <a:pt x="159" y="158"/>
                </a:lnTo>
                <a:lnTo>
                  <a:pt x="159" y="158"/>
                </a:lnTo>
                <a:lnTo>
                  <a:pt x="148" y="159"/>
                </a:lnTo>
                <a:lnTo>
                  <a:pt x="139" y="163"/>
                </a:lnTo>
                <a:lnTo>
                  <a:pt x="130" y="167"/>
                </a:lnTo>
                <a:lnTo>
                  <a:pt x="122" y="173"/>
                </a:lnTo>
                <a:lnTo>
                  <a:pt x="116" y="182"/>
                </a:lnTo>
                <a:lnTo>
                  <a:pt x="111" y="190"/>
                </a:lnTo>
                <a:lnTo>
                  <a:pt x="108" y="201"/>
                </a:lnTo>
                <a:lnTo>
                  <a:pt x="106" y="212"/>
                </a:lnTo>
                <a:lnTo>
                  <a:pt x="106" y="373"/>
                </a:lnTo>
                <a:lnTo>
                  <a:pt x="106" y="373"/>
                </a:lnTo>
                <a:lnTo>
                  <a:pt x="108" y="384"/>
                </a:lnTo>
                <a:lnTo>
                  <a:pt x="111" y="393"/>
                </a:lnTo>
                <a:lnTo>
                  <a:pt x="116" y="402"/>
                </a:lnTo>
                <a:lnTo>
                  <a:pt x="122" y="409"/>
                </a:lnTo>
                <a:lnTo>
                  <a:pt x="130" y="415"/>
                </a:lnTo>
                <a:lnTo>
                  <a:pt x="139" y="420"/>
                </a:lnTo>
                <a:lnTo>
                  <a:pt x="148" y="423"/>
                </a:lnTo>
                <a:lnTo>
                  <a:pt x="159" y="424"/>
                </a:lnTo>
                <a:lnTo>
                  <a:pt x="159" y="424"/>
                </a:lnTo>
                <a:close/>
                <a:moveTo>
                  <a:pt x="212" y="108"/>
                </a:moveTo>
                <a:lnTo>
                  <a:pt x="315" y="108"/>
                </a:lnTo>
                <a:lnTo>
                  <a:pt x="315" y="0"/>
                </a:lnTo>
                <a:lnTo>
                  <a:pt x="212" y="0"/>
                </a:lnTo>
                <a:lnTo>
                  <a:pt x="212" y="0"/>
                </a:lnTo>
                <a:lnTo>
                  <a:pt x="201" y="1"/>
                </a:lnTo>
                <a:lnTo>
                  <a:pt x="191" y="4"/>
                </a:lnTo>
                <a:lnTo>
                  <a:pt x="182" y="8"/>
                </a:lnTo>
                <a:lnTo>
                  <a:pt x="174" y="14"/>
                </a:lnTo>
                <a:lnTo>
                  <a:pt x="167" y="22"/>
                </a:lnTo>
                <a:lnTo>
                  <a:pt x="163" y="30"/>
                </a:lnTo>
                <a:lnTo>
                  <a:pt x="160" y="40"/>
                </a:lnTo>
                <a:lnTo>
                  <a:pt x="159" y="49"/>
                </a:lnTo>
                <a:lnTo>
                  <a:pt x="159" y="57"/>
                </a:lnTo>
                <a:lnTo>
                  <a:pt x="159" y="57"/>
                </a:lnTo>
                <a:lnTo>
                  <a:pt x="160" y="68"/>
                </a:lnTo>
                <a:lnTo>
                  <a:pt x="163" y="78"/>
                </a:lnTo>
                <a:lnTo>
                  <a:pt x="167" y="86"/>
                </a:lnTo>
                <a:lnTo>
                  <a:pt x="174" y="93"/>
                </a:lnTo>
                <a:lnTo>
                  <a:pt x="182" y="99"/>
                </a:lnTo>
                <a:lnTo>
                  <a:pt x="191" y="104"/>
                </a:lnTo>
                <a:lnTo>
                  <a:pt x="201" y="106"/>
                </a:lnTo>
                <a:lnTo>
                  <a:pt x="212" y="108"/>
                </a:lnTo>
                <a:lnTo>
                  <a:pt x="212" y="108"/>
                </a:lnTo>
                <a:close/>
                <a:moveTo>
                  <a:pt x="1080" y="108"/>
                </a:moveTo>
                <a:lnTo>
                  <a:pt x="1080" y="0"/>
                </a:lnTo>
                <a:lnTo>
                  <a:pt x="342" y="0"/>
                </a:lnTo>
                <a:lnTo>
                  <a:pt x="343" y="108"/>
                </a:lnTo>
                <a:lnTo>
                  <a:pt x="1080" y="108"/>
                </a:lnTo>
                <a:close/>
                <a:moveTo>
                  <a:pt x="1267" y="57"/>
                </a:moveTo>
                <a:lnTo>
                  <a:pt x="1267" y="49"/>
                </a:lnTo>
                <a:lnTo>
                  <a:pt x="1267" y="49"/>
                </a:lnTo>
                <a:lnTo>
                  <a:pt x="1266" y="40"/>
                </a:lnTo>
                <a:lnTo>
                  <a:pt x="1262" y="30"/>
                </a:lnTo>
                <a:lnTo>
                  <a:pt x="1257" y="22"/>
                </a:lnTo>
                <a:lnTo>
                  <a:pt x="1251" y="14"/>
                </a:lnTo>
                <a:lnTo>
                  <a:pt x="1243" y="8"/>
                </a:lnTo>
                <a:lnTo>
                  <a:pt x="1235" y="4"/>
                </a:lnTo>
                <a:lnTo>
                  <a:pt x="1225" y="1"/>
                </a:lnTo>
                <a:lnTo>
                  <a:pt x="1214" y="0"/>
                </a:lnTo>
                <a:lnTo>
                  <a:pt x="1109" y="0"/>
                </a:lnTo>
                <a:lnTo>
                  <a:pt x="1109" y="108"/>
                </a:lnTo>
                <a:lnTo>
                  <a:pt x="1214" y="108"/>
                </a:lnTo>
                <a:lnTo>
                  <a:pt x="1214" y="108"/>
                </a:lnTo>
                <a:lnTo>
                  <a:pt x="1225" y="106"/>
                </a:lnTo>
                <a:lnTo>
                  <a:pt x="1235" y="104"/>
                </a:lnTo>
                <a:lnTo>
                  <a:pt x="1243" y="99"/>
                </a:lnTo>
                <a:lnTo>
                  <a:pt x="1251" y="93"/>
                </a:lnTo>
                <a:lnTo>
                  <a:pt x="1257" y="86"/>
                </a:lnTo>
                <a:lnTo>
                  <a:pt x="1262" y="78"/>
                </a:lnTo>
                <a:lnTo>
                  <a:pt x="1266" y="68"/>
                </a:lnTo>
                <a:lnTo>
                  <a:pt x="1267" y="57"/>
                </a:lnTo>
                <a:lnTo>
                  <a:pt x="1267" y="57"/>
                </a:lnTo>
                <a:close/>
                <a:moveTo>
                  <a:pt x="159" y="582"/>
                </a:moveTo>
                <a:lnTo>
                  <a:pt x="263" y="582"/>
                </a:lnTo>
                <a:lnTo>
                  <a:pt x="263" y="475"/>
                </a:lnTo>
                <a:lnTo>
                  <a:pt x="159" y="475"/>
                </a:lnTo>
                <a:lnTo>
                  <a:pt x="159" y="475"/>
                </a:lnTo>
                <a:lnTo>
                  <a:pt x="148" y="476"/>
                </a:lnTo>
                <a:lnTo>
                  <a:pt x="139" y="478"/>
                </a:lnTo>
                <a:lnTo>
                  <a:pt x="129" y="483"/>
                </a:lnTo>
                <a:lnTo>
                  <a:pt x="122" y="489"/>
                </a:lnTo>
                <a:lnTo>
                  <a:pt x="115" y="496"/>
                </a:lnTo>
                <a:lnTo>
                  <a:pt x="110" y="504"/>
                </a:lnTo>
                <a:lnTo>
                  <a:pt x="108" y="514"/>
                </a:lnTo>
                <a:lnTo>
                  <a:pt x="106" y="525"/>
                </a:lnTo>
                <a:lnTo>
                  <a:pt x="106" y="533"/>
                </a:lnTo>
                <a:lnTo>
                  <a:pt x="106" y="533"/>
                </a:lnTo>
                <a:lnTo>
                  <a:pt x="108" y="543"/>
                </a:lnTo>
                <a:lnTo>
                  <a:pt x="110" y="552"/>
                </a:lnTo>
                <a:lnTo>
                  <a:pt x="115" y="561"/>
                </a:lnTo>
                <a:lnTo>
                  <a:pt x="122" y="568"/>
                </a:lnTo>
                <a:lnTo>
                  <a:pt x="129" y="574"/>
                </a:lnTo>
                <a:lnTo>
                  <a:pt x="139" y="578"/>
                </a:lnTo>
                <a:lnTo>
                  <a:pt x="148" y="581"/>
                </a:lnTo>
                <a:lnTo>
                  <a:pt x="159" y="582"/>
                </a:lnTo>
                <a:lnTo>
                  <a:pt x="159" y="582"/>
                </a:lnTo>
                <a:close/>
                <a:moveTo>
                  <a:pt x="1477" y="475"/>
                </a:moveTo>
                <a:lnTo>
                  <a:pt x="1371" y="475"/>
                </a:lnTo>
                <a:lnTo>
                  <a:pt x="1371" y="582"/>
                </a:lnTo>
                <a:lnTo>
                  <a:pt x="1477" y="582"/>
                </a:lnTo>
                <a:lnTo>
                  <a:pt x="1477" y="582"/>
                </a:lnTo>
                <a:lnTo>
                  <a:pt x="1488" y="581"/>
                </a:lnTo>
                <a:lnTo>
                  <a:pt x="1499" y="578"/>
                </a:lnTo>
                <a:lnTo>
                  <a:pt x="1507" y="574"/>
                </a:lnTo>
                <a:lnTo>
                  <a:pt x="1515" y="568"/>
                </a:lnTo>
                <a:lnTo>
                  <a:pt x="1521" y="561"/>
                </a:lnTo>
                <a:lnTo>
                  <a:pt x="1526" y="552"/>
                </a:lnTo>
                <a:lnTo>
                  <a:pt x="1530" y="543"/>
                </a:lnTo>
                <a:lnTo>
                  <a:pt x="1530" y="533"/>
                </a:lnTo>
                <a:lnTo>
                  <a:pt x="1530" y="525"/>
                </a:lnTo>
                <a:lnTo>
                  <a:pt x="1530" y="525"/>
                </a:lnTo>
                <a:lnTo>
                  <a:pt x="1530" y="514"/>
                </a:lnTo>
                <a:lnTo>
                  <a:pt x="1526" y="504"/>
                </a:lnTo>
                <a:lnTo>
                  <a:pt x="1521" y="496"/>
                </a:lnTo>
                <a:lnTo>
                  <a:pt x="1515" y="489"/>
                </a:lnTo>
                <a:lnTo>
                  <a:pt x="1507" y="483"/>
                </a:lnTo>
                <a:lnTo>
                  <a:pt x="1499" y="478"/>
                </a:lnTo>
                <a:lnTo>
                  <a:pt x="1488" y="476"/>
                </a:lnTo>
                <a:lnTo>
                  <a:pt x="1477" y="475"/>
                </a:lnTo>
                <a:lnTo>
                  <a:pt x="1477" y="475"/>
                </a:lnTo>
                <a:close/>
                <a:moveTo>
                  <a:pt x="1344" y="475"/>
                </a:moveTo>
                <a:lnTo>
                  <a:pt x="289" y="475"/>
                </a:lnTo>
                <a:lnTo>
                  <a:pt x="290" y="582"/>
                </a:lnTo>
                <a:lnTo>
                  <a:pt x="1344" y="582"/>
                </a:lnTo>
                <a:lnTo>
                  <a:pt x="1344" y="4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/>
          </p:cNvSpPr>
          <p:nvPr/>
        </p:nvSpPr>
        <p:spPr bwMode="auto">
          <a:xfrm>
            <a:off x="6147593" y="2884437"/>
            <a:ext cx="965647" cy="1080000"/>
          </a:xfrm>
          <a:custGeom>
            <a:avLst/>
            <a:gdLst>
              <a:gd name="T0" fmla="*/ 871 w 1368"/>
              <a:gd name="T1" fmla="*/ 880 h 1530"/>
              <a:gd name="T2" fmla="*/ 912 w 1368"/>
              <a:gd name="T3" fmla="*/ 845 h 1530"/>
              <a:gd name="T4" fmla="*/ 987 w 1368"/>
              <a:gd name="T5" fmla="*/ 912 h 1530"/>
              <a:gd name="T6" fmla="*/ 1053 w 1368"/>
              <a:gd name="T7" fmla="*/ 942 h 1530"/>
              <a:gd name="T8" fmla="*/ 1112 w 1368"/>
              <a:gd name="T9" fmla="*/ 949 h 1530"/>
              <a:gd name="T10" fmla="*/ 1237 w 1368"/>
              <a:gd name="T11" fmla="*/ 918 h 1530"/>
              <a:gd name="T12" fmla="*/ 1326 w 1368"/>
              <a:gd name="T13" fmla="*/ 833 h 1530"/>
              <a:gd name="T14" fmla="*/ 1367 w 1368"/>
              <a:gd name="T15" fmla="*/ 712 h 1530"/>
              <a:gd name="T16" fmla="*/ 1363 w 1368"/>
              <a:gd name="T17" fmla="*/ 633 h 1530"/>
              <a:gd name="T18" fmla="*/ 1331 w 1368"/>
              <a:gd name="T19" fmla="*/ 558 h 1530"/>
              <a:gd name="T20" fmla="*/ 1276 w 1368"/>
              <a:gd name="T21" fmla="*/ 500 h 1530"/>
              <a:gd name="T22" fmla="*/ 1238 w 1368"/>
              <a:gd name="T23" fmla="*/ 459 h 1530"/>
              <a:gd name="T24" fmla="*/ 1260 w 1368"/>
              <a:gd name="T25" fmla="*/ 341 h 1530"/>
              <a:gd name="T26" fmla="*/ 1245 w 1368"/>
              <a:gd name="T27" fmla="*/ 269 h 1530"/>
              <a:gd name="T28" fmla="*/ 1190 w 1368"/>
              <a:gd name="T29" fmla="*/ 200 h 1530"/>
              <a:gd name="T30" fmla="*/ 1108 w 1368"/>
              <a:gd name="T31" fmla="*/ 161 h 1530"/>
              <a:gd name="T32" fmla="*/ 1054 w 1368"/>
              <a:gd name="T33" fmla="*/ 159 h 1530"/>
              <a:gd name="T34" fmla="*/ 1027 w 1368"/>
              <a:gd name="T35" fmla="*/ 142 h 1530"/>
              <a:gd name="T36" fmla="*/ 1000 w 1368"/>
              <a:gd name="T37" fmla="*/ 83 h 1530"/>
              <a:gd name="T38" fmla="*/ 941 w 1368"/>
              <a:gd name="T39" fmla="*/ 29 h 1530"/>
              <a:gd name="T40" fmla="*/ 863 w 1368"/>
              <a:gd name="T41" fmla="*/ 3 h 1530"/>
              <a:gd name="T42" fmla="*/ 780 w 1368"/>
              <a:gd name="T43" fmla="*/ 4 h 1530"/>
              <a:gd name="T44" fmla="*/ 698 w 1368"/>
              <a:gd name="T45" fmla="*/ 34 h 1530"/>
              <a:gd name="T46" fmla="*/ 665 w 1368"/>
              <a:gd name="T47" fmla="*/ 63 h 1530"/>
              <a:gd name="T48" fmla="*/ 651 w 1368"/>
              <a:gd name="T49" fmla="*/ 77 h 1530"/>
              <a:gd name="T50" fmla="*/ 595 w 1368"/>
              <a:gd name="T51" fmla="*/ 34 h 1530"/>
              <a:gd name="T52" fmla="*/ 485 w 1368"/>
              <a:gd name="T53" fmla="*/ 6 h 1530"/>
              <a:gd name="T54" fmla="*/ 404 w 1368"/>
              <a:gd name="T55" fmla="*/ 22 h 1530"/>
              <a:gd name="T56" fmla="*/ 321 w 1368"/>
              <a:gd name="T57" fmla="*/ 77 h 1530"/>
              <a:gd name="T58" fmla="*/ 270 w 1368"/>
              <a:gd name="T59" fmla="*/ 161 h 1530"/>
              <a:gd name="T60" fmla="*/ 255 w 1368"/>
              <a:gd name="T61" fmla="*/ 203 h 1530"/>
              <a:gd name="T62" fmla="*/ 275 w 1368"/>
              <a:gd name="T63" fmla="*/ 210 h 1530"/>
              <a:gd name="T64" fmla="*/ 241 w 1368"/>
              <a:gd name="T65" fmla="*/ 214 h 1530"/>
              <a:gd name="T66" fmla="*/ 125 w 1368"/>
              <a:gd name="T67" fmla="*/ 259 h 1530"/>
              <a:gd name="T68" fmla="*/ 34 w 1368"/>
              <a:gd name="T69" fmla="*/ 359 h 1530"/>
              <a:gd name="T70" fmla="*/ 2 w 1368"/>
              <a:gd name="T71" fmla="*/ 465 h 1530"/>
              <a:gd name="T72" fmla="*/ 2 w 1368"/>
              <a:gd name="T73" fmla="*/ 525 h 1530"/>
              <a:gd name="T74" fmla="*/ 19 w 1368"/>
              <a:gd name="T75" fmla="*/ 596 h 1530"/>
              <a:gd name="T76" fmla="*/ 53 w 1368"/>
              <a:gd name="T77" fmla="*/ 660 h 1530"/>
              <a:gd name="T78" fmla="*/ 94 w 1368"/>
              <a:gd name="T79" fmla="*/ 704 h 1530"/>
              <a:gd name="T80" fmla="*/ 108 w 1368"/>
              <a:gd name="T81" fmla="*/ 733 h 1530"/>
              <a:gd name="T82" fmla="*/ 104 w 1368"/>
              <a:gd name="T83" fmla="*/ 785 h 1530"/>
              <a:gd name="T84" fmla="*/ 129 w 1368"/>
              <a:gd name="T85" fmla="*/ 887 h 1530"/>
              <a:gd name="T86" fmla="*/ 197 w 1368"/>
              <a:gd name="T87" fmla="*/ 962 h 1530"/>
              <a:gd name="T88" fmla="*/ 292 w 1368"/>
              <a:gd name="T89" fmla="*/ 998 h 1530"/>
              <a:gd name="T90" fmla="*/ 350 w 1368"/>
              <a:gd name="T91" fmla="*/ 995 h 1530"/>
              <a:gd name="T92" fmla="*/ 426 w 1368"/>
              <a:gd name="T93" fmla="*/ 962 h 1530"/>
              <a:gd name="T94" fmla="*/ 484 w 1368"/>
              <a:gd name="T95" fmla="*/ 918 h 1530"/>
              <a:gd name="T96" fmla="*/ 553 w 1368"/>
              <a:gd name="T97" fmla="*/ 939 h 1530"/>
              <a:gd name="T98" fmla="*/ 577 w 1368"/>
              <a:gd name="T99" fmla="*/ 1488 h 1530"/>
              <a:gd name="T100" fmla="*/ 608 w 1368"/>
              <a:gd name="T101" fmla="*/ 1526 h 1530"/>
              <a:gd name="T102" fmla="*/ 745 w 1368"/>
              <a:gd name="T103" fmla="*/ 1528 h 1530"/>
              <a:gd name="T104" fmla="*/ 784 w 1368"/>
              <a:gd name="T105" fmla="*/ 1497 h 1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68" h="1530">
                <a:moveTo>
                  <a:pt x="787" y="918"/>
                </a:moveTo>
                <a:lnTo>
                  <a:pt x="787" y="918"/>
                </a:lnTo>
                <a:lnTo>
                  <a:pt x="821" y="905"/>
                </a:lnTo>
                <a:lnTo>
                  <a:pt x="849" y="892"/>
                </a:lnTo>
                <a:lnTo>
                  <a:pt x="871" y="880"/>
                </a:lnTo>
                <a:lnTo>
                  <a:pt x="886" y="868"/>
                </a:lnTo>
                <a:lnTo>
                  <a:pt x="898" y="858"/>
                </a:lnTo>
                <a:lnTo>
                  <a:pt x="906" y="851"/>
                </a:lnTo>
                <a:lnTo>
                  <a:pt x="912" y="845"/>
                </a:lnTo>
                <a:lnTo>
                  <a:pt x="912" y="845"/>
                </a:lnTo>
                <a:lnTo>
                  <a:pt x="931" y="866"/>
                </a:lnTo>
                <a:lnTo>
                  <a:pt x="951" y="887"/>
                </a:lnTo>
                <a:lnTo>
                  <a:pt x="963" y="895"/>
                </a:lnTo>
                <a:lnTo>
                  <a:pt x="975" y="905"/>
                </a:lnTo>
                <a:lnTo>
                  <a:pt x="987" y="912"/>
                </a:lnTo>
                <a:lnTo>
                  <a:pt x="999" y="919"/>
                </a:lnTo>
                <a:lnTo>
                  <a:pt x="1012" y="926"/>
                </a:lnTo>
                <a:lnTo>
                  <a:pt x="1025" y="932"/>
                </a:lnTo>
                <a:lnTo>
                  <a:pt x="1039" y="937"/>
                </a:lnTo>
                <a:lnTo>
                  <a:pt x="1053" y="942"/>
                </a:lnTo>
                <a:lnTo>
                  <a:pt x="1068" y="945"/>
                </a:lnTo>
                <a:lnTo>
                  <a:pt x="1082" y="948"/>
                </a:lnTo>
                <a:lnTo>
                  <a:pt x="1097" y="949"/>
                </a:lnTo>
                <a:lnTo>
                  <a:pt x="1112" y="949"/>
                </a:lnTo>
                <a:lnTo>
                  <a:pt x="1112" y="949"/>
                </a:lnTo>
                <a:lnTo>
                  <a:pt x="1140" y="948"/>
                </a:lnTo>
                <a:lnTo>
                  <a:pt x="1166" y="944"/>
                </a:lnTo>
                <a:lnTo>
                  <a:pt x="1190" y="937"/>
                </a:lnTo>
                <a:lnTo>
                  <a:pt x="1214" y="929"/>
                </a:lnTo>
                <a:lnTo>
                  <a:pt x="1237" y="918"/>
                </a:lnTo>
                <a:lnTo>
                  <a:pt x="1258" y="905"/>
                </a:lnTo>
                <a:lnTo>
                  <a:pt x="1277" y="889"/>
                </a:lnTo>
                <a:lnTo>
                  <a:pt x="1295" y="872"/>
                </a:lnTo>
                <a:lnTo>
                  <a:pt x="1312" y="853"/>
                </a:lnTo>
                <a:lnTo>
                  <a:pt x="1326" y="833"/>
                </a:lnTo>
                <a:lnTo>
                  <a:pt x="1338" y="811"/>
                </a:lnTo>
                <a:lnTo>
                  <a:pt x="1349" y="788"/>
                </a:lnTo>
                <a:lnTo>
                  <a:pt x="1357" y="764"/>
                </a:lnTo>
                <a:lnTo>
                  <a:pt x="1363" y="739"/>
                </a:lnTo>
                <a:lnTo>
                  <a:pt x="1367" y="712"/>
                </a:lnTo>
                <a:lnTo>
                  <a:pt x="1368" y="686"/>
                </a:lnTo>
                <a:lnTo>
                  <a:pt x="1368" y="686"/>
                </a:lnTo>
                <a:lnTo>
                  <a:pt x="1368" y="667"/>
                </a:lnTo>
                <a:lnTo>
                  <a:pt x="1366" y="650"/>
                </a:lnTo>
                <a:lnTo>
                  <a:pt x="1363" y="633"/>
                </a:lnTo>
                <a:lnTo>
                  <a:pt x="1358" y="617"/>
                </a:lnTo>
                <a:lnTo>
                  <a:pt x="1354" y="601"/>
                </a:lnTo>
                <a:lnTo>
                  <a:pt x="1347" y="587"/>
                </a:lnTo>
                <a:lnTo>
                  <a:pt x="1339" y="572"/>
                </a:lnTo>
                <a:lnTo>
                  <a:pt x="1331" y="558"/>
                </a:lnTo>
                <a:lnTo>
                  <a:pt x="1321" y="546"/>
                </a:lnTo>
                <a:lnTo>
                  <a:pt x="1312" y="533"/>
                </a:lnTo>
                <a:lnTo>
                  <a:pt x="1300" y="521"/>
                </a:lnTo>
                <a:lnTo>
                  <a:pt x="1289" y="510"/>
                </a:lnTo>
                <a:lnTo>
                  <a:pt x="1276" y="500"/>
                </a:lnTo>
                <a:lnTo>
                  <a:pt x="1263" y="490"/>
                </a:lnTo>
                <a:lnTo>
                  <a:pt x="1249" y="480"/>
                </a:lnTo>
                <a:lnTo>
                  <a:pt x="1234" y="472"/>
                </a:lnTo>
                <a:lnTo>
                  <a:pt x="1234" y="472"/>
                </a:lnTo>
                <a:lnTo>
                  <a:pt x="1238" y="459"/>
                </a:lnTo>
                <a:lnTo>
                  <a:pt x="1247" y="426"/>
                </a:lnTo>
                <a:lnTo>
                  <a:pt x="1252" y="404"/>
                </a:lnTo>
                <a:lnTo>
                  <a:pt x="1256" y="383"/>
                </a:lnTo>
                <a:lnTo>
                  <a:pt x="1259" y="361"/>
                </a:lnTo>
                <a:lnTo>
                  <a:pt x="1260" y="341"/>
                </a:lnTo>
                <a:lnTo>
                  <a:pt x="1260" y="341"/>
                </a:lnTo>
                <a:lnTo>
                  <a:pt x="1259" y="322"/>
                </a:lnTo>
                <a:lnTo>
                  <a:pt x="1256" y="304"/>
                </a:lnTo>
                <a:lnTo>
                  <a:pt x="1251" y="286"/>
                </a:lnTo>
                <a:lnTo>
                  <a:pt x="1245" y="269"/>
                </a:lnTo>
                <a:lnTo>
                  <a:pt x="1237" y="253"/>
                </a:lnTo>
                <a:lnTo>
                  <a:pt x="1227" y="238"/>
                </a:lnTo>
                <a:lnTo>
                  <a:pt x="1215" y="225"/>
                </a:lnTo>
                <a:lnTo>
                  <a:pt x="1203" y="212"/>
                </a:lnTo>
                <a:lnTo>
                  <a:pt x="1190" y="200"/>
                </a:lnTo>
                <a:lnTo>
                  <a:pt x="1174" y="189"/>
                </a:lnTo>
                <a:lnTo>
                  <a:pt x="1159" y="179"/>
                </a:lnTo>
                <a:lnTo>
                  <a:pt x="1143" y="172"/>
                </a:lnTo>
                <a:lnTo>
                  <a:pt x="1125" y="166"/>
                </a:lnTo>
                <a:lnTo>
                  <a:pt x="1108" y="161"/>
                </a:lnTo>
                <a:lnTo>
                  <a:pt x="1090" y="159"/>
                </a:lnTo>
                <a:lnTo>
                  <a:pt x="1070" y="158"/>
                </a:lnTo>
                <a:lnTo>
                  <a:pt x="1070" y="158"/>
                </a:lnTo>
                <a:lnTo>
                  <a:pt x="1061" y="159"/>
                </a:lnTo>
                <a:lnTo>
                  <a:pt x="1054" y="159"/>
                </a:lnTo>
                <a:lnTo>
                  <a:pt x="1048" y="159"/>
                </a:lnTo>
                <a:lnTo>
                  <a:pt x="1041" y="158"/>
                </a:lnTo>
                <a:lnTo>
                  <a:pt x="1036" y="155"/>
                </a:lnTo>
                <a:lnTo>
                  <a:pt x="1031" y="151"/>
                </a:lnTo>
                <a:lnTo>
                  <a:pt x="1027" y="142"/>
                </a:lnTo>
                <a:lnTo>
                  <a:pt x="1027" y="142"/>
                </a:lnTo>
                <a:lnTo>
                  <a:pt x="1023" y="126"/>
                </a:lnTo>
                <a:lnTo>
                  <a:pt x="1017" y="110"/>
                </a:lnTo>
                <a:lnTo>
                  <a:pt x="1008" y="96"/>
                </a:lnTo>
                <a:lnTo>
                  <a:pt x="1000" y="83"/>
                </a:lnTo>
                <a:lnTo>
                  <a:pt x="990" y="69"/>
                </a:lnTo>
                <a:lnTo>
                  <a:pt x="980" y="57"/>
                </a:lnTo>
                <a:lnTo>
                  <a:pt x="968" y="47"/>
                </a:lnTo>
                <a:lnTo>
                  <a:pt x="955" y="37"/>
                </a:lnTo>
                <a:lnTo>
                  <a:pt x="941" y="29"/>
                </a:lnTo>
                <a:lnTo>
                  <a:pt x="927" y="22"/>
                </a:lnTo>
                <a:lnTo>
                  <a:pt x="912" y="16"/>
                </a:lnTo>
                <a:lnTo>
                  <a:pt x="896" y="10"/>
                </a:lnTo>
                <a:lnTo>
                  <a:pt x="879" y="6"/>
                </a:lnTo>
                <a:lnTo>
                  <a:pt x="863" y="3"/>
                </a:lnTo>
                <a:lnTo>
                  <a:pt x="845" y="1"/>
                </a:lnTo>
                <a:lnTo>
                  <a:pt x="827" y="0"/>
                </a:lnTo>
                <a:lnTo>
                  <a:pt x="827" y="0"/>
                </a:lnTo>
                <a:lnTo>
                  <a:pt x="803" y="1"/>
                </a:lnTo>
                <a:lnTo>
                  <a:pt x="780" y="4"/>
                </a:lnTo>
                <a:lnTo>
                  <a:pt x="757" y="7"/>
                </a:lnTo>
                <a:lnTo>
                  <a:pt x="736" y="14"/>
                </a:lnTo>
                <a:lnTo>
                  <a:pt x="716" y="23"/>
                </a:lnTo>
                <a:lnTo>
                  <a:pt x="707" y="28"/>
                </a:lnTo>
                <a:lnTo>
                  <a:pt x="698" y="34"/>
                </a:lnTo>
                <a:lnTo>
                  <a:pt x="689" y="41"/>
                </a:lnTo>
                <a:lnTo>
                  <a:pt x="681" y="48"/>
                </a:lnTo>
                <a:lnTo>
                  <a:pt x="672" y="55"/>
                </a:lnTo>
                <a:lnTo>
                  <a:pt x="665" y="63"/>
                </a:lnTo>
                <a:lnTo>
                  <a:pt x="665" y="63"/>
                </a:lnTo>
                <a:lnTo>
                  <a:pt x="664" y="67"/>
                </a:lnTo>
                <a:lnTo>
                  <a:pt x="661" y="73"/>
                </a:lnTo>
                <a:lnTo>
                  <a:pt x="658" y="75"/>
                </a:lnTo>
                <a:lnTo>
                  <a:pt x="656" y="77"/>
                </a:lnTo>
                <a:lnTo>
                  <a:pt x="651" y="77"/>
                </a:lnTo>
                <a:lnTo>
                  <a:pt x="647" y="74"/>
                </a:lnTo>
                <a:lnTo>
                  <a:pt x="647" y="74"/>
                </a:lnTo>
                <a:lnTo>
                  <a:pt x="631" y="59"/>
                </a:lnTo>
                <a:lnTo>
                  <a:pt x="613" y="46"/>
                </a:lnTo>
                <a:lnTo>
                  <a:pt x="595" y="34"/>
                </a:lnTo>
                <a:lnTo>
                  <a:pt x="574" y="24"/>
                </a:lnTo>
                <a:lnTo>
                  <a:pt x="553" y="17"/>
                </a:lnTo>
                <a:lnTo>
                  <a:pt x="531" y="11"/>
                </a:lnTo>
                <a:lnTo>
                  <a:pt x="509" y="7"/>
                </a:lnTo>
                <a:lnTo>
                  <a:pt x="485" y="6"/>
                </a:lnTo>
                <a:lnTo>
                  <a:pt x="485" y="6"/>
                </a:lnTo>
                <a:lnTo>
                  <a:pt x="463" y="7"/>
                </a:lnTo>
                <a:lnTo>
                  <a:pt x="443" y="10"/>
                </a:lnTo>
                <a:lnTo>
                  <a:pt x="423" y="14"/>
                </a:lnTo>
                <a:lnTo>
                  <a:pt x="404" y="22"/>
                </a:lnTo>
                <a:lnTo>
                  <a:pt x="386" y="29"/>
                </a:lnTo>
                <a:lnTo>
                  <a:pt x="368" y="38"/>
                </a:lnTo>
                <a:lnTo>
                  <a:pt x="351" y="50"/>
                </a:lnTo>
                <a:lnTo>
                  <a:pt x="335" y="62"/>
                </a:lnTo>
                <a:lnTo>
                  <a:pt x="321" y="77"/>
                </a:lnTo>
                <a:lnTo>
                  <a:pt x="308" y="91"/>
                </a:lnTo>
                <a:lnTo>
                  <a:pt x="296" y="108"/>
                </a:lnTo>
                <a:lnTo>
                  <a:pt x="285" y="124"/>
                </a:lnTo>
                <a:lnTo>
                  <a:pt x="277" y="142"/>
                </a:lnTo>
                <a:lnTo>
                  <a:pt x="270" y="161"/>
                </a:lnTo>
                <a:lnTo>
                  <a:pt x="264" y="181"/>
                </a:lnTo>
                <a:lnTo>
                  <a:pt x="260" y="201"/>
                </a:lnTo>
                <a:lnTo>
                  <a:pt x="260" y="201"/>
                </a:lnTo>
                <a:lnTo>
                  <a:pt x="257" y="202"/>
                </a:lnTo>
                <a:lnTo>
                  <a:pt x="255" y="203"/>
                </a:lnTo>
                <a:lnTo>
                  <a:pt x="255" y="204"/>
                </a:lnTo>
                <a:lnTo>
                  <a:pt x="258" y="206"/>
                </a:lnTo>
                <a:lnTo>
                  <a:pt x="261" y="208"/>
                </a:lnTo>
                <a:lnTo>
                  <a:pt x="267" y="209"/>
                </a:lnTo>
                <a:lnTo>
                  <a:pt x="275" y="210"/>
                </a:lnTo>
                <a:lnTo>
                  <a:pt x="284" y="210"/>
                </a:lnTo>
                <a:lnTo>
                  <a:pt x="284" y="210"/>
                </a:lnTo>
                <a:lnTo>
                  <a:pt x="270" y="212"/>
                </a:lnTo>
                <a:lnTo>
                  <a:pt x="255" y="212"/>
                </a:lnTo>
                <a:lnTo>
                  <a:pt x="241" y="214"/>
                </a:lnTo>
                <a:lnTo>
                  <a:pt x="227" y="216"/>
                </a:lnTo>
                <a:lnTo>
                  <a:pt x="199" y="224"/>
                </a:lnTo>
                <a:lnTo>
                  <a:pt x="173" y="233"/>
                </a:lnTo>
                <a:lnTo>
                  <a:pt x="149" y="245"/>
                </a:lnTo>
                <a:lnTo>
                  <a:pt x="125" y="259"/>
                </a:lnTo>
                <a:lnTo>
                  <a:pt x="104" y="275"/>
                </a:lnTo>
                <a:lnTo>
                  <a:pt x="83" y="294"/>
                </a:lnTo>
                <a:lnTo>
                  <a:pt x="65" y="314"/>
                </a:lnTo>
                <a:lnTo>
                  <a:pt x="49" y="336"/>
                </a:lnTo>
                <a:lnTo>
                  <a:pt x="34" y="359"/>
                </a:lnTo>
                <a:lnTo>
                  <a:pt x="22" y="384"/>
                </a:lnTo>
                <a:lnTo>
                  <a:pt x="13" y="410"/>
                </a:lnTo>
                <a:lnTo>
                  <a:pt x="6" y="437"/>
                </a:lnTo>
                <a:lnTo>
                  <a:pt x="3" y="451"/>
                </a:lnTo>
                <a:lnTo>
                  <a:pt x="2" y="465"/>
                </a:lnTo>
                <a:lnTo>
                  <a:pt x="1" y="479"/>
                </a:lnTo>
                <a:lnTo>
                  <a:pt x="0" y="495"/>
                </a:lnTo>
                <a:lnTo>
                  <a:pt x="0" y="495"/>
                </a:lnTo>
                <a:lnTo>
                  <a:pt x="1" y="509"/>
                </a:lnTo>
                <a:lnTo>
                  <a:pt x="2" y="525"/>
                </a:lnTo>
                <a:lnTo>
                  <a:pt x="3" y="539"/>
                </a:lnTo>
                <a:lnTo>
                  <a:pt x="7" y="555"/>
                </a:lnTo>
                <a:lnTo>
                  <a:pt x="10" y="569"/>
                </a:lnTo>
                <a:lnTo>
                  <a:pt x="14" y="582"/>
                </a:lnTo>
                <a:lnTo>
                  <a:pt x="19" y="596"/>
                </a:lnTo>
                <a:lnTo>
                  <a:pt x="25" y="610"/>
                </a:lnTo>
                <a:lnTo>
                  <a:pt x="31" y="623"/>
                </a:lnTo>
                <a:lnTo>
                  <a:pt x="38" y="636"/>
                </a:lnTo>
                <a:lnTo>
                  <a:pt x="45" y="648"/>
                </a:lnTo>
                <a:lnTo>
                  <a:pt x="53" y="660"/>
                </a:lnTo>
                <a:lnTo>
                  <a:pt x="62" y="670"/>
                </a:lnTo>
                <a:lnTo>
                  <a:pt x="71" y="682"/>
                </a:lnTo>
                <a:lnTo>
                  <a:pt x="92" y="703"/>
                </a:lnTo>
                <a:lnTo>
                  <a:pt x="92" y="703"/>
                </a:lnTo>
                <a:lnTo>
                  <a:pt x="94" y="704"/>
                </a:lnTo>
                <a:lnTo>
                  <a:pt x="98" y="706"/>
                </a:lnTo>
                <a:lnTo>
                  <a:pt x="101" y="710"/>
                </a:lnTo>
                <a:lnTo>
                  <a:pt x="105" y="716"/>
                </a:lnTo>
                <a:lnTo>
                  <a:pt x="107" y="723"/>
                </a:lnTo>
                <a:lnTo>
                  <a:pt x="108" y="733"/>
                </a:lnTo>
                <a:lnTo>
                  <a:pt x="107" y="745"/>
                </a:lnTo>
                <a:lnTo>
                  <a:pt x="107" y="745"/>
                </a:lnTo>
                <a:lnTo>
                  <a:pt x="105" y="765"/>
                </a:lnTo>
                <a:lnTo>
                  <a:pt x="104" y="785"/>
                </a:lnTo>
                <a:lnTo>
                  <a:pt x="104" y="785"/>
                </a:lnTo>
                <a:lnTo>
                  <a:pt x="105" y="807"/>
                </a:lnTo>
                <a:lnTo>
                  <a:pt x="108" y="828"/>
                </a:lnTo>
                <a:lnTo>
                  <a:pt x="113" y="849"/>
                </a:lnTo>
                <a:lnTo>
                  <a:pt x="120" y="868"/>
                </a:lnTo>
                <a:lnTo>
                  <a:pt x="129" y="887"/>
                </a:lnTo>
                <a:lnTo>
                  <a:pt x="139" y="903"/>
                </a:lnTo>
                <a:lnTo>
                  <a:pt x="151" y="920"/>
                </a:lnTo>
                <a:lnTo>
                  <a:pt x="166" y="936"/>
                </a:lnTo>
                <a:lnTo>
                  <a:pt x="180" y="950"/>
                </a:lnTo>
                <a:lnTo>
                  <a:pt x="197" y="962"/>
                </a:lnTo>
                <a:lnTo>
                  <a:pt x="214" y="973"/>
                </a:lnTo>
                <a:lnTo>
                  <a:pt x="232" y="982"/>
                </a:lnTo>
                <a:lnTo>
                  <a:pt x="252" y="990"/>
                </a:lnTo>
                <a:lnTo>
                  <a:pt x="271" y="994"/>
                </a:lnTo>
                <a:lnTo>
                  <a:pt x="292" y="998"/>
                </a:lnTo>
                <a:lnTo>
                  <a:pt x="314" y="999"/>
                </a:lnTo>
                <a:lnTo>
                  <a:pt x="314" y="999"/>
                </a:lnTo>
                <a:lnTo>
                  <a:pt x="326" y="998"/>
                </a:lnTo>
                <a:lnTo>
                  <a:pt x="338" y="997"/>
                </a:lnTo>
                <a:lnTo>
                  <a:pt x="350" y="995"/>
                </a:lnTo>
                <a:lnTo>
                  <a:pt x="362" y="992"/>
                </a:lnTo>
                <a:lnTo>
                  <a:pt x="374" y="988"/>
                </a:lnTo>
                <a:lnTo>
                  <a:pt x="384" y="985"/>
                </a:lnTo>
                <a:lnTo>
                  <a:pt x="406" y="974"/>
                </a:lnTo>
                <a:lnTo>
                  <a:pt x="426" y="962"/>
                </a:lnTo>
                <a:lnTo>
                  <a:pt x="445" y="948"/>
                </a:lnTo>
                <a:lnTo>
                  <a:pt x="462" y="931"/>
                </a:lnTo>
                <a:lnTo>
                  <a:pt x="478" y="914"/>
                </a:lnTo>
                <a:lnTo>
                  <a:pt x="478" y="914"/>
                </a:lnTo>
                <a:lnTo>
                  <a:pt x="484" y="918"/>
                </a:lnTo>
                <a:lnTo>
                  <a:pt x="491" y="923"/>
                </a:lnTo>
                <a:lnTo>
                  <a:pt x="502" y="927"/>
                </a:lnTo>
                <a:lnTo>
                  <a:pt x="516" y="932"/>
                </a:lnTo>
                <a:lnTo>
                  <a:pt x="533" y="937"/>
                </a:lnTo>
                <a:lnTo>
                  <a:pt x="553" y="939"/>
                </a:lnTo>
                <a:lnTo>
                  <a:pt x="577" y="941"/>
                </a:lnTo>
                <a:lnTo>
                  <a:pt x="576" y="966"/>
                </a:lnTo>
                <a:lnTo>
                  <a:pt x="576" y="1477"/>
                </a:lnTo>
                <a:lnTo>
                  <a:pt x="576" y="1477"/>
                </a:lnTo>
                <a:lnTo>
                  <a:pt x="577" y="1488"/>
                </a:lnTo>
                <a:lnTo>
                  <a:pt x="580" y="1497"/>
                </a:lnTo>
                <a:lnTo>
                  <a:pt x="585" y="1507"/>
                </a:lnTo>
                <a:lnTo>
                  <a:pt x="591" y="1514"/>
                </a:lnTo>
                <a:lnTo>
                  <a:pt x="600" y="1520"/>
                </a:lnTo>
                <a:lnTo>
                  <a:pt x="608" y="1526"/>
                </a:lnTo>
                <a:lnTo>
                  <a:pt x="619" y="1528"/>
                </a:lnTo>
                <a:lnTo>
                  <a:pt x="629" y="1530"/>
                </a:lnTo>
                <a:lnTo>
                  <a:pt x="735" y="1530"/>
                </a:lnTo>
                <a:lnTo>
                  <a:pt x="735" y="1530"/>
                </a:lnTo>
                <a:lnTo>
                  <a:pt x="745" y="1528"/>
                </a:lnTo>
                <a:lnTo>
                  <a:pt x="755" y="1526"/>
                </a:lnTo>
                <a:lnTo>
                  <a:pt x="765" y="1520"/>
                </a:lnTo>
                <a:lnTo>
                  <a:pt x="772" y="1514"/>
                </a:lnTo>
                <a:lnTo>
                  <a:pt x="779" y="1507"/>
                </a:lnTo>
                <a:lnTo>
                  <a:pt x="784" y="1497"/>
                </a:lnTo>
                <a:lnTo>
                  <a:pt x="786" y="1488"/>
                </a:lnTo>
                <a:lnTo>
                  <a:pt x="787" y="1477"/>
                </a:lnTo>
                <a:lnTo>
                  <a:pt x="787" y="9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7664220" y="2889000"/>
            <a:ext cx="1080000" cy="961412"/>
          </a:xfrm>
          <a:custGeom>
            <a:avLst/>
            <a:gdLst>
              <a:gd name="T0" fmla="*/ 58 w 1530"/>
              <a:gd name="T1" fmla="*/ 0 h 1360"/>
              <a:gd name="T2" fmla="*/ 25 w 1530"/>
              <a:gd name="T3" fmla="*/ 10 h 1360"/>
              <a:gd name="T4" fmla="*/ 5 w 1530"/>
              <a:gd name="T5" fmla="*/ 35 h 1360"/>
              <a:gd name="T6" fmla="*/ 0 w 1530"/>
              <a:gd name="T7" fmla="*/ 510 h 1360"/>
              <a:gd name="T8" fmla="*/ 5 w 1530"/>
              <a:gd name="T9" fmla="*/ 532 h 1360"/>
              <a:gd name="T10" fmla="*/ 25 w 1530"/>
              <a:gd name="T11" fmla="*/ 557 h 1360"/>
              <a:gd name="T12" fmla="*/ 58 w 1530"/>
              <a:gd name="T13" fmla="*/ 567 h 1360"/>
              <a:gd name="T14" fmla="*/ 58 w 1530"/>
              <a:gd name="T15" fmla="*/ 1312 h 1360"/>
              <a:gd name="T16" fmla="*/ 65 w 1530"/>
              <a:gd name="T17" fmla="*/ 1337 h 1360"/>
              <a:gd name="T18" fmla="*/ 78 w 1530"/>
              <a:gd name="T19" fmla="*/ 1350 h 1360"/>
              <a:gd name="T20" fmla="*/ 102 w 1530"/>
              <a:gd name="T21" fmla="*/ 1359 h 1360"/>
              <a:gd name="T22" fmla="*/ 172 w 1530"/>
              <a:gd name="T23" fmla="*/ 1360 h 1360"/>
              <a:gd name="T24" fmla="*/ 200 w 1530"/>
              <a:gd name="T25" fmla="*/ 1353 h 1360"/>
              <a:gd name="T26" fmla="*/ 214 w 1530"/>
              <a:gd name="T27" fmla="*/ 1341 h 1360"/>
              <a:gd name="T28" fmla="*/ 225 w 1530"/>
              <a:gd name="T29" fmla="*/ 1323 h 1360"/>
              <a:gd name="T30" fmla="*/ 227 w 1530"/>
              <a:gd name="T31" fmla="*/ 1190 h 1360"/>
              <a:gd name="T32" fmla="*/ 1304 w 1530"/>
              <a:gd name="T33" fmla="*/ 1298 h 1360"/>
              <a:gd name="T34" fmla="*/ 1310 w 1530"/>
              <a:gd name="T35" fmla="*/ 1324 h 1360"/>
              <a:gd name="T36" fmla="*/ 1322 w 1530"/>
              <a:gd name="T37" fmla="*/ 1342 h 1360"/>
              <a:gd name="T38" fmla="*/ 1342 w 1530"/>
              <a:gd name="T39" fmla="*/ 1354 h 1360"/>
              <a:gd name="T40" fmla="*/ 1418 w 1530"/>
              <a:gd name="T41" fmla="*/ 1358 h 1360"/>
              <a:gd name="T42" fmla="*/ 1436 w 1530"/>
              <a:gd name="T43" fmla="*/ 1355 h 1360"/>
              <a:gd name="T44" fmla="*/ 1456 w 1530"/>
              <a:gd name="T45" fmla="*/ 1343 h 1360"/>
              <a:gd name="T46" fmla="*/ 1467 w 1530"/>
              <a:gd name="T47" fmla="*/ 1326 h 1360"/>
              <a:gd name="T48" fmla="*/ 1474 w 1530"/>
              <a:gd name="T49" fmla="*/ 1294 h 1360"/>
              <a:gd name="T50" fmla="*/ 1486 w 1530"/>
              <a:gd name="T51" fmla="*/ 565 h 1360"/>
              <a:gd name="T52" fmla="*/ 1515 w 1530"/>
              <a:gd name="T53" fmla="*/ 550 h 1360"/>
              <a:gd name="T54" fmla="*/ 1530 w 1530"/>
              <a:gd name="T55" fmla="*/ 521 h 1360"/>
              <a:gd name="T56" fmla="*/ 1530 w 1530"/>
              <a:gd name="T57" fmla="*/ 56 h 1360"/>
              <a:gd name="T58" fmla="*/ 1521 w 1530"/>
              <a:gd name="T59" fmla="*/ 25 h 1360"/>
              <a:gd name="T60" fmla="*/ 1497 w 1530"/>
              <a:gd name="T61" fmla="*/ 5 h 1360"/>
              <a:gd name="T62" fmla="*/ 1474 w 1530"/>
              <a:gd name="T63" fmla="*/ 0 h 1360"/>
              <a:gd name="T64" fmla="*/ 397 w 1530"/>
              <a:gd name="T65" fmla="*/ 510 h 1360"/>
              <a:gd name="T66" fmla="*/ 57 w 1530"/>
              <a:gd name="T67" fmla="*/ 56 h 1360"/>
              <a:gd name="T68" fmla="*/ 57 w 1530"/>
              <a:gd name="T69" fmla="*/ 56 h 1360"/>
              <a:gd name="T70" fmla="*/ 57 w 1530"/>
              <a:gd name="T71" fmla="*/ 397 h 1360"/>
              <a:gd name="T72" fmla="*/ 172 w 1530"/>
              <a:gd name="T73" fmla="*/ 510 h 1360"/>
              <a:gd name="T74" fmla="*/ 227 w 1530"/>
              <a:gd name="T75" fmla="*/ 963 h 1360"/>
              <a:gd name="T76" fmla="*/ 227 w 1530"/>
              <a:gd name="T77" fmla="*/ 1078 h 1360"/>
              <a:gd name="T78" fmla="*/ 343 w 1530"/>
              <a:gd name="T79" fmla="*/ 1133 h 1360"/>
              <a:gd name="T80" fmla="*/ 796 w 1530"/>
              <a:gd name="T81" fmla="*/ 907 h 1360"/>
              <a:gd name="T82" fmla="*/ 506 w 1530"/>
              <a:gd name="T83" fmla="*/ 1133 h 1360"/>
              <a:gd name="T84" fmla="*/ 1304 w 1530"/>
              <a:gd name="T85" fmla="*/ 1133 h 1360"/>
              <a:gd name="T86" fmla="*/ 851 w 1530"/>
              <a:gd name="T87" fmla="*/ 1133 h 1360"/>
              <a:gd name="T88" fmla="*/ 1021 w 1530"/>
              <a:gd name="T89" fmla="*/ 1133 h 1360"/>
              <a:gd name="T90" fmla="*/ 227 w 1530"/>
              <a:gd name="T91" fmla="*/ 567 h 1360"/>
              <a:gd name="T92" fmla="*/ 1474 w 1530"/>
              <a:gd name="T93" fmla="*/ 510 h 1360"/>
              <a:gd name="T94" fmla="*/ 1474 w 1530"/>
              <a:gd name="T95" fmla="*/ 510 h 1360"/>
              <a:gd name="T96" fmla="*/ 851 w 1530"/>
              <a:gd name="T97" fmla="*/ 510 h 1360"/>
              <a:gd name="T98" fmla="*/ 1474 w 1530"/>
              <a:gd name="T99" fmla="*/ 114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30" h="1360">
                <a:moveTo>
                  <a:pt x="1474" y="0"/>
                </a:moveTo>
                <a:lnTo>
                  <a:pt x="58" y="0"/>
                </a:lnTo>
                <a:lnTo>
                  <a:pt x="58" y="0"/>
                </a:lnTo>
                <a:lnTo>
                  <a:pt x="46" y="1"/>
                </a:lnTo>
                <a:lnTo>
                  <a:pt x="35" y="5"/>
                </a:lnTo>
                <a:lnTo>
                  <a:pt x="25" y="10"/>
                </a:lnTo>
                <a:lnTo>
                  <a:pt x="17" y="17"/>
                </a:lnTo>
                <a:lnTo>
                  <a:pt x="11" y="25"/>
                </a:lnTo>
                <a:lnTo>
                  <a:pt x="5" y="35"/>
                </a:lnTo>
                <a:lnTo>
                  <a:pt x="2" y="46"/>
                </a:lnTo>
                <a:lnTo>
                  <a:pt x="0" y="56"/>
                </a:lnTo>
                <a:lnTo>
                  <a:pt x="0" y="510"/>
                </a:lnTo>
                <a:lnTo>
                  <a:pt x="0" y="510"/>
                </a:lnTo>
                <a:lnTo>
                  <a:pt x="2" y="521"/>
                </a:lnTo>
                <a:lnTo>
                  <a:pt x="5" y="532"/>
                </a:lnTo>
                <a:lnTo>
                  <a:pt x="11" y="541"/>
                </a:lnTo>
                <a:lnTo>
                  <a:pt x="17" y="550"/>
                </a:lnTo>
                <a:lnTo>
                  <a:pt x="25" y="557"/>
                </a:lnTo>
                <a:lnTo>
                  <a:pt x="35" y="562"/>
                </a:lnTo>
                <a:lnTo>
                  <a:pt x="46" y="565"/>
                </a:lnTo>
                <a:lnTo>
                  <a:pt x="58" y="567"/>
                </a:lnTo>
                <a:lnTo>
                  <a:pt x="58" y="1303"/>
                </a:lnTo>
                <a:lnTo>
                  <a:pt x="58" y="1303"/>
                </a:lnTo>
                <a:lnTo>
                  <a:pt x="58" y="1312"/>
                </a:lnTo>
                <a:lnTo>
                  <a:pt x="59" y="1321"/>
                </a:lnTo>
                <a:lnTo>
                  <a:pt x="62" y="1331"/>
                </a:lnTo>
                <a:lnTo>
                  <a:pt x="65" y="1337"/>
                </a:lnTo>
                <a:lnTo>
                  <a:pt x="68" y="1342"/>
                </a:lnTo>
                <a:lnTo>
                  <a:pt x="73" y="1347"/>
                </a:lnTo>
                <a:lnTo>
                  <a:pt x="78" y="1350"/>
                </a:lnTo>
                <a:lnTo>
                  <a:pt x="85" y="1354"/>
                </a:lnTo>
                <a:lnTo>
                  <a:pt x="92" y="1358"/>
                </a:lnTo>
                <a:lnTo>
                  <a:pt x="102" y="1359"/>
                </a:lnTo>
                <a:lnTo>
                  <a:pt x="113" y="1360"/>
                </a:lnTo>
                <a:lnTo>
                  <a:pt x="172" y="1360"/>
                </a:lnTo>
                <a:lnTo>
                  <a:pt x="172" y="1360"/>
                </a:lnTo>
                <a:lnTo>
                  <a:pt x="181" y="1359"/>
                </a:lnTo>
                <a:lnTo>
                  <a:pt x="190" y="1356"/>
                </a:lnTo>
                <a:lnTo>
                  <a:pt x="200" y="1353"/>
                </a:lnTo>
                <a:lnTo>
                  <a:pt x="205" y="1349"/>
                </a:lnTo>
                <a:lnTo>
                  <a:pt x="211" y="1346"/>
                </a:lnTo>
                <a:lnTo>
                  <a:pt x="214" y="1341"/>
                </a:lnTo>
                <a:lnTo>
                  <a:pt x="219" y="1336"/>
                </a:lnTo>
                <a:lnTo>
                  <a:pt x="223" y="1330"/>
                </a:lnTo>
                <a:lnTo>
                  <a:pt x="225" y="1323"/>
                </a:lnTo>
                <a:lnTo>
                  <a:pt x="227" y="1315"/>
                </a:lnTo>
                <a:lnTo>
                  <a:pt x="227" y="1305"/>
                </a:lnTo>
                <a:lnTo>
                  <a:pt x="227" y="1190"/>
                </a:lnTo>
                <a:lnTo>
                  <a:pt x="1305" y="1190"/>
                </a:lnTo>
                <a:lnTo>
                  <a:pt x="1304" y="1298"/>
                </a:lnTo>
                <a:lnTo>
                  <a:pt x="1304" y="1298"/>
                </a:lnTo>
                <a:lnTo>
                  <a:pt x="1305" y="1307"/>
                </a:lnTo>
                <a:lnTo>
                  <a:pt x="1307" y="1317"/>
                </a:lnTo>
                <a:lnTo>
                  <a:pt x="1310" y="1324"/>
                </a:lnTo>
                <a:lnTo>
                  <a:pt x="1314" y="1331"/>
                </a:lnTo>
                <a:lnTo>
                  <a:pt x="1317" y="1337"/>
                </a:lnTo>
                <a:lnTo>
                  <a:pt x="1322" y="1342"/>
                </a:lnTo>
                <a:lnTo>
                  <a:pt x="1327" y="1346"/>
                </a:lnTo>
                <a:lnTo>
                  <a:pt x="1333" y="1349"/>
                </a:lnTo>
                <a:lnTo>
                  <a:pt x="1342" y="1354"/>
                </a:lnTo>
                <a:lnTo>
                  <a:pt x="1352" y="1356"/>
                </a:lnTo>
                <a:lnTo>
                  <a:pt x="1360" y="1358"/>
                </a:lnTo>
                <a:lnTo>
                  <a:pt x="1418" y="1358"/>
                </a:lnTo>
                <a:lnTo>
                  <a:pt x="1418" y="1358"/>
                </a:lnTo>
                <a:lnTo>
                  <a:pt x="1427" y="1356"/>
                </a:lnTo>
                <a:lnTo>
                  <a:pt x="1436" y="1355"/>
                </a:lnTo>
                <a:lnTo>
                  <a:pt x="1444" y="1352"/>
                </a:lnTo>
                <a:lnTo>
                  <a:pt x="1450" y="1348"/>
                </a:lnTo>
                <a:lnTo>
                  <a:pt x="1456" y="1343"/>
                </a:lnTo>
                <a:lnTo>
                  <a:pt x="1460" y="1337"/>
                </a:lnTo>
                <a:lnTo>
                  <a:pt x="1464" y="1332"/>
                </a:lnTo>
                <a:lnTo>
                  <a:pt x="1467" y="1326"/>
                </a:lnTo>
                <a:lnTo>
                  <a:pt x="1472" y="1315"/>
                </a:lnTo>
                <a:lnTo>
                  <a:pt x="1473" y="1305"/>
                </a:lnTo>
                <a:lnTo>
                  <a:pt x="1474" y="1294"/>
                </a:lnTo>
                <a:lnTo>
                  <a:pt x="1474" y="567"/>
                </a:lnTo>
                <a:lnTo>
                  <a:pt x="1474" y="567"/>
                </a:lnTo>
                <a:lnTo>
                  <a:pt x="1486" y="565"/>
                </a:lnTo>
                <a:lnTo>
                  <a:pt x="1497" y="562"/>
                </a:lnTo>
                <a:lnTo>
                  <a:pt x="1506" y="557"/>
                </a:lnTo>
                <a:lnTo>
                  <a:pt x="1515" y="550"/>
                </a:lnTo>
                <a:lnTo>
                  <a:pt x="1521" y="541"/>
                </a:lnTo>
                <a:lnTo>
                  <a:pt x="1526" y="532"/>
                </a:lnTo>
                <a:lnTo>
                  <a:pt x="1530" y="521"/>
                </a:lnTo>
                <a:lnTo>
                  <a:pt x="1530" y="510"/>
                </a:lnTo>
                <a:lnTo>
                  <a:pt x="1530" y="56"/>
                </a:lnTo>
                <a:lnTo>
                  <a:pt x="1530" y="56"/>
                </a:lnTo>
                <a:lnTo>
                  <a:pt x="1530" y="46"/>
                </a:lnTo>
                <a:lnTo>
                  <a:pt x="1526" y="35"/>
                </a:lnTo>
                <a:lnTo>
                  <a:pt x="1521" y="25"/>
                </a:lnTo>
                <a:lnTo>
                  <a:pt x="1515" y="17"/>
                </a:lnTo>
                <a:lnTo>
                  <a:pt x="1506" y="10"/>
                </a:lnTo>
                <a:lnTo>
                  <a:pt x="1497" y="5"/>
                </a:lnTo>
                <a:lnTo>
                  <a:pt x="1486" y="1"/>
                </a:lnTo>
                <a:lnTo>
                  <a:pt x="1474" y="0"/>
                </a:lnTo>
                <a:lnTo>
                  <a:pt x="1474" y="0"/>
                </a:lnTo>
                <a:close/>
                <a:moveTo>
                  <a:pt x="1080" y="56"/>
                </a:moveTo>
                <a:lnTo>
                  <a:pt x="624" y="510"/>
                </a:lnTo>
                <a:lnTo>
                  <a:pt x="397" y="510"/>
                </a:lnTo>
                <a:lnTo>
                  <a:pt x="852" y="56"/>
                </a:lnTo>
                <a:lnTo>
                  <a:pt x="1080" y="56"/>
                </a:lnTo>
                <a:close/>
                <a:moveTo>
                  <a:pt x="57" y="56"/>
                </a:moveTo>
                <a:lnTo>
                  <a:pt x="175" y="56"/>
                </a:lnTo>
                <a:lnTo>
                  <a:pt x="57" y="170"/>
                </a:lnTo>
                <a:lnTo>
                  <a:pt x="57" y="56"/>
                </a:lnTo>
                <a:close/>
                <a:moveTo>
                  <a:pt x="172" y="510"/>
                </a:moveTo>
                <a:lnTo>
                  <a:pt x="57" y="508"/>
                </a:lnTo>
                <a:lnTo>
                  <a:pt x="57" y="397"/>
                </a:lnTo>
                <a:lnTo>
                  <a:pt x="401" y="56"/>
                </a:lnTo>
                <a:lnTo>
                  <a:pt x="625" y="56"/>
                </a:lnTo>
                <a:lnTo>
                  <a:pt x="172" y="510"/>
                </a:lnTo>
                <a:close/>
                <a:moveTo>
                  <a:pt x="227" y="907"/>
                </a:moveTo>
                <a:lnTo>
                  <a:pt x="287" y="907"/>
                </a:lnTo>
                <a:lnTo>
                  <a:pt x="227" y="963"/>
                </a:lnTo>
                <a:lnTo>
                  <a:pt x="227" y="907"/>
                </a:lnTo>
                <a:close/>
                <a:moveTo>
                  <a:pt x="227" y="1133"/>
                </a:moveTo>
                <a:lnTo>
                  <a:pt x="227" y="1078"/>
                </a:lnTo>
                <a:lnTo>
                  <a:pt x="454" y="905"/>
                </a:lnTo>
                <a:lnTo>
                  <a:pt x="622" y="905"/>
                </a:lnTo>
                <a:lnTo>
                  <a:pt x="343" y="1133"/>
                </a:lnTo>
                <a:lnTo>
                  <a:pt x="227" y="1133"/>
                </a:lnTo>
                <a:close/>
                <a:moveTo>
                  <a:pt x="506" y="1133"/>
                </a:moveTo>
                <a:lnTo>
                  <a:pt x="796" y="907"/>
                </a:lnTo>
                <a:lnTo>
                  <a:pt x="962" y="907"/>
                </a:lnTo>
                <a:lnTo>
                  <a:pt x="683" y="1133"/>
                </a:lnTo>
                <a:lnTo>
                  <a:pt x="506" y="1133"/>
                </a:lnTo>
                <a:close/>
                <a:moveTo>
                  <a:pt x="1189" y="1133"/>
                </a:moveTo>
                <a:lnTo>
                  <a:pt x="1302" y="1019"/>
                </a:lnTo>
                <a:lnTo>
                  <a:pt x="1304" y="1133"/>
                </a:lnTo>
                <a:lnTo>
                  <a:pt x="1189" y="1133"/>
                </a:lnTo>
                <a:close/>
                <a:moveTo>
                  <a:pt x="1021" y="1133"/>
                </a:moveTo>
                <a:lnTo>
                  <a:pt x="851" y="1133"/>
                </a:lnTo>
                <a:lnTo>
                  <a:pt x="1136" y="907"/>
                </a:lnTo>
                <a:lnTo>
                  <a:pt x="1304" y="905"/>
                </a:lnTo>
                <a:lnTo>
                  <a:pt x="1021" y="1133"/>
                </a:lnTo>
                <a:close/>
                <a:moveTo>
                  <a:pt x="1304" y="850"/>
                </a:moveTo>
                <a:lnTo>
                  <a:pt x="227" y="850"/>
                </a:lnTo>
                <a:lnTo>
                  <a:pt x="227" y="567"/>
                </a:lnTo>
                <a:lnTo>
                  <a:pt x="1304" y="567"/>
                </a:lnTo>
                <a:lnTo>
                  <a:pt x="1304" y="850"/>
                </a:lnTo>
                <a:close/>
                <a:moveTo>
                  <a:pt x="1474" y="510"/>
                </a:moveTo>
                <a:lnTo>
                  <a:pt x="1305" y="510"/>
                </a:lnTo>
                <a:lnTo>
                  <a:pt x="1474" y="342"/>
                </a:lnTo>
                <a:lnTo>
                  <a:pt x="1474" y="510"/>
                </a:lnTo>
                <a:close/>
                <a:moveTo>
                  <a:pt x="1474" y="114"/>
                </a:moveTo>
                <a:lnTo>
                  <a:pt x="1080" y="510"/>
                </a:lnTo>
                <a:lnTo>
                  <a:pt x="851" y="510"/>
                </a:lnTo>
                <a:lnTo>
                  <a:pt x="1304" y="56"/>
                </a:lnTo>
                <a:lnTo>
                  <a:pt x="1474" y="56"/>
                </a:lnTo>
                <a:lnTo>
                  <a:pt x="1474" y="1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1099378" y="4585423"/>
            <a:ext cx="1080000" cy="1043928"/>
          </a:xfrm>
          <a:custGeom>
            <a:avLst/>
            <a:gdLst>
              <a:gd name="T0" fmla="*/ 816 w 1529"/>
              <a:gd name="T1" fmla="*/ 33 h 1476"/>
              <a:gd name="T2" fmla="*/ 798 w 1529"/>
              <a:gd name="T3" fmla="*/ 7 h 1476"/>
              <a:gd name="T4" fmla="*/ 767 w 1529"/>
              <a:gd name="T5" fmla="*/ 0 h 1476"/>
              <a:gd name="T6" fmla="*/ 732 w 1529"/>
              <a:gd name="T7" fmla="*/ 11 h 1476"/>
              <a:gd name="T8" fmla="*/ 717 w 1529"/>
              <a:gd name="T9" fmla="*/ 43 h 1476"/>
              <a:gd name="T10" fmla="*/ 660 w 1529"/>
              <a:gd name="T11" fmla="*/ 102 h 1476"/>
              <a:gd name="T12" fmla="*/ 534 w 1529"/>
              <a:gd name="T13" fmla="*/ 121 h 1476"/>
              <a:gd name="T14" fmla="*/ 424 w 1529"/>
              <a:gd name="T15" fmla="*/ 160 h 1476"/>
              <a:gd name="T16" fmla="*/ 329 w 1529"/>
              <a:gd name="T17" fmla="*/ 213 h 1476"/>
              <a:gd name="T18" fmla="*/ 197 w 1529"/>
              <a:gd name="T19" fmla="*/ 338 h 1476"/>
              <a:gd name="T20" fmla="*/ 95 w 1529"/>
              <a:gd name="T21" fmla="*/ 493 h 1476"/>
              <a:gd name="T22" fmla="*/ 27 w 1529"/>
              <a:gd name="T23" fmla="*/ 660 h 1476"/>
              <a:gd name="T24" fmla="*/ 7 w 1529"/>
              <a:gd name="T25" fmla="*/ 750 h 1476"/>
              <a:gd name="T26" fmla="*/ 50 w 1529"/>
              <a:gd name="T27" fmla="*/ 688 h 1476"/>
              <a:gd name="T28" fmla="*/ 111 w 1529"/>
              <a:gd name="T29" fmla="*/ 641 h 1476"/>
              <a:gd name="T30" fmla="*/ 209 w 1529"/>
              <a:gd name="T31" fmla="*/ 611 h 1476"/>
              <a:gd name="T32" fmla="*/ 274 w 1529"/>
              <a:gd name="T33" fmla="*/ 610 h 1476"/>
              <a:gd name="T34" fmla="*/ 362 w 1529"/>
              <a:gd name="T35" fmla="*/ 623 h 1476"/>
              <a:gd name="T36" fmla="*/ 435 w 1529"/>
              <a:gd name="T37" fmla="*/ 657 h 1476"/>
              <a:gd name="T38" fmla="*/ 494 w 1529"/>
              <a:gd name="T39" fmla="*/ 726 h 1476"/>
              <a:gd name="T40" fmla="*/ 512 w 1529"/>
              <a:gd name="T41" fmla="*/ 746 h 1476"/>
              <a:gd name="T42" fmla="*/ 552 w 1529"/>
              <a:gd name="T43" fmla="*/ 685 h 1476"/>
              <a:gd name="T44" fmla="*/ 613 w 1529"/>
              <a:gd name="T45" fmla="*/ 640 h 1476"/>
              <a:gd name="T46" fmla="*/ 715 w 1529"/>
              <a:gd name="T47" fmla="*/ 611 h 1476"/>
              <a:gd name="T48" fmla="*/ 784 w 1529"/>
              <a:gd name="T49" fmla="*/ 611 h 1476"/>
              <a:gd name="T50" fmla="*/ 867 w 1529"/>
              <a:gd name="T51" fmla="*/ 624 h 1476"/>
              <a:gd name="T52" fmla="*/ 939 w 1529"/>
              <a:gd name="T53" fmla="*/ 659 h 1476"/>
              <a:gd name="T54" fmla="*/ 1003 w 1529"/>
              <a:gd name="T55" fmla="*/ 728 h 1476"/>
              <a:gd name="T56" fmla="*/ 1023 w 1529"/>
              <a:gd name="T57" fmla="*/ 757 h 1476"/>
              <a:gd name="T58" fmla="*/ 1069 w 1529"/>
              <a:gd name="T59" fmla="*/ 685 h 1476"/>
              <a:gd name="T60" fmla="*/ 1148 w 1529"/>
              <a:gd name="T61" fmla="*/ 632 h 1476"/>
              <a:gd name="T62" fmla="*/ 1222 w 1529"/>
              <a:gd name="T63" fmla="*/ 611 h 1476"/>
              <a:gd name="T64" fmla="*/ 1295 w 1529"/>
              <a:gd name="T65" fmla="*/ 609 h 1476"/>
              <a:gd name="T66" fmla="*/ 1370 w 1529"/>
              <a:gd name="T67" fmla="*/ 622 h 1476"/>
              <a:gd name="T68" fmla="*/ 1473 w 1529"/>
              <a:gd name="T69" fmla="*/ 684 h 1476"/>
              <a:gd name="T70" fmla="*/ 1527 w 1529"/>
              <a:gd name="T71" fmla="*/ 755 h 1476"/>
              <a:gd name="T72" fmla="*/ 1528 w 1529"/>
              <a:gd name="T73" fmla="*/ 700 h 1476"/>
              <a:gd name="T74" fmla="*/ 1507 w 1529"/>
              <a:gd name="T75" fmla="*/ 569 h 1476"/>
              <a:gd name="T76" fmla="*/ 1464 w 1529"/>
              <a:gd name="T77" fmla="*/ 460 h 1476"/>
              <a:gd name="T78" fmla="*/ 1406 w 1529"/>
              <a:gd name="T79" fmla="*/ 369 h 1476"/>
              <a:gd name="T80" fmla="*/ 1305 w 1529"/>
              <a:gd name="T81" fmla="*/ 268 h 1476"/>
              <a:gd name="T82" fmla="*/ 1140 w 1529"/>
              <a:gd name="T83" fmla="*/ 175 h 1476"/>
              <a:gd name="T84" fmla="*/ 982 w 1529"/>
              <a:gd name="T85" fmla="*/ 125 h 1476"/>
              <a:gd name="T86" fmla="*/ 817 w 1529"/>
              <a:gd name="T87" fmla="*/ 101 h 1476"/>
              <a:gd name="T88" fmla="*/ 717 w 1529"/>
              <a:gd name="T89" fmla="*/ 1276 h 1476"/>
              <a:gd name="T90" fmla="*/ 694 w 1529"/>
              <a:gd name="T91" fmla="*/ 1343 h 1476"/>
              <a:gd name="T92" fmla="*/ 647 w 1529"/>
              <a:gd name="T93" fmla="*/ 1371 h 1476"/>
              <a:gd name="T94" fmla="*/ 596 w 1529"/>
              <a:gd name="T95" fmla="*/ 1376 h 1476"/>
              <a:gd name="T96" fmla="*/ 536 w 1529"/>
              <a:gd name="T97" fmla="*/ 1345 h 1476"/>
              <a:gd name="T98" fmla="*/ 515 w 1529"/>
              <a:gd name="T99" fmla="*/ 1291 h 1476"/>
              <a:gd name="T100" fmla="*/ 511 w 1529"/>
              <a:gd name="T101" fmla="*/ 1259 h 1476"/>
              <a:gd name="T102" fmla="*/ 487 w 1529"/>
              <a:gd name="T103" fmla="*/ 1228 h 1476"/>
              <a:gd name="T104" fmla="*/ 455 w 1529"/>
              <a:gd name="T105" fmla="*/ 1223 h 1476"/>
              <a:gd name="T106" fmla="*/ 424 w 1529"/>
              <a:gd name="T107" fmla="*/ 1240 h 1476"/>
              <a:gd name="T108" fmla="*/ 409 w 1529"/>
              <a:gd name="T109" fmla="*/ 1274 h 1476"/>
              <a:gd name="T110" fmla="*/ 423 w 1529"/>
              <a:gd name="T111" fmla="*/ 1356 h 1476"/>
              <a:gd name="T112" fmla="*/ 457 w 1529"/>
              <a:gd name="T113" fmla="*/ 1412 h 1476"/>
              <a:gd name="T114" fmla="*/ 511 w 1529"/>
              <a:gd name="T115" fmla="*/ 1453 h 1476"/>
              <a:gd name="T116" fmla="*/ 604 w 1529"/>
              <a:gd name="T117" fmla="*/ 1476 h 1476"/>
              <a:gd name="T118" fmla="*/ 665 w 1529"/>
              <a:gd name="T119" fmla="*/ 1472 h 1476"/>
              <a:gd name="T120" fmla="*/ 731 w 1529"/>
              <a:gd name="T121" fmla="*/ 1445 h 1476"/>
              <a:gd name="T122" fmla="*/ 774 w 1529"/>
              <a:gd name="T123" fmla="*/ 1404 h 1476"/>
              <a:gd name="T124" fmla="*/ 810 w 1529"/>
              <a:gd name="T125" fmla="*/ 1322 h 1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29" h="1476">
                <a:moveTo>
                  <a:pt x="817" y="101"/>
                </a:moveTo>
                <a:lnTo>
                  <a:pt x="817" y="49"/>
                </a:lnTo>
                <a:lnTo>
                  <a:pt x="817" y="49"/>
                </a:lnTo>
                <a:lnTo>
                  <a:pt x="817" y="41"/>
                </a:lnTo>
                <a:lnTo>
                  <a:pt x="816" y="33"/>
                </a:lnTo>
                <a:lnTo>
                  <a:pt x="812" y="25"/>
                </a:lnTo>
                <a:lnTo>
                  <a:pt x="810" y="20"/>
                </a:lnTo>
                <a:lnTo>
                  <a:pt x="807" y="15"/>
                </a:lnTo>
                <a:lnTo>
                  <a:pt x="803" y="11"/>
                </a:lnTo>
                <a:lnTo>
                  <a:pt x="798" y="7"/>
                </a:lnTo>
                <a:lnTo>
                  <a:pt x="792" y="4"/>
                </a:lnTo>
                <a:lnTo>
                  <a:pt x="785" y="2"/>
                </a:lnTo>
                <a:lnTo>
                  <a:pt x="776" y="0"/>
                </a:lnTo>
                <a:lnTo>
                  <a:pt x="767" y="0"/>
                </a:lnTo>
                <a:lnTo>
                  <a:pt x="767" y="0"/>
                </a:lnTo>
                <a:lnTo>
                  <a:pt x="757" y="0"/>
                </a:lnTo>
                <a:lnTo>
                  <a:pt x="749" y="2"/>
                </a:lnTo>
                <a:lnTo>
                  <a:pt x="743" y="4"/>
                </a:lnTo>
                <a:lnTo>
                  <a:pt x="737" y="8"/>
                </a:lnTo>
                <a:lnTo>
                  <a:pt x="732" y="11"/>
                </a:lnTo>
                <a:lnTo>
                  <a:pt x="727" y="16"/>
                </a:lnTo>
                <a:lnTo>
                  <a:pt x="724" y="20"/>
                </a:lnTo>
                <a:lnTo>
                  <a:pt x="721" y="25"/>
                </a:lnTo>
                <a:lnTo>
                  <a:pt x="718" y="34"/>
                </a:lnTo>
                <a:lnTo>
                  <a:pt x="717" y="43"/>
                </a:lnTo>
                <a:lnTo>
                  <a:pt x="717" y="51"/>
                </a:lnTo>
                <a:lnTo>
                  <a:pt x="717" y="101"/>
                </a:lnTo>
                <a:lnTo>
                  <a:pt x="717" y="101"/>
                </a:lnTo>
                <a:lnTo>
                  <a:pt x="688" y="101"/>
                </a:lnTo>
                <a:lnTo>
                  <a:pt x="660" y="102"/>
                </a:lnTo>
                <a:lnTo>
                  <a:pt x="634" y="105"/>
                </a:lnTo>
                <a:lnTo>
                  <a:pt x="608" y="107"/>
                </a:lnTo>
                <a:lnTo>
                  <a:pt x="583" y="112"/>
                </a:lnTo>
                <a:lnTo>
                  <a:pt x="558" y="117"/>
                </a:lnTo>
                <a:lnTo>
                  <a:pt x="534" y="121"/>
                </a:lnTo>
                <a:lnTo>
                  <a:pt x="511" y="127"/>
                </a:lnTo>
                <a:lnTo>
                  <a:pt x="488" y="135"/>
                </a:lnTo>
                <a:lnTo>
                  <a:pt x="466" y="143"/>
                </a:lnTo>
                <a:lnTo>
                  <a:pt x="445" y="151"/>
                </a:lnTo>
                <a:lnTo>
                  <a:pt x="424" y="160"/>
                </a:lnTo>
                <a:lnTo>
                  <a:pt x="404" y="169"/>
                </a:lnTo>
                <a:lnTo>
                  <a:pt x="384" y="180"/>
                </a:lnTo>
                <a:lnTo>
                  <a:pt x="365" y="191"/>
                </a:lnTo>
                <a:lnTo>
                  <a:pt x="347" y="201"/>
                </a:lnTo>
                <a:lnTo>
                  <a:pt x="329" y="213"/>
                </a:lnTo>
                <a:lnTo>
                  <a:pt x="313" y="227"/>
                </a:lnTo>
                <a:lnTo>
                  <a:pt x="280" y="252"/>
                </a:lnTo>
                <a:lnTo>
                  <a:pt x="251" y="279"/>
                </a:lnTo>
                <a:lnTo>
                  <a:pt x="222" y="308"/>
                </a:lnTo>
                <a:lnTo>
                  <a:pt x="197" y="338"/>
                </a:lnTo>
                <a:lnTo>
                  <a:pt x="173" y="369"/>
                </a:lnTo>
                <a:lnTo>
                  <a:pt x="150" y="399"/>
                </a:lnTo>
                <a:lnTo>
                  <a:pt x="130" y="431"/>
                </a:lnTo>
                <a:lnTo>
                  <a:pt x="112" y="462"/>
                </a:lnTo>
                <a:lnTo>
                  <a:pt x="95" y="493"/>
                </a:lnTo>
                <a:lnTo>
                  <a:pt x="80" y="523"/>
                </a:lnTo>
                <a:lnTo>
                  <a:pt x="67" y="553"/>
                </a:lnTo>
                <a:lnTo>
                  <a:pt x="55" y="583"/>
                </a:lnTo>
                <a:lnTo>
                  <a:pt x="44" y="610"/>
                </a:lnTo>
                <a:lnTo>
                  <a:pt x="27" y="660"/>
                </a:lnTo>
                <a:lnTo>
                  <a:pt x="14" y="703"/>
                </a:lnTo>
                <a:lnTo>
                  <a:pt x="6" y="737"/>
                </a:lnTo>
                <a:lnTo>
                  <a:pt x="0" y="765"/>
                </a:lnTo>
                <a:lnTo>
                  <a:pt x="0" y="765"/>
                </a:lnTo>
                <a:lnTo>
                  <a:pt x="7" y="750"/>
                </a:lnTo>
                <a:lnTo>
                  <a:pt x="15" y="736"/>
                </a:lnTo>
                <a:lnTo>
                  <a:pt x="22" y="722"/>
                </a:lnTo>
                <a:lnTo>
                  <a:pt x="31" y="710"/>
                </a:lnTo>
                <a:lnTo>
                  <a:pt x="40" y="699"/>
                </a:lnTo>
                <a:lnTo>
                  <a:pt x="50" y="688"/>
                </a:lnTo>
                <a:lnTo>
                  <a:pt x="59" y="678"/>
                </a:lnTo>
                <a:lnTo>
                  <a:pt x="69" y="670"/>
                </a:lnTo>
                <a:lnTo>
                  <a:pt x="80" y="661"/>
                </a:lnTo>
                <a:lnTo>
                  <a:pt x="90" y="654"/>
                </a:lnTo>
                <a:lnTo>
                  <a:pt x="111" y="641"/>
                </a:lnTo>
                <a:lnTo>
                  <a:pt x="132" y="632"/>
                </a:lnTo>
                <a:lnTo>
                  <a:pt x="153" y="624"/>
                </a:lnTo>
                <a:lnTo>
                  <a:pt x="173" y="618"/>
                </a:lnTo>
                <a:lnTo>
                  <a:pt x="192" y="614"/>
                </a:lnTo>
                <a:lnTo>
                  <a:pt x="209" y="611"/>
                </a:lnTo>
                <a:lnTo>
                  <a:pt x="223" y="610"/>
                </a:lnTo>
                <a:lnTo>
                  <a:pt x="245" y="609"/>
                </a:lnTo>
                <a:lnTo>
                  <a:pt x="253" y="609"/>
                </a:lnTo>
                <a:lnTo>
                  <a:pt x="253" y="609"/>
                </a:lnTo>
                <a:lnTo>
                  <a:pt x="274" y="610"/>
                </a:lnTo>
                <a:lnTo>
                  <a:pt x="294" y="611"/>
                </a:lnTo>
                <a:lnTo>
                  <a:pt x="313" y="613"/>
                </a:lnTo>
                <a:lnTo>
                  <a:pt x="329" y="616"/>
                </a:lnTo>
                <a:lnTo>
                  <a:pt x="346" y="620"/>
                </a:lnTo>
                <a:lnTo>
                  <a:pt x="362" y="623"/>
                </a:lnTo>
                <a:lnTo>
                  <a:pt x="376" y="628"/>
                </a:lnTo>
                <a:lnTo>
                  <a:pt x="389" y="633"/>
                </a:lnTo>
                <a:lnTo>
                  <a:pt x="402" y="639"/>
                </a:lnTo>
                <a:lnTo>
                  <a:pt x="413" y="645"/>
                </a:lnTo>
                <a:lnTo>
                  <a:pt x="435" y="657"/>
                </a:lnTo>
                <a:lnTo>
                  <a:pt x="451" y="671"/>
                </a:lnTo>
                <a:lnTo>
                  <a:pt x="466" y="685"/>
                </a:lnTo>
                <a:lnTo>
                  <a:pt x="478" y="700"/>
                </a:lnTo>
                <a:lnTo>
                  <a:pt x="487" y="713"/>
                </a:lnTo>
                <a:lnTo>
                  <a:pt x="494" y="726"/>
                </a:lnTo>
                <a:lnTo>
                  <a:pt x="499" y="737"/>
                </a:lnTo>
                <a:lnTo>
                  <a:pt x="505" y="755"/>
                </a:lnTo>
                <a:lnTo>
                  <a:pt x="506" y="761"/>
                </a:lnTo>
                <a:lnTo>
                  <a:pt x="506" y="761"/>
                </a:lnTo>
                <a:lnTo>
                  <a:pt x="512" y="746"/>
                </a:lnTo>
                <a:lnTo>
                  <a:pt x="519" y="732"/>
                </a:lnTo>
                <a:lnTo>
                  <a:pt x="527" y="719"/>
                </a:lnTo>
                <a:lnTo>
                  <a:pt x="534" y="707"/>
                </a:lnTo>
                <a:lnTo>
                  <a:pt x="542" y="695"/>
                </a:lnTo>
                <a:lnTo>
                  <a:pt x="552" y="685"/>
                </a:lnTo>
                <a:lnTo>
                  <a:pt x="561" y="676"/>
                </a:lnTo>
                <a:lnTo>
                  <a:pt x="571" y="667"/>
                </a:lnTo>
                <a:lnTo>
                  <a:pt x="580" y="659"/>
                </a:lnTo>
                <a:lnTo>
                  <a:pt x="591" y="652"/>
                </a:lnTo>
                <a:lnTo>
                  <a:pt x="613" y="640"/>
                </a:lnTo>
                <a:lnTo>
                  <a:pt x="635" y="630"/>
                </a:lnTo>
                <a:lnTo>
                  <a:pt x="657" y="623"/>
                </a:lnTo>
                <a:lnTo>
                  <a:pt x="677" y="617"/>
                </a:lnTo>
                <a:lnTo>
                  <a:pt x="698" y="614"/>
                </a:lnTo>
                <a:lnTo>
                  <a:pt x="715" y="611"/>
                </a:lnTo>
                <a:lnTo>
                  <a:pt x="732" y="610"/>
                </a:lnTo>
                <a:lnTo>
                  <a:pt x="756" y="610"/>
                </a:lnTo>
                <a:lnTo>
                  <a:pt x="764" y="610"/>
                </a:lnTo>
                <a:lnTo>
                  <a:pt x="764" y="610"/>
                </a:lnTo>
                <a:lnTo>
                  <a:pt x="784" y="611"/>
                </a:lnTo>
                <a:lnTo>
                  <a:pt x="803" y="613"/>
                </a:lnTo>
                <a:lnTo>
                  <a:pt x="821" y="614"/>
                </a:lnTo>
                <a:lnTo>
                  <a:pt x="836" y="617"/>
                </a:lnTo>
                <a:lnTo>
                  <a:pt x="853" y="621"/>
                </a:lnTo>
                <a:lnTo>
                  <a:pt x="867" y="624"/>
                </a:lnTo>
                <a:lnTo>
                  <a:pt x="882" y="629"/>
                </a:lnTo>
                <a:lnTo>
                  <a:pt x="895" y="634"/>
                </a:lnTo>
                <a:lnTo>
                  <a:pt x="907" y="640"/>
                </a:lnTo>
                <a:lnTo>
                  <a:pt x="919" y="646"/>
                </a:lnTo>
                <a:lnTo>
                  <a:pt x="939" y="659"/>
                </a:lnTo>
                <a:lnTo>
                  <a:pt x="957" y="673"/>
                </a:lnTo>
                <a:lnTo>
                  <a:pt x="972" y="688"/>
                </a:lnTo>
                <a:lnTo>
                  <a:pt x="986" y="702"/>
                </a:lnTo>
                <a:lnTo>
                  <a:pt x="995" y="715"/>
                </a:lnTo>
                <a:lnTo>
                  <a:pt x="1003" y="728"/>
                </a:lnTo>
                <a:lnTo>
                  <a:pt x="1011" y="740"/>
                </a:lnTo>
                <a:lnTo>
                  <a:pt x="1018" y="757"/>
                </a:lnTo>
                <a:lnTo>
                  <a:pt x="1020" y="764"/>
                </a:lnTo>
                <a:lnTo>
                  <a:pt x="1020" y="764"/>
                </a:lnTo>
                <a:lnTo>
                  <a:pt x="1023" y="757"/>
                </a:lnTo>
                <a:lnTo>
                  <a:pt x="1030" y="739"/>
                </a:lnTo>
                <a:lnTo>
                  <a:pt x="1037" y="727"/>
                </a:lnTo>
                <a:lnTo>
                  <a:pt x="1045" y="714"/>
                </a:lnTo>
                <a:lnTo>
                  <a:pt x="1056" y="700"/>
                </a:lnTo>
                <a:lnTo>
                  <a:pt x="1069" y="685"/>
                </a:lnTo>
                <a:lnTo>
                  <a:pt x="1085" y="670"/>
                </a:lnTo>
                <a:lnTo>
                  <a:pt x="1103" y="657"/>
                </a:lnTo>
                <a:lnTo>
                  <a:pt x="1124" y="642"/>
                </a:lnTo>
                <a:lnTo>
                  <a:pt x="1135" y="636"/>
                </a:lnTo>
                <a:lnTo>
                  <a:pt x="1148" y="632"/>
                </a:lnTo>
                <a:lnTo>
                  <a:pt x="1161" y="626"/>
                </a:lnTo>
                <a:lnTo>
                  <a:pt x="1176" y="621"/>
                </a:lnTo>
                <a:lnTo>
                  <a:pt x="1190" y="617"/>
                </a:lnTo>
                <a:lnTo>
                  <a:pt x="1205" y="614"/>
                </a:lnTo>
                <a:lnTo>
                  <a:pt x="1222" y="611"/>
                </a:lnTo>
                <a:lnTo>
                  <a:pt x="1240" y="609"/>
                </a:lnTo>
                <a:lnTo>
                  <a:pt x="1258" y="608"/>
                </a:lnTo>
                <a:lnTo>
                  <a:pt x="1278" y="608"/>
                </a:lnTo>
                <a:lnTo>
                  <a:pt x="1278" y="608"/>
                </a:lnTo>
                <a:lnTo>
                  <a:pt x="1295" y="609"/>
                </a:lnTo>
                <a:lnTo>
                  <a:pt x="1312" y="610"/>
                </a:lnTo>
                <a:lnTo>
                  <a:pt x="1327" y="613"/>
                </a:lnTo>
                <a:lnTo>
                  <a:pt x="1342" y="615"/>
                </a:lnTo>
                <a:lnTo>
                  <a:pt x="1356" y="618"/>
                </a:lnTo>
                <a:lnTo>
                  <a:pt x="1370" y="622"/>
                </a:lnTo>
                <a:lnTo>
                  <a:pt x="1395" y="632"/>
                </a:lnTo>
                <a:lnTo>
                  <a:pt x="1418" y="644"/>
                </a:lnTo>
                <a:lnTo>
                  <a:pt x="1438" y="657"/>
                </a:lnTo>
                <a:lnTo>
                  <a:pt x="1458" y="670"/>
                </a:lnTo>
                <a:lnTo>
                  <a:pt x="1473" y="684"/>
                </a:lnTo>
                <a:lnTo>
                  <a:pt x="1487" y="699"/>
                </a:lnTo>
                <a:lnTo>
                  <a:pt x="1499" y="713"/>
                </a:lnTo>
                <a:lnTo>
                  <a:pt x="1509" y="726"/>
                </a:lnTo>
                <a:lnTo>
                  <a:pt x="1516" y="737"/>
                </a:lnTo>
                <a:lnTo>
                  <a:pt x="1527" y="755"/>
                </a:lnTo>
                <a:lnTo>
                  <a:pt x="1529" y="761"/>
                </a:lnTo>
                <a:lnTo>
                  <a:pt x="1529" y="758"/>
                </a:lnTo>
                <a:lnTo>
                  <a:pt x="1529" y="758"/>
                </a:lnTo>
                <a:lnTo>
                  <a:pt x="1529" y="728"/>
                </a:lnTo>
                <a:lnTo>
                  <a:pt x="1528" y="700"/>
                </a:lnTo>
                <a:lnTo>
                  <a:pt x="1526" y="672"/>
                </a:lnTo>
                <a:lnTo>
                  <a:pt x="1522" y="645"/>
                </a:lnTo>
                <a:lnTo>
                  <a:pt x="1517" y="618"/>
                </a:lnTo>
                <a:lnTo>
                  <a:pt x="1513" y="593"/>
                </a:lnTo>
                <a:lnTo>
                  <a:pt x="1507" y="569"/>
                </a:lnTo>
                <a:lnTo>
                  <a:pt x="1499" y="546"/>
                </a:lnTo>
                <a:lnTo>
                  <a:pt x="1491" y="523"/>
                </a:lnTo>
                <a:lnTo>
                  <a:pt x="1483" y="501"/>
                </a:lnTo>
                <a:lnTo>
                  <a:pt x="1474" y="480"/>
                </a:lnTo>
                <a:lnTo>
                  <a:pt x="1464" y="460"/>
                </a:lnTo>
                <a:lnTo>
                  <a:pt x="1454" y="439"/>
                </a:lnTo>
                <a:lnTo>
                  <a:pt x="1442" y="421"/>
                </a:lnTo>
                <a:lnTo>
                  <a:pt x="1430" y="402"/>
                </a:lnTo>
                <a:lnTo>
                  <a:pt x="1418" y="385"/>
                </a:lnTo>
                <a:lnTo>
                  <a:pt x="1406" y="369"/>
                </a:lnTo>
                <a:lnTo>
                  <a:pt x="1392" y="352"/>
                </a:lnTo>
                <a:lnTo>
                  <a:pt x="1379" y="336"/>
                </a:lnTo>
                <a:lnTo>
                  <a:pt x="1364" y="322"/>
                </a:lnTo>
                <a:lnTo>
                  <a:pt x="1335" y="295"/>
                </a:lnTo>
                <a:lnTo>
                  <a:pt x="1305" y="268"/>
                </a:lnTo>
                <a:lnTo>
                  <a:pt x="1272" y="246"/>
                </a:lnTo>
                <a:lnTo>
                  <a:pt x="1240" y="225"/>
                </a:lnTo>
                <a:lnTo>
                  <a:pt x="1207" y="206"/>
                </a:lnTo>
                <a:lnTo>
                  <a:pt x="1173" y="190"/>
                </a:lnTo>
                <a:lnTo>
                  <a:pt x="1140" y="175"/>
                </a:lnTo>
                <a:lnTo>
                  <a:pt x="1106" y="162"/>
                </a:lnTo>
                <a:lnTo>
                  <a:pt x="1074" y="150"/>
                </a:lnTo>
                <a:lnTo>
                  <a:pt x="1042" y="141"/>
                </a:lnTo>
                <a:lnTo>
                  <a:pt x="1012" y="132"/>
                </a:lnTo>
                <a:lnTo>
                  <a:pt x="982" y="125"/>
                </a:lnTo>
                <a:lnTo>
                  <a:pt x="954" y="119"/>
                </a:lnTo>
                <a:lnTo>
                  <a:pt x="928" y="114"/>
                </a:lnTo>
                <a:lnTo>
                  <a:pt x="883" y="107"/>
                </a:lnTo>
                <a:lnTo>
                  <a:pt x="847" y="103"/>
                </a:lnTo>
                <a:lnTo>
                  <a:pt x="817" y="101"/>
                </a:lnTo>
                <a:lnTo>
                  <a:pt x="817" y="101"/>
                </a:lnTo>
                <a:close/>
                <a:moveTo>
                  <a:pt x="816" y="663"/>
                </a:moveTo>
                <a:lnTo>
                  <a:pt x="717" y="663"/>
                </a:lnTo>
                <a:lnTo>
                  <a:pt x="717" y="1276"/>
                </a:lnTo>
                <a:lnTo>
                  <a:pt x="717" y="1276"/>
                </a:lnTo>
                <a:lnTo>
                  <a:pt x="717" y="1294"/>
                </a:lnTo>
                <a:lnTo>
                  <a:pt x="713" y="1308"/>
                </a:lnTo>
                <a:lnTo>
                  <a:pt x="708" y="1322"/>
                </a:lnTo>
                <a:lnTo>
                  <a:pt x="701" y="1333"/>
                </a:lnTo>
                <a:lnTo>
                  <a:pt x="694" y="1343"/>
                </a:lnTo>
                <a:lnTo>
                  <a:pt x="684" y="1351"/>
                </a:lnTo>
                <a:lnTo>
                  <a:pt x="676" y="1358"/>
                </a:lnTo>
                <a:lnTo>
                  <a:pt x="666" y="1364"/>
                </a:lnTo>
                <a:lnTo>
                  <a:pt x="657" y="1368"/>
                </a:lnTo>
                <a:lnTo>
                  <a:pt x="647" y="1371"/>
                </a:lnTo>
                <a:lnTo>
                  <a:pt x="631" y="1376"/>
                </a:lnTo>
                <a:lnTo>
                  <a:pt x="620" y="1377"/>
                </a:lnTo>
                <a:lnTo>
                  <a:pt x="615" y="1377"/>
                </a:lnTo>
                <a:lnTo>
                  <a:pt x="615" y="1377"/>
                </a:lnTo>
                <a:lnTo>
                  <a:pt x="596" y="1376"/>
                </a:lnTo>
                <a:lnTo>
                  <a:pt x="580" y="1374"/>
                </a:lnTo>
                <a:lnTo>
                  <a:pt x="566" y="1368"/>
                </a:lnTo>
                <a:lnTo>
                  <a:pt x="554" y="1362"/>
                </a:lnTo>
                <a:lnTo>
                  <a:pt x="545" y="1355"/>
                </a:lnTo>
                <a:lnTo>
                  <a:pt x="536" y="1345"/>
                </a:lnTo>
                <a:lnTo>
                  <a:pt x="529" y="1337"/>
                </a:lnTo>
                <a:lnTo>
                  <a:pt x="524" y="1327"/>
                </a:lnTo>
                <a:lnTo>
                  <a:pt x="521" y="1318"/>
                </a:lnTo>
                <a:lnTo>
                  <a:pt x="517" y="1308"/>
                </a:lnTo>
                <a:lnTo>
                  <a:pt x="515" y="1291"/>
                </a:lnTo>
                <a:lnTo>
                  <a:pt x="513" y="1280"/>
                </a:lnTo>
                <a:lnTo>
                  <a:pt x="513" y="1276"/>
                </a:lnTo>
                <a:lnTo>
                  <a:pt x="513" y="1276"/>
                </a:lnTo>
                <a:lnTo>
                  <a:pt x="512" y="1267"/>
                </a:lnTo>
                <a:lnTo>
                  <a:pt x="511" y="1259"/>
                </a:lnTo>
                <a:lnTo>
                  <a:pt x="507" y="1249"/>
                </a:lnTo>
                <a:lnTo>
                  <a:pt x="502" y="1240"/>
                </a:lnTo>
                <a:lnTo>
                  <a:pt x="498" y="1235"/>
                </a:lnTo>
                <a:lnTo>
                  <a:pt x="493" y="1231"/>
                </a:lnTo>
                <a:lnTo>
                  <a:pt x="487" y="1228"/>
                </a:lnTo>
                <a:lnTo>
                  <a:pt x="481" y="1225"/>
                </a:lnTo>
                <a:lnTo>
                  <a:pt x="473" y="1224"/>
                </a:lnTo>
                <a:lnTo>
                  <a:pt x="463" y="1223"/>
                </a:lnTo>
                <a:lnTo>
                  <a:pt x="463" y="1223"/>
                </a:lnTo>
                <a:lnTo>
                  <a:pt x="455" y="1223"/>
                </a:lnTo>
                <a:lnTo>
                  <a:pt x="447" y="1225"/>
                </a:lnTo>
                <a:lnTo>
                  <a:pt x="439" y="1228"/>
                </a:lnTo>
                <a:lnTo>
                  <a:pt x="433" y="1231"/>
                </a:lnTo>
                <a:lnTo>
                  <a:pt x="429" y="1235"/>
                </a:lnTo>
                <a:lnTo>
                  <a:pt x="424" y="1240"/>
                </a:lnTo>
                <a:lnTo>
                  <a:pt x="418" y="1248"/>
                </a:lnTo>
                <a:lnTo>
                  <a:pt x="413" y="1258"/>
                </a:lnTo>
                <a:lnTo>
                  <a:pt x="411" y="1266"/>
                </a:lnTo>
                <a:lnTo>
                  <a:pt x="409" y="1274"/>
                </a:lnTo>
                <a:lnTo>
                  <a:pt x="409" y="1274"/>
                </a:lnTo>
                <a:lnTo>
                  <a:pt x="411" y="1292"/>
                </a:lnTo>
                <a:lnTo>
                  <a:pt x="412" y="1310"/>
                </a:lnTo>
                <a:lnTo>
                  <a:pt x="414" y="1327"/>
                </a:lnTo>
                <a:lnTo>
                  <a:pt x="418" y="1341"/>
                </a:lnTo>
                <a:lnTo>
                  <a:pt x="423" y="1356"/>
                </a:lnTo>
                <a:lnTo>
                  <a:pt x="429" y="1369"/>
                </a:lnTo>
                <a:lnTo>
                  <a:pt x="435" y="1381"/>
                </a:lnTo>
                <a:lnTo>
                  <a:pt x="442" y="1393"/>
                </a:lnTo>
                <a:lnTo>
                  <a:pt x="449" y="1402"/>
                </a:lnTo>
                <a:lnTo>
                  <a:pt x="457" y="1412"/>
                </a:lnTo>
                <a:lnTo>
                  <a:pt x="466" y="1420"/>
                </a:lnTo>
                <a:lnTo>
                  <a:pt x="474" y="1429"/>
                </a:lnTo>
                <a:lnTo>
                  <a:pt x="484" y="1436"/>
                </a:lnTo>
                <a:lnTo>
                  <a:pt x="493" y="1442"/>
                </a:lnTo>
                <a:lnTo>
                  <a:pt x="511" y="1453"/>
                </a:lnTo>
                <a:lnTo>
                  <a:pt x="530" y="1461"/>
                </a:lnTo>
                <a:lnTo>
                  <a:pt x="549" y="1467"/>
                </a:lnTo>
                <a:lnTo>
                  <a:pt x="566" y="1470"/>
                </a:lnTo>
                <a:lnTo>
                  <a:pt x="582" y="1474"/>
                </a:lnTo>
                <a:lnTo>
                  <a:pt x="604" y="1476"/>
                </a:lnTo>
                <a:lnTo>
                  <a:pt x="614" y="1476"/>
                </a:lnTo>
                <a:lnTo>
                  <a:pt x="614" y="1476"/>
                </a:lnTo>
                <a:lnTo>
                  <a:pt x="632" y="1476"/>
                </a:lnTo>
                <a:lnTo>
                  <a:pt x="650" y="1474"/>
                </a:lnTo>
                <a:lnTo>
                  <a:pt x="665" y="1472"/>
                </a:lnTo>
                <a:lnTo>
                  <a:pt x="681" y="1468"/>
                </a:lnTo>
                <a:lnTo>
                  <a:pt x="695" y="1463"/>
                </a:lnTo>
                <a:lnTo>
                  <a:pt x="708" y="1459"/>
                </a:lnTo>
                <a:lnTo>
                  <a:pt x="720" y="1451"/>
                </a:lnTo>
                <a:lnTo>
                  <a:pt x="731" y="1445"/>
                </a:lnTo>
                <a:lnTo>
                  <a:pt x="742" y="1438"/>
                </a:lnTo>
                <a:lnTo>
                  <a:pt x="751" y="1430"/>
                </a:lnTo>
                <a:lnTo>
                  <a:pt x="760" y="1421"/>
                </a:lnTo>
                <a:lnTo>
                  <a:pt x="767" y="1413"/>
                </a:lnTo>
                <a:lnTo>
                  <a:pt x="774" y="1404"/>
                </a:lnTo>
                <a:lnTo>
                  <a:pt x="781" y="1395"/>
                </a:lnTo>
                <a:lnTo>
                  <a:pt x="791" y="1376"/>
                </a:lnTo>
                <a:lnTo>
                  <a:pt x="799" y="1357"/>
                </a:lnTo>
                <a:lnTo>
                  <a:pt x="806" y="1339"/>
                </a:lnTo>
                <a:lnTo>
                  <a:pt x="810" y="1322"/>
                </a:lnTo>
                <a:lnTo>
                  <a:pt x="813" y="1307"/>
                </a:lnTo>
                <a:lnTo>
                  <a:pt x="816" y="1284"/>
                </a:lnTo>
                <a:lnTo>
                  <a:pt x="816" y="1276"/>
                </a:lnTo>
                <a:lnTo>
                  <a:pt x="816" y="6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2756756" y="4778129"/>
            <a:ext cx="1080000" cy="694588"/>
          </a:xfrm>
          <a:custGeom>
            <a:avLst/>
            <a:gdLst>
              <a:gd name="T0" fmla="*/ 659 w 1530"/>
              <a:gd name="T1" fmla="*/ 653 h 983"/>
              <a:gd name="T2" fmla="*/ 683 w 1530"/>
              <a:gd name="T3" fmla="*/ 672 h 983"/>
              <a:gd name="T4" fmla="*/ 705 w 1530"/>
              <a:gd name="T5" fmla="*/ 687 h 983"/>
              <a:gd name="T6" fmla="*/ 727 w 1530"/>
              <a:gd name="T7" fmla="*/ 696 h 983"/>
              <a:gd name="T8" fmla="*/ 747 w 1530"/>
              <a:gd name="T9" fmla="*/ 702 h 983"/>
              <a:gd name="T10" fmla="*/ 766 w 1530"/>
              <a:gd name="T11" fmla="*/ 705 h 983"/>
              <a:gd name="T12" fmla="*/ 801 w 1530"/>
              <a:gd name="T13" fmla="*/ 702 h 983"/>
              <a:gd name="T14" fmla="*/ 830 w 1530"/>
              <a:gd name="T15" fmla="*/ 691 h 983"/>
              <a:gd name="T16" fmla="*/ 852 w 1530"/>
              <a:gd name="T17" fmla="*/ 677 h 983"/>
              <a:gd name="T18" fmla="*/ 873 w 1530"/>
              <a:gd name="T19" fmla="*/ 658 h 983"/>
              <a:gd name="T20" fmla="*/ 1529 w 1530"/>
              <a:gd name="T21" fmla="*/ 109 h 983"/>
              <a:gd name="T22" fmla="*/ 1528 w 1530"/>
              <a:gd name="T23" fmla="*/ 90 h 983"/>
              <a:gd name="T24" fmla="*/ 1519 w 1530"/>
              <a:gd name="T25" fmla="*/ 59 h 983"/>
              <a:gd name="T26" fmla="*/ 1505 w 1530"/>
              <a:gd name="T27" fmla="*/ 35 h 983"/>
              <a:gd name="T28" fmla="*/ 1487 w 1530"/>
              <a:gd name="T29" fmla="*/ 20 h 983"/>
              <a:gd name="T30" fmla="*/ 1468 w 1530"/>
              <a:gd name="T31" fmla="*/ 9 h 983"/>
              <a:gd name="T32" fmla="*/ 1443 w 1530"/>
              <a:gd name="T33" fmla="*/ 2 h 983"/>
              <a:gd name="T34" fmla="*/ 1426 w 1530"/>
              <a:gd name="T35" fmla="*/ 0 h 983"/>
              <a:gd name="T36" fmla="*/ 102 w 1530"/>
              <a:gd name="T37" fmla="*/ 0 h 983"/>
              <a:gd name="T38" fmla="*/ 68 w 1530"/>
              <a:gd name="T39" fmla="*/ 4 h 983"/>
              <a:gd name="T40" fmla="*/ 43 w 1530"/>
              <a:gd name="T41" fmla="*/ 16 h 983"/>
              <a:gd name="T42" fmla="*/ 25 w 1530"/>
              <a:gd name="T43" fmla="*/ 34 h 983"/>
              <a:gd name="T44" fmla="*/ 13 w 1530"/>
              <a:gd name="T45" fmla="*/ 53 h 983"/>
              <a:gd name="T46" fmla="*/ 7 w 1530"/>
              <a:gd name="T47" fmla="*/ 74 h 983"/>
              <a:gd name="T48" fmla="*/ 3 w 1530"/>
              <a:gd name="T49" fmla="*/ 103 h 983"/>
              <a:gd name="T50" fmla="*/ 659 w 1530"/>
              <a:gd name="T51" fmla="*/ 653 h 983"/>
              <a:gd name="T52" fmla="*/ 1424 w 1530"/>
              <a:gd name="T53" fmla="*/ 871 h 983"/>
              <a:gd name="T54" fmla="*/ 931 w 1530"/>
              <a:gd name="T55" fmla="*/ 679 h 983"/>
              <a:gd name="T56" fmla="*/ 915 w 1530"/>
              <a:gd name="T57" fmla="*/ 697 h 983"/>
              <a:gd name="T58" fmla="*/ 883 w 1530"/>
              <a:gd name="T59" fmla="*/ 726 h 983"/>
              <a:gd name="T60" fmla="*/ 854 w 1530"/>
              <a:gd name="T61" fmla="*/ 745 h 983"/>
              <a:gd name="T62" fmla="*/ 827 w 1530"/>
              <a:gd name="T63" fmla="*/ 758 h 983"/>
              <a:gd name="T64" fmla="*/ 803 w 1530"/>
              <a:gd name="T65" fmla="*/ 765 h 983"/>
              <a:gd name="T66" fmla="*/ 777 w 1530"/>
              <a:gd name="T67" fmla="*/ 769 h 983"/>
              <a:gd name="T68" fmla="*/ 763 w 1530"/>
              <a:gd name="T69" fmla="*/ 768 h 983"/>
              <a:gd name="T70" fmla="*/ 744 w 1530"/>
              <a:gd name="T71" fmla="*/ 767 h 983"/>
              <a:gd name="T72" fmla="*/ 710 w 1530"/>
              <a:gd name="T73" fmla="*/ 759 h 983"/>
              <a:gd name="T74" fmla="*/ 680 w 1530"/>
              <a:gd name="T75" fmla="*/ 746 h 983"/>
              <a:gd name="T76" fmla="*/ 654 w 1530"/>
              <a:gd name="T77" fmla="*/ 731 h 983"/>
              <a:gd name="T78" fmla="*/ 624 w 1530"/>
              <a:gd name="T79" fmla="*/ 705 h 983"/>
              <a:gd name="T80" fmla="*/ 601 w 1530"/>
              <a:gd name="T81" fmla="*/ 679 h 983"/>
              <a:gd name="T82" fmla="*/ 385 w 1530"/>
              <a:gd name="T83" fmla="*/ 493 h 983"/>
              <a:gd name="T84" fmla="*/ 327 w 1530"/>
              <a:gd name="T85" fmla="*/ 443 h 983"/>
              <a:gd name="T86" fmla="*/ 0 w 1530"/>
              <a:gd name="T87" fmla="*/ 874 h 983"/>
              <a:gd name="T88" fmla="*/ 1 w 1530"/>
              <a:gd name="T89" fmla="*/ 893 h 983"/>
              <a:gd name="T90" fmla="*/ 10 w 1530"/>
              <a:gd name="T91" fmla="*/ 924 h 983"/>
              <a:gd name="T92" fmla="*/ 24 w 1530"/>
              <a:gd name="T93" fmla="*/ 948 h 983"/>
              <a:gd name="T94" fmla="*/ 42 w 1530"/>
              <a:gd name="T95" fmla="*/ 964 h 983"/>
              <a:gd name="T96" fmla="*/ 61 w 1530"/>
              <a:gd name="T97" fmla="*/ 975 h 983"/>
              <a:gd name="T98" fmla="*/ 87 w 1530"/>
              <a:gd name="T99" fmla="*/ 982 h 983"/>
              <a:gd name="T100" fmla="*/ 103 w 1530"/>
              <a:gd name="T101" fmla="*/ 983 h 983"/>
              <a:gd name="T102" fmla="*/ 1421 w 1530"/>
              <a:gd name="T103" fmla="*/ 983 h 983"/>
              <a:gd name="T104" fmla="*/ 1455 w 1530"/>
              <a:gd name="T105" fmla="*/ 978 h 983"/>
              <a:gd name="T106" fmla="*/ 1480 w 1530"/>
              <a:gd name="T107" fmla="*/ 966 h 983"/>
              <a:gd name="T108" fmla="*/ 1499 w 1530"/>
              <a:gd name="T109" fmla="*/ 949 h 983"/>
              <a:gd name="T110" fmla="*/ 1513 w 1530"/>
              <a:gd name="T111" fmla="*/ 930 h 983"/>
              <a:gd name="T112" fmla="*/ 1522 w 1530"/>
              <a:gd name="T113" fmla="*/ 911 h 983"/>
              <a:gd name="T114" fmla="*/ 1530 w 1530"/>
              <a:gd name="T115" fmla="*/ 881 h 983"/>
              <a:gd name="T116" fmla="*/ 1530 w 1530"/>
              <a:gd name="T117" fmla="*/ 164 h 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530" h="983">
                <a:moveTo>
                  <a:pt x="659" y="653"/>
                </a:moveTo>
                <a:lnTo>
                  <a:pt x="659" y="653"/>
                </a:lnTo>
                <a:lnTo>
                  <a:pt x="671" y="664"/>
                </a:lnTo>
                <a:lnTo>
                  <a:pt x="683" y="672"/>
                </a:lnTo>
                <a:lnTo>
                  <a:pt x="695" y="681"/>
                </a:lnTo>
                <a:lnTo>
                  <a:pt x="705" y="687"/>
                </a:lnTo>
                <a:lnTo>
                  <a:pt x="716" y="693"/>
                </a:lnTo>
                <a:lnTo>
                  <a:pt x="727" y="696"/>
                </a:lnTo>
                <a:lnTo>
                  <a:pt x="736" y="700"/>
                </a:lnTo>
                <a:lnTo>
                  <a:pt x="747" y="702"/>
                </a:lnTo>
                <a:lnTo>
                  <a:pt x="757" y="705"/>
                </a:lnTo>
                <a:lnTo>
                  <a:pt x="766" y="705"/>
                </a:lnTo>
                <a:lnTo>
                  <a:pt x="784" y="705"/>
                </a:lnTo>
                <a:lnTo>
                  <a:pt x="801" y="702"/>
                </a:lnTo>
                <a:lnTo>
                  <a:pt x="815" y="697"/>
                </a:lnTo>
                <a:lnTo>
                  <a:pt x="830" y="691"/>
                </a:lnTo>
                <a:lnTo>
                  <a:pt x="842" y="684"/>
                </a:lnTo>
                <a:lnTo>
                  <a:pt x="852" y="677"/>
                </a:lnTo>
                <a:lnTo>
                  <a:pt x="861" y="670"/>
                </a:lnTo>
                <a:lnTo>
                  <a:pt x="873" y="658"/>
                </a:lnTo>
                <a:lnTo>
                  <a:pt x="876" y="653"/>
                </a:lnTo>
                <a:lnTo>
                  <a:pt x="1529" y="109"/>
                </a:lnTo>
                <a:lnTo>
                  <a:pt x="1529" y="109"/>
                </a:lnTo>
                <a:lnTo>
                  <a:pt x="1528" y="90"/>
                </a:lnTo>
                <a:lnTo>
                  <a:pt x="1524" y="74"/>
                </a:lnTo>
                <a:lnTo>
                  <a:pt x="1519" y="59"/>
                </a:lnTo>
                <a:lnTo>
                  <a:pt x="1513" y="46"/>
                </a:lnTo>
                <a:lnTo>
                  <a:pt x="1505" y="35"/>
                </a:lnTo>
                <a:lnTo>
                  <a:pt x="1497" y="27"/>
                </a:lnTo>
                <a:lnTo>
                  <a:pt x="1487" y="20"/>
                </a:lnTo>
                <a:lnTo>
                  <a:pt x="1477" y="14"/>
                </a:lnTo>
                <a:lnTo>
                  <a:pt x="1468" y="9"/>
                </a:lnTo>
                <a:lnTo>
                  <a:pt x="1458" y="5"/>
                </a:lnTo>
                <a:lnTo>
                  <a:pt x="1443" y="2"/>
                </a:lnTo>
                <a:lnTo>
                  <a:pt x="1431" y="0"/>
                </a:lnTo>
                <a:lnTo>
                  <a:pt x="1426" y="0"/>
                </a:lnTo>
                <a:lnTo>
                  <a:pt x="102" y="0"/>
                </a:lnTo>
                <a:lnTo>
                  <a:pt x="102" y="0"/>
                </a:lnTo>
                <a:lnTo>
                  <a:pt x="84" y="1"/>
                </a:lnTo>
                <a:lnTo>
                  <a:pt x="68" y="4"/>
                </a:lnTo>
                <a:lnTo>
                  <a:pt x="54" y="9"/>
                </a:lnTo>
                <a:lnTo>
                  <a:pt x="43" y="16"/>
                </a:lnTo>
                <a:lnTo>
                  <a:pt x="34" y="25"/>
                </a:lnTo>
                <a:lnTo>
                  <a:pt x="25" y="34"/>
                </a:lnTo>
                <a:lnTo>
                  <a:pt x="19" y="44"/>
                </a:lnTo>
                <a:lnTo>
                  <a:pt x="13" y="53"/>
                </a:lnTo>
                <a:lnTo>
                  <a:pt x="10" y="64"/>
                </a:lnTo>
                <a:lnTo>
                  <a:pt x="7" y="74"/>
                </a:lnTo>
                <a:lnTo>
                  <a:pt x="4" y="92"/>
                </a:lnTo>
                <a:lnTo>
                  <a:pt x="3" y="103"/>
                </a:lnTo>
                <a:lnTo>
                  <a:pt x="3" y="108"/>
                </a:lnTo>
                <a:lnTo>
                  <a:pt x="659" y="653"/>
                </a:lnTo>
                <a:close/>
                <a:moveTo>
                  <a:pt x="1216" y="434"/>
                </a:moveTo>
                <a:lnTo>
                  <a:pt x="1424" y="871"/>
                </a:lnTo>
                <a:lnTo>
                  <a:pt x="1148" y="493"/>
                </a:lnTo>
                <a:lnTo>
                  <a:pt x="931" y="679"/>
                </a:lnTo>
                <a:lnTo>
                  <a:pt x="931" y="679"/>
                </a:lnTo>
                <a:lnTo>
                  <a:pt x="915" y="697"/>
                </a:lnTo>
                <a:lnTo>
                  <a:pt x="899" y="713"/>
                </a:lnTo>
                <a:lnTo>
                  <a:pt x="883" y="726"/>
                </a:lnTo>
                <a:lnTo>
                  <a:pt x="868" y="737"/>
                </a:lnTo>
                <a:lnTo>
                  <a:pt x="854" y="745"/>
                </a:lnTo>
                <a:lnTo>
                  <a:pt x="840" y="752"/>
                </a:lnTo>
                <a:lnTo>
                  <a:pt x="827" y="758"/>
                </a:lnTo>
                <a:lnTo>
                  <a:pt x="814" y="762"/>
                </a:lnTo>
                <a:lnTo>
                  <a:pt x="803" y="765"/>
                </a:lnTo>
                <a:lnTo>
                  <a:pt x="793" y="767"/>
                </a:lnTo>
                <a:lnTo>
                  <a:pt x="777" y="769"/>
                </a:lnTo>
                <a:lnTo>
                  <a:pt x="766" y="769"/>
                </a:lnTo>
                <a:lnTo>
                  <a:pt x="763" y="768"/>
                </a:lnTo>
                <a:lnTo>
                  <a:pt x="763" y="768"/>
                </a:lnTo>
                <a:lnTo>
                  <a:pt x="744" y="767"/>
                </a:lnTo>
                <a:lnTo>
                  <a:pt x="727" y="764"/>
                </a:lnTo>
                <a:lnTo>
                  <a:pt x="710" y="759"/>
                </a:lnTo>
                <a:lnTo>
                  <a:pt x="695" y="754"/>
                </a:lnTo>
                <a:lnTo>
                  <a:pt x="680" y="746"/>
                </a:lnTo>
                <a:lnTo>
                  <a:pt x="667" y="739"/>
                </a:lnTo>
                <a:lnTo>
                  <a:pt x="654" y="731"/>
                </a:lnTo>
                <a:lnTo>
                  <a:pt x="643" y="722"/>
                </a:lnTo>
                <a:lnTo>
                  <a:pt x="624" y="705"/>
                </a:lnTo>
                <a:lnTo>
                  <a:pt x="610" y="690"/>
                </a:lnTo>
                <a:lnTo>
                  <a:pt x="601" y="679"/>
                </a:lnTo>
                <a:lnTo>
                  <a:pt x="598" y="676"/>
                </a:lnTo>
                <a:lnTo>
                  <a:pt x="385" y="493"/>
                </a:lnTo>
                <a:lnTo>
                  <a:pt x="111" y="869"/>
                </a:lnTo>
                <a:lnTo>
                  <a:pt x="327" y="443"/>
                </a:lnTo>
                <a:lnTo>
                  <a:pt x="0" y="164"/>
                </a:lnTo>
                <a:lnTo>
                  <a:pt x="0" y="874"/>
                </a:lnTo>
                <a:lnTo>
                  <a:pt x="0" y="874"/>
                </a:lnTo>
                <a:lnTo>
                  <a:pt x="1" y="893"/>
                </a:lnTo>
                <a:lnTo>
                  <a:pt x="5" y="910"/>
                </a:lnTo>
                <a:lnTo>
                  <a:pt x="10" y="924"/>
                </a:lnTo>
                <a:lnTo>
                  <a:pt x="17" y="938"/>
                </a:lnTo>
                <a:lnTo>
                  <a:pt x="24" y="948"/>
                </a:lnTo>
                <a:lnTo>
                  <a:pt x="34" y="957"/>
                </a:lnTo>
                <a:lnTo>
                  <a:pt x="42" y="964"/>
                </a:lnTo>
                <a:lnTo>
                  <a:pt x="52" y="970"/>
                </a:lnTo>
                <a:lnTo>
                  <a:pt x="61" y="975"/>
                </a:lnTo>
                <a:lnTo>
                  <a:pt x="71" y="977"/>
                </a:lnTo>
                <a:lnTo>
                  <a:pt x="87" y="982"/>
                </a:lnTo>
                <a:lnTo>
                  <a:pt x="99" y="983"/>
                </a:lnTo>
                <a:lnTo>
                  <a:pt x="103" y="983"/>
                </a:lnTo>
                <a:lnTo>
                  <a:pt x="1421" y="983"/>
                </a:lnTo>
                <a:lnTo>
                  <a:pt x="1421" y="983"/>
                </a:lnTo>
                <a:lnTo>
                  <a:pt x="1439" y="982"/>
                </a:lnTo>
                <a:lnTo>
                  <a:pt x="1455" y="978"/>
                </a:lnTo>
                <a:lnTo>
                  <a:pt x="1468" y="973"/>
                </a:lnTo>
                <a:lnTo>
                  <a:pt x="1480" y="966"/>
                </a:lnTo>
                <a:lnTo>
                  <a:pt x="1491" y="959"/>
                </a:lnTo>
                <a:lnTo>
                  <a:pt x="1499" y="949"/>
                </a:lnTo>
                <a:lnTo>
                  <a:pt x="1507" y="940"/>
                </a:lnTo>
                <a:lnTo>
                  <a:pt x="1513" y="930"/>
                </a:lnTo>
                <a:lnTo>
                  <a:pt x="1518" y="921"/>
                </a:lnTo>
                <a:lnTo>
                  <a:pt x="1522" y="911"/>
                </a:lnTo>
                <a:lnTo>
                  <a:pt x="1528" y="893"/>
                </a:lnTo>
                <a:lnTo>
                  <a:pt x="1530" y="881"/>
                </a:lnTo>
                <a:lnTo>
                  <a:pt x="1530" y="878"/>
                </a:lnTo>
                <a:lnTo>
                  <a:pt x="1530" y="164"/>
                </a:lnTo>
                <a:lnTo>
                  <a:pt x="1216" y="43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4413000" y="4744246"/>
            <a:ext cx="1080000" cy="728471"/>
          </a:xfrm>
          <a:custGeom>
            <a:avLst/>
            <a:gdLst>
              <a:gd name="T0" fmla="*/ 465 w 1530"/>
              <a:gd name="T1" fmla="*/ 106 h 1032"/>
              <a:gd name="T2" fmla="*/ 413 w 1530"/>
              <a:gd name="T3" fmla="*/ 124 h 1032"/>
              <a:gd name="T4" fmla="*/ 386 w 1530"/>
              <a:gd name="T5" fmla="*/ 170 h 1032"/>
              <a:gd name="T6" fmla="*/ 391 w 1530"/>
              <a:gd name="T7" fmla="*/ 218 h 1032"/>
              <a:gd name="T8" fmla="*/ 427 w 1530"/>
              <a:gd name="T9" fmla="*/ 259 h 1032"/>
              <a:gd name="T10" fmla="*/ 473 w 1530"/>
              <a:gd name="T11" fmla="*/ 267 h 1032"/>
              <a:gd name="T12" fmla="*/ 522 w 1530"/>
              <a:gd name="T13" fmla="*/ 244 h 1032"/>
              <a:gd name="T14" fmla="*/ 546 w 1530"/>
              <a:gd name="T15" fmla="*/ 195 h 1032"/>
              <a:gd name="T16" fmla="*/ 537 w 1530"/>
              <a:gd name="T17" fmla="*/ 148 h 1032"/>
              <a:gd name="T18" fmla="*/ 497 w 1530"/>
              <a:gd name="T19" fmla="*/ 112 h 1032"/>
              <a:gd name="T20" fmla="*/ 877 w 1530"/>
              <a:gd name="T21" fmla="*/ 1032 h 1032"/>
              <a:gd name="T22" fmla="*/ 657 w 1530"/>
              <a:gd name="T23" fmla="*/ 1032 h 1032"/>
              <a:gd name="T24" fmla="*/ 491 w 1530"/>
              <a:gd name="T25" fmla="*/ 1032 h 1032"/>
              <a:gd name="T26" fmla="*/ 1530 w 1530"/>
              <a:gd name="T27" fmla="*/ 115 h 1032"/>
              <a:gd name="T28" fmla="*/ 1488 w 1530"/>
              <a:gd name="T29" fmla="*/ 23 h 1032"/>
              <a:gd name="T30" fmla="*/ 109 w 1530"/>
              <a:gd name="T31" fmla="*/ 0 h 1032"/>
              <a:gd name="T32" fmla="*/ 25 w 1530"/>
              <a:gd name="T33" fmla="*/ 34 h 1032"/>
              <a:gd name="T34" fmla="*/ 0 w 1530"/>
              <a:gd name="T35" fmla="*/ 108 h 1032"/>
              <a:gd name="T36" fmla="*/ 715 w 1530"/>
              <a:gd name="T37" fmla="*/ 638 h 1032"/>
              <a:gd name="T38" fmla="*/ 797 w 1530"/>
              <a:gd name="T39" fmla="*/ 646 h 1032"/>
              <a:gd name="T40" fmla="*/ 877 w 1530"/>
              <a:gd name="T41" fmla="*/ 601 h 1032"/>
              <a:gd name="T42" fmla="*/ 412 w 1530"/>
              <a:gd name="T43" fmla="*/ 317 h 1032"/>
              <a:gd name="T44" fmla="*/ 344 w 1530"/>
              <a:gd name="T45" fmla="*/ 259 h 1032"/>
              <a:gd name="T46" fmla="*/ 329 w 1530"/>
              <a:gd name="T47" fmla="*/ 180 h 1032"/>
              <a:gd name="T48" fmla="*/ 368 w 1530"/>
              <a:gd name="T49" fmla="*/ 93 h 1032"/>
              <a:gd name="T50" fmla="*/ 452 w 1530"/>
              <a:gd name="T51" fmla="*/ 50 h 1032"/>
              <a:gd name="T52" fmla="*/ 543 w 1530"/>
              <a:gd name="T53" fmla="*/ 72 h 1032"/>
              <a:gd name="T54" fmla="*/ 864 w 1530"/>
              <a:gd name="T55" fmla="*/ 107 h 1032"/>
              <a:gd name="T56" fmla="*/ 882 w 1530"/>
              <a:gd name="T57" fmla="*/ 133 h 1032"/>
              <a:gd name="T58" fmla="*/ 858 w 1530"/>
              <a:gd name="T59" fmla="*/ 160 h 1032"/>
              <a:gd name="T60" fmla="*/ 603 w 1530"/>
              <a:gd name="T61" fmla="*/ 204 h 1032"/>
              <a:gd name="T62" fmla="*/ 814 w 1530"/>
              <a:gd name="T63" fmla="*/ 223 h 1032"/>
              <a:gd name="T64" fmla="*/ 820 w 1530"/>
              <a:gd name="T65" fmla="*/ 255 h 1032"/>
              <a:gd name="T66" fmla="*/ 578 w 1530"/>
              <a:gd name="T67" fmla="*/ 270 h 1032"/>
              <a:gd name="T68" fmla="*/ 505 w 1530"/>
              <a:gd name="T69" fmla="*/ 323 h 1032"/>
              <a:gd name="T70" fmla="*/ 1313 w 1530"/>
              <a:gd name="T71" fmla="*/ 1032 h 1032"/>
              <a:gd name="T72" fmla="*/ 387 w 1530"/>
              <a:gd name="T73" fmla="*/ 1032 h 1032"/>
              <a:gd name="T74" fmla="*/ 932 w 1530"/>
              <a:gd name="T75" fmla="*/ 627 h 1032"/>
              <a:gd name="T76" fmla="*/ 821 w 1530"/>
              <a:gd name="T77" fmla="*/ 697 h 1032"/>
              <a:gd name="T78" fmla="*/ 749 w 1530"/>
              <a:gd name="T79" fmla="*/ 706 h 1032"/>
              <a:gd name="T80" fmla="*/ 631 w 1530"/>
              <a:gd name="T81" fmla="*/ 650 h 1032"/>
              <a:gd name="T82" fmla="*/ 111 w 1530"/>
              <a:gd name="T83" fmla="*/ 385 h 1032"/>
              <a:gd name="T84" fmla="*/ 111 w 1530"/>
              <a:gd name="T85" fmla="*/ 656 h 1032"/>
              <a:gd name="T86" fmla="*/ 1 w 1530"/>
              <a:gd name="T87" fmla="*/ 924 h 1032"/>
              <a:gd name="T88" fmla="*/ 20 w 1530"/>
              <a:gd name="T89" fmla="*/ 989 h 1032"/>
              <a:gd name="T90" fmla="*/ 107 w 1530"/>
              <a:gd name="T91" fmla="*/ 1032 h 1032"/>
              <a:gd name="T92" fmla="*/ 440 w 1530"/>
              <a:gd name="T93" fmla="*/ 923 h 1032"/>
              <a:gd name="T94" fmla="*/ 715 w 1530"/>
              <a:gd name="T95" fmla="*/ 923 h 1032"/>
              <a:gd name="T96" fmla="*/ 985 w 1530"/>
              <a:gd name="T97" fmla="*/ 1032 h 1032"/>
              <a:gd name="T98" fmla="*/ 1206 w 1530"/>
              <a:gd name="T99" fmla="*/ 1032 h 1032"/>
              <a:gd name="T100" fmla="*/ 1444 w 1530"/>
              <a:gd name="T101" fmla="*/ 1031 h 1032"/>
              <a:gd name="T102" fmla="*/ 1517 w 1530"/>
              <a:gd name="T103" fmla="*/ 981 h 1032"/>
              <a:gd name="T104" fmla="*/ 1421 w 1530"/>
              <a:gd name="T105" fmla="*/ 819 h 1032"/>
              <a:gd name="T106" fmla="*/ 1421 w 1530"/>
              <a:gd name="T107" fmla="*/ 550 h 1032"/>
              <a:gd name="T108" fmla="*/ 1530 w 1530"/>
              <a:gd name="T109" fmla="*/ 274 h 1032"/>
              <a:gd name="T110" fmla="*/ 36 w 1530"/>
              <a:gd name="T111" fmla="*/ 1006 h 1032"/>
              <a:gd name="T112" fmla="*/ 61 w 1530"/>
              <a:gd name="T113" fmla="*/ 210 h 1032"/>
              <a:gd name="T114" fmla="*/ 29 w 1530"/>
              <a:gd name="T115" fmla="*/ 998 h 1032"/>
              <a:gd name="T116" fmla="*/ 55 w 1530"/>
              <a:gd name="T117" fmla="*/ 1018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530" h="1032">
                <a:moveTo>
                  <a:pt x="1147" y="1032"/>
                </a:moveTo>
                <a:lnTo>
                  <a:pt x="1205" y="1032"/>
                </a:lnTo>
                <a:lnTo>
                  <a:pt x="1206" y="1032"/>
                </a:lnTo>
                <a:lnTo>
                  <a:pt x="1147" y="1032"/>
                </a:lnTo>
                <a:lnTo>
                  <a:pt x="1147" y="1032"/>
                </a:lnTo>
                <a:close/>
                <a:moveTo>
                  <a:pt x="465" y="106"/>
                </a:moveTo>
                <a:lnTo>
                  <a:pt x="465" y="106"/>
                </a:lnTo>
                <a:lnTo>
                  <a:pt x="456" y="106"/>
                </a:lnTo>
                <a:lnTo>
                  <a:pt x="449" y="107"/>
                </a:lnTo>
                <a:lnTo>
                  <a:pt x="441" y="109"/>
                </a:lnTo>
                <a:lnTo>
                  <a:pt x="434" y="112"/>
                </a:lnTo>
                <a:lnTo>
                  <a:pt x="427" y="115"/>
                </a:lnTo>
                <a:lnTo>
                  <a:pt x="419" y="120"/>
                </a:lnTo>
                <a:lnTo>
                  <a:pt x="413" y="124"/>
                </a:lnTo>
                <a:lnTo>
                  <a:pt x="407" y="130"/>
                </a:lnTo>
                <a:lnTo>
                  <a:pt x="403" y="136"/>
                </a:lnTo>
                <a:lnTo>
                  <a:pt x="398" y="142"/>
                </a:lnTo>
                <a:lnTo>
                  <a:pt x="394" y="148"/>
                </a:lnTo>
                <a:lnTo>
                  <a:pt x="391" y="155"/>
                </a:lnTo>
                <a:lnTo>
                  <a:pt x="388" y="163"/>
                </a:lnTo>
                <a:lnTo>
                  <a:pt x="386" y="170"/>
                </a:lnTo>
                <a:lnTo>
                  <a:pt x="385" y="179"/>
                </a:lnTo>
                <a:lnTo>
                  <a:pt x="385" y="187"/>
                </a:lnTo>
                <a:lnTo>
                  <a:pt x="385" y="187"/>
                </a:lnTo>
                <a:lnTo>
                  <a:pt x="385" y="195"/>
                </a:lnTo>
                <a:lnTo>
                  <a:pt x="386" y="204"/>
                </a:lnTo>
                <a:lnTo>
                  <a:pt x="388" y="211"/>
                </a:lnTo>
                <a:lnTo>
                  <a:pt x="391" y="218"/>
                </a:lnTo>
                <a:lnTo>
                  <a:pt x="394" y="225"/>
                </a:lnTo>
                <a:lnTo>
                  <a:pt x="398" y="233"/>
                </a:lnTo>
                <a:lnTo>
                  <a:pt x="403" y="238"/>
                </a:lnTo>
                <a:lnTo>
                  <a:pt x="407" y="244"/>
                </a:lnTo>
                <a:lnTo>
                  <a:pt x="413" y="249"/>
                </a:lnTo>
                <a:lnTo>
                  <a:pt x="419" y="254"/>
                </a:lnTo>
                <a:lnTo>
                  <a:pt x="427" y="259"/>
                </a:lnTo>
                <a:lnTo>
                  <a:pt x="434" y="261"/>
                </a:lnTo>
                <a:lnTo>
                  <a:pt x="441" y="265"/>
                </a:lnTo>
                <a:lnTo>
                  <a:pt x="449" y="266"/>
                </a:lnTo>
                <a:lnTo>
                  <a:pt x="456" y="267"/>
                </a:lnTo>
                <a:lnTo>
                  <a:pt x="465" y="268"/>
                </a:lnTo>
                <a:lnTo>
                  <a:pt x="465" y="268"/>
                </a:lnTo>
                <a:lnTo>
                  <a:pt x="473" y="267"/>
                </a:lnTo>
                <a:lnTo>
                  <a:pt x="482" y="266"/>
                </a:lnTo>
                <a:lnTo>
                  <a:pt x="490" y="265"/>
                </a:lnTo>
                <a:lnTo>
                  <a:pt x="497" y="261"/>
                </a:lnTo>
                <a:lnTo>
                  <a:pt x="504" y="259"/>
                </a:lnTo>
                <a:lnTo>
                  <a:pt x="510" y="254"/>
                </a:lnTo>
                <a:lnTo>
                  <a:pt x="517" y="249"/>
                </a:lnTo>
                <a:lnTo>
                  <a:pt x="522" y="244"/>
                </a:lnTo>
                <a:lnTo>
                  <a:pt x="528" y="238"/>
                </a:lnTo>
                <a:lnTo>
                  <a:pt x="533" y="233"/>
                </a:lnTo>
                <a:lnTo>
                  <a:pt x="537" y="225"/>
                </a:lnTo>
                <a:lnTo>
                  <a:pt x="540" y="218"/>
                </a:lnTo>
                <a:lnTo>
                  <a:pt x="543" y="211"/>
                </a:lnTo>
                <a:lnTo>
                  <a:pt x="545" y="204"/>
                </a:lnTo>
                <a:lnTo>
                  <a:pt x="546" y="195"/>
                </a:lnTo>
                <a:lnTo>
                  <a:pt x="546" y="187"/>
                </a:lnTo>
                <a:lnTo>
                  <a:pt x="546" y="187"/>
                </a:lnTo>
                <a:lnTo>
                  <a:pt x="546" y="179"/>
                </a:lnTo>
                <a:lnTo>
                  <a:pt x="545" y="170"/>
                </a:lnTo>
                <a:lnTo>
                  <a:pt x="543" y="163"/>
                </a:lnTo>
                <a:lnTo>
                  <a:pt x="540" y="155"/>
                </a:lnTo>
                <a:lnTo>
                  <a:pt x="537" y="148"/>
                </a:lnTo>
                <a:lnTo>
                  <a:pt x="533" y="142"/>
                </a:lnTo>
                <a:lnTo>
                  <a:pt x="528" y="136"/>
                </a:lnTo>
                <a:lnTo>
                  <a:pt x="522" y="130"/>
                </a:lnTo>
                <a:lnTo>
                  <a:pt x="517" y="124"/>
                </a:lnTo>
                <a:lnTo>
                  <a:pt x="510" y="120"/>
                </a:lnTo>
                <a:lnTo>
                  <a:pt x="504" y="115"/>
                </a:lnTo>
                <a:lnTo>
                  <a:pt x="497" y="112"/>
                </a:lnTo>
                <a:lnTo>
                  <a:pt x="490" y="109"/>
                </a:lnTo>
                <a:lnTo>
                  <a:pt x="482" y="107"/>
                </a:lnTo>
                <a:lnTo>
                  <a:pt x="473" y="106"/>
                </a:lnTo>
                <a:lnTo>
                  <a:pt x="465" y="106"/>
                </a:lnTo>
                <a:lnTo>
                  <a:pt x="465" y="106"/>
                </a:lnTo>
                <a:close/>
                <a:moveTo>
                  <a:pt x="819" y="1032"/>
                </a:moveTo>
                <a:lnTo>
                  <a:pt x="877" y="1032"/>
                </a:lnTo>
                <a:lnTo>
                  <a:pt x="877" y="1032"/>
                </a:lnTo>
                <a:lnTo>
                  <a:pt x="820" y="1032"/>
                </a:lnTo>
                <a:lnTo>
                  <a:pt x="819" y="1032"/>
                </a:lnTo>
                <a:close/>
                <a:moveTo>
                  <a:pt x="656" y="1032"/>
                </a:moveTo>
                <a:lnTo>
                  <a:pt x="715" y="1032"/>
                </a:lnTo>
                <a:lnTo>
                  <a:pt x="715" y="1032"/>
                </a:lnTo>
                <a:lnTo>
                  <a:pt x="657" y="1032"/>
                </a:lnTo>
                <a:lnTo>
                  <a:pt x="656" y="1032"/>
                </a:lnTo>
                <a:close/>
                <a:moveTo>
                  <a:pt x="985" y="1032"/>
                </a:moveTo>
                <a:lnTo>
                  <a:pt x="1042" y="1032"/>
                </a:lnTo>
                <a:lnTo>
                  <a:pt x="1043" y="1032"/>
                </a:lnTo>
                <a:lnTo>
                  <a:pt x="985" y="1032"/>
                </a:lnTo>
                <a:lnTo>
                  <a:pt x="985" y="1032"/>
                </a:lnTo>
                <a:close/>
                <a:moveTo>
                  <a:pt x="491" y="1032"/>
                </a:moveTo>
                <a:lnTo>
                  <a:pt x="548" y="1032"/>
                </a:lnTo>
                <a:lnTo>
                  <a:pt x="550" y="1032"/>
                </a:lnTo>
                <a:lnTo>
                  <a:pt x="491" y="1032"/>
                </a:lnTo>
                <a:lnTo>
                  <a:pt x="491" y="1032"/>
                </a:lnTo>
                <a:close/>
                <a:moveTo>
                  <a:pt x="877" y="601"/>
                </a:moveTo>
                <a:lnTo>
                  <a:pt x="1530" y="115"/>
                </a:lnTo>
                <a:lnTo>
                  <a:pt x="1530" y="115"/>
                </a:lnTo>
                <a:lnTo>
                  <a:pt x="1528" y="96"/>
                </a:lnTo>
                <a:lnTo>
                  <a:pt x="1526" y="80"/>
                </a:lnTo>
                <a:lnTo>
                  <a:pt x="1520" y="64"/>
                </a:lnTo>
                <a:lnTo>
                  <a:pt x="1514" y="52"/>
                </a:lnTo>
                <a:lnTo>
                  <a:pt x="1506" y="40"/>
                </a:lnTo>
                <a:lnTo>
                  <a:pt x="1497" y="32"/>
                </a:lnTo>
                <a:lnTo>
                  <a:pt x="1488" y="23"/>
                </a:lnTo>
                <a:lnTo>
                  <a:pt x="1478" y="17"/>
                </a:lnTo>
                <a:lnTo>
                  <a:pt x="1469" y="11"/>
                </a:lnTo>
                <a:lnTo>
                  <a:pt x="1459" y="8"/>
                </a:lnTo>
                <a:lnTo>
                  <a:pt x="1442" y="2"/>
                </a:lnTo>
                <a:lnTo>
                  <a:pt x="1430" y="0"/>
                </a:lnTo>
                <a:lnTo>
                  <a:pt x="1426" y="0"/>
                </a:lnTo>
                <a:lnTo>
                  <a:pt x="109" y="0"/>
                </a:lnTo>
                <a:lnTo>
                  <a:pt x="109" y="0"/>
                </a:lnTo>
                <a:lnTo>
                  <a:pt x="90" y="1"/>
                </a:lnTo>
                <a:lnTo>
                  <a:pt x="72" y="4"/>
                </a:lnTo>
                <a:lnTo>
                  <a:pt x="57" y="9"/>
                </a:lnTo>
                <a:lnTo>
                  <a:pt x="44" y="16"/>
                </a:lnTo>
                <a:lnTo>
                  <a:pt x="33" y="25"/>
                </a:lnTo>
                <a:lnTo>
                  <a:pt x="25" y="34"/>
                </a:lnTo>
                <a:lnTo>
                  <a:pt x="18" y="44"/>
                </a:lnTo>
                <a:lnTo>
                  <a:pt x="13" y="53"/>
                </a:lnTo>
                <a:lnTo>
                  <a:pt x="8" y="64"/>
                </a:lnTo>
                <a:lnTo>
                  <a:pt x="5" y="74"/>
                </a:lnTo>
                <a:lnTo>
                  <a:pt x="1" y="92"/>
                </a:lnTo>
                <a:lnTo>
                  <a:pt x="1" y="103"/>
                </a:lnTo>
                <a:lnTo>
                  <a:pt x="0" y="108"/>
                </a:lnTo>
                <a:lnTo>
                  <a:pt x="663" y="601"/>
                </a:lnTo>
                <a:lnTo>
                  <a:pt x="663" y="601"/>
                </a:lnTo>
                <a:lnTo>
                  <a:pt x="673" y="610"/>
                </a:lnTo>
                <a:lnTo>
                  <a:pt x="684" y="618"/>
                </a:lnTo>
                <a:lnTo>
                  <a:pt x="694" y="626"/>
                </a:lnTo>
                <a:lnTo>
                  <a:pt x="705" y="632"/>
                </a:lnTo>
                <a:lnTo>
                  <a:pt x="715" y="638"/>
                </a:lnTo>
                <a:lnTo>
                  <a:pt x="725" y="641"/>
                </a:lnTo>
                <a:lnTo>
                  <a:pt x="735" y="645"/>
                </a:lnTo>
                <a:lnTo>
                  <a:pt x="744" y="647"/>
                </a:lnTo>
                <a:lnTo>
                  <a:pt x="754" y="648"/>
                </a:lnTo>
                <a:lnTo>
                  <a:pt x="764" y="650"/>
                </a:lnTo>
                <a:lnTo>
                  <a:pt x="782" y="648"/>
                </a:lnTo>
                <a:lnTo>
                  <a:pt x="797" y="646"/>
                </a:lnTo>
                <a:lnTo>
                  <a:pt x="813" y="642"/>
                </a:lnTo>
                <a:lnTo>
                  <a:pt x="827" y="636"/>
                </a:lnTo>
                <a:lnTo>
                  <a:pt x="840" y="629"/>
                </a:lnTo>
                <a:lnTo>
                  <a:pt x="851" y="623"/>
                </a:lnTo>
                <a:lnTo>
                  <a:pt x="860" y="616"/>
                </a:lnTo>
                <a:lnTo>
                  <a:pt x="874" y="605"/>
                </a:lnTo>
                <a:lnTo>
                  <a:pt x="877" y="601"/>
                </a:lnTo>
                <a:lnTo>
                  <a:pt x="877" y="601"/>
                </a:lnTo>
                <a:close/>
                <a:moveTo>
                  <a:pt x="466" y="328"/>
                </a:moveTo>
                <a:lnTo>
                  <a:pt x="466" y="328"/>
                </a:lnTo>
                <a:lnTo>
                  <a:pt x="452" y="327"/>
                </a:lnTo>
                <a:lnTo>
                  <a:pt x="439" y="325"/>
                </a:lnTo>
                <a:lnTo>
                  <a:pt x="424" y="322"/>
                </a:lnTo>
                <a:lnTo>
                  <a:pt x="412" y="317"/>
                </a:lnTo>
                <a:lnTo>
                  <a:pt x="400" y="311"/>
                </a:lnTo>
                <a:lnTo>
                  <a:pt x="388" y="305"/>
                </a:lnTo>
                <a:lnTo>
                  <a:pt x="378" y="298"/>
                </a:lnTo>
                <a:lnTo>
                  <a:pt x="368" y="290"/>
                </a:lnTo>
                <a:lnTo>
                  <a:pt x="360" y="280"/>
                </a:lnTo>
                <a:lnTo>
                  <a:pt x="351" y="270"/>
                </a:lnTo>
                <a:lnTo>
                  <a:pt x="344" y="259"/>
                </a:lnTo>
                <a:lnTo>
                  <a:pt x="338" y="247"/>
                </a:lnTo>
                <a:lnTo>
                  <a:pt x="335" y="235"/>
                </a:lnTo>
                <a:lnTo>
                  <a:pt x="331" y="222"/>
                </a:lnTo>
                <a:lnTo>
                  <a:pt x="329" y="209"/>
                </a:lnTo>
                <a:lnTo>
                  <a:pt x="327" y="194"/>
                </a:lnTo>
                <a:lnTo>
                  <a:pt x="327" y="194"/>
                </a:lnTo>
                <a:lnTo>
                  <a:pt x="329" y="180"/>
                </a:lnTo>
                <a:lnTo>
                  <a:pt x="331" y="166"/>
                </a:lnTo>
                <a:lnTo>
                  <a:pt x="335" y="152"/>
                </a:lnTo>
                <a:lnTo>
                  <a:pt x="338" y="139"/>
                </a:lnTo>
                <a:lnTo>
                  <a:pt x="344" y="127"/>
                </a:lnTo>
                <a:lnTo>
                  <a:pt x="351" y="115"/>
                </a:lnTo>
                <a:lnTo>
                  <a:pt x="360" y="103"/>
                </a:lnTo>
                <a:lnTo>
                  <a:pt x="368" y="93"/>
                </a:lnTo>
                <a:lnTo>
                  <a:pt x="378" y="84"/>
                </a:lnTo>
                <a:lnTo>
                  <a:pt x="388" y="75"/>
                </a:lnTo>
                <a:lnTo>
                  <a:pt x="400" y="68"/>
                </a:lnTo>
                <a:lnTo>
                  <a:pt x="412" y="62"/>
                </a:lnTo>
                <a:lnTo>
                  <a:pt x="424" y="57"/>
                </a:lnTo>
                <a:lnTo>
                  <a:pt x="439" y="52"/>
                </a:lnTo>
                <a:lnTo>
                  <a:pt x="452" y="50"/>
                </a:lnTo>
                <a:lnTo>
                  <a:pt x="466" y="50"/>
                </a:lnTo>
                <a:lnTo>
                  <a:pt x="466" y="50"/>
                </a:lnTo>
                <a:lnTo>
                  <a:pt x="483" y="51"/>
                </a:lnTo>
                <a:lnTo>
                  <a:pt x="498" y="53"/>
                </a:lnTo>
                <a:lnTo>
                  <a:pt x="514" y="58"/>
                </a:lnTo>
                <a:lnTo>
                  <a:pt x="528" y="64"/>
                </a:lnTo>
                <a:lnTo>
                  <a:pt x="543" y="72"/>
                </a:lnTo>
                <a:lnTo>
                  <a:pt x="554" y="82"/>
                </a:lnTo>
                <a:lnTo>
                  <a:pt x="566" y="93"/>
                </a:lnTo>
                <a:lnTo>
                  <a:pt x="577" y="105"/>
                </a:lnTo>
                <a:lnTo>
                  <a:pt x="853" y="105"/>
                </a:lnTo>
                <a:lnTo>
                  <a:pt x="853" y="105"/>
                </a:lnTo>
                <a:lnTo>
                  <a:pt x="858" y="105"/>
                </a:lnTo>
                <a:lnTo>
                  <a:pt x="864" y="107"/>
                </a:lnTo>
                <a:lnTo>
                  <a:pt x="869" y="109"/>
                </a:lnTo>
                <a:lnTo>
                  <a:pt x="874" y="113"/>
                </a:lnTo>
                <a:lnTo>
                  <a:pt x="877" y="118"/>
                </a:lnTo>
                <a:lnTo>
                  <a:pt x="880" y="123"/>
                </a:lnTo>
                <a:lnTo>
                  <a:pt x="881" y="127"/>
                </a:lnTo>
                <a:lnTo>
                  <a:pt x="882" y="133"/>
                </a:lnTo>
                <a:lnTo>
                  <a:pt x="882" y="133"/>
                </a:lnTo>
                <a:lnTo>
                  <a:pt x="881" y="139"/>
                </a:lnTo>
                <a:lnTo>
                  <a:pt x="880" y="144"/>
                </a:lnTo>
                <a:lnTo>
                  <a:pt x="877" y="149"/>
                </a:lnTo>
                <a:lnTo>
                  <a:pt x="874" y="154"/>
                </a:lnTo>
                <a:lnTo>
                  <a:pt x="869" y="156"/>
                </a:lnTo>
                <a:lnTo>
                  <a:pt x="864" y="158"/>
                </a:lnTo>
                <a:lnTo>
                  <a:pt x="858" y="160"/>
                </a:lnTo>
                <a:lnTo>
                  <a:pt x="853" y="161"/>
                </a:lnTo>
                <a:lnTo>
                  <a:pt x="601" y="161"/>
                </a:lnTo>
                <a:lnTo>
                  <a:pt x="601" y="161"/>
                </a:lnTo>
                <a:lnTo>
                  <a:pt x="603" y="178"/>
                </a:lnTo>
                <a:lnTo>
                  <a:pt x="603" y="194"/>
                </a:lnTo>
                <a:lnTo>
                  <a:pt x="603" y="194"/>
                </a:lnTo>
                <a:lnTo>
                  <a:pt x="603" y="204"/>
                </a:lnTo>
                <a:lnTo>
                  <a:pt x="602" y="213"/>
                </a:lnTo>
                <a:lnTo>
                  <a:pt x="795" y="213"/>
                </a:lnTo>
                <a:lnTo>
                  <a:pt x="795" y="213"/>
                </a:lnTo>
                <a:lnTo>
                  <a:pt x="799" y="215"/>
                </a:lnTo>
                <a:lnTo>
                  <a:pt x="804" y="216"/>
                </a:lnTo>
                <a:lnTo>
                  <a:pt x="809" y="219"/>
                </a:lnTo>
                <a:lnTo>
                  <a:pt x="814" y="223"/>
                </a:lnTo>
                <a:lnTo>
                  <a:pt x="816" y="228"/>
                </a:lnTo>
                <a:lnTo>
                  <a:pt x="820" y="234"/>
                </a:lnTo>
                <a:lnTo>
                  <a:pt x="821" y="238"/>
                </a:lnTo>
                <a:lnTo>
                  <a:pt x="821" y="244"/>
                </a:lnTo>
                <a:lnTo>
                  <a:pt x="821" y="244"/>
                </a:lnTo>
                <a:lnTo>
                  <a:pt x="821" y="250"/>
                </a:lnTo>
                <a:lnTo>
                  <a:pt x="820" y="255"/>
                </a:lnTo>
                <a:lnTo>
                  <a:pt x="816" y="259"/>
                </a:lnTo>
                <a:lnTo>
                  <a:pt x="814" y="262"/>
                </a:lnTo>
                <a:lnTo>
                  <a:pt x="809" y="266"/>
                </a:lnTo>
                <a:lnTo>
                  <a:pt x="804" y="268"/>
                </a:lnTo>
                <a:lnTo>
                  <a:pt x="799" y="270"/>
                </a:lnTo>
                <a:lnTo>
                  <a:pt x="795" y="270"/>
                </a:lnTo>
                <a:lnTo>
                  <a:pt x="578" y="270"/>
                </a:lnTo>
                <a:lnTo>
                  <a:pt x="578" y="270"/>
                </a:lnTo>
                <a:lnTo>
                  <a:pt x="569" y="282"/>
                </a:lnTo>
                <a:lnTo>
                  <a:pt x="558" y="293"/>
                </a:lnTo>
                <a:lnTo>
                  <a:pt x="547" y="303"/>
                </a:lnTo>
                <a:lnTo>
                  <a:pt x="535" y="311"/>
                </a:lnTo>
                <a:lnTo>
                  <a:pt x="521" y="319"/>
                </a:lnTo>
                <a:lnTo>
                  <a:pt x="505" y="323"/>
                </a:lnTo>
                <a:lnTo>
                  <a:pt x="486" y="327"/>
                </a:lnTo>
                <a:lnTo>
                  <a:pt x="466" y="328"/>
                </a:lnTo>
                <a:lnTo>
                  <a:pt x="466" y="328"/>
                </a:lnTo>
                <a:close/>
                <a:moveTo>
                  <a:pt x="1312" y="1032"/>
                </a:moveTo>
                <a:lnTo>
                  <a:pt x="1371" y="1032"/>
                </a:lnTo>
                <a:lnTo>
                  <a:pt x="1371" y="1032"/>
                </a:lnTo>
                <a:lnTo>
                  <a:pt x="1313" y="1032"/>
                </a:lnTo>
                <a:lnTo>
                  <a:pt x="1312" y="1032"/>
                </a:lnTo>
                <a:close/>
                <a:moveTo>
                  <a:pt x="1" y="222"/>
                </a:moveTo>
                <a:lnTo>
                  <a:pt x="60" y="210"/>
                </a:lnTo>
                <a:lnTo>
                  <a:pt x="1" y="166"/>
                </a:lnTo>
                <a:lnTo>
                  <a:pt x="1" y="222"/>
                </a:lnTo>
                <a:close/>
                <a:moveTo>
                  <a:pt x="329" y="1032"/>
                </a:moveTo>
                <a:lnTo>
                  <a:pt x="387" y="1032"/>
                </a:lnTo>
                <a:lnTo>
                  <a:pt x="387" y="1032"/>
                </a:lnTo>
                <a:lnTo>
                  <a:pt x="329" y="1032"/>
                </a:lnTo>
                <a:lnTo>
                  <a:pt x="329" y="1032"/>
                </a:lnTo>
                <a:close/>
                <a:moveTo>
                  <a:pt x="1530" y="222"/>
                </a:moveTo>
                <a:lnTo>
                  <a:pt x="1530" y="174"/>
                </a:lnTo>
                <a:lnTo>
                  <a:pt x="932" y="627"/>
                </a:lnTo>
                <a:lnTo>
                  <a:pt x="932" y="627"/>
                </a:lnTo>
                <a:lnTo>
                  <a:pt x="913" y="642"/>
                </a:lnTo>
                <a:lnTo>
                  <a:pt x="896" y="657"/>
                </a:lnTo>
                <a:lnTo>
                  <a:pt x="878" y="667"/>
                </a:lnTo>
                <a:lnTo>
                  <a:pt x="863" y="677"/>
                </a:lnTo>
                <a:lnTo>
                  <a:pt x="848" y="685"/>
                </a:lnTo>
                <a:lnTo>
                  <a:pt x="834" y="691"/>
                </a:lnTo>
                <a:lnTo>
                  <a:pt x="821" y="697"/>
                </a:lnTo>
                <a:lnTo>
                  <a:pt x="810" y="701"/>
                </a:lnTo>
                <a:lnTo>
                  <a:pt x="790" y="706"/>
                </a:lnTo>
                <a:lnTo>
                  <a:pt x="776" y="707"/>
                </a:lnTo>
                <a:lnTo>
                  <a:pt x="766" y="707"/>
                </a:lnTo>
                <a:lnTo>
                  <a:pt x="764" y="707"/>
                </a:lnTo>
                <a:lnTo>
                  <a:pt x="764" y="707"/>
                </a:lnTo>
                <a:lnTo>
                  <a:pt x="749" y="706"/>
                </a:lnTo>
                <a:lnTo>
                  <a:pt x="734" y="703"/>
                </a:lnTo>
                <a:lnTo>
                  <a:pt x="719" y="700"/>
                </a:lnTo>
                <a:lnTo>
                  <a:pt x="705" y="694"/>
                </a:lnTo>
                <a:lnTo>
                  <a:pt x="691" y="688"/>
                </a:lnTo>
                <a:lnTo>
                  <a:pt x="678" y="681"/>
                </a:lnTo>
                <a:lnTo>
                  <a:pt x="652" y="665"/>
                </a:lnTo>
                <a:lnTo>
                  <a:pt x="631" y="650"/>
                </a:lnTo>
                <a:lnTo>
                  <a:pt x="614" y="636"/>
                </a:lnTo>
                <a:lnTo>
                  <a:pt x="600" y="623"/>
                </a:lnTo>
                <a:lnTo>
                  <a:pt x="111" y="249"/>
                </a:lnTo>
                <a:lnTo>
                  <a:pt x="1" y="274"/>
                </a:lnTo>
                <a:lnTo>
                  <a:pt x="1" y="385"/>
                </a:lnTo>
                <a:lnTo>
                  <a:pt x="111" y="328"/>
                </a:lnTo>
                <a:lnTo>
                  <a:pt x="111" y="385"/>
                </a:lnTo>
                <a:lnTo>
                  <a:pt x="1" y="439"/>
                </a:lnTo>
                <a:lnTo>
                  <a:pt x="1" y="550"/>
                </a:lnTo>
                <a:lnTo>
                  <a:pt x="111" y="492"/>
                </a:lnTo>
                <a:lnTo>
                  <a:pt x="111" y="550"/>
                </a:lnTo>
                <a:lnTo>
                  <a:pt x="1" y="603"/>
                </a:lnTo>
                <a:lnTo>
                  <a:pt x="1" y="714"/>
                </a:lnTo>
                <a:lnTo>
                  <a:pt x="111" y="656"/>
                </a:lnTo>
                <a:lnTo>
                  <a:pt x="111" y="714"/>
                </a:lnTo>
                <a:lnTo>
                  <a:pt x="1" y="767"/>
                </a:lnTo>
                <a:lnTo>
                  <a:pt x="1" y="869"/>
                </a:lnTo>
                <a:lnTo>
                  <a:pt x="111" y="811"/>
                </a:lnTo>
                <a:lnTo>
                  <a:pt x="111" y="869"/>
                </a:lnTo>
                <a:lnTo>
                  <a:pt x="1" y="922"/>
                </a:lnTo>
                <a:lnTo>
                  <a:pt x="1" y="924"/>
                </a:lnTo>
                <a:lnTo>
                  <a:pt x="1" y="924"/>
                </a:lnTo>
                <a:lnTo>
                  <a:pt x="2" y="934"/>
                </a:lnTo>
                <a:lnTo>
                  <a:pt x="4" y="945"/>
                </a:lnTo>
                <a:lnTo>
                  <a:pt x="5" y="953"/>
                </a:lnTo>
                <a:lnTo>
                  <a:pt x="7" y="961"/>
                </a:lnTo>
                <a:lnTo>
                  <a:pt x="13" y="977"/>
                </a:lnTo>
                <a:lnTo>
                  <a:pt x="20" y="989"/>
                </a:lnTo>
                <a:lnTo>
                  <a:pt x="57" y="923"/>
                </a:lnTo>
                <a:lnTo>
                  <a:pt x="110" y="923"/>
                </a:lnTo>
                <a:lnTo>
                  <a:pt x="67" y="1024"/>
                </a:lnTo>
                <a:lnTo>
                  <a:pt x="67" y="1024"/>
                </a:lnTo>
                <a:lnTo>
                  <a:pt x="82" y="1028"/>
                </a:lnTo>
                <a:lnTo>
                  <a:pt x="96" y="1031"/>
                </a:lnTo>
                <a:lnTo>
                  <a:pt x="107" y="1032"/>
                </a:lnTo>
                <a:lnTo>
                  <a:pt x="164" y="1032"/>
                </a:lnTo>
                <a:lnTo>
                  <a:pt x="221" y="923"/>
                </a:lnTo>
                <a:lnTo>
                  <a:pt x="274" y="923"/>
                </a:lnTo>
                <a:lnTo>
                  <a:pt x="221" y="1032"/>
                </a:lnTo>
                <a:lnTo>
                  <a:pt x="329" y="1032"/>
                </a:lnTo>
                <a:lnTo>
                  <a:pt x="387" y="923"/>
                </a:lnTo>
                <a:lnTo>
                  <a:pt x="440" y="923"/>
                </a:lnTo>
                <a:lnTo>
                  <a:pt x="387" y="1032"/>
                </a:lnTo>
                <a:lnTo>
                  <a:pt x="491" y="1032"/>
                </a:lnTo>
                <a:lnTo>
                  <a:pt x="548" y="923"/>
                </a:lnTo>
                <a:lnTo>
                  <a:pt x="602" y="923"/>
                </a:lnTo>
                <a:lnTo>
                  <a:pt x="550" y="1032"/>
                </a:lnTo>
                <a:lnTo>
                  <a:pt x="657" y="1032"/>
                </a:lnTo>
                <a:lnTo>
                  <a:pt x="715" y="923"/>
                </a:lnTo>
                <a:lnTo>
                  <a:pt x="767" y="923"/>
                </a:lnTo>
                <a:lnTo>
                  <a:pt x="715" y="1032"/>
                </a:lnTo>
                <a:lnTo>
                  <a:pt x="820" y="1032"/>
                </a:lnTo>
                <a:lnTo>
                  <a:pt x="877" y="923"/>
                </a:lnTo>
                <a:lnTo>
                  <a:pt x="930" y="923"/>
                </a:lnTo>
                <a:lnTo>
                  <a:pt x="877" y="1032"/>
                </a:lnTo>
                <a:lnTo>
                  <a:pt x="985" y="1032"/>
                </a:lnTo>
                <a:lnTo>
                  <a:pt x="1042" y="923"/>
                </a:lnTo>
                <a:lnTo>
                  <a:pt x="1096" y="923"/>
                </a:lnTo>
                <a:lnTo>
                  <a:pt x="1043" y="1032"/>
                </a:lnTo>
                <a:lnTo>
                  <a:pt x="1147" y="1032"/>
                </a:lnTo>
                <a:lnTo>
                  <a:pt x="1205" y="923"/>
                </a:lnTo>
                <a:lnTo>
                  <a:pt x="1258" y="923"/>
                </a:lnTo>
                <a:lnTo>
                  <a:pt x="1206" y="1032"/>
                </a:lnTo>
                <a:lnTo>
                  <a:pt x="1313" y="1032"/>
                </a:lnTo>
                <a:lnTo>
                  <a:pt x="1371" y="923"/>
                </a:lnTo>
                <a:lnTo>
                  <a:pt x="1423" y="923"/>
                </a:lnTo>
                <a:lnTo>
                  <a:pt x="1371" y="1032"/>
                </a:lnTo>
                <a:lnTo>
                  <a:pt x="1426" y="1032"/>
                </a:lnTo>
                <a:lnTo>
                  <a:pt x="1426" y="1032"/>
                </a:lnTo>
                <a:lnTo>
                  <a:pt x="1444" y="1031"/>
                </a:lnTo>
                <a:lnTo>
                  <a:pt x="1460" y="1027"/>
                </a:lnTo>
                <a:lnTo>
                  <a:pt x="1473" y="1022"/>
                </a:lnTo>
                <a:lnTo>
                  <a:pt x="1485" y="1015"/>
                </a:lnTo>
                <a:lnTo>
                  <a:pt x="1496" y="1008"/>
                </a:lnTo>
                <a:lnTo>
                  <a:pt x="1505" y="1000"/>
                </a:lnTo>
                <a:lnTo>
                  <a:pt x="1511" y="990"/>
                </a:lnTo>
                <a:lnTo>
                  <a:pt x="1517" y="981"/>
                </a:lnTo>
                <a:lnTo>
                  <a:pt x="1521" y="972"/>
                </a:lnTo>
                <a:lnTo>
                  <a:pt x="1525" y="963"/>
                </a:lnTo>
                <a:lnTo>
                  <a:pt x="1528" y="946"/>
                </a:lnTo>
                <a:lnTo>
                  <a:pt x="1530" y="935"/>
                </a:lnTo>
                <a:lnTo>
                  <a:pt x="1530" y="930"/>
                </a:lnTo>
                <a:lnTo>
                  <a:pt x="1421" y="878"/>
                </a:lnTo>
                <a:lnTo>
                  <a:pt x="1421" y="819"/>
                </a:lnTo>
                <a:lnTo>
                  <a:pt x="1530" y="878"/>
                </a:lnTo>
                <a:lnTo>
                  <a:pt x="1530" y="767"/>
                </a:lnTo>
                <a:lnTo>
                  <a:pt x="1421" y="714"/>
                </a:lnTo>
                <a:lnTo>
                  <a:pt x="1421" y="656"/>
                </a:lnTo>
                <a:lnTo>
                  <a:pt x="1530" y="714"/>
                </a:lnTo>
                <a:lnTo>
                  <a:pt x="1530" y="603"/>
                </a:lnTo>
                <a:lnTo>
                  <a:pt x="1421" y="550"/>
                </a:lnTo>
                <a:lnTo>
                  <a:pt x="1421" y="492"/>
                </a:lnTo>
                <a:lnTo>
                  <a:pt x="1530" y="550"/>
                </a:lnTo>
                <a:lnTo>
                  <a:pt x="1530" y="439"/>
                </a:lnTo>
                <a:lnTo>
                  <a:pt x="1421" y="385"/>
                </a:lnTo>
                <a:lnTo>
                  <a:pt x="1421" y="328"/>
                </a:lnTo>
                <a:lnTo>
                  <a:pt x="1530" y="385"/>
                </a:lnTo>
                <a:lnTo>
                  <a:pt x="1530" y="274"/>
                </a:lnTo>
                <a:lnTo>
                  <a:pt x="1448" y="238"/>
                </a:lnTo>
                <a:lnTo>
                  <a:pt x="1481" y="212"/>
                </a:lnTo>
                <a:lnTo>
                  <a:pt x="1530" y="222"/>
                </a:lnTo>
                <a:close/>
                <a:moveTo>
                  <a:pt x="43" y="1010"/>
                </a:moveTo>
                <a:lnTo>
                  <a:pt x="29" y="998"/>
                </a:lnTo>
                <a:lnTo>
                  <a:pt x="29" y="998"/>
                </a:lnTo>
                <a:lnTo>
                  <a:pt x="36" y="1006"/>
                </a:lnTo>
                <a:lnTo>
                  <a:pt x="43" y="1010"/>
                </a:lnTo>
                <a:lnTo>
                  <a:pt x="43" y="1010"/>
                </a:lnTo>
                <a:close/>
                <a:moveTo>
                  <a:pt x="61" y="210"/>
                </a:moveTo>
                <a:lnTo>
                  <a:pt x="60" y="210"/>
                </a:lnTo>
                <a:lnTo>
                  <a:pt x="111" y="249"/>
                </a:lnTo>
                <a:lnTo>
                  <a:pt x="111" y="249"/>
                </a:lnTo>
                <a:lnTo>
                  <a:pt x="61" y="210"/>
                </a:lnTo>
                <a:close/>
                <a:moveTo>
                  <a:pt x="162" y="1032"/>
                </a:moveTo>
                <a:lnTo>
                  <a:pt x="221" y="1032"/>
                </a:lnTo>
                <a:lnTo>
                  <a:pt x="221" y="1032"/>
                </a:lnTo>
                <a:lnTo>
                  <a:pt x="164" y="1032"/>
                </a:lnTo>
                <a:lnTo>
                  <a:pt x="162" y="1032"/>
                </a:lnTo>
                <a:close/>
                <a:moveTo>
                  <a:pt x="19" y="991"/>
                </a:moveTo>
                <a:lnTo>
                  <a:pt x="29" y="998"/>
                </a:lnTo>
                <a:lnTo>
                  <a:pt x="29" y="998"/>
                </a:lnTo>
                <a:lnTo>
                  <a:pt x="20" y="989"/>
                </a:lnTo>
                <a:lnTo>
                  <a:pt x="19" y="991"/>
                </a:lnTo>
                <a:close/>
                <a:moveTo>
                  <a:pt x="64" y="1028"/>
                </a:moveTo>
                <a:lnTo>
                  <a:pt x="67" y="1024"/>
                </a:lnTo>
                <a:lnTo>
                  <a:pt x="67" y="1024"/>
                </a:lnTo>
                <a:lnTo>
                  <a:pt x="55" y="1018"/>
                </a:lnTo>
                <a:lnTo>
                  <a:pt x="43" y="1010"/>
                </a:lnTo>
                <a:lnTo>
                  <a:pt x="64" y="102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6069124" y="4545124"/>
            <a:ext cx="1080000" cy="1080000"/>
          </a:xfrm>
          <a:custGeom>
            <a:avLst/>
            <a:gdLst>
              <a:gd name="T0" fmla="*/ 610 w 1529"/>
              <a:gd name="T1" fmla="*/ 15 h 1529"/>
              <a:gd name="T2" fmla="*/ 400 w 1529"/>
              <a:gd name="T3" fmla="*/ 92 h 1529"/>
              <a:gd name="T4" fmla="*/ 224 w 1529"/>
              <a:gd name="T5" fmla="*/ 223 h 1529"/>
              <a:gd name="T6" fmla="*/ 93 w 1529"/>
              <a:gd name="T7" fmla="*/ 400 h 1529"/>
              <a:gd name="T8" fmla="*/ 15 w 1529"/>
              <a:gd name="T9" fmla="*/ 610 h 1529"/>
              <a:gd name="T10" fmla="*/ 1 w 1529"/>
              <a:gd name="T11" fmla="*/ 804 h 1529"/>
              <a:gd name="T12" fmla="*/ 46 w 1529"/>
              <a:gd name="T13" fmla="*/ 1027 h 1529"/>
              <a:gd name="T14" fmla="*/ 153 w 1529"/>
              <a:gd name="T15" fmla="*/ 1222 h 1529"/>
              <a:gd name="T16" fmla="*/ 308 w 1529"/>
              <a:gd name="T17" fmla="*/ 1377 h 1529"/>
              <a:gd name="T18" fmla="*/ 502 w 1529"/>
              <a:gd name="T19" fmla="*/ 1482 h 1529"/>
              <a:gd name="T20" fmla="*/ 726 w 1529"/>
              <a:gd name="T21" fmla="*/ 1528 h 1529"/>
              <a:gd name="T22" fmla="*/ 919 w 1529"/>
              <a:gd name="T23" fmla="*/ 1513 h 1529"/>
              <a:gd name="T24" fmla="*/ 1130 w 1529"/>
              <a:gd name="T25" fmla="*/ 1437 h 1529"/>
              <a:gd name="T26" fmla="*/ 1306 w 1529"/>
              <a:gd name="T27" fmla="*/ 1306 h 1529"/>
              <a:gd name="T28" fmla="*/ 1437 w 1529"/>
              <a:gd name="T29" fmla="*/ 1129 h 1529"/>
              <a:gd name="T30" fmla="*/ 1514 w 1529"/>
              <a:gd name="T31" fmla="*/ 918 h 1529"/>
              <a:gd name="T32" fmla="*/ 1529 w 1529"/>
              <a:gd name="T33" fmla="*/ 725 h 1529"/>
              <a:gd name="T34" fmla="*/ 1484 w 1529"/>
              <a:gd name="T35" fmla="*/ 501 h 1529"/>
              <a:gd name="T36" fmla="*/ 1378 w 1529"/>
              <a:gd name="T37" fmla="*/ 307 h 1529"/>
              <a:gd name="T38" fmla="*/ 1222 w 1529"/>
              <a:gd name="T39" fmla="*/ 151 h 1529"/>
              <a:gd name="T40" fmla="*/ 1029 w 1529"/>
              <a:gd name="T41" fmla="*/ 46 h 1529"/>
              <a:gd name="T42" fmla="*/ 804 w 1529"/>
              <a:gd name="T43" fmla="*/ 1 h 1529"/>
              <a:gd name="T44" fmla="*/ 1090 w 1529"/>
              <a:gd name="T45" fmla="*/ 200 h 1529"/>
              <a:gd name="T46" fmla="*/ 1219 w 1529"/>
              <a:gd name="T47" fmla="*/ 298 h 1529"/>
              <a:gd name="T48" fmla="*/ 1319 w 1529"/>
              <a:gd name="T49" fmla="*/ 424 h 1529"/>
              <a:gd name="T50" fmla="*/ 1127 w 1529"/>
              <a:gd name="T51" fmla="*/ 592 h 1529"/>
              <a:gd name="T52" fmla="*/ 1060 w 1529"/>
              <a:gd name="T53" fmla="*/ 493 h 1529"/>
              <a:gd name="T54" fmla="*/ 966 w 1529"/>
              <a:gd name="T55" fmla="*/ 418 h 1529"/>
              <a:gd name="T56" fmla="*/ 597 w 1529"/>
              <a:gd name="T57" fmla="*/ 401 h 1529"/>
              <a:gd name="T58" fmla="*/ 498 w 1529"/>
              <a:gd name="T59" fmla="*/ 466 h 1529"/>
              <a:gd name="T60" fmla="*/ 423 w 1529"/>
              <a:gd name="T61" fmla="*/ 556 h 1529"/>
              <a:gd name="T62" fmla="*/ 167 w 1529"/>
              <a:gd name="T63" fmla="*/ 475 h 1529"/>
              <a:gd name="T64" fmla="*/ 259 w 1529"/>
              <a:gd name="T65" fmla="*/ 338 h 1529"/>
              <a:gd name="T66" fmla="*/ 382 w 1529"/>
              <a:gd name="T67" fmla="*/ 228 h 1529"/>
              <a:gd name="T68" fmla="*/ 464 w 1529"/>
              <a:gd name="T69" fmla="*/ 1363 h 1529"/>
              <a:gd name="T70" fmla="*/ 359 w 1529"/>
              <a:gd name="T71" fmla="*/ 1297 h 1529"/>
              <a:gd name="T72" fmla="*/ 252 w 1529"/>
              <a:gd name="T73" fmla="*/ 1196 h 1529"/>
              <a:gd name="T74" fmla="*/ 402 w 1529"/>
              <a:gd name="T75" fmla="*/ 933 h 1529"/>
              <a:gd name="T76" fmla="*/ 449 w 1529"/>
              <a:gd name="T77" fmla="*/ 1010 h 1529"/>
              <a:gd name="T78" fmla="*/ 525 w 1529"/>
              <a:gd name="T79" fmla="*/ 1086 h 1529"/>
              <a:gd name="T80" fmla="*/ 464 w 1529"/>
              <a:gd name="T81" fmla="*/ 1363 h 1529"/>
              <a:gd name="T82" fmla="*/ 478 w 1529"/>
              <a:gd name="T83" fmla="*/ 706 h 1529"/>
              <a:gd name="T84" fmla="*/ 539 w 1529"/>
              <a:gd name="T85" fmla="*/ 578 h 1529"/>
              <a:gd name="T86" fmla="*/ 678 w 1529"/>
              <a:gd name="T87" fmla="*/ 485 h 1529"/>
              <a:gd name="T88" fmla="*/ 764 w 1529"/>
              <a:gd name="T89" fmla="*/ 472 h 1529"/>
              <a:gd name="T90" fmla="*/ 839 w 1529"/>
              <a:gd name="T91" fmla="*/ 481 h 1529"/>
              <a:gd name="T92" fmla="*/ 972 w 1529"/>
              <a:gd name="T93" fmla="*/ 558 h 1529"/>
              <a:gd name="T94" fmla="*/ 1049 w 1529"/>
              <a:gd name="T95" fmla="*/ 691 h 1529"/>
              <a:gd name="T96" fmla="*/ 1057 w 1529"/>
              <a:gd name="T97" fmla="*/ 764 h 1529"/>
              <a:gd name="T98" fmla="*/ 1044 w 1529"/>
              <a:gd name="T99" fmla="*/ 851 h 1529"/>
              <a:gd name="T100" fmla="*/ 951 w 1529"/>
              <a:gd name="T101" fmla="*/ 990 h 1529"/>
              <a:gd name="T102" fmla="*/ 824 w 1529"/>
              <a:gd name="T103" fmla="*/ 1051 h 1529"/>
              <a:gd name="T104" fmla="*/ 750 w 1529"/>
              <a:gd name="T105" fmla="*/ 1057 h 1529"/>
              <a:gd name="T106" fmla="*/ 651 w 1529"/>
              <a:gd name="T107" fmla="*/ 1034 h 1529"/>
              <a:gd name="T108" fmla="*/ 522 w 1529"/>
              <a:gd name="T109" fmla="*/ 928 h 1529"/>
              <a:gd name="T110" fmla="*/ 475 w 1529"/>
              <a:gd name="T111" fmla="*/ 808 h 1529"/>
              <a:gd name="T112" fmla="*/ 941 w 1529"/>
              <a:gd name="T113" fmla="*/ 1124 h 1529"/>
              <a:gd name="T114" fmla="*/ 1072 w 1529"/>
              <a:gd name="T115" fmla="*/ 1021 h 1529"/>
              <a:gd name="T116" fmla="*/ 1319 w 1529"/>
              <a:gd name="T117" fmla="*/ 1119 h 1529"/>
              <a:gd name="T118" fmla="*/ 1231 w 1529"/>
              <a:gd name="T119" fmla="*/ 1233 h 1529"/>
              <a:gd name="T120" fmla="*/ 1119 w 1529"/>
              <a:gd name="T121" fmla="*/ 1323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29" h="1529">
                <a:moveTo>
                  <a:pt x="764" y="0"/>
                </a:moveTo>
                <a:lnTo>
                  <a:pt x="764" y="0"/>
                </a:lnTo>
                <a:lnTo>
                  <a:pt x="726" y="1"/>
                </a:lnTo>
                <a:lnTo>
                  <a:pt x="687" y="3"/>
                </a:lnTo>
                <a:lnTo>
                  <a:pt x="649" y="8"/>
                </a:lnTo>
                <a:lnTo>
                  <a:pt x="610" y="15"/>
                </a:lnTo>
                <a:lnTo>
                  <a:pt x="574" y="23"/>
                </a:lnTo>
                <a:lnTo>
                  <a:pt x="537" y="34"/>
                </a:lnTo>
                <a:lnTo>
                  <a:pt x="502" y="46"/>
                </a:lnTo>
                <a:lnTo>
                  <a:pt x="467" y="59"/>
                </a:lnTo>
                <a:lnTo>
                  <a:pt x="433" y="75"/>
                </a:lnTo>
                <a:lnTo>
                  <a:pt x="400" y="92"/>
                </a:lnTo>
                <a:lnTo>
                  <a:pt x="369" y="111"/>
                </a:lnTo>
                <a:lnTo>
                  <a:pt x="338" y="130"/>
                </a:lnTo>
                <a:lnTo>
                  <a:pt x="308" y="151"/>
                </a:lnTo>
                <a:lnTo>
                  <a:pt x="278" y="174"/>
                </a:lnTo>
                <a:lnTo>
                  <a:pt x="251" y="198"/>
                </a:lnTo>
                <a:lnTo>
                  <a:pt x="224" y="223"/>
                </a:lnTo>
                <a:lnTo>
                  <a:pt x="199" y="250"/>
                </a:lnTo>
                <a:lnTo>
                  <a:pt x="175" y="278"/>
                </a:lnTo>
                <a:lnTo>
                  <a:pt x="153" y="307"/>
                </a:lnTo>
                <a:lnTo>
                  <a:pt x="131" y="336"/>
                </a:lnTo>
                <a:lnTo>
                  <a:pt x="111" y="368"/>
                </a:lnTo>
                <a:lnTo>
                  <a:pt x="93" y="400"/>
                </a:lnTo>
                <a:lnTo>
                  <a:pt x="76" y="433"/>
                </a:lnTo>
                <a:lnTo>
                  <a:pt x="61" y="467"/>
                </a:lnTo>
                <a:lnTo>
                  <a:pt x="46" y="501"/>
                </a:lnTo>
                <a:lnTo>
                  <a:pt x="34" y="537"/>
                </a:lnTo>
                <a:lnTo>
                  <a:pt x="25" y="573"/>
                </a:lnTo>
                <a:lnTo>
                  <a:pt x="15" y="610"/>
                </a:lnTo>
                <a:lnTo>
                  <a:pt x="9" y="648"/>
                </a:lnTo>
                <a:lnTo>
                  <a:pt x="4" y="687"/>
                </a:lnTo>
                <a:lnTo>
                  <a:pt x="1" y="725"/>
                </a:lnTo>
                <a:lnTo>
                  <a:pt x="0" y="764"/>
                </a:lnTo>
                <a:lnTo>
                  <a:pt x="0" y="764"/>
                </a:lnTo>
                <a:lnTo>
                  <a:pt x="1" y="804"/>
                </a:lnTo>
                <a:lnTo>
                  <a:pt x="4" y="842"/>
                </a:lnTo>
                <a:lnTo>
                  <a:pt x="9" y="880"/>
                </a:lnTo>
                <a:lnTo>
                  <a:pt x="15" y="918"/>
                </a:lnTo>
                <a:lnTo>
                  <a:pt x="25" y="955"/>
                </a:lnTo>
                <a:lnTo>
                  <a:pt x="34" y="991"/>
                </a:lnTo>
                <a:lnTo>
                  <a:pt x="46" y="1027"/>
                </a:lnTo>
                <a:lnTo>
                  <a:pt x="61" y="1062"/>
                </a:lnTo>
                <a:lnTo>
                  <a:pt x="76" y="1095"/>
                </a:lnTo>
                <a:lnTo>
                  <a:pt x="93" y="1129"/>
                </a:lnTo>
                <a:lnTo>
                  <a:pt x="111" y="1161"/>
                </a:lnTo>
                <a:lnTo>
                  <a:pt x="131" y="1192"/>
                </a:lnTo>
                <a:lnTo>
                  <a:pt x="153" y="1222"/>
                </a:lnTo>
                <a:lnTo>
                  <a:pt x="175" y="1251"/>
                </a:lnTo>
                <a:lnTo>
                  <a:pt x="199" y="1278"/>
                </a:lnTo>
                <a:lnTo>
                  <a:pt x="224" y="1306"/>
                </a:lnTo>
                <a:lnTo>
                  <a:pt x="251" y="1331"/>
                </a:lnTo>
                <a:lnTo>
                  <a:pt x="278" y="1355"/>
                </a:lnTo>
                <a:lnTo>
                  <a:pt x="308" y="1377"/>
                </a:lnTo>
                <a:lnTo>
                  <a:pt x="338" y="1399"/>
                </a:lnTo>
                <a:lnTo>
                  <a:pt x="369" y="1418"/>
                </a:lnTo>
                <a:lnTo>
                  <a:pt x="400" y="1437"/>
                </a:lnTo>
                <a:lnTo>
                  <a:pt x="433" y="1454"/>
                </a:lnTo>
                <a:lnTo>
                  <a:pt x="467" y="1469"/>
                </a:lnTo>
                <a:lnTo>
                  <a:pt x="502" y="1482"/>
                </a:lnTo>
                <a:lnTo>
                  <a:pt x="537" y="1494"/>
                </a:lnTo>
                <a:lnTo>
                  <a:pt x="574" y="1505"/>
                </a:lnTo>
                <a:lnTo>
                  <a:pt x="610" y="1513"/>
                </a:lnTo>
                <a:lnTo>
                  <a:pt x="649" y="1521"/>
                </a:lnTo>
                <a:lnTo>
                  <a:pt x="687" y="1525"/>
                </a:lnTo>
                <a:lnTo>
                  <a:pt x="726" y="1528"/>
                </a:lnTo>
                <a:lnTo>
                  <a:pt x="764" y="1529"/>
                </a:lnTo>
                <a:lnTo>
                  <a:pt x="764" y="1529"/>
                </a:lnTo>
                <a:lnTo>
                  <a:pt x="804" y="1528"/>
                </a:lnTo>
                <a:lnTo>
                  <a:pt x="843" y="1525"/>
                </a:lnTo>
                <a:lnTo>
                  <a:pt x="882" y="1521"/>
                </a:lnTo>
                <a:lnTo>
                  <a:pt x="919" y="1513"/>
                </a:lnTo>
                <a:lnTo>
                  <a:pt x="956" y="1505"/>
                </a:lnTo>
                <a:lnTo>
                  <a:pt x="993" y="1494"/>
                </a:lnTo>
                <a:lnTo>
                  <a:pt x="1029" y="1482"/>
                </a:lnTo>
                <a:lnTo>
                  <a:pt x="1063" y="1469"/>
                </a:lnTo>
                <a:lnTo>
                  <a:pt x="1097" y="1454"/>
                </a:lnTo>
                <a:lnTo>
                  <a:pt x="1130" y="1437"/>
                </a:lnTo>
                <a:lnTo>
                  <a:pt x="1161" y="1418"/>
                </a:lnTo>
                <a:lnTo>
                  <a:pt x="1192" y="1399"/>
                </a:lnTo>
                <a:lnTo>
                  <a:pt x="1222" y="1377"/>
                </a:lnTo>
                <a:lnTo>
                  <a:pt x="1252" y="1355"/>
                </a:lnTo>
                <a:lnTo>
                  <a:pt x="1280" y="1331"/>
                </a:lnTo>
                <a:lnTo>
                  <a:pt x="1306" y="1306"/>
                </a:lnTo>
                <a:lnTo>
                  <a:pt x="1331" y="1278"/>
                </a:lnTo>
                <a:lnTo>
                  <a:pt x="1355" y="1251"/>
                </a:lnTo>
                <a:lnTo>
                  <a:pt x="1378" y="1222"/>
                </a:lnTo>
                <a:lnTo>
                  <a:pt x="1399" y="1192"/>
                </a:lnTo>
                <a:lnTo>
                  <a:pt x="1419" y="1161"/>
                </a:lnTo>
                <a:lnTo>
                  <a:pt x="1437" y="1129"/>
                </a:lnTo>
                <a:lnTo>
                  <a:pt x="1454" y="1095"/>
                </a:lnTo>
                <a:lnTo>
                  <a:pt x="1470" y="1062"/>
                </a:lnTo>
                <a:lnTo>
                  <a:pt x="1484" y="1027"/>
                </a:lnTo>
                <a:lnTo>
                  <a:pt x="1496" y="991"/>
                </a:lnTo>
                <a:lnTo>
                  <a:pt x="1505" y="955"/>
                </a:lnTo>
                <a:lnTo>
                  <a:pt x="1514" y="918"/>
                </a:lnTo>
                <a:lnTo>
                  <a:pt x="1521" y="880"/>
                </a:lnTo>
                <a:lnTo>
                  <a:pt x="1526" y="842"/>
                </a:lnTo>
                <a:lnTo>
                  <a:pt x="1529" y="804"/>
                </a:lnTo>
                <a:lnTo>
                  <a:pt x="1529" y="764"/>
                </a:lnTo>
                <a:lnTo>
                  <a:pt x="1529" y="764"/>
                </a:lnTo>
                <a:lnTo>
                  <a:pt x="1529" y="725"/>
                </a:lnTo>
                <a:lnTo>
                  <a:pt x="1526" y="687"/>
                </a:lnTo>
                <a:lnTo>
                  <a:pt x="1521" y="648"/>
                </a:lnTo>
                <a:lnTo>
                  <a:pt x="1514" y="610"/>
                </a:lnTo>
                <a:lnTo>
                  <a:pt x="1505" y="573"/>
                </a:lnTo>
                <a:lnTo>
                  <a:pt x="1496" y="537"/>
                </a:lnTo>
                <a:lnTo>
                  <a:pt x="1484" y="501"/>
                </a:lnTo>
                <a:lnTo>
                  <a:pt x="1470" y="467"/>
                </a:lnTo>
                <a:lnTo>
                  <a:pt x="1454" y="433"/>
                </a:lnTo>
                <a:lnTo>
                  <a:pt x="1437" y="400"/>
                </a:lnTo>
                <a:lnTo>
                  <a:pt x="1419" y="368"/>
                </a:lnTo>
                <a:lnTo>
                  <a:pt x="1399" y="336"/>
                </a:lnTo>
                <a:lnTo>
                  <a:pt x="1378" y="307"/>
                </a:lnTo>
                <a:lnTo>
                  <a:pt x="1355" y="278"/>
                </a:lnTo>
                <a:lnTo>
                  <a:pt x="1331" y="250"/>
                </a:lnTo>
                <a:lnTo>
                  <a:pt x="1306" y="223"/>
                </a:lnTo>
                <a:lnTo>
                  <a:pt x="1280" y="198"/>
                </a:lnTo>
                <a:lnTo>
                  <a:pt x="1252" y="174"/>
                </a:lnTo>
                <a:lnTo>
                  <a:pt x="1222" y="151"/>
                </a:lnTo>
                <a:lnTo>
                  <a:pt x="1192" y="130"/>
                </a:lnTo>
                <a:lnTo>
                  <a:pt x="1161" y="111"/>
                </a:lnTo>
                <a:lnTo>
                  <a:pt x="1130" y="92"/>
                </a:lnTo>
                <a:lnTo>
                  <a:pt x="1097" y="75"/>
                </a:lnTo>
                <a:lnTo>
                  <a:pt x="1063" y="59"/>
                </a:lnTo>
                <a:lnTo>
                  <a:pt x="1029" y="46"/>
                </a:lnTo>
                <a:lnTo>
                  <a:pt x="993" y="34"/>
                </a:lnTo>
                <a:lnTo>
                  <a:pt x="956" y="23"/>
                </a:lnTo>
                <a:lnTo>
                  <a:pt x="919" y="15"/>
                </a:lnTo>
                <a:lnTo>
                  <a:pt x="882" y="8"/>
                </a:lnTo>
                <a:lnTo>
                  <a:pt x="843" y="3"/>
                </a:lnTo>
                <a:lnTo>
                  <a:pt x="804" y="1"/>
                </a:lnTo>
                <a:lnTo>
                  <a:pt x="764" y="0"/>
                </a:lnTo>
                <a:lnTo>
                  <a:pt x="764" y="0"/>
                </a:lnTo>
                <a:close/>
                <a:moveTo>
                  <a:pt x="1042" y="175"/>
                </a:moveTo>
                <a:lnTo>
                  <a:pt x="1042" y="175"/>
                </a:lnTo>
                <a:lnTo>
                  <a:pt x="1067" y="187"/>
                </a:lnTo>
                <a:lnTo>
                  <a:pt x="1090" y="200"/>
                </a:lnTo>
                <a:lnTo>
                  <a:pt x="1113" y="215"/>
                </a:lnTo>
                <a:lnTo>
                  <a:pt x="1135" y="230"/>
                </a:lnTo>
                <a:lnTo>
                  <a:pt x="1158" y="246"/>
                </a:lnTo>
                <a:lnTo>
                  <a:pt x="1178" y="262"/>
                </a:lnTo>
                <a:lnTo>
                  <a:pt x="1198" y="280"/>
                </a:lnTo>
                <a:lnTo>
                  <a:pt x="1219" y="298"/>
                </a:lnTo>
                <a:lnTo>
                  <a:pt x="1238" y="317"/>
                </a:lnTo>
                <a:lnTo>
                  <a:pt x="1256" y="338"/>
                </a:lnTo>
                <a:lnTo>
                  <a:pt x="1272" y="358"/>
                </a:lnTo>
                <a:lnTo>
                  <a:pt x="1289" y="379"/>
                </a:lnTo>
                <a:lnTo>
                  <a:pt x="1305" y="401"/>
                </a:lnTo>
                <a:lnTo>
                  <a:pt x="1319" y="424"/>
                </a:lnTo>
                <a:lnTo>
                  <a:pt x="1333" y="448"/>
                </a:lnTo>
                <a:lnTo>
                  <a:pt x="1346" y="472"/>
                </a:lnTo>
                <a:lnTo>
                  <a:pt x="1142" y="629"/>
                </a:lnTo>
                <a:lnTo>
                  <a:pt x="1142" y="629"/>
                </a:lnTo>
                <a:lnTo>
                  <a:pt x="1135" y="610"/>
                </a:lnTo>
                <a:lnTo>
                  <a:pt x="1127" y="592"/>
                </a:lnTo>
                <a:lnTo>
                  <a:pt x="1117" y="574"/>
                </a:lnTo>
                <a:lnTo>
                  <a:pt x="1107" y="556"/>
                </a:lnTo>
                <a:lnTo>
                  <a:pt x="1097" y="540"/>
                </a:lnTo>
                <a:lnTo>
                  <a:pt x="1085" y="523"/>
                </a:lnTo>
                <a:lnTo>
                  <a:pt x="1073" y="507"/>
                </a:lnTo>
                <a:lnTo>
                  <a:pt x="1060" y="493"/>
                </a:lnTo>
                <a:lnTo>
                  <a:pt x="1045" y="479"/>
                </a:lnTo>
                <a:lnTo>
                  <a:pt x="1031" y="464"/>
                </a:lnTo>
                <a:lnTo>
                  <a:pt x="1015" y="452"/>
                </a:lnTo>
                <a:lnTo>
                  <a:pt x="1000" y="439"/>
                </a:lnTo>
                <a:lnTo>
                  <a:pt x="983" y="428"/>
                </a:lnTo>
                <a:lnTo>
                  <a:pt x="966" y="418"/>
                </a:lnTo>
                <a:lnTo>
                  <a:pt x="949" y="408"/>
                </a:lnTo>
                <a:lnTo>
                  <a:pt x="931" y="400"/>
                </a:lnTo>
                <a:lnTo>
                  <a:pt x="1042" y="175"/>
                </a:lnTo>
                <a:close/>
                <a:moveTo>
                  <a:pt x="478" y="173"/>
                </a:moveTo>
                <a:lnTo>
                  <a:pt x="597" y="401"/>
                </a:lnTo>
                <a:lnTo>
                  <a:pt x="597" y="401"/>
                </a:lnTo>
                <a:lnTo>
                  <a:pt x="579" y="409"/>
                </a:lnTo>
                <a:lnTo>
                  <a:pt x="562" y="419"/>
                </a:lnTo>
                <a:lnTo>
                  <a:pt x="546" y="430"/>
                </a:lnTo>
                <a:lnTo>
                  <a:pt x="529" y="440"/>
                </a:lnTo>
                <a:lnTo>
                  <a:pt x="513" y="452"/>
                </a:lnTo>
                <a:lnTo>
                  <a:pt x="498" y="466"/>
                </a:lnTo>
                <a:lnTo>
                  <a:pt x="484" y="479"/>
                </a:lnTo>
                <a:lnTo>
                  <a:pt x="470" y="493"/>
                </a:lnTo>
                <a:lnTo>
                  <a:pt x="457" y="509"/>
                </a:lnTo>
                <a:lnTo>
                  <a:pt x="445" y="524"/>
                </a:lnTo>
                <a:lnTo>
                  <a:pt x="433" y="540"/>
                </a:lnTo>
                <a:lnTo>
                  <a:pt x="423" y="556"/>
                </a:lnTo>
                <a:lnTo>
                  <a:pt x="413" y="573"/>
                </a:lnTo>
                <a:lnTo>
                  <a:pt x="404" y="591"/>
                </a:lnTo>
                <a:lnTo>
                  <a:pt x="396" y="609"/>
                </a:lnTo>
                <a:lnTo>
                  <a:pt x="388" y="628"/>
                </a:lnTo>
                <a:lnTo>
                  <a:pt x="167" y="475"/>
                </a:lnTo>
                <a:lnTo>
                  <a:pt x="167" y="475"/>
                </a:lnTo>
                <a:lnTo>
                  <a:pt x="180" y="450"/>
                </a:lnTo>
                <a:lnTo>
                  <a:pt x="194" y="426"/>
                </a:lnTo>
                <a:lnTo>
                  <a:pt x="209" y="403"/>
                </a:lnTo>
                <a:lnTo>
                  <a:pt x="225" y="381"/>
                </a:lnTo>
                <a:lnTo>
                  <a:pt x="242" y="359"/>
                </a:lnTo>
                <a:lnTo>
                  <a:pt x="259" y="338"/>
                </a:lnTo>
                <a:lnTo>
                  <a:pt x="278" y="317"/>
                </a:lnTo>
                <a:lnTo>
                  <a:pt x="297" y="298"/>
                </a:lnTo>
                <a:lnTo>
                  <a:pt x="317" y="279"/>
                </a:lnTo>
                <a:lnTo>
                  <a:pt x="338" y="261"/>
                </a:lnTo>
                <a:lnTo>
                  <a:pt x="359" y="244"/>
                </a:lnTo>
                <a:lnTo>
                  <a:pt x="382" y="228"/>
                </a:lnTo>
                <a:lnTo>
                  <a:pt x="405" y="213"/>
                </a:lnTo>
                <a:lnTo>
                  <a:pt x="429" y="199"/>
                </a:lnTo>
                <a:lnTo>
                  <a:pt x="453" y="186"/>
                </a:lnTo>
                <a:lnTo>
                  <a:pt x="478" y="173"/>
                </a:lnTo>
                <a:lnTo>
                  <a:pt x="478" y="173"/>
                </a:lnTo>
                <a:close/>
                <a:moveTo>
                  <a:pt x="464" y="1363"/>
                </a:moveTo>
                <a:lnTo>
                  <a:pt x="464" y="1363"/>
                </a:lnTo>
                <a:lnTo>
                  <a:pt x="442" y="1351"/>
                </a:lnTo>
                <a:lnTo>
                  <a:pt x="420" y="1339"/>
                </a:lnTo>
                <a:lnTo>
                  <a:pt x="399" y="1326"/>
                </a:lnTo>
                <a:lnTo>
                  <a:pt x="378" y="1313"/>
                </a:lnTo>
                <a:lnTo>
                  <a:pt x="359" y="1297"/>
                </a:lnTo>
                <a:lnTo>
                  <a:pt x="339" y="1283"/>
                </a:lnTo>
                <a:lnTo>
                  <a:pt x="321" y="1266"/>
                </a:lnTo>
                <a:lnTo>
                  <a:pt x="302" y="1249"/>
                </a:lnTo>
                <a:lnTo>
                  <a:pt x="285" y="1233"/>
                </a:lnTo>
                <a:lnTo>
                  <a:pt x="268" y="1215"/>
                </a:lnTo>
                <a:lnTo>
                  <a:pt x="252" y="1196"/>
                </a:lnTo>
                <a:lnTo>
                  <a:pt x="236" y="1177"/>
                </a:lnTo>
                <a:lnTo>
                  <a:pt x="222" y="1157"/>
                </a:lnTo>
                <a:lnTo>
                  <a:pt x="208" y="1137"/>
                </a:lnTo>
                <a:lnTo>
                  <a:pt x="194" y="1116"/>
                </a:lnTo>
                <a:lnTo>
                  <a:pt x="181" y="1094"/>
                </a:lnTo>
                <a:lnTo>
                  <a:pt x="402" y="933"/>
                </a:lnTo>
                <a:lnTo>
                  <a:pt x="402" y="933"/>
                </a:lnTo>
                <a:lnTo>
                  <a:pt x="410" y="949"/>
                </a:lnTo>
                <a:lnTo>
                  <a:pt x="419" y="965"/>
                </a:lnTo>
                <a:lnTo>
                  <a:pt x="429" y="981"/>
                </a:lnTo>
                <a:lnTo>
                  <a:pt x="438" y="996"/>
                </a:lnTo>
                <a:lnTo>
                  <a:pt x="449" y="1010"/>
                </a:lnTo>
                <a:lnTo>
                  <a:pt x="461" y="1024"/>
                </a:lnTo>
                <a:lnTo>
                  <a:pt x="473" y="1038"/>
                </a:lnTo>
                <a:lnTo>
                  <a:pt x="485" y="1050"/>
                </a:lnTo>
                <a:lnTo>
                  <a:pt x="498" y="1063"/>
                </a:lnTo>
                <a:lnTo>
                  <a:pt x="512" y="1074"/>
                </a:lnTo>
                <a:lnTo>
                  <a:pt x="525" y="1086"/>
                </a:lnTo>
                <a:lnTo>
                  <a:pt x="541" y="1095"/>
                </a:lnTo>
                <a:lnTo>
                  <a:pt x="555" y="1106"/>
                </a:lnTo>
                <a:lnTo>
                  <a:pt x="571" y="1114"/>
                </a:lnTo>
                <a:lnTo>
                  <a:pt x="588" y="1123"/>
                </a:lnTo>
                <a:lnTo>
                  <a:pt x="604" y="1131"/>
                </a:lnTo>
                <a:lnTo>
                  <a:pt x="464" y="1363"/>
                </a:lnTo>
                <a:close/>
                <a:moveTo>
                  <a:pt x="473" y="764"/>
                </a:moveTo>
                <a:lnTo>
                  <a:pt x="473" y="764"/>
                </a:lnTo>
                <a:lnTo>
                  <a:pt x="473" y="749"/>
                </a:lnTo>
                <a:lnTo>
                  <a:pt x="474" y="734"/>
                </a:lnTo>
                <a:lnTo>
                  <a:pt x="475" y="720"/>
                </a:lnTo>
                <a:lnTo>
                  <a:pt x="478" y="706"/>
                </a:lnTo>
                <a:lnTo>
                  <a:pt x="481" y="691"/>
                </a:lnTo>
                <a:lnTo>
                  <a:pt x="486" y="677"/>
                </a:lnTo>
                <a:lnTo>
                  <a:pt x="496" y="651"/>
                </a:lnTo>
                <a:lnTo>
                  <a:pt x="508" y="624"/>
                </a:lnTo>
                <a:lnTo>
                  <a:pt x="522" y="601"/>
                </a:lnTo>
                <a:lnTo>
                  <a:pt x="539" y="578"/>
                </a:lnTo>
                <a:lnTo>
                  <a:pt x="558" y="558"/>
                </a:lnTo>
                <a:lnTo>
                  <a:pt x="579" y="538"/>
                </a:lnTo>
                <a:lnTo>
                  <a:pt x="602" y="522"/>
                </a:lnTo>
                <a:lnTo>
                  <a:pt x="626" y="507"/>
                </a:lnTo>
                <a:lnTo>
                  <a:pt x="651" y="494"/>
                </a:lnTo>
                <a:lnTo>
                  <a:pt x="678" y="485"/>
                </a:lnTo>
                <a:lnTo>
                  <a:pt x="692" y="481"/>
                </a:lnTo>
                <a:lnTo>
                  <a:pt x="706" y="477"/>
                </a:lnTo>
                <a:lnTo>
                  <a:pt x="720" y="475"/>
                </a:lnTo>
                <a:lnTo>
                  <a:pt x="735" y="473"/>
                </a:lnTo>
                <a:lnTo>
                  <a:pt x="750" y="472"/>
                </a:lnTo>
                <a:lnTo>
                  <a:pt x="764" y="472"/>
                </a:lnTo>
                <a:lnTo>
                  <a:pt x="764" y="472"/>
                </a:lnTo>
                <a:lnTo>
                  <a:pt x="780" y="472"/>
                </a:lnTo>
                <a:lnTo>
                  <a:pt x="796" y="473"/>
                </a:lnTo>
                <a:lnTo>
                  <a:pt x="810" y="475"/>
                </a:lnTo>
                <a:lnTo>
                  <a:pt x="824" y="477"/>
                </a:lnTo>
                <a:lnTo>
                  <a:pt x="839" y="481"/>
                </a:lnTo>
                <a:lnTo>
                  <a:pt x="852" y="485"/>
                </a:lnTo>
                <a:lnTo>
                  <a:pt x="879" y="494"/>
                </a:lnTo>
                <a:lnTo>
                  <a:pt x="904" y="507"/>
                </a:lnTo>
                <a:lnTo>
                  <a:pt x="928" y="522"/>
                </a:lnTo>
                <a:lnTo>
                  <a:pt x="951" y="538"/>
                </a:lnTo>
                <a:lnTo>
                  <a:pt x="972" y="558"/>
                </a:lnTo>
                <a:lnTo>
                  <a:pt x="992" y="578"/>
                </a:lnTo>
                <a:lnTo>
                  <a:pt x="1008" y="601"/>
                </a:lnTo>
                <a:lnTo>
                  <a:pt x="1023" y="624"/>
                </a:lnTo>
                <a:lnTo>
                  <a:pt x="1035" y="651"/>
                </a:lnTo>
                <a:lnTo>
                  <a:pt x="1044" y="677"/>
                </a:lnTo>
                <a:lnTo>
                  <a:pt x="1049" y="691"/>
                </a:lnTo>
                <a:lnTo>
                  <a:pt x="1051" y="706"/>
                </a:lnTo>
                <a:lnTo>
                  <a:pt x="1055" y="720"/>
                </a:lnTo>
                <a:lnTo>
                  <a:pt x="1056" y="734"/>
                </a:lnTo>
                <a:lnTo>
                  <a:pt x="1057" y="749"/>
                </a:lnTo>
                <a:lnTo>
                  <a:pt x="1057" y="764"/>
                </a:lnTo>
                <a:lnTo>
                  <a:pt x="1057" y="764"/>
                </a:lnTo>
                <a:lnTo>
                  <a:pt x="1057" y="780"/>
                </a:lnTo>
                <a:lnTo>
                  <a:pt x="1056" y="794"/>
                </a:lnTo>
                <a:lnTo>
                  <a:pt x="1055" y="808"/>
                </a:lnTo>
                <a:lnTo>
                  <a:pt x="1051" y="823"/>
                </a:lnTo>
                <a:lnTo>
                  <a:pt x="1049" y="837"/>
                </a:lnTo>
                <a:lnTo>
                  <a:pt x="1044" y="851"/>
                </a:lnTo>
                <a:lnTo>
                  <a:pt x="1035" y="878"/>
                </a:lnTo>
                <a:lnTo>
                  <a:pt x="1023" y="904"/>
                </a:lnTo>
                <a:lnTo>
                  <a:pt x="1008" y="928"/>
                </a:lnTo>
                <a:lnTo>
                  <a:pt x="992" y="951"/>
                </a:lnTo>
                <a:lnTo>
                  <a:pt x="972" y="971"/>
                </a:lnTo>
                <a:lnTo>
                  <a:pt x="951" y="990"/>
                </a:lnTo>
                <a:lnTo>
                  <a:pt x="928" y="1007"/>
                </a:lnTo>
                <a:lnTo>
                  <a:pt x="904" y="1021"/>
                </a:lnTo>
                <a:lnTo>
                  <a:pt x="879" y="1034"/>
                </a:lnTo>
                <a:lnTo>
                  <a:pt x="852" y="1044"/>
                </a:lnTo>
                <a:lnTo>
                  <a:pt x="839" y="1047"/>
                </a:lnTo>
                <a:lnTo>
                  <a:pt x="824" y="1051"/>
                </a:lnTo>
                <a:lnTo>
                  <a:pt x="810" y="1053"/>
                </a:lnTo>
                <a:lnTo>
                  <a:pt x="796" y="1056"/>
                </a:lnTo>
                <a:lnTo>
                  <a:pt x="780" y="1057"/>
                </a:lnTo>
                <a:lnTo>
                  <a:pt x="764" y="1057"/>
                </a:lnTo>
                <a:lnTo>
                  <a:pt x="764" y="1057"/>
                </a:lnTo>
                <a:lnTo>
                  <a:pt x="750" y="1057"/>
                </a:lnTo>
                <a:lnTo>
                  <a:pt x="735" y="1056"/>
                </a:lnTo>
                <a:lnTo>
                  <a:pt x="720" y="1053"/>
                </a:lnTo>
                <a:lnTo>
                  <a:pt x="706" y="1051"/>
                </a:lnTo>
                <a:lnTo>
                  <a:pt x="692" y="1047"/>
                </a:lnTo>
                <a:lnTo>
                  <a:pt x="678" y="1044"/>
                </a:lnTo>
                <a:lnTo>
                  <a:pt x="651" y="1034"/>
                </a:lnTo>
                <a:lnTo>
                  <a:pt x="626" y="1021"/>
                </a:lnTo>
                <a:lnTo>
                  <a:pt x="602" y="1007"/>
                </a:lnTo>
                <a:lnTo>
                  <a:pt x="579" y="990"/>
                </a:lnTo>
                <a:lnTo>
                  <a:pt x="558" y="971"/>
                </a:lnTo>
                <a:lnTo>
                  <a:pt x="539" y="951"/>
                </a:lnTo>
                <a:lnTo>
                  <a:pt x="522" y="928"/>
                </a:lnTo>
                <a:lnTo>
                  <a:pt x="508" y="904"/>
                </a:lnTo>
                <a:lnTo>
                  <a:pt x="496" y="878"/>
                </a:lnTo>
                <a:lnTo>
                  <a:pt x="486" y="851"/>
                </a:lnTo>
                <a:lnTo>
                  <a:pt x="481" y="837"/>
                </a:lnTo>
                <a:lnTo>
                  <a:pt x="478" y="823"/>
                </a:lnTo>
                <a:lnTo>
                  <a:pt x="475" y="808"/>
                </a:lnTo>
                <a:lnTo>
                  <a:pt x="474" y="794"/>
                </a:lnTo>
                <a:lnTo>
                  <a:pt x="473" y="780"/>
                </a:lnTo>
                <a:lnTo>
                  <a:pt x="473" y="764"/>
                </a:lnTo>
                <a:lnTo>
                  <a:pt x="473" y="764"/>
                </a:lnTo>
                <a:close/>
                <a:moveTo>
                  <a:pt x="1057" y="1361"/>
                </a:moveTo>
                <a:lnTo>
                  <a:pt x="941" y="1124"/>
                </a:lnTo>
                <a:lnTo>
                  <a:pt x="941" y="1124"/>
                </a:lnTo>
                <a:lnTo>
                  <a:pt x="971" y="1107"/>
                </a:lnTo>
                <a:lnTo>
                  <a:pt x="999" y="1089"/>
                </a:lnTo>
                <a:lnTo>
                  <a:pt x="1025" y="1069"/>
                </a:lnTo>
                <a:lnTo>
                  <a:pt x="1049" y="1046"/>
                </a:lnTo>
                <a:lnTo>
                  <a:pt x="1072" y="1021"/>
                </a:lnTo>
                <a:lnTo>
                  <a:pt x="1092" y="995"/>
                </a:lnTo>
                <a:lnTo>
                  <a:pt x="1111" y="966"/>
                </a:lnTo>
                <a:lnTo>
                  <a:pt x="1127" y="938"/>
                </a:lnTo>
                <a:lnTo>
                  <a:pt x="1332" y="1098"/>
                </a:lnTo>
                <a:lnTo>
                  <a:pt x="1332" y="1098"/>
                </a:lnTo>
                <a:lnTo>
                  <a:pt x="1319" y="1119"/>
                </a:lnTo>
                <a:lnTo>
                  <a:pt x="1306" y="1139"/>
                </a:lnTo>
                <a:lnTo>
                  <a:pt x="1293" y="1159"/>
                </a:lnTo>
                <a:lnTo>
                  <a:pt x="1278" y="1178"/>
                </a:lnTo>
                <a:lnTo>
                  <a:pt x="1263" y="1197"/>
                </a:lnTo>
                <a:lnTo>
                  <a:pt x="1247" y="1215"/>
                </a:lnTo>
                <a:lnTo>
                  <a:pt x="1231" y="1233"/>
                </a:lnTo>
                <a:lnTo>
                  <a:pt x="1214" y="1249"/>
                </a:lnTo>
                <a:lnTo>
                  <a:pt x="1196" y="1265"/>
                </a:lnTo>
                <a:lnTo>
                  <a:pt x="1178" y="1280"/>
                </a:lnTo>
                <a:lnTo>
                  <a:pt x="1159" y="1296"/>
                </a:lnTo>
                <a:lnTo>
                  <a:pt x="1140" y="1310"/>
                </a:lnTo>
                <a:lnTo>
                  <a:pt x="1119" y="1323"/>
                </a:lnTo>
                <a:lnTo>
                  <a:pt x="1099" y="1337"/>
                </a:lnTo>
                <a:lnTo>
                  <a:pt x="1079" y="1349"/>
                </a:lnTo>
                <a:lnTo>
                  <a:pt x="1057" y="1361"/>
                </a:lnTo>
                <a:lnTo>
                  <a:pt x="1057" y="13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7725308" y="4535616"/>
            <a:ext cx="1080000" cy="1080000"/>
          </a:xfrm>
          <a:custGeom>
            <a:avLst/>
            <a:gdLst>
              <a:gd name="T0" fmla="*/ 141 w 1530"/>
              <a:gd name="T1" fmla="*/ 3 h 1529"/>
              <a:gd name="T2" fmla="*/ 65 w 1530"/>
              <a:gd name="T3" fmla="*/ 40 h 1529"/>
              <a:gd name="T4" fmla="*/ 15 w 1530"/>
              <a:gd name="T5" fmla="*/ 107 h 1529"/>
              <a:gd name="T6" fmla="*/ 0 w 1530"/>
              <a:gd name="T7" fmla="*/ 1352 h 1529"/>
              <a:gd name="T8" fmla="*/ 15 w 1530"/>
              <a:gd name="T9" fmla="*/ 1421 h 1529"/>
              <a:gd name="T10" fmla="*/ 65 w 1530"/>
              <a:gd name="T11" fmla="*/ 1488 h 1529"/>
              <a:gd name="T12" fmla="*/ 141 w 1530"/>
              <a:gd name="T13" fmla="*/ 1525 h 1529"/>
              <a:gd name="T14" fmla="*/ 1372 w 1530"/>
              <a:gd name="T15" fmla="*/ 1528 h 1529"/>
              <a:gd name="T16" fmla="*/ 1452 w 1530"/>
              <a:gd name="T17" fmla="*/ 1499 h 1529"/>
              <a:gd name="T18" fmla="*/ 1510 w 1530"/>
              <a:gd name="T19" fmla="*/ 1437 h 1529"/>
              <a:gd name="T20" fmla="*/ 1530 w 1530"/>
              <a:gd name="T21" fmla="*/ 1352 h 1529"/>
              <a:gd name="T22" fmla="*/ 1523 w 1530"/>
              <a:gd name="T23" fmla="*/ 124 h 1529"/>
              <a:gd name="T24" fmla="*/ 1479 w 1530"/>
              <a:gd name="T25" fmla="*/ 51 h 1529"/>
              <a:gd name="T26" fmla="*/ 1407 w 1530"/>
              <a:gd name="T27" fmla="*/ 8 h 1529"/>
              <a:gd name="T28" fmla="*/ 328 w 1530"/>
              <a:gd name="T29" fmla="*/ 1356 h 1529"/>
              <a:gd name="T30" fmla="*/ 268 w 1530"/>
              <a:gd name="T31" fmla="*/ 1344 h 1529"/>
              <a:gd name="T32" fmla="*/ 211 w 1530"/>
              <a:gd name="T33" fmla="*/ 1301 h 1529"/>
              <a:gd name="T34" fmla="*/ 178 w 1530"/>
              <a:gd name="T35" fmla="*/ 1235 h 1529"/>
              <a:gd name="T36" fmla="*/ 178 w 1530"/>
              <a:gd name="T37" fmla="*/ 1174 h 1529"/>
              <a:gd name="T38" fmla="*/ 211 w 1530"/>
              <a:gd name="T39" fmla="*/ 1108 h 1529"/>
              <a:gd name="T40" fmla="*/ 268 w 1530"/>
              <a:gd name="T41" fmla="*/ 1065 h 1529"/>
              <a:gd name="T42" fmla="*/ 328 w 1530"/>
              <a:gd name="T43" fmla="*/ 1053 h 1529"/>
              <a:gd name="T44" fmla="*/ 399 w 1530"/>
              <a:gd name="T45" fmla="*/ 1071 h 1529"/>
              <a:gd name="T46" fmla="*/ 453 w 1530"/>
              <a:gd name="T47" fmla="*/ 1120 h 1529"/>
              <a:gd name="T48" fmla="*/ 478 w 1530"/>
              <a:gd name="T49" fmla="*/ 1190 h 1529"/>
              <a:gd name="T50" fmla="*/ 472 w 1530"/>
              <a:gd name="T51" fmla="*/ 1249 h 1529"/>
              <a:gd name="T52" fmla="*/ 434 w 1530"/>
              <a:gd name="T53" fmla="*/ 1312 h 1529"/>
              <a:gd name="T54" fmla="*/ 372 w 1530"/>
              <a:gd name="T55" fmla="*/ 1350 h 1529"/>
              <a:gd name="T56" fmla="*/ 825 w 1530"/>
              <a:gd name="T57" fmla="*/ 1355 h 1529"/>
              <a:gd name="T58" fmla="*/ 809 w 1530"/>
              <a:gd name="T59" fmla="*/ 1234 h 1529"/>
              <a:gd name="T60" fmla="*/ 758 w 1530"/>
              <a:gd name="T61" fmla="*/ 1096 h 1529"/>
              <a:gd name="T62" fmla="*/ 678 w 1530"/>
              <a:gd name="T63" fmla="*/ 976 h 1529"/>
              <a:gd name="T64" fmla="*/ 572 w 1530"/>
              <a:gd name="T65" fmla="*/ 878 h 1529"/>
              <a:gd name="T66" fmla="*/ 445 w 1530"/>
              <a:gd name="T67" fmla="*/ 807 h 1529"/>
              <a:gd name="T68" fmla="*/ 301 w 1530"/>
              <a:gd name="T69" fmla="*/ 768 h 1529"/>
              <a:gd name="T70" fmla="*/ 177 w 1530"/>
              <a:gd name="T71" fmla="*/ 762 h 1529"/>
              <a:gd name="T72" fmla="*/ 250 w 1530"/>
              <a:gd name="T73" fmla="*/ 587 h 1529"/>
              <a:gd name="T74" fmla="*/ 440 w 1530"/>
              <a:gd name="T75" fmla="*/ 621 h 1529"/>
              <a:gd name="T76" fmla="*/ 612 w 1530"/>
              <a:gd name="T77" fmla="*/ 697 h 1529"/>
              <a:gd name="T78" fmla="*/ 760 w 1530"/>
              <a:gd name="T79" fmla="*/ 811 h 1529"/>
              <a:gd name="T80" fmla="*/ 877 w 1530"/>
              <a:gd name="T81" fmla="*/ 954 h 1529"/>
              <a:gd name="T82" fmla="*/ 959 w 1530"/>
              <a:gd name="T83" fmla="*/ 1124 h 1529"/>
              <a:gd name="T84" fmla="*/ 997 w 1530"/>
              <a:gd name="T85" fmla="*/ 1313 h 1529"/>
              <a:gd name="T86" fmla="*/ 1176 w 1530"/>
              <a:gd name="T87" fmla="*/ 1302 h 1529"/>
              <a:gd name="T88" fmla="*/ 1130 w 1530"/>
              <a:gd name="T89" fmla="*/ 1068 h 1529"/>
              <a:gd name="T90" fmla="*/ 1032 w 1530"/>
              <a:gd name="T91" fmla="*/ 860 h 1529"/>
              <a:gd name="T92" fmla="*/ 888 w 1530"/>
              <a:gd name="T93" fmla="*/ 683 h 1529"/>
              <a:gd name="T94" fmla="*/ 707 w 1530"/>
              <a:gd name="T95" fmla="*/ 546 h 1529"/>
              <a:gd name="T96" fmla="*/ 495 w 1530"/>
              <a:gd name="T97" fmla="*/ 452 h 1529"/>
              <a:gd name="T98" fmla="*/ 260 w 1530"/>
              <a:gd name="T99" fmla="*/ 412 h 1529"/>
              <a:gd name="T100" fmla="*/ 214 w 1530"/>
              <a:gd name="T101" fmla="*/ 235 h 1529"/>
              <a:gd name="T102" fmla="*/ 385 w 1530"/>
              <a:gd name="T103" fmla="*/ 248 h 1529"/>
              <a:gd name="T104" fmla="*/ 652 w 1530"/>
              <a:gd name="T105" fmla="*/ 323 h 1529"/>
              <a:gd name="T106" fmla="*/ 888 w 1530"/>
              <a:gd name="T107" fmla="*/ 457 h 1529"/>
              <a:gd name="T108" fmla="*/ 1084 w 1530"/>
              <a:gd name="T109" fmla="*/ 642 h 1529"/>
              <a:gd name="T110" fmla="*/ 1232 w 1530"/>
              <a:gd name="T111" fmla="*/ 869 h 1529"/>
              <a:gd name="T112" fmla="*/ 1324 w 1530"/>
              <a:gd name="T113" fmla="*/ 1129 h 1529"/>
              <a:gd name="T114" fmla="*/ 1352 w 1530"/>
              <a:gd name="T115" fmla="*/ 1353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0" h="1529">
                <a:moveTo>
                  <a:pt x="1354" y="0"/>
                </a:moveTo>
                <a:lnTo>
                  <a:pt x="177" y="0"/>
                </a:lnTo>
                <a:lnTo>
                  <a:pt x="177" y="0"/>
                </a:lnTo>
                <a:lnTo>
                  <a:pt x="159" y="1"/>
                </a:lnTo>
                <a:lnTo>
                  <a:pt x="141" y="3"/>
                </a:lnTo>
                <a:lnTo>
                  <a:pt x="125" y="8"/>
                </a:lnTo>
                <a:lnTo>
                  <a:pt x="109" y="14"/>
                </a:lnTo>
                <a:lnTo>
                  <a:pt x="93" y="21"/>
                </a:lnTo>
                <a:lnTo>
                  <a:pt x="79" y="29"/>
                </a:lnTo>
                <a:lnTo>
                  <a:pt x="65" y="40"/>
                </a:lnTo>
                <a:lnTo>
                  <a:pt x="53" y="51"/>
                </a:lnTo>
                <a:lnTo>
                  <a:pt x="41" y="64"/>
                </a:lnTo>
                <a:lnTo>
                  <a:pt x="31" y="77"/>
                </a:lnTo>
                <a:lnTo>
                  <a:pt x="22" y="92"/>
                </a:lnTo>
                <a:lnTo>
                  <a:pt x="15" y="107"/>
                </a:lnTo>
                <a:lnTo>
                  <a:pt x="9" y="124"/>
                </a:lnTo>
                <a:lnTo>
                  <a:pt x="4" y="141"/>
                </a:lnTo>
                <a:lnTo>
                  <a:pt x="1" y="158"/>
                </a:lnTo>
                <a:lnTo>
                  <a:pt x="0" y="176"/>
                </a:lnTo>
                <a:lnTo>
                  <a:pt x="0" y="1352"/>
                </a:lnTo>
                <a:lnTo>
                  <a:pt x="0" y="1352"/>
                </a:lnTo>
                <a:lnTo>
                  <a:pt x="1" y="1370"/>
                </a:lnTo>
                <a:lnTo>
                  <a:pt x="4" y="1388"/>
                </a:lnTo>
                <a:lnTo>
                  <a:pt x="9" y="1405"/>
                </a:lnTo>
                <a:lnTo>
                  <a:pt x="15" y="1421"/>
                </a:lnTo>
                <a:lnTo>
                  <a:pt x="22" y="1437"/>
                </a:lnTo>
                <a:lnTo>
                  <a:pt x="31" y="1451"/>
                </a:lnTo>
                <a:lnTo>
                  <a:pt x="41" y="1464"/>
                </a:lnTo>
                <a:lnTo>
                  <a:pt x="53" y="1478"/>
                </a:lnTo>
                <a:lnTo>
                  <a:pt x="65" y="1488"/>
                </a:lnTo>
                <a:lnTo>
                  <a:pt x="79" y="1499"/>
                </a:lnTo>
                <a:lnTo>
                  <a:pt x="93" y="1507"/>
                </a:lnTo>
                <a:lnTo>
                  <a:pt x="109" y="1515"/>
                </a:lnTo>
                <a:lnTo>
                  <a:pt x="125" y="1521"/>
                </a:lnTo>
                <a:lnTo>
                  <a:pt x="141" y="1525"/>
                </a:lnTo>
                <a:lnTo>
                  <a:pt x="159" y="1528"/>
                </a:lnTo>
                <a:lnTo>
                  <a:pt x="177" y="1529"/>
                </a:lnTo>
                <a:lnTo>
                  <a:pt x="1354" y="1529"/>
                </a:lnTo>
                <a:lnTo>
                  <a:pt x="1354" y="1529"/>
                </a:lnTo>
                <a:lnTo>
                  <a:pt x="1372" y="1528"/>
                </a:lnTo>
                <a:lnTo>
                  <a:pt x="1390" y="1525"/>
                </a:lnTo>
                <a:lnTo>
                  <a:pt x="1407" y="1521"/>
                </a:lnTo>
                <a:lnTo>
                  <a:pt x="1422" y="1515"/>
                </a:lnTo>
                <a:lnTo>
                  <a:pt x="1438" y="1507"/>
                </a:lnTo>
                <a:lnTo>
                  <a:pt x="1452" y="1499"/>
                </a:lnTo>
                <a:lnTo>
                  <a:pt x="1467" y="1488"/>
                </a:lnTo>
                <a:lnTo>
                  <a:pt x="1479" y="1478"/>
                </a:lnTo>
                <a:lnTo>
                  <a:pt x="1491" y="1464"/>
                </a:lnTo>
                <a:lnTo>
                  <a:pt x="1500" y="1451"/>
                </a:lnTo>
                <a:lnTo>
                  <a:pt x="1510" y="1437"/>
                </a:lnTo>
                <a:lnTo>
                  <a:pt x="1517" y="1421"/>
                </a:lnTo>
                <a:lnTo>
                  <a:pt x="1523" y="1405"/>
                </a:lnTo>
                <a:lnTo>
                  <a:pt x="1526" y="1388"/>
                </a:lnTo>
                <a:lnTo>
                  <a:pt x="1530" y="1370"/>
                </a:lnTo>
                <a:lnTo>
                  <a:pt x="1530" y="1352"/>
                </a:lnTo>
                <a:lnTo>
                  <a:pt x="1530" y="176"/>
                </a:lnTo>
                <a:lnTo>
                  <a:pt x="1530" y="176"/>
                </a:lnTo>
                <a:lnTo>
                  <a:pt x="1530" y="158"/>
                </a:lnTo>
                <a:lnTo>
                  <a:pt x="1526" y="141"/>
                </a:lnTo>
                <a:lnTo>
                  <a:pt x="1523" y="124"/>
                </a:lnTo>
                <a:lnTo>
                  <a:pt x="1517" y="107"/>
                </a:lnTo>
                <a:lnTo>
                  <a:pt x="1510" y="92"/>
                </a:lnTo>
                <a:lnTo>
                  <a:pt x="1500" y="77"/>
                </a:lnTo>
                <a:lnTo>
                  <a:pt x="1491" y="64"/>
                </a:lnTo>
                <a:lnTo>
                  <a:pt x="1479" y="51"/>
                </a:lnTo>
                <a:lnTo>
                  <a:pt x="1467" y="40"/>
                </a:lnTo>
                <a:lnTo>
                  <a:pt x="1452" y="29"/>
                </a:lnTo>
                <a:lnTo>
                  <a:pt x="1438" y="21"/>
                </a:lnTo>
                <a:lnTo>
                  <a:pt x="1422" y="14"/>
                </a:lnTo>
                <a:lnTo>
                  <a:pt x="1407" y="8"/>
                </a:lnTo>
                <a:lnTo>
                  <a:pt x="1390" y="3"/>
                </a:lnTo>
                <a:lnTo>
                  <a:pt x="1372" y="1"/>
                </a:lnTo>
                <a:lnTo>
                  <a:pt x="1354" y="0"/>
                </a:lnTo>
                <a:lnTo>
                  <a:pt x="1354" y="0"/>
                </a:lnTo>
                <a:close/>
                <a:moveTo>
                  <a:pt x="328" y="1356"/>
                </a:moveTo>
                <a:lnTo>
                  <a:pt x="328" y="1356"/>
                </a:lnTo>
                <a:lnTo>
                  <a:pt x="312" y="1356"/>
                </a:lnTo>
                <a:lnTo>
                  <a:pt x="297" y="1353"/>
                </a:lnTo>
                <a:lnTo>
                  <a:pt x="282" y="1350"/>
                </a:lnTo>
                <a:lnTo>
                  <a:pt x="268" y="1344"/>
                </a:lnTo>
                <a:lnTo>
                  <a:pt x="255" y="1338"/>
                </a:lnTo>
                <a:lnTo>
                  <a:pt x="243" y="1331"/>
                </a:lnTo>
                <a:lnTo>
                  <a:pt x="231" y="1321"/>
                </a:lnTo>
                <a:lnTo>
                  <a:pt x="220" y="1312"/>
                </a:lnTo>
                <a:lnTo>
                  <a:pt x="211" y="1301"/>
                </a:lnTo>
                <a:lnTo>
                  <a:pt x="201" y="1289"/>
                </a:lnTo>
                <a:lnTo>
                  <a:pt x="194" y="1277"/>
                </a:lnTo>
                <a:lnTo>
                  <a:pt x="188" y="1264"/>
                </a:lnTo>
                <a:lnTo>
                  <a:pt x="182" y="1249"/>
                </a:lnTo>
                <a:lnTo>
                  <a:pt x="178" y="1235"/>
                </a:lnTo>
                <a:lnTo>
                  <a:pt x="176" y="1220"/>
                </a:lnTo>
                <a:lnTo>
                  <a:pt x="176" y="1204"/>
                </a:lnTo>
                <a:lnTo>
                  <a:pt x="176" y="1204"/>
                </a:lnTo>
                <a:lnTo>
                  <a:pt x="176" y="1190"/>
                </a:lnTo>
                <a:lnTo>
                  <a:pt x="178" y="1174"/>
                </a:lnTo>
                <a:lnTo>
                  <a:pt x="182" y="1160"/>
                </a:lnTo>
                <a:lnTo>
                  <a:pt x="188" y="1145"/>
                </a:lnTo>
                <a:lnTo>
                  <a:pt x="194" y="1132"/>
                </a:lnTo>
                <a:lnTo>
                  <a:pt x="201" y="1120"/>
                </a:lnTo>
                <a:lnTo>
                  <a:pt x="211" y="1108"/>
                </a:lnTo>
                <a:lnTo>
                  <a:pt x="220" y="1098"/>
                </a:lnTo>
                <a:lnTo>
                  <a:pt x="231" y="1088"/>
                </a:lnTo>
                <a:lnTo>
                  <a:pt x="243" y="1079"/>
                </a:lnTo>
                <a:lnTo>
                  <a:pt x="255" y="1071"/>
                </a:lnTo>
                <a:lnTo>
                  <a:pt x="268" y="1065"/>
                </a:lnTo>
                <a:lnTo>
                  <a:pt x="282" y="1059"/>
                </a:lnTo>
                <a:lnTo>
                  <a:pt x="297" y="1056"/>
                </a:lnTo>
                <a:lnTo>
                  <a:pt x="312" y="1053"/>
                </a:lnTo>
                <a:lnTo>
                  <a:pt x="328" y="1053"/>
                </a:lnTo>
                <a:lnTo>
                  <a:pt x="328" y="1053"/>
                </a:lnTo>
                <a:lnTo>
                  <a:pt x="343" y="1053"/>
                </a:lnTo>
                <a:lnTo>
                  <a:pt x="358" y="1056"/>
                </a:lnTo>
                <a:lnTo>
                  <a:pt x="372" y="1059"/>
                </a:lnTo>
                <a:lnTo>
                  <a:pt x="386" y="1065"/>
                </a:lnTo>
                <a:lnTo>
                  <a:pt x="399" y="1071"/>
                </a:lnTo>
                <a:lnTo>
                  <a:pt x="413" y="1079"/>
                </a:lnTo>
                <a:lnTo>
                  <a:pt x="423" y="1088"/>
                </a:lnTo>
                <a:lnTo>
                  <a:pt x="434" y="1098"/>
                </a:lnTo>
                <a:lnTo>
                  <a:pt x="444" y="1108"/>
                </a:lnTo>
                <a:lnTo>
                  <a:pt x="453" y="1120"/>
                </a:lnTo>
                <a:lnTo>
                  <a:pt x="460" y="1132"/>
                </a:lnTo>
                <a:lnTo>
                  <a:pt x="468" y="1145"/>
                </a:lnTo>
                <a:lnTo>
                  <a:pt x="472" y="1160"/>
                </a:lnTo>
                <a:lnTo>
                  <a:pt x="476" y="1174"/>
                </a:lnTo>
                <a:lnTo>
                  <a:pt x="478" y="1190"/>
                </a:lnTo>
                <a:lnTo>
                  <a:pt x="478" y="1204"/>
                </a:lnTo>
                <a:lnTo>
                  <a:pt x="478" y="1204"/>
                </a:lnTo>
                <a:lnTo>
                  <a:pt x="478" y="1220"/>
                </a:lnTo>
                <a:lnTo>
                  <a:pt x="476" y="1235"/>
                </a:lnTo>
                <a:lnTo>
                  <a:pt x="472" y="1249"/>
                </a:lnTo>
                <a:lnTo>
                  <a:pt x="468" y="1264"/>
                </a:lnTo>
                <a:lnTo>
                  <a:pt x="460" y="1277"/>
                </a:lnTo>
                <a:lnTo>
                  <a:pt x="453" y="1289"/>
                </a:lnTo>
                <a:lnTo>
                  <a:pt x="444" y="1301"/>
                </a:lnTo>
                <a:lnTo>
                  <a:pt x="434" y="1312"/>
                </a:lnTo>
                <a:lnTo>
                  <a:pt x="423" y="1321"/>
                </a:lnTo>
                <a:lnTo>
                  <a:pt x="413" y="1331"/>
                </a:lnTo>
                <a:lnTo>
                  <a:pt x="399" y="1338"/>
                </a:lnTo>
                <a:lnTo>
                  <a:pt x="386" y="1344"/>
                </a:lnTo>
                <a:lnTo>
                  <a:pt x="372" y="1350"/>
                </a:lnTo>
                <a:lnTo>
                  <a:pt x="358" y="1353"/>
                </a:lnTo>
                <a:lnTo>
                  <a:pt x="343" y="1356"/>
                </a:lnTo>
                <a:lnTo>
                  <a:pt x="328" y="1356"/>
                </a:lnTo>
                <a:lnTo>
                  <a:pt x="328" y="1356"/>
                </a:lnTo>
                <a:close/>
                <a:moveTo>
                  <a:pt x="825" y="1355"/>
                </a:moveTo>
                <a:lnTo>
                  <a:pt x="825" y="1355"/>
                </a:lnTo>
                <a:lnTo>
                  <a:pt x="824" y="1323"/>
                </a:lnTo>
                <a:lnTo>
                  <a:pt x="820" y="1294"/>
                </a:lnTo>
                <a:lnTo>
                  <a:pt x="815" y="1264"/>
                </a:lnTo>
                <a:lnTo>
                  <a:pt x="809" y="1234"/>
                </a:lnTo>
                <a:lnTo>
                  <a:pt x="802" y="1205"/>
                </a:lnTo>
                <a:lnTo>
                  <a:pt x="793" y="1177"/>
                </a:lnTo>
                <a:lnTo>
                  <a:pt x="783" y="1149"/>
                </a:lnTo>
                <a:lnTo>
                  <a:pt x="771" y="1123"/>
                </a:lnTo>
                <a:lnTo>
                  <a:pt x="758" y="1096"/>
                </a:lnTo>
                <a:lnTo>
                  <a:pt x="745" y="1070"/>
                </a:lnTo>
                <a:lnTo>
                  <a:pt x="729" y="1045"/>
                </a:lnTo>
                <a:lnTo>
                  <a:pt x="714" y="1021"/>
                </a:lnTo>
                <a:lnTo>
                  <a:pt x="696" y="998"/>
                </a:lnTo>
                <a:lnTo>
                  <a:pt x="678" y="976"/>
                </a:lnTo>
                <a:lnTo>
                  <a:pt x="659" y="954"/>
                </a:lnTo>
                <a:lnTo>
                  <a:pt x="638" y="934"/>
                </a:lnTo>
                <a:lnTo>
                  <a:pt x="617" y="914"/>
                </a:lnTo>
                <a:lnTo>
                  <a:pt x="594" y="896"/>
                </a:lnTo>
                <a:lnTo>
                  <a:pt x="572" y="878"/>
                </a:lnTo>
                <a:lnTo>
                  <a:pt x="548" y="861"/>
                </a:lnTo>
                <a:lnTo>
                  <a:pt x="523" y="846"/>
                </a:lnTo>
                <a:lnTo>
                  <a:pt x="497" y="831"/>
                </a:lnTo>
                <a:lnTo>
                  <a:pt x="471" y="819"/>
                </a:lnTo>
                <a:lnTo>
                  <a:pt x="445" y="807"/>
                </a:lnTo>
                <a:lnTo>
                  <a:pt x="417" y="797"/>
                </a:lnTo>
                <a:lnTo>
                  <a:pt x="389" y="787"/>
                </a:lnTo>
                <a:lnTo>
                  <a:pt x="360" y="779"/>
                </a:lnTo>
                <a:lnTo>
                  <a:pt x="331" y="773"/>
                </a:lnTo>
                <a:lnTo>
                  <a:pt x="301" y="768"/>
                </a:lnTo>
                <a:lnTo>
                  <a:pt x="272" y="763"/>
                </a:lnTo>
                <a:lnTo>
                  <a:pt x="240" y="761"/>
                </a:lnTo>
                <a:lnTo>
                  <a:pt x="209" y="761"/>
                </a:lnTo>
                <a:lnTo>
                  <a:pt x="209" y="761"/>
                </a:lnTo>
                <a:lnTo>
                  <a:pt x="177" y="762"/>
                </a:lnTo>
                <a:lnTo>
                  <a:pt x="180" y="587"/>
                </a:lnTo>
                <a:lnTo>
                  <a:pt x="180" y="587"/>
                </a:lnTo>
                <a:lnTo>
                  <a:pt x="209" y="586"/>
                </a:lnTo>
                <a:lnTo>
                  <a:pt x="209" y="586"/>
                </a:lnTo>
                <a:lnTo>
                  <a:pt x="250" y="587"/>
                </a:lnTo>
                <a:lnTo>
                  <a:pt x="289" y="591"/>
                </a:lnTo>
                <a:lnTo>
                  <a:pt x="328" y="596"/>
                </a:lnTo>
                <a:lnTo>
                  <a:pt x="366" y="602"/>
                </a:lnTo>
                <a:lnTo>
                  <a:pt x="404" y="611"/>
                </a:lnTo>
                <a:lnTo>
                  <a:pt x="440" y="621"/>
                </a:lnTo>
                <a:lnTo>
                  <a:pt x="477" y="633"/>
                </a:lnTo>
                <a:lnTo>
                  <a:pt x="512" y="647"/>
                </a:lnTo>
                <a:lnTo>
                  <a:pt x="546" y="661"/>
                </a:lnTo>
                <a:lnTo>
                  <a:pt x="580" y="678"/>
                </a:lnTo>
                <a:lnTo>
                  <a:pt x="612" y="697"/>
                </a:lnTo>
                <a:lnTo>
                  <a:pt x="644" y="716"/>
                </a:lnTo>
                <a:lnTo>
                  <a:pt x="676" y="738"/>
                </a:lnTo>
                <a:lnTo>
                  <a:pt x="704" y="761"/>
                </a:lnTo>
                <a:lnTo>
                  <a:pt x="733" y="785"/>
                </a:lnTo>
                <a:lnTo>
                  <a:pt x="760" y="811"/>
                </a:lnTo>
                <a:lnTo>
                  <a:pt x="787" y="837"/>
                </a:lnTo>
                <a:lnTo>
                  <a:pt x="812" y="865"/>
                </a:lnTo>
                <a:lnTo>
                  <a:pt x="834" y="893"/>
                </a:lnTo>
                <a:lnTo>
                  <a:pt x="857" y="923"/>
                </a:lnTo>
                <a:lnTo>
                  <a:pt x="877" y="954"/>
                </a:lnTo>
                <a:lnTo>
                  <a:pt x="897" y="987"/>
                </a:lnTo>
                <a:lnTo>
                  <a:pt x="915" y="1020"/>
                </a:lnTo>
                <a:lnTo>
                  <a:pt x="931" y="1053"/>
                </a:lnTo>
                <a:lnTo>
                  <a:pt x="946" y="1088"/>
                </a:lnTo>
                <a:lnTo>
                  <a:pt x="959" y="1124"/>
                </a:lnTo>
                <a:lnTo>
                  <a:pt x="969" y="1161"/>
                </a:lnTo>
                <a:lnTo>
                  <a:pt x="979" y="1198"/>
                </a:lnTo>
                <a:lnTo>
                  <a:pt x="987" y="1235"/>
                </a:lnTo>
                <a:lnTo>
                  <a:pt x="993" y="1274"/>
                </a:lnTo>
                <a:lnTo>
                  <a:pt x="997" y="1313"/>
                </a:lnTo>
                <a:lnTo>
                  <a:pt x="999" y="1352"/>
                </a:lnTo>
                <a:lnTo>
                  <a:pt x="825" y="1355"/>
                </a:lnTo>
                <a:close/>
                <a:moveTo>
                  <a:pt x="1179" y="1351"/>
                </a:moveTo>
                <a:lnTo>
                  <a:pt x="1179" y="1351"/>
                </a:lnTo>
                <a:lnTo>
                  <a:pt x="1176" y="1302"/>
                </a:lnTo>
                <a:lnTo>
                  <a:pt x="1171" y="1253"/>
                </a:lnTo>
                <a:lnTo>
                  <a:pt x="1164" y="1205"/>
                </a:lnTo>
                <a:lnTo>
                  <a:pt x="1155" y="1159"/>
                </a:lnTo>
                <a:lnTo>
                  <a:pt x="1144" y="1113"/>
                </a:lnTo>
                <a:lnTo>
                  <a:pt x="1130" y="1068"/>
                </a:lnTo>
                <a:lnTo>
                  <a:pt x="1114" y="1025"/>
                </a:lnTo>
                <a:lnTo>
                  <a:pt x="1096" y="982"/>
                </a:lnTo>
                <a:lnTo>
                  <a:pt x="1077" y="940"/>
                </a:lnTo>
                <a:lnTo>
                  <a:pt x="1056" y="899"/>
                </a:lnTo>
                <a:lnTo>
                  <a:pt x="1032" y="860"/>
                </a:lnTo>
                <a:lnTo>
                  <a:pt x="1007" y="822"/>
                </a:lnTo>
                <a:lnTo>
                  <a:pt x="979" y="785"/>
                </a:lnTo>
                <a:lnTo>
                  <a:pt x="950" y="750"/>
                </a:lnTo>
                <a:lnTo>
                  <a:pt x="920" y="715"/>
                </a:lnTo>
                <a:lnTo>
                  <a:pt x="888" y="683"/>
                </a:lnTo>
                <a:lnTo>
                  <a:pt x="855" y="652"/>
                </a:lnTo>
                <a:lnTo>
                  <a:pt x="820" y="623"/>
                </a:lnTo>
                <a:lnTo>
                  <a:pt x="783" y="596"/>
                </a:lnTo>
                <a:lnTo>
                  <a:pt x="746" y="569"/>
                </a:lnTo>
                <a:lnTo>
                  <a:pt x="707" y="546"/>
                </a:lnTo>
                <a:lnTo>
                  <a:pt x="667" y="523"/>
                </a:lnTo>
                <a:lnTo>
                  <a:pt x="625" y="503"/>
                </a:lnTo>
                <a:lnTo>
                  <a:pt x="583" y="483"/>
                </a:lnTo>
                <a:lnTo>
                  <a:pt x="539" y="467"/>
                </a:lnTo>
                <a:lnTo>
                  <a:pt x="495" y="452"/>
                </a:lnTo>
                <a:lnTo>
                  <a:pt x="450" y="440"/>
                </a:lnTo>
                <a:lnTo>
                  <a:pt x="403" y="430"/>
                </a:lnTo>
                <a:lnTo>
                  <a:pt x="356" y="421"/>
                </a:lnTo>
                <a:lnTo>
                  <a:pt x="307" y="415"/>
                </a:lnTo>
                <a:lnTo>
                  <a:pt x="260" y="412"/>
                </a:lnTo>
                <a:lnTo>
                  <a:pt x="209" y="411"/>
                </a:lnTo>
                <a:lnTo>
                  <a:pt x="180" y="413"/>
                </a:lnTo>
                <a:lnTo>
                  <a:pt x="180" y="235"/>
                </a:lnTo>
                <a:lnTo>
                  <a:pt x="214" y="235"/>
                </a:lnTo>
                <a:lnTo>
                  <a:pt x="214" y="235"/>
                </a:lnTo>
                <a:lnTo>
                  <a:pt x="243" y="235"/>
                </a:lnTo>
                <a:lnTo>
                  <a:pt x="272" y="236"/>
                </a:lnTo>
                <a:lnTo>
                  <a:pt x="300" y="238"/>
                </a:lnTo>
                <a:lnTo>
                  <a:pt x="329" y="241"/>
                </a:lnTo>
                <a:lnTo>
                  <a:pt x="385" y="248"/>
                </a:lnTo>
                <a:lnTo>
                  <a:pt x="441" y="258"/>
                </a:lnTo>
                <a:lnTo>
                  <a:pt x="495" y="270"/>
                </a:lnTo>
                <a:lnTo>
                  <a:pt x="549" y="285"/>
                </a:lnTo>
                <a:lnTo>
                  <a:pt x="601" y="303"/>
                </a:lnTo>
                <a:lnTo>
                  <a:pt x="652" y="323"/>
                </a:lnTo>
                <a:lnTo>
                  <a:pt x="702" y="345"/>
                </a:lnTo>
                <a:lnTo>
                  <a:pt x="751" y="370"/>
                </a:lnTo>
                <a:lnTo>
                  <a:pt x="797" y="397"/>
                </a:lnTo>
                <a:lnTo>
                  <a:pt x="844" y="426"/>
                </a:lnTo>
                <a:lnTo>
                  <a:pt x="888" y="457"/>
                </a:lnTo>
                <a:lnTo>
                  <a:pt x="930" y="491"/>
                </a:lnTo>
                <a:lnTo>
                  <a:pt x="972" y="525"/>
                </a:lnTo>
                <a:lnTo>
                  <a:pt x="1011" y="562"/>
                </a:lnTo>
                <a:lnTo>
                  <a:pt x="1048" y="602"/>
                </a:lnTo>
                <a:lnTo>
                  <a:pt x="1084" y="642"/>
                </a:lnTo>
                <a:lnTo>
                  <a:pt x="1118" y="684"/>
                </a:lnTo>
                <a:lnTo>
                  <a:pt x="1150" y="728"/>
                </a:lnTo>
                <a:lnTo>
                  <a:pt x="1180" y="774"/>
                </a:lnTo>
                <a:lnTo>
                  <a:pt x="1207" y="820"/>
                </a:lnTo>
                <a:lnTo>
                  <a:pt x="1232" y="869"/>
                </a:lnTo>
                <a:lnTo>
                  <a:pt x="1256" y="918"/>
                </a:lnTo>
                <a:lnTo>
                  <a:pt x="1277" y="970"/>
                </a:lnTo>
                <a:lnTo>
                  <a:pt x="1295" y="1021"/>
                </a:lnTo>
                <a:lnTo>
                  <a:pt x="1311" y="1074"/>
                </a:lnTo>
                <a:lnTo>
                  <a:pt x="1324" y="1129"/>
                </a:lnTo>
                <a:lnTo>
                  <a:pt x="1335" y="1184"/>
                </a:lnTo>
                <a:lnTo>
                  <a:pt x="1344" y="1240"/>
                </a:lnTo>
                <a:lnTo>
                  <a:pt x="1350" y="1296"/>
                </a:lnTo>
                <a:lnTo>
                  <a:pt x="1351" y="1325"/>
                </a:lnTo>
                <a:lnTo>
                  <a:pt x="1352" y="1353"/>
                </a:lnTo>
                <a:lnTo>
                  <a:pt x="1179" y="135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Home 2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Link</a:t>
            </a: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Link 2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Note book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Book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Book Large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Books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Books 2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Tree</a:t>
            </a:r>
          </a:p>
        </p:txBody>
      </p:sp>
      <p:sp>
        <p:nvSpPr>
          <p:cNvPr id="45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 construction</a:t>
            </a:r>
          </a:p>
        </p:txBody>
      </p:sp>
      <p:sp>
        <p:nvSpPr>
          <p:cNvPr id="46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Imbrella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Mail</a:t>
            </a:r>
          </a:p>
        </p:txBody>
      </p:sp>
      <p:sp>
        <p:nvSpPr>
          <p:cNvPr id="48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Mail 2</a:t>
            </a:r>
          </a:p>
        </p:txBody>
      </p:sp>
      <p:sp>
        <p:nvSpPr>
          <p:cNvPr id="49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Help</a:t>
            </a:r>
          </a:p>
        </p:txBody>
      </p:sp>
      <p:sp>
        <p:nvSpPr>
          <p:cNvPr id="50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81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#3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5" name="Freeform 5"/>
          <p:cNvSpPr>
            <a:spLocks noChangeAspect="1" noEditPoints="1"/>
          </p:cNvSpPr>
          <p:nvPr/>
        </p:nvSpPr>
        <p:spPr bwMode="auto">
          <a:xfrm>
            <a:off x="1100572" y="1218021"/>
            <a:ext cx="1077814" cy="1080000"/>
          </a:xfrm>
          <a:custGeom>
            <a:avLst/>
            <a:gdLst>
              <a:gd name="T0" fmla="*/ 0 w 1479"/>
              <a:gd name="T1" fmla="*/ 614 h 1484"/>
              <a:gd name="T2" fmla="*/ 1047 w 1479"/>
              <a:gd name="T3" fmla="*/ 358 h 1484"/>
              <a:gd name="T4" fmla="*/ 372 w 1479"/>
              <a:gd name="T5" fmla="*/ 1113 h 1484"/>
              <a:gd name="T6" fmla="*/ 306 w 1479"/>
              <a:gd name="T7" fmla="*/ 783 h 1484"/>
              <a:gd name="T8" fmla="*/ 254 w 1479"/>
              <a:gd name="T9" fmla="*/ 739 h 1484"/>
              <a:gd name="T10" fmla="*/ 52 w 1479"/>
              <a:gd name="T11" fmla="*/ 868 h 1484"/>
              <a:gd name="T12" fmla="*/ 83 w 1479"/>
              <a:gd name="T13" fmla="*/ 921 h 1484"/>
              <a:gd name="T14" fmla="*/ 278 w 1479"/>
              <a:gd name="T15" fmla="*/ 1162 h 1484"/>
              <a:gd name="T16" fmla="*/ 239 w 1479"/>
              <a:gd name="T17" fmla="*/ 1305 h 1484"/>
              <a:gd name="T18" fmla="*/ 334 w 1479"/>
              <a:gd name="T19" fmla="*/ 1422 h 1484"/>
              <a:gd name="T20" fmla="*/ 474 w 1479"/>
              <a:gd name="T21" fmla="*/ 1415 h 1484"/>
              <a:gd name="T22" fmla="*/ 559 w 1479"/>
              <a:gd name="T23" fmla="*/ 1289 h 1484"/>
              <a:gd name="T24" fmla="*/ 512 w 1479"/>
              <a:gd name="T25" fmla="*/ 1158 h 1484"/>
              <a:gd name="T26" fmla="*/ 399 w 1479"/>
              <a:gd name="T27" fmla="*/ 1349 h 1484"/>
              <a:gd name="T28" fmla="*/ 330 w 1479"/>
              <a:gd name="T29" fmla="*/ 1299 h 1484"/>
              <a:gd name="T30" fmla="*/ 348 w 1479"/>
              <a:gd name="T31" fmla="*/ 1226 h 1484"/>
              <a:gd name="T32" fmla="*/ 421 w 1479"/>
              <a:gd name="T33" fmla="*/ 1208 h 1484"/>
              <a:gd name="T34" fmla="*/ 472 w 1479"/>
              <a:gd name="T35" fmla="*/ 1277 h 1484"/>
              <a:gd name="T36" fmla="*/ 414 w 1479"/>
              <a:gd name="T37" fmla="*/ 1348 h 1484"/>
              <a:gd name="T38" fmla="*/ 1382 w 1479"/>
              <a:gd name="T39" fmla="*/ 790 h 1484"/>
              <a:gd name="T40" fmla="*/ 1318 w 1479"/>
              <a:gd name="T41" fmla="*/ 936 h 1484"/>
              <a:gd name="T42" fmla="*/ 1154 w 1479"/>
              <a:gd name="T43" fmla="*/ 1020 h 1484"/>
              <a:gd name="T44" fmla="*/ 1018 w 1479"/>
              <a:gd name="T45" fmla="*/ 1073 h 1484"/>
              <a:gd name="T46" fmla="*/ 981 w 1479"/>
              <a:gd name="T47" fmla="*/ 1219 h 1484"/>
              <a:gd name="T48" fmla="*/ 1070 w 1479"/>
              <a:gd name="T49" fmla="*/ 1327 h 1484"/>
              <a:gd name="T50" fmla="*/ 1208 w 1479"/>
              <a:gd name="T51" fmla="*/ 1327 h 1484"/>
              <a:gd name="T52" fmla="*/ 1298 w 1479"/>
              <a:gd name="T53" fmla="*/ 1205 h 1484"/>
              <a:gd name="T54" fmla="*/ 1273 w 1479"/>
              <a:gd name="T55" fmla="*/ 1089 h 1484"/>
              <a:gd name="T56" fmla="*/ 1430 w 1479"/>
              <a:gd name="T57" fmla="*/ 909 h 1484"/>
              <a:gd name="T58" fmla="*/ 1166 w 1479"/>
              <a:gd name="T59" fmla="*/ 1251 h 1484"/>
              <a:gd name="T60" fmla="*/ 1077 w 1479"/>
              <a:gd name="T61" fmla="*/ 1229 h 1484"/>
              <a:gd name="T62" fmla="*/ 1073 w 1479"/>
              <a:gd name="T63" fmla="*/ 1147 h 1484"/>
              <a:gd name="T64" fmla="*/ 1132 w 1479"/>
              <a:gd name="T65" fmla="*/ 1113 h 1484"/>
              <a:gd name="T66" fmla="*/ 1203 w 1479"/>
              <a:gd name="T67" fmla="*/ 1160 h 1484"/>
              <a:gd name="T68" fmla="*/ 1173 w 1479"/>
              <a:gd name="T69" fmla="*/ 1247 h 1484"/>
              <a:gd name="T70" fmla="*/ 869 w 1479"/>
              <a:gd name="T71" fmla="*/ 1066 h 1484"/>
              <a:gd name="T72" fmla="*/ 880 w 1479"/>
              <a:gd name="T73" fmla="*/ 746 h 1484"/>
              <a:gd name="T74" fmla="*/ 812 w 1479"/>
              <a:gd name="T75" fmla="*/ 505 h 1484"/>
              <a:gd name="T76" fmla="*/ 590 w 1479"/>
              <a:gd name="T77" fmla="*/ 227 h 1484"/>
              <a:gd name="T78" fmla="*/ 432 w 1479"/>
              <a:gd name="T79" fmla="*/ 116 h 1484"/>
              <a:gd name="T80" fmla="*/ 377 w 1479"/>
              <a:gd name="T81" fmla="*/ 365 h 1484"/>
              <a:gd name="T82" fmla="*/ 432 w 1479"/>
              <a:gd name="T83" fmla="*/ 233 h 1484"/>
              <a:gd name="T84" fmla="*/ 629 w 1479"/>
              <a:gd name="T85" fmla="*/ 380 h 1484"/>
              <a:gd name="T86" fmla="*/ 749 w 1479"/>
              <a:gd name="T87" fmla="*/ 585 h 1484"/>
              <a:gd name="T88" fmla="*/ 792 w 1479"/>
              <a:gd name="T89" fmla="*/ 960 h 1484"/>
              <a:gd name="T90" fmla="*/ 710 w 1479"/>
              <a:gd name="T91" fmla="*/ 1172 h 1484"/>
              <a:gd name="T92" fmla="*/ 614 w 1479"/>
              <a:gd name="T93" fmla="*/ 1283 h 1484"/>
              <a:gd name="T94" fmla="*/ 650 w 1479"/>
              <a:gd name="T95" fmla="*/ 1429 h 1484"/>
              <a:gd name="T96" fmla="*/ 779 w 1479"/>
              <a:gd name="T97" fmla="*/ 1484 h 1484"/>
              <a:gd name="T98" fmla="*/ 901 w 1479"/>
              <a:gd name="T99" fmla="*/ 1419 h 1484"/>
              <a:gd name="T100" fmla="*/ 925 w 1479"/>
              <a:gd name="T101" fmla="*/ 1268 h 1484"/>
              <a:gd name="T102" fmla="*/ 823 w 1479"/>
              <a:gd name="T103" fmla="*/ 1376 h 1484"/>
              <a:gd name="T104" fmla="*/ 733 w 1479"/>
              <a:gd name="T105" fmla="*/ 1388 h 1484"/>
              <a:gd name="T106" fmla="*/ 700 w 1479"/>
              <a:gd name="T107" fmla="*/ 1309 h 1484"/>
              <a:gd name="T108" fmla="*/ 746 w 1479"/>
              <a:gd name="T109" fmla="*/ 1258 h 1484"/>
              <a:gd name="T110" fmla="*/ 824 w 1479"/>
              <a:gd name="T111" fmla="*/ 1278 h 1484"/>
              <a:gd name="T112" fmla="*/ 829 w 1479"/>
              <a:gd name="T113" fmla="*/ 1370 h 1484"/>
              <a:gd name="T114" fmla="*/ 451 w 1479"/>
              <a:gd name="T115" fmla="*/ 693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79" h="1484">
                <a:moveTo>
                  <a:pt x="163" y="648"/>
                </a:moveTo>
                <a:lnTo>
                  <a:pt x="197" y="614"/>
                </a:lnTo>
                <a:lnTo>
                  <a:pt x="131" y="548"/>
                </a:lnTo>
                <a:lnTo>
                  <a:pt x="197" y="482"/>
                </a:lnTo>
                <a:lnTo>
                  <a:pt x="165" y="451"/>
                </a:lnTo>
                <a:lnTo>
                  <a:pt x="100" y="517"/>
                </a:lnTo>
                <a:lnTo>
                  <a:pt x="35" y="452"/>
                </a:lnTo>
                <a:lnTo>
                  <a:pt x="1" y="483"/>
                </a:lnTo>
                <a:lnTo>
                  <a:pt x="66" y="548"/>
                </a:lnTo>
                <a:lnTo>
                  <a:pt x="0" y="614"/>
                </a:lnTo>
                <a:lnTo>
                  <a:pt x="32" y="647"/>
                </a:lnTo>
                <a:lnTo>
                  <a:pt x="97" y="582"/>
                </a:lnTo>
                <a:lnTo>
                  <a:pt x="163" y="648"/>
                </a:lnTo>
                <a:close/>
                <a:moveTo>
                  <a:pt x="914" y="554"/>
                </a:moveTo>
                <a:lnTo>
                  <a:pt x="978" y="489"/>
                </a:lnTo>
                <a:lnTo>
                  <a:pt x="1044" y="555"/>
                </a:lnTo>
                <a:lnTo>
                  <a:pt x="1078" y="522"/>
                </a:lnTo>
                <a:lnTo>
                  <a:pt x="1013" y="455"/>
                </a:lnTo>
                <a:lnTo>
                  <a:pt x="1078" y="389"/>
                </a:lnTo>
                <a:lnTo>
                  <a:pt x="1047" y="358"/>
                </a:lnTo>
                <a:lnTo>
                  <a:pt x="981" y="424"/>
                </a:lnTo>
                <a:lnTo>
                  <a:pt x="917" y="359"/>
                </a:lnTo>
                <a:lnTo>
                  <a:pt x="882" y="391"/>
                </a:lnTo>
                <a:lnTo>
                  <a:pt x="947" y="455"/>
                </a:lnTo>
                <a:lnTo>
                  <a:pt x="881" y="522"/>
                </a:lnTo>
                <a:lnTo>
                  <a:pt x="914" y="554"/>
                </a:lnTo>
                <a:close/>
                <a:moveTo>
                  <a:pt x="398" y="1110"/>
                </a:moveTo>
                <a:lnTo>
                  <a:pt x="398" y="1110"/>
                </a:lnTo>
                <a:lnTo>
                  <a:pt x="384" y="1111"/>
                </a:lnTo>
                <a:lnTo>
                  <a:pt x="372" y="1113"/>
                </a:lnTo>
                <a:lnTo>
                  <a:pt x="242" y="847"/>
                </a:lnTo>
                <a:lnTo>
                  <a:pt x="285" y="823"/>
                </a:lnTo>
                <a:lnTo>
                  <a:pt x="285" y="823"/>
                </a:lnTo>
                <a:lnTo>
                  <a:pt x="290" y="819"/>
                </a:lnTo>
                <a:lnTo>
                  <a:pt x="296" y="815"/>
                </a:lnTo>
                <a:lnTo>
                  <a:pt x="300" y="808"/>
                </a:lnTo>
                <a:lnTo>
                  <a:pt x="305" y="800"/>
                </a:lnTo>
                <a:lnTo>
                  <a:pt x="306" y="795"/>
                </a:lnTo>
                <a:lnTo>
                  <a:pt x="307" y="789"/>
                </a:lnTo>
                <a:lnTo>
                  <a:pt x="306" y="783"/>
                </a:lnTo>
                <a:lnTo>
                  <a:pt x="305" y="777"/>
                </a:lnTo>
                <a:lnTo>
                  <a:pt x="303" y="770"/>
                </a:lnTo>
                <a:lnTo>
                  <a:pt x="299" y="763"/>
                </a:lnTo>
                <a:lnTo>
                  <a:pt x="299" y="763"/>
                </a:lnTo>
                <a:lnTo>
                  <a:pt x="293" y="756"/>
                </a:lnTo>
                <a:lnTo>
                  <a:pt x="287" y="749"/>
                </a:lnTo>
                <a:lnTo>
                  <a:pt x="279" y="744"/>
                </a:lnTo>
                <a:lnTo>
                  <a:pt x="271" y="742"/>
                </a:lnTo>
                <a:lnTo>
                  <a:pt x="262" y="739"/>
                </a:lnTo>
                <a:lnTo>
                  <a:pt x="254" y="739"/>
                </a:lnTo>
                <a:lnTo>
                  <a:pt x="245" y="742"/>
                </a:lnTo>
                <a:lnTo>
                  <a:pt x="235" y="746"/>
                </a:lnTo>
                <a:lnTo>
                  <a:pt x="235" y="746"/>
                </a:lnTo>
                <a:lnTo>
                  <a:pt x="75" y="837"/>
                </a:lnTo>
                <a:lnTo>
                  <a:pt x="75" y="837"/>
                </a:lnTo>
                <a:lnTo>
                  <a:pt x="70" y="841"/>
                </a:lnTo>
                <a:lnTo>
                  <a:pt x="64" y="846"/>
                </a:lnTo>
                <a:lnTo>
                  <a:pt x="58" y="854"/>
                </a:lnTo>
                <a:lnTo>
                  <a:pt x="54" y="863"/>
                </a:lnTo>
                <a:lnTo>
                  <a:pt x="52" y="868"/>
                </a:lnTo>
                <a:lnTo>
                  <a:pt x="51" y="874"/>
                </a:lnTo>
                <a:lnTo>
                  <a:pt x="51" y="880"/>
                </a:lnTo>
                <a:lnTo>
                  <a:pt x="52" y="887"/>
                </a:lnTo>
                <a:lnTo>
                  <a:pt x="54" y="894"/>
                </a:lnTo>
                <a:lnTo>
                  <a:pt x="58" y="901"/>
                </a:lnTo>
                <a:lnTo>
                  <a:pt x="58" y="901"/>
                </a:lnTo>
                <a:lnTo>
                  <a:pt x="63" y="905"/>
                </a:lnTo>
                <a:lnTo>
                  <a:pt x="67" y="911"/>
                </a:lnTo>
                <a:lnTo>
                  <a:pt x="74" y="917"/>
                </a:lnTo>
                <a:lnTo>
                  <a:pt x="83" y="921"/>
                </a:lnTo>
                <a:lnTo>
                  <a:pt x="88" y="923"/>
                </a:lnTo>
                <a:lnTo>
                  <a:pt x="94" y="923"/>
                </a:lnTo>
                <a:lnTo>
                  <a:pt x="100" y="923"/>
                </a:lnTo>
                <a:lnTo>
                  <a:pt x="107" y="921"/>
                </a:lnTo>
                <a:lnTo>
                  <a:pt x="114" y="919"/>
                </a:lnTo>
                <a:lnTo>
                  <a:pt x="121" y="916"/>
                </a:lnTo>
                <a:lnTo>
                  <a:pt x="161" y="892"/>
                </a:lnTo>
                <a:lnTo>
                  <a:pt x="291" y="1150"/>
                </a:lnTo>
                <a:lnTo>
                  <a:pt x="291" y="1150"/>
                </a:lnTo>
                <a:lnTo>
                  <a:pt x="278" y="1162"/>
                </a:lnTo>
                <a:lnTo>
                  <a:pt x="268" y="1175"/>
                </a:lnTo>
                <a:lnTo>
                  <a:pt x="258" y="1189"/>
                </a:lnTo>
                <a:lnTo>
                  <a:pt x="250" y="1204"/>
                </a:lnTo>
                <a:lnTo>
                  <a:pt x="243" y="1220"/>
                </a:lnTo>
                <a:lnTo>
                  <a:pt x="239" y="1237"/>
                </a:lnTo>
                <a:lnTo>
                  <a:pt x="236" y="1254"/>
                </a:lnTo>
                <a:lnTo>
                  <a:pt x="235" y="1273"/>
                </a:lnTo>
                <a:lnTo>
                  <a:pt x="235" y="1273"/>
                </a:lnTo>
                <a:lnTo>
                  <a:pt x="236" y="1289"/>
                </a:lnTo>
                <a:lnTo>
                  <a:pt x="239" y="1305"/>
                </a:lnTo>
                <a:lnTo>
                  <a:pt x="242" y="1320"/>
                </a:lnTo>
                <a:lnTo>
                  <a:pt x="248" y="1335"/>
                </a:lnTo>
                <a:lnTo>
                  <a:pt x="255" y="1349"/>
                </a:lnTo>
                <a:lnTo>
                  <a:pt x="263" y="1363"/>
                </a:lnTo>
                <a:lnTo>
                  <a:pt x="272" y="1376"/>
                </a:lnTo>
                <a:lnTo>
                  <a:pt x="283" y="1387"/>
                </a:lnTo>
                <a:lnTo>
                  <a:pt x="294" y="1398"/>
                </a:lnTo>
                <a:lnTo>
                  <a:pt x="307" y="1407"/>
                </a:lnTo>
                <a:lnTo>
                  <a:pt x="320" y="1415"/>
                </a:lnTo>
                <a:lnTo>
                  <a:pt x="334" y="1422"/>
                </a:lnTo>
                <a:lnTo>
                  <a:pt x="349" y="1427"/>
                </a:lnTo>
                <a:lnTo>
                  <a:pt x="365" y="1431"/>
                </a:lnTo>
                <a:lnTo>
                  <a:pt x="380" y="1434"/>
                </a:lnTo>
                <a:lnTo>
                  <a:pt x="398" y="1435"/>
                </a:lnTo>
                <a:lnTo>
                  <a:pt x="398" y="1435"/>
                </a:lnTo>
                <a:lnTo>
                  <a:pt x="414" y="1434"/>
                </a:lnTo>
                <a:lnTo>
                  <a:pt x="430" y="1431"/>
                </a:lnTo>
                <a:lnTo>
                  <a:pt x="445" y="1427"/>
                </a:lnTo>
                <a:lnTo>
                  <a:pt x="460" y="1422"/>
                </a:lnTo>
                <a:lnTo>
                  <a:pt x="474" y="1415"/>
                </a:lnTo>
                <a:lnTo>
                  <a:pt x="488" y="1407"/>
                </a:lnTo>
                <a:lnTo>
                  <a:pt x="501" y="1398"/>
                </a:lnTo>
                <a:lnTo>
                  <a:pt x="512" y="1387"/>
                </a:lnTo>
                <a:lnTo>
                  <a:pt x="523" y="1376"/>
                </a:lnTo>
                <a:lnTo>
                  <a:pt x="532" y="1363"/>
                </a:lnTo>
                <a:lnTo>
                  <a:pt x="540" y="1349"/>
                </a:lnTo>
                <a:lnTo>
                  <a:pt x="546" y="1335"/>
                </a:lnTo>
                <a:lnTo>
                  <a:pt x="552" y="1320"/>
                </a:lnTo>
                <a:lnTo>
                  <a:pt x="556" y="1305"/>
                </a:lnTo>
                <a:lnTo>
                  <a:pt x="559" y="1289"/>
                </a:lnTo>
                <a:lnTo>
                  <a:pt x="559" y="1273"/>
                </a:lnTo>
                <a:lnTo>
                  <a:pt x="559" y="1273"/>
                </a:lnTo>
                <a:lnTo>
                  <a:pt x="559" y="1256"/>
                </a:lnTo>
                <a:lnTo>
                  <a:pt x="556" y="1240"/>
                </a:lnTo>
                <a:lnTo>
                  <a:pt x="552" y="1224"/>
                </a:lnTo>
                <a:lnTo>
                  <a:pt x="546" y="1209"/>
                </a:lnTo>
                <a:lnTo>
                  <a:pt x="540" y="1195"/>
                </a:lnTo>
                <a:lnTo>
                  <a:pt x="532" y="1182"/>
                </a:lnTo>
                <a:lnTo>
                  <a:pt x="523" y="1169"/>
                </a:lnTo>
                <a:lnTo>
                  <a:pt x="512" y="1158"/>
                </a:lnTo>
                <a:lnTo>
                  <a:pt x="501" y="1147"/>
                </a:lnTo>
                <a:lnTo>
                  <a:pt x="488" y="1138"/>
                </a:lnTo>
                <a:lnTo>
                  <a:pt x="474" y="1130"/>
                </a:lnTo>
                <a:lnTo>
                  <a:pt x="460" y="1123"/>
                </a:lnTo>
                <a:lnTo>
                  <a:pt x="445" y="1117"/>
                </a:lnTo>
                <a:lnTo>
                  <a:pt x="430" y="1114"/>
                </a:lnTo>
                <a:lnTo>
                  <a:pt x="414" y="1111"/>
                </a:lnTo>
                <a:lnTo>
                  <a:pt x="398" y="1110"/>
                </a:lnTo>
                <a:lnTo>
                  <a:pt x="398" y="1110"/>
                </a:lnTo>
                <a:close/>
                <a:moveTo>
                  <a:pt x="399" y="1349"/>
                </a:moveTo>
                <a:lnTo>
                  <a:pt x="399" y="1349"/>
                </a:lnTo>
                <a:lnTo>
                  <a:pt x="392" y="1349"/>
                </a:lnTo>
                <a:lnTo>
                  <a:pt x="385" y="1348"/>
                </a:lnTo>
                <a:lnTo>
                  <a:pt x="378" y="1347"/>
                </a:lnTo>
                <a:lnTo>
                  <a:pt x="371" y="1344"/>
                </a:lnTo>
                <a:lnTo>
                  <a:pt x="358" y="1338"/>
                </a:lnTo>
                <a:lnTo>
                  <a:pt x="348" y="1328"/>
                </a:lnTo>
                <a:lnTo>
                  <a:pt x="338" y="1318"/>
                </a:lnTo>
                <a:lnTo>
                  <a:pt x="333" y="1305"/>
                </a:lnTo>
                <a:lnTo>
                  <a:pt x="330" y="1299"/>
                </a:lnTo>
                <a:lnTo>
                  <a:pt x="328" y="1292"/>
                </a:lnTo>
                <a:lnTo>
                  <a:pt x="327" y="1284"/>
                </a:lnTo>
                <a:lnTo>
                  <a:pt x="327" y="1277"/>
                </a:lnTo>
                <a:lnTo>
                  <a:pt x="327" y="1277"/>
                </a:lnTo>
                <a:lnTo>
                  <a:pt x="327" y="1270"/>
                </a:lnTo>
                <a:lnTo>
                  <a:pt x="328" y="1262"/>
                </a:lnTo>
                <a:lnTo>
                  <a:pt x="330" y="1255"/>
                </a:lnTo>
                <a:lnTo>
                  <a:pt x="333" y="1249"/>
                </a:lnTo>
                <a:lnTo>
                  <a:pt x="338" y="1237"/>
                </a:lnTo>
                <a:lnTo>
                  <a:pt x="348" y="1226"/>
                </a:lnTo>
                <a:lnTo>
                  <a:pt x="358" y="1217"/>
                </a:lnTo>
                <a:lnTo>
                  <a:pt x="371" y="1210"/>
                </a:lnTo>
                <a:lnTo>
                  <a:pt x="378" y="1208"/>
                </a:lnTo>
                <a:lnTo>
                  <a:pt x="385" y="1207"/>
                </a:lnTo>
                <a:lnTo>
                  <a:pt x="392" y="1205"/>
                </a:lnTo>
                <a:lnTo>
                  <a:pt x="399" y="1204"/>
                </a:lnTo>
                <a:lnTo>
                  <a:pt x="399" y="1204"/>
                </a:lnTo>
                <a:lnTo>
                  <a:pt x="407" y="1205"/>
                </a:lnTo>
                <a:lnTo>
                  <a:pt x="414" y="1207"/>
                </a:lnTo>
                <a:lnTo>
                  <a:pt x="421" y="1208"/>
                </a:lnTo>
                <a:lnTo>
                  <a:pt x="428" y="1210"/>
                </a:lnTo>
                <a:lnTo>
                  <a:pt x="439" y="1217"/>
                </a:lnTo>
                <a:lnTo>
                  <a:pt x="450" y="1226"/>
                </a:lnTo>
                <a:lnTo>
                  <a:pt x="459" y="1237"/>
                </a:lnTo>
                <a:lnTo>
                  <a:pt x="466" y="1249"/>
                </a:lnTo>
                <a:lnTo>
                  <a:pt x="468" y="1255"/>
                </a:lnTo>
                <a:lnTo>
                  <a:pt x="471" y="1262"/>
                </a:lnTo>
                <a:lnTo>
                  <a:pt x="471" y="1270"/>
                </a:lnTo>
                <a:lnTo>
                  <a:pt x="472" y="1277"/>
                </a:lnTo>
                <a:lnTo>
                  <a:pt x="472" y="1277"/>
                </a:lnTo>
                <a:lnTo>
                  <a:pt x="471" y="1284"/>
                </a:lnTo>
                <a:lnTo>
                  <a:pt x="471" y="1292"/>
                </a:lnTo>
                <a:lnTo>
                  <a:pt x="468" y="1299"/>
                </a:lnTo>
                <a:lnTo>
                  <a:pt x="466" y="1305"/>
                </a:lnTo>
                <a:lnTo>
                  <a:pt x="459" y="1318"/>
                </a:lnTo>
                <a:lnTo>
                  <a:pt x="450" y="1328"/>
                </a:lnTo>
                <a:lnTo>
                  <a:pt x="439" y="1338"/>
                </a:lnTo>
                <a:lnTo>
                  <a:pt x="428" y="1344"/>
                </a:lnTo>
                <a:lnTo>
                  <a:pt x="421" y="1347"/>
                </a:lnTo>
                <a:lnTo>
                  <a:pt x="414" y="1348"/>
                </a:lnTo>
                <a:lnTo>
                  <a:pt x="407" y="1349"/>
                </a:lnTo>
                <a:lnTo>
                  <a:pt x="399" y="1349"/>
                </a:lnTo>
                <a:lnTo>
                  <a:pt x="399" y="1349"/>
                </a:lnTo>
                <a:close/>
                <a:moveTo>
                  <a:pt x="1479" y="763"/>
                </a:moveTo>
                <a:lnTo>
                  <a:pt x="1266" y="593"/>
                </a:lnTo>
                <a:lnTo>
                  <a:pt x="1353" y="512"/>
                </a:lnTo>
                <a:lnTo>
                  <a:pt x="1118" y="509"/>
                </a:lnTo>
                <a:lnTo>
                  <a:pt x="1153" y="756"/>
                </a:lnTo>
                <a:lnTo>
                  <a:pt x="1219" y="663"/>
                </a:lnTo>
                <a:lnTo>
                  <a:pt x="1382" y="790"/>
                </a:lnTo>
                <a:lnTo>
                  <a:pt x="1382" y="790"/>
                </a:lnTo>
                <a:lnTo>
                  <a:pt x="1380" y="797"/>
                </a:lnTo>
                <a:lnTo>
                  <a:pt x="1377" y="816"/>
                </a:lnTo>
                <a:lnTo>
                  <a:pt x="1373" y="829"/>
                </a:lnTo>
                <a:lnTo>
                  <a:pt x="1369" y="844"/>
                </a:lnTo>
                <a:lnTo>
                  <a:pt x="1362" y="860"/>
                </a:lnTo>
                <a:lnTo>
                  <a:pt x="1355" y="877"/>
                </a:lnTo>
                <a:lnTo>
                  <a:pt x="1345" y="896"/>
                </a:lnTo>
                <a:lnTo>
                  <a:pt x="1333" y="916"/>
                </a:lnTo>
                <a:lnTo>
                  <a:pt x="1318" y="936"/>
                </a:lnTo>
                <a:lnTo>
                  <a:pt x="1302" y="956"/>
                </a:lnTo>
                <a:lnTo>
                  <a:pt x="1282" y="976"/>
                </a:lnTo>
                <a:lnTo>
                  <a:pt x="1259" y="996"/>
                </a:lnTo>
                <a:lnTo>
                  <a:pt x="1233" y="1015"/>
                </a:lnTo>
                <a:lnTo>
                  <a:pt x="1218" y="1023"/>
                </a:lnTo>
                <a:lnTo>
                  <a:pt x="1203" y="1033"/>
                </a:lnTo>
                <a:lnTo>
                  <a:pt x="1203" y="1033"/>
                </a:lnTo>
                <a:lnTo>
                  <a:pt x="1188" y="1027"/>
                </a:lnTo>
                <a:lnTo>
                  <a:pt x="1172" y="1022"/>
                </a:lnTo>
                <a:lnTo>
                  <a:pt x="1154" y="1020"/>
                </a:lnTo>
                <a:lnTo>
                  <a:pt x="1137" y="1019"/>
                </a:lnTo>
                <a:lnTo>
                  <a:pt x="1121" y="1020"/>
                </a:lnTo>
                <a:lnTo>
                  <a:pt x="1103" y="1023"/>
                </a:lnTo>
                <a:lnTo>
                  <a:pt x="1086" y="1028"/>
                </a:lnTo>
                <a:lnTo>
                  <a:pt x="1070" y="1035"/>
                </a:lnTo>
                <a:lnTo>
                  <a:pt x="1070" y="1035"/>
                </a:lnTo>
                <a:lnTo>
                  <a:pt x="1055" y="1042"/>
                </a:lnTo>
                <a:lnTo>
                  <a:pt x="1041" y="1051"/>
                </a:lnTo>
                <a:lnTo>
                  <a:pt x="1029" y="1062"/>
                </a:lnTo>
                <a:lnTo>
                  <a:pt x="1018" y="1073"/>
                </a:lnTo>
                <a:lnTo>
                  <a:pt x="1008" y="1085"/>
                </a:lnTo>
                <a:lnTo>
                  <a:pt x="999" y="1099"/>
                </a:lnTo>
                <a:lnTo>
                  <a:pt x="992" y="1111"/>
                </a:lnTo>
                <a:lnTo>
                  <a:pt x="986" y="1127"/>
                </a:lnTo>
                <a:lnTo>
                  <a:pt x="982" y="1142"/>
                </a:lnTo>
                <a:lnTo>
                  <a:pt x="978" y="1157"/>
                </a:lnTo>
                <a:lnTo>
                  <a:pt x="977" y="1172"/>
                </a:lnTo>
                <a:lnTo>
                  <a:pt x="977" y="1188"/>
                </a:lnTo>
                <a:lnTo>
                  <a:pt x="978" y="1203"/>
                </a:lnTo>
                <a:lnTo>
                  <a:pt x="981" y="1219"/>
                </a:lnTo>
                <a:lnTo>
                  <a:pt x="985" y="1234"/>
                </a:lnTo>
                <a:lnTo>
                  <a:pt x="992" y="1251"/>
                </a:lnTo>
                <a:lnTo>
                  <a:pt x="992" y="1251"/>
                </a:lnTo>
                <a:lnTo>
                  <a:pt x="1000" y="1264"/>
                </a:lnTo>
                <a:lnTo>
                  <a:pt x="1008" y="1278"/>
                </a:lnTo>
                <a:lnTo>
                  <a:pt x="1019" y="1291"/>
                </a:lnTo>
                <a:lnTo>
                  <a:pt x="1030" y="1302"/>
                </a:lnTo>
                <a:lnTo>
                  <a:pt x="1043" y="1312"/>
                </a:lnTo>
                <a:lnTo>
                  <a:pt x="1056" y="1320"/>
                </a:lnTo>
                <a:lnTo>
                  <a:pt x="1070" y="1327"/>
                </a:lnTo>
                <a:lnTo>
                  <a:pt x="1084" y="1334"/>
                </a:lnTo>
                <a:lnTo>
                  <a:pt x="1099" y="1338"/>
                </a:lnTo>
                <a:lnTo>
                  <a:pt x="1114" y="1341"/>
                </a:lnTo>
                <a:lnTo>
                  <a:pt x="1129" y="1343"/>
                </a:lnTo>
                <a:lnTo>
                  <a:pt x="1145" y="1343"/>
                </a:lnTo>
                <a:lnTo>
                  <a:pt x="1161" y="1341"/>
                </a:lnTo>
                <a:lnTo>
                  <a:pt x="1176" y="1339"/>
                </a:lnTo>
                <a:lnTo>
                  <a:pt x="1193" y="1334"/>
                </a:lnTo>
                <a:lnTo>
                  <a:pt x="1208" y="1327"/>
                </a:lnTo>
                <a:lnTo>
                  <a:pt x="1208" y="1327"/>
                </a:lnTo>
                <a:lnTo>
                  <a:pt x="1223" y="1320"/>
                </a:lnTo>
                <a:lnTo>
                  <a:pt x="1236" y="1311"/>
                </a:lnTo>
                <a:lnTo>
                  <a:pt x="1248" y="1300"/>
                </a:lnTo>
                <a:lnTo>
                  <a:pt x="1259" y="1289"/>
                </a:lnTo>
                <a:lnTo>
                  <a:pt x="1269" y="1277"/>
                </a:lnTo>
                <a:lnTo>
                  <a:pt x="1277" y="1263"/>
                </a:lnTo>
                <a:lnTo>
                  <a:pt x="1285" y="1251"/>
                </a:lnTo>
                <a:lnTo>
                  <a:pt x="1291" y="1236"/>
                </a:lnTo>
                <a:lnTo>
                  <a:pt x="1296" y="1220"/>
                </a:lnTo>
                <a:lnTo>
                  <a:pt x="1298" y="1205"/>
                </a:lnTo>
                <a:lnTo>
                  <a:pt x="1300" y="1190"/>
                </a:lnTo>
                <a:lnTo>
                  <a:pt x="1300" y="1174"/>
                </a:lnTo>
                <a:lnTo>
                  <a:pt x="1299" y="1159"/>
                </a:lnTo>
                <a:lnTo>
                  <a:pt x="1296" y="1143"/>
                </a:lnTo>
                <a:lnTo>
                  <a:pt x="1291" y="1128"/>
                </a:lnTo>
                <a:lnTo>
                  <a:pt x="1285" y="1111"/>
                </a:lnTo>
                <a:lnTo>
                  <a:pt x="1285" y="1111"/>
                </a:lnTo>
                <a:lnTo>
                  <a:pt x="1280" y="1100"/>
                </a:lnTo>
                <a:lnTo>
                  <a:pt x="1273" y="1089"/>
                </a:lnTo>
                <a:lnTo>
                  <a:pt x="1273" y="1089"/>
                </a:lnTo>
                <a:lnTo>
                  <a:pt x="1280" y="1085"/>
                </a:lnTo>
                <a:lnTo>
                  <a:pt x="1299" y="1070"/>
                </a:lnTo>
                <a:lnTo>
                  <a:pt x="1312" y="1059"/>
                </a:lnTo>
                <a:lnTo>
                  <a:pt x="1328" y="1045"/>
                </a:lnTo>
                <a:lnTo>
                  <a:pt x="1345" y="1029"/>
                </a:lnTo>
                <a:lnTo>
                  <a:pt x="1362" y="1011"/>
                </a:lnTo>
                <a:lnTo>
                  <a:pt x="1379" y="990"/>
                </a:lnTo>
                <a:lnTo>
                  <a:pt x="1397" y="965"/>
                </a:lnTo>
                <a:lnTo>
                  <a:pt x="1414" y="939"/>
                </a:lnTo>
                <a:lnTo>
                  <a:pt x="1430" y="909"/>
                </a:lnTo>
                <a:lnTo>
                  <a:pt x="1447" y="876"/>
                </a:lnTo>
                <a:lnTo>
                  <a:pt x="1452" y="860"/>
                </a:lnTo>
                <a:lnTo>
                  <a:pt x="1459" y="841"/>
                </a:lnTo>
                <a:lnTo>
                  <a:pt x="1465" y="823"/>
                </a:lnTo>
                <a:lnTo>
                  <a:pt x="1471" y="803"/>
                </a:lnTo>
                <a:lnTo>
                  <a:pt x="1475" y="783"/>
                </a:lnTo>
                <a:lnTo>
                  <a:pt x="1479" y="763"/>
                </a:lnTo>
                <a:lnTo>
                  <a:pt x="1479" y="763"/>
                </a:lnTo>
                <a:close/>
                <a:moveTo>
                  <a:pt x="1166" y="1251"/>
                </a:moveTo>
                <a:lnTo>
                  <a:pt x="1166" y="1251"/>
                </a:lnTo>
                <a:lnTo>
                  <a:pt x="1159" y="1253"/>
                </a:lnTo>
                <a:lnTo>
                  <a:pt x="1152" y="1255"/>
                </a:lnTo>
                <a:lnTo>
                  <a:pt x="1145" y="1256"/>
                </a:lnTo>
                <a:lnTo>
                  <a:pt x="1138" y="1258"/>
                </a:lnTo>
                <a:lnTo>
                  <a:pt x="1124" y="1256"/>
                </a:lnTo>
                <a:lnTo>
                  <a:pt x="1110" y="1253"/>
                </a:lnTo>
                <a:lnTo>
                  <a:pt x="1098" y="1247"/>
                </a:lnTo>
                <a:lnTo>
                  <a:pt x="1087" y="1239"/>
                </a:lnTo>
                <a:lnTo>
                  <a:pt x="1081" y="1233"/>
                </a:lnTo>
                <a:lnTo>
                  <a:pt x="1077" y="1229"/>
                </a:lnTo>
                <a:lnTo>
                  <a:pt x="1073" y="1222"/>
                </a:lnTo>
                <a:lnTo>
                  <a:pt x="1070" y="1216"/>
                </a:lnTo>
                <a:lnTo>
                  <a:pt x="1070" y="1216"/>
                </a:lnTo>
                <a:lnTo>
                  <a:pt x="1066" y="1209"/>
                </a:lnTo>
                <a:lnTo>
                  <a:pt x="1064" y="1202"/>
                </a:lnTo>
                <a:lnTo>
                  <a:pt x="1063" y="1195"/>
                </a:lnTo>
                <a:lnTo>
                  <a:pt x="1063" y="1188"/>
                </a:lnTo>
                <a:lnTo>
                  <a:pt x="1063" y="1174"/>
                </a:lnTo>
                <a:lnTo>
                  <a:pt x="1066" y="1160"/>
                </a:lnTo>
                <a:lnTo>
                  <a:pt x="1073" y="1147"/>
                </a:lnTo>
                <a:lnTo>
                  <a:pt x="1081" y="1136"/>
                </a:lnTo>
                <a:lnTo>
                  <a:pt x="1086" y="1131"/>
                </a:lnTo>
                <a:lnTo>
                  <a:pt x="1092" y="1127"/>
                </a:lnTo>
                <a:lnTo>
                  <a:pt x="1098" y="1123"/>
                </a:lnTo>
                <a:lnTo>
                  <a:pt x="1105" y="1120"/>
                </a:lnTo>
                <a:lnTo>
                  <a:pt x="1105" y="1120"/>
                </a:lnTo>
                <a:lnTo>
                  <a:pt x="1110" y="1116"/>
                </a:lnTo>
                <a:lnTo>
                  <a:pt x="1118" y="1114"/>
                </a:lnTo>
                <a:lnTo>
                  <a:pt x="1125" y="1113"/>
                </a:lnTo>
                <a:lnTo>
                  <a:pt x="1132" y="1113"/>
                </a:lnTo>
                <a:lnTo>
                  <a:pt x="1146" y="1113"/>
                </a:lnTo>
                <a:lnTo>
                  <a:pt x="1159" y="1116"/>
                </a:lnTo>
                <a:lnTo>
                  <a:pt x="1172" y="1122"/>
                </a:lnTo>
                <a:lnTo>
                  <a:pt x="1183" y="1131"/>
                </a:lnTo>
                <a:lnTo>
                  <a:pt x="1188" y="1136"/>
                </a:lnTo>
                <a:lnTo>
                  <a:pt x="1193" y="1142"/>
                </a:lnTo>
                <a:lnTo>
                  <a:pt x="1197" y="1147"/>
                </a:lnTo>
                <a:lnTo>
                  <a:pt x="1201" y="1153"/>
                </a:lnTo>
                <a:lnTo>
                  <a:pt x="1201" y="1153"/>
                </a:lnTo>
                <a:lnTo>
                  <a:pt x="1203" y="1160"/>
                </a:lnTo>
                <a:lnTo>
                  <a:pt x="1205" y="1167"/>
                </a:lnTo>
                <a:lnTo>
                  <a:pt x="1207" y="1174"/>
                </a:lnTo>
                <a:lnTo>
                  <a:pt x="1208" y="1182"/>
                </a:lnTo>
                <a:lnTo>
                  <a:pt x="1207" y="1196"/>
                </a:lnTo>
                <a:lnTo>
                  <a:pt x="1203" y="1209"/>
                </a:lnTo>
                <a:lnTo>
                  <a:pt x="1197" y="1222"/>
                </a:lnTo>
                <a:lnTo>
                  <a:pt x="1189" y="1233"/>
                </a:lnTo>
                <a:lnTo>
                  <a:pt x="1185" y="1238"/>
                </a:lnTo>
                <a:lnTo>
                  <a:pt x="1179" y="1242"/>
                </a:lnTo>
                <a:lnTo>
                  <a:pt x="1173" y="1247"/>
                </a:lnTo>
                <a:lnTo>
                  <a:pt x="1166" y="1251"/>
                </a:lnTo>
                <a:lnTo>
                  <a:pt x="1166" y="1251"/>
                </a:lnTo>
                <a:close/>
                <a:moveTo>
                  <a:pt x="868" y="1191"/>
                </a:moveTo>
                <a:lnTo>
                  <a:pt x="868" y="1191"/>
                </a:lnTo>
                <a:lnTo>
                  <a:pt x="858" y="1185"/>
                </a:lnTo>
                <a:lnTo>
                  <a:pt x="847" y="1179"/>
                </a:lnTo>
                <a:lnTo>
                  <a:pt x="847" y="1179"/>
                </a:lnTo>
                <a:lnTo>
                  <a:pt x="855" y="1139"/>
                </a:lnTo>
                <a:lnTo>
                  <a:pt x="863" y="1102"/>
                </a:lnTo>
                <a:lnTo>
                  <a:pt x="869" y="1066"/>
                </a:lnTo>
                <a:lnTo>
                  <a:pt x="875" y="1030"/>
                </a:lnTo>
                <a:lnTo>
                  <a:pt x="880" y="996"/>
                </a:lnTo>
                <a:lnTo>
                  <a:pt x="883" y="962"/>
                </a:lnTo>
                <a:lnTo>
                  <a:pt x="884" y="928"/>
                </a:lnTo>
                <a:lnTo>
                  <a:pt x="887" y="896"/>
                </a:lnTo>
                <a:lnTo>
                  <a:pt x="887" y="865"/>
                </a:lnTo>
                <a:lnTo>
                  <a:pt x="886" y="834"/>
                </a:lnTo>
                <a:lnTo>
                  <a:pt x="884" y="804"/>
                </a:lnTo>
                <a:lnTo>
                  <a:pt x="882" y="775"/>
                </a:lnTo>
                <a:lnTo>
                  <a:pt x="880" y="746"/>
                </a:lnTo>
                <a:lnTo>
                  <a:pt x="875" y="720"/>
                </a:lnTo>
                <a:lnTo>
                  <a:pt x="870" y="692"/>
                </a:lnTo>
                <a:lnTo>
                  <a:pt x="866" y="666"/>
                </a:lnTo>
                <a:lnTo>
                  <a:pt x="860" y="641"/>
                </a:lnTo>
                <a:lnTo>
                  <a:pt x="853" y="617"/>
                </a:lnTo>
                <a:lnTo>
                  <a:pt x="846" y="593"/>
                </a:lnTo>
                <a:lnTo>
                  <a:pt x="838" y="570"/>
                </a:lnTo>
                <a:lnTo>
                  <a:pt x="830" y="548"/>
                </a:lnTo>
                <a:lnTo>
                  <a:pt x="822" y="526"/>
                </a:lnTo>
                <a:lnTo>
                  <a:pt x="812" y="505"/>
                </a:lnTo>
                <a:lnTo>
                  <a:pt x="802" y="484"/>
                </a:lnTo>
                <a:lnTo>
                  <a:pt x="782" y="446"/>
                </a:lnTo>
                <a:lnTo>
                  <a:pt x="760" y="410"/>
                </a:lnTo>
                <a:lnTo>
                  <a:pt x="737" y="378"/>
                </a:lnTo>
                <a:lnTo>
                  <a:pt x="713" y="347"/>
                </a:lnTo>
                <a:lnTo>
                  <a:pt x="688" y="319"/>
                </a:lnTo>
                <a:lnTo>
                  <a:pt x="664" y="292"/>
                </a:lnTo>
                <a:lnTo>
                  <a:pt x="639" y="269"/>
                </a:lnTo>
                <a:lnTo>
                  <a:pt x="614" y="247"/>
                </a:lnTo>
                <a:lnTo>
                  <a:pt x="590" y="227"/>
                </a:lnTo>
                <a:lnTo>
                  <a:pt x="567" y="210"/>
                </a:lnTo>
                <a:lnTo>
                  <a:pt x="544" y="195"/>
                </a:lnTo>
                <a:lnTo>
                  <a:pt x="523" y="182"/>
                </a:lnTo>
                <a:lnTo>
                  <a:pt x="503" y="170"/>
                </a:lnTo>
                <a:lnTo>
                  <a:pt x="486" y="160"/>
                </a:lnTo>
                <a:lnTo>
                  <a:pt x="456" y="146"/>
                </a:lnTo>
                <a:lnTo>
                  <a:pt x="437" y="137"/>
                </a:lnTo>
                <a:lnTo>
                  <a:pt x="430" y="134"/>
                </a:lnTo>
                <a:lnTo>
                  <a:pt x="430" y="134"/>
                </a:lnTo>
                <a:lnTo>
                  <a:pt x="432" y="116"/>
                </a:lnTo>
                <a:lnTo>
                  <a:pt x="435" y="96"/>
                </a:lnTo>
                <a:lnTo>
                  <a:pt x="439" y="73"/>
                </a:lnTo>
                <a:lnTo>
                  <a:pt x="444" y="50"/>
                </a:lnTo>
                <a:lnTo>
                  <a:pt x="451" y="28"/>
                </a:lnTo>
                <a:lnTo>
                  <a:pt x="456" y="19"/>
                </a:lnTo>
                <a:lnTo>
                  <a:pt x="459" y="10"/>
                </a:lnTo>
                <a:lnTo>
                  <a:pt x="464" y="5"/>
                </a:lnTo>
                <a:lnTo>
                  <a:pt x="468" y="0"/>
                </a:lnTo>
                <a:lnTo>
                  <a:pt x="226" y="121"/>
                </a:lnTo>
                <a:lnTo>
                  <a:pt x="377" y="365"/>
                </a:lnTo>
                <a:lnTo>
                  <a:pt x="377" y="365"/>
                </a:lnTo>
                <a:lnTo>
                  <a:pt x="379" y="348"/>
                </a:lnTo>
                <a:lnTo>
                  <a:pt x="385" y="306"/>
                </a:lnTo>
                <a:lnTo>
                  <a:pt x="389" y="282"/>
                </a:lnTo>
                <a:lnTo>
                  <a:pt x="394" y="257"/>
                </a:lnTo>
                <a:lnTo>
                  <a:pt x="401" y="236"/>
                </a:lnTo>
                <a:lnTo>
                  <a:pt x="403" y="228"/>
                </a:lnTo>
                <a:lnTo>
                  <a:pt x="407" y="220"/>
                </a:lnTo>
                <a:lnTo>
                  <a:pt x="407" y="220"/>
                </a:lnTo>
                <a:lnTo>
                  <a:pt x="432" y="233"/>
                </a:lnTo>
                <a:lnTo>
                  <a:pt x="457" y="245"/>
                </a:lnTo>
                <a:lnTo>
                  <a:pt x="480" y="257"/>
                </a:lnTo>
                <a:lnTo>
                  <a:pt x="502" y="271"/>
                </a:lnTo>
                <a:lnTo>
                  <a:pt x="523" y="285"/>
                </a:lnTo>
                <a:lnTo>
                  <a:pt x="544" y="300"/>
                </a:lnTo>
                <a:lnTo>
                  <a:pt x="562" y="315"/>
                </a:lnTo>
                <a:lnTo>
                  <a:pt x="581" y="331"/>
                </a:lnTo>
                <a:lnTo>
                  <a:pt x="598" y="347"/>
                </a:lnTo>
                <a:lnTo>
                  <a:pt x="614" y="364"/>
                </a:lnTo>
                <a:lnTo>
                  <a:pt x="629" y="380"/>
                </a:lnTo>
                <a:lnTo>
                  <a:pt x="644" y="398"/>
                </a:lnTo>
                <a:lnTo>
                  <a:pt x="658" y="415"/>
                </a:lnTo>
                <a:lnTo>
                  <a:pt x="671" y="433"/>
                </a:lnTo>
                <a:lnTo>
                  <a:pt x="684" y="452"/>
                </a:lnTo>
                <a:lnTo>
                  <a:pt x="694" y="471"/>
                </a:lnTo>
                <a:lnTo>
                  <a:pt x="706" y="489"/>
                </a:lnTo>
                <a:lnTo>
                  <a:pt x="715" y="508"/>
                </a:lnTo>
                <a:lnTo>
                  <a:pt x="724" y="527"/>
                </a:lnTo>
                <a:lnTo>
                  <a:pt x="734" y="546"/>
                </a:lnTo>
                <a:lnTo>
                  <a:pt x="749" y="585"/>
                </a:lnTo>
                <a:lnTo>
                  <a:pt x="761" y="625"/>
                </a:lnTo>
                <a:lnTo>
                  <a:pt x="771" y="664"/>
                </a:lnTo>
                <a:lnTo>
                  <a:pt x="779" y="704"/>
                </a:lnTo>
                <a:lnTo>
                  <a:pt x="786" y="743"/>
                </a:lnTo>
                <a:lnTo>
                  <a:pt x="790" y="781"/>
                </a:lnTo>
                <a:lnTo>
                  <a:pt x="793" y="819"/>
                </a:lnTo>
                <a:lnTo>
                  <a:pt x="794" y="857"/>
                </a:lnTo>
                <a:lnTo>
                  <a:pt x="794" y="892"/>
                </a:lnTo>
                <a:lnTo>
                  <a:pt x="794" y="927"/>
                </a:lnTo>
                <a:lnTo>
                  <a:pt x="792" y="960"/>
                </a:lnTo>
                <a:lnTo>
                  <a:pt x="789" y="991"/>
                </a:lnTo>
                <a:lnTo>
                  <a:pt x="786" y="1020"/>
                </a:lnTo>
                <a:lnTo>
                  <a:pt x="782" y="1048"/>
                </a:lnTo>
                <a:lnTo>
                  <a:pt x="774" y="1094"/>
                </a:lnTo>
                <a:lnTo>
                  <a:pt x="767" y="1130"/>
                </a:lnTo>
                <a:lnTo>
                  <a:pt x="759" y="1160"/>
                </a:lnTo>
                <a:lnTo>
                  <a:pt x="759" y="1160"/>
                </a:lnTo>
                <a:lnTo>
                  <a:pt x="743" y="1162"/>
                </a:lnTo>
                <a:lnTo>
                  <a:pt x="727" y="1166"/>
                </a:lnTo>
                <a:lnTo>
                  <a:pt x="710" y="1172"/>
                </a:lnTo>
                <a:lnTo>
                  <a:pt x="695" y="1179"/>
                </a:lnTo>
                <a:lnTo>
                  <a:pt x="680" y="1188"/>
                </a:lnTo>
                <a:lnTo>
                  <a:pt x="666" y="1198"/>
                </a:lnTo>
                <a:lnTo>
                  <a:pt x="654" y="1210"/>
                </a:lnTo>
                <a:lnTo>
                  <a:pt x="642" y="1224"/>
                </a:lnTo>
                <a:lnTo>
                  <a:pt x="642" y="1224"/>
                </a:lnTo>
                <a:lnTo>
                  <a:pt x="633" y="1238"/>
                </a:lnTo>
                <a:lnTo>
                  <a:pt x="625" y="1253"/>
                </a:lnTo>
                <a:lnTo>
                  <a:pt x="619" y="1267"/>
                </a:lnTo>
                <a:lnTo>
                  <a:pt x="614" y="1283"/>
                </a:lnTo>
                <a:lnTo>
                  <a:pt x="611" y="1298"/>
                </a:lnTo>
                <a:lnTo>
                  <a:pt x="610" y="1313"/>
                </a:lnTo>
                <a:lnTo>
                  <a:pt x="610" y="1329"/>
                </a:lnTo>
                <a:lnTo>
                  <a:pt x="611" y="1344"/>
                </a:lnTo>
                <a:lnTo>
                  <a:pt x="614" y="1360"/>
                </a:lnTo>
                <a:lnTo>
                  <a:pt x="619" y="1375"/>
                </a:lnTo>
                <a:lnTo>
                  <a:pt x="625" y="1390"/>
                </a:lnTo>
                <a:lnTo>
                  <a:pt x="632" y="1404"/>
                </a:lnTo>
                <a:lnTo>
                  <a:pt x="640" y="1416"/>
                </a:lnTo>
                <a:lnTo>
                  <a:pt x="650" y="1429"/>
                </a:lnTo>
                <a:lnTo>
                  <a:pt x="662" y="1441"/>
                </a:lnTo>
                <a:lnTo>
                  <a:pt x="675" y="1451"/>
                </a:lnTo>
                <a:lnTo>
                  <a:pt x="675" y="1451"/>
                </a:lnTo>
                <a:lnTo>
                  <a:pt x="688" y="1460"/>
                </a:lnTo>
                <a:lnTo>
                  <a:pt x="702" y="1468"/>
                </a:lnTo>
                <a:lnTo>
                  <a:pt x="717" y="1474"/>
                </a:lnTo>
                <a:lnTo>
                  <a:pt x="733" y="1479"/>
                </a:lnTo>
                <a:lnTo>
                  <a:pt x="748" y="1482"/>
                </a:lnTo>
                <a:lnTo>
                  <a:pt x="764" y="1484"/>
                </a:lnTo>
                <a:lnTo>
                  <a:pt x="779" y="1484"/>
                </a:lnTo>
                <a:lnTo>
                  <a:pt x="794" y="1482"/>
                </a:lnTo>
                <a:lnTo>
                  <a:pt x="810" y="1479"/>
                </a:lnTo>
                <a:lnTo>
                  <a:pt x="825" y="1474"/>
                </a:lnTo>
                <a:lnTo>
                  <a:pt x="839" y="1468"/>
                </a:lnTo>
                <a:lnTo>
                  <a:pt x="853" y="1462"/>
                </a:lnTo>
                <a:lnTo>
                  <a:pt x="867" y="1453"/>
                </a:lnTo>
                <a:lnTo>
                  <a:pt x="879" y="1443"/>
                </a:lnTo>
                <a:lnTo>
                  <a:pt x="890" y="1431"/>
                </a:lnTo>
                <a:lnTo>
                  <a:pt x="901" y="1419"/>
                </a:lnTo>
                <a:lnTo>
                  <a:pt x="901" y="1419"/>
                </a:lnTo>
                <a:lnTo>
                  <a:pt x="910" y="1405"/>
                </a:lnTo>
                <a:lnTo>
                  <a:pt x="918" y="1391"/>
                </a:lnTo>
                <a:lnTo>
                  <a:pt x="924" y="1376"/>
                </a:lnTo>
                <a:lnTo>
                  <a:pt x="928" y="1361"/>
                </a:lnTo>
                <a:lnTo>
                  <a:pt x="932" y="1346"/>
                </a:lnTo>
                <a:lnTo>
                  <a:pt x="933" y="1329"/>
                </a:lnTo>
                <a:lnTo>
                  <a:pt x="933" y="1314"/>
                </a:lnTo>
                <a:lnTo>
                  <a:pt x="932" y="1298"/>
                </a:lnTo>
                <a:lnTo>
                  <a:pt x="928" y="1283"/>
                </a:lnTo>
                <a:lnTo>
                  <a:pt x="925" y="1268"/>
                </a:lnTo>
                <a:lnTo>
                  <a:pt x="919" y="1254"/>
                </a:lnTo>
                <a:lnTo>
                  <a:pt x="911" y="1240"/>
                </a:lnTo>
                <a:lnTo>
                  <a:pt x="903" y="1226"/>
                </a:lnTo>
                <a:lnTo>
                  <a:pt x="892" y="1215"/>
                </a:lnTo>
                <a:lnTo>
                  <a:pt x="881" y="1203"/>
                </a:lnTo>
                <a:lnTo>
                  <a:pt x="868" y="1191"/>
                </a:lnTo>
                <a:lnTo>
                  <a:pt x="868" y="1191"/>
                </a:lnTo>
                <a:close/>
                <a:moveTo>
                  <a:pt x="829" y="1370"/>
                </a:moveTo>
                <a:lnTo>
                  <a:pt x="829" y="1370"/>
                </a:lnTo>
                <a:lnTo>
                  <a:pt x="823" y="1376"/>
                </a:lnTo>
                <a:lnTo>
                  <a:pt x="818" y="1380"/>
                </a:lnTo>
                <a:lnTo>
                  <a:pt x="812" y="1385"/>
                </a:lnTo>
                <a:lnTo>
                  <a:pt x="807" y="1388"/>
                </a:lnTo>
                <a:lnTo>
                  <a:pt x="794" y="1394"/>
                </a:lnTo>
                <a:lnTo>
                  <a:pt x="780" y="1398"/>
                </a:lnTo>
                <a:lnTo>
                  <a:pt x="766" y="1399"/>
                </a:lnTo>
                <a:lnTo>
                  <a:pt x="752" y="1397"/>
                </a:lnTo>
                <a:lnTo>
                  <a:pt x="746" y="1394"/>
                </a:lnTo>
                <a:lnTo>
                  <a:pt x="739" y="1392"/>
                </a:lnTo>
                <a:lnTo>
                  <a:pt x="733" y="1388"/>
                </a:lnTo>
                <a:lnTo>
                  <a:pt x="727" y="1384"/>
                </a:lnTo>
                <a:lnTo>
                  <a:pt x="727" y="1384"/>
                </a:lnTo>
                <a:lnTo>
                  <a:pt x="721" y="1379"/>
                </a:lnTo>
                <a:lnTo>
                  <a:pt x="716" y="1375"/>
                </a:lnTo>
                <a:lnTo>
                  <a:pt x="712" y="1369"/>
                </a:lnTo>
                <a:lnTo>
                  <a:pt x="707" y="1363"/>
                </a:lnTo>
                <a:lnTo>
                  <a:pt x="701" y="1350"/>
                </a:lnTo>
                <a:lnTo>
                  <a:pt x="699" y="1336"/>
                </a:lnTo>
                <a:lnTo>
                  <a:pt x="698" y="1322"/>
                </a:lnTo>
                <a:lnTo>
                  <a:pt x="700" y="1309"/>
                </a:lnTo>
                <a:lnTo>
                  <a:pt x="702" y="1302"/>
                </a:lnTo>
                <a:lnTo>
                  <a:pt x="705" y="1296"/>
                </a:lnTo>
                <a:lnTo>
                  <a:pt x="708" y="1289"/>
                </a:lnTo>
                <a:lnTo>
                  <a:pt x="712" y="1283"/>
                </a:lnTo>
                <a:lnTo>
                  <a:pt x="712" y="1283"/>
                </a:lnTo>
                <a:lnTo>
                  <a:pt x="717" y="1277"/>
                </a:lnTo>
                <a:lnTo>
                  <a:pt x="722" y="1273"/>
                </a:lnTo>
                <a:lnTo>
                  <a:pt x="728" y="1268"/>
                </a:lnTo>
                <a:lnTo>
                  <a:pt x="734" y="1263"/>
                </a:lnTo>
                <a:lnTo>
                  <a:pt x="746" y="1258"/>
                </a:lnTo>
                <a:lnTo>
                  <a:pt x="760" y="1255"/>
                </a:lnTo>
                <a:lnTo>
                  <a:pt x="774" y="1254"/>
                </a:lnTo>
                <a:lnTo>
                  <a:pt x="788" y="1256"/>
                </a:lnTo>
                <a:lnTo>
                  <a:pt x="794" y="1258"/>
                </a:lnTo>
                <a:lnTo>
                  <a:pt x="801" y="1261"/>
                </a:lnTo>
                <a:lnTo>
                  <a:pt x="808" y="1264"/>
                </a:lnTo>
                <a:lnTo>
                  <a:pt x="814" y="1268"/>
                </a:lnTo>
                <a:lnTo>
                  <a:pt x="814" y="1268"/>
                </a:lnTo>
                <a:lnTo>
                  <a:pt x="819" y="1273"/>
                </a:lnTo>
                <a:lnTo>
                  <a:pt x="824" y="1278"/>
                </a:lnTo>
                <a:lnTo>
                  <a:pt x="829" y="1284"/>
                </a:lnTo>
                <a:lnTo>
                  <a:pt x="833" y="1290"/>
                </a:lnTo>
                <a:lnTo>
                  <a:pt x="839" y="1303"/>
                </a:lnTo>
                <a:lnTo>
                  <a:pt x="841" y="1317"/>
                </a:lnTo>
                <a:lnTo>
                  <a:pt x="843" y="1331"/>
                </a:lnTo>
                <a:lnTo>
                  <a:pt x="840" y="1343"/>
                </a:lnTo>
                <a:lnTo>
                  <a:pt x="838" y="1350"/>
                </a:lnTo>
                <a:lnTo>
                  <a:pt x="836" y="1357"/>
                </a:lnTo>
                <a:lnTo>
                  <a:pt x="832" y="1364"/>
                </a:lnTo>
                <a:lnTo>
                  <a:pt x="829" y="1370"/>
                </a:lnTo>
                <a:lnTo>
                  <a:pt x="829" y="1370"/>
                </a:lnTo>
                <a:close/>
                <a:moveTo>
                  <a:pt x="548" y="595"/>
                </a:moveTo>
                <a:lnTo>
                  <a:pt x="614" y="529"/>
                </a:lnTo>
                <a:lnTo>
                  <a:pt x="583" y="497"/>
                </a:lnTo>
                <a:lnTo>
                  <a:pt x="517" y="563"/>
                </a:lnTo>
                <a:lnTo>
                  <a:pt x="452" y="498"/>
                </a:lnTo>
                <a:lnTo>
                  <a:pt x="418" y="530"/>
                </a:lnTo>
                <a:lnTo>
                  <a:pt x="483" y="595"/>
                </a:lnTo>
                <a:lnTo>
                  <a:pt x="417" y="661"/>
                </a:lnTo>
                <a:lnTo>
                  <a:pt x="451" y="693"/>
                </a:lnTo>
                <a:lnTo>
                  <a:pt x="515" y="628"/>
                </a:lnTo>
                <a:lnTo>
                  <a:pt x="581" y="694"/>
                </a:lnTo>
                <a:lnTo>
                  <a:pt x="614" y="661"/>
                </a:lnTo>
                <a:lnTo>
                  <a:pt x="548" y="5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2756876" y="1255187"/>
            <a:ext cx="1080000" cy="1005668"/>
          </a:xfrm>
          <a:custGeom>
            <a:avLst/>
            <a:gdLst>
              <a:gd name="T0" fmla="*/ 46 w 1484"/>
              <a:gd name="T1" fmla="*/ 17 h 1382"/>
              <a:gd name="T2" fmla="*/ 0 w 1484"/>
              <a:gd name="T3" fmla="*/ 92 h 1382"/>
              <a:gd name="T4" fmla="*/ 18 w 1484"/>
              <a:gd name="T5" fmla="*/ 1336 h 1382"/>
              <a:gd name="T6" fmla="*/ 92 w 1484"/>
              <a:gd name="T7" fmla="*/ 1380 h 1382"/>
              <a:gd name="T8" fmla="*/ 1439 w 1484"/>
              <a:gd name="T9" fmla="*/ 1364 h 1382"/>
              <a:gd name="T10" fmla="*/ 1484 w 1484"/>
              <a:gd name="T11" fmla="*/ 1289 h 1382"/>
              <a:gd name="T12" fmla="*/ 1467 w 1484"/>
              <a:gd name="T13" fmla="*/ 45 h 1382"/>
              <a:gd name="T14" fmla="*/ 1392 w 1484"/>
              <a:gd name="T15" fmla="*/ 0 h 1382"/>
              <a:gd name="T16" fmla="*/ 316 w 1484"/>
              <a:gd name="T17" fmla="*/ 632 h 1382"/>
              <a:gd name="T18" fmla="*/ 375 w 1484"/>
              <a:gd name="T19" fmla="*/ 1176 h 1382"/>
              <a:gd name="T20" fmla="*/ 317 w 1484"/>
              <a:gd name="T21" fmla="*/ 1142 h 1382"/>
              <a:gd name="T22" fmla="*/ 306 w 1484"/>
              <a:gd name="T23" fmla="*/ 1073 h 1382"/>
              <a:gd name="T24" fmla="*/ 131 w 1484"/>
              <a:gd name="T25" fmla="*/ 868 h 1382"/>
              <a:gd name="T26" fmla="*/ 100 w 1484"/>
              <a:gd name="T27" fmla="*/ 843 h 1382"/>
              <a:gd name="T28" fmla="*/ 291 w 1484"/>
              <a:gd name="T29" fmla="*/ 714 h 1382"/>
              <a:gd name="T30" fmla="*/ 325 w 1484"/>
              <a:gd name="T31" fmla="*/ 734 h 1382"/>
              <a:gd name="T32" fmla="*/ 370 w 1484"/>
              <a:gd name="T33" fmla="*/ 1020 h 1382"/>
              <a:gd name="T34" fmla="*/ 434 w 1484"/>
              <a:gd name="T35" fmla="*/ 1036 h 1382"/>
              <a:gd name="T36" fmla="*/ 463 w 1484"/>
              <a:gd name="T37" fmla="*/ 1098 h 1382"/>
              <a:gd name="T38" fmla="*/ 440 w 1484"/>
              <a:gd name="T39" fmla="*/ 1153 h 1382"/>
              <a:gd name="T40" fmla="*/ 383 w 1484"/>
              <a:gd name="T41" fmla="*/ 1176 h 1382"/>
              <a:gd name="T42" fmla="*/ 567 w 1484"/>
              <a:gd name="T43" fmla="*/ 627 h 1382"/>
              <a:gd name="T44" fmla="*/ 892 w 1484"/>
              <a:gd name="T45" fmla="*/ 1212 h 1382"/>
              <a:gd name="T46" fmla="*/ 824 w 1484"/>
              <a:gd name="T47" fmla="*/ 1225 h 1382"/>
              <a:gd name="T48" fmla="*/ 773 w 1484"/>
              <a:gd name="T49" fmla="*/ 1188 h 1382"/>
              <a:gd name="T50" fmla="*/ 768 w 1484"/>
              <a:gd name="T51" fmla="*/ 1120 h 1382"/>
              <a:gd name="T52" fmla="*/ 807 w 1484"/>
              <a:gd name="T53" fmla="*/ 1074 h 1382"/>
              <a:gd name="T54" fmla="*/ 786 w 1484"/>
              <a:gd name="T55" fmla="*/ 770 h 1382"/>
              <a:gd name="T56" fmla="*/ 686 w 1484"/>
              <a:gd name="T57" fmla="*/ 466 h 1382"/>
              <a:gd name="T58" fmla="*/ 560 w 1484"/>
              <a:gd name="T59" fmla="*/ 325 h 1382"/>
              <a:gd name="T60" fmla="*/ 478 w 1484"/>
              <a:gd name="T61" fmla="*/ 385 h 1382"/>
              <a:gd name="T62" fmla="*/ 518 w 1484"/>
              <a:gd name="T63" fmla="*/ 203 h 1382"/>
              <a:gd name="T64" fmla="*/ 586 w 1484"/>
              <a:gd name="T65" fmla="*/ 280 h 1382"/>
              <a:gd name="T66" fmla="*/ 726 w 1484"/>
              <a:gd name="T67" fmla="*/ 424 h 1382"/>
              <a:gd name="T68" fmla="*/ 851 w 1484"/>
              <a:gd name="T69" fmla="*/ 802 h 1382"/>
              <a:gd name="T70" fmla="*/ 904 w 1484"/>
              <a:gd name="T71" fmla="*/ 1093 h 1382"/>
              <a:gd name="T72" fmla="*/ 924 w 1484"/>
              <a:gd name="T73" fmla="*/ 1159 h 1382"/>
              <a:gd name="T74" fmla="*/ 917 w 1484"/>
              <a:gd name="T75" fmla="*/ 581 h 1382"/>
              <a:gd name="T76" fmla="*/ 1097 w 1484"/>
              <a:gd name="T77" fmla="*/ 618 h 1382"/>
              <a:gd name="T78" fmla="*/ 1272 w 1484"/>
              <a:gd name="T79" fmla="*/ 982 h 1382"/>
              <a:gd name="T80" fmla="*/ 1213 w 1484"/>
              <a:gd name="T81" fmla="*/ 1023 h 1382"/>
              <a:gd name="T82" fmla="*/ 1150 w 1484"/>
              <a:gd name="T83" fmla="*/ 1005 h 1382"/>
              <a:gd name="T84" fmla="*/ 1125 w 1484"/>
              <a:gd name="T85" fmla="*/ 950 h 1382"/>
              <a:gd name="T86" fmla="*/ 1150 w 1484"/>
              <a:gd name="T87" fmla="*/ 888 h 1382"/>
              <a:gd name="T88" fmla="*/ 1209 w 1484"/>
              <a:gd name="T89" fmla="*/ 868 h 1382"/>
              <a:gd name="T90" fmla="*/ 1290 w 1484"/>
              <a:gd name="T91" fmla="*/ 819 h 1382"/>
              <a:gd name="T92" fmla="*/ 1176 w 1484"/>
              <a:gd name="T93" fmla="*/ 562 h 1382"/>
              <a:gd name="T94" fmla="*/ 1356 w 1484"/>
              <a:gd name="T95" fmla="*/ 807 h 1382"/>
              <a:gd name="T96" fmla="*/ 1188 w 1484"/>
              <a:gd name="T97" fmla="*/ 919 h 1382"/>
              <a:gd name="T98" fmla="*/ 1174 w 1484"/>
              <a:gd name="T99" fmla="*/ 960 h 1382"/>
              <a:gd name="T100" fmla="*/ 1214 w 1484"/>
              <a:gd name="T101" fmla="*/ 974 h 1382"/>
              <a:gd name="T102" fmla="*/ 1229 w 1484"/>
              <a:gd name="T103" fmla="*/ 934 h 1382"/>
              <a:gd name="T104" fmla="*/ 1188 w 1484"/>
              <a:gd name="T105" fmla="*/ 919 h 1382"/>
              <a:gd name="T106" fmla="*/ 821 w 1484"/>
              <a:gd name="T107" fmla="*/ 1142 h 1382"/>
              <a:gd name="T108" fmla="*/ 835 w 1484"/>
              <a:gd name="T109" fmla="*/ 1174 h 1382"/>
              <a:gd name="T110" fmla="*/ 868 w 1484"/>
              <a:gd name="T111" fmla="*/ 1161 h 1382"/>
              <a:gd name="T112" fmla="*/ 855 w 1484"/>
              <a:gd name="T113" fmla="*/ 1128 h 1382"/>
              <a:gd name="T114" fmla="*/ 365 w 1484"/>
              <a:gd name="T115" fmla="*/ 1081 h 1382"/>
              <a:gd name="T116" fmla="*/ 365 w 1484"/>
              <a:gd name="T117" fmla="*/ 1118 h 1382"/>
              <a:gd name="T118" fmla="*/ 403 w 1484"/>
              <a:gd name="T119" fmla="*/ 1118 h 1382"/>
              <a:gd name="T120" fmla="*/ 403 w 1484"/>
              <a:gd name="T121" fmla="*/ 1081 h 1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484" h="1382">
                <a:moveTo>
                  <a:pt x="1382" y="0"/>
                </a:moveTo>
                <a:lnTo>
                  <a:pt x="102" y="0"/>
                </a:lnTo>
                <a:lnTo>
                  <a:pt x="102" y="0"/>
                </a:lnTo>
                <a:lnTo>
                  <a:pt x="92" y="0"/>
                </a:lnTo>
                <a:lnTo>
                  <a:pt x="81" y="2"/>
                </a:lnTo>
                <a:lnTo>
                  <a:pt x="72" y="5"/>
                </a:lnTo>
                <a:lnTo>
                  <a:pt x="63" y="8"/>
                </a:lnTo>
                <a:lnTo>
                  <a:pt x="54" y="13"/>
                </a:lnTo>
                <a:lnTo>
                  <a:pt x="46" y="17"/>
                </a:lnTo>
                <a:lnTo>
                  <a:pt x="37" y="23"/>
                </a:lnTo>
                <a:lnTo>
                  <a:pt x="30" y="30"/>
                </a:lnTo>
                <a:lnTo>
                  <a:pt x="23" y="37"/>
                </a:lnTo>
                <a:lnTo>
                  <a:pt x="18" y="45"/>
                </a:lnTo>
                <a:lnTo>
                  <a:pt x="13" y="53"/>
                </a:lnTo>
                <a:lnTo>
                  <a:pt x="8" y="63"/>
                </a:lnTo>
                <a:lnTo>
                  <a:pt x="5" y="72"/>
                </a:lnTo>
                <a:lnTo>
                  <a:pt x="3" y="81"/>
                </a:lnTo>
                <a:lnTo>
                  <a:pt x="0" y="92"/>
                </a:lnTo>
                <a:lnTo>
                  <a:pt x="0" y="102"/>
                </a:lnTo>
                <a:lnTo>
                  <a:pt x="0" y="1278"/>
                </a:lnTo>
                <a:lnTo>
                  <a:pt x="0" y="1278"/>
                </a:lnTo>
                <a:lnTo>
                  <a:pt x="0" y="1289"/>
                </a:lnTo>
                <a:lnTo>
                  <a:pt x="3" y="1299"/>
                </a:lnTo>
                <a:lnTo>
                  <a:pt x="5" y="1310"/>
                </a:lnTo>
                <a:lnTo>
                  <a:pt x="8" y="1319"/>
                </a:lnTo>
                <a:lnTo>
                  <a:pt x="13" y="1328"/>
                </a:lnTo>
                <a:lnTo>
                  <a:pt x="18" y="1336"/>
                </a:lnTo>
                <a:lnTo>
                  <a:pt x="23" y="1344"/>
                </a:lnTo>
                <a:lnTo>
                  <a:pt x="30" y="1351"/>
                </a:lnTo>
                <a:lnTo>
                  <a:pt x="37" y="1358"/>
                </a:lnTo>
                <a:lnTo>
                  <a:pt x="46" y="1364"/>
                </a:lnTo>
                <a:lnTo>
                  <a:pt x="54" y="1369"/>
                </a:lnTo>
                <a:lnTo>
                  <a:pt x="63" y="1373"/>
                </a:lnTo>
                <a:lnTo>
                  <a:pt x="72" y="1377"/>
                </a:lnTo>
                <a:lnTo>
                  <a:pt x="81" y="1379"/>
                </a:lnTo>
                <a:lnTo>
                  <a:pt x="92" y="1380"/>
                </a:lnTo>
                <a:lnTo>
                  <a:pt x="102" y="1382"/>
                </a:lnTo>
                <a:lnTo>
                  <a:pt x="1382" y="1382"/>
                </a:lnTo>
                <a:lnTo>
                  <a:pt x="1382" y="1382"/>
                </a:lnTo>
                <a:lnTo>
                  <a:pt x="1392" y="1380"/>
                </a:lnTo>
                <a:lnTo>
                  <a:pt x="1403" y="1379"/>
                </a:lnTo>
                <a:lnTo>
                  <a:pt x="1412" y="1377"/>
                </a:lnTo>
                <a:lnTo>
                  <a:pt x="1421" y="1373"/>
                </a:lnTo>
                <a:lnTo>
                  <a:pt x="1431" y="1369"/>
                </a:lnTo>
                <a:lnTo>
                  <a:pt x="1439" y="1364"/>
                </a:lnTo>
                <a:lnTo>
                  <a:pt x="1447" y="1358"/>
                </a:lnTo>
                <a:lnTo>
                  <a:pt x="1454" y="1351"/>
                </a:lnTo>
                <a:lnTo>
                  <a:pt x="1461" y="1344"/>
                </a:lnTo>
                <a:lnTo>
                  <a:pt x="1467" y="1336"/>
                </a:lnTo>
                <a:lnTo>
                  <a:pt x="1471" y="1328"/>
                </a:lnTo>
                <a:lnTo>
                  <a:pt x="1476" y="1319"/>
                </a:lnTo>
                <a:lnTo>
                  <a:pt x="1479" y="1310"/>
                </a:lnTo>
                <a:lnTo>
                  <a:pt x="1482" y="1299"/>
                </a:lnTo>
                <a:lnTo>
                  <a:pt x="1484" y="1289"/>
                </a:lnTo>
                <a:lnTo>
                  <a:pt x="1484" y="1278"/>
                </a:lnTo>
                <a:lnTo>
                  <a:pt x="1484" y="102"/>
                </a:lnTo>
                <a:lnTo>
                  <a:pt x="1484" y="102"/>
                </a:lnTo>
                <a:lnTo>
                  <a:pt x="1484" y="92"/>
                </a:lnTo>
                <a:lnTo>
                  <a:pt x="1482" y="81"/>
                </a:lnTo>
                <a:lnTo>
                  <a:pt x="1479" y="72"/>
                </a:lnTo>
                <a:lnTo>
                  <a:pt x="1476" y="63"/>
                </a:lnTo>
                <a:lnTo>
                  <a:pt x="1471" y="53"/>
                </a:lnTo>
                <a:lnTo>
                  <a:pt x="1467" y="45"/>
                </a:lnTo>
                <a:lnTo>
                  <a:pt x="1461" y="37"/>
                </a:lnTo>
                <a:lnTo>
                  <a:pt x="1454" y="30"/>
                </a:lnTo>
                <a:lnTo>
                  <a:pt x="1447" y="23"/>
                </a:lnTo>
                <a:lnTo>
                  <a:pt x="1439" y="17"/>
                </a:lnTo>
                <a:lnTo>
                  <a:pt x="1431" y="13"/>
                </a:lnTo>
                <a:lnTo>
                  <a:pt x="1421" y="8"/>
                </a:lnTo>
                <a:lnTo>
                  <a:pt x="1412" y="5"/>
                </a:lnTo>
                <a:lnTo>
                  <a:pt x="1403" y="2"/>
                </a:lnTo>
                <a:lnTo>
                  <a:pt x="1392" y="0"/>
                </a:lnTo>
                <a:lnTo>
                  <a:pt x="1382" y="0"/>
                </a:lnTo>
                <a:lnTo>
                  <a:pt x="1382" y="0"/>
                </a:lnTo>
                <a:close/>
                <a:moveTo>
                  <a:pt x="100" y="488"/>
                </a:moveTo>
                <a:lnTo>
                  <a:pt x="137" y="453"/>
                </a:lnTo>
                <a:lnTo>
                  <a:pt x="209" y="524"/>
                </a:lnTo>
                <a:lnTo>
                  <a:pt x="281" y="452"/>
                </a:lnTo>
                <a:lnTo>
                  <a:pt x="316" y="487"/>
                </a:lnTo>
                <a:lnTo>
                  <a:pt x="244" y="560"/>
                </a:lnTo>
                <a:lnTo>
                  <a:pt x="316" y="632"/>
                </a:lnTo>
                <a:lnTo>
                  <a:pt x="278" y="669"/>
                </a:lnTo>
                <a:lnTo>
                  <a:pt x="207" y="597"/>
                </a:lnTo>
                <a:lnTo>
                  <a:pt x="135" y="668"/>
                </a:lnTo>
                <a:lnTo>
                  <a:pt x="99" y="632"/>
                </a:lnTo>
                <a:lnTo>
                  <a:pt x="171" y="560"/>
                </a:lnTo>
                <a:lnTo>
                  <a:pt x="100" y="488"/>
                </a:lnTo>
                <a:close/>
                <a:moveTo>
                  <a:pt x="383" y="1176"/>
                </a:moveTo>
                <a:lnTo>
                  <a:pt x="383" y="1176"/>
                </a:lnTo>
                <a:lnTo>
                  <a:pt x="375" y="1176"/>
                </a:lnTo>
                <a:lnTo>
                  <a:pt x="367" y="1175"/>
                </a:lnTo>
                <a:lnTo>
                  <a:pt x="360" y="1173"/>
                </a:lnTo>
                <a:lnTo>
                  <a:pt x="353" y="1171"/>
                </a:lnTo>
                <a:lnTo>
                  <a:pt x="346" y="1167"/>
                </a:lnTo>
                <a:lnTo>
                  <a:pt x="339" y="1164"/>
                </a:lnTo>
                <a:lnTo>
                  <a:pt x="333" y="1159"/>
                </a:lnTo>
                <a:lnTo>
                  <a:pt x="327" y="1153"/>
                </a:lnTo>
                <a:lnTo>
                  <a:pt x="321" y="1149"/>
                </a:lnTo>
                <a:lnTo>
                  <a:pt x="317" y="1142"/>
                </a:lnTo>
                <a:lnTo>
                  <a:pt x="313" y="1136"/>
                </a:lnTo>
                <a:lnTo>
                  <a:pt x="310" y="1129"/>
                </a:lnTo>
                <a:lnTo>
                  <a:pt x="307" y="1121"/>
                </a:lnTo>
                <a:lnTo>
                  <a:pt x="305" y="1114"/>
                </a:lnTo>
                <a:lnTo>
                  <a:pt x="304" y="1106"/>
                </a:lnTo>
                <a:lnTo>
                  <a:pt x="304" y="1098"/>
                </a:lnTo>
                <a:lnTo>
                  <a:pt x="304" y="1098"/>
                </a:lnTo>
                <a:lnTo>
                  <a:pt x="305" y="1081"/>
                </a:lnTo>
                <a:lnTo>
                  <a:pt x="306" y="1073"/>
                </a:lnTo>
                <a:lnTo>
                  <a:pt x="307" y="1066"/>
                </a:lnTo>
                <a:lnTo>
                  <a:pt x="311" y="1060"/>
                </a:lnTo>
                <a:lnTo>
                  <a:pt x="314" y="1054"/>
                </a:lnTo>
                <a:lnTo>
                  <a:pt x="319" y="1048"/>
                </a:lnTo>
                <a:lnTo>
                  <a:pt x="325" y="1043"/>
                </a:lnTo>
                <a:lnTo>
                  <a:pt x="208" y="829"/>
                </a:lnTo>
                <a:lnTo>
                  <a:pt x="138" y="866"/>
                </a:lnTo>
                <a:lnTo>
                  <a:pt x="138" y="866"/>
                </a:lnTo>
                <a:lnTo>
                  <a:pt x="131" y="868"/>
                </a:lnTo>
                <a:lnTo>
                  <a:pt x="124" y="869"/>
                </a:lnTo>
                <a:lnTo>
                  <a:pt x="119" y="868"/>
                </a:lnTo>
                <a:lnTo>
                  <a:pt x="113" y="866"/>
                </a:lnTo>
                <a:lnTo>
                  <a:pt x="109" y="862"/>
                </a:lnTo>
                <a:lnTo>
                  <a:pt x="107" y="860"/>
                </a:lnTo>
                <a:lnTo>
                  <a:pt x="105" y="857"/>
                </a:lnTo>
                <a:lnTo>
                  <a:pt x="105" y="857"/>
                </a:lnTo>
                <a:lnTo>
                  <a:pt x="101" y="850"/>
                </a:lnTo>
                <a:lnTo>
                  <a:pt x="100" y="843"/>
                </a:lnTo>
                <a:lnTo>
                  <a:pt x="102" y="837"/>
                </a:lnTo>
                <a:lnTo>
                  <a:pt x="105" y="831"/>
                </a:lnTo>
                <a:lnTo>
                  <a:pt x="107" y="828"/>
                </a:lnTo>
                <a:lnTo>
                  <a:pt x="110" y="824"/>
                </a:lnTo>
                <a:lnTo>
                  <a:pt x="114" y="822"/>
                </a:lnTo>
                <a:lnTo>
                  <a:pt x="114" y="822"/>
                </a:lnTo>
                <a:lnTo>
                  <a:pt x="287" y="716"/>
                </a:lnTo>
                <a:lnTo>
                  <a:pt x="287" y="716"/>
                </a:lnTo>
                <a:lnTo>
                  <a:pt x="291" y="714"/>
                </a:lnTo>
                <a:lnTo>
                  <a:pt x="297" y="713"/>
                </a:lnTo>
                <a:lnTo>
                  <a:pt x="302" y="713"/>
                </a:lnTo>
                <a:lnTo>
                  <a:pt x="306" y="714"/>
                </a:lnTo>
                <a:lnTo>
                  <a:pt x="311" y="715"/>
                </a:lnTo>
                <a:lnTo>
                  <a:pt x="316" y="717"/>
                </a:lnTo>
                <a:lnTo>
                  <a:pt x="319" y="721"/>
                </a:lnTo>
                <a:lnTo>
                  <a:pt x="321" y="726"/>
                </a:lnTo>
                <a:lnTo>
                  <a:pt x="321" y="726"/>
                </a:lnTo>
                <a:lnTo>
                  <a:pt x="325" y="734"/>
                </a:lnTo>
                <a:lnTo>
                  <a:pt x="326" y="741"/>
                </a:lnTo>
                <a:lnTo>
                  <a:pt x="325" y="746"/>
                </a:lnTo>
                <a:lnTo>
                  <a:pt x="323" y="751"/>
                </a:lnTo>
                <a:lnTo>
                  <a:pt x="320" y="755"/>
                </a:lnTo>
                <a:lnTo>
                  <a:pt x="317" y="758"/>
                </a:lnTo>
                <a:lnTo>
                  <a:pt x="313" y="759"/>
                </a:lnTo>
                <a:lnTo>
                  <a:pt x="253" y="803"/>
                </a:lnTo>
                <a:lnTo>
                  <a:pt x="370" y="1020"/>
                </a:lnTo>
                <a:lnTo>
                  <a:pt x="370" y="1020"/>
                </a:lnTo>
                <a:lnTo>
                  <a:pt x="383" y="1019"/>
                </a:lnTo>
                <a:lnTo>
                  <a:pt x="383" y="1019"/>
                </a:lnTo>
                <a:lnTo>
                  <a:pt x="391" y="1019"/>
                </a:lnTo>
                <a:lnTo>
                  <a:pt x="399" y="1020"/>
                </a:lnTo>
                <a:lnTo>
                  <a:pt x="406" y="1022"/>
                </a:lnTo>
                <a:lnTo>
                  <a:pt x="414" y="1025"/>
                </a:lnTo>
                <a:lnTo>
                  <a:pt x="421" y="1028"/>
                </a:lnTo>
                <a:lnTo>
                  <a:pt x="427" y="1032"/>
                </a:lnTo>
                <a:lnTo>
                  <a:pt x="434" y="1036"/>
                </a:lnTo>
                <a:lnTo>
                  <a:pt x="440" y="1042"/>
                </a:lnTo>
                <a:lnTo>
                  <a:pt x="444" y="1048"/>
                </a:lnTo>
                <a:lnTo>
                  <a:pt x="449" y="1054"/>
                </a:lnTo>
                <a:lnTo>
                  <a:pt x="452" y="1059"/>
                </a:lnTo>
                <a:lnTo>
                  <a:pt x="456" y="1066"/>
                </a:lnTo>
                <a:lnTo>
                  <a:pt x="458" y="1074"/>
                </a:lnTo>
                <a:lnTo>
                  <a:pt x="460" y="1081"/>
                </a:lnTo>
                <a:lnTo>
                  <a:pt x="462" y="1089"/>
                </a:lnTo>
                <a:lnTo>
                  <a:pt x="463" y="1098"/>
                </a:lnTo>
                <a:lnTo>
                  <a:pt x="463" y="1098"/>
                </a:lnTo>
                <a:lnTo>
                  <a:pt x="462" y="1106"/>
                </a:lnTo>
                <a:lnTo>
                  <a:pt x="460" y="1114"/>
                </a:lnTo>
                <a:lnTo>
                  <a:pt x="458" y="1121"/>
                </a:lnTo>
                <a:lnTo>
                  <a:pt x="456" y="1129"/>
                </a:lnTo>
                <a:lnTo>
                  <a:pt x="452" y="1136"/>
                </a:lnTo>
                <a:lnTo>
                  <a:pt x="449" y="1142"/>
                </a:lnTo>
                <a:lnTo>
                  <a:pt x="444" y="1149"/>
                </a:lnTo>
                <a:lnTo>
                  <a:pt x="440" y="1153"/>
                </a:lnTo>
                <a:lnTo>
                  <a:pt x="434" y="1159"/>
                </a:lnTo>
                <a:lnTo>
                  <a:pt x="427" y="1164"/>
                </a:lnTo>
                <a:lnTo>
                  <a:pt x="421" y="1167"/>
                </a:lnTo>
                <a:lnTo>
                  <a:pt x="414" y="1171"/>
                </a:lnTo>
                <a:lnTo>
                  <a:pt x="406" y="1173"/>
                </a:lnTo>
                <a:lnTo>
                  <a:pt x="399" y="1175"/>
                </a:lnTo>
                <a:lnTo>
                  <a:pt x="391" y="1176"/>
                </a:lnTo>
                <a:lnTo>
                  <a:pt x="383" y="1176"/>
                </a:lnTo>
                <a:lnTo>
                  <a:pt x="383" y="1176"/>
                </a:lnTo>
                <a:close/>
                <a:moveTo>
                  <a:pt x="674" y="734"/>
                </a:moveTo>
                <a:lnTo>
                  <a:pt x="637" y="772"/>
                </a:lnTo>
                <a:lnTo>
                  <a:pt x="565" y="699"/>
                </a:lnTo>
                <a:lnTo>
                  <a:pt x="493" y="771"/>
                </a:lnTo>
                <a:lnTo>
                  <a:pt x="457" y="734"/>
                </a:lnTo>
                <a:lnTo>
                  <a:pt x="529" y="662"/>
                </a:lnTo>
                <a:lnTo>
                  <a:pt x="458" y="591"/>
                </a:lnTo>
                <a:lnTo>
                  <a:pt x="495" y="555"/>
                </a:lnTo>
                <a:lnTo>
                  <a:pt x="567" y="627"/>
                </a:lnTo>
                <a:lnTo>
                  <a:pt x="639" y="554"/>
                </a:lnTo>
                <a:lnTo>
                  <a:pt x="674" y="590"/>
                </a:lnTo>
                <a:lnTo>
                  <a:pt x="602" y="662"/>
                </a:lnTo>
                <a:lnTo>
                  <a:pt x="674" y="734"/>
                </a:lnTo>
                <a:close/>
                <a:moveTo>
                  <a:pt x="909" y="1195"/>
                </a:moveTo>
                <a:lnTo>
                  <a:pt x="909" y="1195"/>
                </a:lnTo>
                <a:lnTo>
                  <a:pt x="903" y="1202"/>
                </a:lnTo>
                <a:lnTo>
                  <a:pt x="897" y="1208"/>
                </a:lnTo>
                <a:lnTo>
                  <a:pt x="892" y="1212"/>
                </a:lnTo>
                <a:lnTo>
                  <a:pt x="885" y="1217"/>
                </a:lnTo>
                <a:lnTo>
                  <a:pt x="878" y="1220"/>
                </a:lnTo>
                <a:lnTo>
                  <a:pt x="871" y="1223"/>
                </a:lnTo>
                <a:lnTo>
                  <a:pt x="863" y="1225"/>
                </a:lnTo>
                <a:lnTo>
                  <a:pt x="856" y="1227"/>
                </a:lnTo>
                <a:lnTo>
                  <a:pt x="848" y="1227"/>
                </a:lnTo>
                <a:lnTo>
                  <a:pt x="839" y="1227"/>
                </a:lnTo>
                <a:lnTo>
                  <a:pt x="831" y="1227"/>
                </a:lnTo>
                <a:lnTo>
                  <a:pt x="824" y="1225"/>
                </a:lnTo>
                <a:lnTo>
                  <a:pt x="816" y="1223"/>
                </a:lnTo>
                <a:lnTo>
                  <a:pt x="809" y="1220"/>
                </a:lnTo>
                <a:lnTo>
                  <a:pt x="802" y="1216"/>
                </a:lnTo>
                <a:lnTo>
                  <a:pt x="795" y="1211"/>
                </a:lnTo>
                <a:lnTo>
                  <a:pt x="795" y="1211"/>
                </a:lnTo>
                <a:lnTo>
                  <a:pt x="788" y="1207"/>
                </a:lnTo>
                <a:lnTo>
                  <a:pt x="783" y="1201"/>
                </a:lnTo>
                <a:lnTo>
                  <a:pt x="778" y="1194"/>
                </a:lnTo>
                <a:lnTo>
                  <a:pt x="773" y="1188"/>
                </a:lnTo>
                <a:lnTo>
                  <a:pt x="770" y="1181"/>
                </a:lnTo>
                <a:lnTo>
                  <a:pt x="766" y="1173"/>
                </a:lnTo>
                <a:lnTo>
                  <a:pt x="765" y="1166"/>
                </a:lnTo>
                <a:lnTo>
                  <a:pt x="763" y="1158"/>
                </a:lnTo>
                <a:lnTo>
                  <a:pt x="763" y="1151"/>
                </a:lnTo>
                <a:lnTo>
                  <a:pt x="763" y="1143"/>
                </a:lnTo>
                <a:lnTo>
                  <a:pt x="763" y="1135"/>
                </a:lnTo>
                <a:lnTo>
                  <a:pt x="765" y="1127"/>
                </a:lnTo>
                <a:lnTo>
                  <a:pt x="768" y="1120"/>
                </a:lnTo>
                <a:lnTo>
                  <a:pt x="770" y="1111"/>
                </a:lnTo>
                <a:lnTo>
                  <a:pt x="775" y="1105"/>
                </a:lnTo>
                <a:lnTo>
                  <a:pt x="779" y="1098"/>
                </a:lnTo>
                <a:lnTo>
                  <a:pt x="779" y="1098"/>
                </a:lnTo>
                <a:lnTo>
                  <a:pt x="784" y="1091"/>
                </a:lnTo>
                <a:lnTo>
                  <a:pt x="790" y="1086"/>
                </a:lnTo>
                <a:lnTo>
                  <a:pt x="794" y="1081"/>
                </a:lnTo>
                <a:lnTo>
                  <a:pt x="800" y="1078"/>
                </a:lnTo>
                <a:lnTo>
                  <a:pt x="807" y="1074"/>
                </a:lnTo>
                <a:lnTo>
                  <a:pt x="813" y="1072"/>
                </a:lnTo>
                <a:lnTo>
                  <a:pt x="828" y="1071"/>
                </a:lnTo>
                <a:lnTo>
                  <a:pt x="828" y="1071"/>
                </a:lnTo>
                <a:lnTo>
                  <a:pt x="826" y="1038"/>
                </a:lnTo>
                <a:lnTo>
                  <a:pt x="822" y="1003"/>
                </a:lnTo>
                <a:lnTo>
                  <a:pt x="816" y="955"/>
                </a:lnTo>
                <a:lnTo>
                  <a:pt x="809" y="899"/>
                </a:lnTo>
                <a:lnTo>
                  <a:pt x="799" y="837"/>
                </a:lnTo>
                <a:lnTo>
                  <a:pt x="786" y="770"/>
                </a:lnTo>
                <a:lnTo>
                  <a:pt x="778" y="735"/>
                </a:lnTo>
                <a:lnTo>
                  <a:pt x="770" y="700"/>
                </a:lnTo>
                <a:lnTo>
                  <a:pt x="761" y="664"/>
                </a:lnTo>
                <a:lnTo>
                  <a:pt x="751" y="629"/>
                </a:lnTo>
                <a:lnTo>
                  <a:pt x="740" y="595"/>
                </a:lnTo>
                <a:lnTo>
                  <a:pt x="728" y="561"/>
                </a:lnTo>
                <a:lnTo>
                  <a:pt x="715" y="529"/>
                </a:lnTo>
                <a:lnTo>
                  <a:pt x="702" y="496"/>
                </a:lnTo>
                <a:lnTo>
                  <a:pt x="686" y="466"/>
                </a:lnTo>
                <a:lnTo>
                  <a:pt x="670" y="438"/>
                </a:lnTo>
                <a:lnTo>
                  <a:pt x="653" y="411"/>
                </a:lnTo>
                <a:lnTo>
                  <a:pt x="634" y="387"/>
                </a:lnTo>
                <a:lnTo>
                  <a:pt x="615" y="365"/>
                </a:lnTo>
                <a:lnTo>
                  <a:pt x="604" y="356"/>
                </a:lnTo>
                <a:lnTo>
                  <a:pt x="594" y="347"/>
                </a:lnTo>
                <a:lnTo>
                  <a:pt x="583" y="338"/>
                </a:lnTo>
                <a:lnTo>
                  <a:pt x="572" y="331"/>
                </a:lnTo>
                <a:lnTo>
                  <a:pt x="560" y="325"/>
                </a:lnTo>
                <a:lnTo>
                  <a:pt x="549" y="319"/>
                </a:lnTo>
                <a:lnTo>
                  <a:pt x="536" y="314"/>
                </a:lnTo>
                <a:lnTo>
                  <a:pt x="524" y="309"/>
                </a:lnTo>
                <a:lnTo>
                  <a:pt x="510" y="307"/>
                </a:lnTo>
                <a:lnTo>
                  <a:pt x="498" y="305"/>
                </a:lnTo>
                <a:lnTo>
                  <a:pt x="498" y="305"/>
                </a:lnTo>
                <a:lnTo>
                  <a:pt x="493" y="316"/>
                </a:lnTo>
                <a:lnTo>
                  <a:pt x="488" y="335"/>
                </a:lnTo>
                <a:lnTo>
                  <a:pt x="478" y="385"/>
                </a:lnTo>
                <a:lnTo>
                  <a:pt x="466" y="450"/>
                </a:lnTo>
                <a:lnTo>
                  <a:pt x="353" y="235"/>
                </a:lnTo>
                <a:lnTo>
                  <a:pt x="538" y="143"/>
                </a:lnTo>
                <a:lnTo>
                  <a:pt x="538" y="143"/>
                </a:lnTo>
                <a:lnTo>
                  <a:pt x="535" y="146"/>
                </a:lnTo>
                <a:lnTo>
                  <a:pt x="532" y="151"/>
                </a:lnTo>
                <a:lnTo>
                  <a:pt x="527" y="165"/>
                </a:lnTo>
                <a:lnTo>
                  <a:pt x="522" y="183"/>
                </a:lnTo>
                <a:lnTo>
                  <a:pt x="518" y="203"/>
                </a:lnTo>
                <a:lnTo>
                  <a:pt x="513" y="240"/>
                </a:lnTo>
                <a:lnTo>
                  <a:pt x="510" y="257"/>
                </a:lnTo>
                <a:lnTo>
                  <a:pt x="510" y="257"/>
                </a:lnTo>
                <a:lnTo>
                  <a:pt x="514" y="257"/>
                </a:lnTo>
                <a:lnTo>
                  <a:pt x="524" y="258"/>
                </a:lnTo>
                <a:lnTo>
                  <a:pt x="540" y="262"/>
                </a:lnTo>
                <a:lnTo>
                  <a:pt x="561" y="269"/>
                </a:lnTo>
                <a:lnTo>
                  <a:pt x="573" y="274"/>
                </a:lnTo>
                <a:lnTo>
                  <a:pt x="586" y="280"/>
                </a:lnTo>
                <a:lnTo>
                  <a:pt x="600" y="289"/>
                </a:lnTo>
                <a:lnTo>
                  <a:pt x="615" y="298"/>
                </a:lnTo>
                <a:lnTo>
                  <a:pt x="630" y="309"/>
                </a:lnTo>
                <a:lnTo>
                  <a:pt x="645" y="323"/>
                </a:lnTo>
                <a:lnTo>
                  <a:pt x="661" y="338"/>
                </a:lnTo>
                <a:lnTo>
                  <a:pt x="677" y="356"/>
                </a:lnTo>
                <a:lnTo>
                  <a:pt x="693" y="377"/>
                </a:lnTo>
                <a:lnTo>
                  <a:pt x="710" y="399"/>
                </a:lnTo>
                <a:lnTo>
                  <a:pt x="726" y="424"/>
                </a:lnTo>
                <a:lnTo>
                  <a:pt x="742" y="453"/>
                </a:lnTo>
                <a:lnTo>
                  <a:pt x="758" y="484"/>
                </a:lnTo>
                <a:lnTo>
                  <a:pt x="773" y="519"/>
                </a:lnTo>
                <a:lnTo>
                  <a:pt x="788" y="557"/>
                </a:lnTo>
                <a:lnTo>
                  <a:pt x="802" y="598"/>
                </a:lnTo>
                <a:lnTo>
                  <a:pt x="816" y="643"/>
                </a:lnTo>
                <a:lnTo>
                  <a:pt x="829" y="693"/>
                </a:lnTo>
                <a:lnTo>
                  <a:pt x="841" y="745"/>
                </a:lnTo>
                <a:lnTo>
                  <a:pt x="851" y="802"/>
                </a:lnTo>
                <a:lnTo>
                  <a:pt x="860" y="863"/>
                </a:lnTo>
                <a:lnTo>
                  <a:pt x="870" y="930"/>
                </a:lnTo>
                <a:lnTo>
                  <a:pt x="877" y="1000"/>
                </a:lnTo>
                <a:lnTo>
                  <a:pt x="881" y="1074"/>
                </a:lnTo>
                <a:lnTo>
                  <a:pt x="881" y="1074"/>
                </a:lnTo>
                <a:lnTo>
                  <a:pt x="893" y="1081"/>
                </a:lnTo>
                <a:lnTo>
                  <a:pt x="893" y="1081"/>
                </a:lnTo>
                <a:lnTo>
                  <a:pt x="899" y="1087"/>
                </a:lnTo>
                <a:lnTo>
                  <a:pt x="904" y="1093"/>
                </a:lnTo>
                <a:lnTo>
                  <a:pt x="909" y="1099"/>
                </a:lnTo>
                <a:lnTo>
                  <a:pt x="914" y="1106"/>
                </a:lnTo>
                <a:lnTo>
                  <a:pt x="917" y="1113"/>
                </a:lnTo>
                <a:lnTo>
                  <a:pt x="921" y="1120"/>
                </a:lnTo>
                <a:lnTo>
                  <a:pt x="923" y="1128"/>
                </a:lnTo>
                <a:lnTo>
                  <a:pt x="924" y="1135"/>
                </a:lnTo>
                <a:lnTo>
                  <a:pt x="925" y="1143"/>
                </a:lnTo>
                <a:lnTo>
                  <a:pt x="925" y="1151"/>
                </a:lnTo>
                <a:lnTo>
                  <a:pt x="924" y="1159"/>
                </a:lnTo>
                <a:lnTo>
                  <a:pt x="923" y="1166"/>
                </a:lnTo>
                <a:lnTo>
                  <a:pt x="921" y="1174"/>
                </a:lnTo>
                <a:lnTo>
                  <a:pt x="917" y="1181"/>
                </a:lnTo>
                <a:lnTo>
                  <a:pt x="914" y="1188"/>
                </a:lnTo>
                <a:lnTo>
                  <a:pt x="909" y="1195"/>
                </a:lnTo>
                <a:lnTo>
                  <a:pt x="909" y="1195"/>
                </a:lnTo>
                <a:close/>
                <a:moveTo>
                  <a:pt x="1025" y="546"/>
                </a:moveTo>
                <a:lnTo>
                  <a:pt x="953" y="617"/>
                </a:lnTo>
                <a:lnTo>
                  <a:pt x="917" y="581"/>
                </a:lnTo>
                <a:lnTo>
                  <a:pt x="990" y="509"/>
                </a:lnTo>
                <a:lnTo>
                  <a:pt x="918" y="437"/>
                </a:lnTo>
                <a:lnTo>
                  <a:pt x="955" y="402"/>
                </a:lnTo>
                <a:lnTo>
                  <a:pt x="1027" y="473"/>
                </a:lnTo>
                <a:lnTo>
                  <a:pt x="1099" y="401"/>
                </a:lnTo>
                <a:lnTo>
                  <a:pt x="1134" y="436"/>
                </a:lnTo>
                <a:lnTo>
                  <a:pt x="1062" y="509"/>
                </a:lnTo>
                <a:lnTo>
                  <a:pt x="1134" y="581"/>
                </a:lnTo>
                <a:lnTo>
                  <a:pt x="1097" y="618"/>
                </a:lnTo>
                <a:lnTo>
                  <a:pt x="1025" y="546"/>
                </a:lnTo>
                <a:close/>
                <a:moveTo>
                  <a:pt x="1276" y="914"/>
                </a:moveTo>
                <a:lnTo>
                  <a:pt x="1276" y="914"/>
                </a:lnTo>
                <a:lnTo>
                  <a:pt x="1279" y="927"/>
                </a:lnTo>
                <a:lnTo>
                  <a:pt x="1280" y="940"/>
                </a:lnTo>
                <a:lnTo>
                  <a:pt x="1279" y="956"/>
                </a:lnTo>
                <a:lnTo>
                  <a:pt x="1278" y="964"/>
                </a:lnTo>
                <a:lnTo>
                  <a:pt x="1275" y="974"/>
                </a:lnTo>
                <a:lnTo>
                  <a:pt x="1272" y="982"/>
                </a:lnTo>
                <a:lnTo>
                  <a:pt x="1267" y="990"/>
                </a:lnTo>
                <a:lnTo>
                  <a:pt x="1261" y="998"/>
                </a:lnTo>
                <a:lnTo>
                  <a:pt x="1254" y="1005"/>
                </a:lnTo>
                <a:lnTo>
                  <a:pt x="1245" y="1012"/>
                </a:lnTo>
                <a:lnTo>
                  <a:pt x="1235" y="1018"/>
                </a:lnTo>
                <a:lnTo>
                  <a:pt x="1235" y="1018"/>
                </a:lnTo>
                <a:lnTo>
                  <a:pt x="1228" y="1020"/>
                </a:lnTo>
                <a:lnTo>
                  <a:pt x="1220" y="1022"/>
                </a:lnTo>
                <a:lnTo>
                  <a:pt x="1213" y="1023"/>
                </a:lnTo>
                <a:lnTo>
                  <a:pt x="1205" y="1025"/>
                </a:lnTo>
                <a:lnTo>
                  <a:pt x="1198" y="1025"/>
                </a:lnTo>
                <a:lnTo>
                  <a:pt x="1191" y="1023"/>
                </a:lnTo>
                <a:lnTo>
                  <a:pt x="1183" y="1022"/>
                </a:lnTo>
                <a:lnTo>
                  <a:pt x="1176" y="1020"/>
                </a:lnTo>
                <a:lnTo>
                  <a:pt x="1169" y="1018"/>
                </a:lnTo>
                <a:lnTo>
                  <a:pt x="1163" y="1014"/>
                </a:lnTo>
                <a:lnTo>
                  <a:pt x="1156" y="1010"/>
                </a:lnTo>
                <a:lnTo>
                  <a:pt x="1150" y="1005"/>
                </a:lnTo>
                <a:lnTo>
                  <a:pt x="1145" y="999"/>
                </a:lnTo>
                <a:lnTo>
                  <a:pt x="1141" y="993"/>
                </a:lnTo>
                <a:lnTo>
                  <a:pt x="1136" y="987"/>
                </a:lnTo>
                <a:lnTo>
                  <a:pt x="1133" y="981"/>
                </a:lnTo>
                <a:lnTo>
                  <a:pt x="1133" y="981"/>
                </a:lnTo>
                <a:lnTo>
                  <a:pt x="1129" y="974"/>
                </a:lnTo>
                <a:lnTo>
                  <a:pt x="1127" y="965"/>
                </a:lnTo>
                <a:lnTo>
                  <a:pt x="1126" y="957"/>
                </a:lnTo>
                <a:lnTo>
                  <a:pt x="1125" y="950"/>
                </a:lnTo>
                <a:lnTo>
                  <a:pt x="1125" y="942"/>
                </a:lnTo>
                <a:lnTo>
                  <a:pt x="1126" y="935"/>
                </a:lnTo>
                <a:lnTo>
                  <a:pt x="1127" y="927"/>
                </a:lnTo>
                <a:lnTo>
                  <a:pt x="1129" y="920"/>
                </a:lnTo>
                <a:lnTo>
                  <a:pt x="1133" y="913"/>
                </a:lnTo>
                <a:lnTo>
                  <a:pt x="1136" y="906"/>
                </a:lnTo>
                <a:lnTo>
                  <a:pt x="1140" y="899"/>
                </a:lnTo>
                <a:lnTo>
                  <a:pt x="1144" y="894"/>
                </a:lnTo>
                <a:lnTo>
                  <a:pt x="1150" y="888"/>
                </a:lnTo>
                <a:lnTo>
                  <a:pt x="1156" y="883"/>
                </a:lnTo>
                <a:lnTo>
                  <a:pt x="1162" y="879"/>
                </a:lnTo>
                <a:lnTo>
                  <a:pt x="1169" y="875"/>
                </a:lnTo>
                <a:lnTo>
                  <a:pt x="1169" y="875"/>
                </a:lnTo>
                <a:lnTo>
                  <a:pt x="1177" y="872"/>
                </a:lnTo>
                <a:lnTo>
                  <a:pt x="1185" y="869"/>
                </a:lnTo>
                <a:lnTo>
                  <a:pt x="1193" y="868"/>
                </a:lnTo>
                <a:lnTo>
                  <a:pt x="1201" y="867"/>
                </a:lnTo>
                <a:lnTo>
                  <a:pt x="1209" y="868"/>
                </a:lnTo>
                <a:lnTo>
                  <a:pt x="1217" y="869"/>
                </a:lnTo>
                <a:lnTo>
                  <a:pt x="1225" y="872"/>
                </a:lnTo>
                <a:lnTo>
                  <a:pt x="1232" y="874"/>
                </a:lnTo>
                <a:lnTo>
                  <a:pt x="1232" y="874"/>
                </a:lnTo>
                <a:lnTo>
                  <a:pt x="1246" y="865"/>
                </a:lnTo>
                <a:lnTo>
                  <a:pt x="1259" y="855"/>
                </a:lnTo>
                <a:lnTo>
                  <a:pt x="1271" y="844"/>
                </a:lnTo>
                <a:lnTo>
                  <a:pt x="1281" y="832"/>
                </a:lnTo>
                <a:lnTo>
                  <a:pt x="1290" y="819"/>
                </a:lnTo>
                <a:lnTo>
                  <a:pt x="1298" y="807"/>
                </a:lnTo>
                <a:lnTo>
                  <a:pt x="1305" y="794"/>
                </a:lnTo>
                <a:lnTo>
                  <a:pt x="1311" y="782"/>
                </a:lnTo>
                <a:lnTo>
                  <a:pt x="1320" y="759"/>
                </a:lnTo>
                <a:lnTo>
                  <a:pt x="1326" y="741"/>
                </a:lnTo>
                <a:lnTo>
                  <a:pt x="1331" y="723"/>
                </a:lnTo>
                <a:lnTo>
                  <a:pt x="1231" y="653"/>
                </a:lnTo>
                <a:lnTo>
                  <a:pt x="1177" y="713"/>
                </a:lnTo>
                <a:lnTo>
                  <a:pt x="1176" y="562"/>
                </a:lnTo>
                <a:lnTo>
                  <a:pt x="1324" y="562"/>
                </a:lnTo>
                <a:lnTo>
                  <a:pt x="1260" y="611"/>
                </a:lnTo>
                <a:lnTo>
                  <a:pt x="1384" y="707"/>
                </a:lnTo>
                <a:lnTo>
                  <a:pt x="1384" y="707"/>
                </a:lnTo>
                <a:lnTo>
                  <a:pt x="1382" y="729"/>
                </a:lnTo>
                <a:lnTo>
                  <a:pt x="1377" y="750"/>
                </a:lnTo>
                <a:lnTo>
                  <a:pt x="1371" y="770"/>
                </a:lnTo>
                <a:lnTo>
                  <a:pt x="1365" y="789"/>
                </a:lnTo>
                <a:lnTo>
                  <a:pt x="1356" y="807"/>
                </a:lnTo>
                <a:lnTo>
                  <a:pt x="1347" y="824"/>
                </a:lnTo>
                <a:lnTo>
                  <a:pt x="1338" y="840"/>
                </a:lnTo>
                <a:lnTo>
                  <a:pt x="1327" y="854"/>
                </a:lnTo>
                <a:lnTo>
                  <a:pt x="1309" y="880"/>
                </a:lnTo>
                <a:lnTo>
                  <a:pt x="1293" y="898"/>
                </a:lnTo>
                <a:lnTo>
                  <a:pt x="1281" y="911"/>
                </a:lnTo>
                <a:lnTo>
                  <a:pt x="1276" y="914"/>
                </a:lnTo>
                <a:lnTo>
                  <a:pt x="1276" y="914"/>
                </a:lnTo>
                <a:close/>
                <a:moveTo>
                  <a:pt x="1188" y="919"/>
                </a:moveTo>
                <a:lnTo>
                  <a:pt x="1188" y="919"/>
                </a:lnTo>
                <a:lnTo>
                  <a:pt x="1184" y="923"/>
                </a:lnTo>
                <a:lnTo>
                  <a:pt x="1179" y="926"/>
                </a:lnTo>
                <a:lnTo>
                  <a:pt x="1176" y="931"/>
                </a:lnTo>
                <a:lnTo>
                  <a:pt x="1173" y="936"/>
                </a:lnTo>
                <a:lnTo>
                  <a:pt x="1172" y="942"/>
                </a:lnTo>
                <a:lnTo>
                  <a:pt x="1171" y="948"/>
                </a:lnTo>
                <a:lnTo>
                  <a:pt x="1172" y="954"/>
                </a:lnTo>
                <a:lnTo>
                  <a:pt x="1174" y="960"/>
                </a:lnTo>
                <a:lnTo>
                  <a:pt x="1174" y="960"/>
                </a:lnTo>
                <a:lnTo>
                  <a:pt x="1178" y="964"/>
                </a:lnTo>
                <a:lnTo>
                  <a:pt x="1181" y="969"/>
                </a:lnTo>
                <a:lnTo>
                  <a:pt x="1186" y="972"/>
                </a:lnTo>
                <a:lnTo>
                  <a:pt x="1192" y="975"/>
                </a:lnTo>
                <a:lnTo>
                  <a:pt x="1196" y="976"/>
                </a:lnTo>
                <a:lnTo>
                  <a:pt x="1202" y="976"/>
                </a:lnTo>
                <a:lnTo>
                  <a:pt x="1208" y="976"/>
                </a:lnTo>
                <a:lnTo>
                  <a:pt x="1214" y="974"/>
                </a:lnTo>
                <a:lnTo>
                  <a:pt x="1214" y="974"/>
                </a:lnTo>
                <a:lnTo>
                  <a:pt x="1220" y="970"/>
                </a:lnTo>
                <a:lnTo>
                  <a:pt x="1224" y="967"/>
                </a:lnTo>
                <a:lnTo>
                  <a:pt x="1228" y="962"/>
                </a:lnTo>
                <a:lnTo>
                  <a:pt x="1230" y="956"/>
                </a:lnTo>
                <a:lnTo>
                  <a:pt x="1231" y="952"/>
                </a:lnTo>
                <a:lnTo>
                  <a:pt x="1231" y="946"/>
                </a:lnTo>
                <a:lnTo>
                  <a:pt x="1230" y="939"/>
                </a:lnTo>
                <a:lnTo>
                  <a:pt x="1229" y="934"/>
                </a:lnTo>
                <a:lnTo>
                  <a:pt x="1229" y="934"/>
                </a:lnTo>
                <a:lnTo>
                  <a:pt x="1225" y="928"/>
                </a:lnTo>
                <a:lnTo>
                  <a:pt x="1222" y="924"/>
                </a:lnTo>
                <a:lnTo>
                  <a:pt x="1217" y="920"/>
                </a:lnTo>
                <a:lnTo>
                  <a:pt x="1212" y="918"/>
                </a:lnTo>
                <a:lnTo>
                  <a:pt x="1206" y="917"/>
                </a:lnTo>
                <a:lnTo>
                  <a:pt x="1200" y="917"/>
                </a:lnTo>
                <a:lnTo>
                  <a:pt x="1194" y="917"/>
                </a:lnTo>
                <a:lnTo>
                  <a:pt x="1188" y="919"/>
                </a:lnTo>
                <a:lnTo>
                  <a:pt x="1188" y="919"/>
                </a:lnTo>
                <a:close/>
                <a:moveTo>
                  <a:pt x="844" y="1125"/>
                </a:moveTo>
                <a:lnTo>
                  <a:pt x="844" y="1125"/>
                </a:lnTo>
                <a:lnTo>
                  <a:pt x="839" y="1125"/>
                </a:lnTo>
                <a:lnTo>
                  <a:pt x="835" y="1128"/>
                </a:lnTo>
                <a:lnTo>
                  <a:pt x="830" y="1130"/>
                </a:lnTo>
                <a:lnTo>
                  <a:pt x="827" y="1132"/>
                </a:lnTo>
                <a:lnTo>
                  <a:pt x="823" y="1137"/>
                </a:lnTo>
                <a:lnTo>
                  <a:pt x="821" y="1142"/>
                </a:lnTo>
                <a:lnTo>
                  <a:pt x="820" y="1146"/>
                </a:lnTo>
                <a:lnTo>
                  <a:pt x="819" y="1151"/>
                </a:lnTo>
                <a:lnTo>
                  <a:pt x="819" y="1151"/>
                </a:lnTo>
                <a:lnTo>
                  <a:pt x="820" y="1157"/>
                </a:lnTo>
                <a:lnTo>
                  <a:pt x="821" y="1161"/>
                </a:lnTo>
                <a:lnTo>
                  <a:pt x="823" y="1165"/>
                </a:lnTo>
                <a:lnTo>
                  <a:pt x="827" y="1169"/>
                </a:lnTo>
                <a:lnTo>
                  <a:pt x="830" y="1172"/>
                </a:lnTo>
                <a:lnTo>
                  <a:pt x="835" y="1174"/>
                </a:lnTo>
                <a:lnTo>
                  <a:pt x="839" y="1176"/>
                </a:lnTo>
                <a:lnTo>
                  <a:pt x="844" y="1176"/>
                </a:lnTo>
                <a:lnTo>
                  <a:pt x="844" y="1176"/>
                </a:lnTo>
                <a:lnTo>
                  <a:pt x="850" y="1176"/>
                </a:lnTo>
                <a:lnTo>
                  <a:pt x="855" y="1174"/>
                </a:lnTo>
                <a:lnTo>
                  <a:pt x="859" y="1172"/>
                </a:lnTo>
                <a:lnTo>
                  <a:pt x="863" y="1169"/>
                </a:lnTo>
                <a:lnTo>
                  <a:pt x="866" y="1165"/>
                </a:lnTo>
                <a:lnTo>
                  <a:pt x="868" y="1161"/>
                </a:lnTo>
                <a:lnTo>
                  <a:pt x="870" y="1157"/>
                </a:lnTo>
                <a:lnTo>
                  <a:pt x="870" y="1151"/>
                </a:lnTo>
                <a:lnTo>
                  <a:pt x="870" y="1151"/>
                </a:lnTo>
                <a:lnTo>
                  <a:pt x="870" y="1146"/>
                </a:lnTo>
                <a:lnTo>
                  <a:pt x="868" y="1142"/>
                </a:lnTo>
                <a:lnTo>
                  <a:pt x="866" y="1137"/>
                </a:lnTo>
                <a:lnTo>
                  <a:pt x="863" y="1132"/>
                </a:lnTo>
                <a:lnTo>
                  <a:pt x="859" y="1130"/>
                </a:lnTo>
                <a:lnTo>
                  <a:pt x="855" y="1128"/>
                </a:lnTo>
                <a:lnTo>
                  <a:pt x="850" y="1125"/>
                </a:lnTo>
                <a:lnTo>
                  <a:pt x="844" y="1125"/>
                </a:lnTo>
                <a:lnTo>
                  <a:pt x="844" y="1125"/>
                </a:lnTo>
                <a:close/>
                <a:moveTo>
                  <a:pt x="384" y="1074"/>
                </a:moveTo>
                <a:lnTo>
                  <a:pt x="384" y="1074"/>
                </a:lnTo>
                <a:lnTo>
                  <a:pt x="379" y="1074"/>
                </a:lnTo>
                <a:lnTo>
                  <a:pt x="374" y="1077"/>
                </a:lnTo>
                <a:lnTo>
                  <a:pt x="370" y="1079"/>
                </a:lnTo>
                <a:lnTo>
                  <a:pt x="365" y="1081"/>
                </a:lnTo>
                <a:lnTo>
                  <a:pt x="363" y="1086"/>
                </a:lnTo>
                <a:lnTo>
                  <a:pt x="361" y="1089"/>
                </a:lnTo>
                <a:lnTo>
                  <a:pt x="358" y="1095"/>
                </a:lnTo>
                <a:lnTo>
                  <a:pt x="358" y="1100"/>
                </a:lnTo>
                <a:lnTo>
                  <a:pt x="358" y="1100"/>
                </a:lnTo>
                <a:lnTo>
                  <a:pt x="358" y="1105"/>
                </a:lnTo>
                <a:lnTo>
                  <a:pt x="361" y="1110"/>
                </a:lnTo>
                <a:lnTo>
                  <a:pt x="363" y="1114"/>
                </a:lnTo>
                <a:lnTo>
                  <a:pt x="365" y="1118"/>
                </a:lnTo>
                <a:lnTo>
                  <a:pt x="370" y="1121"/>
                </a:lnTo>
                <a:lnTo>
                  <a:pt x="374" y="1123"/>
                </a:lnTo>
                <a:lnTo>
                  <a:pt x="379" y="1125"/>
                </a:lnTo>
                <a:lnTo>
                  <a:pt x="384" y="1125"/>
                </a:lnTo>
                <a:lnTo>
                  <a:pt x="384" y="1125"/>
                </a:lnTo>
                <a:lnTo>
                  <a:pt x="389" y="1125"/>
                </a:lnTo>
                <a:lnTo>
                  <a:pt x="394" y="1123"/>
                </a:lnTo>
                <a:lnTo>
                  <a:pt x="398" y="1121"/>
                </a:lnTo>
                <a:lnTo>
                  <a:pt x="403" y="1118"/>
                </a:lnTo>
                <a:lnTo>
                  <a:pt x="405" y="1114"/>
                </a:lnTo>
                <a:lnTo>
                  <a:pt x="407" y="1110"/>
                </a:lnTo>
                <a:lnTo>
                  <a:pt x="409" y="1105"/>
                </a:lnTo>
                <a:lnTo>
                  <a:pt x="409" y="1100"/>
                </a:lnTo>
                <a:lnTo>
                  <a:pt x="409" y="1100"/>
                </a:lnTo>
                <a:lnTo>
                  <a:pt x="409" y="1095"/>
                </a:lnTo>
                <a:lnTo>
                  <a:pt x="407" y="1089"/>
                </a:lnTo>
                <a:lnTo>
                  <a:pt x="405" y="1086"/>
                </a:lnTo>
                <a:lnTo>
                  <a:pt x="403" y="1081"/>
                </a:lnTo>
                <a:lnTo>
                  <a:pt x="398" y="1079"/>
                </a:lnTo>
                <a:lnTo>
                  <a:pt x="394" y="1077"/>
                </a:lnTo>
                <a:lnTo>
                  <a:pt x="389" y="1074"/>
                </a:lnTo>
                <a:lnTo>
                  <a:pt x="384" y="1074"/>
                </a:lnTo>
                <a:lnTo>
                  <a:pt x="384" y="107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Freeform 7"/>
          <p:cNvSpPr>
            <a:spLocks noChangeAspect="1" noEditPoints="1"/>
          </p:cNvSpPr>
          <p:nvPr/>
        </p:nvSpPr>
        <p:spPr bwMode="auto">
          <a:xfrm>
            <a:off x="4448944" y="1232756"/>
            <a:ext cx="1010040" cy="1080000"/>
          </a:xfrm>
          <a:custGeom>
            <a:avLst/>
            <a:gdLst>
              <a:gd name="T0" fmla="*/ 673 w 1384"/>
              <a:gd name="T1" fmla="*/ 5 h 1484"/>
              <a:gd name="T2" fmla="*/ 643 w 1384"/>
              <a:gd name="T3" fmla="*/ 39 h 1484"/>
              <a:gd name="T4" fmla="*/ 644 w 1384"/>
              <a:gd name="T5" fmla="*/ 1444 h 1484"/>
              <a:gd name="T6" fmla="*/ 677 w 1384"/>
              <a:gd name="T7" fmla="*/ 1475 h 1484"/>
              <a:gd name="T8" fmla="*/ 1343 w 1384"/>
              <a:gd name="T9" fmla="*/ 1484 h 1484"/>
              <a:gd name="T10" fmla="*/ 1371 w 1384"/>
              <a:gd name="T11" fmla="*/ 1459 h 1484"/>
              <a:gd name="T12" fmla="*/ 1384 w 1384"/>
              <a:gd name="T13" fmla="*/ 46 h 1484"/>
              <a:gd name="T14" fmla="*/ 1360 w 1384"/>
              <a:gd name="T15" fmla="*/ 7 h 1484"/>
              <a:gd name="T16" fmla="*/ 840 w 1384"/>
              <a:gd name="T17" fmla="*/ 1385 h 1484"/>
              <a:gd name="T18" fmla="*/ 840 w 1384"/>
              <a:gd name="T19" fmla="*/ 1237 h 1484"/>
              <a:gd name="T20" fmla="*/ 840 w 1384"/>
              <a:gd name="T21" fmla="*/ 1088 h 1484"/>
              <a:gd name="T22" fmla="*/ 840 w 1384"/>
              <a:gd name="T23" fmla="*/ 940 h 1484"/>
              <a:gd name="T24" fmla="*/ 840 w 1384"/>
              <a:gd name="T25" fmla="*/ 792 h 1484"/>
              <a:gd name="T26" fmla="*/ 840 w 1384"/>
              <a:gd name="T27" fmla="*/ 643 h 1484"/>
              <a:gd name="T28" fmla="*/ 840 w 1384"/>
              <a:gd name="T29" fmla="*/ 495 h 1484"/>
              <a:gd name="T30" fmla="*/ 840 w 1384"/>
              <a:gd name="T31" fmla="*/ 347 h 1484"/>
              <a:gd name="T32" fmla="*/ 840 w 1384"/>
              <a:gd name="T33" fmla="*/ 198 h 1484"/>
              <a:gd name="T34" fmla="*/ 988 w 1384"/>
              <a:gd name="T35" fmla="*/ 1237 h 1484"/>
              <a:gd name="T36" fmla="*/ 988 w 1384"/>
              <a:gd name="T37" fmla="*/ 1088 h 1484"/>
              <a:gd name="T38" fmla="*/ 988 w 1384"/>
              <a:gd name="T39" fmla="*/ 940 h 1484"/>
              <a:gd name="T40" fmla="*/ 988 w 1384"/>
              <a:gd name="T41" fmla="*/ 792 h 1484"/>
              <a:gd name="T42" fmla="*/ 988 w 1384"/>
              <a:gd name="T43" fmla="*/ 643 h 1484"/>
              <a:gd name="T44" fmla="*/ 988 w 1384"/>
              <a:gd name="T45" fmla="*/ 495 h 1484"/>
              <a:gd name="T46" fmla="*/ 988 w 1384"/>
              <a:gd name="T47" fmla="*/ 347 h 1484"/>
              <a:gd name="T48" fmla="*/ 988 w 1384"/>
              <a:gd name="T49" fmla="*/ 198 h 1484"/>
              <a:gd name="T50" fmla="*/ 1137 w 1384"/>
              <a:gd name="T51" fmla="*/ 1237 h 1484"/>
              <a:gd name="T52" fmla="*/ 1137 w 1384"/>
              <a:gd name="T53" fmla="*/ 1088 h 1484"/>
              <a:gd name="T54" fmla="*/ 1137 w 1384"/>
              <a:gd name="T55" fmla="*/ 940 h 1484"/>
              <a:gd name="T56" fmla="*/ 1137 w 1384"/>
              <a:gd name="T57" fmla="*/ 792 h 1484"/>
              <a:gd name="T58" fmla="*/ 1137 w 1384"/>
              <a:gd name="T59" fmla="*/ 643 h 1484"/>
              <a:gd name="T60" fmla="*/ 1137 w 1384"/>
              <a:gd name="T61" fmla="*/ 495 h 1484"/>
              <a:gd name="T62" fmla="*/ 1137 w 1384"/>
              <a:gd name="T63" fmla="*/ 347 h 1484"/>
              <a:gd name="T64" fmla="*/ 1137 w 1384"/>
              <a:gd name="T65" fmla="*/ 198 h 1484"/>
              <a:gd name="T66" fmla="*/ 1285 w 1384"/>
              <a:gd name="T67" fmla="*/ 1385 h 1484"/>
              <a:gd name="T68" fmla="*/ 1285 w 1384"/>
              <a:gd name="T69" fmla="*/ 1237 h 1484"/>
              <a:gd name="T70" fmla="*/ 1285 w 1384"/>
              <a:gd name="T71" fmla="*/ 1088 h 1484"/>
              <a:gd name="T72" fmla="*/ 1285 w 1384"/>
              <a:gd name="T73" fmla="*/ 940 h 1484"/>
              <a:gd name="T74" fmla="*/ 1285 w 1384"/>
              <a:gd name="T75" fmla="*/ 792 h 1484"/>
              <a:gd name="T76" fmla="*/ 1285 w 1384"/>
              <a:gd name="T77" fmla="*/ 643 h 1484"/>
              <a:gd name="T78" fmla="*/ 1285 w 1384"/>
              <a:gd name="T79" fmla="*/ 495 h 1484"/>
              <a:gd name="T80" fmla="*/ 1285 w 1384"/>
              <a:gd name="T81" fmla="*/ 347 h 1484"/>
              <a:gd name="T82" fmla="*/ 1285 w 1384"/>
              <a:gd name="T83" fmla="*/ 198 h 1484"/>
              <a:gd name="T84" fmla="*/ 543 w 1384"/>
              <a:gd name="T85" fmla="*/ 545 h 1484"/>
              <a:gd name="T86" fmla="*/ 22 w 1384"/>
              <a:gd name="T87" fmla="*/ 553 h 1484"/>
              <a:gd name="T88" fmla="*/ 0 w 1384"/>
              <a:gd name="T89" fmla="*/ 593 h 1484"/>
              <a:gd name="T90" fmla="*/ 8 w 1384"/>
              <a:gd name="T91" fmla="*/ 1462 h 1484"/>
              <a:gd name="T92" fmla="*/ 49 w 1384"/>
              <a:gd name="T93" fmla="*/ 1484 h 1484"/>
              <a:gd name="T94" fmla="*/ 571 w 1384"/>
              <a:gd name="T95" fmla="*/ 1475 h 1484"/>
              <a:gd name="T96" fmla="*/ 593 w 1384"/>
              <a:gd name="T97" fmla="*/ 1434 h 1484"/>
              <a:gd name="T98" fmla="*/ 585 w 1384"/>
              <a:gd name="T99" fmla="*/ 566 h 1484"/>
              <a:gd name="T100" fmla="*/ 543 w 1384"/>
              <a:gd name="T101" fmla="*/ 545 h 1484"/>
              <a:gd name="T102" fmla="*/ 198 w 1384"/>
              <a:gd name="T103" fmla="*/ 1237 h 1484"/>
              <a:gd name="T104" fmla="*/ 198 w 1384"/>
              <a:gd name="T105" fmla="*/ 1038 h 1484"/>
              <a:gd name="T106" fmla="*/ 198 w 1384"/>
              <a:gd name="T107" fmla="*/ 840 h 1484"/>
              <a:gd name="T108" fmla="*/ 198 w 1384"/>
              <a:gd name="T109" fmla="*/ 643 h 1484"/>
              <a:gd name="T110" fmla="*/ 346 w 1384"/>
              <a:gd name="T111" fmla="*/ 1038 h 1484"/>
              <a:gd name="T112" fmla="*/ 346 w 1384"/>
              <a:gd name="T113" fmla="*/ 840 h 1484"/>
              <a:gd name="T114" fmla="*/ 346 w 1384"/>
              <a:gd name="T115" fmla="*/ 643 h 1484"/>
              <a:gd name="T116" fmla="*/ 495 w 1384"/>
              <a:gd name="T117" fmla="*/ 1237 h 1484"/>
              <a:gd name="T118" fmla="*/ 495 w 1384"/>
              <a:gd name="T119" fmla="*/ 1038 h 1484"/>
              <a:gd name="T120" fmla="*/ 495 w 1384"/>
              <a:gd name="T121" fmla="*/ 840 h 1484"/>
              <a:gd name="T122" fmla="*/ 495 w 1384"/>
              <a:gd name="T123" fmla="*/ 643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384" h="1484">
                <a:moveTo>
                  <a:pt x="1331" y="0"/>
                </a:moveTo>
                <a:lnTo>
                  <a:pt x="692" y="0"/>
                </a:lnTo>
                <a:lnTo>
                  <a:pt x="692" y="0"/>
                </a:lnTo>
                <a:lnTo>
                  <a:pt x="682" y="1"/>
                </a:lnTo>
                <a:lnTo>
                  <a:pt x="673" y="5"/>
                </a:lnTo>
                <a:lnTo>
                  <a:pt x="664" y="9"/>
                </a:lnTo>
                <a:lnTo>
                  <a:pt x="657" y="15"/>
                </a:lnTo>
                <a:lnTo>
                  <a:pt x="651" y="22"/>
                </a:lnTo>
                <a:lnTo>
                  <a:pt x="646" y="30"/>
                </a:lnTo>
                <a:lnTo>
                  <a:pt x="643" y="39"/>
                </a:lnTo>
                <a:lnTo>
                  <a:pt x="643" y="50"/>
                </a:lnTo>
                <a:lnTo>
                  <a:pt x="643" y="1434"/>
                </a:lnTo>
                <a:lnTo>
                  <a:pt x="643" y="1434"/>
                </a:lnTo>
                <a:lnTo>
                  <a:pt x="643" y="1439"/>
                </a:lnTo>
                <a:lnTo>
                  <a:pt x="644" y="1444"/>
                </a:lnTo>
                <a:lnTo>
                  <a:pt x="646" y="1449"/>
                </a:lnTo>
                <a:lnTo>
                  <a:pt x="650" y="1453"/>
                </a:lnTo>
                <a:lnTo>
                  <a:pt x="658" y="1462"/>
                </a:lnTo>
                <a:lnTo>
                  <a:pt x="667" y="1470"/>
                </a:lnTo>
                <a:lnTo>
                  <a:pt x="677" y="1475"/>
                </a:lnTo>
                <a:lnTo>
                  <a:pt x="683" y="1480"/>
                </a:lnTo>
                <a:lnTo>
                  <a:pt x="692" y="1484"/>
                </a:lnTo>
                <a:lnTo>
                  <a:pt x="1337" y="1484"/>
                </a:lnTo>
                <a:lnTo>
                  <a:pt x="1337" y="1484"/>
                </a:lnTo>
                <a:lnTo>
                  <a:pt x="1343" y="1484"/>
                </a:lnTo>
                <a:lnTo>
                  <a:pt x="1348" y="1481"/>
                </a:lnTo>
                <a:lnTo>
                  <a:pt x="1352" y="1479"/>
                </a:lnTo>
                <a:lnTo>
                  <a:pt x="1357" y="1475"/>
                </a:lnTo>
                <a:lnTo>
                  <a:pt x="1364" y="1468"/>
                </a:lnTo>
                <a:lnTo>
                  <a:pt x="1371" y="1459"/>
                </a:lnTo>
                <a:lnTo>
                  <a:pt x="1377" y="1450"/>
                </a:lnTo>
                <a:lnTo>
                  <a:pt x="1380" y="1442"/>
                </a:lnTo>
                <a:lnTo>
                  <a:pt x="1384" y="1434"/>
                </a:lnTo>
                <a:lnTo>
                  <a:pt x="1384" y="46"/>
                </a:lnTo>
                <a:lnTo>
                  <a:pt x="1384" y="46"/>
                </a:lnTo>
                <a:lnTo>
                  <a:pt x="1382" y="37"/>
                </a:lnTo>
                <a:lnTo>
                  <a:pt x="1380" y="28"/>
                </a:lnTo>
                <a:lnTo>
                  <a:pt x="1374" y="20"/>
                </a:lnTo>
                <a:lnTo>
                  <a:pt x="1367" y="13"/>
                </a:lnTo>
                <a:lnTo>
                  <a:pt x="1360" y="7"/>
                </a:lnTo>
                <a:lnTo>
                  <a:pt x="1351" y="3"/>
                </a:lnTo>
                <a:lnTo>
                  <a:pt x="1342" y="1"/>
                </a:lnTo>
                <a:lnTo>
                  <a:pt x="1331" y="0"/>
                </a:lnTo>
                <a:lnTo>
                  <a:pt x="1331" y="0"/>
                </a:lnTo>
                <a:close/>
                <a:moveTo>
                  <a:pt x="840" y="1385"/>
                </a:moveTo>
                <a:lnTo>
                  <a:pt x="741" y="1385"/>
                </a:lnTo>
                <a:lnTo>
                  <a:pt x="741" y="1285"/>
                </a:lnTo>
                <a:lnTo>
                  <a:pt x="840" y="1285"/>
                </a:lnTo>
                <a:lnTo>
                  <a:pt x="840" y="1385"/>
                </a:lnTo>
                <a:close/>
                <a:moveTo>
                  <a:pt x="840" y="1237"/>
                </a:moveTo>
                <a:lnTo>
                  <a:pt x="741" y="1237"/>
                </a:lnTo>
                <a:lnTo>
                  <a:pt x="741" y="1137"/>
                </a:lnTo>
                <a:lnTo>
                  <a:pt x="840" y="1137"/>
                </a:lnTo>
                <a:lnTo>
                  <a:pt x="840" y="1237"/>
                </a:lnTo>
                <a:close/>
                <a:moveTo>
                  <a:pt x="840" y="1088"/>
                </a:moveTo>
                <a:lnTo>
                  <a:pt x="741" y="1088"/>
                </a:lnTo>
                <a:lnTo>
                  <a:pt x="741" y="989"/>
                </a:lnTo>
                <a:lnTo>
                  <a:pt x="840" y="989"/>
                </a:lnTo>
                <a:lnTo>
                  <a:pt x="840" y="1088"/>
                </a:lnTo>
                <a:close/>
                <a:moveTo>
                  <a:pt x="840" y="940"/>
                </a:moveTo>
                <a:lnTo>
                  <a:pt x="741" y="940"/>
                </a:lnTo>
                <a:lnTo>
                  <a:pt x="741" y="840"/>
                </a:lnTo>
                <a:lnTo>
                  <a:pt x="840" y="840"/>
                </a:lnTo>
                <a:lnTo>
                  <a:pt x="840" y="940"/>
                </a:lnTo>
                <a:close/>
                <a:moveTo>
                  <a:pt x="840" y="792"/>
                </a:moveTo>
                <a:lnTo>
                  <a:pt x="741" y="792"/>
                </a:lnTo>
                <a:lnTo>
                  <a:pt x="741" y="693"/>
                </a:lnTo>
                <a:lnTo>
                  <a:pt x="840" y="693"/>
                </a:lnTo>
                <a:lnTo>
                  <a:pt x="840" y="792"/>
                </a:lnTo>
                <a:close/>
                <a:moveTo>
                  <a:pt x="840" y="643"/>
                </a:moveTo>
                <a:lnTo>
                  <a:pt x="741" y="643"/>
                </a:lnTo>
                <a:lnTo>
                  <a:pt x="741" y="545"/>
                </a:lnTo>
                <a:lnTo>
                  <a:pt x="840" y="545"/>
                </a:lnTo>
                <a:lnTo>
                  <a:pt x="840" y="643"/>
                </a:lnTo>
                <a:close/>
                <a:moveTo>
                  <a:pt x="840" y="495"/>
                </a:moveTo>
                <a:lnTo>
                  <a:pt x="741" y="495"/>
                </a:lnTo>
                <a:lnTo>
                  <a:pt x="741" y="396"/>
                </a:lnTo>
                <a:lnTo>
                  <a:pt x="840" y="396"/>
                </a:lnTo>
                <a:lnTo>
                  <a:pt x="840" y="495"/>
                </a:lnTo>
                <a:close/>
                <a:moveTo>
                  <a:pt x="840" y="347"/>
                </a:moveTo>
                <a:lnTo>
                  <a:pt x="741" y="347"/>
                </a:lnTo>
                <a:lnTo>
                  <a:pt x="741" y="248"/>
                </a:lnTo>
                <a:lnTo>
                  <a:pt x="840" y="248"/>
                </a:lnTo>
                <a:lnTo>
                  <a:pt x="840" y="347"/>
                </a:lnTo>
                <a:close/>
                <a:moveTo>
                  <a:pt x="840" y="198"/>
                </a:moveTo>
                <a:lnTo>
                  <a:pt x="741" y="198"/>
                </a:lnTo>
                <a:lnTo>
                  <a:pt x="741" y="100"/>
                </a:lnTo>
                <a:lnTo>
                  <a:pt x="840" y="100"/>
                </a:lnTo>
                <a:lnTo>
                  <a:pt x="840" y="198"/>
                </a:lnTo>
                <a:close/>
                <a:moveTo>
                  <a:pt x="988" y="1237"/>
                </a:moveTo>
                <a:lnTo>
                  <a:pt x="890" y="1237"/>
                </a:lnTo>
                <a:lnTo>
                  <a:pt x="890" y="1137"/>
                </a:lnTo>
                <a:lnTo>
                  <a:pt x="988" y="1137"/>
                </a:lnTo>
                <a:lnTo>
                  <a:pt x="988" y="1237"/>
                </a:lnTo>
                <a:close/>
                <a:moveTo>
                  <a:pt x="988" y="1088"/>
                </a:moveTo>
                <a:lnTo>
                  <a:pt x="890" y="1088"/>
                </a:lnTo>
                <a:lnTo>
                  <a:pt x="890" y="989"/>
                </a:lnTo>
                <a:lnTo>
                  <a:pt x="988" y="989"/>
                </a:lnTo>
                <a:lnTo>
                  <a:pt x="988" y="1088"/>
                </a:lnTo>
                <a:close/>
                <a:moveTo>
                  <a:pt x="988" y="940"/>
                </a:moveTo>
                <a:lnTo>
                  <a:pt x="890" y="940"/>
                </a:lnTo>
                <a:lnTo>
                  <a:pt x="890" y="840"/>
                </a:lnTo>
                <a:lnTo>
                  <a:pt x="988" y="840"/>
                </a:lnTo>
                <a:lnTo>
                  <a:pt x="988" y="940"/>
                </a:lnTo>
                <a:close/>
                <a:moveTo>
                  <a:pt x="988" y="792"/>
                </a:moveTo>
                <a:lnTo>
                  <a:pt x="890" y="792"/>
                </a:lnTo>
                <a:lnTo>
                  <a:pt x="890" y="693"/>
                </a:lnTo>
                <a:lnTo>
                  <a:pt x="988" y="693"/>
                </a:lnTo>
                <a:lnTo>
                  <a:pt x="988" y="792"/>
                </a:lnTo>
                <a:close/>
                <a:moveTo>
                  <a:pt x="988" y="643"/>
                </a:moveTo>
                <a:lnTo>
                  <a:pt x="890" y="643"/>
                </a:lnTo>
                <a:lnTo>
                  <a:pt x="890" y="545"/>
                </a:lnTo>
                <a:lnTo>
                  <a:pt x="988" y="545"/>
                </a:lnTo>
                <a:lnTo>
                  <a:pt x="988" y="643"/>
                </a:lnTo>
                <a:close/>
                <a:moveTo>
                  <a:pt x="988" y="495"/>
                </a:moveTo>
                <a:lnTo>
                  <a:pt x="890" y="495"/>
                </a:lnTo>
                <a:lnTo>
                  <a:pt x="890" y="396"/>
                </a:lnTo>
                <a:lnTo>
                  <a:pt x="988" y="396"/>
                </a:lnTo>
                <a:lnTo>
                  <a:pt x="988" y="495"/>
                </a:lnTo>
                <a:close/>
                <a:moveTo>
                  <a:pt x="988" y="347"/>
                </a:moveTo>
                <a:lnTo>
                  <a:pt x="890" y="347"/>
                </a:lnTo>
                <a:lnTo>
                  <a:pt x="890" y="248"/>
                </a:lnTo>
                <a:lnTo>
                  <a:pt x="988" y="248"/>
                </a:lnTo>
                <a:lnTo>
                  <a:pt x="988" y="347"/>
                </a:lnTo>
                <a:close/>
                <a:moveTo>
                  <a:pt x="988" y="198"/>
                </a:moveTo>
                <a:lnTo>
                  <a:pt x="890" y="198"/>
                </a:lnTo>
                <a:lnTo>
                  <a:pt x="890" y="100"/>
                </a:lnTo>
                <a:lnTo>
                  <a:pt x="988" y="100"/>
                </a:lnTo>
                <a:lnTo>
                  <a:pt x="988" y="198"/>
                </a:lnTo>
                <a:close/>
                <a:moveTo>
                  <a:pt x="1137" y="1237"/>
                </a:moveTo>
                <a:lnTo>
                  <a:pt x="1038" y="1237"/>
                </a:lnTo>
                <a:lnTo>
                  <a:pt x="1038" y="1137"/>
                </a:lnTo>
                <a:lnTo>
                  <a:pt x="1137" y="1137"/>
                </a:lnTo>
                <a:lnTo>
                  <a:pt x="1137" y="1237"/>
                </a:lnTo>
                <a:close/>
                <a:moveTo>
                  <a:pt x="1137" y="1088"/>
                </a:moveTo>
                <a:lnTo>
                  <a:pt x="1038" y="1088"/>
                </a:lnTo>
                <a:lnTo>
                  <a:pt x="1038" y="989"/>
                </a:lnTo>
                <a:lnTo>
                  <a:pt x="1137" y="989"/>
                </a:lnTo>
                <a:lnTo>
                  <a:pt x="1137" y="1088"/>
                </a:lnTo>
                <a:close/>
                <a:moveTo>
                  <a:pt x="1137" y="940"/>
                </a:moveTo>
                <a:lnTo>
                  <a:pt x="1038" y="940"/>
                </a:lnTo>
                <a:lnTo>
                  <a:pt x="1038" y="840"/>
                </a:lnTo>
                <a:lnTo>
                  <a:pt x="1137" y="840"/>
                </a:lnTo>
                <a:lnTo>
                  <a:pt x="1137" y="940"/>
                </a:lnTo>
                <a:close/>
                <a:moveTo>
                  <a:pt x="1137" y="792"/>
                </a:moveTo>
                <a:lnTo>
                  <a:pt x="1038" y="792"/>
                </a:lnTo>
                <a:lnTo>
                  <a:pt x="1038" y="693"/>
                </a:lnTo>
                <a:lnTo>
                  <a:pt x="1137" y="693"/>
                </a:lnTo>
                <a:lnTo>
                  <a:pt x="1137" y="792"/>
                </a:lnTo>
                <a:close/>
                <a:moveTo>
                  <a:pt x="1137" y="643"/>
                </a:moveTo>
                <a:lnTo>
                  <a:pt x="1038" y="643"/>
                </a:lnTo>
                <a:lnTo>
                  <a:pt x="1038" y="545"/>
                </a:lnTo>
                <a:lnTo>
                  <a:pt x="1137" y="545"/>
                </a:lnTo>
                <a:lnTo>
                  <a:pt x="1137" y="643"/>
                </a:lnTo>
                <a:close/>
                <a:moveTo>
                  <a:pt x="1137" y="495"/>
                </a:moveTo>
                <a:lnTo>
                  <a:pt x="1038" y="495"/>
                </a:lnTo>
                <a:lnTo>
                  <a:pt x="1038" y="396"/>
                </a:lnTo>
                <a:lnTo>
                  <a:pt x="1137" y="396"/>
                </a:lnTo>
                <a:lnTo>
                  <a:pt x="1137" y="495"/>
                </a:lnTo>
                <a:close/>
                <a:moveTo>
                  <a:pt x="1137" y="347"/>
                </a:moveTo>
                <a:lnTo>
                  <a:pt x="1038" y="347"/>
                </a:lnTo>
                <a:lnTo>
                  <a:pt x="1038" y="248"/>
                </a:lnTo>
                <a:lnTo>
                  <a:pt x="1137" y="248"/>
                </a:lnTo>
                <a:lnTo>
                  <a:pt x="1137" y="347"/>
                </a:lnTo>
                <a:close/>
                <a:moveTo>
                  <a:pt x="1137" y="198"/>
                </a:moveTo>
                <a:lnTo>
                  <a:pt x="1038" y="198"/>
                </a:lnTo>
                <a:lnTo>
                  <a:pt x="1038" y="100"/>
                </a:lnTo>
                <a:lnTo>
                  <a:pt x="1137" y="100"/>
                </a:lnTo>
                <a:lnTo>
                  <a:pt x="1137" y="198"/>
                </a:lnTo>
                <a:close/>
                <a:moveTo>
                  <a:pt x="1285" y="1385"/>
                </a:moveTo>
                <a:lnTo>
                  <a:pt x="1187" y="1385"/>
                </a:lnTo>
                <a:lnTo>
                  <a:pt x="1187" y="1285"/>
                </a:lnTo>
                <a:lnTo>
                  <a:pt x="1285" y="1285"/>
                </a:lnTo>
                <a:lnTo>
                  <a:pt x="1285" y="1385"/>
                </a:lnTo>
                <a:close/>
                <a:moveTo>
                  <a:pt x="1285" y="1237"/>
                </a:moveTo>
                <a:lnTo>
                  <a:pt x="1187" y="1237"/>
                </a:lnTo>
                <a:lnTo>
                  <a:pt x="1187" y="1137"/>
                </a:lnTo>
                <a:lnTo>
                  <a:pt x="1285" y="1137"/>
                </a:lnTo>
                <a:lnTo>
                  <a:pt x="1285" y="1237"/>
                </a:lnTo>
                <a:close/>
                <a:moveTo>
                  <a:pt x="1285" y="1088"/>
                </a:moveTo>
                <a:lnTo>
                  <a:pt x="1187" y="1088"/>
                </a:lnTo>
                <a:lnTo>
                  <a:pt x="1187" y="989"/>
                </a:lnTo>
                <a:lnTo>
                  <a:pt x="1285" y="989"/>
                </a:lnTo>
                <a:lnTo>
                  <a:pt x="1285" y="1088"/>
                </a:lnTo>
                <a:close/>
                <a:moveTo>
                  <a:pt x="1285" y="940"/>
                </a:moveTo>
                <a:lnTo>
                  <a:pt x="1187" y="940"/>
                </a:lnTo>
                <a:lnTo>
                  <a:pt x="1187" y="840"/>
                </a:lnTo>
                <a:lnTo>
                  <a:pt x="1285" y="840"/>
                </a:lnTo>
                <a:lnTo>
                  <a:pt x="1285" y="940"/>
                </a:lnTo>
                <a:close/>
                <a:moveTo>
                  <a:pt x="1285" y="792"/>
                </a:moveTo>
                <a:lnTo>
                  <a:pt x="1187" y="792"/>
                </a:lnTo>
                <a:lnTo>
                  <a:pt x="1187" y="693"/>
                </a:lnTo>
                <a:lnTo>
                  <a:pt x="1285" y="693"/>
                </a:lnTo>
                <a:lnTo>
                  <a:pt x="1285" y="792"/>
                </a:lnTo>
                <a:close/>
                <a:moveTo>
                  <a:pt x="1285" y="643"/>
                </a:moveTo>
                <a:lnTo>
                  <a:pt x="1187" y="643"/>
                </a:lnTo>
                <a:lnTo>
                  <a:pt x="1187" y="545"/>
                </a:lnTo>
                <a:lnTo>
                  <a:pt x="1285" y="545"/>
                </a:lnTo>
                <a:lnTo>
                  <a:pt x="1285" y="643"/>
                </a:lnTo>
                <a:close/>
                <a:moveTo>
                  <a:pt x="1285" y="495"/>
                </a:moveTo>
                <a:lnTo>
                  <a:pt x="1187" y="495"/>
                </a:lnTo>
                <a:lnTo>
                  <a:pt x="1187" y="396"/>
                </a:lnTo>
                <a:lnTo>
                  <a:pt x="1285" y="396"/>
                </a:lnTo>
                <a:lnTo>
                  <a:pt x="1285" y="495"/>
                </a:lnTo>
                <a:close/>
                <a:moveTo>
                  <a:pt x="1285" y="347"/>
                </a:moveTo>
                <a:lnTo>
                  <a:pt x="1187" y="347"/>
                </a:lnTo>
                <a:lnTo>
                  <a:pt x="1187" y="248"/>
                </a:lnTo>
                <a:lnTo>
                  <a:pt x="1285" y="248"/>
                </a:lnTo>
                <a:lnTo>
                  <a:pt x="1285" y="347"/>
                </a:lnTo>
                <a:close/>
                <a:moveTo>
                  <a:pt x="1285" y="198"/>
                </a:moveTo>
                <a:lnTo>
                  <a:pt x="1187" y="198"/>
                </a:lnTo>
                <a:lnTo>
                  <a:pt x="1187" y="100"/>
                </a:lnTo>
                <a:lnTo>
                  <a:pt x="1285" y="100"/>
                </a:lnTo>
                <a:lnTo>
                  <a:pt x="1285" y="198"/>
                </a:lnTo>
                <a:close/>
                <a:moveTo>
                  <a:pt x="543" y="545"/>
                </a:moveTo>
                <a:lnTo>
                  <a:pt x="49" y="545"/>
                </a:lnTo>
                <a:lnTo>
                  <a:pt x="49" y="545"/>
                </a:lnTo>
                <a:lnTo>
                  <a:pt x="39" y="545"/>
                </a:lnTo>
                <a:lnTo>
                  <a:pt x="30" y="548"/>
                </a:lnTo>
                <a:lnTo>
                  <a:pt x="22" y="553"/>
                </a:lnTo>
                <a:lnTo>
                  <a:pt x="14" y="559"/>
                </a:lnTo>
                <a:lnTo>
                  <a:pt x="8" y="566"/>
                </a:lnTo>
                <a:lnTo>
                  <a:pt x="3" y="575"/>
                </a:lnTo>
                <a:lnTo>
                  <a:pt x="1" y="584"/>
                </a:lnTo>
                <a:lnTo>
                  <a:pt x="0" y="593"/>
                </a:lnTo>
                <a:lnTo>
                  <a:pt x="0" y="1434"/>
                </a:lnTo>
                <a:lnTo>
                  <a:pt x="0" y="1434"/>
                </a:lnTo>
                <a:lnTo>
                  <a:pt x="1" y="1444"/>
                </a:lnTo>
                <a:lnTo>
                  <a:pt x="3" y="1453"/>
                </a:lnTo>
                <a:lnTo>
                  <a:pt x="8" y="1462"/>
                </a:lnTo>
                <a:lnTo>
                  <a:pt x="14" y="1470"/>
                </a:lnTo>
                <a:lnTo>
                  <a:pt x="22" y="1475"/>
                </a:lnTo>
                <a:lnTo>
                  <a:pt x="30" y="1480"/>
                </a:lnTo>
                <a:lnTo>
                  <a:pt x="39" y="1482"/>
                </a:lnTo>
                <a:lnTo>
                  <a:pt x="49" y="1484"/>
                </a:lnTo>
                <a:lnTo>
                  <a:pt x="543" y="1484"/>
                </a:lnTo>
                <a:lnTo>
                  <a:pt x="543" y="1484"/>
                </a:lnTo>
                <a:lnTo>
                  <a:pt x="554" y="1482"/>
                </a:lnTo>
                <a:lnTo>
                  <a:pt x="563" y="1480"/>
                </a:lnTo>
                <a:lnTo>
                  <a:pt x="571" y="1475"/>
                </a:lnTo>
                <a:lnTo>
                  <a:pt x="578" y="1470"/>
                </a:lnTo>
                <a:lnTo>
                  <a:pt x="585" y="1462"/>
                </a:lnTo>
                <a:lnTo>
                  <a:pt x="588" y="1453"/>
                </a:lnTo>
                <a:lnTo>
                  <a:pt x="592" y="1444"/>
                </a:lnTo>
                <a:lnTo>
                  <a:pt x="593" y="1434"/>
                </a:lnTo>
                <a:lnTo>
                  <a:pt x="593" y="593"/>
                </a:lnTo>
                <a:lnTo>
                  <a:pt x="593" y="593"/>
                </a:lnTo>
                <a:lnTo>
                  <a:pt x="592" y="584"/>
                </a:lnTo>
                <a:lnTo>
                  <a:pt x="588" y="575"/>
                </a:lnTo>
                <a:lnTo>
                  <a:pt x="585" y="566"/>
                </a:lnTo>
                <a:lnTo>
                  <a:pt x="578" y="559"/>
                </a:lnTo>
                <a:lnTo>
                  <a:pt x="571" y="553"/>
                </a:lnTo>
                <a:lnTo>
                  <a:pt x="563" y="548"/>
                </a:lnTo>
                <a:lnTo>
                  <a:pt x="554" y="545"/>
                </a:lnTo>
                <a:lnTo>
                  <a:pt x="543" y="545"/>
                </a:lnTo>
                <a:lnTo>
                  <a:pt x="543" y="545"/>
                </a:lnTo>
                <a:close/>
                <a:moveTo>
                  <a:pt x="198" y="1385"/>
                </a:moveTo>
                <a:lnTo>
                  <a:pt x="98" y="1385"/>
                </a:lnTo>
                <a:lnTo>
                  <a:pt x="98" y="1237"/>
                </a:lnTo>
                <a:lnTo>
                  <a:pt x="198" y="1237"/>
                </a:lnTo>
                <a:lnTo>
                  <a:pt x="198" y="1385"/>
                </a:lnTo>
                <a:close/>
                <a:moveTo>
                  <a:pt x="198" y="1187"/>
                </a:moveTo>
                <a:lnTo>
                  <a:pt x="98" y="1187"/>
                </a:lnTo>
                <a:lnTo>
                  <a:pt x="98" y="1038"/>
                </a:lnTo>
                <a:lnTo>
                  <a:pt x="198" y="1038"/>
                </a:lnTo>
                <a:lnTo>
                  <a:pt x="198" y="1187"/>
                </a:lnTo>
                <a:close/>
                <a:moveTo>
                  <a:pt x="198" y="989"/>
                </a:moveTo>
                <a:lnTo>
                  <a:pt x="98" y="989"/>
                </a:lnTo>
                <a:lnTo>
                  <a:pt x="98" y="840"/>
                </a:lnTo>
                <a:lnTo>
                  <a:pt x="198" y="840"/>
                </a:lnTo>
                <a:lnTo>
                  <a:pt x="198" y="989"/>
                </a:lnTo>
                <a:close/>
                <a:moveTo>
                  <a:pt x="198" y="792"/>
                </a:moveTo>
                <a:lnTo>
                  <a:pt x="98" y="792"/>
                </a:lnTo>
                <a:lnTo>
                  <a:pt x="98" y="643"/>
                </a:lnTo>
                <a:lnTo>
                  <a:pt x="198" y="643"/>
                </a:lnTo>
                <a:lnTo>
                  <a:pt x="198" y="792"/>
                </a:lnTo>
                <a:close/>
                <a:moveTo>
                  <a:pt x="346" y="1187"/>
                </a:moveTo>
                <a:lnTo>
                  <a:pt x="247" y="1187"/>
                </a:lnTo>
                <a:lnTo>
                  <a:pt x="247" y="1038"/>
                </a:lnTo>
                <a:lnTo>
                  <a:pt x="346" y="1038"/>
                </a:lnTo>
                <a:lnTo>
                  <a:pt x="346" y="1187"/>
                </a:lnTo>
                <a:close/>
                <a:moveTo>
                  <a:pt x="346" y="989"/>
                </a:moveTo>
                <a:lnTo>
                  <a:pt x="247" y="989"/>
                </a:lnTo>
                <a:lnTo>
                  <a:pt x="247" y="840"/>
                </a:lnTo>
                <a:lnTo>
                  <a:pt x="346" y="840"/>
                </a:lnTo>
                <a:lnTo>
                  <a:pt x="346" y="989"/>
                </a:lnTo>
                <a:close/>
                <a:moveTo>
                  <a:pt x="346" y="792"/>
                </a:moveTo>
                <a:lnTo>
                  <a:pt x="247" y="792"/>
                </a:lnTo>
                <a:lnTo>
                  <a:pt x="247" y="643"/>
                </a:lnTo>
                <a:lnTo>
                  <a:pt x="346" y="643"/>
                </a:lnTo>
                <a:lnTo>
                  <a:pt x="346" y="792"/>
                </a:lnTo>
                <a:close/>
                <a:moveTo>
                  <a:pt x="495" y="1385"/>
                </a:moveTo>
                <a:lnTo>
                  <a:pt x="395" y="1385"/>
                </a:lnTo>
                <a:lnTo>
                  <a:pt x="395" y="1237"/>
                </a:lnTo>
                <a:lnTo>
                  <a:pt x="495" y="1237"/>
                </a:lnTo>
                <a:lnTo>
                  <a:pt x="495" y="1385"/>
                </a:lnTo>
                <a:close/>
                <a:moveTo>
                  <a:pt x="495" y="1187"/>
                </a:moveTo>
                <a:lnTo>
                  <a:pt x="395" y="1187"/>
                </a:lnTo>
                <a:lnTo>
                  <a:pt x="395" y="1038"/>
                </a:lnTo>
                <a:lnTo>
                  <a:pt x="495" y="1038"/>
                </a:lnTo>
                <a:lnTo>
                  <a:pt x="495" y="1187"/>
                </a:lnTo>
                <a:close/>
                <a:moveTo>
                  <a:pt x="495" y="989"/>
                </a:moveTo>
                <a:lnTo>
                  <a:pt x="395" y="989"/>
                </a:lnTo>
                <a:lnTo>
                  <a:pt x="395" y="840"/>
                </a:lnTo>
                <a:lnTo>
                  <a:pt x="495" y="840"/>
                </a:lnTo>
                <a:lnTo>
                  <a:pt x="495" y="989"/>
                </a:lnTo>
                <a:close/>
                <a:moveTo>
                  <a:pt x="495" y="792"/>
                </a:moveTo>
                <a:lnTo>
                  <a:pt x="395" y="792"/>
                </a:lnTo>
                <a:lnTo>
                  <a:pt x="395" y="643"/>
                </a:lnTo>
                <a:lnTo>
                  <a:pt x="495" y="643"/>
                </a:lnTo>
                <a:lnTo>
                  <a:pt x="495" y="7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8"/>
          <p:cNvSpPr>
            <a:spLocks noChangeAspect="1" noEditPoints="1"/>
          </p:cNvSpPr>
          <p:nvPr/>
        </p:nvSpPr>
        <p:spPr bwMode="auto">
          <a:xfrm>
            <a:off x="6069244" y="1271583"/>
            <a:ext cx="1080000" cy="972875"/>
          </a:xfrm>
          <a:custGeom>
            <a:avLst/>
            <a:gdLst>
              <a:gd name="T0" fmla="*/ 677 w 1484"/>
              <a:gd name="T1" fmla="*/ 639 h 1334"/>
              <a:gd name="T2" fmla="*/ 692 w 1484"/>
              <a:gd name="T3" fmla="*/ 27 h 1334"/>
              <a:gd name="T4" fmla="*/ 687 w 1484"/>
              <a:gd name="T5" fmla="*/ 12 h 1334"/>
              <a:gd name="T6" fmla="*/ 670 w 1484"/>
              <a:gd name="T7" fmla="*/ 1 h 1334"/>
              <a:gd name="T8" fmla="*/ 564 w 1484"/>
              <a:gd name="T9" fmla="*/ 1 h 1334"/>
              <a:gd name="T10" fmla="*/ 547 w 1484"/>
              <a:gd name="T11" fmla="*/ 12 h 1334"/>
              <a:gd name="T12" fmla="*/ 547 w 1484"/>
              <a:gd name="T13" fmla="*/ 661 h 1334"/>
              <a:gd name="T14" fmla="*/ 552 w 1484"/>
              <a:gd name="T15" fmla="*/ 676 h 1334"/>
              <a:gd name="T16" fmla="*/ 568 w 1484"/>
              <a:gd name="T17" fmla="*/ 686 h 1334"/>
              <a:gd name="T18" fmla="*/ 1384 w 1484"/>
              <a:gd name="T19" fmla="*/ 588 h 1334"/>
              <a:gd name="T20" fmla="*/ 398 w 1484"/>
              <a:gd name="T21" fmla="*/ 582 h 1334"/>
              <a:gd name="T22" fmla="*/ 0 w 1484"/>
              <a:gd name="T23" fmla="*/ 1314 h 1334"/>
              <a:gd name="T24" fmla="*/ 12 w 1484"/>
              <a:gd name="T25" fmla="*/ 1331 h 1334"/>
              <a:gd name="T26" fmla="*/ 1457 w 1484"/>
              <a:gd name="T27" fmla="*/ 1334 h 1334"/>
              <a:gd name="T28" fmla="*/ 1477 w 1484"/>
              <a:gd name="T29" fmla="*/ 1327 h 1334"/>
              <a:gd name="T30" fmla="*/ 1482 w 1484"/>
              <a:gd name="T31" fmla="*/ 833 h 1334"/>
              <a:gd name="T32" fmla="*/ 394 w 1484"/>
              <a:gd name="T33" fmla="*/ 1171 h 1334"/>
              <a:gd name="T34" fmla="*/ 379 w 1484"/>
              <a:gd name="T35" fmla="*/ 1185 h 1334"/>
              <a:gd name="T36" fmla="*/ 175 w 1484"/>
              <a:gd name="T37" fmla="*/ 1187 h 1334"/>
              <a:gd name="T38" fmla="*/ 156 w 1484"/>
              <a:gd name="T39" fmla="*/ 1179 h 1334"/>
              <a:gd name="T40" fmla="*/ 148 w 1484"/>
              <a:gd name="T41" fmla="*/ 1160 h 1334"/>
              <a:gd name="T42" fmla="*/ 151 w 1484"/>
              <a:gd name="T43" fmla="*/ 953 h 1334"/>
              <a:gd name="T44" fmla="*/ 165 w 1484"/>
              <a:gd name="T45" fmla="*/ 939 h 1334"/>
              <a:gd name="T46" fmla="*/ 370 w 1484"/>
              <a:gd name="T47" fmla="*/ 937 h 1334"/>
              <a:gd name="T48" fmla="*/ 388 w 1484"/>
              <a:gd name="T49" fmla="*/ 945 h 1334"/>
              <a:gd name="T50" fmla="*/ 395 w 1484"/>
              <a:gd name="T51" fmla="*/ 963 h 1334"/>
              <a:gd name="T52" fmla="*/ 891 w 1484"/>
              <a:gd name="T53" fmla="*/ 1165 h 1334"/>
              <a:gd name="T54" fmla="*/ 880 w 1484"/>
              <a:gd name="T55" fmla="*/ 1182 h 1334"/>
              <a:gd name="T56" fmla="*/ 669 w 1484"/>
              <a:gd name="T57" fmla="*/ 1187 h 1334"/>
              <a:gd name="T58" fmla="*/ 655 w 1484"/>
              <a:gd name="T59" fmla="*/ 1182 h 1334"/>
              <a:gd name="T60" fmla="*/ 643 w 1484"/>
              <a:gd name="T61" fmla="*/ 1165 h 1334"/>
              <a:gd name="T62" fmla="*/ 643 w 1484"/>
              <a:gd name="T63" fmla="*/ 958 h 1334"/>
              <a:gd name="T64" fmla="*/ 655 w 1484"/>
              <a:gd name="T65" fmla="*/ 941 h 1334"/>
              <a:gd name="T66" fmla="*/ 865 w 1484"/>
              <a:gd name="T67" fmla="*/ 937 h 1334"/>
              <a:gd name="T68" fmla="*/ 880 w 1484"/>
              <a:gd name="T69" fmla="*/ 941 h 1334"/>
              <a:gd name="T70" fmla="*/ 891 w 1484"/>
              <a:gd name="T71" fmla="*/ 958 h 1334"/>
              <a:gd name="T72" fmla="*/ 1385 w 1484"/>
              <a:gd name="T73" fmla="*/ 1158 h 1334"/>
              <a:gd name="T74" fmla="*/ 1377 w 1484"/>
              <a:gd name="T75" fmla="*/ 1178 h 1334"/>
              <a:gd name="T76" fmla="*/ 1358 w 1484"/>
              <a:gd name="T77" fmla="*/ 1185 h 1334"/>
              <a:gd name="T78" fmla="*/ 1153 w 1484"/>
              <a:gd name="T79" fmla="*/ 1182 h 1334"/>
              <a:gd name="T80" fmla="*/ 1139 w 1484"/>
              <a:gd name="T81" fmla="*/ 1168 h 1334"/>
              <a:gd name="T82" fmla="*/ 1138 w 1484"/>
              <a:gd name="T83" fmla="*/ 963 h 1334"/>
              <a:gd name="T84" fmla="*/ 1145 w 1484"/>
              <a:gd name="T85" fmla="*/ 945 h 1334"/>
              <a:gd name="T86" fmla="*/ 1164 w 1484"/>
              <a:gd name="T87" fmla="*/ 937 h 1334"/>
              <a:gd name="T88" fmla="*/ 1369 w 1484"/>
              <a:gd name="T89" fmla="*/ 939 h 1334"/>
              <a:gd name="T90" fmla="*/ 1383 w 1484"/>
              <a:gd name="T91" fmla="*/ 953 h 1334"/>
              <a:gd name="T92" fmla="*/ 1066 w 1484"/>
              <a:gd name="T93" fmla="*/ 693 h 1334"/>
              <a:gd name="T94" fmla="*/ 1181 w 1484"/>
              <a:gd name="T95" fmla="*/ 612 h 1334"/>
              <a:gd name="T96" fmla="*/ 1188 w 1484"/>
              <a:gd name="T97" fmla="*/ 598 h 1334"/>
              <a:gd name="T98" fmla="*/ 1185 w 1484"/>
              <a:gd name="T99" fmla="*/ 267 h 1334"/>
              <a:gd name="T100" fmla="*/ 1169 w 1484"/>
              <a:gd name="T101" fmla="*/ 253 h 1334"/>
              <a:gd name="T102" fmla="*/ 1067 w 1484"/>
              <a:gd name="T103" fmla="*/ 251 h 1334"/>
              <a:gd name="T104" fmla="*/ 1049 w 1484"/>
              <a:gd name="T105" fmla="*/ 259 h 1334"/>
              <a:gd name="T106" fmla="*/ 1041 w 1484"/>
              <a:gd name="T107" fmla="*/ 277 h 1334"/>
              <a:gd name="T108" fmla="*/ 1042 w 1484"/>
              <a:gd name="T109" fmla="*/ 677 h 1334"/>
              <a:gd name="T110" fmla="*/ 1056 w 1484"/>
              <a:gd name="T111" fmla="*/ 691 h 1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84" h="1334">
                <a:moveTo>
                  <a:pt x="573" y="687"/>
                </a:moveTo>
                <a:lnTo>
                  <a:pt x="665" y="647"/>
                </a:lnTo>
                <a:lnTo>
                  <a:pt x="665" y="647"/>
                </a:lnTo>
                <a:lnTo>
                  <a:pt x="677" y="639"/>
                </a:lnTo>
                <a:lnTo>
                  <a:pt x="685" y="631"/>
                </a:lnTo>
                <a:lnTo>
                  <a:pt x="691" y="625"/>
                </a:lnTo>
                <a:lnTo>
                  <a:pt x="692" y="621"/>
                </a:lnTo>
                <a:lnTo>
                  <a:pt x="692" y="27"/>
                </a:lnTo>
                <a:lnTo>
                  <a:pt x="692" y="27"/>
                </a:lnTo>
                <a:lnTo>
                  <a:pt x="691" y="22"/>
                </a:lnTo>
                <a:lnTo>
                  <a:pt x="690" y="16"/>
                </a:lnTo>
                <a:lnTo>
                  <a:pt x="687" y="12"/>
                </a:lnTo>
                <a:lnTo>
                  <a:pt x="684" y="8"/>
                </a:lnTo>
                <a:lnTo>
                  <a:pt x="680" y="5"/>
                </a:lnTo>
                <a:lnTo>
                  <a:pt x="676" y="2"/>
                </a:lnTo>
                <a:lnTo>
                  <a:pt x="670" y="1"/>
                </a:lnTo>
                <a:lnTo>
                  <a:pt x="665" y="0"/>
                </a:lnTo>
                <a:lnTo>
                  <a:pt x="569" y="0"/>
                </a:lnTo>
                <a:lnTo>
                  <a:pt x="569" y="0"/>
                </a:lnTo>
                <a:lnTo>
                  <a:pt x="564" y="1"/>
                </a:lnTo>
                <a:lnTo>
                  <a:pt x="560" y="2"/>
                </a:lnTo>
                <a:lnTo>
                  <a:pt x="555" y="5"/>
                </a:lnTo>
                <a:lnTo>
                  <a:pt x="551" y="8"/>
                </a:lnTo>
                <a:lnTo>
                  <a:pt x="547" y="12"/>
                </a:lnTo>
                <a:lnTo>
                  <a:pt x="545" y="16"/>
                </a:lnTo>
                <a:lnTo>
                  <a:pt x="544" y="22"/>
                </a:lnTo>
                <a:lnTo>
                  <a:pt x="544" y="27"/>
                </a:lnTo>
                <a:lnTo>
                  <a:pt x="547" y="661"/>
                </a:lnTo>
                <a:lnTo>
                  <a:pt x="547" y="661"/>
                </a:lnTo>
                <a:lnTo>
                  <a:pt x="547" y="667"/>
                </a:lnTo>
                <a:lnTo>
                  <a:pt x="548" y="671"/>
                </a:lnTo>
                <a:lnTo>
                  <a:pt x="552" y="676"/>
                </a:lnTo>
                <a:lnTo>
                  <a:pt x="554" y="679"/>
                </a:lnTo>
                <a:lnTo>
                  <a:pt x="559" y="683"/>
                </a:lnTo>
                <a:lnTo>
                  <a:pt x="563" y="685"/>
                </a:lnTo>
                <a:lnTo>
                  <a:pt x="568" y="686"/>
                </a:lnTo>
                <a:lnTo>
                  <a:pt x="573" y="687"/>
                </a:lnTo>
                <a:lnTo>
                  <a:pt x="573" y="687"/>
                </a:lnTo>
                <a:close/>
                <a:moveTo>
                  <a:pt x="1482" y="833"/>
                </a:moveTo>
                <a:lnTo>
                  <a:pt x="1384" y="588"/>
                </a:lnTo>
                <a:lnTo>
                  <a:pt x="991" y="838"/>
                </a:lnTo>
                <a:lnTo>
                  <a:pt x="894" y="591"/>
                </a:lnTo>
                <a:lnTo>
                  <a:pt x="496" y="837"/>
                </a:lnTo>
                <a:lnTo>
                  <a:pt x="398" y="582"/>
                </a:lnTo>
                <a:lnTo>
                  <a:pt x="0" y="850"/>
                </a:lnTo>
                <a:lnTo>
                  <a:pt x="0" y="1311"/>
                </a:lnTo>
                <a:lnTo>
                  <a:pt x="0" y="1311"/>
                </a:lnTo>
                <a:lnTo>
                  <a:pt x="0" y="1314"/>
                </a:lnTo>
                <a:lnTo>
                  <a:pt x="1" y="1318"/>
                </a:lnTo>
                <a:lnTo>
                  <a:pt x="3" y="1323"/>
                </a:lnTo>
                <a:lnTo>
                  <a:pt x="7" y="1327"/>
                </a:lnTo>
                <a:lnTo>
                  <a:pt x="12" y="1331"/>
                </a:lnTo>
                <a:lnTo>
                  <a:pt x="19" y="1333"/>
                </a:lnTo>
                <a:lnTo>
                  <a:pt x="28" y="1334"/>
                </a:lnTo>
                <a:lnTo>
                  <a:pt x="1457" y="1334"/>
                </a:lnTo>
                <a:lnTo>
                  <a:pt x="1457" y="1334"/>
                </a:lnTo>
                <a:lnTo>
                  <a:pt x="1463" y="1333"/>
                </a:lnTo>
                <a:lnTo>
                  <a:pt x="1467" y="1332"/>
                </a:lnTo>
                <a:lnTo>
                  <a:pt x="1472" y="1331"/>
                </a:lnTo>
                <a:lnTo>
                  <a:pt x="1477" y="1327"/>
                </a:lnTo>
                <a:lnTo>
                  <a:pt x="1480" y="1323"/>
                </a:lnTo>
                <a:lnTo>
                  <a:pt x="1482" y="1317"/>
                </a:lnTo>
                <a:lnTo>
                  <a:pt x="1484" y="1309"/>
                </a:lnTo>
                <a:lnTo>
                  <a:pt x="1482" y="833"/>
                </a:lnTo>
                <a:close/>
                <a:moveTo>
                  <a:pt x="395" y="1160"/>
                </a:moveTo>
                <a:lnTo>
                  <a:pt x="395" y="1160"/>
                </a:lnTo>
                <a:lnTo>
                  <a:pt x="395" y="1165"/>
                </a:lnTo>
                <a:lnTo>
                  <a:pt x="394" y="1171"/>
                </a:lnTo>
                <a:lnTo>
                  <a:pt x="392" y="1175"/>
                </a:lnTo>
                <a:lnTo>
                  <a:pt x="388" y="1179"/>
                </a:lnTo>
                <a:lnTo>
                  <a:pt x="384" y="1182"/>
                </a:lnTo>
                <a:lnTo>
                  <a:pt x="379" y="1185"/>
                </a:lnTo>
                <a:lnTo>
                  <a:pt x="374" y="1186"/>
                </a:lnTo>
                <a:lnTo>
                  <a:pt x="370" y="1187"/>
                </a:lnTo>
                <a:lnTo>
                  <a:pt x="175" y="1187"/>
                </a:lnTo>
                <a:lnTo>
                  <a:pt x="175" y="1187"/>
                </a:lnTo>
                <a:lnTo>
                  <a:pt x="170" y="1186"/>
                </a:lnTo>
                <a:lnTo>
                  <a:pt x="165" y="1185"/>
                </a:lnTo>
                <a:lnTo>
                  <a:pt x="160" y="1182"/>
                </a:lnTo>
                <a:lnTo>
                  <a:pt x="156" y="1179"/>
                </a:lnTo>
                <a:lnTo>
                  <a:pt x="153" y="1175"/>
                </a:lnTo>
                <a:lnTo>
                  <a:pt x="151" y="1171"/>
                </a:lnTo>
                <a:lnTo>
                  <a:pt x="149" y="1165"/>
                </a:lnTo>
                <a:lnTo>
                  <a:pt x="148" y="1160"/>
                </a:lnTo>
                <a:lnTo>
                  <a:pt x="148" y="963"/>
                </a:lnTo>
                <a:lnTo>
                  <a:pt x="148" y="963"/>
                </a:lnTo>
                <a:lnTo>
                  <a:pt x="149" y="958"/>
                </a:lnTo>
                <a:lnTo>
                  <a:pt x="151" y="953"/>
                </a:lnTo>
                <a:lnTo>
                  <a:pt x="153" y="948"/>
                </a:lnTo>
                <a:lnTo>
                  <a:pt x="156" y="945"/>
                </a:lnTo>
                <a:lnTo>
                  <a:pt x="160" y="941"/>
                </a:lnTo>
                <a:lnTo>
                  <a:pt x="165" y="939"/>
                </a:lnTo>
                <a:lnTo>
                  <a:pt x="170" y="937"/>
                </a:lnTo>
                <a:lnTo>
                  <a:pt x="175" y="937"/>
                </a:lnTo>
                <a:lnTo>
                  <a:pt x="370" y="937"/>
                </a:lnTo>
                <a:lnTo>
                  <a:pt x="370" y="937"/>
                </a:lnTo>
                <a:lnTo>
                  <a:pt x="374" y="937"/>
                </a:lnTo>
                <a:lnTo>
                  <a:pt x="379" y="939"/>
                </a:lnTo>
                <a:lnTo>
                  <a:pt x="384" y="941"/>
                </a:lnTo>
                <a:lnTo>
                  <a:pt x="388" y="945"/>
                </a:lnTo>
                <a:lnTo>
                  <a:pt x="392" y="948"/>
                </a:lnTo>
                <a:lnTo>
                  <a:pt x="394" y="953"/>
                </a:lnTo>
                <a:lnTo>
                  <a:pt x="395" y="958"/>
                </a:lnTo>
                <a:lnTo>
                  <a:pt x="395" y="963"/>
                </a:lnTo>
                <a:lnTo>
                  <a:pt x="395" y="1160"/>
                </a:lnTo>
                <a:close/>
                <a:moveTo>
                  <a:pt x="891" y="1160"/>
                </a:moveTo>
                <a:lnTo>
                  <a:pt x="891" y="1160"/>
                </a:lnTo>
                <a:lnTo>
                  <a:pt x="891" y="1165"/>
                </a:lnTo>
                <a:lnTo>
                  <a:pt x="889" y="1171"/>
                </a:lnTo>
                <a:lnTo>
                  <a:pt x="887" y="1175"/>
                </a:lnTo>
                <a:lnTo>
                  <a:pt x="883" y="1179"/>
                </a:lnTo>
                <a:lnTo>
                  <a:pt x="880" y="1182"/>
                </a:lnTo>
                <a:lnTo>
                  <a:pt x="875" y="1185"/>
                </a:lnTo>
                <a:lnTo>
                  <a:pt x="870" y="1186"/>
                </a:lnTo>
                <a:lnTo>
                  <a:pt x="865" y="1187"/>
                </a:lnTo>
                <a:lnTo>
                  <a:pt x="669" y="1187"/>
                </a:lnTo>
                <a:lnTo>
                  <a:pt x="669" y="1187"/>
                </a:lnTo>
                <a:lnTo>
                  <a:pt x="664" y="1186"/>
                </a:lnTo>
                <a:lnTo>
                  <a:pt x="659" y="1185"/>
                </a:lnTo>
                <a:lnTo>
                  <a:pt x="655" y="1182"/>
                </a:lnTo>
                <a:lnTo>
                  <a:pt x="650" y="1179"/>
                </a:lnTo>
                <a:lnTo>
                  <a:pt x="648" y="1175"/>
                </a:lnTo>
                <a:lnTo>
                  <a:pt x="644" y="1171"/>
                </a:lnTo>
                <a:lnTo>
                  <a:pt x="643" y="1165"/>
                </a:lnTo>
                <a:lnTo>
                  <a:pt x="643" y="1160"/>
                </a:lnTo>
                <a:lnTo>
                  <a:pt x="643" y="963"/>
                </a:lnTo>
                <a:lnTo>
                  <a:pt x="643" y="963"/>
                </a:lnTo>
                <a:lnTo>
                  <a:pt x="643" y="958"/>
                </a:lnTo>
                <a:lnTo>
                  <a:pt x="644" y="953"/>
                </a:lnTo>
                <a:lnTo>
                  <a:pt x="648" y="948"/>
                </a:lnTo>
                <a:lnTo>
                  <a:pt x="650" y="945"/>
                </a:lnTo>
                <a:lnTo>
                  <a:pt x="655" y="941"/>
                </a:lnTo>
                <a:lnTo>
                  <a:pt x="659" y="939"/>
                </a:lnTo>
                <a:lnTo>
                  <a:pt x="664" y="937"/>
                </a:lnTo>
                <a:lnTo>
                  <a:pt x="669" y="937"/>
                </a:lnTo>
                <a:lnTo>
                  <a:pt x="865" y="937"/>
                </a:lnTo>
                <a:lnTo>
                  <a:pt x="865" y="937"/>
                </a:lnTo>
                <a:lnTo>
                  <a:pt x="870" y="937"/>
                </a:lnTo>
                <a:lnTo>
                  <a:pt x="875" y="939"/>
                </a:lnTo>
                <a:lnTo>
                  <a:pt x="880" y="941"/>
                </a:lnTo>
                <a:lnTo>
                  <a:pt x="883" y="945"/>
                </a:lnTo>
                <a:lnTo>
                  <a:pt x="887" y="948"/>
                </a:lnTo>
                <a:lnTo>
                  <a:pt x="889" y="953"/>
                </a:lnTo>
                <a:lnTo>
                  <a:pt x="891" y="958"/>
                </a:lnTo>
                <a:lnTo>
                  <a:pt x="891" y="963"/>
                </a:lnTo>
                <a:lnTo>
                  <a:pt x="891" y="1160"/>
                </a:lnTo>
                <a:close/>
                <a:moveTo>
                  <a:pt x="1385" y="1158"/>
                </a:moveTo>
                <a:lnTo>
                  <a:pt x="1385" y="1158"/>
                </a:lnTo>
                <a:lnTo>
                  <a:pt x="1384" y="1164"/>
                </a:lnTo>
                <a:lnTo>
                  <a:pt x="1383" y="1168"/>
                </a:lnTo>
                <a:lnTo>
                  <a:pt x="1380" y="1173"/>
                </a:lnTo>
                <a:lnTo>
                  <a:pt x="1377" y="1178"/>
                </a:lnTo>
                <a:lnTo>
                  <a:pt x="1373" y="1180"/>
                </a:lnTo>
                <a:lnTo>
                  <a:pt x="1369" y="1182"/>
                </a:lnTo>
                <a:lnTo>
                  <a:pt x="1363" y="1185"/>
                </a:lnTo>
                <a:lnTo>
                  <a:pt x="1358" y="1185"/>
                </a:lnTo>
                <a:lnTo>
                  <a:pt x="1164" y="1185"/>
                </a:lnTo>
                <a:lnTo>
                  <a:pt x="1164" y="1185"/>
                </a:lnTo>
                <a:lnTo>
                  <a:pt x="1159" y="1185"/>
                </a:lnTo>
                <a:lnTo>
                  <a:pt x="1153" y="1182"/>
                </a:lnTo>
                <a:lnTo>
                  <a:pt x="1150" y="1180"/>
                </a:lnTo>
                <a:lnTo>
                  <a:pt x="1145" y="1178"/>
                </a:lnTo>
                <a:lnTo>
                  <a:pt x="1142" y="1173"/>
                </a:lnTo>
                <a:lnTo>
                  <a:pt x="1139" y="1168"/>
                </a:lnTo>
                <a:lnTo>
                  <a:pt x="1138" y="1164"/>
                </a:lnTo>
                <a:lnTo>
                  <a:pt x="1138" y="1158"/>
                </a:lnTo>
                <a:lnTo>
                  <a:pt x="1138" y="963"/>
                </a:lnTo>
                <a:lnTo>
                  <a:pt x="1138" y="963"/>
                </a:lnTo>
                <a:lnTo>
                  <a:pt x="1138" y="958"/>
                </a:lnTo>
                <a:lnTo>
                  <a:pt x="1139" y="953"/>
                </a:lnTo>
                <a:lnTo>
                  <a:pt x="1142" y="948"/>
                </a:lnTo>
                <a:lnTo>
                  <a:pt x="1145" y="945"/>
                </a:lnTo>
                <a:lnTo>
                  <a:pt x="1150" y="941"/>
                </a:lnTo>
                <a:lnTo>
                  <a:pt x="1153" y="939"/>
                </a:lnTo>
                <a:lnTo>
                  <a:pt x="1159" y="937"/>
                </a:lnTo>
                <a:lnTo>
                  <a:pt x="1164" y="937"/>
                </a:lnTo>
                <a:lnTo>
                  <a:pt x="1358" y="937"/>
                </a:lnTo>
                <a:lnTo>
                  <a:pt x="1358" y="937"/>
                </a:lnTo>
                <a:lnTo>
                  <a:pt x="1363" y="937"/>
                </a:lnTo>
                <a:lnTo>
                  <a:pt x="1369" y="939"/>
                </a:lnTo>
                <a:lnTo>
                  <a:pt x="1373" y="941"/>
                </a:lnTo>
                <a:lnTo>
                  <a:pt x="1377" y="945"/>
                </a:lnTo>
                <a:lnTo>
                  <a:pt x="1380" y="948"/>
                </a:lnTo>
                <a:lnTo>
                  <a:pt x="1383" y="953"/>
                </a:lnTo>
                <a:lnTo>
                  <a:pt x="1384" y="958"/>
                </a:lnTo>
                <a:lnTo>
                  <a:pt x="1385" y="963"/>
                </a:lnTo>
                <a:lnTo>
                  <a:pt x="1385" y="1158"/>
                </a:lnTo>
                <a:close/>
                <a:moveTo>
                  <a:pt x="1066" y="693"/>
                </a:moveTo>
                <a:lnTo>
                  <a:pt x="1161" y="625"/>
                </a:lnTo>
                <a:lnTo>
                  <a:pt x="1161" y="625"/>
                </a:lnTo>
                <a:lnTo>
                  <a:pt x="1173" y="619"/>
                </a:lnTo>
                <a:lnTo>
                  <a:pt x="1181" y="612"/>
                </a:lnTo>
                <a:lnTo>
                  <a:pt x="1183" y="609"/>
                </a:lnTo>
                <a:lnTo>
                  <a:pt x="1186" y="606"/>
                </a:lnTo>
                <a:lnTo>
                  <a:pt x="1188" y="603"/>
                </a:lnTo>
                <a:lnTo>
                  <a:pt x="1188" y="598"/>
                </a:lnTo>
                <a:lnTo>
                  <a:pt x="1186" y="277"/>
                </a:lnTo>
                <a:lnTo>
                  <a:pt x="1186" y="277"/>
                </a:lnTo>
                <a:lnTo>
                  <a:pt x="1186" y="271"/>
                </a:lnTo>
                <a:lnTo>
                  <a:pt x="1185" y="267"/>
                </a:lnTo>
                <a:lnTo>
                  <a:pt x="1182" y="262"/>
                </a:lnTo>
                <a:lnTo>
                  <a:pt x="1179" y="259"/>
                </a:lnTo>
                <a:lnTo>
                  <a:pt x="1174" y="255"/>
                </a:lnTo>
                <a:lnTo>
                  <a:pt x="1169" y="253"/>
                </a:lnTo>
                <a:lnTo>
                  <a:pt x="1165" y="251"/>
                </a:lnTo>
                <a:lnTo>
                  <a:pt x="1160" y="251"/>
                </a:lnTo>
                <a:lnTo>
                  <a:pt x="1067" y="251"/>
                </a:lnTo>
                <a:lnTo>
                  <a:pt x="1067" y="251"/>
                </a:lnTo>
                <a:lnTo>
                  <a:pt x="1062" y="251"/>
                </a:lnTo>
                <a:lnTo>
                  <a:pt x="1057" y="253"/>
                </a:lnTo>
                <a:lnTo>
                  <a:pt x="1052" y="255"/>
                </a:lnTo>
                <a:lnTo>
                  <a:pt x="1049" y="259"/>
                </a:lnTo>
                <a:lnTo>
                  <a:pt x="1045" y="262"/>
                </a:lnTo>
                <a:lnTo>
                  <a:pt x="1043" y="267"/>
                </a:lnTo>
                <a:lnTo>
                  <a:pt x="1041" y="271"/>
                </a:lnTo>
                <a:lnTo>
                  <a:pt x="1041" y="277"/>
                </a:lnTo>
                <a:lnTo>
                  <a:pt x="1040" y="667"/>
                </a:lnTo>
                <a:lnTo>
                  <a:pt x="1040" y="667"/>
                </a:lnTo>
                <a:lnTo>
                  <a:pt x="1040" y="671"/>
                </a:lnTo>
                <a:lnTo>
                  <a:pt x="1042" y="677"/>
                </a:lnTo>
                <a:lnTo>
                  <a:pt x="1044" y="681"/>
                </a:lnTo>
                <a:lnTo>
                  <a:pt x="1048" y="685"/>
                </a:lnTo>
                <a:lnTo>
                  <a:pt x="1051" y="689"/>
                </a:lnTo>
                <a:lnTo>
                  <a:pt x="1056" y="691"/>
                </a:lnTo>
                <a:lnTo>
                  <a:pt x="1061" y="692"/>
                </a:lnTo>
                <a:lnTo>
                  <a:pt x="1066" y="693"/>
                </a:lnTo>
                <a:lnTo>
                  <a:pt x="1066" y="69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1"/>
          <p:cNvSpPr>
            <a:spLocks noChangeAspect="1" noEditPoints="1"/>
          </p:cNvSpPr>
          <p:nvPr/>
        </p:nvSpPr>
        <p:spPr bwMode="auto">
          <a:xfrm>
            <a:off x="7725308" y="1232756"/>
            <a:ext cx="1080000" cy="1042908"/>
          </a:xfrm>
          <a:custGeom>
            <a:avLst/>
            <a:gdLst>
              <a:gd name="T0" fmla="*/ 1089 w 1484"/>
              <a:gd name="T1" fmla="*/ 26 h 1433"/>
              <a:gd name="T2" fmla="*/ 1032 w 1484"/>
              <a:gd name="T3" fmla="*/ 0 h 1433"/>
              <a:gd name="T4" fmla="*/ 446 w 1484"/>
              <a:gd name="T5" fmla="*/ 4 h 1433"/>
              <a:gd name="T6" fmla="*/ 358 w 1484"/>
              <a:gd name="T7" fmla="*/ 50 h 1433"/>
              <a:gd name="T8" fmla="*/ 146 w 1484"/>
              <a:gd name="T9" fmla="*/ 180 h 1433"/>
              <a:gd name="T10" fmla="*/ 15 w 1484"/>
              <a:gd name="T11" fmla="*/ 281 h 1433"/>
              <a:gd name="T12" fmla="*/ 0 w 1484"/>
              <a:gd name="T13" fmla="*/ 1331 h 1433"/>
              <a:gd name="T14" fmla="*/ 8 w 1484"/>
              <a:gd name="T15" fmla="*/ 1370 h 1433"/>
              <a:gd name="T16" fmla="*/ 37 w 1484"/>
              <a:gd name="T17" fmla="*/ 1410 h 1433"/>
              <a:gd name="T18" fmla="*/ 81 w 1484"/>
              <a:gd name="T19" fmla="*/ 1430 h 1433"/>
              <a:gd name="T20" fmla="*/ 1392 w 1484"/>
              <a:gd name="T21" fmla="*/ 1433 h 1433"/>
              <a:gd name="T22" fmla="*/ 1438 w 1484"/>
              <a:gd name="T23" fmla="*/ 1415 h 1433"/>
              <a:gd name="T24" fmla="*/ 1471 w 1484"/>
              <a:gd name="T25" fmla="*/ 1379 h 1433"/>
              <a:gd name="T26" fmla="*/ 1484 w 1484"/>
              <a:gd name="T27" fmla="*/ 1331 h 1433"/>
              <a:gd name="T28" fmla="*/ 1474 w 1484"/>
              <a:gd name="T29" fmla="*/ 289 h 1433"/>
              <a:gd name="T30" fmla="*/ 1370 w 1484"/>
              <a:gd name="T31" fmla="*/ 202 h 1433"/>
              <a:gd name="T32" fmla="*/ 1125 w 1484"/>
              <a:gd name="T33" fmla="*/ 52 h 1433"/>
              <a:gd name="T34" fmla="*/ 1377 w 1484"/>
              <a:gd name="T35" fmla="*/ 1299 h 1433"/>
              <a:gd name="T36" fmla="*/ 1340 w 1484"/>
              <a:gd name="T37" fmla="*/ 1330 h 1433"/>
              <a:gd name="T38" fmla="*/ 133 w 1484"/>
              <a:gd name="T39" fmla="*/ 1327 h 1433"/>
              <a:gd name="T40" fmla="*/ 103 w 1484"/>
              <a:gd name="T41" fmla="*/ 1290 h 1433"/>
              <a:gd name="T42" fmla="*/ 107 w 1484"/>
              <a:gd name="T43" fmla="*/ 339 h 1433"/>
              <a:gd name="T44" fmla="*/ 144 w 1484"/>
              <a:gd name="T45" fmla="*/ 309 h 1433"/>
              <a:gd name="T46" fmla="*/ 1347 w 1484"/>
              <a:gd name="T47" fmla="*/ 310 h 1433"/>
              <a:gd name="T48" fmla="*/ 1372 w 1484"/>
              <a:gd name="T49" fmla="*/ 328 h 1433"/>
              <a:gd name="T50" fmla="*/ 1382 w 1484"/>
              <a:gd name="T51" fmla="*/ 1280 h 1433"/>
              <a:gd name="T52" fmla="*/ 153 w 1484"/>
              <a:gd name="T53" fmla="*/ 1280 h 1433"/>
              <a:gd name="T54" fmla="*/ 1001 w 1484"/>
              <a:gd name="T55" fmla="*/ 1062 h 1433"/>
              <a:gd name="T56" fmla="*/ 928 w 1484"/>
              <a:gd name="T57" fmla="*/ 1113 h 1433"/>
              <a:gd name="T58" fmla="*/ 857 w 1484"/>
              <a:gd name="T59" fmla="*/ 1127 h 1433"/>
              <a:gd name="T60" fmla="*/ 792 w 1484"/>
              <a:gd name="T61" fmla="*/ 1118 h 1433"/>
              <a:gd name="T62" fmla="*/ 698 w 1484"/>
              <a:gd name="T63" fmla="*/ 1070 h 1433"/>
              <a:gd name="T64" fmla="*/ 919 w 1484"/>
              <a:gd name="T65" fmla="*/ 666 h 1433"/>
              <a:gd name="T66" fmla="*/ 987 w 1484"/>
              <a:gd name="T67" fmla="*/ 706 h 1433"/>
              <a:gd name="T68" fmla="*/ 1032 w 1484"/>
              <a:gd name="T69" fmla="*/ 757 h 1433"/>
              <a:gd name="T70" fmla="*/ 1071 w 1484"/>
              <a:gd name="T71" fmla="*/ 858 h 1433"/>
              <a:gd name="T72" fmla="*/ 919 w 1484"/>
              <a:gd name="T73" fmla="*/ 817 h 1433"/>
              <a:gd name="T74" fmla="*/ 614 w 1484"/>
              <a:gd name="T75" fmla="*/ 920 h 1433"/>
              <a:gd name="T76" fmla="*/ 621 w 1484"/>
              <a:gd name="T77" fmla="*/ 839 h 1433"/>
              <a:gd name="T78" fmla="*/ 664 w 1484"/>
              <a:gd name="T79" fmla="*/ 747 h 1433"/>
              <a:gd name="T80" fmla="*/ 713 w 1484"/>
              <a:gd name="T81" fmla="*/ 697 h 1433"/>
              <a:gd name="T82" fmla="*/ 768 w 1484"/>
              <a:gd name="T83" fmla="*/ 666 h 1433"/>
              <a:gd name="T84" fmla="*/ 818 w 1484"/>
              <a:gd name="T85" fmla="*/ 538 h 1433"/>
              <a:gd name="T86" fmla="*/ 830 w 1484"/>
              <a:gd name="T87" fmla="*/ 517 h 1433"/>
              <a:gd name="T88" fmla="*/ 850 w 1484"/>
              <a:gd name="T89" fmla="*/ 513 h 1433"/>
              <a:gd name="T90" fmla="*/ 868 w 1484"/>
              <a:gd name="T91" fmla="*/ 528 h 1433"/>
              <a:gd name="T92" fmla="*/ 1188 w 1484"/>
              <a:gd name="T93" fmla="*/ 1027 h 1433"/>
              <a:gd name="T94" fmla="*/ 1200 w 1484"/>
              <a:gd name="T95" fmla="*/ 1043 h 1433"/>
              <a:gd name="T96" fmla="*/ 1197 w 1484"/>
              <a:gd name="T97" fmla="*/ 1062 h 1433"/>
              <a:gd name="T98" fmla="*/ 1176 w 1484"/>
              <a:gd name="T99" fmla="*/ 1075 h 1433"/>
              <a:gd name="T100" fmla="*/ 830 w 1484"/>
              <a:gd name="T101" fmla="*/ 918 h 1433"/>
              <a:gd name="T102" fmla="*/ 511 w 1484"/>
              <a:gd name="T103" fmla="*/ 1075 h 1433"/>
              <a:gd name="T104" fmla="*/ 491 w 1484"/>
              <a:gd name="T105" fmla="*/ 1062 h 1433"/>
              <a:gd name="T106" fmla="*/ 489 w 1484"/>
              <a:gd name="T107" fmla="*/ 1043 h 1433"/>
              <a:gd name="T108" fmla="*/ 501 w 1484"/>
              <a:gd name="T109" fmla="*/ 1027 h 1433"/>
              <a:gd name="T110" fmla="*/ 213 w 1484"/>
              <a:gd name="T111" fmla="*/ 586 h 1433"/>
              <a:gd name="T112" fmla="*/ 256 w 1484"/>
              <a:gd name="T113" fmla="*/ 564 h 1433"/>
              <a:gd name="T114" fmla="*/ 292 w 1484"/>
              <a:gd name="T115" fmla="*/ 579 h 1433"/>
              <a:gd name="T116" fmla="*/ 307 w 1484"/>
              <a:gd name="T117" fmla="*/ 1075 h 1433"/>
              <a:gd name="T118" fmla="*/ 292 w 1484"/>
              <a:gd name="T119" fmla="*/ 1112 h 1433"/>
              <a:gd name="T120" fmla="*/ 256 w 1484"/>
              <a:gd name="T121" fmla="*/ 1126 h 1433"/>
              <a:gd name="T122" fmla="*/ 213 w 1484"/>
              <a:gd name="T123" fmla="*/ 1104 h 1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84" h="1433">
                <a:moveTo>
                  <a:pt x="1125" y="52"/>
                </a:moveTo>
                <a:lnTo>
                  <a:pt x="1125" y="52"/>
                </a:lnTo>
                <a:lnTo>
                  <a:pt x="1115" y="43"/>
                </a:lnTo>
                <a:lnTo>
                  <a:pt x="1105" y="35"/>
                </a:lnTo>
                <a:lnTo>
                  <a:pt x="1089" y="26"/>
                </a:lnTo>
                <a:lnTo>
                  <a:pt x="1073" y="15"/>
                </a:lnTo>
                <a:lnTo>
                  <a:pt x="1057" y="7"/>
                </a:lnTo>
                <a:lnTo>
                  <a:pt x="1048" y="4"/>
                </a:lnTo>
                <a:lnTo>
                  <a:pt x="1040" y="1"/>
                </a:lnTo>
                <a:lnTo>
                  <a:pt x="1032" y="0"/>
                </a:lnTo>
                <a:lnTo>
                  <a:pt x="1023" y="0"/>
                </a:lnTo>
                <a:lnTo>
                  <a:pt x="464" y="0"/>
                </a:lnTo>
                <a:lnTo>
                  <a:pt x="464" y="0"/>
                </a:lnTo>
                <a:lnTo>
                  <a:pt x="455" y="1"/>
                </a:lnTo>
                <a:lnTo>
                  <a:pt x="446" y="4"/>
                </a:lnTo>
                <a:lnTo>
                  <a:pt x="435" y="7"/>
                </a:lnTo>
                <a:lnTo>
                  <a:pt x="418" y="13"/>
                </a:lnTo>
                <a:lnTo>
                  <a:pt x="401" y="22"/>
                </a:lnTo>
                <a:lnTo>
                  <a:pt x="380" y="34"/>
                </a:lnTo>
                <a:lnTo>
                  <a:pt x="358" y="50"/>
                </a:lnTo>
                <a:lnTo>
                  <a:pt x="358" y="50"/>
                </a:lnTo>
                <a:lnTo>
                  <a:pt x="302" y="83"/>
                </a:lnTo>
                <a:lnTo>
                  <a:pt x="245" y="117"/>
                </a:lnTo>
                <a:lnTo>
                  <a:pt x="178" y="158"/>
                </a:lnTo>
                <a:lnTo>
                  <a:pt x="146" y="180"/>
                </a:lnTo>
                <a:lnTo>
                  <a:pt x="114" y="202"/>
                </a:lnTo>
                <a:lnTo>
                  <a:pt x="83" y="223"/>
                </a:lnTo>
                <a:lnTo>
                  <a:pt x="56" y="244"/>
                </a:lnTo>
                <a:lnTo>
                  <a:pt x="34" y="263"/>
                </a:lnTo>
                <a:lnTo>
                  <a:pt x="15" y="281"/>
                </a:lnTo>
                <a:lnTo>
                  <a:pt x="9" y="288"/>
                </a:lnTo>
                <a:lnTo>
                  <a:pt x="3" y="296"/>
                </a:lnTo>
                <a:lnTo>
                  <a:pt x="1" y="302"/>
                </a:lnTo>
                <a:lnTo>
                  <a:pt x="0" y="307"/>
                </a:lnTo>
                <a:lnTo>
                  <a:pt x="0" y="1331"/>
                </a:lnTo>
                <a:lnTo>
                  <a:pt x="0" y="1331"/>
                </a:lnTo>
                <a:lnTo>
                  <a:pt x="0" y="1341"/>
                </a:lnTo>
                <a:lnTo>
                  <a:pt x="2" y="1352"/>
                </a:lnTo>
                <a:lnTo>
                  <a:pt x="5" y="1361"/>
                </a:lnTo>
                <a:lnTo>
                  <a:pt x="8" y="1370"/>
                </a:lnTo>
                <a:lnTo>
                  <a:pt x="13" y="1379"/>
                </a:lnTo>
                <a:lnTo>
                  <a:pt x="17" y="1388"/>
                </a:lnTo>
                <a:lnTo>
                  <a:pt x="23" y="1396"/>
                </a:lnTo>
                <a:lnTo>
                  <a:pt x="30" y="1403"/>
                </a:lnTo>
                <a:lnTo>
                  <a:pt x="37" y="1410"/>
                </a:lnTo>
                <a:lnTo>
                  <a:pt x="45" y="1415"/>
                </a:lnTo>
                <a:lnTo>
                  <a:pt x="53" y="1421"/>
                </a:lnTo>
                <a:lnTo>
                  <a:pt x="63" y="1425"/>
                </a:lnTo>
                <a:lnTo>
                  <a:pt x="72" y="1428"/>
                </a:lnTo>
                <a:lnTo>
                  <a:pt x="81" y="1430"/>
                </a:lnTo>
                <a:lnTo>
                  <a:pt x="92" y="1433"/>
                </a:lnTo>
                <a:lnTo>
                  <a:pt x="102" y="1433"/>
                </a:lnTo>
                <a:lnTo>
                  <a:pt x="1382" y="1433"/>
                </a:lnTo>
                <a:lnTo>
                  <a:pt x="1382" y="1433"/>
                </a:lnTo>
                <a:lnTo>
                  <a:pt x="1392" y="1433"/>
                </a:lnTo>
                <a:lnTo>
                  <a:pt x="1402" y="1430"/>
                </a:lnTo>
                <a:lnTo>
                  <a:pt x="1412" y="1428"/>
                </a:lnTo>
                <a:lnTo>
                  <a:pt x="1421" y="1425"/>
                </a:lnTo>
                <a:lnTo>
                  <a:pt x="1430" y="1421"/>
                </a:lnTo>
                <a:lnTo>
                  <a:pt x="1438" y="1415"/>
                </a:lnTo>
                <a:lnTo>
                  <a:pt x="1446" y="1410"/>
                </a:lnTo>
                <a:lnTo>
                  <a:pt x="1453" y="1403"/>
                </a:lnTo>
                <a:lnTo>
                  <a:pt x="1460" y="1396"/>
                </a:lnTo>
                <a:lnTo>
                  <a:pt x="1466" y="1388"/>
                </a:lnTo>
                <a:lnTo>
                  <a:pt x="1471" y="1379"/>
                </a:lnTo>
                <a:lnTo>
                  <a:pt x="1475" y="1370"/>
                </a:lnTo>
                <a:lnTo>
                  <a:pt x="1479" y="1361"/>
                </a:lnTo>
                <a:lnTo>
                  <a:pt x="1481" y="1352"/>
                </a:lnTo>
                <a:lnTo>
                  <a:pt x="1484" y="1341"/>
                </a:lnTo>
                <a:lnTo>
                  <a:pt x="1484" y="1331"/>
                </a:lnTo>
                <a:lnTo>
                  <a:pt x="1484" y="307"/>
                </a:lnTo>
                <a:lnTo>
                  <a:pt x="1484" y="307"/>
                </a:lnTo>
                <a:lnTo>
                  <a:pt x="1482" y="302"/>
                </a:lnTo>
                <a:lnTo>
                  <a:pt x="1480" y="296"/>
                </a:lnTo>
                <a:lnTo>
                  <a:pt x="1474" y="289"/>
                </a:lnTo>
                <a:lnTo>
                  <a:pt x="1468" y="281"/>
                </a:lnTo>
                <a:lnTo>
                  <a:pt x="1450" y="263"/>
                </a:lnTo>
                <a:lnTo>
                  <a:pt x="1428" y="244"/>
                </a:lnTo>
                <a:lnTo>
                  <a:pt x="1400" y="223"/>
                </a:lnTo>
                <a:lnTo>
                  <a:pt x="1370" y="202"/>
                </a:lnTo>
                <a:lnTo>
                  <a:pt x="1338" y="180"/>
                </a:lnTo>
                <a:lnTo>
                  <a:pt x="1305" y="159"/>
                </a:lnTo>
                <a:lnTo>
                  <a:pt x="1239" y="118"/>
                </a:lnTo>
                <a:lnTo>
                  <a:pt x="1181" y="84"/>
                </a:lnTo>
                <a:lnTo>
                  <a:pt x="1125" y="52"/>
                </a:lnTo>
                <a:lnTo>
                  <a:pt x="1125" y="52"/>
                </a:lnTo>
                <a:close/>
                <a:moveTo>
                  <a:pt x="1382" y="1280"/>
                </a:moveTo>
                <a:lnTo>
                  <a:pt x="1382" y="1280"/>
                </a:lnTo>
                <a:lnTo>
                  <a:pt x="1380" y="1290"/>
                </a:lnTo>
                <a:lnTo>
                  <a:pt x="1377" y="1299"/>
                </a:lnTo>
                <a:lnTo>
                  <a:pt x="1372" y="1309"/>
                </a:lnTo>
                <a:lnTo>
                  <a:pt x="1366" y="1316"/>
                </a:lnTo>
                <a:lnTo>
                  <a:pt x="1358" y="1322"/>
                </a:lnTo>
                <a:lnTo>
                  <a:pt x="1350" y="1327"/>
                </a:lnTo>
                <a:lnTo>
                  <a:pt x="1340" y="1330"/>
                </a:lnTo>
                <a:lnTo>
                  <a:pt x="1331" y="1331"/>
                </a:lnTo>
                <a:lnTo>
                  <a:pt x="153" y="1331"/>
                </a:lnTo>
                <a:lnTo>
                  <a:pt x="153" y="1331"/>
                </a:lnTo>
                <a:lnTo>
                  <a:pt x="144" y="1330"/>
                </a:lnTo>
                <a:lnTo>
                  <a:pt x="133" y="1327"/>
                </a:lnTo>
                <a:lnTo>
                  <a:pt x="125" y="1322"/>
                </a:lnTo>
                <a:lnTo>
                  <a:pt x="117" y="1316"/>
                </a:lnTo>
                <a:lnTo>
                  <a:pt x="111" y="1309"/>
                </a:lnTo>
                <a:lnTo>
                  <a:pt x="107" y="1299"/>
                </a:lnTo>
                <a:lnTo>
                  <a:pt x="103" y="1290"/>
                </a:lnTo>
                <a:lnTo>
                  <a:pt x="102" y="1280"/>
                </a:lnTo>
                <a:lnTo>
                  <a:pt x="102" y="358"/>
                </a:lnTo>
                <a:lnTo>
                  <a:pt x="102" y="358"/>
                </a:lnTo>
                <a:lnTo>
                  <a:pt x="103" y="348"/>
                </a:lnTo>
                <a:lnTo>
                  <a:pt x="107" y="339"/>
                </a:lnTo>
                <a:lnTo>
                  <a:pt x="111" y="331"/>
                </a:lnTo>
                <a:lnTo>
                  <a:pt x="117" y="322"/>
                </a:lnTo>
                <a:lnTo>
                  <a:pt x="125" y="317"/>
                </a:lnTo>
                <a:lnTo>
                  <a:pt x="133" y="312"/>
                </a:lnTo>
                <a:lnTo>
                  <a:pt x="144" y="309"/>
                </a:lnTo>
                <a:lnTo>
                  <a:pt x="153" y="307"/>
                </a:lnTo>
                <a:lnTo>
                  <a:pt x="1331" y="307"/>
                </a:lnTo>
                <a:lnTo>
                  <a:pt x="1331" y="307"/>
                </a:lnTo>
                <a:lnTo>
                  <a:pt x="1339" y="309"/>
                </a:lnTo>
                <a:lnTo>
                  <a:pt x="1347" y="310"/>
                </a:lnTo>
                <a:lnTo>
                  <a:pt x="1354" y="312"/>
                </a:lnTo>
                <a:lnTo>
                  <a:pt x="1360" y="315"/>
                </a:lnTo>
                <a:lnTo>
                  <a:pt x="1365" y="319"/>
                </a:lnTo>
                <a:lnTo>
                  <a:pt x="1369" y="324"/>
                </a:lnTo>
                <a:lnTo>
                  <a:pt x="1372" y="328"/>
                </a:lnTo>
                <a:lnTo>
                  <a:pt x="1375" y="333"/>
                </a:lnTo>
                <a:lnTo>
                  <a:pt x="1379" y="342"/>
                </a:lnTo>
                <a:lnTo>
                  <a:pt x="1380" y="350"/>
                </a:lnTo>
                <a:lnTo>
                  <a:pt x="1382" y="358"/>
                </a:lnTo>
                <a:lnTo>
                  <a:pt x="1382" y="1280"/>
                </a:lnTo>
                <a:close/>
                <a:moveTo>
                  <a:pt x="153" y="1280"/>
                </a:moveTo>
                <a:lnTo>
                  <a:pt x="1331" y="1280"/>
                </a:lnTo>
                <a:lnTo>
                  <a:pt x="1331" y="358"/>
                </a:lnTo>
                <a:lnTo>
                  <a:pt x="153" y="358"/>
                </a:lnTo>
                <a:lnTo>
                  <a:pt x="153" y="1280"/>
                </a:lnTo>
                <a:close/>
                <a:moveTo>
                  <a:pt x="680" y="1055"/>
                </a:moveTo>
                <a:lnTo>
                  <a:pt x="845" y="969"/>
                </a:lnTo>
                <a:lnTo>
                  <a:pt x="1016" y="1047"/>
                </a:lnTo>
                <a:lnTo>
                  <a:pt x="1016" y="1047"/>
                </a:lnTo>
                <a:lnTo>
                  <a:pt x="1001" y="1062"/>
                </a:lnTo>
                <a:lnTo>
                  <a:pt x="987" y="1076"/>
                </a:lnTo>
                <a:lnTo>
                  <a:pt x="972" y="1087"/>
                </a:lnTo>
                <a:lnTo>
                  <a:pt x="959" y="1098"/>
                </a:lnTo>
                <a:lnTo>
                  <a:pt x="943" y="1106"/>
                </a:lnTo>
                <a:lnTo>
                  <a:pt x="928" y="1113"/>
                </a:lnTo>
                <a:lnTo>
                  <a:pt x="914" y="1119"/>
                </a:lnTo>
                <a:lnTo>
                  <a:pt x="899" y="1122"/>
                </a:lnTo>
                <a:lnTo>
                  <a:pt x="885" y="1124"/>
                </a:lnTo>
                <a:lnTo>
                  <a:pt x="870" y="1127"/>
                </a:lnTo>
                <a:lnTo>
                  <a:pt x="857" y="1127"/>
                </a:lnTo>
                <a:lnTo>
                  <a:pt x="843" y="1127"/>
                </a:lnTo>
                <a:lnTo>
                  <a:pt x="830" y="1126"/>
                </a:lnTo>
                <a:lnTo>
                  <a:pt x="816" y="1123"/>
                </a:lnTo>
                <a:lnTo>
                  <a:pt x="803" y="1120"/>
                </a:lnTo>
                <a:lnTo>
                  <a:pt x="792" y="1118"/>
                </a:lnTo>
                <a:lnTo>
                  <a:pt x="767" y="1108"/>
                </a:lnTo>
                <a:lnTo>
                  <a:pt x="746" y="1099"/>
                </a:lnTo>
                <a:lnTo>
                  <a:pt x="728" y="1089"/>
                </a:lnTo>
                <a:lnTo>
                  <a:pt x="712" y="1079"/>
                </a:lnTo>
                <a:lnTo>
                  <a:pt x="698" y="1070"/>
                </a:lnTo>
                <a:lnTo>
                  <a:pt x="688" y="1062"/>
                </a:lnTo>
                <a:lnTo>
                  <a:pt x="680" y="1055"/>
                </a:lnTo>
                <a:lnTo>
                  <a:pt x="680" y="1055"/>
                </a:lnTo>
                <a:close/>
                <a:moveTo>
                  <a:pt x="919" y="666"/>
                </a:moveTo>
                <a:lnTo>
                  <a:pt x="919" y="666"/>
                </a:lnTo>
                <a:lnTo>
                  <a:pt x="935" y="672"/>
                </a:lnTo>
                <a:lnTo>
                  <a:pt x="949" y="681"/>
                </a:lnTo>
                <a:lnTo>
                  <a:pt x="963" y="689"/>
                </a:lnTo>
                <a:lnTo>
                  <a:pt x="976" y="697"/>
                </a:lnTo>
                <a:lnTo>
                  <a:pt x="987" y="706"/>
                </a:lnTo>
                <a:lnTo>
                  <a:pt x="998" y="715"/>
                </a:lnTo>
                <a:lnTo>
                  <a:pt x="1007" y="726"/>
                </a:lnTo>
                <a:lnTo>
                  <a:pt x="1016" y="736"/>
                </a:lnTo>
                <a:lnTo>
                  <a:pt x="1025" y="747"/>
                </a:lnTo>
                <a:lnTo>
                  <a:pt x="1032" y="757"/>
                </a:lnTo>
                <a:lnTo>
                  <a:pt x="1044" y="778"/>
                </a:lnTo>
                <a:lnTo>
                  <a:pt x="1054" y="799"/>
                </a:lnTo>
                <a:lnTo>
                  <a:pt x="1062" y="820"/>
                </a:lnTo>
                <a:lnTo>
                  <a:pt x="1067" y="839"/>
                </a:lnTo>
                <a:lnTo>
                  <a:pt x="1071" y="858"/>
                </a:lnTo>
                <a:lnTo>
                  <a:pt x="1073" y="875"/>
                </a:lnTo>
                <a:lnTo>
                  <a:pt x="1074" y="890"/>
                </a:lnTo>
                <a:lnTo>
                  <a:pt x="1074" y="912"/>
                </a:lnTo>
                <a:lnTo>
                  <a:pt x="1074" y="920"/>
                </a:lnTo>
                <a:lnTo>
                  <a:pt x="919" y="817"/>
                </a:lnTo>
                <a:lnTo>
                  <a:pt x="919" y="666"/>
                </a:lnTo>
                <a:close/>
                <a:moveTo>
                  <a:pt x="768" y="666"/>
                </a:moveTo>
                <a:lnTo>
                  <a:pt x="768" y="817"/>
                </a:lnTo>
                <a:lnTo>
                  <a:pt x="614" y="920"/>
                </a:lnTo>
                <a:lnTo>
                  <a:pt x="614" y="920"/>
                </a:lnTo>
                <a:lnTo>
                  <a:pt x="613" y="912"/>
                </a:lnTo>
                <a:lnTo>
                  <a:pt x="614" y="890"/>
                </a:lnTo>
                <a:lnTo>
                  <a:pt x="615" y="875"/>
                </a:lnTo>
                <a:lnTo>
                  <a:pt x="618" y="858"/>
                </a:lnTo>
                <a:lnTo>
                  <a:pt x="621" y="839"/>
                </a:lnTo>
                <a:lnTo>
                  <a:pt x="627" y="820"/>
                </a:lnTo>
                <a:lnTo>
                  <a:pt x="634" y="799"/>
                </a:lnTo>
                <a:lnTo>
                  <a:pt x="644" y="778"/>
                </a:lnTo>
                <a:lnTo>
                  <a:pt x="656" y="757"/>
                </a:lnTo>
                <a:lnTo>
                  <a:pt x="664" y="747"/>
                </a:lnTo>
                <a:lnTo>
                  <a:pt x="672" y="736"/>
                </a:lnTo>
                <a:lnTo>
                  <a:pt x="680" y="726"/>
                </a:lnTo>
                <a:lnTo>
                  <a:pt x="691" y="715"/>
                </a:lnTo>
                <a:lnTo>
                  <a:pt x="701" y="706"/>
                </a:lnTo>
                <a:lnTo>
                  <a:pt x="713" y="697"/>
                </a:lnTo>
                <a:lnTo>
                  <a:pt x="726" y="689"/>
                </a:lnTo>
                <a:lnTo>
                  <a:pt x="738" y="681"/>
                </a:lnTo>
                <a:lnTo>
                  <a:pt x="753" y="672"/>
                </a:lnTo>
                <a:lnTo>
                  <a:pt x="768" y="666"/>
                </a:lnTo>
                <a:lnTo>
                  <a:pt x="768" y="666"/>
                </a:lnTo>
                <a:close/>
                <a:moveTo>
                  <a:pt x="501" y="1027"/>
                </a:moveTo>
                <a:lnTo>
                  <a:pt x="804" y="874"/>
                </a:lnTo>
                <a:lnTo>
                  <a:pt x="818" y="845"/>
                </a:lnTo>
                <a:lnTo>
                  <a:pt x="818" y="538"/>
                </a:lnTo>
                <a:lnTo>
                  <a:pt x="818" y="538"/>
                </a:lnTo>
                <a:lnTo>
                  <a:pt x="819" y="532"/>
                </a:lnTo>
                <a:lnTo>
                  <a:pt x="821" y="528"/>
                </a:lnTo>
                <a:lnTo>
                  <a:pt x="823" y="524"/>
                </a:lnTo>
                <a:lnTo>
                  <a:pt x="826" y="519"/>
                </a:lnTo>
                <a:lnTo>
                  <a:pt x="830" y="517"/>
                </a:lnTo>
                <a:lnTo>
                  <a:pt x="834" y="515"/>
                </a:lnTo>
                <a:lnTo>
                  <a:pt x="839" y="513"/>
                </a:lnTo>
                <a:lnTo>
                  <a:pt x="844" y="513"/>
                </a:lnTo>
                <a:lnTo>
                  <a:pt x="844" y="513"/>
                </a:lnTo>
                <a:lnTo>
                  <a:pt x="850" y="513"/>
                </a:lnTo>
                <a:lnTo>
                  <a:pt x="854" y="515"/>
                </a:lnTo>
                <a:lnTo>
                  <a:pt x="859" y="517"/>
                </a:lnTo>
                <a:lnTo>
                  <a:pt x="862" y="519"/>
                </a:lnTo>
                <a:lnTo>
                  <a:pt x="866" y="524"/>
                </a:lnTo>
                <a:lnTo>
                  <a:pt x="868" y="528"/>
                </a:lnTo>
                <a:lnTo>
                  <a:pt x="869" y="532"/>
                </a:lnTo>
                <a:lnTo>
                  <a:pt x="869" y="538"/>
                </a:lnTo>
                <a:lnTo>
                  <a:pt x="869" y="845"/>
                </a:lnTo>
                <a:lnTo>
                  <a:pt x="884" y="874"/>
                </a:lnTo>
                <a:lnTo>
                  <a:pt x="1188" y="1027"/>
                </a:lnTo>
                <a:lnTo>
                  <a:pt x="1188" y="1027"/>
                </a:lnTo>
                <a:lnTo>
                  <a:pt x="1191" y="1031"/>
                </a:lnTo>
                <a:lnTo>
                  <a:pt x="1195" y="1034"/>
                </a:lnTo>
                <a:lnTo>
                  <a:pt x="1197" y="1039"/>
                </a:lnTo>
                <a:lnTo>
                  <a:pt x="1200" y="1043"/>
                </a:lnTo>
                <a:lnTo>
                  <a:pt x="1201" y="1048"/>
                </a:lnTo>
                <a:lnTo>
                  <a:pt x="1200" y="1053"/>
                </a:lnTo>
                <a:lnTo>
                  <a:pt x="1200" y="1057"/>
                </a:lnTo>
                <a:lnTo>
                  <a:pt x="1197" y="1062"/>
                </a:lnTo>
                <a:lnTo>
                  <a:pt x="1197" y="1062"/>
                </a:lnTo>
                <a:lnTo>
                  <a:pt x="1194" y="1067"/>
                </a:lnTo>
                <a:lnTo>
                  <a:pt x="1190" y="1070"/>
                </a:lnTo>
                <a:lnTo>
                  <a:pt x="1186" y="1072"/>
                </a:lnTo>
                <a:lnTo>
                  <a:pt x="1181" y="1075"/>
                </a:lnTo>
                <a:lnTo>
                  <a:pt x="1176" y="1075"/>
                </a:lnTo>
                <a:lnTo>
                  <a:pt x="1172" y="1075"/>
                </a:lnTo>
                <a:lnTo>
                  <a:pt x="1167" y="1073"/>
                </a:lnTo>
                <a:lnTo>
                  <a:pt x="1163" y="1071"/>
                </a:lnTo>
                <a:lnTo>
                  <a:pt x="859" y="918"/>
                </a:lnTo>
                <a:lnTo>
                  <a:pt x="830" y="918"/>
                </a:lnTo>
                <a:lnTo>
                  <a:pt x="526" y="1071"/>
                </a:lnTo>
                <a:lnTo>
                  <a:pt x="526" y="1071"/>
                </a:lnTo>
                <a:lnTo>
                  <a:pt x="522" y="1073"/>
                </a:lnTo>
                <a:lnTo>
                  <a:pt x="517" y="1075"/>
                </a:lnTo>
                <a:lnTo>
                  <a:pt x="511" y="1075"/>
                </a:lnTo>
                <a:lnTo>
                  <a:pt x="506" y="1075"/>
                </a:lnTo>
                <a:lnTo>
                  <a:pt x="502" y="1072"/>
                </a:lnTo>
                <a:lnTo>
                  <a:pt x="498" y="1070"/>
                </a:lnTo>
                <a:lnTo>
                  <a:pt x="494" y="1067"/>
                </a:lnTo>
                <a:lnTo>
                  <a:pt x="491" y="1062"/>
                </a:lnTo>
                <a:lnTo>
                  <a:pt x="491" y="1062"/>
                </a:lnTo>
                <a:lnTo>
                  <a:pt x="489" y="1057"/>
                </a:lnTo>
                <a:lnTo>
                  <a:pt x="488" y="1053"/>
                </a:lnTo>
                <a:lnTo>
                  <a:pt x="488" y="1048"/>
                </a:lnTo>
                <a:lnTo>
                  <a:pt x="489" y="1043"/>
                </a:lnTo>
                <a:lnTo>
                  <a:pt x="490" y="1039"/>
                </a:lnTo>
                <a:lnTo>
                  <a:pt x="493" y="1034"/>
                </a:lnTo>
                <a:lnTo>
                  <a:pt x="496" y="1031"/>
                </a:lnTo>
                <a:lnTo>
                  <a:pt x="501" y="1027"/>
                </a:lnTo>
                <a:lnTo>
                  <a:pt x="501" y="1027"/>
                </a:lnTo>
                <a:close/>
                <a:moveTo>
                  <a:pt x="205" y="615"/>
                </a:moveTo>
                <a:lnTo>
                  <a:pt x="205" y="615"/>
                </a:lnTo>
                <a:lnTo>
                  <a:pt x="205" y="604"/>
                </a:lnTo>
                <a:lnTo>
                  <a:pt x="209" y="595"/>
                </a:lnTo>
                <a:lnTo>
                  <a:pt x="213" y="586"/>
                </a:lnTo>
                <a:lnTo>
                  <a:pt x="219" y="579"/>
                </a:lnTo>
                <a:lnTo>
                  <a:pt x="227" y="572"/>
                </a:lnTo>
                <a:lnTo>
                  <a:pt x="236" y="567"/>
                </a:lnTo>
                <a:lnTo>
                  <a:pt x="246" y="565"/>
                </a:lnTo>
                <a:lnTo>
                  <a:pt x="256" y="564"/>
                </a:lnTo>
                <a:lnTo>
                  <a:pt x="256" y="564"/>
                </a:lnTo>
                <a:lnTo>
                  <a:pt x="267" y="565"/>
                </a:lnTo>
                <a:lnTo>
                  <a:pt x="276" y="567"/>
                </a:lnTo>
                <a:lnTo>
                  <a:pt x="284" y="572"/>
                </a:lnTo>
                <a:lnTo>
                  <a:pt x="292" y="579"/>
                </a:lnTo>
                <a:lnTo>
                  <a:pt x="298" y="586"/>
                </a:lnTo>
                <a:lnTo>
                  <a:pt x="302" y="595"/>
                </a:lnTo>
                <a:lnTo>
                  <a:pt x="306" y="604"/>
                </a:lnTo>
                <a:lnTo>
                  <a:pt x="307" y="615"/>
                </a:lnTo>
                <a:lnTo>
                  <a:pt x="307" y="1075"/>
                </a:lnTo>
                <a:lnTo>
                  <a:pt x="307" y="1075"/>
                </a:lnTo>
                <a:lnTo>
                  <a:pt x="306" y="1085"/>
                </a:lnTo>
                <a:lnTo>
                  <a:pt x="302" y="1094"/>
                </a:lnTo>
                <a:lnTo>
                  <a:pt x="298" y="1104"/>
                </a:lnTo>
                <a:lnTo>
                  <a:pt x="292" y="1112"/>
                </a:lnTo>
                <a:lnTo>
                  <a:pt x="284" y="1118"/>
                </a:lnTo>
                <a:lnTo>
                  <a:pt x="276" y="1122"/>
                </a:lnTo>
                <a:lnTo>
                  <a:pt x="267" y="1126"/>
                </a:lnTo>
                <a:lnTo>
                  <a:pt x="256" y="1126"/>
                </a:lnTo>
                <a:lnTo>
                  <a:pt x="256" y="1126"/>
                </a:lnTo>
                <a:lnTo>
                  <a:pt x="246" y="1126"/>
                </a:lnTo>
                <a:lnTo>
                  <a:pt x="236" y="1122"/>
                </a:lnTo>
                <a:lnTo>
                  <a:pt x="227" y="1118"/>
                </a:lnTo>
                <a:lnTo>
                  <a:pt x="219" y="1112"/>
                </a:lnTo>
                <a:lnTo>
                  <a:pt x="213" y="1104"/>
                </a:lnTo>
                <a:lnTo>
                  <a:pt x="209" y="1094"/>
                </a:lnTo>
                <a:lnTo>
                  <a:pt x="205" y="1085"/>
                </a:lnTo>
                <a:lnTo>
                  <a:pt x="205" y="1075"/>
                </a:lnTo>
                <a:lnTo>
                  <a:pt x="205" y="61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2"/>
          <p:cNvSpPr>
            <a:spLocks noChangeAspect="1" noEditPoints="1"/>
          </p:cNvSpPr>
          <p:nvPr/>
        </p:nvSpPr>
        <p:spPr bwMode="auto">
          <a:xfrm>
            <a:off x="1100572" y="3068960"/>
            <a:ext cx="1080000" cy="732389"/>
          </a:xfrm>
          <a:custGeom>
            <a:avLst/>
            <a:gdLst>
              <a:gd name="T0" fmla="*/ 421 w 1484"/>
              <a:gd name="T1" fmla="*/ 145 h 1005"/>
              <a:gd name="T2" fmla="*/ 398 w 1484"/>
              <a:gd name="T3" fmla="*/ 154 h 1005"/>
              <a:gd name="T4" fmla="*/ 384 w 1484"/>
              <a:gd name="T5" fmla="*/ 183 h 1005"/>
              <a:gd name="T6" fmla="*/ 1100 w 1484"/>
              <a:gd name="T7" fmla="*/ 185 h 1005"/>
              <a:gd name="T8" fmla="*/ 1086 w 1484"/>
              <a:gd name="T9" fmla="*/ 160 h 1005"/>
              <a:gd name="T10" fmla="*/ 1053 w 1484"/>
              <a:gd name="T11" fmla="*/ 144 h 1005"/>
              <a:gd name="T12" fmla="*/ 1189 w 1484"/>
              <a:gd name="T13" fmla="*/ 41 h 1005"/>
              <a:gd name="T14" fmla="*/ 1140 w 1484"/>
              <a:gd name="T15" fmla="*/ 8 h 1005"/>
              <a:gd name="T16" fmla="*/ 1101 w 1484"/>
              <a:gd name="T17" fmla="*/ 0 h 1005"/>
              <a:gd name="T18" fmla="*/ 367 w 1484"/>
              <a:gd name="T19" fmla="*/ 4 h 1005"/>
              <a:gd name="T20" fmla="*/ 312 w 1484"/>
              <a:gd name="T21" fmla="*/ 26 h 1005"/>
              <a:gd name="T22" fmla="*/ 288 w 1484"/>
              <a:gd name="T23" fmla="*/ 47 h 1005"/>
              <a:gd name="T24" fmla="*/ 91 w 1484"/>
              <a:gd name="T25" fmla="*/ 287 h 1005"/>
              <a:gd name="T26" fmla="*/ 13 w 1484"/>
              <a:gd name="T27" fmla="*/ 400 h 1005"/>
              <a:gd name="T28" fmla="*/ 0 w 1484"/>
              <a:gd name="T29" fmla="*/ 910 h 1005"/>
              <a:gd name="T30" fmla="*/ 5 w 1484"/>
              <a:gd name="T31" fmla="*/ 938 h 1005"/>
              <a:gd name="T32" fmla="*/ 22 w 1484"/>
              <a:gd name="T33" fmla="*/ 970 h 1005"/>
              <a:gd name="T34" fmla="*/ 50 w 1484"/>
              <a:gd name="T35" fmla="*/ 994 h 1005"/>
              <a:gd name="T36" fmla="*/ 86 w 1484"/>
              <a:gd name="T37" fmla="*/ 1005 h 1005"/>
              <a:gd name="T38" fmla="*/ 1398 w 1484"/>
              <a:gd name="T39" fmla="*/ 1005 h 1005"/>
              <a:gd name="T40" fmla="*/ 1434 w 1484"/>
              <a:gd name="T41" fmla="*/ 994 h 1005"/>
              <a:gd name="T42" fmla="*/ 1462 w 1484"/>
              <a:gd name="T43" fmla="*/ 970 h 1005"/>
              <a:gd name="T44" fmla="*/ 1479 w 1484"/>
              <a:gd name="T45" fmla="*/ 938 h 1005"/>
              <a:gd name="T46" fmla="*/ 1484 w 1484"/>
              <a:gd name="T47" fmla="*/ 431 h 1005"/>
              <a:gd name="T48" fmla="*/ 1471 w 1484"/>
              <a:gd name="T49" fmla="*/ 400 h 1005"/>
              <a:gd name="T50" fmla="*/ 1393 w 1484"/>
              <a:gd name="T51" fmla="*/ 287 h 1005"/>
              <a:gd name="T52" fmla="*/ 1196 w 1484"/>
              <a:gd name="T53" fmla="*/ 49 h 1005"/>
              <a:gd name="T54" fmla="*/ 903 w 1484"/>
              <a:gd name="T55" fmla="*/ 431 h 1005"/>
              <a:gd name="T56" fmla="*/ 880 w 1484"/>
              <a:gd name="T57" fmla="*/ 442 h 1005"/>
              <a:gd name="T58" fmla="*/ 865 w 1484"/>
              <a:gd name="T59" fmla="*/ 470 h 1005"/>
              <a:gd name="T60" fmla="*/ 863 w 1484"/>
              <a:gd name="T61" fmla="*/ 582 h 1005"/>
              <a:gd name="T62" fmla="*/ 852 w 1484"/>
              <a:gd name="T63" fmla="*/ 604 h 1005"/>
              <a:gd name="T64" fmla="*/ 823 w 1484"/>
              <a:gd name="T65" fmla="*/ 621 h 1005"/>
              <a:gd name="T66" fmla="*/ 659 w 1484"/>
              <a:gd name="T67" fmla="*/ 623 h 1005"/>
              <a:gd name="T68" fmla="*/ 635 w 1484"/>
              <a:gd name="T69" fmla="*/ 612 h 1005"/>
              <a:gd name="T70" fmla="*/ 620 w 1484"/>
              <a:gd name="T71" fmla="*/ 582 h 1005"/>
              <a:gd name="T72" fmla="*/ 619 w 1484"/>
              <a:gd name="T73" fmla="*/ 475 h 1005"/>
              <a:gd name="T74" fmla="*/ 609 w 1484"/>
              <a:gd name="T75" fmla="*/ 449 h 1005"/>
              <a:gd name="T76" fmla="*/ 587 w 1484"/>
              <a:gd name="T77" fmla="*/ 434 h 1005"/>
              <a:gd name="T78" fmla="*/ 334 w 1484"/>
              <a:gd name="T79" fmla="*/ 142 h 1005"/>
              <a:gd name="T80" fmla="*/ 357 w 1484"/>
              <a:gd name="T81" fmla="*/ 110 h 1005"/>
              <a:gd name="T82" fmla="*/ 385 w 1484"/>
              <a:gd name="T83" fmla="*/ 96 h 1005"/>
              <a:gd name="T84" fmla="*/ 1119 w 1484"/>
              <a:gd name="T85" fmla="*/ 106 h 1005"/>
              <a:gd name="T86" fmla="*/ 1149 w 1484"/>
              <a:gd name="T87" fmla="*/ 142 h 1005"/>
              <a:gd name="T88" fmla="*/ 357 w 1484"/>
              <a:gd name="T89" fmla="*/ 240 h 1005"/>
              <a:gd name="T90" fmla="*/ 331 w 1484"/>
              <a:gd name="T91" fmla="*/ 247 h 1005"/>
              <a:gd name="T92" fmla="*/ 313 w 1484"/>
              <a:gd name="T93" fmla="*/ 271 h 1005"/>
              <a:gd name="T94" fmla="*/ 1173 w 1484"/>
              <a:gd name="T95" fmla="*/ 287 h 1005"/>
              <a:gd name="T96" fmla="*/ 1165 w 1484"/>
              <a:gd name="T97" fmla="*/ 264 h 1005"/>
              <a:gd name="T98" fmla="*/ 1133 w 1484"/>
              <a:gd name="T99" fmla="*/ 242 h 1005"/>
              <a:gd name="T100" fmla="*/ 1242 w 1484"/>
              <a:gd name="T101" fmla="*/ 383 h 1005"/>
              <a:gd name="T102" fmla="*/ 1237 w 1484"/>
              <a:gd name="T103" fmla="*/ 364 h 1005"/>
              <a:gd name="T104" fmla="*/ 1209 w 1484"/>
              <a:gd name="T105" fmla="*/ 340 h 1005"/>
              <a:gd name="T106" fmla="*/ 285 w 1484"/>
              <a:gd name="T107" fmla="*/ 335 h 1005"/>
              <a:gd name="T108" fmla="*/ 259 w 1484"/>
              <a:gd name="T109" fmla="*/ 342 h 1005"/>
              <a:gd name="T110" fmla="*/ 243 w 1484"/>
              <a:gd name="T111" fmla="*/ 366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84" h="1005">
                <a:moveTo>
                  <a:pt x="1053" y="144"/>
                </a:moveTo>
                <a:lnTo>
                  <a:pt x="429" y="144"/>
                </a:lnTo>
                <a:lnTo>
                  <a:pt x="429" y="144"/>
                </a:lnTo>
                <a:lnTo>
                  <a:pt x="421" y="145"/>
                </a:lnTo>
                <a:lnTo>
                  <a:pt x="414" y="146"/>
                </a:lnTo>
                <a:lnTo>
                  <a:pt x="408" y="149"/>
                </a:lnTo>
                <a:lnTo>
                  <a:pt x="402" y="151"/>
                </a:lnTo>
                <a:lnTo>
                  <a:pt x="398" y="154"/>
                </a:lnTo>
                <a:lnTo>
                  <a:pt x="394" y="159"/>
                </a:lnTo>
                <a:lnTo>
                  <a:pt x="389" y="167"/>
                </a:lnTo>
                <a:lnTo>
                  <a:pt x="385" y="176"/>
                </a:lnTo>
                <a:lnTo>
                  <a:pt x="384" y="183"/>
                </a:lnTo>
                <a:lnTo>
                  <a:pt x="383" y="190"/>
                </a:lnTo>
                <a:lnTo>
                  <a:pt x="1101" y="191"/>
                </a:lnTo>
                <a:lnTo>
                  <a:pt x="1101" y="191"/>
                </a:lnTo>
                <a:lnTo>
                  <a:pt x="1100" y="185"/>
                </a:lnTo>
                <a:lnTo>
                  <a:pt x="1099" y="179"/>
                </a:lnTo>
                <a:lnTo>
                  <a:pt x="1097" y="173"/>
                </a:lnTo>
                <a:lnTo>
                  <a:pt x="1093" y="168"/>
                </a:lnTo>
                <a:lnTo>
                  <a:pt x="1086" y="160"/>
                </a:lnTo>
                <a:lnTo>
                  <a:pt x="1077" y="154"/>
                </a:lnTo>
                <a:lnTo>
                  <a:pt x="1068" y="150"/>
                </a:lnTo>
                <a:lnTo>
                  <a:pt x="1061" y="146"/>
                </a:lnTo>
                <a:lnTo>
                  <a:pt x="1053" y="144"/>
                </a:lnTo>
                <a:lnTo>
                  <a:pt x="1053" y="144"/>
                </a:lnTo>
                <a:close/>
                <a:moveTo>
                  <a:pt x="1196" y="49"/>
                </a:moveTo>
                <a:lnTo>
                  <a:pt x="1196" y="49"/>
                </a:lnTo>
                <a:lnTo>
                  <a:pt x="1189" y="41"/>
                </a:lnTo>
                <a:lnTo>
                  <a:pt x="1181" y="33"/>
                </a:lnTo>
                <a:lnTo>
                  <a:pt x="1170" y="25"/>
                </a:lnTo>
                <a:lnTo>
                  <a:pt x="1156" y="15"/>
                </a:lnTo>
                <a:lnTo>
                  <a:pt x="1140" y="8"/>
                </a:lnTo>
                <a:lnTo>
                  <a:pt x="1130" y="5"/>
                </a:lnTo>
                <a:lnTo>
                  <a:pt x="1121" y="3"/>
                </a:lnTo>
                <a:lnTo>
                  <a:pt x="1112" y="0"/>
                </a:lnTo>
                <a:lnTo>
                  <a:pt x="1101" y="0"/>
                </a:lnTo>
                <a:lnTo>
                  <a:pt x="386" y="0"/>
                </a:lnTo>
                <a:lnTo>
                  <a:pt x="386" y="0"/>
                </a:lnTo>
                <a:lnTo>
                  <a:pt x="377" y="1"/>
                </a:lnTo>
                <a:lnTo>
                  <a:pt x="367" y="4"/>
                </a:lnTo>
                <a:lnTo>
                  <a:pt x="353" y="7"/>
                </a:lnTo>
                <a:lnTo>
                  <a:pt x="338" y="13"/>
                </a:lnTo>
                <a:lnTo>
                  <a:pt x="320" y="21"/>
                </a:lnTo>
                <a:lnTo>
                  <a:pt x="312" y="26"/>
                </a:lnTo>
                <a:lnTo>
                  <a:pt x="304" y="32"/>
                </a:lnTo>
                <a:lnTo>
                  <a:pt x="296" y="38"/>
                </a:lnTo>
                <a:lnTo>
                  <a:pt x="288" y="47"/>
                </a:lnTo>
                <a:lnTo>
                  <a:pt x="288" y="47"/>
                </a:lnTo>
                <a:lnTo>
                  <a:pt x="243" y="100"/>
                </a:lnTo>
                <a:lnTo>
                  <a:pt x="196" y="154"/>
                </a:lnTo>
                <a:lnTo>
                  <a:pt x="144" y="219"/>
                </a:lnTo>
                <a:lnTo>
                  <a:pt x="91" y="287"/>
                </a:lnTo>
                <a:lnTo>
                  <a:pt x="66" y="319"/>
                </a:lnTo>
                <a:lnTo>
                  <a:pt x="45" y="349"/>
                </a:lnTo>
                <a:lnTo>
                  <a:pt x="27" y="376"/>
                </a:lnTo>
                <a:lnTo>
                  <a:pt x="13" y="400"/>
                </a:lnTo>
                <a:lnTo>
                  <a:pt x="4" y="419"/>
                </a:lnTo>
                <a:lnTo>
                  <a:pt x="1" y="426"/>
                </a:lnTo>
                <a:lnTo>
                  <a:pt x="0" y="431"/>
                </a:lnTo>
                <a:lnTo>
                  <a:pt x="0" y="910"/>
                </a:lnTo>
                <a:lnTo>
                  <a:pt x="0" y="910"/>
                </a:lnTo>
                <a:lnTo>
                  <a:pt x="0" y="919"/>
                </a:lnTo>
                <a:lnTo>
                  <a:pt x="3" y="929"/>
                </a:lnTo>
                <a:lnTo>
                  <a:pt x="5" y="938"/>
                </a:lnTo>
                <a:lnTo>
                  <a:pt x="7" y="947"/>
                </a:lnTo>
                <a:lnTo>
                  <a:pt x="12" y="955"/>
                </a:lnTo>
                <a:lnTo>
                  <a:pt x="17" y="963"/>
                </a:lnTo>
                <a:lnTo>
                  <a:pt x="22" y="970"/>
                </a:lnTo>
                <a:lnTo>
                  <a:pt x="28" y="977"/>
                </a:lnTo>
                <a:lnTo>
                  <a:pt x="35" y="984"/>
                </a:lnTo>
                <a:lnTo>
                  <a:pt x="42" y="989"/>
                </a:lnTo>
                <a:lnTo>
                  <a:pt x="50" y="994"/>
                </a:lnTo>
                <a:lnTo>
                  <a:pt x="58" y="998"/>
                </a:lnTo>
                <a:lnTo>
                  <a:pt x="68" y="1002"/>
                </a:lnTo>
                <a:lnTo>
                  <a:pt x="77" y="1004"/>
                </a:lnTo>
                <a:lnTo>
                  <a:pt x="86" y="1005"/>
                </a:lnTo>
                <a:lnTo>
                  <a:pt x="96" y="1005"/>
                </a:lnTo>
                <a:lnTo>
                  <a:pt x="1388" y="1005"/>
                </a:lnTo>
                <a:lnTo>
                  <a:pt x="1388" y="1005"/>
                </a:lnTo>
                <a:lnTo>
                  <a:pt x="1398" y="1005"/>
                </a:lnTo>
                <a:lnTo>
                  <a:pt x="1407" y="1004"/>
                </a:lnTo>
                <a:lnTo>
                  <a:pt x="1417" y="1002"/>
                </a:lnTo>
                <a:lnTo>
                  <a:pt x="1426" y="998"/>
                </a:lnTo>
                <a:lnTo>
                  <a:pt x="1434" y="994"/>
                </a:lnTo>
                <a:lnTo>
                  <a:pt x="1442" y="989"/>
                </a:lnTo>
                <a:lnTo>
                  <a:pt x="1449" y="984"/>
                </a:lnTo>
                <a:lnTo>
                  <a:pt x="1456" y="977"/>
                </a:lnTo>
                <a:lnTo>
                  <a:pt x="1462" y="970"/>
                </a:lnTo>
                <a:lnTo>
                  <a:pt x="1468" y="963"/>
                </a:lnTo>
                <a:lnTo>
                  <a:pt x="1472" y="955"/>
                </a:lnTo>
                <a:lnTo>
                  <a:pt x="1477" y="947"/>
                </a:lnTo>
                <a:lnTo>
                  <a:pt x="1479" y="938"/>
                </a:lnTo>
                <a:lnTo>
                  <a:pt x="1482" y="929"/>
                </a:lnTo>
                <a:lnTo>
                  <a:pt x="1484" y="919"/>
                </a:lnTo>
                <a:lnTo>
                  <a:pt x="1484" y="910"/>
                </a:lnTo>
                <a:lnTo>
                  <a:pt x="1484" y="431"/>
                </a:lnTo>
                <a:lnTo>
                  <a:pt x="1484" y="431"/>
                </a:lnTo>
                <a:lnTo>
                  <a:pt x="1483" y="426"/>
                </a:lnTo>
                <a:lnTo>
                  <a:pt x="1480" y="419"/>
                </a:lnTo>
                <a:lnTo>
                  <a:pt x="1471" y="400"/>
                </a:lnTo>
                <a:lnTo>
                  <a:pt x="1457" y="377"/>
                </a:lnTo>
                <a:lnTo>
                  <a:pt x="1439" y="349"/>
                </a:lnTo>
                <a:lnTo>
                  <a:pt x="1418" y="319"/>
                </a:lnTo>
                <a:lnTo>
                  <a:pt x="1393" y="287"/>
                </a:lnTo>
                <a:lnTo>
                  <a:pt x="1340" y="220"/>
                </a:lnTo>
                <a:lnTo>
                  <a:pt x="1288" y="156"/>
                </a:lnTo>
                <a:lnTo>
                  <a:pt x="1242" y="101"/>
                </a:lnTo>
                <a:lnTo>
                  <a:pt x="1196" y="49"/>
                </a:lnTo>
                <a:lnTo>
                  <a:pt x="1196" y="49"/>
                </a:lnTo>
                <a:close/>
                <a:moveTo>
                  <a:pt x="911" y="431"/>
                </a:moveTo>
                <a:lnTo>
                  <a:pt x="911" y="431"/>
                </a:lnTo>
                <a:lnTo>
                  <a:pt x="903" y="431"/>
                </a:lnTo>
                <a:lnTo>
                  <a:pt x="896" y="434"/>
                </a:lnTo>
                <a:lnTo>
                  <a:pt x="890" y="436"/>
                </a:lnTo>
                <a:lnTo>
                  <a:pt x="885" y="438"/>
                </a:lnTo>
                <a:lnTo>
                  <a:pt x="880" y="442"/>
                </a:lnTo>
                <a:lnTo>
                  <a:pt x="877" y="445"/>
                </a:lnTo>
                <a:lnTo>
                  <a:pt x="871" y="453"/>
                </a:lnTo>
                <a:lnTo>
                  <a:pt x="866" y="462"/>
                </a:lnTo>
                <a:lnTo>
                  <a:pt x="865" y="470"/>
                </a:lnTo>
                <a:lnTo>
                  <a:pt x="864" y="477"/>
                </a:lnTo>
                <a:lnTo>
                  <a:pt x="864" y="575"/>
                </a:lnTo>
                <a:lnTo>
                  <a:pt x="864" y="575"/>
                </a:lnTo>
                <a:lnTo>
                  <a:pt x="863" y="582"/>
                </a:lnTo>
                <a:lnTo>
                  <a:pt x="861" y="589"/>
                </a:lnTo>
                <a:lnTo>
                  <a:pt x="859" y="595"/>
                </a:lnTo>
                <a:lnTo>
                  <a:pt x="856" y="601"/>
                </a:lnTo>
                <a:lnTo>
                  <a:pt x="852" y="604"/>
                </a:lnTo>
                <a:lnTo>
                  <a:pt x="848" y="609"/>
                </a:lnTo>
                <a:lnTo>
                  <a:pt x="839" y="615"/>
                </a:lnTo>
                <a:lnTo>
                  <a:pt x="830" y="619"/>
                </a:lnTo>
                <a:lnTo>
                  <a:pt x="823" y="621"/>
                </a:lnTo>
                <a:lnTo>
                  <a:pt x="815" y="623"/>
                </a:lnTo>
                <a:lnTo>
                  <a:pt x="667" y="623"/>
                </a:lnTo>
                <a:lnTo>
                  <a:pt x="667" y="623"/>
                </a:lnTo>
                <a:lnTo>
                  <a:pt x="659" y="623"/>
                </a:lnTo>
                <a:lnTo>
                  <a:pt x="652" y="620"/>
                </a:lnTo>
                <a:lnTo>
                  <a:pt x="645" y="618"/>
                </a:lnTo>
                <a:lnTo>
                  <a:pt x="640" y="616"/>
                </a:lnTo>
                <a:lnTo>
                  <a:pt x="635" y="612"/>
                </a:lnTo>
                <a:lnTo>
                  <a:pt x="631" y="608"/>
                </a:lnTo>
                <a:lnTo>
                  <a:pt x="625" y="598"/>
                </a:lnTo>
                <a:lnTo>
                  <a:pt x="622" y="590"/>
                </a:lnTo>
                <a:lnTo>
                  <a:pt x="620" y="582"/>
                </a:lnTo>
                <a:lnTo>
                  <a:pt x="619" y="575"/>
                </a:lnTo>
                <a:lnTo>
                  <a:pt x="619" y="485"/>
                </a:lnTo>
                <a:lnTo>
                  <a:pt x="619" y="485"/>
                </a:lnTo>
                <a:lnTo>
                  <a:pt x="619" y="475"/>
                </a:lnTo>
                <a:lnTo>
                  <a:pt x="617" y="467"/>
                </a:lnTo>
                <a:lnTo>
                  <a:pt x="615" y="460"/>
                </a:lnTo>
                <a:lnTo>
                  <a:pt x="612" y="455"/>
                </a:lnTo>
                <a:lnTo>
                  <a:pt x="609" y="449"/>
                </a:lnTo>
                <a:lnTo>
                  <a:pt x="604" y="444"/>
                </a:lnTo>
                <a:lnTo>
                  <a:pt x="600" y="441"/>
                </a:lnTo>
                <a:lnTo>
                  <a:pt x="596" y="438"/>
                </a:lnTo>
                <a:lnTo>
                  <a:pt x="587" y="434"/>
                </a:lnTo>
                <a:lnTo>
                  <a:pt x="579" y="433"/>
                </a:lnTo>
                <a:lnTo>
                  <a:pt x="572" y="431"/>
                </a:lnTo>
                <a:lnTo>
                  <a:pt x="138" y="431"/>
                </a:lnTo>
                <a:lnTo>
                  <a:pt x="334" y="142"/>
                </a:lnTo>
                <a:lnTo>
                  <a:pt x="334" y="142"/>
                </a:lnTo>
                <a:lnTo>
                  <a:pt x="339" y="135"/>
                </a:lnTo>
                <a:lnTo>
                  <a:pt x="350" y="118"/>
                </a:lnTo>
                <a:lnTo>
                  <a:pt x="357" y="110"/>
                </a:lnTo>
                <a:lnTo>
                  <a:pt x="367" y="103"/>
                </a:lnTo>
                <a:lnTo>
                  <a:pt x="376" y="98"/>
                </a:lnTo>
                <a:lnTo>
                  <a:pt x="380" y="96"/>
                </a:lnTo>
                <a:lnTo>
                  <a:pt x="385" y="96"/>
                </a:lnTo>
                <a:lnTo>
                  <a:pt x="1104" y="96"/>
                </a:lnTo>
                <a:lnTo>
                  <a:pt x="1104" y="96"/>
                </a:lnTo>
                <a:lnTo>
                  <a:pt x="1108" y="99"/>
                </a:lnTo>
                <a:lnTo>
                  <a:pt x="1119" y="106"/>
                </a:lnTo>
                <a:lnTo>
                  <a:pt x="1126" y="112"/>
                </a:lnTo>
                <a:lnTo>
                  <a:pt x="1133" y="120"/>
                </a:lnTo>
                <a:lnTo>
                  <a:pt x="1141" y="129"/>
                </a:lnTo>
                <a:lnTo>
                  <a:pt x="1149" y="142"/>
                </a:lnTo>
                <a:lnTo>
                  <a:pt x="1344" y="431"/>
                </a:lnTo>
                <a:lnTo>
                  <a:pt x="911" y="431"/>
                </a:lnTo>
                <a:close/>
                <a:moveTo>
                  <a:pt x="357" y="240"/>
                </a:moveTo>
                <a:lnTo>
                  <a:pt x="357" y="240"/>
                </a:lnTo>
                <a:lnTo>
                  <a:pt x="349" y="240"/>
                </a:lnTo>
                <a:lnTo>
                  <a:pt x="342" y="241"/>
                </a:lnTo>
                <a:lnTo>
                  <a:pt x="336" y="244"/>
                </a:lnTo>
                <a:lnTo>
                  <a:pt x="331" y="247"/>
                </a:lnTo>
                <a:lnTo>
                  <a:pt x="326" y="251"/>
                </a:lnTo>
                <a:lnTo>
                  <a:pt x="323" y="254"/>
                </a:lnTo>
                <a:lnTo>
                  <a:pt x="317" y="263"/>
                </a:lnTo>
                <a:lnTo>
                  <a:pt x="313" y="271"/>
                </a:lnTo>
                <a:lnTo>
                  <a:pt x="312" y="280"/>
                </a:lnTo>
                <a:lnTo>
                  <a:pt x="311" y="287"/>
                </a:lnTo>
                <a:lnTo>
                  <a:pt x="1173" y="287"/>
                </a:lnTo>
                <a:lnTo>
                  <a:pt x="1173" y="287"/>
                </a:lnTo>
                <a:lnTo>
                  <a:pt x="1172" y="281"/>
                </a:lnTo>
                <a:lnTo>
                  <a:pt x="1171" y="275"/>
                </a:lnTo>
                <a:lnTo>
                  <a:pt x="1169" y="269"/>
                </a:lnTo>
                <a:lnTo>
                  <a:pt x="1165" y="264"/>
                </a:lnTo>
                <a:lnTo>
                  <a:pt x="1158" y="256"/>
                </a:lnTo>
                <a:lnTo>
                  <a:pt x="1149" y="249"/>
                </a:lnTo>
                <a:lnTo>
                  <a:pt x="1140" y="245"/>
                </a:lnTo>
                <a:lnTo>
                  <a:pt x="1133" y="242"/>
                </a:lnTo>
                <a:lnTo>
                  <a:pt x="1125" y="240"/>
                </a:lnTo>
                <a:lnTo>
                  <a:pt x="357" y="240"/>
                </a:lnTo>
                <a:close/>
                <a:moveTo>
                  <a:pt x="239" y="382"/>
                </a:moveTo>
                <a:lnTo>
                  <a:pt x="1242" y="383"/>
                </a:lnTo>
                <a:lnTo>
                  <a:pt x="1242" y="383"/>
                </a:lnTo>
                <a:lnTo>
                  <a:pt x="1242" y="376"/>
                </a:lnTo>
                <a:lnTo>
                  <a:pt x="1239" y="370"/>
                </a:lnTo>
                <a:lnTo>
                  <a:pt x="1237" y="364"/>
                </a:lnTo>
                <a:lnTo>
                  <a:pt x="1235" y="360"/>
                </a:lnTo>
                <a:lnTo>
                  <a:pt x="1227" y="351"/>
                </a:lnTo>
                <a:lnTo>
                  <a:pt x="1217" y="346"/>
                </a:lnTo>
                <a:lnTo>
                  <a:pt x="1209" y="340"/>
                </a:lnTo>
                <a:lnTo>
                  <a:pt x="1201" y="338"/>
                </a:lnTo>
                <a:lnTo>
                  <a:pt x="1194" y="335"/>
                </a:lnTo>
                <a:lnTo>
                  <a:pt x="285" y="335"/>
                </a:lnTo>
                <a:lnTo>
                  <a:pt x="285" y="335"/>
                </a:lnTo>
                <a:lnTo>
                  <a:pt x="277" y="335"/>
                </a:lnTo>
                <a:lnTo>
                  <a:pt x="270" y="336"/>
                </a:lnTo>
                <a:lnTo>
                  <a:pt x="265" y="339"/>
                </a:lnTo>
                <a:lnTo>
                  <a:pt x="259" y="342"/>
                </a:lnTo>
                <a:lnTo>
                  <a:pt x="254" y="346"/>
                </a:lnTo>
                <a:lnTo>
                  <a:pt x="251" y="349"/>
                </a:lnTo>
                <a:lnTo>
                  <a:pt x="245" y="358"/>
                </a:lnTo>
                <a:lnTo>
                  <a:pt x="243" y="366"/>
                </a:lnTo>
                <a:lnTo>
                  <a:pt x="240" y="375"/>
                </a:lnTo>
                <a:lnTo>
                  <a:pt x="239" y="382"/>
                </a:lnTo>
                <a:lnTo>
                  <a:pt x="239" y="3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3"/>
          <p:cNvSpPr>
            <a:spLocks noChangeAspect="1" noEditPoints="1"/>
          </p:cNvSpPr>
          <p:nvPr/>
        </p:nvSpPr>
        <p:spPr bwMode="auto">
          <a:xfrm>
            <a:off x="2756756" y="2996952"/>
            <a:ext cx="1080000" cy="870546"/>
          </a:xfrm>
          <a:custGeom>
            <a:avLst/>
            <a:gdLst>
              <a:gd name="T0" fmla="*/ 651 w 1483"/>
              <a:gd name="T1" fmla="*/ 382 h 1197"/>
              <a:gd name="T2" fmla="*/ 624 w 1483"/>
              <a:gd name="T3" fmla="*/ 360 h 1197"/>
              <a:gd name="T4" fmla="*/ 144 w 1483"/>
              <a:gd name="T5" fmla="*/ 670 h 1197"/>
              <a:gd name="T6" fmla="*/ 862 w 1483"/>
              <a:gd name="T7" fmla="*/ 342 h 1197"/>
              <a:gd name="T8" fmla="*/ 842 w 1483"/>
              <a:gd name="T9" fmla="*/ 376 h 1197"/>
              <a:gd name="T10" fmla="*/ 814 w 1483"/>
              <a:gd name="T11" fmla="*/ 384 h 1197"/>
              <a:gd name="T12" fmla="*/ 900 w 1483"/>
              <a:gd name="T13" fmla="*/ 554 h 1197"/>
              <a:gd name="T14" fmla="*/ 861 w 1483"/>
              <a:gd name="T15" fmla="*/ 575 h 1197"/>
              <a:gd name="T16" fmla="*/ 595 w 1483"/>
              <a:gd name="T17" fmla="*/ 567 h 1197"/>
              <a:gd name="T18" fmla="*/ 573 w 1483"/>
              <a:gd name="T19" fmla="*/ 528 h 1197"/>
              <a:gd name="T20" fmla="*/ 588 w 1483"/>
              <a:gd name="T21" fmla="*/ 493 h 1197"/>
              <a:gd name="T22" fmla="*/ 861 w 1483"/>
              <a:gd name="T23" fmla="*/ 479 h 1197"/>
              <a:gd name="T24" fmla="*/ 894 w 1483"/>
              <a:gd name="T25" fmla="*/ 493 h 1197"/>
              <a:gd name="T26" fmla="*/ 909 w 1483"/>
              <a:gd name="T27" fmla="*/ 528 h 1197"/>
              <a:gd name="T28" fmla="*/ 651 w 1483"/>
              <a:gd name="T29" fmla="*/ 764 h 1197"/>
              <a:gd name="T30" fmla="*/ 624 w 1483"/>
              <a:gd name="T31" fmla="*/ 742 h 1197"/>
              <a:gd name="T32" fmla="*/ 144 w 1483"/>
              <a:gd name="T33" fmla="*/ 1054 h 1197"/>
              <a:gd name="T34" fmla="*/ 862 w 1483"/>
              <a:gd name="T35" fmla="*/ 727 h 1197"/>
              <a:gd name="T36" fmla="*/ 842 w 1483"/>
              <a:gd name="T37" fmla="*/ 759 h 1197"/>
              <a:gd name="T38" fmla="*/ 814 w 1483"/>
              <a:gd name="T39" fmla="*/ 766 h 1197"/>
              <a:gd name="T40" fmla="*/ 900 w 1483"/>
              <a:gd name="T41" fmla="*/ 937 h 1197"/>
              <a:gd name="T42" fmla="*/ 861 w 1483"/>
              <a:gd name="T43" fmla="*/ 958 h 1197"/>
              <a:gd name="T44" fmla="*/ 595 w 1483"/>
              <a:gd name="T45" fmla="*/ 949 h 1197"/>
              <a:gd name="T46" fmla="*/ 573 w 1483"/>
              <a:gd name="T47" fmla="*/ 910 h 1197"/>
              <a:gd name="T48" fmla="*/ 588 w 1483"/>
              <a:gd name="T49" fmla="*/ 876 h 1197"/>
              <a:gd name="T50" fmla="*/ 861 w 1483"/>
              <a:gd name="T51" fmla="*/ 863 h 1197"/>
              <a:gd name="T52" fmla="*/ 894 w 1483"/>
              <a:gd name="T53" fmla="*/ 876 h 1197"/>
              <a:gd name="T54" fmla="*/ 909 w 1483"/>
              <a:gd name="T55" fmla="*/ 910 h 1197"/>
              <a:gd name="T56" fmla="*/ 1115 w 1483"/>
              <a:gd name="T57" fmla="*/ 25 h 1197"/>
              <a:gd name="T58" fmla="*/ 1052 w 1483"/>
              <a:gd name="T59" fmla="*/ 0 h 1197"/>
              <a:gd name="T60" fmla="*/ 408 w 1483"/>
              <a:gd name="T61" fmla="*/ 6 h 1197"/>
              <a:gd name="T62" fmla="*/ 335 w 1483"/>
              <a:gd name="T63" fmla="*/ 47 h 1197"/>
              <a:gd name="T64" fmla="*/ 105 w 1483"/>
              <a:gd name="T65" fmla="*/ 188 h 1197"/>
              <a:gd name="T66" fmla="*/ 8 w 1483"/>
              <a:gd name="T67" fmla="*/ 269 h 1197"/>
              <a:gd name="T68" fmla="*/ 0 w 1483"/>
              <a:gd name="T69" fmla="*/ 1101 h 1197"/>
              <a:gd name="T70" fmla="*/ 11 w 1483"/>
              <a:gd name="T71" fmla="*/ 1146 h 1197"/>
              <a:gd name="T72" fmla="*/ 41 w 1483"/>
              <a:gd name="T73" fmla="*/ 1180 h 1197"/>
              <a:gd name="T74" fmla="*/ 85 w 1483"/>
              <a:gd name="T75" fmla="*/ 1196 h 1197"/>
              <a:gd name="T76" fmla="*/ 1407 w 1483"/>
              <a:gd name="T77" fmla="*/ 1195 h 1197"/>
              <a:gd name="T78" fmla="*/ 1448 w 1483"/>
              <a:gd name="T79" fmla="*/ 1175 h 1197"/>
              <a:gd name="T80" fmla="*/ 1476 w 1483"/>
              <a:gd name="T81" fmla="*/ 1138 h 1197"/>
              <a:gd name="T82" fmla="*/ 1483 w 1483"/>
              <a:gd name="T83" fmla="*/ 288 h 1197"/>
              <a:gd name="T84" fmla="*/ 1469 w 1483"/>
              <a:gd name="T85" fmla="*/ 262 h 1197"/>
              <a:gd name="T86" fmla="*/ 1346 w 1483"/>
              <a:gd name="T87" fmla="*/ 168 h 1197"/>
              <a:gd name="T88" fmla="*/ 1148 w 1483"/>
              <a:gd name="T89" fmla="*/ 49 h 1197"/>
              <a:gd name="T90" fmla="*/ 1379 w 1483"/>
              <a:gd name="T91" fmla="*/ 1080 h 1197"/>
              <a:gd name="T92" fmla="*/ 1339 w 1483"/>
              <a:gd name="T93" fmla="*/ 1101 h 1197"/>
              <a:gd name="T94" fmla="*/ 117 w 1483"/>
              <a:gd name="T95" fmla="*/ 1093 h 1197"/>
              <a:gd name="T96" fmla="*/ 96 w 1483"/>
              <a:gd name="T97" fmla="*/ 1054 h 1197"/>
              <a:gd name="T98" fmla="*/ 104 w 1483"/>
              <a:gd name="T99" fmla="*/ 309 h 1197"/>
              <a:gd name="T100" fmla="*/ 143 w 1483"/>
              <a:gd name="T101" fmla="*/ 288 h 1197"/>
              <a:gd name="T102" fmla="*/ 1362 w 1483"/>
              <a:gd name="T103" fmla="*/ 292 h 1197"/>
              <a:gd name="T104" fmla="*/ 1385 w 1483"/>
              <a:gd name="T105" fmla="*/ 320 h 1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83" h="1197">
                <a:moveTo>
                  <a:pt x="814" y="384"/>
                </a:moveTo>
                <a:lnTo>
                  <a:pt x="666" y="384"/>
                </a:lnTo>
                <a:lnTo>
                  <a:pt x="666" y="384"/>
                </a:lnTo>
                <a:lnTo>
                  <a:pt x="658" y="383"/>
                </a:lnTo>
                <a:lnTo>
                  <a:pt x="651" y="382"/>
                </a:lnTo>
                <a:lnTo>
                  <a:pt x="644" y="379"/>
                </a:lnTo>
                <a:lnTo>
                  <a:pt x="639" y="376"/>
                </a:lnTo>
                <a:lnTo>
                  <a:pt x="635" y="372"/>
                </a:lnTo>
                <a:lnTo>
                  <a:pt x="630" y="369"/>
                </a:lnTo>
                <a:lnTo>
                  <a:pt x="624" y="360"/>
                </a:lnTo>
                <a:lnTo>
                  <a:pt x="621" y="350"/>
                </a:lnTo>
                <a:lnTo>
                  <a:pt x="620" y="343"/>
                </a:lnTo>
                <a:lnTo>
                  <a:pt x="619" y="335"/>
                </a:lnTo>
                <a:lnTo>
                  <a:pt x="144" y="335"/>
                </a:lnTo>
                <a:lnTo>
                  <a:pt x="144" y="670"/>
                </a:lnTo>
                <a:lnTo>
                  <a:pt x="1339" y="670"/>
                </a:lnTo>
                <a:lnTo>
                  <a:pt x="1339" y="335"/>
                </a:lnTo>
                <a:lnTo>
                  <a:pt x="863" y="335"/>
                </a:lnTo>
                <a:lnTo>
                  <a:pt x="863" y="335"/>
                </a:lnTo>
                <a:lnTo>
                  <a:pt x="862" y="342"/>
                </a:lnTo>
                <a:lnTo>
                  <a:pt x="860" y="350"/>
                </a:lnTo>
                <a:lnTo>
                  <a:pt x="856" y="360"/>
                </a:lnTo>
                <a:lnTo>
                  <a:pt x="850" y="368"/>
                </a:lnTo>
                <a:lnTo>
                  <a:pt x="847" y="372"/>
                </a:lnTo>
                <a:lnTo>
                  <a:pt x="842" y="376"/>
                </a:lnTo>
                <a:lnTo>
                  <a:pt x="836" y="379"/>
                </a:lnTo>
                <a:lnTo>
                  <a:pt x="831" y="382"/>
                </a:lnTo>
                <a:lnTo>
                  <a:pt x="823" y="383"/>
                </a:lnTo>
                <a:lnTo>
                  <a:pt x="814" y="384"/>
                </a:lnTo>
                <a:lnTo>
                  <a:pt x="814" y="384"/>
                </a:lnTo>
                <a:close/>
                <a:moveTo>
                  <a:pt x="909" y="528"/>
                </a:moveTo>
                <a:lnTo>
                  <a:pt x="909" y="528"/>
                </a:lnTo>
                <a:lnTo>
                  <a:pt x="908" y="537"/>
                </a:lnTo>
                <a:lnTo>
                  <a:pt x="905" y="546"/>
                </a:lnTo>
                <a:lnTo>
                  <a:pt x="900" y="554"/>
                </a:lnTo>
                <a:lnTo>
                  <a:pt x="894" y="561"/>
                </a:lnTo>
                <a:lnTo>
                  <a:pt x="887" y="567"/>
                </a:lnTo>
                <a:lnTo>
                  <a:pt x="879" y="572"/>
                </a:lnTo>
                <a:lnTo>
                  <a:pt x="871" y="574"/>
                </a:lnTo>
                <a:lnTo>
                  <a:pt x="861" y="575"/>
                </a:lnTo>
                <a:lnTo>
                  <a:pt x="622" y="575"/>
                </a:lnTo>
                <a:lnTo>
                  <a:pt x="622" y="575"/>
                </a:lnTo>
                <a:lnTo>
                  <a:pt x="612" y="574"/>
                </a:lnTo>
                <a:lnTo>
                  <a:pt x="603" y="572"/>
                </a:lnTo>
                <a:lnTo>
                  <a:pt x="595" y="567"/>
                </a:lnTo>
                <a:lnTo>
                  <a:pt x="588" y="561"/>
                </a:lnTo>
                <a:lnTo>
                  <a:pt x="583" y="554"/>
                </a:lnTo>
                <a:lnTo>
                  <a:pt x="578" y="546"/>
                </a:lnTo>
                <a:lnTo>
                  <a:pt x="575" y="537"/>
                </a:lnTo>
                <a:lnTo>
                  <a:pt x="573" y="528"/>
                </a:lnTo>
                <a:lnTo>
                  <a:pt x="573" y="528"/>
                </a:lnTo>
                <a:lnTo>
                  <a:pt x="575" y="517"/>
                </a:lnTo>
                <a:lnTo>
                  <a:pt x="578" y="508"/>
                </a:lnTo>
                <a:lnTo>
                  <a:pt x="583" y="500"/>
                </a:lnTo>
                <a:lnTo>
                  <a:pt x="588" y="493"/>
                </a:lnTo>
                <a:lnTo>
                  <a:pt x="595" y="487"/>
                </a:lnTo>
                <a:lnTo>
                  <a:pt x="603" y="482"/>
                </a:lnTo>
                <a:lnTo>
                  <a:pt x="612" y="480"/>
                </a:lnTo>
                <a:lnTo>
                  <a:pt x="622" y="479"/>
                </a:lnTo>
                <a:lnTo>
                  <a:pt x="861" y="479"/>
                </a:lnTo>
                <a:lnTo>
                  <a:pt x="861" y="479"/>
                </a:lnTo>
                <a:lnTo>
                  <a:pt x="871" y="480"/>
                </a:lnTo>
                <a:lnTo>
                  <a:pt x="879" y="482"/>
                </a:lnTo>
                <a:lnTo>
                  <a:pt x="887" y="487"/>
                </a:lnTo>
                <a:lnTo>
                  <a:pt x="894" y="493"/>
                </a:lnTo>
                <a:lnTo>
                  <a:pt x="900" y="500"/>
                </a:lnTo>
                <a:lnTo>
                  <a:pt x="905" y="508"/>
                </a:lnTo>
                <a:lnTo>
                  <a:pt x="908" y="517"/>
                </a:lnTo>
                <a:lnTo>
                  <a:pt x="909" y="528"/>
                </a:lnTo>
                <a:lnTo>
                  <a:pt x="909" y="528"/>
                </a:lnTo>
                <a:close/>
                <a:moveTo>
                  <a:pt x="814" y="766"/>
                </a:moveTo>
                <a:lnTo>
                  <a:pt x="666" y="766"/>
                </a:lnTo>
                <a:lnTo>
                  <a:pt x="666" y="766"/>
                </a:lnTo>
                <a:lnTo>
                  <a:pt x="658" y="766"/>
                </a:lnTo>
                <a:lnTo>
                  <a:pt x="651" y="764"/>
                </a:lnTo>
                <a:lnTo>
                  <a:pt x="644" y="762"/>
                </a:lnTo>
                <a:lnTo>
                  <a:pt x="639" y="759"/>
                </a:lnTo>
                <a:lnTo>
                  <a:pt x="635" y="755"/>
                </a:lnTo>
                <a:lnTo>
                  <a:pt x="630" y="751"/>
                </a:lnTo>
                <a:lnTo>
                  <a:pt x="624" y="742"/>
                </a:lnTo>
                <a:lnTo>
                  <a:pt x="621" y="734"/>
                </a:lnTo>
                <a:lnTo>
                  <a:pt x="620" y="726"/>
                </a:lnTo>
                <a:lnTo>
                  <a:pt x="619" y="719"/>
                </a:lnTo>
                <a:lnTo>
                  <a:pt x="144" y="719"/>
                </a:lnTo>
                <a:lnTo>
                  <a:pt x="144" y="1054"/>
                </a:lnTo>
                <a:lnTo>
                  <a:pt x="1339" y="1054"/>
                </a:lnTo>
                <a:lnTo>
                  <a:pt x="1339" y="719"/>
                </a:lnTo>
                <a:lnTo>
                  <a:pt x="863" y="720"/>
                </a:lnTo>
                <a:lnTo>
                  <a:pt x="863" y="720"/>
                </a:lnTo>
                <a:lnTo>
                  <a:pt x="862" y="727"/>
                </a:lnTo>
                <a:lnTo>
                  <a:pt x="860" y="734"/>
                </a:lnTo>
                <a:lnTo>
                  <a:pt x="856" y="743"/>
                </a:lnTo>
                <a:lnTo>
                  <a:pt x="850" y="751"/>
                </a:lnTo>
                <a:lnTo>
                  <a:pt x="847" y="756"/>
                </a:lnTo>
                <a:lnTo>
                  <a:pt x="842" y="759"/>
                </a:lnTo>
                <a:lnTo>
                  <a:pt x="836" y="762"/>
                </a:lnTo>
                <a:lnTo>
                  <a:pt x="831" y="764"/>
                </a:lnTo>
                <a:lnTo>
                  <a:pt x="823" y="766"/>
                </a:lnTo>
                <a:lnTo>
                  <a:pt x="814" y="766"/>
                </a:lnTo>
                <a:lnTo>
                  <a:pt x="814" y="766"/>
                </a:lnTo>
                <a:close/>
                <a:moveTo>
                  <a:pt x="909" y="910"/>
                </a:moveTo>
                <a:lnTo>
                  <a:pt x="909" y="910"/>
                </a:lnTo>
                <a:lnTo>
                  <a:pt x="908" y="919"/>
                </a:lnTo>
                <a:lnTo>
                  <a:pt x="905" y="929"/>
                </a:lnTo>
                <a:lnTo>
                  <a:pt x="900" y="937"/>
                </a:lnTo>
                <a:lnTo>
                  <a:pt x="894" y="944"/>
                </a:lnTo>
                <a:lnTo>
                  <a:pt x="887" y="949"/>
                </a:lnTo>
                <a:lnTo>
                  <a:pt x="879" y="954"/>
                </a:lnTo>
                <a:lnTo>
                  <a:pt x="871" y="956"/>
                </a:lnTo>
                <a:lnTo>
                  <a:pt x="861" y="958"/>
                </a:lnTo>
                <a:lnTo>
                  <a:pt x="622" y="958"/>
                </a:lnTo>
                <a:lnTo>
                  <a:pt x="622" y="958"/>
                </a:lnTo>
                <a:lnTo>
                  <a:pt x="612" y="956"/>
                </a:lnTo>
                <a:lnTo>
                  <a:pt x="603" y="954"/>
                </a:lnTo>
                <a:lnTo>
                  <a:pt x="595" y="949"/>
                </a:lnTo>
                <a:lnTo>
                  <a:pt x="588" y="944"/>
                </a:lnTo>
                <a:lnTo>
                  <a:pt x="583" y="937"/>
                </a:lnTo>
                <a:lnTo>
                  <a:pt x="578" y="929"/>
                </a:lnTo>
                <a:lnTo>
                  <a:pt x="575" y="919"/>
                </a:lnTo>
                <a:lnTo>
                  <a:pt x="573" y="910"/>
                </a:lnTo>
                <a:lnTo>
                  <a:pt x="573" y="910"/>
                </a:lnTo>
                <a:lnTo>
                  <a:pt x="575" y="901"/>
                </a:lnTo>
                <a:lnTo>
                  <a:pt x="578" y="892"/>
                </a:lnTo>
                <a:lnTo>
                  <a:pt x="583" y="883"/>
                </a:lnTo>
                <a:lnTo>
                  <a:pt x="588" y="876"/>
                </a:lnTo>
                <a:lnTo>
                  <a:pt x="595" y="871"/>
                </a:lnTo>
                <a:lnTo>
                  <a:pt x="603" y="866"/>
                </a:lnTo>
                <a:lnTo>
                  <a:pt x="612" y="863"/>
                </a:lnTo>
                <a:lnTo>
                  <a:pt x="622" y="863"/>
                </a:lnTo>
                <a:lnTo>
                  <a:pt x="861" y="863"/>
                </a:lnTo>
                <a:lnTo>
                  <a:pt x="861" y="863"/>
                </a:lnTo>
                <a:lnTo>
                  <a:pt x="871" y="863"/>
                </a:lnTo>
                <a:lnTo>
                  <a:pt x="879" y="866"/>
                </a:lnTo>
                <a:lnTo>
                  <a:pt x="887" y="871"/>
                </a:lnTo>
                <a:lnTo>
                  <a:pt x="894" y="876"/>
                </a:lnTo>
                <a:lnTo>
                  <a:pt x="900" y="883"/>
                </a:lnTo>
                <a:lnTo>
                  <a:pt x="905" y="892"/>
                </a:lnTo>
                <a:lnTo>
                  <a:pt x="908" y="901"/>
                </a:lnTo>
                <a:lnTo>
                  <a:pt x="909" y="910"/>
                </a:lnTo>
                <a:lnTo>
                  <a:pt x="909" y="910"/>
                </a:lnTo>
                <a:close/>
                <a:moveTo>
                  <a:pt x="1148" y="49"/>
                </a:moveTo>
                <a:lnTo>
                  <a:pt x="1148" y="49"/>
                </a:lnTo>
                <a:lnTo>
                  <a:pt x="1139" y="41"/>
                </a:lnTo>
                <a:lnTo>
                  <a:pt x="1129" y="33"/>
                </a:lnTo>
                <a:lnTo>
                  <a:pt x="1115" y="25"/>
                </a:lnTo>
                <a:lnTo>
                  <a:pt x="1100" y="15"/>
                </a:lnTo>
                <a:lnTo>
                  <a:pt x="1083" y="8"/>
                </a:lnTo>
                <a:lnTo>
                  <a:pt x="1068" y="3"/>
                </a:lnTo>
                <a:lnTo>
                  <a:pt x="1060" y="0"/>
                </a:lnTo>
                <a:lnTo>
                  <a:pt x="1052" y="0"/>
                </a:lnTo>
                <a:lnTo>
                  <a:pt x="433" y="0"/>
                </a:lnTo>
                <a:lnTo>
                  <a:pt x="433" y="0"/>
                </a:lnTo>
                <a:lnTo>
                  <a:pt x="427" y="1"/>
                </a:lnTo>
                <a:lnTo>
                  <a:pt x="418" y="3"/>
                </a:lnTo>
                <a:lnTo>
                  <a:pt x="408" y="6"/>
                </a:lnTo>
                <a:lnTo>
                  <a:pt x="393" y="12"/>
                </a:lnTo>
                <a:lnTo>
                  <a:pt x="376" y="20"/>
                </a:lnTo>
                <a:lnTo>
                  <a:pt x="357" y="32"/>
                </a:lnTo>
                <a:lnTo>
                  <a:pt x="335" y="47"/>
                </a:lnTo>
                <a:lnTo>
                  <a:pt x="335" y="47"/>
                </a:lnTo>
                <a:lnTo>
                  <a:pt x="282" y="77"/>
                </a:lnTo>
                <a:lnTo>
                  <a:pt x="229" y="109"/>
                </a:lnTo>
                <a:lnTo>
                  <a:pt x="168" y="147"/>
                </a:lnTo>
                <a:lnTo>
                  <a:pt x="136" y="168"/>
                </a:lnTo>
                <a:lnTo>
                  <a:pt x="105" y="188"/>
                </a:lnTo>
                <a:lnTo>
                  <a:pt x="77" y="209"/>
                </a:lnTo>
                <a:lnTo>
                  <a:pt x="52" y="227"/>
                </a:lnTo>
                <a:lnTo>
                  <a:pt x="31" y="246"/>
                </a:lnTo>
                <a:lnTo>
                  <a:pt x="14" y="262"/>
                </a:lnTo>
                <a:lnTo>
                  <a:pt x="8" y="269"/>
                </a:lnTo>
                <a:lnTo>
                  <a:pt x="3" y="276"/>
                </a:lnTo>
                <a:lnTo>
                  <a:pt x="1" y="282"/>
                </a:lnTo>
                <a:lnTo>
                  <a:pt x="0" y="288"/>
                </a:lnTo>
                <a:lnTo>
                  <a:pt x="0" y="1101"/>
                </a:lnTo>
                <a:lnTo>
                  <a:pt x="0" y="1101"/>
                </a:lnTo>
                <a:lnTo>
                  <a:pt x="0" y="1111"/>
                </a:lnTo>
                <a:lnTo>
                  <a:pt x="2" y="1121"/>
                </a:lnTo>
                <a:lnTo>
                  <a:pt x="4" y="1130"/>
                </a:lnTo>
                <a:lnTo>
                  <a:pt x="7" y="1138"/>
                </a:lnTo>
                <a:lnTo>
                  <a:pt x="11" y="1146"/>
                </a:lnTo>
                <a:lnTo>
                  <a:pt x="16" y="1155"/>
                </a:lnTo>
                <a:lnTo>
                  <a:pt x="22" y="1163"/>
                </a:lnTo>
                <a:lnTo>
                  <a:pt x="27" y="1169"/>
                </a:lnTo>
                <a:lnTo>
                  <a:pt x="34" y="1175"/>
                </a:lnTo>
                <a:lnTo>
                  <a:pt x="41" y="1180"/>
                </a:lnTo>
                <a:lnTo>
                  <a:pt x="49" y="1186"/>
                </a:lnTo>
                <a:lnTo>
                  <a:pt x="58" y="1189"/>
                </a:lnTo>
                <a:lnTo>
                  <a:pt x="67" y="1193"/>
                </a:lnTo>
                <a:lnTo>
                  <a:pt x="76" y="1195"/>
                </a:lnTo>
                <a:lnTo>
                  <a:pt x="85" y="1196"/>
                </a:lnTo>
                <a:lnTo>
                  <a:pt x="96" y="1197"/>
                </a:lnTo>
                <a:lnTo>
                  <a:pt x="1387" y="1197"/>
                </a:lnTo>
                <a:lnTo>
                  <a:pt x="1387" y="1197"/>
                </a:lnTo>
                <a:lnTo>
                  <a:pt x="1397" y="1196"/>
                </a:lnTo>
                <a:lnTo>
                  <a:pt x="1407" y="1195"/>
                </a:lnTo>
                <a:lnTo>
                  <a:pt x="1416" y="1193"/>
                </a:lnTo>
                <a:lnTo>
                  <a:pt x="1425" y="1189"/>
                </a:lnTo>
                <a:lnTo>
                  <a:pt x="1433" y="1186"/>
                </a:lnTo>
                <a:lnTo>
                  <a:pt x="1441" y="1180"/>
                </a:lnTo>
                <a:lnTo>
                  <a:pt x="1448" y="1175"/>
                </a:lnTo>
                <a:lnTo>
                  <a:pt x="1455" y="1169"/>
                </a:lnTo>
                <a:lnTo>
                  <a:pt x="1461" y="1163"/>
                </a:lnTo>
                <a:lnTo>
                  <a:pt x="1467" y="1155"/>
                </a:lnTo>
                <a:lnTo>
                  <a:pt x="1472" y="1146"/>
                </a:lnTo>
                <a:lnTo>
                  <a:pt x="1476" y="1138"/>
                </a:lnTo>
                <a:lnTo>
                  <a:pt x="1479" y="1130"/>
                </a:lnTo>
                <a:lnTo>
                  <a:pt x="1481" y="1121"/>
                </a:lnTo>
                <a:lnTo>
                  <a:pt x="1483" y="1111"/>
                </a:lnTo>
                <a:lnTo>
                  <a:pt x="1483" y="1101"/>
                </a:lnTo>
                <a:lnTo>
                  <a:pt x="1483" y="288"/>
                </a:lnTo>
                <a:lnTo>
                  <a:pt x="1483" y="288"/>
                </a:lnTo>
                <a:lnTo>
                  <a:pt x="1482" y="282"/>
                </a:lnTo>
                <a:lnTo>
                  <a:pt x="1480" y="276"/>
                </a:lnTo>
                <a:lnTo>
                  <a:pt x="1475" y="269"/>
                </a:lnTo>
                <a:lnTo>
                  <a:pt x="1469" y="262"/>
                </a:lnTo>
                <a:lnTo>
                  <a:pt x="1452" y="246"/>
                </a:lnTo>
                <a:lnTo>
                  <a:pt x="1431" y="229"/>
                </a:lnTo>
                <a:lnTo>
                  <a:pt x="1406" y="209"/>
                </a:lnTo>
                <a:lnTo>
                  <a:pt x="1378" y="189"/>
                </a:lnTo>
                <a:lnTo>
                  <a:pt x="1346" y="168"/>
                </a:lnTo>
                <a:lnTo>
                  <a:pt x="1315" y="149"/>
                </a:lnTo>
                <a:lnTo>
                  <a:pt x="1254" y="110"/>
                </a:lnTo>
                <a:lnTo>
                  <a:pt x="1200" y="78"/>
                </a:lnTo>
                <a:lnTo>
                  <a:pt x="1148" y="49"/>
                </a:lnTo>
                <a:lnTo>
                  <a:pt x="1148" y="49"/>
                </a:lnTo>
                <a:close/>
                <a:moveTo>
                  <a:pt x="1387" y="1054"/>
                </a:moveTo>
                <a:lnTo>
                  <a:pt x="1387" y="1054"/>
                </a:lnTo>
                <a:lnTo>
                  <a:pt x="1387" y="1063"/>
                </a:lnTo>
                <a:lnTo>
                  <a:pt x="1384" y="1072"/>
                </a:lnTo>
                <a:lnTo>
                  <a:pt x="1379" y="1080"/>
                </a:lnTo>
                <a:lnTo>
                  <a:pt x="1373" y="1087"/>
                </a:lnTo>
                <a:lnTo>
                  <a:pt x="1366" y="1093"/>
                </a:lnTo>
                <a:lnTo>
                  <a:pt x="1358" y="1098"/>
                </a:lnTo>
                <a:lnTo>
                  <a:pt x="1349" y="1100"/>
                </a:lnTo>
                <a:lnTo>
                  <a:pt x="1339" y="1101"/>
                </a:lnTo>
                <a:lnTo>
                  <a:pt x="143" y="1101"/>
                </a:lnTo>
                <a:lnTo>
                  <a:pt x="143" y="1101"/>
                </a:lnTo>
                <a:lnTo>
                  <a:pt x="134" y="1100"/>
                </a:lnTo>
                <a:lnTo>
                  <a:pt x="125" y="1098"/>
                </a:lnTo>
                <a:lnTo>
                  <a:pt x="117" y="1093"/>
                </a:lnTo>
                <a:lnTo>
                  <a:pt x="110" y="1087"/>
                </a:lnTo>
                <a:lnTo>
                  <a:pt x="104" y="1080"/>
                </a:lnTo>
                <a:lnTo>
                  <a:pt x="99" y="1072"/>
                </a:lnTo>
                <a:lnTo>
                  <a:pt x="96" y="1063"/>
                </a:lnTo>
                <a:lnTo>
                  <a:pt x="96" y="1054"/>
                </a:lnTo>
                <a:lnTo>
                  <a:pt x="96" y="335"/>
                </a:lnTo>
                <a:lnTo>
                  <a:pt x="96" y="335"/>
                </a:lnTo>
                <a:lnTo>
                  <a:pt x="96" y="326"/>
                </a:lnTo>
                <a:lnTo>
                  <a:pt x="99" y="317"/>
                </a:lnTo>
                <a:lnTo>
                  <a:pt x="104" y="309"/>
                </a:lnTo>
                <a:lnTo>
                  <a:pt x="110" y="302"/>
                </a:lnTo>
                <a:lnTo>
                  <a:pt x="117" y="296"/>
                </a:lnTo>
                <a:lnTo>
                  <a:pt x="125" y="291"/>
                </a:lnTo>
                <a:lnTo>
                  <a:pt x="134" y="289"/>
                </a:lnTo>
                <a:lnTo>
                  <a:pt x="143" y="288"/>
                </a:lnTo>
                <a:lnTo>
                  <a:pt x="1339" y="288"/>
                </a:lnTo>
                <a:lnTo>
                  <a:pt x="1339" y="288"/>
                </a:lnTo>
                <a:lnTo>
                  <a:pt x="1348" y="289"/>
                </a:lnTo>
                <a:lnTo>
                  <a:pt x="1355" y="290"/>
                </a:lnTo>
                <a:lnTo>
                  <a:pt x="1362" y="292"/>
                </a:lnTo>
                <a:lnTo>
                  <a:pt x="1366" y="296"/>
                </a:lnTo>
                <a:lnTo>
                  <a:pt x="1371" y="299"/>
                </a:lnTo>
                <a:lnTo>
                  <a:pt x="1375" y="303"/>
                </a:lnTo>
                <a:lnTo>
                  <a:pt x="1381" y="312"/>
                </a:lnTo>
                <a:lnTo>
                  <a:pt x="1385" y="320"/>
                </a:lnTo>
                <a:lnTo>
                  <a:pt x="1387" y="328"/>
                </a:lnTo>
                <a:lnTo>
                  <a:pt x="1387" y="335"/>
                </a:lnTo>
                <a:lnTo>
                  <a:pt x="1387" y="105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4"/>
          <p:cNvSpPr>
            <a:spLocks noChangeAspect="1" noEditPoints="1"/>
          </p:cNvSpPr>
          <p:nvPr/>
        </p:nvSpPr>
        <p:spPr bwMode="auto">
          <a:xfrm>
            <a:off x="4412940" y="2888940"/>
            <a:ext cx="1075636" cy="1080000"/>
          </a:xfrm>
          <a:custGeom>
            <a:avLst/>
            <a:gdLst>
              <a:gd name="T0" fmla="*/ 50 w 1481"/>
              <a:gd name="T1" fmla="*/ 1271 h 1484"/>
              <a:gd name="T2" fmla="*/ 1431 w 1481"/>
              <a:gd name="T3" fmla="*/ 202 h 1484"/>
              <a:gd name="T4" fmla="*/ 1319 w 1481"/>
              <a:gd name="T5" fmla="*/ 197 h 1484"/>
              <a:gd name="T6" fmla="*/ 1341 w 1481"/>
              <a:gd name="T7" fmla="*/ 332 h 1484"/>
              <a:gd name="T8" fmla="*/ 1234 w 1481"/>
              <a:gd name="T9" fmla="*/ 185 h 1484"/>
              <a:gd name="T10" fmla="*/ 1238 w 1481"/>
              <a:gd name="T11" fmla="*/ 300 h 1484"/>
              <a:gd name="T12" fmla="*/ 1247 w 1481"/>
              <a:gd name="T13" fmla="*/ 419 h 1484"/>
              <a:gd name="T14" fmla="*/ 1089 w 1481"/>
              <a:gd name="T15" fmla="*/ 140 h 1484"/>
              <a:gd name="T16" fmla="*/ 1043 w 1481"/>
              <a:gd name="T17" fmla="*/ 419 h 1484"/>
              <a:gd name="T18" fmla="*/ 957 w 1481"/>
              <a:gd name="T19" fmla="*/ 317 h 1484"/>
              <a:gd name="T20" fmla="*/ 1057 w 1481"/>
              <a:gd name="T21" fmla="*/ 296 h 1484"/>
              <a:gd name="T22" fmla="*/ 1116 w 1481"/>
              <a:gd name="T23" fmla="*/ 453 h 1484"/>
              <a:gd name="T24" fmla="*/ 1062 w 1481"/>
              <a:gd name="T25" fmla="*/ 342 h 1484"/>
              <a:gd name="T26" fmla="*/ 1066 w 1481"/>
              <a:gd name="T27" fmla="*/ 240 h 1484"/>
              <a:gd name="T28" fmla="*/ 1052 w 1481"/>
              <a:gd name="T29" fmla="*/ 149 h 1484"/>
              <a:gd name="T30" fmla="*/ 987 w 1481"/>
              <a:gd name="T31" fmla="*/ 198 h 1484"/>
              <a:gd name="T32" fmla="*/ 921 w 1481"/>
              <a:gd name="T33" fmla="*/ 253 h 1484"/>
              <a:gd name="T34" fmla="*/ 323 w 1481"/>
              <a:gd name="T35" fmla="*/ 952 h 1484"/>
              <a:gd name="T36" fmla="*/ 466 w 1481"/>
              <a:gd name="T37" fmla="*/ 1112 h 1484"/>
              <a:gd name="T38" fmla="*/ 466 w 1481"/>
              <a:gd name="T39" fmla="*/ 1112 h 1484"/>
              <a:gd name="T40" fmla="*/ 479 w 1481"/>
              <a:gd name="T41" fmla="*/ 1133 h 1484"/>
              <a:gd name="T42" fmla="*/ 395 w 1481"/>
              <a:gd name="T43" fmla="*/ 1232 h 1484"/>
              <a:gd name="T44" fmla="*/ 363 w 1481"/>
              <a:gd name="T45" fmla="*/ 1152 h 1484"/>
              <a:gd name="T46" fmla="*/ 422 w 1481"/>
              <a:gd name="T47" fmla="*/ 1218 h 1484"/>
              <a:gd name="T48" fmla="*/ 409 w 1481"/>
              <a:gd name="T49" fmla="*/ 1016 h 1484"/>
              <a:gd name="T50" fmla="*/ 323 w 1481"/>
              <a:gd name="T51" fmla="*/ 1119 h 1484"/>
              <a:gd name="T52" fmla="*/ 334 w 1481"/>
              <a:gd name="T53" fmla="*/ 1231 h 1484"/>
              <a:gd name="T54" fmla="*/ 287 w 1481"/>
              <a:gd name="T55" fmla="*/ 949 h 1484"/>
              <a:gd name="T56" fmla="*/ 202 w 1481"/>
              <a:gd name="T57" fmla="*/ 1071 h 1484"/>
              <a:gd name="T58" fmla="*/ 198 w 1481"/>
              <a:gd name="T59" fmla="*/ 1188 h 1484"/>
              <a:gd name="T60" fmla="*/ 305 w 1481"/>
              <a:gd name="T61" fmla="*/ 1152 h 1484"/>
              <a:gd name="T62" fmla="*/ 250 w 1481"/>
              <a:gd name="T63" fmla="*/ 1041 h 1484"/>
              <a:gd name="T64" fmla="*/ 245 w 1481"/>
              <a:gd name="T65" fmla="*/ 965 h 1484"/>
              <a:gd name="T66" fmla="*/ 185 w 1481"/>
              <a:gd name="T67" fmla="*/ 1016 h 1484"/>
              <a:gd name="T68" fmla="*/ 176 w 1481"/>
              <a:gd name="T69" fmla="*/ 1121 h 1484"/>
              <a:gd name="T70" fmla="*/ 109 w 1481"/>
              <a:gd name="T71" fmla="*/ 1231 h 1484"/>
              <a:gd name="T72" fmla="*/ 120 w 1481"/>
              <a:gd name="T73" fmla="*/ 1118 h 1484"/>
              <a:gd name="T74" fmla="*/ 185 w 1481"/>
              <a:gd name="T75" fmla="*/ 1279 h 1484"/>
              <a:gd name="T76" fmla="*/ 185 w 1481"/>
              <a:gd name="T77" fmla="*/ 1279 h 1484"/>
              <a:gd name="T78" fmla="*/ 245 w 1481"/>
              <a:gd name="T79" fmla="*/ 1331 h 1484"/>
              <a:gd name="T80" fmla="*/ 250 w 1481"/>
              <a:gd name="T81" fmla="*/ 1254 h 1484"/>
              <a:gd name="T82" fmla="*/ 305 w 1481"/>
              <a:gd name="T83" fmla="*/ 1366 h 1484"/>
              <a:gd name="T84" fmla="*/ 349 w 1481"/>
              <a:gd name="T85" fmla="*/ 1339 h 1484"/>
              <a:gd name="T86" fmla="*/ 409 w 1481"/>
              <a:gd name="T87" fmla="*/ 1352 h 1484"/>
              <a:gd name="T88" fmla="*/ 457 w 1481"/>
              <a:gd name="T89" fmla="*/ 1289 h 1484"/>
              <a:gd name="T90" fmla="*/ 502 w 1481"/>
              <a:gd name="T91" fmla="*/ 1231 h 1484"/>
              <a:gd name="T92" fmla="*/ 547 w 1481"/>
              <a:gd name="T93" fmla="*/ 1178 h 1484"/>
              <a:gd name="T94" fmla="*/ 367 w 1481"/>
              <a:gd name="T95" fmla="*/ 758 h 1484"/>
              <a:gd name="T96" fmla="*/ 752 w 1481"/>
              <a:gd name="T97" fmla="*/ 385 h 1484"/>
              <a:gd name="T98" fmla="*/ 1122 w 1481"/>
              <a:gd name="T99" fmla="*/ 521 h 1484"/>
              <a:gd name="T100" fmla="*/ 1125 w 1481"/>
              <a:gd name="T101" fmla="*/ 412 h 1484"/>
              <a:gd name="T102" fmla="*/ 1135 w 1481"/>
              <a:gd name="T103" fmla="*/ 307 h 1484"/>
              <a:gd name="T104" fmla="*/ 1145 w 1481"/>
              <a:gd name="T105" fmla="*/ 196 h 1484"/>
              <a:gd name="T106" fmla="*/ 1190 w 1481"/>
              <a:gd name="T107" fmla="*/ 87 h 1484"/>
              <a:gd name="T108" fmla="*/ 1222 w 1481"/>
              <a:gd name="T109" fmla="*/ 580 h 1484"/>
              <a:gd name="T110" fmla="*/ 1222 w 1481"/>
              <a:gd name="T111" fmla="*/ 580 h 1484"/>
              <a:gd name="T112" fmla="*/ 1225 w 1481"/>
              <a:gd name="T113" fmla="*/ 464 h 1484"/>
              <a:gd name="T114" fmla="*/ 1229 w 1481"/>
              <a:gd name="T115" fmla="*/ 342 h 1484"/>
              <a:gd name="T116" fmla="*/ 1229 w 1481"/>
              <a:gd name="T117" fmla="*/ 219 h 1484"/>
              <a:gd name="T118" fmla="*/ 1281 w 1481"/>
              <a:gd name="T119" fmla="*/ 489 h 1484"/>
              <a:gd name="T120" fmla="*/ 1333 w 1481"/>
              <a:gd name="T121" fmla="*/ 429 h 1484"/>
              <a:gd name="T122" fmla="*/ 1380 w 1481"/>
              <a:gd name="T123" fmla="*/ 366 h 1484"/>
              <a:gd name="T124" fmla="*/ 1369 w 1481"/>
              <a:gd name="T125" fmla="*/ 253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81" h="1484">
                <a:moveTo>
                  <a:pt x="1415" y="185"/>
                </a:moveTo>
                <a:lnTo>
                  <a:pt x="1297" y="66"/>
                </a:lnTo>
                <a:lnTo>
                  <a:pt x="1297" y="66"/>
                </a:lnTo>
                <a:lnTo>
                  <a:pt x="1280" y="50"/>
                </a:lnTo>
                <a:lnTo>
                  <a:pt x="1262" y="37"/>
                </a:lnTo>
                <a:lnTo>
                  <a:pt x="1242" y="26"/>
                </a:lnTo>
                <a:lnTo>
                  <a:pt x="1223" y="16"/>
                </a:lnTo>
                <a:lnTo>
                  <a:pt x="1202" y="10"/>
                </a:lnTo>
                <a:lnTo>
                  <a:pt x="1181" y="5"/>
                </a:lnTo>
                <a:lnTo>
                  <a:pt x="1160" y="1"/>
                </a:lnTo>
                <a:lnTo>
                  <a:pt x="1138" y="0"/>
                </a:lnTo>
                <a:lnTo>
                  <a:pt x="1117" y="1"/>
                </a:lnTo>
                <a:lnTo>
                  <a:pt x="1096" y="5"/>
                </a:lnTo>
                <a:lnTo>
                  <a:pt x="1074" y="10"/>
                </a:lnTo>
                <a:lnTo>
                  <a:pt x="1055" y="16"/>
                </a:lnTo>
                <a:lnTo>
                  <a:pt x="1035" y="26"/>
                </a:lnTo>
                <a:lnTo>
                  <a:pt x="1015" y="37"/>
                </a:lnTo>
                <a:lnTo>
                  <a:pt x="998" y="50"/>
                </a:lnTo>
                <a:lnTo>
                  <a:pt x="981" y="66"/>
                </a:lnTo>
                <a:lnTo>
                  <a:pt x="66" y="971"/>
                </a:lnTo>
                <a:lnTo>
                  <a:pt x="66" y="971"/>
                </a:lnTo>
                <a:lnTo>
                  <a:pt x="50" y="988"/>
                </a:lnTo>
                <a:lnTo>
                  <a:pt x="37" y="1006"/>
                </a:lnTo>
                <a:lnTo>
                  <a:pt x="25" y="1026"/>
                </a:lnTo>
                <a:lnTo>
                  <a:pt x="16" y="1046"/>
                </a:lnTo>
                <a:lnTo>
                  <a:pt x="9" y="1065"/>
                </a:lnTo>
                <a:lnTo>
                  <a:pt x="5" y="1086"/>
                </a:lnTo>
                <a:lnTo>
                  <a:pt x="1" y="1108"/>
                </a:lnTo>
                <a:lnTo>
                  <a:pt x="0" y="1129"/>
                </a:lnTo>
                <a:lnTo>
                  <a:pt x="1" y="1151"/>
                </a:lnTo>
                <a:lnTo>
                  <a:pt x="5" y="1172"/>
                </a:lnTo>
                <a:lnTo>
                  <a:pt x="9" y="1193"/>
                </a:lnTo>
                <a:lnTo>
                  <a:pt x="16" y="1214"/>
                </a:lnTo>
                <a:lnTo>
                  <a:pt x="25" y="1233"/>
                </a:lnTo>
                <a:lnTo>
                  <a:pt x="37" y="1253"/>
                </a:lnTo>
                <a:lnTo>
                  <a:pt x="50" y="1271"/>
                </a:lnTo>
                <a:lnTo>
                  <a:pt x="66" y="1288"/>
                </a:lnTo>
                <a:lnTo>
                  <a:pt x="189" y="1418"/>
                </a:lnTo>
                <a:lnTo>
                  <a:pt x="189" y="1418"/>
                </a:lnTo>
                <a:lnTo>
                  <a:pt x="206" y="1434"/>
                </a:lnTo>
                <a:lnTo>
                  <a:pt x="224" y="1447"/>
                </a:lnTo>
                <a:lnTo>
                  <a:pt x="243" y="1458"/>
                </a:lnTo>
                <a:lnTo>
                  <a:pt x="263" y="1468"/>
                </a:lnTo>
                <a:lnTo>
                  <a:pt x="284" y="1474"/>
                </a:lnTo>
                <a:lnTo>
                  <a:pt x="305" y="1479"/>
                </a:lnTo>
                <a:lnTo>
                  <a:pt x="326" y="1483"/>
                </a:lnTo>
                <a:lnTo>
                  <a:pt x="348" y="1484"/>
                </a:lnTo>
                <a:lnTo>
                  <a:pt x="369" y="1483"/>
                </a:lnTo>
                <a:lnTo>
                  <a:pt x="389" y="1479"/>
                </a:lnTo>
                <a:lnTo>
                  <a:pt x="411" y="1474"/>
                </a:lnTo>
                <a:lnTo>
                  <a:pt x="431" y="1468"/>
                </a:lnTo>
                <a:lnTo>
                  <a:pt x="451" y="1458"/>
                </a:lnTo>
                <a:lnTo>
                  <a:pt x="471" y="1447"/>
                </a:lnTo>
                <a:lnTo>
                  <a:pt x="488" y="1434"/>
                </a:lnTo>
                <a:lnTo>
                  <a:pt x="505" y="1418"/>
                </a:lnTo>
                <a:lnTo>
                  <a:pt x="1415" y="501"/>
                </a:lnTo>
                <a:lnTo>
                  <a:pt x="1415" y="501"/>
                </a:lnTo>
                <a:lnTo>
                  <a:pt x="1431" y="484"/>
                </a:lnTo>
                <a:lnTo>
                  <a:pt x="1444" y="466"/>
                </a:lnTo>
                <a:lnTo>
                  <a:pt x="1456" y="446"/>
                </a:lnTo>
                <a:lnTo>
                  <a:pt x="1465" y="427"/>
                </a:lnTo>
                <a:lnTo>
                  <a:pt x="1472" y="407"/>
                </a:lnTo>
                <a:lnTo>
                  <a:pt x="1477" y="385"/>
                </a:lnTo>
                <a:lnTo>
                  <a:pt x="1480" y="364"/>
                </a:lnTo>
                <a:lnTo>
                  <a:pt x="1481" y="343"/>
                </a:lnTo>
                <a:lnTo>
                  <a:pt x="1480" y="321"/>
                </a:lnTo>
                <a:lnTo>
                  <a:pt x="1477" y="300"/>
                </a:lnTo>
                <a:lnTo>
                  <a:pt x="1472" y="280"/>
                </a:lnTo>
                <a:lnTo>
                  <a:pt x="1465" y="259"/>
                </a:lnTo>
                <a:lnTo>
                  <a:pt x="1456" y="239"/>
                </a:lnTo>
                <a:lnTo>
                  <a:pt x="1444" y="219"/>
                </a:lnTo>
                <a:lnTo>
                  <a:pt x="1431" y="202"/>
                </a:lnTo>
                <a:lnTo>
                  <a:pt x="1415" y="185"/>
                </a:lnTo>
                <a:lnTo>
                  <a:pt x="1415" y="185"/>
                </a:lnTo>
                <a:close/>
                <a:moveTo>
                  <a:pt x="1333" y="205"/>
                </a:moveTo>
                <a:lnTo>
                  <a:pt x="1333" y="205"/>
                </a:lnTo>
                <a:lnTo>
                  <a:pt x="1336" y="209"/>
                </a:lnTo>
                <a:lnTo>
                  <a:pt x="1340" y="215"/>
                </a:lnTo>
                <a:lnTo>
                  <a:pt x="1341" y="219"/>
                </a:lnTo>
                <a:lnTo>
                  <a:pt x="1341" y="225"/>
                </a:lnTo>
                <a:lnTo>
                  <a:pt x="1341" y="230"/>
                </a:lnTo>
                <a:lnTo>
                  <a:pt x="1340" y="236"/>
                </a:lnTo>
                <a:lnTo>
                  <a:pt x="1336" y="240"/>
                </a:lnTo>
                <a:lnTo>
                  <a:pt x="1333" y="245"/>
                </a:lnTo>
                <a:lnTo>
                  <a:pt x="1333" y="245"/>
                </a:lnTo>
                <a:lnTo>
                  <a:pt x="1328" y="248"/>
                </a:lnTo>
                <a:lnTo>
                  <a:pt x="1324" y="251"/>
                </a:lnTo>
                <a:lnTo>
                  <a:pt x="1319" y="252"/>
                </a:lnTo>
                <a:lnTo>
                  <a:pt x="1313" y="253"/>
                </a:lnTo>
                <a:lnTo>
                  <a:pt x="1309" y="252"/>
                </a:lnTo>
                <a:lnTo>
                  <a:pt x="1303" y="251"/>
                </a:lnTo>
                <a:lnTo>
                  <a:pt x="1298" y="248"/>
                </a:lnTo>
                <a:lnTo>
                  <a:pt x="1293" y="245"/>
                </a:lnTo>
                <a:lnTo>
                  <a:pt x="1293" y="245"/>
                </a:lnTo>
                <a:lnTo>
                  <a:pt x="1290" y="240"/>
                </a:lnTo>
                <a:lnTo>
                  <a:pt x="1288" y="236"/>
                </a:lnTo>
                <a:lnTo>
                  <a:pt x="1285" y="230"/>
                </a:lnTo>
                <a:lnTo>
                  <a:pt x="1285" y="225"/>
                </a:lnTo>
                <a:lnTo>
                  <a:pt x="1285" y="219"/>
                </a:lnTo>
                <a:lnTo>
                  <a:pt x="1288" y="215"/>
                </a:lnTo>
                <a:lnTo>
                  <a:pt x="1290" y="209"/>
                </a:lnTo>
                <a:lnTo>
                  <a:pt x="1293" y="205"/>
                </a:lnTo>
                <a:lnTo>
                  <a:pt x="1293" y="205"/>
                </a:lnTo>
                <a:lnTo>
                  <a:pt x="1298" y="201"/>
                </a:lnTo>
                <a:lnTo>
                  <a:pt x="1303" y="198"/>
                </a:lnTo>
                <a:lnTo>
                  <a:pt x="1309" y="197"/>
                </a:lnTo>
                <a:lnTo>
                  <a:pt x="1313" y="196"/>
                </a:lnTo>
                <a:lnTo>
                  <a:pt x="1319" y="197"/>
                </a:lnTo>
                <a:lnTo>
                  <a:pt x="1324" y="198"/>
                </a:lnTo>
                <a:lnTo>
                  <a:pt x="1328" y="201"/>
                </a:lnTo>
                <a:lnTo>
                  <a:pt x="1333" y="205"/>
                </a:lnTo>
                <a:lnTo>
                  <a:pt x="1333" y="205"/>
                </a:lnTo>
                <a:close/>
                <a:moveTo>
                  <a:pt x="1333" y="356"/>
                </a:moveTo>
                <a:lnTo>
                  <a:pt x="1333" y="356"/>
                </a:lnTo>
                <a:lnTo>
                  <a:pt x="1328" y="360"/>
                </a:lnTo>
                <a:lnTo>
                  <a:pt x="1324" y="363"/>
                </a:lnTo>
                <a:lnTo>
                  <a:pt x="1319" y="364"/>
                </a:lnTo>
                <a:lnTo>
                  <a:pt x="1313" y="364"/>
                </a:lnTo>
                <a:lnTo>
                  <a:pt x="1309" y="364"/>
                </a:lnTo>
                <a:lnTo>
                  <a:pt x="1303" y="363"/>
                </a:lnTo>
                <a:lnTo>
                  <a:pt x="1298" y="360"/>
                </a:lnTo>
                <a:lnTo>
                  <a:pt x="1293" y="356"/>
                </a:lnTo>
                <a:lnTo>
                  <a:pt x="1293" y="356"/>
                </a:lnTo>
                <a:lnTo>
                  <a:pt x="1290" y="351"/>
                </a:lnTo>
                <a:lnTo>
                  <a:pt x="1288" y="347"/>
                </a:lnTo>
                <a:lnTo>
                  <a:pt x="1285" y="342"/>
                </a:lnTo>
                <a:lnTo>
                  <a:pt x="1285" y="336"/>
                </a:lnTo>
                <a:lnTo>
                  <a:pt x="1285" y="332"/>
                </a:lnTo>
                <a:lnTo>
                  <a:pt x="1288" y="326"/>
                </a:lnTo>
                <a:lnTo>
                  <a:pt x="1290" y="321"/>
                </a:lnTo>
                <a:lnTo>
                  <a:pt x="1293" y="317"/>
                </a:lnTo>
                <a:lnTo>
                  <a:pt x="1293" y="317"/>
                </a:lnTo>
                <a:lnTo>
                  <a:pt x="1298" y="313"/>
                </a:lnTo>
                <a:lnTo>
                  <a:pt x="1303" y="311"/>
                </a:lnTo>
                <a:lnTo>
                  <a:pt x="1309" y="309"/>
                </a:lnTo>
                <a:lnTo>
                  <a:pt x="1313" y="309"/>
                </a:lnTo>
                <a:lnTo>
                  <a:pt x="1319" y="309"/>
                </a:lnTo>
                <a:lnTo>
                  <a:pt x="1324" y="311"/>
                </a:lnTo>
                <a:lnTo>
                  <a:pt x="1328" y="313"/>
                </a:lnTo>
                <a:lnTo>
                  <a:pt x="1333" y="317"/>
                </a:lnTo>
                <a:lnTo>
                  <a:pt x="1333" y="317"/>
                </a:lnTo>
                <a:lnTo>
                  <a:pt x="1336" y="321"/>
                </a:lnTo>
                <a:lnTo>
                  <a:pt x="1340" y="326"/>
                </a:lnTo>
                <a:lnTo>
                  <a:pt x="1341" y="332"/>
                </a:lnTo>
                <a:lnTo>
                  <a:pt x="1341" y="336"/>
                </a:lnTo>
                <a:lnTo>
                  <a:pt x="1341" y="342"/>
                </a:lnTo>
                <a:lnTo>
                  <a:pt x="1340" y="347"/>
                </a:lnTo>
                <a:lnTo>
                  <a:pt x="1336" y="351"/>
                </a:lnTo>
                <a:lnTo>
                  <a:pt x="1333" y="356"/>
                </a:lnTo>
                <a:lnTo>
                  <a:pt x="1333" y="356"/>
                </a:lnTo>
                <a:close/>
                <a:moveTo>
                  <a:pt x="1238" y="149"/>
                </a:moveTo>
                <a:lnTo>
                  <a:pt x="1238" y="149"/>
                </a:lnTo>
                <a:lnTo>
                  <a:pt x="1242" y="145"/>
                </a:lnTo>
                <a:lnTo>
                  <a:pt x="1247" y="143"/>
                </a:lnTo>
                <a:lnTo>
                  <a:pt x="1252" y="142"/>
                </a:lnTo>
                <a:lnTo>
                  <a:pt x="1258" y="140"/>
                </a:lnTo>
                <a:lnTo>
                  <a:pt x="1263" y="142"/>
                </a:lnTo>
                <a:lnTo>
                  <a:pt x="1268" y="143"/>
                </a:lnTo>
                <a:lnTo>
                  <a:pt x="1273" y="145"/>
                </a:lnTo>
                <a:lnTo>
                  <a:pt x="1277" y="149"/>
                </a:lnTo>
                <a:lnTo>
                  <a:pt x="1277" y="149"/>
                </a:lnTo>
                <a:lnTo>
                  <a:pt x="1281" y="153"/>
                </a:lnTo>
                <a:lnTo>
                  <a:pt x="1283" y="158"/>
                </a:lnTo>
                <a:lnTo>
                  <a:pt x="1285" y="164"/>
                </a:lnTo>
                <a:lnTo>
                  <a:pt x="1285" y="168"/>
                </a:lnTo>
                <a:lnTo>
                  <a:pt x="1285" y="174"/>
                </a:lnTo>
                <a:lnTo>
                  <a:pt x="1283" y="179"/>
                </a:lnTo>
                <a:lnTo>
                  <a:pt x="1281" y="185"/>
                </a:lnTo>
                <a:lnTo>
                  <a:pt x="1277" y="188"/>
                </a:lnTo>
                <a:lnTo>
                  <a:pt x="1277" y="188"/>
                </a:lnTo>
                <a:lnTo>
                  <a:pt x="1273" y="191"/>
                </a:lnTo>
                <a:lnTo>
                  <a:pt x="1268" y="195"/>
                </a:lnTo>
                <a:lnTo>
                  <a:pt x="1263" y="196"/>
                </a:lnTo>
                <a:lnTo>
                  <a:pt x="1258" y="196"/>
                </a:lnTo>
                <a:lnTo>
                  <a:pt x="1252" y="196"/>
                </a:lnTo>
                <a:lnTo>
                  <a:pt x="1247" y="195"/>
                </a:lnTo>
                <a:lnTo>
                  <a:pt x="1242" y="191"/>
                </a:lnTo>
                <a:lnTo>
                  <a:pt x="1238" y="188"/>
                </a:lnTo>
                <a:lnTo>
                  <a:pt x="1238" y="188"/>
                </a:lnTo>
                <a:lnTo>
                  <a:pt x="1234" y="185"/>
                </a:lnTo>
                <a:lnTo>
                  <a:pt x="1232" y="179"/>
                </a:lnTo>
                <a:lnTo>
                  <a:pt x="1230" y="174"/>
                </a:lnTo>
                <a:lnTo>
                  <a:pt x="1230" y="168"/>
                </a:lnTo>
                <a:lnTo>
                  <a:pt x="1230" y="164"/>
                </a:lnTo>
                <a:lnTo>
                  <a:pt x="1232" y="158"/>
                </a:lnTo>
                <a:lnTo>
                  <a:pt x="1234" y="153"/>
                </a:lnTo>
                <a:lnTo>
                  <a:pt x="1238" y="149"/>
                </a:lnTo>
                <a:lnTo>
                  <a:pt x="1238" y="149"/>
                </a:lnTo>
                <a:close/>
                <a:moveTo>
                  <a:pt x="1238" y="261"/>
                </a:moveTo>
                <a:lnTo>
                  <a:pt x="1238" y="261"/>
                </a:lnTo>
                <a:lnTo>
                  <a:pt x="1242" y="258"/>
                </a:lnTo>
                <a:lnTo>
                  <a:pt x="1247" y="255"/>
                </a:lnTo>
                <a:lnTo>
                  <a:pt x="1252" y="253"/>
                </a:lnTo>
                <a:lnTo>
                  <a:pt x="1258" y="253"/>
                </a:lnTo>
                <a:lnTo>
                  <a:pt x="1263" y="253"/>
                </a:lnTo>
                <a:lnTo>
                  <a:pt x="1268" y="255"/>
                </a:lnTo>
                <a:lnTo>
                  <a:pt x="1273" y="258"/>
                </a:lnTo>
                <a:lnTo>
                  <a:pt x="1277" y="261"/>
                </a:lnTo>
                <a:lnTo>
                  <a:pt x="1277" y="261"/>
                </a:lnTo>
                <a:lnTo>
                  <a:pt x="1281" y="266"/>
                </a:lnTo>
                <a:lnTo>
                  <a:pt x="1283" y="270"/>
                </a:lnTo>
                <a:lnTo>
                  <a:pt x="1285" y="275"/>
                </a:lnTo>
                <a:lnTo>
                  <a:pt x="1285" y="281"/>
                </a:lnTo>
                <a:lnTo>
                  <a:pt x="1285" y="285"/>
                </a:lnTo>
                <a:lnTo>
                  <a:pt x="1283" y="291"/>
                </a:lnTo>
                <a:lnTo>
                  <a:pt x="1281" y="296"/>
                </a:lnTo>
                <a:lnTo>
                  <a:pt x="1277" y="300"/>
                </a:lnTo>
                <a:lnTo>
                  <a:pt x="1277" y="300"/>
                </a:lnTo>
                <a:lnTo>
                  <a:pt x="1273" y="304"/>
                </a:lnTo>
                <a:lnTo>
                  <a:pt x="1268" y="306"/>
                </a:lnTo>
                <a:lnTo>
                  <a:pt x="1263" y="309"/>
                </a:lnTo>
                <a:lnTo>
                  <a:pt x="1258" y="309"/>
                </a:lnTo>
                <a:lnTo>
                  <a:pt x="1252" y="309"/>
                </a:lnTo>
                <a:lnTo>
                  <a:pt x="1247" y="306"/>
                </a:lnTo>
                <a:lnTo>
                  <a:pt x="1242" y="304"/>
                </a:lnTo>
                <a:lnTo>
                  <a:pt x="1238" y="300"/>
                </a:lnTo>
                <a:lnTo>
                  <a:pt x="1238" y="300"/>
                </a:lnTo>
                <a:lnTo>
                  <a:pt x="1234" y="296"/>
                </a:lnTo>
                <a:lnTo>
                  <a:pt x="1232" y="291"/>
                </a:lnTo>
                <a:lnTo>
                  <a:pt x="1230" y="285"/>
                </a:lnTo>
                <a:lnTo>
                  <a:pt x="1230" y="281"/>
                </a:lnTo>
                <a:lnTo>
                  <a:pt x="1230" y="275"/>
                </a:lnTo>
                <a:lnTo>
                  <a:pt x="1232" y="270"/>
                </a:lnTo>
                <a:lnTo>
                  <a:pt x="1234" y="266"/>
                </a:lnTo>
                <a:lnTo>
                  <a:pt x="1238" y="261"/>
                </a:lnTo>
                <a:lnTo>
                  <a:pt x="1238" y="261"/>
                </a:lnTo>
                <a:close/>
                <a:moveTo>
                  <a:pt x="1238" y="372"/>
                </a:moveTo>
                <a:lnTo>
                  <a:pt x="1238" y="372"/>
                </a:lnTo>
                <a:lnTo>
                  <a:pt x="1242" y="369"/>
                </a:lnTo>
                <a:lnTo>
                  <a:pt x="1247" y="366"/>
                </a:lnTo>
                <a:lnTo>
                  <a:pt x="1252" y="365"/>
                </a:lnTo>
                <a:lnTo>
                  <a:pt x="1258" y="364"/>
                </a:lnTo>
                <a:lnTo>
                  <a:pt x="1263" y="365"/>
                </a:lnTo>
                <a:lnTo>
                  <a:pt x="1268" y="366"/>
                </a:lnTo>
                <a:lnTo>
                  <a:pt x="1273" y="369"/>
                </a:lnTo>
                <a:lnTo>
                  <a:pt x="1277" y="372"/>
                </a:lnTo>
                <a:lnTo>
                  <a:pt x="1277" y="372"/>
                </a:lnTo>
                <a:lnTo>
                  <a:pt x="1281" y="377"/>
                </a:lnTo>
                <a:lnTo>
                  <a:pt x="1283" y="382"/>
                </a:lnTo>
                <a:lnTo>
                  <a:pt x="1285" y="387"/>
                </a:lnTo>
                <a:lnTo>
                  <a:pt x="1285" y="392"/>
                </a:lnTo>
                <a:lnTo>
                  <a:pt x="1285" y="398"/>
                </a:lnTo>
                <a:lnTo>
                  <a:pt x="1283" y="404"/>
                </a:lnTo>
                <a:lnTo>
                  <a:pt x="1281" y="408"/>
                </a:lnTo>
                <a:lnTo>
                  <a:pt x="1277" y="413"/>
                </a:lnTo>
                <a:lnTo>
                  <a:pt x="1277" y="413"/>
                </a:lnTo>
                <a:lnTo>
                  <a:pt x="1273" y="416"/>
                </a:lnTo>
                <a:lnTo>
                  <a:pt x="1268" y="419"/>
                </a:lnTo>
                <a:lnTo>
                  <a:pt x="1263" y="420"/>
                </a:lnTo>
                <a:lnTo>
                  <a:pt x="1258" y="421"/>
                </a:lnTo>
                <a:lnTo>
                  <a:pt x="1252" y="420"/>
                </a:lnTo>
                <a:lnTo>
                  <a:pt x="1247" y="419"/>
                </a:lnTo>
                <a:lnTo>
                  <a:pt x="1242" y="416"/>
                </a:lnTo>
                <a:lnTo>
                  <a:pt x="1238" y="413"/>
                </a:lnTo>
                <a:lnTo>
                  <a:pt x="1238" y="413"/>
                </a:lnTo>
                <a:lnTo>
                  <a:pt x="1234" y="408"/>
                </a:lnTo>
                <a:lnTo>
                  <a:pt x="1232" y="404"/>
                </a:lnTo>
                <a:lnTo>
                  <a:pt x="1230" y="398"/>
                </a:lnTo>
                <a:lnTo>
                  <a:pt x="1230" y="392"/>
                </a:lnTo>
                <a:lnTo>
                  <a:pt x="1230" y="387"/>
                </a:lnTo>
                <a:lnTo>
                  <a:pt x="1232" y="382"/>
                </a:lnTo>
                <a:lnTo>
                  <a:pt x="1234" y="377"/>
                </a:lnTo>
                <a:lnTo>
                  <a:pt x="1238" y="372"/>
                </a:lnTo>
                <a:lnTo>
                  <a:pt x="1238" y="372"/>
                </a:lnTo>
                <a:close/>
                <a:moveTo>
                  <a:pt x="1070" y="93"/>
                </a:moveTo>
                <a:lnTo>
                  <a:pt x="1070" y="93"/>
                </a:lnTo>
                <a:lnTo>
                  <a:pt x="1073" y="89"/>
                </a:lnTo>
                <a:lnTo>
                  <a:pt x="1079" y="87"/>
                </a:lnTo>
                <a:lnTo>
                  <a:pt x="1084" y="85"/>
                </a:lnTo>
                <a:lnTo>
                  <a:pt x="1089" y="85"/>
                </a:lnTo>
                <a:lnTo>
                  <a:pt x="1094" y="85"/>
                </a:lnTo>
                <a:lnTo>
                  <a:pt x="1100" y="87"/>
                </a:lnTo>
                <a:lnTo>
                  <a:pt x="1105" y="89"/>
                </a:lnTo>
                <a:lnTo>
                  <a:pt x="1109" y="93"/>
                </a:lnTo>
                <a:lnTo>
                  <a:pt x="1109" y="93"/>
                </a:lnTo>
                <a:lnTo>
                  <a:pt x="1113" y="98"/>
                </a:lnTo>
                <a:lnTo>
                  <a:pt x="1115" y="102"/>
                </a:lnTo>
                <a:lnTo>
                  <a:pt x="1116" y="107"/>
                </a:lnTo>
                <a:lnTo>
                  <a:pt x="1117" y="113"/>
                </a:lnTo>
                <a:lnTo>
                  <a:pt x="1116" y="118"/>
                </a:lnTo>
                <a:lnTo>
                  <a:pt x="1115" y="123"/>
                </a:lnTo>
                <a:lnTo>
                  <a:pt x="1113" y="128"/>
                </a:lnTo>
                <a:lnTo>
                  <a:pt x="1109" y="132"/>
                </a:lnTo>
                <a:lnTo>
                  <a:pt x="1109" y="132"/>
                </a:lnTo>
                <a:lnTo>
                  <a:pt x="1105" y="136"/>
                </a:lnTo>
                <a:lnTo>
                  <a:pt x="1100" y="138"/>
                </a:lnTo>
                <a:lnTo>
                  <a:pt x="1094" y="140"/>
                </a:lnTo>
                <a:lnTo>
                  <a:pt x="1089" y="140"/>
                </a:lnTo>
                <a:lnTo>
                  <a:pt x="1084" y="140"/>
                </a:lnTo>
                <a:lnTo>
                  <a:pt x="1079" y="138"/>
                </a:lnTo>
                <a:lnTo>
                  <a:pt x="1073" y="136"/>
                </a:lnTo>
                <a:lnTo>
                  <a:pt x="1070" y="132"/>
                </a:lnTo>
                <a:lnTo>
                  <a:pt x="1070" y="132"/>
                </a:lnTo>
                <a:lnTo>
                  <a:pt x="1066" y="128"/>
                </a:lnTo>
                <a:lnTo>
                  <a:pt x="1063" y="123"/>
                </a:lnTo>
                <a:lnTo>
                  <a:pt x="1062" y="118"/>
                </a:lnTo>
                <a:lnTo>
                  <a:pt x="1062" y="113"/>
                </a:lnTo>
                <a:lnTo>
                  <a:pt x="1062" y="107"/>
                </a:lnTo>
                <a:lnTo>
                  <a:pt x="1063" y="102"/>
                </a:lnTo>
                <a:lnTo>
                  <a:pt x="1066" y="98"/>
                </a:lnTo>
                <a:lnTo>
                  <a:pt x="1070" y="93"/>
                </a:lnTo>
                <a:lnTo>
                  <a:pt x="1070" y="93"/>
                </a:lnTo>
                <a:close/>
                <a:moveTo>
                  <a:pt x="1013" y="372"/>
                </a:moveTo>
                <a:lnTo>
                  <a:pt x="1013" y="372"/>
                </a:lnTo>
                <a:lnTo>
                  <a:pt x="1018" y="369"/>
                </a:lnTo>
                <a:lnTo>
                  <a:pt x="1022" y="366"/>
                </a:lnTo>
                <a:lnTo>
                  <a:pt x="1028" y="365"/>
                </a:lnTo>
                <a:lnTo>
                  <a:pt x="1033" y="364"/>
                </a:lnTo>
                <a:lnTo>
                  <a:pt x="1038" y="365"/>
                </a:lnTo>
                <a:lnTo>
                  <a:pt x="1043" y="366"/>
                </a:lnTo>
                <a:lnTo>
                  <a:pt x="1049" y="369"/>
                </a:lnTo>
                <a:lnTo>
                  <a:pt x="1052" y="372"/>
                </a:lnTo>
                <a:lnTo>
                  <a:pt x="1052" y="372"/>
                </a:lnTo>
                <a:lnTo>
                  <a:pt x="1057" y="377"/>
                </a:lnTo>
                <a:lnTo>
                  <a:pt x="1059" y="382"/>
                </a:lnTo>
                <a:lnTo>
                  <a:pt x="1060" y="387"/>
                </a:lnTo>
                <a:lnTo>
                  <a:pt x="1062" y="392"/>
                </a:lnTo>
                <a:lnTo>
                  <a:pt x="1060" y="398"/>
                </a:lnTo>
                <a:lnTo>
                  <a:pt x="1059" y="404"/>
                </a:lnTo>
                <a:lnTo>
                  <a:pt x="1057" y="408"/>
                </a:lnTo>
                <a:lnTo>
                  <a:pt x="1052" y="413"/>
                </a:lnTo>
                <a:lnTo>
                  <a:pt x="1052" y="413"/>
                </a:lnTo>
                <a:lnTo>
                  <a:pt x="1049" y="416"/>
                </a:lnTo>
                <a:lnTo>
                  <a:pt x="1043" y="419"/>
                </a:lnTo>
                <a:lnTo>
                  <a:pt x="1038" y="420"/>
                </a:lnTo>
                <a:lnTo>
                  <a:pt x="1033" y="421"/>
                </a:lnTo>
                <a:lnTo>
                  <a:pt x="1028" y="420"/>
                </a:lnTo>
                <a:lnTo>
                  <a:pt x="1022" y="419"/>
                </a:lnTo>
                <a:lnTo>
                  <a:pt x="1018" y="416"/>
                </a:lnTo>
                <a:lnTo>
                  <a:pt x="1013" y="413"/>
                </a:lnTo>
                <a:lnTo>
                  <a:pt x="1013" y="413"/>
                </a:lnTo>
                <a:lnTo>
                  <a:pt x="1009" y="408"/>
                </a:lnTo>
                <a:lnTo>
                  <a:pt x="1007" y="404"/>
                </a:lnTo>
                <a:lnTo>
                  <a:pt x="1006" y="398"/>
                </a:lnTo>
                <a:lnTo>
                  <a:pt x="1005" y="392"/>
                </a:lnTo>
                <a:lnTo>
                  <a:pt x="1006" y="387"/>
                </a:lnTo>
                <a:lnTo>
                  <a:pt x="1007" y="382"/>
                </a:lnTo>
                <a:lnTo>
                  <a:pt x="1009" y="377"/>
                </a:lnTo>
                <a:lnTo>
                  <a:pt x="1013" y="372"/>
                </a:lnTo>
                <a:lnTo>
                  <a:pt x="1013" y="372"/>
                </a:lnTo>
                <a:close/>
                <a:moveTo>
                  <a:pt x="997" y="356"/>
                </a:moveTo>
                <a:lnTo>
                  <a:pt x="997" y="356"/>
                </a:lnTo>
                <a:lnTo>
                  <a:pt x="992" y="360"/>
                </a:lnTo>
                <a:lnTo>
                  <a:pt x="987" y="363"/>
                </a:lnTo>
                <a:lnTo>
                  <a:pt x="983" y="364"/>
                </a:lnTo>
                <a:lnTo>
                  <a:pt x="977" y="364"/>
                </a:lnTo>
                <a:lnTo>
                  <a:pt x="972" y="364"/>
                </a:lnTo>
                <a:lnTo>
                  <a:pt x="967" y="363"/>
                </a:lnTo>
                <a:lnTo>
                  <a:pt x="962" y="360"/>
                </a:lnTo>
                <a:lnTo>
                  <a:pt x="957" y="356"/>
                </a:lnTo>
                <a:lnTo>
                  <a:pt x="957" y="356"/>
                </a:lnTo>
                <a:lnTo>
                  <a:pt x="954" y="351"/>
                </a:lnTo>
                <a:lnTo>
                  <a:pt x="952" y="347"/>
                </a:lnTo>
                <a:lnTo>
                  <a:pt x="949" y="342"/>
                </a:lnTo>
                <a:lnTo>
                  <a:pt x="949" y="336"/>
                </a:lnTo>
                <a:lnTo>
                  <a:pt x="949" y="332"/>
                </a:lnTo>
                <a:lnTo>
                  <a:pt x="952" y="326"/>
                </a:lnTo>
                <a:lnTo>
                  <a:pt x="954" y="321"/>
                </a:lnTo>
                <a:lnTo>
                  <a:pt x="957" y="317"/>
                </a:lnTo>
                <a:lnTo>
                  <a:pt x="957" y="317"/>
                </a:lnTo>
                <a:lnTo>
                  <a:pt x="962" y="313"/>
                </a:lnTo>
                <a:lnTo>
                  <a:pt x="967" y="311"/>
                </a:lnTo>
                <a:lnTo>
                  <a:pt x="972" y="309"/>
                </a:lnTo>
                <a:lnTo>
                  <a:pt x="977" y="309"/>
                </a:lnTo>
                <a:lnTo>
                  <a:pt x="983" y="309"/>
                </a:lnTo>
                <a:lnTo>
                  <a:pt x="987" y="311"/>
                </a:lnTo>
                <a:lnTo>
                  <a:pt x="992" y="313"/>
                </a:lnTo>
                <a:lnTo>
                  <a:pt x="997" y="317"/>
                </a:lnTo>
                <a:lnTo>
                  <a:pt x="997" y="317"/>
                </a:lnTo>
                <a:lnTo>
                  <a:pt x="1000" y="321"/>
                </a:lnTo>
                <a:lnTo>
                  <a:pt x="1003" y="326"/>
                </a:lnTo>
                <a:lnTo>
                  <a:pt x="1005" y="332"/>
                </a:lnTo>
                <a:lnTo>
                  <a:pt x="1005" y="336"/>
                </a:lnTo>
                <a:lnTo>
                  <a:pt x="1005" y="342"/>
                </a:lnTo>
                <a:lnTo>
                  <a:pt x="1003" y="347"/>
                </a:lnTo>
                <a:lnTo>
                  <a:pt x="1000" y="351"/>
                </a:lnTo>
                <a:lnTo>
                  <a:pt x="997" y="356"/>
                </a:lnTo>
                <a:lnTo>
                  <a:pt x="997" y="356"/>
                </a:lnTo>
                <a:close/>
                <a:moveTo>
                  <a:pt x="1013" y="261"/>
                </a:moveTo>
                <a:lnTo>
                  <a:pt x="1013" y="261"/>
                </a:lnTo>
                <a:lnTo>
                  <a:pt x="1018" y="258"/>
                </a:lnTo>
                <a:lnTo>
                  <a:pt x="1022" y="254"/>
                </a:lnTo>
                <a:lnTo>
                  <a:pt x="1028" y="253"/>
                </a:lnTo>
                <a:lnTo>
                  <a:pt x="1033" y="253"/>
                </a:lnTo>
                <a:lnTo>
                  <a:pt x="1038" y="253"/>
                </a:lnTo>
                <a:lnTo>
                  <a:pt x="1043" y="254"/>
                </a:lnTo>
                <a:lnTo>
                  <a:pt x="1049" y="258"/>
                </a:lnTo>
                <a:lnTo>
                  <a:pt x="1052" y="261"/>
                </a:lnTo>
                <a:lnTo>
                  <a:pt x="1052" y="261"/>
                </a:lnTo>
                <a:lnTo>
                  <a:pt x="1057" y="266"/>
                </a:lnTo>
                <a:lnTo>
                  <a:pt x="1059" y="270"/>
                </a:lnTo>
                <a:lnTo>
                  <a:pt x="1060" y="275"/>
                </a:lnTo>
                <a:lnTo>
                  <a:pt x="1062" y="281"/>
                </a:lnTo>
                <a:lnTo>
                  <a:pt x="1060" y="285"/>
                </a:lnTo>
                <a:lnTo>
                  <a:pt x="1059" y="291"/>
                </a:lnTo>
                <a:lnTo>
                  <a:pt x="1057" y="296"/>
                </a:lnTo>
                <a:lnTo>
                  <a:pt x="1052" y="300"/>
                </a:lnTo>
                <a:lnTo>
                  <a:pt x="1052" y="300"/>
                </a:lnTo>
                <a:lnTo>
                  <a:pt x="1049" y="304"/>
                </a:lnTo>
                <a:lnTo>
                  <a:pt x="1043" y="306"/>
                </a:lnTo>
                <a:lnTo>
                  <a:pt x="1038" y="309"/>
                </a:lnTo>
                <a:lnTo>
                  <a:pt x="1033" y="309"/>
                </a:lnTo>
                <a:lnTo>
                  <a:pt x="1028" y="309"/>
                </a:lnTo>
                <a:lnTo>
                  <a:pt x="1022" y="306"/>
                </a:lnTo>
                <a:lnTo>
                  <a:pt x="1018" y="304"/>
                </a:lnTo>
                <a:lnTo>
                  <a:pt x="1013" y="300"/>
                </a:lnTo>
                <a:lnTo>
                  <a:pt x="1013" y="300"/>
                </a:lnTo>
                <a:lnTo>
                  <a:pt x="1009" y="296"/>
                </a:lnTo>
                <a:lnTo>
                  <a:pt x="1007" y="291"/>
                </a:lnTo>
                <a:lnTo>
                  <a:pt x="1006" y="285"/>
                </a:lnTo>
                <a:lnTo>
                  <a:pt x="1005" y="281"/>
                </a:lnTo>
                <a:lnTo>
                  <a:pt x="1006" y="275"/>
                </a:lnTo>
                <a:lnTo>
                  <a:pt x="1007" y="270"/>
                </a:lnTo>
                <a:lnTo>
                  <a:pt x="1009" y="266"/>
                </a:lnTo>
                <a:lnTo>
                  <a:pt x="1013" y="261"/>
                </a:lnTo>
                <a:lnTo>
                  <a:pt x="1013" y="261"/>
                </a:lnTo>
                <a:close/>
                <a:moveTo>
                  <a:pt x="1070" y="429"/>
                </a:moveTo>
                <a:lnTo>
                  <a:pt x="1070" y="429"/>
                </a:lnTo>
                <a:lnTo>
                  <a:pt x="1073" y="426"/>
                </a:lnTo>
                <a:lnTo>
                  <a:pt x="1079" y="422"/>
                </a:lnTo>
                <a:lnTo>
                  <a:pt x="1084" y="421"/>
                </a:lnTo>
                <a:lnTo>
                  <a:pt x="1089" y="421"/>
                </a:lnTo>
                <a:lnTo>
                  <a:pt x="1094" y="421"/>
                </a:lnTo>
                <a:lnTo>
                  <a:pt x="1100" y="422"/>
                </a:lnTo>
                <a:lnTo>
                  <a:pt x="1105" y="426"/>
                </a:lnTo>
                <a:lnTo>
                  <a:pt x="1109" y="429"/>
                </a:lnTo>
                <a:lnTo>
                  <a:pt x="1109" y="429"/>
                </a:lnTo>
                <a:lnTo>
                  <a:pt x="1113" y="433"/>
                </a:lnTo>
                <a:lnTo>
                  <a:pt x="1115" y="438"/>
                </a:lnTo>
                <a:lnTo>
                  <a:pt x="1116" y="443"/>
                </a:lnTo>
                <a:lnTo>
                  <a:pt x="1117" y="449"/>
                </a:lnTo>
                <a:lnTo>
                  <a:pt x="1116" y="453"/>
                </a:lnTo>
                <a:lnTo>
                  <a:pt x="1115" y="459"/>
                </a:lnTo>
                <a:lnTo>
                  <a:pt x="1113" y="464"/>
                </a:lnTo>
                <a:lnTo>
                  <a:pt x="1109" y="468"/>
                </a:lnTo>
                <a:lnTo>
                  <a:pt x="1109" y="468"/>
                </a:lnTo>
                <a:lnTo>
                  <a:pt x="1105" y="472"/>
                </a:lnTo>
                <a:lnTo>
                  <a:pt x="1100" y="474"/>
                </a:lnTo>
                <a:lnTo>
                  <a:pt x="1094" y="475"/>
                </a:lnTo>
                <a:lnTo>
                  <a:pt x="1089" y="477"/>
                </a:lnTo>
                <a:lnTo>
                  <a:pt x="1084" y="475"/>
                </a:lnTo>
                <a:lnTo>
                  <a:pt x="1079" y="474"/>
                </a:lnTo>
                <a:lnTo>
                  <a:pt x="1073" y="472"/>
                </a:lnTo>
                <a:lnTo>
                  <a:pt x="1070" y="468"/>
                </a:lnTo>
                <a:lnTo>
                  <a:pt x="1070" y="468"/>
                </a:lnTo>
                <a:lnTo>
                  <a:pt x="1066" y="464"/>
                </a:lnTo>
                <a:lnTo>
                  <a:pt x="1063" y="459"/>
                </a:lnTo>
                <a:lnTo>
                  <a:pt x="1062" y="453"/>
                </a:lnTo>
                <a:lnTo>
                  <a:pt x="1062" y="449"/>
                </a:lnTo>
                <a:lnTo>
                  <a:pt x="1062" y="443"/>
                </a:lnTo>
                <a:lnTo>
                  <a:pt x="1063" y="438"/>
                </a:lnTo>
                <a:lnTo>
                  <a:pt x="1066" y="433"/>
                </a:lnTo>
                <a:lnTo>
                  <a:pt x="1070" y="429"/>
                </a:lnTo>
                <a:lnTo>
                  <a:pt x="1070" y="429"/>
                </a:lnTo>
                <a:close/>
                <a:moveTo>
                  <a:pt x="1109" y="356"/>
                </a:moveTo>
                <a:lnTo>
                  <a:pt x="1109" y="356"/>
                </a:lnTo>
                <a:lnTo>
                  <a:pt x="1105" y="360"/>
                </a:lnTo>
                <a:lnTo>
                  <a:pt x="1100" y="363"/>
                </a:lnTo>
                <a:lnTo>
                  <a:pt x="1094" y="364"/>
                </a:lnTo>
                <a:lnTo>
                  <a:pt x="1089" y="364"/>
                </a:lnTo>
                <a:lnTo>
                  <a:pt x="1084" y="364"/>
                </a:lnTo>
                <a:lnTo>
                  <a:pt x="1079" y="363"/>
                </a:lnTo>
                <a:lnTo>
                  <a:pt x="1073" y="360"/>
                </a:lnTo>
                <a:lnTo>
                  <a:pt x="1070" y="356"/>
                </a:lnTo>
                <a:lnTo>
                  <a:pt x="1070" y="356"/>
                </a:lnTo>
                <a:lnTo>
                  <a:pt x="1066" y="351"/>
                </a:lnTo>
                <a:lnTo>
                  <a:pt x="1063" y="347"/>
                </a:lnTo>
                <a:lnTo>
                  <a:pt x="1062" y="342"/>
                </a:lnTo>
                <a:lnTo>
                  <a:pt x="1062" y="336"/>
                </a:lnTo>
                <a:lnTo>
                  <a:pt x="1062" y="332"/>
                </a:lnTo>
                <a:lnTo>
                  <a:pt x="1063" y="326"/>
                </a:lnTo>
                <a:lnTo>
                  <a:pt x="1066" y="321"/>
                </a:lnTo>
                <a:lnTo>
                  <a:pt x="1070" y="317"/>
                </a:lnTo>
                <a:lnTo>
                  <a:pt x="1070" y="317"/>
                </a:lnTo>
                <a:lnTo>
                  <a:pt x="1073" y="313"/>
                </a:lnTo>
                <a:lnTo>
                  <a:pt x="1079" y="311"/>
                </a:lnTo>
                <a:lnTo>
                  <a:pt x="1084" y="309"/>
                </a:lnTo>
                <a:lnTo>
                  <a:pt x="1089" y="309"/>
                </a:lnTo>
                <a:lnTo>
                  <a:pt x="1094" y="309"/>
                </a:lnTo>
                <a:lnTo>
                  <a:pt x="1100" y="311"/>
                </a:lnTo>
                <a:lnTo>
                  <a:pt x="1105" y="313"/>
                </a:lnTo>
                <a:lnTo>
                  <a:pt x="1109" y="317"/>
                </a:lnTo>
                <a:lnTo>
                  <a:pt x="1109" y="317"/>
                </a:lnTo>
                <a:lnTo>
                  <a:pt x="1113" y="321"/>
                </a:lnTo>
                <a:lnTo>
                  <a:pt x="1115" y="326"/>
                </a:lnTo>
                <a:lnTo>
                  <a:pt x="1116" y="332"/>
                </a:lnTo>
                <a:lnTo>
                  <a:pt x="1117" y="336"/>
                </a:lnTo>
                <a:lnTo>
                  <a:pt x="1116" y="342"/>
                </a:lnTo>
                <a:lnTo>
                  <a:pt x="1115" y="347"/>
                </a:lnTo>
                <a:lnTo>
                  <a:pt x="1113" y="351"/>
                </a:lnTo>
                <a:lnTo>
                  <a:pt x="1109" y="356"/>
                </a:lnTo>
                <a:lnTo>
                  <a:pt x="1109" y="356"/>
                </a:lnTo>
                <a:close/>
                <a:moveTo>
                  <a:pt x="1109" y="245"/>
                </a:moveTo>
                <a:lnTo>
                  <a:pt x="1109" y="245"/>
                </a:lnTo>
                <a:lnTo>
                  <a:pt x="1105" y="248"/>
                </a:lnTo>
                <a:lnTo>
                  <a:pt x="1100" y="251"/>
                </a:lnTo>
                <a:lnTo>
                  <a:pt x="1094" y="252"/>
                </a:lnTo>
                <a:lnTo>
                  <a:pt x="1089" y="253"/>
                </a:lnTo>
                <a:lnTo>
                  <a:pt x="1084" y="252"/>
                </a:lnTo>
                <a:lnTo>
                  <a:pt x="1079" y="251"/>
                </a:lnTo>
                <a:lnTo>
                  <a:pt x="1073" y="248"/>
                </a:lnTo>
                <a:lnTo>
                  <a:pt x="1070" y="245"/>
                </a:lnTo>
                <a:lnTo>
                  <a:pt x="1070" y="245"/>
                </a:lnTo>
                <a:lnTo>
                  <a:pt x="1066" y="240"/>
                </a:lnTo>
                <a:lnTo>
                  <a:pt x="1063" y="236"/>
                </a:lnTo>
                <a:lnTo>
                  <a:pt x="1062" y="230"/>
                </a:lnTo>
                <a:lnTo>
                  <a:pt x="1062" y="225"/>
                </a:lnTo>
                <a:lnTo>
                  <a:pt x="1062" y="219"/>
                </a:lnTo>
                <a:lnTo>
                  <a:pt x="1063" y="213"/>
                </a:lnTo>
                <a:lnTo>
                  <a:pt x="1066" y="209"/>
                </a:lnTo>
                <a:lnTo>
                  <a:pt x="1070" y="204"/>
                </a:lnTo>
                <a:lnTo>
                  <a:pt x="1070" y="204"/>
                </a:lnTo>
                <a:lnTo>
                  <a:pt x="1073" y="201"/>
                </a:lnTo>
                <a:lnTo>
                  <a:pt x="1079" y="198"/>
                </a:lnTo>
                <a:lnTo>
                  <a:pt x="1084" y="197"/>
                </a:lnTo>
                <a:lnTo>
                  <a:pt x="1089" y="196"/>
                </a:lnTo>
                <a:lnTo>
                  <a:pt x="1094" y="197"/>
                </a:lnTo>
                <a:lnTo>
                  <a:pt x="1100" y="198"/>
                </a:lnTo>
                <a:lnTo>
                  <a:pt x="1105" y="201"/>
                </a:lnTo>
                <a:lnTo>
                  <a:pt x="1109" y="204"/>
                </a:lnTo>
                <a:lnTo>
                  <a:pt x="1109" y="204"/>
                </a:lnTo>
                <a:lnTo>
                  <a:pt x="1113" y="209"/>
                </a:lnTo>
                <a:lnTo>
                  <a:pt x="1115" y="213"/>
                </a:lnTo>
                <a:lnTo>
                  <a:pt x="1116" y="219"/>
                </a:lnTo>
                <a:lnTo>
                  <a:pt x="1117" y="225"/>
                </a:lnTo>
                <a:lnTo>
                  <a:pt x="1116" y="230"/>
                </a:lnTo>
                <a:lnTo>
                  <a:pt x="1115" y="236"/>
                </a:lnTo>
                <a:lnTo>
                  <a:pt x="1113" y="240"/>
                </a:lnTo>
                <a:lnTo>
                  <a:pt x="1109" y="245"/>
                </a:lnTo>
                <a:lnTo>
                  <a:pt x="1109" y="245"/>
                </a:lnTo>
                <a:close/>
                <a:moveTo>
                  <a:pt x="1013" y="149"/>
                </a:moveTo>
                <a:lnTo>
                  <a:pt x="1013" y="149"/>
                </a:lnTo>
                <a:lnTo>
                  <a:pt x="1018" y="145"/>
                </a:lnTo>
                <a:lnTo>
                  <a:pt x="1022" y="143"/>
                </a:lnTo>
                <a:lnTo>
                  <a:pt x="1028" y="142"/>
                </a:lnTo>
                <a:lnTo>
                  <a:pt x="1033" y="140"/>
                </a:lnTo>
                <a:lnTo>
                  <a:pt x="1038" y="142"/>
                </a:lnTo>
                <a:lnTo>
                  <a:pt x="1043" y="143"/>
                </a:lnTo>
                <a:lnTo>
                  <a:pt x="1049" y="145"/>
                </a:lnTo>
                <a:lnTo>
                  <a:pt x="1052" y="149"/>
                </a:lnTo>
                <a:lnTo>
                  <a:pt x="1052" y="149"/>
                </a:lnTo>
                <a:lnTo>
                  <a:pt x="1057" y="153"/>
                </a:lnTo>
                <a:lnTo>
                  <a:pt x="1059" y="158"/>
                </a:lnTo>
                <a:lnTo>
                  <a:pt x="1060" y="164"/>
                </a:lnTo>
                <a:lnTo>
                  <a:pt x="1062" y="168"/>
                </a:lnTo>
                <a:lnTo>
                  <a:pt x="1060" y="174"/>
                </a:lnTo>
                <a:lnTo>
                  <a:pt x="1059" y="179"/>
                </a:lnTo>
                <a:lnTo>
                  <a:pt x="1057" y="185"/>
                </a:lnTo>
                <a:lnTo>
                  <a:pt x="1052" y="188"/>
                </a:lnTo>
                <a:lnTo>
                  <a:pt x="1052" y="188"/>
                </a:lnTo>
                <a:lnTo>
                  <a:pt x="1049" y="191"/>
                </a:lnTo>
                <a:lnTo>
                  <a:pt x="1043" y="195"/>
                </a:lnTo>
                <a:lnTo>
                  <a:pt x="1038" y="196"/>
                </a:lnTo>
                <a:lnTo>
                  <a:pt x="1033" y="196"/>
                </a:lnTo>
                <a:lnTo>
                  <a:pt x="1028" y="196"/>
                </a:lnTo>
                <a:lnTo>
                  <a:pt x="1022" y="195"/>
                </a:lnTo>
                <a:lnTo>
                  <a:pt x="1018" y="191"/>
                </a:lnTo>
                <a:lnTo>
                  <a:pt x="1013" y="188"/>
                </a:lnTo>
                <a:lnTo>
                  <a:pt x="1013" y="188"/>
                </a:lnTo>
                <a:lnTo>
                  <a:pt x="1009" y="185"/>
                </a:lnTo>
                <a:lnTo>
                  <a:pt x="1007" y="179"/>
                </a:lnTo>
                <a:lnTo>
                  <a:pt x="1006" y="174"/>
                </a:lnTo>
                <a:lnTo>
                  <a:pt x="1005" y="168"/>
                </a:lnTo>
                <a:lnTo>
                  <a:pt x="1006" y="164"/>
                </a:lnTo>
                <a:lnTo>
                  <a:pt x="1007" y="158"/>
                </a:lnTo>
                <a:lnTo>
                  <a:pt x="1009" y="153"/>
                </a:lnTo>
                <a:lnTo>
                  <a:pt x="1013" y="149"/>
                </a:lnTo>
                <a:lnTo>
                  <a:pt x="1013" y="149"/>
                </a:lnTo>
                <a:close/>
                <a:moveTo>
                  <a:pt x="957" y="204"/>
                </a:moveTo>
                <a:lnTo>
                  <a:pt x="957" y="204"/>
                </a:lnTo>
                <a:lnTo>
                  <a:pt x="962" y="201"/>
                </a:lnTo>
                <a:lnTo>
                  <a:pt x="967" y="198"/>
                </a:lnTo>
                <a:lnTo>
                  <a:pt x="972" y="197"/>
                </a:lnTo>
                <a:lnTo>
                  <a:pt x="977" y="196"/>
                </a:lnTo>
                <a:lnTo>
                  <a:pt x="983" y="197"/>
                </a:lnTo>
                <a:lnTo>
                  <a:pt x="987" y="198"/>
                </a:lnTo>
                <a:lnTo>
                  <a:pt x="992" y="201"/>
                </a:lnTo>
                <a:lnTo>
                  <a:pt x="997" y="204"/>
                </a:lnTo>
                <a:lnTo>
                  <a:pt x="997" y="204"/>
                </a:lnTo>
                <a:lnTo>
                  <a:pt x="1000" y="209"/>
                </a:lnTo>
                <a:lnTo>
                  <a:pt x="1003" y="213"/>
                </a:lnTo>
                <a:lnTo>
                  <a:pt x="1005" y="219"/>
                </a:lnTo>
                <a:lnTo>
                  <a:pt x="1005" y="225"/>
                </a:lnTo>
                <a:lnTo>
                  <a:pt x="1005" y="230"/>
                </a:lnTo>
                <a:lnTo>
                  <a:pt x="1003" y="236"/>
                </a:lnTo>
                <a:lnTo>
                  <a:pt x="1000" y="240"/>
                </a:lnTo>
                <a:lnTo>
                  <a:pt x="997" y="245"/>
                </a:lnTo>
                <a:lnTo>
                  <a:pt x="997" y="245"/>
                </a:lnTo>
                <a:lnTo>
                  <a:pt x="992" y="248"/>
                </a:lnTo>
                <a:lnTo>
                  <a:pt x="987" y="251"/>
                </a:lnTo>
                <a:lnTo>
                  <a:pt x="983" y="252"/>
                </a:lnTo>
                <a:lnTo>
                  <a:pt x="977" y="253"/>
                </a:lnTo>
                <a:lnTo>
                  <a:pt x="972" y="252"/>
                </a:lnTo>
                <a:lnTo>
                  <a:pt x="967" y="251"/>
                </a:lnTo>
                <a:lnTo>
                  <a:pt x="962" y="248"/>
                </a:lnTo>
                <a:lnTo>
                  <a:pt x="957" y="245"/>
                </a:lnTo>
                <a:lnTo>
                  <a:pt x="957" y="245"/>
                </a:lnTo>
                <a:lnTo>
                  <a:pt x="954" y="240"/>
                </a:lnTo>
                <a:lnTo>
                  <a:pt x="952" y="236"/>
                </a:lnTo>
                <a:lnTo>
                  <a:pt x="949" y="230"/>
                </a:lnTo>
                <a:lnTo>
                  <a:pt x="949" y="225"/>
                </a:lnTo>
                <a:lnTo>
                  <a:pt x="949" y="219"/>
                </a:lnTo>
                <a:lnTo>
                  <a:pt x="952" y="213"/>
                </a:lnTo>
                <a:lnTo>
                  <a:pt x="954" y="209"/>
                </a:lnTo>
                <a:lnTo>
                  <a:pt x="957" y="204"/>
                </a:lnTo>
                <a:lnTo>
                  <a:pt x="957" y="204"/>
                </a:lnTo>
                <a:close/>
                <a:moveTo>
                  <a:pt x="902" y="261"/>
                </a:moveTo>
                <a:lnTo>
                  <a:pt x="902" y="261"/>
                </a:lnTo>
                <a:lnTo>
                  <a:pt x="906" y="258"/>
                </a:lnTo>
                <a:lnTo>
                  <a:pt x="911" y="254"/>
                </a:lnTo>
                <a:lnTo>
                  <a:pt x="916" y="253"/>
                </a:lnTo>
                <a:lnTo>
                  <a:pt x="921" y="253"/>
                </a:lnTo>
                <a:lnTo>
                  <a:pt x="926" y="253"/>
                </a:lnTo>
                <a:lnTo>
                  <a:pt x="932" y="254"/>
                </a:lnTo>
                <a:lnTo>
                  <a:pt x="936" y="258"/>
                </a:lnTo>
                <a:lnTo>
                  <a:pt x="941" y="261"/>
                </a:lnTo>
                <a:lnTo>
                  <a:pt x="941" y="261"/>
                </a:lnTo>
                <a:lnTo>
                  <a:pt x="945" y="266"/>
                </a:lnTo>
                <a:lnTo>
                  <a:pt x="947" y="270"/>
                </a:lnTo>
                <a:lnTo>
                  <a:pt x="949" y="275"/>
                </a:lnTo>
                <a:lnTo>
                  <a:pt x="949" y="281"/>
                </a:lnTo>
                <a:lnTo>
                  <a:pt x="949" y="285"/>
                </a:lnTo>
                <a:lnTo>
                  <a:pt x="947" y="291"/>
                </a:lnTo>
                <a:lnTo>
                  <a:pt x="945" y="296"/>
                </a:lnTo>
                <a:lnTo>
                  <a:pt x="941" y="300"/>
                </a:lnTo>
                <a:lnTo>
                  <a:pt x="941" y="300"/>
                </a:lnTo>
                <a:lnTo>
                  <a:pt x="936" y="304"/>
                </a:lnTo>
                <a:lnTo>
                  <a:pt x="932" y="306"/>
                </a:lnTo>
                <a:lnTo>
                  <a:pt x="926" y="309"/>
                </a:lnTo>
                <a:lnTo>
                  <a:pt x="921" y="309"/>
                </a:lnTo>
                <a:lnTo>
                  <a:pt x="916" y="309"/>
                </a:lnTo>
                <a:lnTo>
                  <a:pt x="911" y="306"/>
                </a:lnTo>
                <a:lnTo>
                  <a:pt x="906" y="304"/>
                </a:lnTo>
                <a:lnTo>
                  <a:pt x="902" y="300"/>
                </a:lnTo>
                <a:lnTo>
                  <a:pt x="902" y="300"/>
                </a:lnTo>
                <a:lnTo>
                  <a:pt x="898" y="296"/>
                </a:lnTo>
                <a:lnTo>
                  <a:pt x="895" y="291"/>
                </a:lnTo>
                <a:lnTo>
                  <a:pt x="894" y="285"/>
                </a:lnTo>
                <a:lnTo>
                  <a:pt x="894" y="281"/>
                </a:lnTo>
                <a:lnTo>
                  <a:pt x="894" y="275"/>
                </a:lnTo>
                <a:lnTo>
                  <a:pt x="895" y="270"/>
                </a:lnTo>
                <a:lnTo>
                  <a:pt x="898" y="266"/>
                </a:lnTo>
                <a:lnTo>
                  <a:pt x="902" y="261"/>
                </a:lnTo>
                <a:lnTo>
                  <a:pt x="902" y="261"/>
                </a:lnTo>
                <a:close/>
                <a:moveTo>
                  <a:pt x="314" y="959"/>
                </a:moveTo>
                <a:lnTo>
                  <a:pt x="314" y="959"/>
                </a:lnTo>
                <a:lnTo>
                  <a:pt x="319" y="955"/>
                </a:lnTo>
                <a:lnTo>
                  <a:pt x="323" y="952"/>
                </a:lnTo>
                <a:lnTo>
                  <a:pt x="328" y="951"/>
                </a:lnTo>
                <a:lnTo>
                  <a:pt x="334" y="951"/>
                </a:lnTo>
                <a:lnTo>
                  <a:pt x="340" y="951"/>
                </a:lnTo>
                <a:lnTo>
                  <a:pt x="344" y="952"/>
                </a:lnTo>
                <a:lnTo>
                  <a:pt x="349" y="955"/>
                </a:lnTo>
                <a:lnTo>
                  <a:pt x="353" y="959"/>
                </a:lnTo>
                <a:lnTo>
                  <a:pt x="353" y="959"/>
                </a:lnTo>
                <a:lnTo>
                  <a:pt x="357" y="963"/>
                </a:lnTo>
                <a:lnTo>
                  <a:pt x="359" y="968"/>
                </a:lnTo>
                <a:lnTo>
                  <a:pt x="362" y="973"/>
                </a:lnTo>
                <a:lnTo>
                  <a:pt x="362" y="978"/>
                </a:lnTo>
                <a:lnTo>
                  <a:pt x="362" y="983"/>
                </a:lnTo>
                <a:lnTo>
                  <a:pt x="359" y="989"/>
                </a:lnTo>
                <a:lnTo>
                  <a:pt x="357" y="994"/>
                </a:lnTo>
                <a:lnTo>
                  <a:pt x="353" y="998"/>
                </a:lnTo>
                <a:lnTo>
                  <a:pt x="353" y="998"/>
                </a:lnTo>
                <a:lnTo>
                  <a:pt x="349" y="1002"/>
                </a:lnTo>
                <a:lnTo>
                  <a:pt x="344" y="1004"/>
                </a:lnTo>
                <a:lnTo>
                  <a:pt x="340" y="1006"/>
                </a:lnTo>
                <a:lnTo>
                  <a:pt x="334" y="1006"/>
                </a:lnTo>
                <a:lnTo>
                  <a:pt x="328" y="1006"/>
                </a:lnTo>
                <a:lnTo>
                  <a:pt x="323" y="1004"/>
                </a:lnTo>
                <a:lnTo>
                  <a:pt x="319" y="1002"/>
                </a:lnTo>
                <a:lnTo>
                  <a:pt x="314" y="998"/>
                </a:lnTo>
                <a:lnTo>
                  <a:pt x="314" y="998"/>
                </a:lnTo>
                <a:lnTo>
                  <a:pt x="311" y="994"/>
                </a:lnTo>
                <a:lnTo>
                  <a:pt x="308" y="989"/>
                </a:lnTo>
                <a:lnTo>
                  <a:pt x="306" y="983"/>
                </a:lnTo>
                <a:lnTo>
                  <a:pt x="306" y="978"/>
                </a:lnTo>
                <a:lnTo>
                  <a:pt x="306" y="973"/>
                </a:lnTo>
                <a:lnTo>
                  <a:pt x="308" y="968"/>
                </a:lnTo>
                <a:lnTo>
                  <a:pt x="311" y="963"/>
                </a:lnTo>
                <a:lnTo>
                  <a:pt x="314" y="959"/>
                </a:lnTo>
                <a:lnTo>
                  <a:pt x="314" y="959"/>
                </a:lnTo>
                <a:close/>
                <a:moveTo>
                  <a:pt x="466" y="1112"/>
                </a:moveTo>
                <a:lnTo>
                  <a:pt x="466" y="1112"/>
                </a:lnTo>
                <a:lnTo>
                  <a:pt x="461" y="1115"/>
                </a:lnTo>
                <a:lnTo>
                  <a:pt x="457" y="1118"/>
                </a:lnTo>
                <a:lnTo>
                  <a:pt x="451" y="1119"/>
                </a:lnTo>
                <a:lnTo>
                  <a:pt x="446" y="1120"/>
                </a:lnTo>
                <a:lnTo>
                  <a:pt x="440" y="1119"/>
                </a:lnTo>
                <a:lnTo>
                  <a:pt x="436" y="1118"/>
                </a:lnTo>
                <a:lnTo>
                  <a:pt x="430" y="1115"/>
                </a:lnTo>
                <a:lnTo>
                  <a:pt x="426" y="1112"/>
                </a:lnTo>
                <a:lnTo>
                  <a:pt x="426" y="1112"/>
                </a:lnTo>
                <a:lnTo>
                  <a:pt x="422" y="1107"/>
                </a:lnTo>
                <a:lnTo>
                  <a:pt x="420" y="1102"/>
                </a:lnTo>
                <a:lnTo>
                  <a:pt x="418" y="1097"/>
                </a:lnTo>
                <a:lnTo>
                  <a:pt x="417" y="1092"/>
                </a:lnTo>
                <a:lnTo>
                  <a:pt x="418" y="1086"/>
                </a:lnTo>
                <a:lnTo>
                  <a:pt x="420" y="1080"/>
                </a:lnTo>
                <a:lnTo>
                  <a:pt x="422" y="1076"/>
                </a:lnTo>
                <a:lnTo>
                  <a:pt x="426" y="1071"/>
                </a:lnTo>
                <a:lnTo>
                  <a:pt x="426" y="1071"/>
                </a:lnTo>
                <a:lnTo>
                  <a:pt x="430" y="1068"/>
                </a:lnTo>
                <a:lnTo>
                  <a:pt x="435" y="1065"/>
                </a:lnTo>
                <a:lnTo>
                  <a:pt x="440" y="1064"/>
                </a:lnTo>
                <a:lnTo>
                  <a:pt x="446" y="1063"/>
                </a:lnTo>
                <a:lnTo>
                  <a:pt x="451" y="1064"/>
                </a:lnTo>
                <a:lnTo>
                  <a:pt x="457" y="1065"/>
                </a:lnTo>
                <a:lnTo>
                  <a:pt x="461" y="1068"/>
                </a:lnTo>
                <a:lnTo>
                  <a:pt x="466" y="1071"/>
                </a:lnTo>
                <a:lnTo>
                  <a:pt x="466" y="1071"/>
                </a:lnTo>
                <a:lnTo>
                  <a:pt x="469" y="1076"/>
                </a:lnTo>
                <a:lnTo>
                  <a:pt x="472" y="1080"/>
                </a:lnTo>
                <a:lnTo>
                  <a:pt x="473" y="1086"/>
                </a:lnTo>
                <a:lnTo>
                  <a:pt x="474" y="1092"/>
                </a:lnTo>
                <a:lnTo>
                  <a:pt x="473" y="1097"/>
                </a:lnTo>
                <a:lnTo>
                  <a:pt x="472" y="1102"/>
                </a:lnTo>
                <a:lnTo>
                  <a:pt x="469" y="1107"/>
                </a:lnTo>
                <a:lnTo>
                  <a:pt x="466" y="1112"/>
                </a:lnTo>
                <a:lnTo>
                  <a:pt x="466" y="1112"/>
                </a:lnTo>
                <a:close/>
                <a:moveTo>
                  <a:pt x="482" y="1128"/>
                </a:moveTo>
                <a:lnTo>
                  <a:pt x="482" y="1128"/>
                </a:lnTo>
                <a:lnTo>
                  <a:pt x="487" y="1124"/>
                </a:lnTo>
                <a:lnTo>
                  <a:pt x="491" y="1121"/>
                </a:lnTo>
                <a:lnTo>
                  <a:pt x="496" y="1120"/>
                </a:lnTo>
                <a:lnTo>
                  <a:pt x="502" y="1120"/>
                </a:lnTo>
                <a:lnTo>
                  <a:pt x="506" y="1120"/>
                </a:lnTo>
                <a:lnTo>
                  <a:pt x="512" y="1121"/>
                </a:lnTo>
                <a:lnTo>
                  <a:pt x="517" y="1124"/>
                </a:lnTo>
                <a:lnTo>
                  <a:pt x="522" y="1128"/>
                </a:lnTo>
                <a:lnTo>
                  <a:pt x="522" y="1128"/>
                </a:lnTo>
                <a:lnTo>
                  <a:pt x="525" y="1133"/>
                </a:lnTo>
                <a:lnTo>
                  <a:pt x="527" y="1137"/>
                </a:lnTo>
                <a:lnTo>
                  <a:pt x="530" y="1142"/>
                </a:lnTo>
                <a:lnTo>
                  <a:pt x="530" y="1148"/>
                </a:lnTo>
                <a:lnTo>
                  <a:pt x="530" y="1152"/>
                </a:lnTo>
                <a:lnTo>
                  <a:pt x="527" y="1158"/>
                </a:lnTo>
                <a:lnTo>
                  <a:pt x="525" y="1163"/>
                </a:lnTo>
                <a:lnTo>
                  <a:pt x="522" y="1167"/>
                </a:lnTo>
                <a:lnTo>
                  <a:pt x="522" y="1167"/>
                </a:lnTo>
                <a:lnTo>
                  <a:pt x="517" y="1171"/>
                </a:lnTo>
                <a:lnTo>
                  <a:pt x="512" y="1173"/>
                </a:lnTo>
                <a:lnTo>
                  <a:pt x="506" y="1175"/>
                </a:lnTo>
                <a:lnTo>
                  <a:pt x="502" y="1175"/>
                </a:lnTo>
                <a:lnTo>
                  <a:pt x="496" y="1175"/>
                </a:lnTo>
                <a:lnTo>
                  <a:pt x="491" y="1173"/>
                </a:lnTo>
                <a:lnTo>
                  <a:pt x="487" y="1171"/>
                </a:lnTo>
                <a:lnTo>
                  <a:pt x="482" y="1167"/>
                </a:lnTo>
                <a:lnTo>
                  <a:pt x="482" y="1167"/>
                </a:lnTo>
                <a:lnTo>
                  <a:pt x="479" y="1163"/>
                </a:lnTo>
                <a:lnTo>
                  <a:pt x="475" y="1158"/>
                </a:lnTo>
                <a:lnTo>
                  <a:pt x="474" y="1152"/>
                </a:lnTo>
                <a:lnTo>
                  <a:pt x="474" y="1148"/>
                </a:lnTo>
                <a:lnTo>
                  <a:pt x="474" y="1142"/>
                </a:lnTo>
                <a:lnTo>
                  <a:pt x="475" y="1137"/>
                </a:lnTo>
                <a:lnTo>
                  <a:pt x="479" y="1133"/>
                </a:lnTo>
                <a:lnTo>
                  <a:pt x="482" y="1128"/>
                </a:lnTo>
                <a:lnTo>
                  <a:pt x="482" y="1128"/>
                </a:lnTo>
                <a:close/>
                <a:moveTo>
                  <a:pt x="409" y="1239"/>
                </a:moveTo>
                <a:lnTo>
                  <a:pt x="409" y="1239"/>
                </a:lnTo>
                <a:lnTo>
                  <a:pt x="413" y="1244"/>
                </a:lnTo>
                <a:lnTo>
                  <a:pt x="416" y="1248"/>
                </a:lnTo>
                <a:lnTo>
                  <a:pt x="417" y="1254"/>
                </a:lnTo>
                <a:lnTo>
                  <a:pt x="417" y="1259"/>
                </a:lnTo>
                <a:lnTo>
                  <a:pt x="417" y="1265"/>
                </a:lnTo>
                <a:lnTo>
                  <a:pt x="416" y="1269"/>
                </a:lnTo>
                <a:lnTo>
                  <a:pt x="413" y="1275"/>
                </a:lnTo>
                <a:lnTo>
                  <a:pt x="409" y="1279"/>
                </a:lnTo>
                <a:lnTo>
                  <a:pt x="409" y="1279"/>
                </a:lnTo>
                <a:lnTo>
                  <a:pt x="406" y="1283"/>
                </a:lnTo>
                <a:lnTo>
                  <a:pt x="400" y="1286"/>
                </a:lnTo>
                <a:lnTo>
                  <a:pt x="395" y="1287"/>
                </a:lnTo>
                <a:lnTo>
                  <a:pt x="389" y="1288"/>
                </a:lnTo>
                <a:lnTo>
                  <a:pt x="385" y="1287"/>
                </a:lnTo>
                <a:lnTo>
                  <a:pt x="379" y="1286"/>
                </a:lnTo>
                <a:lnTo>
                  <a:pt x="374" y="1283"/>
                </a:lnTo>
                <a:lnTo>
                  <a:pt x="370" y="1279"/>
                </a:lnTo>
                <a:lnTo>
                  <a:pt x="370" y="1279"/>
                </a:lnTo>
                <a:lnTo>
                  <a:pt x="366" y="1275"/>
                </a:lnTo>
                <a:lnTo>
                  <a:pt x="364" y="1269"/>
                </a:lnTo>
                <a:lnTo>
                  <a:pt x="363" y="1265"/>
                </a:lnTo>
                <a:lnTo>
                  <a:pt x="362" y="1259"/>
                </a:lnTo>
                <a:lnTo>
                  <a:pt x="363" y="1254"/>
                </a:lnTo>
                <a:lnTo>
                  <a:pt x="364" y="1248"/>
                </a:lnTo>
                <a:lnTo>
                  <a:pt x="366" y="1244"/>
                </a:lnTo>
                <a:lnTo>
                  <a:pt x="370" y="1239"/>
                </a:lnTo>
                <a:lnTo>
                  <a:pt x="370" y="1239"/>
                </a:lnTo>
                <a:lnTo>
                  <a:pt x="374" y="1236"/>
                </a:lnTo>
                <a:lnTo>
                  <a:pt x="379" y="1233"/>
                </a:lnTo>
                <a:lnTo>
                  <a:pt x="385" y="1232"/>
                </a:lnTo>
                <a:lnTo>
                  <a:pt x="389" y="1231"/>
                </a:lnTo>
                <a:lnTo>
                  <a:pt x="395" y="1232"/>
                </a:lnTo>
                <a:lnTo>
                  <a:pt x="400" y="1233"/>
                </a:lnTo>
                <a:lnTo>
                  <a:pt x="406" y="1236"/>
                </a:lnTo>
                <a:lnTo>
                  <a:pt x="409" y="1239"/>
                </a:lnTo>
                <a:lnTo>
                  <a:pt x="409" y="1239"/>
                </a:lnTo>
                <a:close/>
                <a:moveTo>
                  <a:pt x="370" y="1128"/>
                </a:moveTo>
                <a:lnTo>
                  <a:pt x="370" y="1128"/>
                </a:lnTo>
                <a:lnTo>
                  <a:pt x="374" y="1124"/>
                </a:lnTo>
                <a:lnTo>
                  <a:pt x="379" y="1121"/>
                </a:lnTo>
                <a:lnTo>
                  <a:pt x="385" y="1120"/>
                </a:lnTo>
                <a:lnTo>
                  <a:pt x="389" y="1120"/>
                </a:lnTo>
                <a:lnTo>
                  <a:pt x="395" y="1120"/>
                </a:lnTo>
                <a:lnTo>
                  <a:pt x="400" y="1121"/>
                </a:lnTo>
                <a:lnTo>
                  <a:pt x="406" y="1124"/>
                </a:lnTo>
                <a:lnTo>
                  <a:pt x="409" y="1128"/>
                </a:lnTo>
                <a:lnTo>
                  <a:pt x="409" y="1128"/>
                </a:lnTo>
                <a:lnTo>
                  <a:pt x="413" y="1133"/>
                </a:lnTo>
                <a:lnTo>
                  <a:pt x="416" y="1137"/>
                </a:lnTo>
                <a:lnTo>
                  <a:pt x="417" y="1142"/>
                </a:lnTo>
                <a:lnTo>
                  <a:pt x="417" y="1148"/>
                </a:lnTo>
                <a:lnTo>
                  <a:pt x="417" y="1152"/>
                </a:lnTo>
                <a:lnTo>
                  <a:pt x="416" y="1158"/>
                </a:lnTo>
                <a:lnTo>
                  <a:pt x="413" y="1163"/>
                </a:lnTo>
                <a:lnTo>
                  <a:pt x="409" y="1167"/>
                </a:lnTo>
                <a:lnTo>
                  <a:pt x="409" y="1167"/>
                </a:lnTo>
                <a:lnTo>
                  <a:pt x="406" y="1171"/>
                </a:lnTo>
                <a:lnTo>
                  <a:pt x="400" y="1173"/>
                </a:lnTo>
                <a:lnTo>
                  <a:pt x="395" y="1175"/>
                </a:lnTo>
                <a:lnTo>
                  <a:pt x="389" y="1175"/>
                </a:lnTo>
                <a:lnTo>
                  <a:pt x="385" y="1175"/>
                </a:lnTo>
                <a:lnTo>
                  <a:pt x="379" y="1173"/>
                </a:lnTo>
                <a:lnTo>
                  <a:pt x="374" y="1171"/>
                </a:lnTo>
                <a:lnTo>
                  <a:pt x="370" y="1167"/>
                </a:lnTo>
                <a:lnTo>
                  <a:pt x="370" y="1167"/>
                </a:lnTo>
                <a:lnTo>
                  <a:pt x="366" y="1163"/>
                </a:lnTo>
                <a:lnTo>
                  <a:pt x="364" y="1158"/>
                </a:lnTo>
                <a:lnTo>
                  <a:pt x="363" y="1152"/>
                </a:lnTo>
                <a:lnTo>
                  <a:pt x="362" y="1148"/>
                </a:lnTo>
                <a:lnTo>
                  <a:pt x="363" y="1142"/>
                </a:lnTo>
                <a:lnTo>
                  <a:pt x="364" y="1137"/>
                </a:lnTo>
                <a:lnTo>
                  <a:pt x="366" y="1133"/>
                </a:lnTo>
                <a:lnTo>
                  <a:pt x="370" y="1128"/>
                </a:lnTo>
                <a:lnTo>
                  <a:pt x="370" y="1128"/>
                </a:lnTo>
                <a:close/>
                <a:moveTo>
                  <a:pt x="426" y="1184"/>
                </a:moveTo>
                <a:lnTo>
                  <a:pt x="426" y="1184"/>
                </a:lnTo>
                <a:lnTo>
                  <a:pt x="430" y="1180"/>
                </a:lnTo>
                <a:lnTo>
                  <a:pt x="435" y="1178"/>
                </a:lnTo>
                <a:lnTo>
                  <a:pt x="440" y="1175"/>
                </a:lnTo>
                <a:lnTo>
                  <a:pt x="446" y="1175"/>
                </a:lnTo>
                <a:lnTo>
                  <a:pt x="451" y="1175"/>
                </a:lnTo>
                <a:lnTo>
                  <a:pt x="457" y="1178"/>
                </a:lnTo>
                <a:lnTo>
                  <a:pt x="461" y="1180"/>
                </a:lnTo>
                <a:lnTo>
                  <a:pt x="466" y="1184"/>
                </a:lnTo>
                <a:lnTo>
                  <a:pt x="466" y="1184"/>
                </a:lnTo>
                <a:lnTo>
                  <a:pt x="469" y="1188"/>
                </a:lnTo>
                <a:lnTo>
                  <a:pt x="472" y="1193"/>
                </a:lnTo>
                <a:lnTo>
                  <a:pt x="473" y="1199"/>
                </a:lnTo>
                <a:lnTo>
                  <a:pt x="474" y="1203"/>
                </a:lnTo>
                <a:lnTo>
                  <a:pt x="473" y="1209"/>
                </a:lnTo>
                <a:lnTo>
                  <a:pt x="472" y="1214"/>
                </a:lnTo>
                <a:lnTo>
                  <a:pt x="469" y="1218"/>
                </a:lnTo>
                <a:lnTo>
                  <a:pt x="466" y="1223"/>
                </a:lnTo>
                <a:lnTo>
                  <a:pt x="466" y="1223"/>
                </a:lnTo>
                <a:lnTo>
                  <a:pt x="461" y="1226"/>
                </a:lnTo>
                <a:lnTo>
                  <a:pt x="457" y="1229"/>
                </a:lnTo>
                <a:lnTo>
                  <a:pt x="451" y="1231"/>
                </a:lnTo>
                <a:lnTo>
                  <a:pt x="446" y="1231"/>
                </a:lnTo>
                <a:lnTo>
                  <a:pt x="440" y="1231"/>
                </a:lnTo>
                <a:lnTo>
                  <a:pt x="436" y="1229"/>
                </a:lnTo>
                <a:lnTo>
                  <a:pt x="430" y="1226"/>
                </a:lnTo>
                <a:lnTo>
                  <a:pt x="426" y="1223"/>
                </a:lnTo>
                <a:lnTo>
                  <a:pt x="426" y="1223"/>
                </a:lnTo>
                <a:lnTo>
                  <a:pt x="422" y="1218"/>
                </a:lnTo>
                <a:lnTo>
                  <a:pt x="420" y="1214"/>
                </a:lnTo>
                <a:lnTo>
                  <a:pt x="418" y="1209"/>
                </a:lnTo>
                <a:lnTo>
                  <a:pt x="417" y="1203"/>
                </a:lnTo>
                <a:lnTo>
                  <a:pt x="418" y="1199"/>
                </a:lnTo>
                <a:lnTo>
                  <a:pt x="420" y="1193"/>
                </a:lnTo>
                <a:lnTo>
                  <a:pt x="422" y="1188"/>
                </a:lnTo>
                <a:lnTo>
                  <a:pt x="426" y="1184"/>
                </a:lnTo>
                <a:lnTo>
                  <a:pt x="426" y="1184"/>
                </a:lnTo>
                <a:close/>
                <a:moveTo>
                  <a:pt x="409" y="1055"/>
                </a:moveTo>
                <a:lnTo>
                  <a:pt x="409" y="1055"/>
                </a:lnTo>
                <a:lnTo>
                  <a:pt x="406" y="1058"/>
                </a:lnTo>
                <a:lnTo>
                  <a:pt x="400" y="1062"/>
                </a:lnTo>
                <a:lnTo>
                  <a:pt x="395" y="1063"/>
                </a:lnTo>
                <a:lnTo>
                  <a:pt x="389" y="1063"/>
                </a:lnTo>
                <a:lnTo>
                  <a:pt x="385" y="1063"/>
                </a:lnTo>
                <a:lnTo>
                  <a:pt x="379" y="1062"/>
                </a:lnTo>
                <a:lnTo>
                  <a:pt x="374" y="1058"/>
                </a:lnTo>
                <a:lnTo>
                  <a:pt x="370" y="1055"/>
                </a:lnTo>
                <a:lnTo>
                  <a:pt x="370" y="1055"/>
                </a:lnTo>
                <a:lnTo>
                  <a:pt x="366" y="1051"/>
                </a:lnTo>
                <a:lnTo>
                  <a:pt x="364" y="1046"/>
                </a:lnTo>
                <a:lnTo>
                  <a:pt x="363" y="1041"/>
                </a:lnTo>
                <a:lnTo>
                  <a:pt x="362" y="1035"/>
                </a:lnTo>
                <a:lnTo>
                  <a:pt x="363" y="1031"/>
                </a:lnTo>
                <a:lnTo>
                  <a:pt x="364" y="1025"/>
                </a:lnTo>
                <a:lnTo>
                  <a:pt x="366" y="1020"/>
                </a:lnTo>
                <a:lnTo>
                  <a:pt x="370" y="1016"/>
                </a:lnTo>
                <a:lnTo>
                  <a:pt x="370" y="1016"/>
                </a:lnTo>
                <a:lnTo>
                  <a:pt x="374" y="1012"/>
                </a:lnTo>
                <a:lnTo>
                  <a:pt x="379" y="1010"/>
                </a:lnTo>
                <a:lnTo>
                  <a:pt x="385" y="1009"/>
                </a:lnTo>
                <a:lnTo>
                  <a:pt x="389" y="1007"/>
                </a:lnTo>
                <a:lnTo>
                  <a:pt x="395" y="1009"/>
                </a:lnTo>
                <a:lnTo>
                  <a:pt x="400" y="1010"/>
                </a:lnTo>
                <a:lnTo>
                  <a:pt x="406" y="1012"/>
                </a:lnTo>
                <a:lnTo>
                  <a:pt x="409" y="1016"/>
                </a:lnTo>
                <a:lnTo>
                  <a:pt x="409" y="1016"/>
                </a:lnTo>
                <a:lnTo>
                  <a:pt x="413" y="1020"/>
                </a:lnTo>
                <a:lnTo>
                  <a:pt x="416" y="1025"/>
                </a:lnTo>
                <a:lnTo>
                  <a:pt x="417" y="1031"/>
                </a:lnTo>
                <a:lnTo>
                  <a:pt x="417" y="1035"/>
                </a:lnTo>
                <a:lnTo>
                  <a:pt x="417" y="1041"/>
                </a:lnTo>
                <a:lnTo>
                  <a:pt x="416" y="1046"/>
                </a:lnTo>
                <a:lnTo>
                  <a:pt x="413" y="1051"/>
                </a:lnTo>
                <a:lnTo>
                  <a:pt x="409" y="1055"/>
                </a:lnTo>
                <a:lnTo>
                  <a:pt x="409" y="1055"/>
                </a:lnTo>
                <a:close/>
                <a:moveTo>
                  <a:pt x="314" y="1072"/>
                </a:moveTo>
                <a:lnTo>
                  <a:pt x="314" y="1072"/>
                </a:lnTo>
                <a:lnTo>
                  <a:pt x="319" y="1069"/>
                </a:lnTo>
                <a:lnTo>
                  <a:pt x="323" y="1067"/>
                </a:lnTo>
                <a:lnTo>
                  <a:pt x="328" y="1065"/>
                </a:lnTo>
                <a:lnTo>
                  <a:pt x="334" y="1064"/>
                </a:lnTo>
                <a:lnTo>
                  <a:pt x="340" y="1065"/>
                </a:lnTo>
                <a:lnTo>
                  <a:pt x="344" y="1067"/>
                </a:lnTo>
                <a:lnTo>
                  <a:pt x="349" y="1069"/>
                </a:lnTo>
                <a:lnTo>
                  <a:pt x="353" y="1072"/>
                </a:lnTo>
                <a:lnTo>
                  <a:pt x="353" y="1072"/>
                </a:lnTo>
                <a:lnTo>
                  <a:pt x="357" y="1077"/>
                </a:lnTo>
                <a:lnTo>
                  <a:pt x="359" y="1082"/>
                </a:lnTo>
                <a:lnTo>
                  <a:pt x="362" y="1087"/>
                </a:lnTo>
                <a:lnTo>
                  <a:pt x="362" y="1092"/>
                </a:lnTo>
                <a:lnTo>
                  <a:pt x="362" y="1098"/>
                </a:lnTo>
                <a:lnTo>
                  <a:pt x="359" y="1102"/>
                </a:lnTo>
                <a:lnTo>
                  <a:pt x="357" y="1108"/>
                </a:lnTo>
                <a:lnTo>
                  <a:pt x="353" y="1112"/>
                </a:lnTo>
                <a:lnTo>
                  <a:pt x="353" y="1112"/>
                </a:lnTo>
                <a:lnTo>
                  <a:pt x="349" y="1115"/>
                </a:lnTo>
                <a:lnTo>
                  <a:pt x="344" y="1119"/>
                </a:lnTo>
                <a:lnTo>
                  <a:pt x="340" y="1120"/>
                </a:lnTo>
                <a:lnTo>
                  <a:pt x="334" y="1120"/>
                </a:lnTo>
                <a:lnTo>
                  <a:pt x="328" y="1120"/>
                </a:lnTo>
                <a:lnTo>
                  <a:pt x="323" y="1119"/>
                </a:lnTo>
                <a:lnTo>
                  <a:pt x="319" y="1115"/>
                </a:lnTo>
                <a:lnTo>
                  <a:pt x="314" y="1112"/>
                </a:lnTo>
                <a:lnTo>
                  <a:pt x="314" y="1112"/>
                </a:lnTo>
                <a:lnTo>
                  <a:pt x="311" y="1108"/>
                </a:lnTo>
                <a:lnTo>
                  <a:pt x="308" y="1102"/>
                </a:lnTo>
                <a:lnTo>
                  <a:pt x="306" y="1098"/>
                </a:lnTo>
                <a:lnTo>
                  <a:pt x="306" y="1092"/>
                </a:lnTo>
                <a:lnTo>
                  <a:pt x="306" y="1087"/>
                </a:lnTo>
                <a:lnTo>
                  <a:pt x="308" y="1082"/>
                </a:lnTo>
                <a:lnTo>
                  <a:pt x="311" y="1077"/>
                </a:lnTo>
                <a:lnTo>
                  <a:pt x="314" y="1072"/>
                </a:lnTo>
                <a:lnTo>
                  <a:pt x="314" y="1072"/>
                </a:lnTo>
                <a:close/>
                <a:moveTo>
                  <a:pt x="314" y="1184"/>
                </a:moveTo>
                <a:lnTo>
                  <a:pt x="314" y="1184"/>
                </a:lnTo>
                <a:lnTo>
                  <a:pt x="319" y="1180"/>
                </a:lnTo>
                <a:lnTo>
                  <a:pt x="323" y="1177"/>
                </a:lnTo>
                <a:lnTo>
                  <a:pt x="328" y="1175"/>
                </a:lnTo>
                <a:lnTo>
                  <a:pt x="334" y="1175"/>
                </a:lnTo>
                <a:lnTo>
                  <a:pt x="340" y="1175"/>
                </a:lnTo>
                <a:lnTo>
                  <a:pt x="344" y="1177"/>
                </a:lnTo>
                <a:lnTo>
                  <a:pt x="349" y="1180"/>
                </a:lnTo>
                <a:lnTo>
                  <a:pt x="353" y="1184"/>
                </a:lnTo>
                <a:lnTo>
                  <a:pt x="353" y="1184"/>
                </a:lnTo>
                <a:lnTo>
                  <a:pt x="357" y="1187"/>
                </a:lnTo>
                <a:lnTo>
                  <a:pt x="359" y="1193"/>
                </a:lnTo>
                <a:lnTo>
                  <a:pt x="362" y="1197"/>
                </a:lnTo>
                <a:lnTo>
                  <a:pt x="362" y="1203"/>
                </a:lnTo>
                <a:lnTo>
                  <a:pt x="362" y="1208"/>
                </a:lnTo>
                <a:lnTo>
                  <a:pt x="359" y="1214"/>
                </a:lnTo>
                <a:lnTo>
                  <a:pt x="357" y="1218"/>
                </a:lnTo>
                <a:lnTo>
                  <a:pt x="353" y="1223"/>
                </a:lnTo>
                <a:lnTo>
                  <a:pt x="353" y="1223"/>
                </a:lnTo>
                <a:lnTo>
                  <a:pt x="349" y="1226"/>
                </a:lnTo>
                <a:lnTo>
                  <a:pt x="344" y="1229"/>
                </a:lnTo>
                <a:lnTo>
                  <a:pt x="340" y="1230"/>
                </a:lnTo>
                <a:lnTo>
                  <a:pt x="334" y="1231"/>
                </a:lnTo>
                <a:lnTo>
                  <a:pt x="328" y="1230"/>
                </a:lnTo>
                <a:lnTo>
                  <a:pt x="323" y="1229"/>
                </a:lnTo>
                <a:lnTo>
                  <a:pt x="319" y="1226"/>
                </a:lnTo>
                <a:lnTo>
                  <a:pt x="314" y="1223"/>
                </a:lnTo>
                <a:lnTo>
                  <a:pt x="314" y="1223"/>
                </a:lnTo>
                <a:lnTo>
                  <a:pt x="311" y="1218"/>
                </a:lnTo>
                <a:lnTo>
                  <a:pt x="308" y="1214"/>
                </a:lnTo>
                <a:lnTo>
                  <a:pt x="306" y="1208"/>
                </a:lnTo>
                <a:lnTo>
                  <a:pt x="306" y="1203"/>
                </a:lnTo>
                <a:lnTo>
                  <a:pt x="306" y="1197"/>
                </a:lnTo>
                <a:lnTo>
                  <a:pt x="308" y="1193"/>
                </a:lnTo>
                <a:lnTo>
                  <a:pt x="311" y="1187"/>
                </a:lnTo>
                <a:lnTo>
                  <a:pt x="314" y="1184"/>
                </a:lnTo>
                <a:lnTo>
                  <a:pt x="314" y="1184"/>
                </a:lnTo>
                <a:close/>
                <a:moveTo>
                  <a:pt x="257" y="904"/>
                </a:moveTo>
                <a:lnTo>
                  <a:pt x="257" y="904"/>
                </a:lnTo>
                <a:lnTo>
                  <a:pt x="262" y="901"/>
                </a:lnTo>
                <a:lnTo>
                  <a:pt x="267" y="897"/>
                </a:lnTo>
                <a:lnTo>
                  <a:pt x="272" y="896"/>
                </a:lnTo>
                <a:lnTo>
                  <a:pt x="277" y="896"/>
                </a:lnTo>
                <a:lnTo>
                  <a:pt x="283" y="896"/>
                </a:lnTo>
                <a:lnTo>
                  <a:pt x="287" y="897"/>
                </a:lnTo>
                <a:lnTo>
                  <a:pt x="293" y="901"/>
                </a:lnTo>
                <a:lnTo>
                  <a:pt x="297" y="904"/>
                </a:lnTo>
                <a:lnTo>
                  <a:pt x="297" y="904"/>
                </a:lnTo>
                <a:lnTo>
                  <a:pt x="301" y="908"/>
                </a:lnTo>
                <a:lnTo>
                  <a:pt x="304" y="914"/>
                </a:lnTo>
                <a:lnTo>
                  <a:pt x="305" y="918"/>
                </a:lnTo>
                <a:lnTo>
                  <a:pt x="305" y="924"/>
                </a:lnTo>
                <a:lnTo>
                  <a:pt x="305" y="929"/>
                </a:lnTo>
                <a:lnTo>
                  <a:pt x="304" y="934"/>
                </a:lnTo>
                <a:lnTo>
                  <a:pt x="301" y="939"/>
                </a:lnTo>
                <a:lnTo>
                  <a:pt x="297" y="944"/>
                </a:lnTo>
                <a:lnTo>
                  <a:pt x="297" y="944"/>
                </a:lnTo>
                <a:lnTo>
                  <a:pt x="293" y="947"/>
                </a:lnTo>
                <a:lnTo>
                  <a:pt x="287" y="949"/>
                </a:lnTo>
                <a:lnTo>
                  <a:pt x="283" y="951"/>
                </a:lnTo>
                <a:lnTo>
                  <a:pt x="277" y="952"/>
                </a:lnTo>
                <a:lnTo>
                  <a:pt x="272" y="951"/>
                </a:lnTo>
                <a:lnTo>
                  <a:pt x="267" y="949"/>
                </a:lnTo>
                <a:lnTo>
                  <a:pt x="262" y="947"/>
                </a:lnTo>
                <a:lnTo>
                  <a:pt x="257" y="944"/>
                </a:lnTo>
                <a:lnTo>
                  <a:pt x="257" y="944"/>
                </a:lnTo>
                <a:lnTo>
                  <a:pt x="254" y="939"/>
                </a:lnTo>
                <a:lnTo>
                  <a:pt x="251" y="934"/>
                </a:lnTo>
                <a:lnTo>
                  <a:pt x="250" y="929"/>
                </a:lnTo>
                <a:lnTo>
                  <a:pt x="249" y="924"/>
                </a:lnTo>
                <a:lnTo>
                  <a:pt x="250" y="918"/>
                </a:lnTo>
                <a:lnTo>
                  <a:pt x="251" y="914"/>
                </a:lnTo>
                <a:lnTo>
                  <a:pt x="254" y="908"/>
                </a:lnTo>
                <a:lnTo>
                  <a:pt x="257" y="904"/>
                </a:lnTo>
                <a:lnTo>
                  <a:pt x="257" y="904"/>
                </a:lnTo>
                <a:close/>
                <a:moveTo>
                  <a:pt x="241" y="1112"/>
                </a:moveTo>
                <a:lnTo>
                  <a:pt x="241" y="1112"/>
                </a:lnTo>
                <a:lnTo>
                  <a:pt x="236" y="1115"/>
                </a:lnTo>
                <a:lnTo>
                  <a:pt x="232" y="1118"/>
                </a:lnTo>
                <a:lnTo>
                  <a:pt x="227" y="1119"/>
                </a:lnTo>
                <a:lnTo>
                  <a:pt x="221" y="1120"/>
                </a:lnTo>
                <a:lnTo>
                  <a:pt x="216" y="1119"/>
                </a:lnTo>
                <a:lnTo>
                  <a:pt x="211" y="1118"/>
                </a:lnTo>
                <a:lnTo>
                  <a:pt x="206" y="1115"/>
                </a:lnTo>
                <a:lnTo>
                  <a:pt x="202" y="1112"/>
                </a:lnTo>
                <a:lnTo>
                  <a:pt x="202" y="1112"/>
                </a:lnTo>
                <a:lnTo>
                  <a:pt x="198" y="1107"/>
                </a:lnTo>
                <a:lnTo>
                  <a:pt x="196" y="1102"/>
                </a:lnTo>
                <a:lnTo>
                  <a:pt x="194" y="1097"/>
                </a:lnTo>
                <a:lnTo>
                  <a:pt x="194" y="1092"/>
                </a:lnTo>
                <a:lnTo>
                  <a:pt x="194" y="1086"/>
                </a:lnTo>
                <a:lnTo>
                  <a:pt x="196" y="1080"/>
                </a:lnTo>
                <a:lnTo>
                  <a:pt x="198" y="1076"/>
                </a:lnTo>
                <a:lnTo>
                  <a:pt x="202" y="1071"/>
                </a:lnTo>
                <a:lnTo>
                  <a:pt x="202" y="1071"/>
                </a:lnTo>
                <a:lnTo>
                  <a:pt x="206" y="1068"/>
                </a:lnTo>
                <a:lnTo>
                  <a:pt x="211" y="1065"/>
                </a:lnTo>
                <a:lnTo>
                  <a:pt x="216" y="1064"/>
                </a:lnTo>
                <a:lnTo>
                  <a:pt x="221" y="1063"/>
                </a:lnTo>
                <a:lnTo>
                  <a:pt x="227" y="1064"/>
                </a:lnTo>
                <a:lnTo>
                  <a:pt x="232" y="1065"/>
                </a:lnTo>
                <a:lnTo>
                  <a:pt x="236" y="1068"/>
                </a:lnTo>
                <a:lnTo>
                  <a:pt x="241" y="1071"/>
                </a:lnTo>
                <a:lnTo>
                  <a:pt x="241" y="1071"/>
                </a:lnTo>
                <a:lnTo>
                  <a:pt x="245" y="1076"/>
                </a:lnTo>
                <a:lnTo>
                  <a:pt x="247" y="1080"/>
                </a:lnTo>
                <a:lnTo>
                  <a:pt x="249" y="1086"/>
                </a:lnTo>
                <a:lnTo>
                  <a:pt x="249" y="1092"/>
                </a:lnTo>
                <a:lnTo>
                  <a:pt x="249" y="1097"/>
                </a:lnTo>
                <a:lnTo>
                  <a:pt x="247" y="1102"/>
                </a:lnTo>
                <a:lnTo>
                  <a:pt x="245" y="1107"/>
                </a:lnTo>
                <a:lnTo>
                  <a:pt x="241" y="1112"/>
                </a:lnTo>
                <a:lnTo>
                  <a:pt x="241" y="1112"/>
                </a:lnTo>
                <a:close/>
                <a:moveTo>
                  <a:pt x="241" y="1223"/>
                </a:moveTo>
                <a:lnTo>
                  <a:pt x="241" y="1223"/>
                </a:lnTo>
                <a:lnTo>
                  <a:pt x="236" y="1226"/>
                </a:lnTo>
                <a:lnTo>
                  <a:pt x="232" y="1229"/>
                </a:lnTo>
                <a:lnTo>
                  <a:pt x="227" y="1231"/>
                </a:lnTo>
                <a:lnTo>
                  <a:pt x="221" y="1231"/>
                </a:lnTo>
                <a:lnTo>
                  <a:pt x="216" y="1231"/>
                </a:lnTo>
                <a:lnTo>
                  <a:pt x="211" y="1229"/>
                </a:lnTo>
                <a:lnTo>
                  <a:pt x="206" y="1226"/>
                </a:lnTo>
                <a:lnTo>
                  <a:pt x="202" y="1223"/>
                </a:lnTo>
                <a:lnTo>
                  <a:pt x="202" y="1223"/>
                </a:lnTo>
                <a:lnTo>
                  <a:pt x="198" y="1218"/>
                </a:lnTo>
                <a:lnTo>
                  <a:pt x="196" y="1214"/>
                </a:lnTo>
                <a:lnTo>
                  <a:pt x="194" y="1209"/>
                </a:lnTo>
                <a:lnTo>
                  <a:pt x="194" y="1203"/>
                </a:lnTo>
                <a:lnTo>
                  <a:pt x="194" y="1197"/>
                </a:lnTo>
                <a:lnTo>
                  <a:pt x="196" y="1193"/>
                </a:lnTo>
                <a:lnTo>
                  <a:pt x="198" y="1188"/>
                </a:lnTo>
                <a:lnTo>
                  <a:pt x="202" y="1184"/>
                </a:lnTo>
                <a:lnTo>
                  <a:pt x="202" y="1184"/>
                </a:lnTo>
                <a:lnTo>
                  <a:pt x="206" y="1180"/>
                </a:lnTo>
                <a:lnTo>
                  <a:pt x="211" y="1178"/>
                </a:lnTo>
                <a:lnTo>
                  <a:pt x="216" y="1175"/>
                </a:lnTo>
                <a:lnTo>
                  <a:pt x="221" y="1175"/>
                </a:lnTo>
                <a:lnTo>
                  <a:pt x="227" y="1175"/>
                </a:lnTo>
                <a:lnTo>
                  <a:pt x="232" y="1178"/>
                </a:lnTo>
                <a:lnTo>
                  <a:pt x="236" y="1180"/>
                </a:lnTo>
                <a:lnTo>
                  <a:pt x="241" y="1184"/>
                </a:lnTo>
                <a:lnTo>
                  <a:pt x="241" y="1184"/>
                </a:lnTo>
                <a:lnTo>
                  <a:pt x="245" y="1188"/>
                </a:lnTo>
                <a:lnTo>
                  <a:pt x="247" y="1193"/>
                </a:lnTo>
                <a:lnTo>
                  <a:pt x="249" y="1197"/>
                </a:lnTo>
                <a:lnTo>
                  <a:pt x="249" y="1203"/>
                </a:lnTo>
                <a:lnTo>
                  <a:pt x="249" y="1209"/>
                </a:lnTo>
                <a:lnTo>
                  <a:pt x="247" y="1214"/>
                </a:lnTo>
                <a:lnTo>
                  <a:pt x="245" y="1218"/>
                </a:lnTo>
                <a:lnTo>
                  <a:pt x="241" y="1223"/>
                </a:lnTo>
                <a:lnTo>
                  <a:pt x="241" y="1223"/>
                </a:lnTo>
                <a:close/>
                <a:moveTo>
                  <a:pt x="257" y="1128"/>
                </a:moveTo>
                <a:lnTo>
                  <a:pt x="257" y="1128"/>
                </a:lnTo>
                <a:lnTo>
                  <a:pt x="262" y="1124"/>
                </a:lnTo>
                <a:lnTo>
                  <a:pt x="267" y="1121"/>
                </a:lnTo>
                <a:lnTo>
                  <a:pt x="272" y="1120"/>
                </a:lnTo>
                <a:lnTo>
                  <a:pt x="277" y="1120"/>
                </a:lnTo>
                <a:lnTo>
                  <a:pt x="283" y="1120"/>
                </a:lnTo>
                <a:lnTo>
                  <a:pt x="287" y="1121"/>
                </a:lnTo>
                <a:lnTo>
                  <a:pt x="293" y="1124"/>
                </a:lnTo>
                <a:lnTo>
                  <a:pt x="297" y="1128"/>
                </a:lnTo>
                <a:lnTo>
                  <a:pt x="297" y="1128"/>
                </a:lnTo>
                <a:lnTo>
                  <a:pt x="301" y="1133"/>
                </a:lnTo>
                <a:lnTo>
                  <a:pt x="304" y="1137"/>
                </a:lnTo>
                <a:lnTo>
                  <a:pt x="305" y="1142"/>
                </a:lnTo>
                <a:lnTo>
                  <a:pt x="305" y="1148"/>
                </a:lnTo>
                <a:lnTo>
                  <a:pt x="305" y="1152"/>
                </a:lnTo>
                <a:lnTo>
                  <a:pt x="304" y="1158"/>
                </a:lnTo>
                <a:lnTo>
                  <a:pt x="301" y="1163"/>
                </a:lnTo>
                <a:lnTo>
                  <a:pt x="297" y="1167"/>
                </a:lnTo>
                <a:lnTo>
                  <a:pt x="297" y="1167"/>
                </a:lnTo>
                <a:lnTo>
                  <a:pt x="293" y="1171"/>
                </a:lnTo>
                <a:lnTo>
                  <a:pt x="287" y="1173"/>
                </a:lnTo>
                <a:lnTo>
                  <a:pt x="283" y="1175"/>
                </a:lnTo>
                <a:lnTo>
                  <a:pt x="277" y="1175"/>
                </a:lnTo>
                <a:lnTo>
                  <a:pt x="272" y="1175"/>
                </a:lnTo>
                <a:lnTo>
                  <a:pt x="267" y="1173"/>
                </a:lnTo>
                <a:lnTo>
                  <a:pt x="262" y="1171"/>
                </a:lnTo>
                <a:lnTo>
                  <a:pt x="257" y="1167"/>
                </a:lnTo>
                <a:lnTo>
                  <a:pt x="257" y="1167"/>
                </a:lnTo>
                <a:lnTo>
                  <a:pt x="254" y="1163"/>
                </a:lnTo>
                <a:lnTo>
                  <a:pt x="251" y="1158"/>
                </a:lnTo>
                <a:lnTo>
                  <a:pt x="250" y="1152"/>
                </a:lnTo>
                <a:lnTo>
                  <a:pt x="249" y="1148"/>
                </a:lnTo>
                <a:lnTo>
                  <a:pt x="250" y="1142"/>
                </a:lnTo>
                <a:lnTo>
                  <a:pt x="251" y="1137"/>
                </a:lnTo>
                <a:lnTo>
                  <a:pt x="254" y="1133"/>
                </a:lnTo>
                <a:lnTo>
                  <a:pt x="257" y="1128"/>
                </a:lnTo>
                <a:lnTo>
                  <a:pt x="257" y="1128"/>
                </a:lnTo>
                <a:close/>
                <a:moveTo>
                  <a:pt x="297" y="1055"/>
                </a:moveTo>
                <a:lnTo>
                  <a:pt x="297" y="1055"/>
                </a:lnTo>
                <a:lnTo>
                  <a:pt x="293" y="1058"/>
                </a:lnTo>
                <a:lnTo>
                  <a:pt x="287" y="1062"/>
                </a:lnTo>
                <a:lnTo>
                  <a:pt x="283" y="1063"/>
                </a:lnTo>
                <a:lnTo>
                  <a:pt x="277" y="1063"/>
                </a:lnTo>
                <a:lnTo>
                  <a:pt x="272" y="1063"/>
                </a:lnTo>
                <a:lnTo>
                  <a:pt x="267" y="1062"/>
                </a:lnTo>
                <a:lnTo>
                  <a:pt x="262" y="1058"/>
                </a:lnTo>
                <a:lnTo>
                  <a:pt x="257" y="1055"/>
                </a:lnTo>
                <a:lnTo>
                  <a:pt x="257" y="1055"/>
                </a:lnTo>
                <a:lnTo>
                  <a:pt x="254" y="1051"/>
                </a:lnTo>
                <a:lnTo>
                  <a:pt x="251" y="1046"/>
                </a:lnTo>
                <a:lnTo>
                  <a:pt x="250" y="1041"/>
                </a:lnTo>
                <a:lnTo>
                  <a:pt x="249" y="1035"/>
                </a:lnTo>
                <a:lnTo>
                  <a:pt x="250" y="1031"/>
                </a:lnTo>
                <a:lnTo>
                  <a:pt x="251" y="1025"/>
                </a:lnTo>
                <a:lnTo>
                  <a:pt x="254" y="1020"/>
                </a:lnTo>
                <a:lnTo>
                  <a:pt x="257" y="1016"/>
                </a:lnTo>
                <a:lnTo>
                  <a:pt x="257" y="1016"/>
                </a:lnTo>
                <a:lnTo>
                  <a:pt x="262" y="1012"/>
                </a:lnTo>
                <a:lnTo>
                  <a:pt x="267" y="1010"/>
                </a:lnTo>
                <a:lnTo>
                  <a:pt x="272" y="1009"/>
                </a:lnTo>
                <a:lnTo>
                  <a:pt x="277" y="1007"/>
                </a:lnTo>
                <a:lnTo>
                  <a:pt x="283" y="1009"/>
                </a:lnTo>
                <a:lnTo>
                  <a:pt x="287" y="1010"/>
                </a:lnTo>
                <a:lnTo>
                  <a:pt x="293" y="1012"/>
                </a:lnTo>
                <a:lnTo>
                  <a:pt x="297" y="1016"/>
                </a:lnTo>
                <a:lnTo>
                  <a:pt x="297" y="1016"/>
                </a:lnTo>
                <a:lnTo>
                  <a:pt x="301" y="1020"/>
                </a:lnTo>
                <a:lnTo>
                  <a:pt x="304" y="1025"/>
                </a:lnTo>
                <a:lnTo>
                  <a:pt x="305" y="1031"/>
                </a:lnTo>
                <a:lnTo>
                  <a:pt x="305" y="1035"/>
                </a:lnTo>
                <a:lnTo>
                  <a:pt x="305" y="1041"/>
                </a:lnTo>
                <a:lnTo>
                  <a:pt x="304" y="1046"/>
                </a:lnTo>
                <a:lnTo>
                  <a:pt x="301" y="1051"/>
                </a:lnTo>
                <a:lnTo>
                  <a:pt x="297" y="1055"/>
                </a:lnTo>
                <a:lnTo>
                  <a:pt x="297" y="1055"/>
                </a:lnTo>
                <a:close/>
                <a:moveTo>
                  <a:pt x="202" y="960"/>
                </a:moveTo>
                <a:lnTo>
                  <a:pt x="202" y="960"/>
                </a:lnTo>
                <a:lnTo>
                  <a:pt x="206" y="956"/>
                </a:lnTo>
                <a:lnTo>
                  <a:pt x="211" y="954"/>
                </a:lnTo>
                <a:lnTo>
                  <a:pt x="216" y="952"/>
                </a:lnTo>
                <a:lnTo>
                  <a:pt x="221" y="952"/>
                </a:lnTo>
                <a:lnTo>
                  <a:pt x="227" y="952"/>
                </a:lnTo>
                <a:lnTo>
                  <a:pt x="232" y="954"/>
                </a:lnTo>
                <a:lnTo>
                  <a:pt x="236" y="956"/>
                </a:lnTo>
                <a:lnTo>
                  <a:pt x="241" y="960"/>
                </a:lnTo>
                <a:lnTo>
                  <a:pt x="241" y="960"/>
                </a:lnTo>
                <a:lnTo>
                  <a:pt x="245" y="965"/>
                </a:lnTo>
                <a:lnTo>
                  <a:pt x="247" y="969"/>
                </a:lnTo>
                <a:lnTo>
                  <a:pt x="249" y="974"/>
                </a:lnTo>
                <a:lnTo>
                  <a:pt x="249" y="980"/>
                </a:lnTo>
                <a:lnTo>
                  <a:pt x="249" y="985"/>
                </a:lnTo>
                <a:lnTo>
                  <a:pt x="247" y="990"/>
                </a:lnTo>
                <a:lnTo>
                  <a:pt x="245" y="995"/>
                </a:lnTo>
                <a:lnTo>
                  <a:pt x="241" y="999"/>
                </a:lnTo>
                <a:lnTo>
                  <a:pt x="241" y="999"/>
                </a:lnTo>
                <a:lnTo>
                  <a:pt x="236" y="1003"/>
                </a:lnTo>
                <a:lnTo>
                  <a:pt x="232" y="1005"/>
                </a:lnTo>
                <a:lnTo>
                  <a:pt x="227" y="1007"/>
                </a:lnTo>
                <a:lnTo>
                  <a:pt x="221" y="1007"/>
                </a:lnTo>
                <a:lnTo>
                  <a:pt x="216" y="1007"/>
                </a:lnTo>
                <a:lnTo>
                  <a:pt x="211" y="1005"/>
                </a:lnTo>
                <a:lnTo>
                  <a:pt x="206" y="1003"/>
                </a:lnTo>
                <a:lnTo>
                  <a:pt x="202" y="999"/>
                </a:lnTo>
                <a:lnTo>
                  <a:pt x="202" y="999"/>
                </a:lnTo>
                <a:lnTo>
                  <a:pt x="198" y="995"/>
                </a:lnTo>
                <a:lnTo>
                  <a:pt x="196" y="990"/>
                </a:lnTo>
                <a:lnTo>
                  <a:pt x="194" y="985"/>
                </a:lnTo>
                <a:lnTo>
                  <a:pt x="194" y="980"/>
                </a:lnTo>
                <a:lnTo>
                  <a:pt x="194" y="974"/>
                </a:lnTo>
                <a:lnTo>
                  <a:pt x="196" y="969"/>
                </a:lnTo>
                <a:lnTo>
                  <a:pt x="198" y="965"/>
                </a:lnTo>
                <a:lnTo>
                  <a:pt x="202" y="960"/>
                </a:lnTo>
                <a:lnTo>
                  <a:pt x="202" y="960"/>
                </a:lnTo>
                <a:close/>
                <a:moveTo>
                  <a:pt x="146" y="1016"/>
                </a:moveTo>
                <a:lnTo>
                  <a:pt x="146" y="1016"/>
                </a:lnTo>
                <a:lnTo>
                  <a:pt x="149" y="1012"/>
                </a:lnTo>
                <a:lnTo>
                  <a:pt x="155" y="1010"/>
                </a:lnTo>
                <a:lnTo>
                  <a:pt x="160" y="1009"/>
                </a:lnTo>
                <a:lnTo>
                  <a:pt x="166" y="1007"/>
                </a:lnTo>
                <a:lnTo>
                  <a:pt x="170" y="1009"/>
                </a:lnTo>
                <a:lnTo>
                  <a:pt x="176" y="1010"/>
                </a:lnTo>
                <a:lnTo>
                  <a:pt x="181" y="1012"/>
                </a:lnTo>
                <a:lnTo>
                  <a:pt x="185" y="1016"/>
                </a:lnTo>
                <a:lnTo>
                  <a:pt x="185" y="1016"/>
                </a:lnTo>
                <a:lnTo>
                  <a:pt x="189" y="1020"/>
                </a:lnTo>
                <a:lnTo>
                  <a:pt x="191" y="1025"/>
                </a:lnTo>
                <a:lnTo>
                  <a:pt x="192" y="1031"/>
                </a:lnTo>
                <a:lnTo>
                  <a:pt x="194" y="1035"/>
                </a:lnTo>
                <a:lnTo>
                  <a:pt x="192" y="1041"/>
                </a:lnTo>
                <a:lnTo>
                  <a:pt x="191" y="1046"/>
                </a:lnTo>
                <a:lnTo>
                  <a:pt x="189" y="1051"/>
                </a:lnTo>
                <a:lnTo>
                  <a:pt x="185" y="1055"/>
                </a:lnTo>
                <a:lnTo>
                  <a:pt x="185" y="1055"/>
                </a:lnTo>
                <a:lnTo>
                  <a:pt x="181" y="1058"/>
                </a:lnTo>
                <a:lnTo>
                  <a:pt x="176" y="1062"/>
                </a:lnTo>
                <a:lnTo>
                  <a:pt x="170" y="1063"/>
                </a:lnTo>
                <a:lnTo>
                  <a:pt x="166" y="1063"/>
                </a:lnTo>
                <a:lnTo>
                  <a:pt x="160" y="1063"/>
                </a:lnTo>
                <a:lnTo>
                  <a:pt x="155" y="1062"/>
                </a:lnTo>
                <a:lnTo>
                  <a:pt x="149" y="1058"/>
                </a:lnTo>
                <a:lnTo>
                  <a:pt x="146" y="1055"/>
                </a:lnTo>
                <a:lnTo>
                  <a:pt x="146" y="1055"/>
                </a:lnTo>
                <a:lnTo>
                  <a:pt x="143" y="1051"/>
                </a:lnTo>
                <a:lnTo>
                  <a:pt x="139" y="1046"/>
                </a:lnTo>
                <a:lnTo>
                  <a:pt x="138" y="1041"/>
                </a:lnTo>
                <a:lnTo>
                  <a:pt x="138" y="1035"/>
                </a:lnTo>
                <a:lnTo>
                  <a:pt x="138" y="1031"/>
                </a:lnTo>
                <a:lnTo>
                  <a:pt x="139" y="1025"/>
                </a:lnTo>
                <a:lnTo>
                  <a:pt x="143" y="1020"/>
                </a:lnTo>
                <a:lnTo>
                  <a:pt x="146" y="1016"/>
                </a:lnTo>
                <a:lnTo>
                  <a:pt x="146" y="1016"/>
                </a:lnTo>
                <a:close/>
                <a:moveTo>
                  <a:pt x="146" y="1128"/>
                </a:moveTo>
                <a:lnTo>
                  <a:pt x="146" y="1128"/>
                </a:lnTo>
                <a:lnTo>
                  <a:pt x="149" y="1124"/>
                </a:lnTo>
                <a:lnTo>
                  <a:pt x="155" y="1121"/>
                </a:lnTo>
                <a:lnTo>
                  <a:pt x="160" y="1120"/>
                </a:lnTo>
                <a:lnTo>
                  <a:pt x="166" y="1120"/>
                </a:lnTo>
                <a:lnTo>
                  <a:pt x="170" y="1120"/>
                </a:lnTo>
                <a:lnTo>
                  <a:pt x="176" y="1121"/>
                </a:lnTo>
                <a:lnTo>
                  <a:pt x="181" y="1124"/>
                </a:lnTo>
                <a:lnTo>
                  <a:pt x="185" y="1128"/>
                </a:lnTo>
                <a:lnTo>
                  <a:pt x="185" y="1128"/>
                </a:lnTo>
                <a:lnTo>
                  <a:pt x="189" y="1133"/>
                </a:lnTo>
                <a:lnTo>
                  <a:pt x="191" y="1137"/>
                </a:lnTo>
                <a:lnTo>
                  <a:pt x="192" y="1142"/>
                </a:lnTo>
                <a:lnTo>
                  <a:pt x="194" y="1148"/>
                </a:lnTo>
                <a:lnTo>
                  <a:pt x="192" y="1152"/>
                </a:lnTo>
                <a:lnTo>
                  <a:pt x="191" y="1158"/>
                </a:lnTo>
                <a:lnTo>
                  <a:pt x="189" y="1163"/>
                </a:lnTo>
                <a:lnTo>
                  <a:pt x="185" y="1167"/>
                </a:lnTo>
                <a:lnTo>
                  <a:pt x="185" y="1167"/>
                </a:lnTo>
                <a:lnTo>
                  <a:pt x="181" y="1171"/>
                </a:lnTo>
                <a:lnTo>
                  <a:pt x="176" y="1173"/>
                </a:lnTo>
                <a:lnTo>
                  <a:pt x="170" y="1175"/>
                </a:lnTo>
                <a:lnTo>
                  <a:pt x="166" y="1175"/>
                </a:lnTo>
                <a:lnTo>
                  <a:pt x="160" y="1175"/>
                </a:lnTo>
                <a:lnTo>
                  <a:pt x="155" y="1173"/>
                </a:lnTo>
                <a:lnTo>
                  <a:pt x="149" y="1171"/>
                </a:lnTo>
                <a:lnTo>
                  <a:pt x="146" y="1167"/>
                </a:lnTo>
                <a:lnTo>
                  <a:pt x="146" y="1167"/>
                </a:lnTo>
                <a:lnTo>
                  <a:pt x="143" y="1163"/>
                </a:lnTo>
                <a:lnTo>
                  <a:pt x="139" y="1158"/>
                </a:lnTo>
                <a:lnTo>
                  <a:pt x="138" y="1152"/>
                </a:lnTo>
                <a:lnTo>
                  <a:pt x="138" y="1148"/>
                </a:lnTo>
                <a:lnTo>
                  <a:pt x="138" y="1142"/>
                </a:lnTo>
                <a:lnTo>
                  <a:pt x="139" y="1137"/>
                </a:lnTo>
                <a:lnTo>
                  <a:pt x="143" y="1133"/>
                </a:lnTo>
                <a:lnTo>
                  <a:pt x="146" y="1128"/>
                </a:lnTo>
                <a:lnTo>
                  <a:pt x="146" y="1128"/>
                </a:lnTo>
                <a:close/>
                <a:moveTo>
                  <a:pt x="130" y="1223"/>
                </a:moveTo>
                <a:lnTo>
                  <a:pt x="130" y="1223"/>
                </a:lnTo>
                <a:lnTo>
                  <a:pt x="125" y="1226"/>
                </a:lnTo>
                <a:lnTo>
                  <a:pt x="120" y="1229"/>
                </a:lnTo>
                <a:lnTo>
                  <a:pt x="115" y="1231"/>
                </a:lnTo>
                <a:lnTo>
                  <a:pt x="109" y="1231"/>
                </a:lnTo>
                <a:lnTo>
                  <a:pt x="104" y="1231"/>
                </a:lnTo>
                <a:lnTo>
                  <a:pt x="98" y="1229"/>
                </a:lnTo>
                <a:lnTo>
                  <a:pt x="94" y="1226"/>
                </a:lnTo>
                <a:lnTo>
                  <a:pt x="89" y="1223"/>
                </a:lnTo>
                <a:lnTo>
                  <a:pt x="89" y="1223"/>
                </a:lnTo>
                <a:lnTo>
                  <a:pt x="86" y="1218"/>
                </a:lnTo>
                <a:lnTo>
                  <a:pt x="83" y="1214"/>
                </a:lnTo>
                <a:lnTo>
                  <a:pt x="82" y="1209"/>
                </a:lnTo>
                <a:lnTo>
                  <a:pt x="81" y="1203"/>
                </a:lnTo>
                <a:lnTo>
                  <a:pt x="82" y="1197"/>
                </a:lnTo>
                <a:lnTo>
                  <a:pt x="83" y="1193"/>
                </a:lnTo>
                <a:lnTo>
                  <a:pt x="86" y="1188"/>
                </a:lnTo>
                <a:lnTo>
                  <a:pt x="89" y="1184"/>
                </a:lnTo>
                <a:lnTo>
                  <a:pt x="89" y="1184"/>
                </a:lnTo>
                <a:lnTo>
                  <a:pt x="94" y="1180"/>
                </a:lnTo>
                <a:lnTo>
                  <a:pt x="98" y="1178"/>
                </a:lnTo>
                <a:lnTo>
                  <a:pt x="104" y="1175"/>
                </a:lnTo>
                <a:lnTo>
                  <a:pt x="109" y="1175"/>
                </a:lnTo>
                <a:lnTo>
                  <a:pt x="115" y="1175"/>
                </a:lnTo>
                <a:lnTo>
                  <a:pt x="120" y="1178"/>
                </a:lnTo>
                <a:lnTo>
                  <a:pt x="125" y="1180"/>
                </a:lnTo>
                <a:lnTo>
                  <a:pt x="130" y="1184"/>
                </a:lnTo>
                <a:lnTo>
                  <a:pt x="130" y="1184"/>
                </a:lnTo>
                <a:lnTo>
                  <a:pt x="133" y="1188"/>
                </a:lnTo>
                <a:lnTo>
                  <a:pt x="136" y="1193"/>
                </a:lnTo>
                <a:lnTo>
                  <a:pt x="137" y="1197"/>
                </a:lnTo>
                <a:lnTo>
                  <a:pt x="138" y="1203"/>
                </a:lnTo>
                <a:lnTo>
                  <a:pt x="137" y="1209"/>
                </a:lnTo>
                <a:lnTo>
                  <a:pt x="136" y="1214"/>
                </a:lnTo>
                <a:lnTo>
                  <a:pt x="133" y="1218"/>
                </a:lnTo>
                <a:lnTo>
                  <a:pt x="130" y="1223"/>
                </a:lnTo>
                <a:lnTo>
                  <a:pt x="130" y="1223"/>
                </a:lnTo>
                <a:close/>
                <a:moveTo>
                  <a:pt x="130" y="1112"/>
                </a:moveTo>
                <a:lnTo>
                  <a:pt x="130" y="1112"/>
                </a:lnTo>
                <a:lnTo>
                  <a:pt x="125" y="1115"/>
                </a:lnTo>
                <a:lnTo>
                  <a:pt x="120" y="1118"/>
                </a:lnTo>
                <a:lnTo>
                  <a:pt x="115" y="1119"/>
                </a:lnTo>
                <a:lnTo>
                  <a:pt x="109" y="1120"/>
                </a:lnTo>
                <a:lnTo>
                  <a:pt x="104" y="1119"/>
                </a:lnTo>
                <a:lnTo>
                  <a:pt x="98" y="1118"/>
                </a:lnTo>
                <a:lnTo>
                  <a:pt x="94" y="1115"/>
                </a:lnTo>
                <a:lnTo>
                  <a:pt x="89" y="1112"/>
                </a:lnTo>
                <a:lnTo>
                  <a:pt x="89" y="1112"/>
                </a:lnTo>
                <a:lnTo>
                  <a:pt x="86" y="1107"/>
                </a:lnTo>
                <a:lnTo>
                  <a:pt x="83" y="1102"/>
                </a:lnTo>
                <a:lnTo>
                  <a:pt x="82" y="1097"/>
                </a:lnTo>
                <a:lnTo>
                  <a:pt x="81" y="1092"/>
                </a:lnTo>
                <a:lnTo>
                  <a:pt x="82" y="1086"/>
                </a:lnTo>
                <a:lnTo>
                  <a:pt x="83" y="1080"/>
                </a:lnTo>
                <a:lnTo>
                  <a:pt x="86" y="1076"/>
                </a:lnTo>
                <a:lnTo>
                  <a:pt x="89" y="1071"/>
                </a:lnTo>
                <a:lnTo>
                  <a:pt x="89" y="1071"/>
                </a:lnTo>
                <a:lnTo>
                  <a:pt x="94" y="1068"/>
                </a:lnTo>
                <a:lnTo>
                  <a:pt x="98" y="1065"/>
                </a:lnTo>
                <a:lnTo>
                  <a:pt x="104" y="1064"/>
                </a:lnTo>
                <a:lnTo>
                  <a:pt x="109" y="1063"/>
                </a:lnTo>
                <a:lnTo>
                  <a:pt x="115" y="1064"/>
                </a:lnTo>
                <a:lnTo>
                  <a:pt x="120" y="1065"/>
                </a:lnTo>
                <a:lnTo>
                  <a:pt x="125" y="1068"/>
                </a:lnTo>
                <a:lnTo>
                  <a:pt x="130" y="1071"/>
                </a:lnTo>
                <a:lnTo>
                  <a:pt x="130" y="1071"/>
                </a:lnTo>
                <a:lnTo>
                  <a:pt x="133" y="1076"/>
                </a:lnTo>
                <a:lnTo>
                  <a:pt x="136" y="1080"/>
                </a:lnTo>
                <a:lnTo>
                  <a:pt x="137" y="1086"/>
                </a:lnTo>
                <a:lnTo>
                  <a:pt x="138" y="1092"/>
                </a:lnTo>
                <a:lnTo>
                  <a:pt x="137" y="1097"/>
                </a:lnTo>
                <a:lnTo>
                  <a:pt x="136" y="1102"/>
                </a:lnTo>
                <a:lnTo>
                  <a:pt x="133" y="1107"/>
                </a:lnTo>
                <a:lnTo>
                  <a:pt x="130" y="1112"/>
                </a:lnTo>
                <a:lnTo>
                  <a:pt x="130" y="1112"/>
                </a:lnTo>
                <a:close/>
                <a:moveTo>
                  <a:pt x="185" y="1279"/>
                </a:moveTo>
                <a:lnTo>
                  <a:pt x="185" y="1279"/>
                </a:lnTo>
                <a:lnTo>
                  <a:pt x="181" y="1283"/>
                </a:lnTo>
                <a:lnTo>
                  <a:pt x="176" y="1286"/>
                </a:lnTo>
                <a:lnTo>
                  <a:pt x="170" y="1287"/>
                </a:lnTo>
                <a:lnTo>
                  <a:pt x="166" y="1288"/>
                </a:lnTo>
                <a:lnTo>
                  <a:pt x="160" y="1287"/>
                </a:lnTo>
                <a:lnTo>
                  <a:pt x="155" y="1286"/>
                </a:lnTo>
                <a:lnTo>
                  <a:pt x="149" y="1283"/>
                </a:lnTo>
                <a:lnTo>
                  <a:pt x="146" y="1279"/>
                </a:lnTo>
                <a:lnTo>
                  <a:pt x="146" y="1279"/>
                </a:lnTo>
                <a:lnTo>
                  <a:pt x="143" y="1275"/>
                </a:lnTo>
                <a:lnTo>
                  <a:pt x="139" y="1269"/>
                </a:lnTo>
                <a:lnTo>
                  <a:pt x="138" y="1265"/>
                </a:lnTo>
                <a:lnTo>
                  <a:pt x="138" y="1259"/>
                </a:lnTo>
                <a:lnTo>
                  <a:pt x="138" y="1254"/>
                </a:lnTo>
                <a:lnTo>
                  <a:pt x="139" y="1248"/>
                </a:lnTo>
                <a:lnTo>
                  <a:pt x="143" y="1244"/>
                </a:lnTo>
                <a:lnTo>
                  <a:pt x="146" y="1239"/>
                </a:lnTo>
                <a:lnTo>
                  <a:pt x="146" y="1239"/>
                </a:lnTo>
                <a:lnTo>
                  <a:pt x="149" y="1236"/>
                </a:lnTo>
                <a:lnTo>
                  <a:pt x="155" y="1233"/>
                </a:lnTo>
                <a:lnTo>
                  <a:pt x="160" y="1232"/>
                </a:lnTo>
                <a:lnTo>
                  <a:pt x="166" y="1231"/>
                </a:lnTo>
                <a:lnTo>
                  <a:pt x="170" y="1232"/>
                </a:lnTo>
                <a:lnTo>
                  <a:pt x="176" y="1233"/>
                </a:lnTo>
                <a:lnTo>
                  <a:pt x="181" y="1236"/>
                </a:lnTo>
                <a:lnTo>
                  <a:pt x="185" y="1239"/>
                </a:lnTo>
                <a:lnTo>
                  <a:pt x="185" y="1239"/>
                </a:lnTo>
                <a:lnTo>
                  <a:pt x="189" y="1244"/>
                </a:lnTo>
                <a:lnTo>
                  <a:pt x="191" y="1248"/>
                </a:lnTo>
                <a:lnTo>
                  <a:pt x="192" y="1254"/>
                </a:lnTo>
                <a:lnTo>
                  <a:pt x="194" y="1259"/>
                </a:lnTo>
                <a:lnTo>
                  <a:pt x="192" y="1265"/>
                </a:lnTo>
                <a:lnTo>
                  <a:pt x="191" y="1269"/>
                </a:lnTo>
                <a:lnTo>
                  <a:pt x="189" y="1275"/>
                </a:lnTo>
                <a:lnTo>
                  <a:pt x="185" y="1279"/>
                </a:lnTo>
                <a:lnTo>
                  <a:pt x="185" y="1279"/>
                </a:lnTo>
                <a:close/>
                <a:moveTo>
                  <a:pt x="241" y="1335"/>
                </a:moveTo>
                <a:lnTo>
                  <a:pt x="241" y="1335"/>
                </a:lnTo>
                <a:lnTo>
                  <a:pt x="236" y="1339"/>
                </a:lnTo>
                <a:lnTo>
                  <a:pt x="232" y="1341"/>
                </a:lnTo>
                <a:lnTo>
                  <a:pt x="227" y="1342"/>
                </a:lnTo>
                <a:lnTo>
                  <a:pt x="221" y="1344"/>
                </a:lnTo>
                <a:lnTo>
                  <a:pt x="216" y="1342"/>
                </a:lnTo>
                <a:lnTo>
                  <a:pt x="211" y="1341"/>
                </a:lnTo>
                <a:lnTo>
                  <a:pt x="206" y="1339"/>
                </a:lnTo>
                <a:lnTo>
                  <a:pt x="202" y="1335"/>
                </a:lnTo>
                <a:lnTo>
                  <a:pt x="202" y="1335"/>
                </a:lnTo>
                <a:lnTo>
                  <a:pt x="198" y="1331"/>
                </a:lnTo>
                <a:lnTo>
                  <a:pt x="196" y="1326"/>
                </a:lnTo>
                <a:lnTo>
                  <a:pt x="194" y="1320"/>
                </a:lnTo>
                <a:lnTo>
                  <a:pt x="194" y="1316"/>
                </a:lnTo>
                <a:lnTo>
                  <a:pt x="194" y="1310"/>
                </a:lnTo>
                <a:lnTo>
                  <a:pt x="196" y="1305"/>
                </a:lnTo>
                <a:lnTo>
                  <a:pt x="198" y="1299"/>
                </a:lnTo>
                <a:lnTo>
                  <a:pt x="202" y="1296"/>
                </a:lnTo>
                <a:lnTo>
                  <a:pt x="202" y="1296"/>
                </a:lnTo>
                <a:lnTo>
                  <a:pt x="206" y="1291"/>
                </a:lnTo>
                <a:lnTo>
                  <a:pt x="211" y="1289"/>
                </a:lnTo>
                <a:lnTo>
                  <a:pt x="216" y="1288"/>
                </a:lnTo>
                <a:lnTo>
                  <a:pt x="221" y="1288"/>
                </a:lnTo>
                <a:lnTo>
                  <a:pt x="227" y="1288"/>
                </a:lnTo>
                <a:lnTo>
                  <a:pt x="232" y="1289"/>
                </a:lnTo>
                <a:lnTo>
                  <a:pt x="236" y="1291"/>
                </a:lnTo>
                <a:lnTo>
                  <a:pt x="241" y="1296"/>
                </a:lnTo>
                <a:lnTo>
                  <a:pt x="241" y="1296"/>
                </a:lnTo>
                <a:lnTo>
                  <a:pt x="245" y="1299"/>
                </a:lnTo>
                <a:lnTo>
                  <a:pt x="247" y="1305"/>
                </a:lnTo>
                <a:lnTo>
                  <a:pt x="249" y="1310"/>
                </a:lnTo>
                <a:lnTo>
                  <a:pt x="249" y="1316"/>
                </a:lnTo>
                <a:lnTo>
                  <a:pt x="249" y="1320"/>
                </a:lnTo>
                <a:lnTo>
                  <a:pt x="247" y="1326"/>
                </a:lnTo>
                <a:lnTo>
                  <a:pt x="245" y="1331"/>
                </a:lnTo>
                <a:lnTo>
                  <a:pt x="241" y="1335"/>
                </a:lnTo>
                <a:lnTo>
                  <a:pt x="241" y="1335"/>
                </a:lnTo>
                <a:close/>
                <a:moveTo>
                  <a:pt x="257" y="1239"/>
                </a:moveTo>
                <a:lnTo>
                  <a:pt x="257" y="1239"/>
                </a:lnTo>
                <a:lnTo>
                  <a:pt x="262" y="1236"/>
                </a:lnTo>
                <a:lnTo>
                  <a:pt x="267" y="1233"/>
                </a:lnTo>
                <a:lnTo>
                  <a:pt x="272" y="1232"/>
                </a:lnTo>
                <a:lnTo>
                  <a:pt x="277" y="1231"/>
                </a:lnTo>
                <a:lnTo>
                  <a:pt x="283" y="1232"/>
                </a:lnTo>
                <a:lnTo>
                  <a:pt x="287" y="1233"/>
                </a:lnTo>
                <a:lnTo>
                  <a:pt x="293" y="1236"/>
                </a:lnTo>
                <a:lnTo>
                  <a:pt x="297" y="1239"/>
                </a:lnTo>
                <a:lnTo>
                  <a:pt x="297" y="1239"/>
                </a:lnTo>
                <a:lnTo>
                  <a:pt x="301" y="1244"/>
                </a:lnTo>
                <a:lnTo>
                  <a:pt x="304" y="1248"/>
                </a:lnTo>
                <a:lnTo>
                  <a:pt x="305" y="1254"/>
                </a:lnTo>
                <a:lnTo>
                  <a:pt x="305" y="1259"/>
                </a:lnTo>
                <a:lnTo>
                  <a:pt x="305" y="1265"/>
                </a:lnTo>
                <a:lnTo>
                  <a:pt x="304" y="1269"/>
                </a:lnTo>
                <a:lnTo>
                  <a:pt x="301" y="1275"/>
                </a:lnTo>
                <a:lnTo>
                  <a:pt x="297" y="1279"/>
                </a:lnTo>
                <a:lnTo>
                  <a:pt x="297" y="1279"/>
                </a:lnTo>
                <a:lnTo>
                  <a:pt x="293" y="1283"/>
                </a:lnTo>
                <a:lnTo>
                  <a:pt x="287" y="1286"/>
                </a:lnTo>
                <a:lnTo>
                  <a:pt x="283" y="1287"/>
                </a:lnTo>
                <a:lnTo>
                  <a:pt x="277" y="1288"/>
                </a:lnTo>
                <a:lnTo>
                  <a:pt x="272" y="1287"/>
                </a:lnTo>
                <a:lnTo>
                  <a:pt x="267" y="1286"/>
                </a:lnTo>
                <a:lnTo>
                  <a:pt x="262" y="1283"/>
                </a:lnTo>
                <a:lnTo>
                  <a:pt x="257" y="1279"/>
                </a:lnTo>
                <a:lnTo>
                  <a:pt x="257" y="1279"/>
                </a:lnTo>
                <a:lnTo>
                  <a:pt x="254" y="1275"/>
                </a:lnTo>
                <a:lnTo>
                  <a:pt x="251" y="1269"/>
                </a:lnTo>
                <a:lnTo>
                  <a:pt x="250" y="1265"/>
                </a:lnTo>
                <a:lnTo>
                  <a:pt x="249" y="1259"/>
                </a:lnTo>
                <a:lnTo>
                  <a:pt x="250" y="1254"/>
                </a:lnTo>
                <a:lnTo>
                  <a:pt x="251" y="1248"/>
                </a:lnTo>
                <a:lnTo>
                  <a:pt x="254" y="1244"/>
                </a:lnTo>
                <a:lnTo>
                  <a:pt x="257" y="1239"/>
                </a:lnTo>
                <a:lnTo>
                  <a:pt x="257" y="1239"/>
                </a:lnTo>
                <a:close/>
                <a:moveTo>
                  <a:pt x="298" y="1391"/>
                </a:moveTo>
                <a:lnTo>
                  <a:pt x="298" y="1391"/>
                </a:lnTo>
                <a:lnTo>
                  <a:pt x="293" y="1395"/>
                </a:lnTo>
                <a:lnTo>
                  <a:pt x="289" y="1397"/>
                </a:lnTo>
                <a:lnTo>
                  <a:pt x="283" y="1399"/>
                </a:lnTo>
                <a:lnTo>
                  <a:pt x="278" y="1399"/>
                </a:lnTo>
                <a:lnTo>
                  <a:pt x="272" y="1399"/>
                </a:lnTo>
                <a:lnTo>
                  <a:pt x="268" y="1397"/>
                </a:lnTo>
                <a:lnTo>
                  <a:pt x="262" y="1395"/>
                </a:lnTo>
                <a:lnTo>
                  <a:pt x="258" y="1391"/>
                </a:lnTo>
                <a:lnTo>
                  <a:pt x="258" y="1391"/>
                </a:lnTo>
                <a:lnTo>
                  <a:pt x="255" y="1386"/>
                </a:lnTo>
                <a:lnTo>
                  <a:pt x="251" y="1382"/>
                </a:lnTo>
                <a:lnTo>
                  <a:pt x="250" y="1377"/>
                </a:lnTo>
                <a:lnTo>
                  <a:pt x="250" y="1371"/>
                </a:lnTo>
                <a:lnTo>
                  <a:pt x="250" y="1366"/>
                </a:lnTo>
                <a:lnTo>
                  <a:pt x="251" y="1361"/>
                </a:lnTo>
                <a:lnTo>
                  <a:pt x="255" y="1356"/>
                </a:lnTo>
                <a:lnTo>
                  <a:pt x="258" y="1352"/>
                </a:lnTo>
                <a:lnTo>
                  <a:pt x="258" y="1352"/>
                </a:lnTo>
                <a:lnTo>
                  <a:pt x="262" y="1348"/>
                </a:lnTo>
                <a:lnTo>
                  <a:pt x="268" y="1346"/>
                </a:lnTo>
                <a:lnTo>
                  <a:pt x="272" y="1344"/>
                </a:lnTo>
                <a:lnTo>
                  <a:pt x="278" y="1344"/>
                </a:lnTo>
                <a:lnTo>
                  <a:pt x="283" y="1344"/>
                </a:lnTo>
                <a:lnTo>
                  <a:pt x="289" y="1346"/>
                </a:lnTo>
                <a:lnTo>
                  <a:pt x="293" y="1348"/>
                </a:lnTo>
                <a:lnTo>
                  <a:pt x="298" y="1352"/>
                </a:lnTo>
                <a:lnTo>
                  <a:pt x="298" y="1352"/>
                </a:lnTo>
                <a:lnTo>
                  <a:pt x="301" y="1356"/>
                </a:lnTo>
                <a:lnTo>
                  <a:pt x="304" y="1361"/>
                </a:lnTo>
                <a:lnTo>
                  <a:pt x="305" y="1366"/>
                </a:lnTo>
                <a:lnTo>
                  <a:pt x="306" y="1371"/>
                </a:lnTo>
                <a:lnTo>
                  <a:pt x="305" y="1377"/>
                </a:lnTo>
                <a:lnTo>
                  <a:pt x="304" y="1382"/>
                </a:lnTo>
                <a:lnTo>
                  <a:pt x="301" y="1386"/>
                </a:lnTo>
                <a:lnTo>
                  <a:pt x="298" y="1391"/>
                </a:lnTo>
                <a:lnTo>
                  <a:pt x="298" y="1391"/>
                </a:lnTo>
                <a:close/>
                <a:moveTo>
                  <a:pt x="314" y="1335"/>
                </a:moveTo>
                <a:lnTo>
                  <a:pt x="314" y="1335"/>
                </a:lnTo>
                <a:lnTo>
                  <a:pt x="311" y="1331"/>
                </a:lnTo>
                <a:lnTo>
                  <a:pt x="308" y="1326"/>
                </a:lnTo>
                <a:lnTo>
                  <a:pt x="306" y="1320"/>
                </a:lnTo>
                <a:lnTo>
                  <a:pt x="306" y="1316"/>
                </a:lnTo>
                <a:lnTo>
                  <a:pt x="306" y="1310"/>
                </a:lnTo>
                <a:lnTo>
                  <a:pt x="308" y="1305"/>
                </a:lnTo>
                <a:lnTo>
                  <a:pt x="311" y="1299"/>
                </a:lnTo>
                <a:lnTo>
                  <a:pt x="314" y="1296"/>
                </a:lnTo>
                <a:lnTo>
                  <a:pt x="314" y="1296"/>
                </a:lnTo>
                <a:lnTo>
                  <a:pt x="319" y="1293"/>
                </a:lnTo>
                <a:lnTo>
                  <a:pt x="323" y="1289"/>
                </a:lnTo>
                <a:lnTo>
                  <a:pt x="328" y="1288"/>
                </a:lnTo>
                <a:lnTo>
                  <a:pt x="334" y="1288"/>
                </a:lnTo>
                <a:lnTo>
                  <a:pt x="340" y="1288"/>
                </a:lnTo>
                <a:lnTo>
                  <a:pt x="344" y="1289"/>
                </a:lnTo>
                <a:lnTo>
                  <a:pt x="349" y="1293"/>
                </a:lnTo>
                <a:lnTo>
                  <a:pt x="353" y="1296"/>
                </a:lnTo>
                <a:lnTo>
                  <a:pt x="353" y="1296"/>
                </a:lnTo>
                <a:lnTo>
                  <a:pt x="357" y="1299"/>
                </a:lnTo>
                <a:lnTo>
                  <a:pt x="359" y="1305"/>
                </a:lnTo>
                <a:lnTo>
                  <a:pt x="362" y="1310"/>
                </a:lnTo>
                <a:lnTo>
                  <a:pt x="362" y="1316"/>
                </a:lnTo>
                <a:lnTo>
                  <a:pt x="362" y="1320"/>
                </a:lnTo>
                <a:lnTo>
                  <a:pt x="359" y="1326"/>
                </a:lnTo>
                <a:lnTo>
                  <a:pt x="357" y="1331"/>
                </a:lnTo>
                <a:lnTo>
                  <a:pt x="353" y="1335"/>
                </a:lnTo>
                <a:lnTo>
                  <a:pt x="353" y="1335"/>
                </a:lnTo>
                <a:lnTo>
                  <a:pt x="349" y="1339"/>
                </a:lnTo>
                <a:lnTo>
                  <a:pt x="344" y="1341"/>
                </a:lnTo>
                <a:lnTo>
                  <a:pt x="340" y="1342"/>
                </a:lnTo>
                <a:lnTo>
                  <a:pt x="334" y="1344"/>
                </a:lnTo>
                <a:lnTo>
                  <a:pt x="328" y="1342"/>
                </a:lnTo>
                <a:lnTo>
                  <a:pt x="323" y="1341"/>
                </a:lnTo>
                <a:lnTo>
                  <a:pt x="319" y="1339"/>
                </a:lnTo>
                <a:lnTo>
                  <a:pt x="314" y="1335"/>
                </a:lnTo>
                <a:lnTo>
                  <a:pt x="314" y="1335"/>
                </a:lnTo>
                <a:close/>
                <a:moveTo>
                  <a:pt x="409" y="1391"/>
                </a:moveTo>
                <a:lnTo>
                  <a:pt x="409" y="1391"/>
                </a:lnTo>
                <a:lnTo>
                  <a:pt x="406" y="1395"/>
                </a:lnTo>
                <a:lnTo>
                  <a:pt x="400" y="1397"/>
                </a:lnTo>
                <a:lnTo>
                  <a:pt x="395" y="1399"/>
                </a:lnTo>
                <a:lnTo>
                  <a:pt x="389" y="1399"/>
                </a:lnTo>
                <a:lnTo>
                  <a:pt x="385" y="1399"/>
                </a:lnTo>
                <a:lnTo>
                  <a:pt x="379" y="1397"/>
                </a:lnTo>
                <a:lnTo>
                  <a:pt x="374" y="1395"/>
                </a:lnTo>
                <a:lnTo>
                  <a:pt x="370" y="1391"/>
                </a:lnTo>
                <a:lnTo>
                  <a:pt x="370" y="1391"/>
                </a:lnTo>
                <a:lnTo>
                  <a:pt x="366" y="1386"/>
                </a:lnTo>
                <a:lnTo>
                  <a:pt x="364" y="1382"/>
                </a:lnTo>
                <a:lnTo>
                  <a:pt x="363" y="1377"/>
                </a:lnTo>
                <a:lnTo>
                  <a:pt x="362" y="1371"/>
                </a:lnTo>
                <a:lnTo>
                  <a:pt x="363" y="1366"/>
                </a:lnTo>
                <a:lnTo>
                  <a:pt x="364" y="1361"/>
                </a:lnTo>
                <a:lnTo>
                  <a:pt x="366" y="1356"/>
                </a:lnTo>
                <a:lnTo>
                  <a:pt x="370" y="1352"/>
                </a:lnTo>
                <a:lnTo>
                  <a:pt x="370" y="1352"/>
                </a:lnTo>
                <a:lnTo>
                  <a:pt x="374" y="1348"/>
                </a:lnTo>
                <a:lnTo>
                  <a:pt x="379" y="1346"/>
                </a:lnTo>
                <a:lnTo>
                  <a:pt x="385" y="1344"/>
                </a:lnTo>
                <a:lnTo>
                  <a:pt x="389" y="1344"/>
                </a:lnTo>
                <a:lnTo>
                  <a:pt x="395" y="1344"/>
                </a:lnTo>
                <a:lnTo>
                  <a:pt x="400" y="1346"/>
                </a:lnTo>
                <a:lnTo>
                  <a:pt x="406" y="1348"/>
                </a:lnTo>
                <a:lnTo>
                  <a:pt x="409" y="1352"/>
                </a:lnTo>
                <a:lnTo>
                  <a:pt x="409" y="1352"/>
                </a:lnTo>
                <a:lnTo>
                  <a:pt x="413" y="1356"/>
                </a:lnTo>
                <a:lnTo>
                  <a:pt x="416" y="1361"/>
                </a:lnTo>
                <a:lnTo>
                  <a:pt x="417" y="1366"/>
                </a:lnTo>
                <a:lnTo>
                  <a:pt x="417" y="1371"/>
                </a:lnTo>
                <a:lnTo>
                  <a:pt x="417" y="1377"/>
                </a:lnTo>
                <a:lnTo>
                  <a:pt x="416" y="1382"/>
                </a:lnTo>
                <a:lnTo>
                  <a:pt x="413" y="1386"/>
                </a:lnTo>
                <a:lnTo>
                  <a:pt x="409" y="1391"/>
                </a:lnTo>
                <a:lnTo>
                  <a:pt x="409" y="1391"/>
                </a:lnTo>
                <a:close/>
                <a:moveTo>
                  <a:pt x="466" y="1335"/>
                </a:moveTo>
                <a:lnTo>
                  <a:pt x="466" y="1335"/>
                </a:lnTo>
                <a:lnTo>
                  <a:pt x="461" y="1339"/>
                </a:lnTo>
                <a:lnTo>
                  <a:pt x="457" y="1341"/>
                </a:lnTo>
                <a:lnTo>
                  <a:pt x="451" y="1342"/>
                </a:lnTo>
                <a:lnTo>
                  <a:pt x="446" y="1344"/>
                </a:lnTo>
                <a:lnTo>
                  <a:pt x="440" y="1342"/>
                </a:lnTo>
                <a:lnTo>
                  <a:pt x="436" y="1341"/>
                </a:lnTo>
                <a:lnTo>
                  <a:pt x="430" y="1339"/>
                </a:lnTo>
                <a:lnTo>
                  <a:pt x="426" y="1335"/>
                </a:lnTo>
                <a:lnTo>
                  <a:pt x="426" y="1335"/>
                </a:lnTo>
                <a:lnTo>
                  <a:pt x="422" y="1331"/>
                </a:lnTo>
                <a:lnTo>
                  <a:pt x="420" y="1326"/>
                </a:lnTo>
                <a:lnTo>
                  <a:pt x="418" y="1320"/>
                </a:lnTo>
                <a:lnTo>
                  <a:pt x="417" y="1316"/>
                </a:lnTo>
                <a:lnTo>
                  <a:pt x="418" y="1310"/>
                </a:lnTo>
                <a:lnTo>
                  <a:pt x="420" y="1305"/>
                </a:lnTo>
                <a:lnTo>
                  <a:pt x="422" y="1299"/>
                </a:lnTo>
                <a:lnTo>
                  <a:pt x="426" y="1296"/>
                </a:lnTo>
                <a:lnTo>
                  <a:pt x="426" y="1296"/>
                </a:lnTo>
                <a:lnTo>
                  <a:pt x="430" y="1293"/>
                </a:lnTo>
                <a:lnTo>
                  <a:pt x="435" y="1289"/>
                </a:lnTo>
                <a:lnTo>
                  <a:pt x="440" y="1288"/>
                </a:lnTo>
                <a:lnTo>
                  <a:pt x="446" y="1288"/>
                </a:lnTo>
                <a:lnTo>
                  <a:pt x="451" y="1288"/>
                </a:lnTo>
                <a:lnTo>
                  <a:pt x="457" y="1289"/>
                </a:lnTo>
                <a:lnTo>
                  <a:pt x="461" y="1293"/>
                </a:lnTo>
                <a:lnTo>
                  <a:pt x="466" y="1296"/>
                </a:lnTo>
                <a:lnTo>
                  <a:pt x="466" y="1296"/>
                </a:lnTo>
                <a:lnTo>
                  <a:pt x="469" y="1299"/>
                </a:lnTo>
                <a:lnTo>
                  <a:pt x="472" y="1305"/>
                </a:lnTo>
                <a:lnTo>
                  <a:pt x="473" y="1310"/>
                </a:lnTo>
                <a:lnTo>
                  <a:pt x="474" y="1316"/>
                </a:lnTo>
                <a:lnTo>
                  <a:pt x="473" y="1320"/>
                </a:lnTo>
                <a:lnTo>
                  <a:pt x="472" y="1326"/>
                </a:lnTo>
                <a:lnTo>
                  <a:pt x="469" y="1331"/>
                </a:lnTo>
                <a:lnTo>
                  <a:pt x="466" y="1335"/>
                </a:lnTo>
                <a:lnTo>
                  <a:pt x="466" y="1335"/>
                </a:lnTo>
                <a:close/>
                <a:moveTo>
                  <a:pt x="522" y="1279"/>
                </a:moveTo>
                <a:lnTo>
                  <a:pt x="522" y="1279"/>
                </a:lnTo>
                <a:lnTo>
                  <a:pt x="517" y="1283"/>
                </a:lnTo>
                <a:lnTo>
                  <a:pt x="512" y="1286"/>
                </a:lnTo>
                <a:lnTo>
                  <a:pt x="506" y="1287"/>
                </a:lnTo>
                <a:lnTo>
                  <a:pt x="502" y="1288"/>
                </a:lnTo>
                <a:lnTo>
                  <a:pt x="496" y="1287"/>
                </a:lnTo>
                <a:lnTo>
                  <a:pt x="491" y="1286"/>
                </a:lnTo>
                <a:lnTo>
                  <a:pt x="487" y="1283"/>
                </a:lnTo>
                <a:lnTo>
                  <a:pt x="482" y="1279"/>
                </a:lnTo>
                <a:lnTo>
                  <a:pt x="482" y="1279"/>
                </a:lnTo>
                <a:lnTo>
                  <a:pt x="479" y="1275"/>
                </a:lnTo>
                <a:lnTo>
                  <a:pt x="475" y="1269"/>
                </a:lnTo>
                <a:lnTo>
                  <a:pt x="474" y="1265"/>
                </a:lnTo>
                <a:lnTo>
                  <a:pt x="474" y="1259"/>
                </a:lnTo>
                <a:lnTo>
                  <a:pt x="474" y="1254"/>
                </a:lnTo>
                <a:lnTo>
                  <a:pt x="475" y="1248"/>
                </a:lnTo>
                <a:lnTo>
                  <a:pt x="479" y="1244"/>
                </a:lnTo>
                <a:lnTo>
                  <a:pt x="482" y="1239"/>
                </a:lnTo>
                <a:lnTo>
                  <a:pt x="482" y="1239"/>
                </a:lnTo>
                <a:lnTo>
                  <a:pt x="487" y="1236"/>
                </a:lnTo>
                <a:lnTo>
                  <a:pt x="491" y="1233"/>
                </a:lnTo>
                <a:lnTo>
                  <a:pt x="496" y="1232"/>
                </a:lnTo>
                <a:lnTo>
                  <a:pt x="502" y="1231"/>
                </a:lnTo>
                <a:lnTo>
                  <a:pt x="506" y="1232"/>
                </a:lnTo>
                <a:lnTo>
                  <a:pt x="512" y="1233"/>
                </a:lnTo>
                <a:lnTo>
                  <a:pt x="517" y="1236"/>
                </a:lnTo>
                <a:lnTo>
                  <a:pt x="522" y="1239"/>
                </a:lnTo>
                <a:lnTo>
                  <a:pt x="522" y="1239"/>
                </a:lnTo>
                <a:lnTo>
                  <a:pt x="525" y="1244"/>
                </a:lnTo>
                <a:lnTo>
                  <a:pt x="527" y="1248"/>
                </a:lnTo>
                <a:lnTo>
                  <a:pt x="530" y="1254"/>
                </a:lnTo>
                <a:lnTo>
                  <a:pt x="530" y="1259"/>
                </a:lnTo>
                <a:lnTo>
                  <a:pt x="530" y="1265"/>
                </a:lnTo>
                <a:lnTo>
                  <a:pt x="527" y="1269"/>
                </a:lnTo>
                <a:lnTo>
                  <a:pt x="525" y="1275"/>
                </a:lnTo>
                <a:lnTo>
                  <a:pt x="522" y="1279"/>
                </a:lnTo>
                <a:lnTo>
                  <a:pt x="522" y="1279"/>
                </a:lnTo>
                <a:close/>
                <a:moveTo>
                  <a:pt x="577" y="1223"/>
                </a:moveTo>
                <a:lnTo>
                  <a:pt x="577" y="1223"/>
                </a:lnTo>
                <a:lnTo>
                  <a:pt x="573" y="1226"/>
                </a:lnTo>
                <a:lnTo>
                  <a:pt x="568" y="1229"/>
                </a:lnTo>
                <a:lnTo>
                  <a:pt x="563" y="1231"/>
                </a:lnTo>
                <a:lnTo>
                  <a:pt x="557" y="1231"/>
                </a:lnTo>
                <a:lnTo>
                  <a:pt x="553" y="1231"/>
                </a:lnTo>
                <a:lnTo>
                  <a:pt x="547" y="1229"/>
                </a:lnTo>
                <a:lnTo>
                  <a:pt x="542" y="1226"/>
                </a:lnTo>
                <a:lnTo>
                  <a:pt x="538" y="1223"/>
                </a:lnTo>
                <a:lnTo>
                  <a:pt x="538" y="1223"/>
                </a:lnTo>
                <a:lnTo>
                  <a:pt x="534" y="1218"/>
                </a:lnTo>
                <a:lnTo>
                  <a:pt x="532" y="1214"/>
                </a:lnTo>
                <a:lnTo>
                  <a:pt x="530" y="1209"/>
                </a:lnTo>
                <a:lnTo>
                  <a:pt x="530" y="1203"/>
                </a:lnTo>
                <a:lnTo>
                  <a:pt x="530" y="1199"/>
                </a:lnTo>
                <a:lnTo>
                  <a:pt x="532" y="1193"/>
                </a:lnTo>
                <a:lnTo>
                  <a:pt x="534" y="1188"/>
                </a:lnTo>
                <a:lnTo>
                  <a:pt x="538" y="1184"/>
                </a:lnTo>
                <a:lnTo>
                  <a:pt x="538" y="1184"/>
                </a:lnTo>
                <a:lnTo>
                  <a:pt x="542" y="1180"/>
                </a:lnTo>
                <a:lnTo>
                  <a:pt x="547" y="1178"/>
                </a:lnTo>
                <a:lnTo>
                  <a:pt x="553" y="1175"/>
                </a:lnTo>
                <a:lnTo>
                  <a:pt x="557" y="1175"/>
                </a:lnTo>
                <a:lnTo>
                  <a:pt x="563" y="1175"/>
                </a:lnTo>
                <a:lnTo>
                  <a:pt x="568" y="1178"/>
                </a:lnTo>
                <a:lnTo>
                  <a:pt x="573" y="1180"/>
                </a:lnTo>
                <a:lnTo>
                  <a:pt x="577" y="1184"/>
                </a:lnTo>
                <a:lnTo>
                  <a:pt x="577" y="1184"/>
                </a:lnTo>
                <a:lnTo>
                  <a:pt x="581" y="1188"/>
                </a:lnTo>
                <a:lnTo>
                  <a:pt x="584" y="1193"/>
                </a:lnTo>
                <a:lnTo>
                  <a:pt x="585" y="1199"/>
                </a:lnTo>
                <a:lnTo>
                  <a:pt x="585" y="1203"/>
                </a:lnTo>
                <a:lnTo>
                  <a:pt x="585" y="1209"/>
                </a:lnTo>
                <a:lnTo>
                  <a:pt x="584" y="1214"/>
                </a:lnTo>
                <a:lnTo>
                  <a:pt x="581" y="1218"/>
                </a:lnTo>
                <a:lnTo>
                  <a:pt x="577" y="1223"/>
                </a:lnTo>
                <a:lnTo>
                  <a:pt x="577" y="1223"/>
                </a:lnTo>
                <a:close/>
                <a:moveTo>
                  <a:pt x="723" y="1114"/>
                </a:moveTo>
                <a:lnTo>
                  <a:pt x="723" y="1114"/>
                </a:lnTo>
                <a:lnTo>
                  <a:pt x="719" y="1118"/>
                </a:lnTo>
                <a:lnTo>
                  <a:pt x="714" y="1121"/>
                </a:lnTo>
                <a:lnTo>
                  <a:pt x="708" y="1122"/>
                </a:lnTo>
                <a:lnTo>
                  <a:pt x="703" y="1122"/>
                </a:lnTo>
                <a:lnTo>
                  <a:pt x="698" y="1122"/>
                </a:lnTo>
                <a:lnTo>
                  <a:pt x="693" y="1121"/>
                </a:lnTo>
                <a:lnTo>
                  <a:pt x="688" y="1118"/>
                </a:lnTo>
                <a:lnTo>
                  <a:pt x="684" y="1114"/>
                </a:lnTo>
                <a:lnTo>
                  <a:pt x="367" y="798"/>
                </a:lnTo>
                <a:lnTo>
                  <a:pt x="367" y="798"/>
                </a:lnTo>
                <a:lnTo>
                  <a:pt x="364" y="793"/>
                </a:lnTo>
                <a:lnTo>
                  <a:pt x="360" y="788"/>
                </a:lnTo>
                <a:lnTo>
                  <a:pt x="359" y="784"/>
                </a:lnTo>
                <a:lnTo>
                  <a:pt x="359" y="778"/>
                </a:lnTo>
                <a:lnTo>
                  <a:pt x="359" y="773"/>
                </a:lnTo>
                <a:lnTo>
                  <a:pt x="360" y="768"/>
                </a:lnTo>
                <a:lnTo>
                  <a:pt x="364" y="763"/>
                </a:lnTo>
                <a:lnTo>
                  <a:pt x="367" y="758"/>
                </a:lnTo>
                <a:lnTo>
                  <a:pt x="367" y="758"/>
                </a:lnTo>
                <a:lnTo>
                  <a:pt x="371" y="755"/>
                </a:lnTo>
                <a:lnTo>
                  <a:pt x="377" y="752"/>
                </a:lnTo>
                <a:lnTo>
                  <a:pt x="381" y="750"/>
                </a:lnTo>
                <a:lnTo>
                  <a:pt x="387" y="750"/>
                </a:lnTo>
                <a:lnTo>
                  <a:pt x="392" y="750"/>
                </a:lnTo>
                <a:lnTo>
                  <a:pt x="397" y="752"/>
                </a:lnTo>
                <a:lnTo>
                  <a:pt x="402" y="755"/>
                </a:lnTo>
                <a:lnTo>
                  <a:pt x="407" y="758"/>
                </a:lnTo>
                <a:lnTo>
                  <a:pt x="723" y="1075"/>
                </a:lnTo>
                <a:lnTo>
                  <a:pt x="723" y="1075"/>
                </a:lnTo>
                <a:lnTo>
                  <a:pt x="727" y="1079"/>
                </a:lnTo>
                <a:lnTo>
                  <a:pt x="729" y="1084"/>
                </a:lnTo>
                <a:lnTo>
                  <a:pt x="731" y="1090"/>
                </a:lnTo>
                <a:lnTo>
                  <a:pt x="731" y="1094"/>
                </a:lnTo>
                <a:lnTo>
                  <a:pt x="731" y="1100"/>
                </a:lnTo>
                <a:lnTo>
                  <a:pt x="729" y="1105"/>
                </a:lnTo>
                <a:lnTo>
                  <a:pt x="727" y="1111"/>
                </a:lnTo>
                <a:lnTo>
                  <a:pt x="723" y="1114"/>
                </a:lnTo>
                <a:lnTo>
                  <a:pt x="723" y="1114"/>
                </a:lnTo>
                <a:close/>
                <a:moveTo>
                  <a:pt x="1116" y="721"/>
                </a:moveTo>
                <a:lnTo>
                  <a:pt x="1116" y="721"/>
                </a:lnTo>
                <a:lnTo>
                  <a:pt x="1111" y="725"/>
                </a:lnTo>
                <a:lnTo>
                  <a:pt x="1107" y="727"/>
                </a:lnTo>
                <a:lnTo>
                  <a:pt x="1102" y="729"/>
                </a:lnTo>
                <a:lnTo>
                  <a:pt x="1096" y="729"/>
                </a:lnTo>
                <a:lnTo>
                  <a:pt x="1092" y="729"/>
                </a:lnTo>
                <a:lnTo>
                  <a:pt x="1086" y="727"/>
                </a:lnTo>
                <a:lnTo>
                  <a:pt x="1081" y="725"/>
                </a:lnTo>
                <a:lnTo>
                  <a:pt x="1077" y="721"/>
                </a:lnTo>
                <a:lnTo>
                  <a:pt x="760" y="405"/>
                </a:lnTo>
                <a:lnTo>
                  <a:pt x="760" y="405"/>
                </a:lnTo>
                <a:lnTo>
                  <a:pt x="757" y="400"/>
                </a:lnTo>
                <a:lnTo>
                  <a:pt x="754" y="395"/>
                </a:lnTo>
                <a:lnTo>
                  <a:pt x="752" y="390"/>
                </a:lnTo>
                <a:lnTo>
                  <a:pt x="752" y="385"/>
                </a:lnTo>
                <a:lnTo>
                  <a:pt x="752" y="379"/>
                </a:lnTo>
                <a:lnTo>
                  <a:pt x="754" y="375"/>
                </a:lnTo>
                <a:lnTo>
                  <a:pt x="757" y="369"/>
                </a:lnTo>
                <a:lnTo>
                  <a:pt x="760" y="365"/>
                </a:lnTo>
                <a:lnTo>
                  <a:pt x="760" y="365"/>
                </a:lnTo>
                <a:lnTo>
                  <a:pt x="765" y="362"/>
                </a:lnTo>
                <a:lnTo>
                  <a:pt x="770" y="358"/>
                </a:lnTo>
                <a:lnTo>
                  <a:pt x="774" y="357"/>
                </a:lnTo>
                <a:lnTo>
                  <a:pt x="780" y="357"/>
                </a:lnTo>
                <a:lnTo>
                  <a:pt x="786" y="357"/>
                </a:lnTo>
                <a:lnTo>
                  <a:pt x="790" y="358"/>
                </a:lnTo>
                <a:lnTo>
                  <a:pt x="795" y="362"/>
                </a:lnTo>
                <a:lnTo>
                  <a:pt x="800" y="365"/>
                </a:lnTo>
                <a:lnTo>
                  <a:pt x="1116" y="682"/>
                </a:lnTo>
                <a:lnTo>
                  <a:pt x="1116" y="682"/>
                </a:lnTo>
                <a:lnTo>
                  <a:pt x="1120" y="686"/>
                </a:lnTo>
                <a:lnTo>
                  <a:pt x="1123" y="691"/>
                </a:lnTo>
                <a:lnTo>
                  <a:pt x="1124" y="696"/>
                </a:lnTo>
                <a:lnTo>
                  <a:pt x="1124" y="701"/>
                </a:lnTo>
                <a:lnTo>
                  <a:pt x="1124" y="707"/>
                </a:lnTo>
                <a:lnTo>
                  <a:pt x="1123" y="712"/>
                </a:lnTo>
                <a:lnTo>
                  <a:pt x="1120" y="717"/>
                </a:lnTo>
                <a:lnTo>
                  <a:pt x="1116" y="721"/>
                </a:lnTo>
                <a:lnTo>
                  <a:pt x="1116" y="721"/>
                </a:lnTo>
                <a:close/>
                <a:moveTo>
                  <a:pt x="1165" y="525"/>
                </a:moveTo>
                <a:lnTo>
                  <a:pt x="1165" y="525"/>
                </a:lnTo>
                <a:lnTo>
                  <a:pt x="1160" y="529"/>
                </a:lnTo>
                <a:lnTo>
                  <a:pt x="1156" y="532"/>
                </a:lnTo>
                <a:lnTo>
                  <a:pt x="1151" y="533"/>
                </a:lnTo>
                <a:lnTo>
                  <a:pt x="1145" y="533"/>
                </a:lnTo>
                <a:lnTo>
                  <a:pt x="1139" y="533"/>
                </a:lnTo>
                <a:lnTo>
                  <a:pt x="1135" y="532"/>
                </a:lnTo>
                <a:lnTo>
                  <a:pt x="1130" y="529"/>
                </a:lnTo>
                <a:lnTo>
                  <a:pt x="1125" y="525"/>
                </a:lnTo>
                <a:lnTo>
                  <a:pt x="1125" y="525"/>
                </a:lnTo>
                <a:lnTo>
                  <a:pt x="1122" y="521"/>
                </a:lnTo>
                <a:lnTo>
                  <a:pt x="1120" y="516"/>
                </a:lnTo>
                <a:lnTo>
                  <a:pt x="1117" y="511"/>
                </a:lnTo>
                <a:lnTo>
                  <a:pt x="1117" y="506"/>
                </a:lnTo>
                <a:lnTo>
                  <a:pt x="1117" y="501"/>
                </a:lnTo>
                <a:lnTo>
                  <a:pt x="1120" y="495"/>
                </a:lnTo>
                <a:lnTo>
                  <a:pt x="1122" y="490"/>
                </a:lnTo>
                <a:lnTo>
                  <a:pt x="1125" y="486"/>
                </a:lnTo>
                <a:lnTo>
                  <a:pt x="1125" y="486"/>
                </a:lnTo>
                <a:lnTo>
                  <a:pt x="1130" y="482"/>
                </a:lnTo>
                <a:lnTo>
                  <a:pt x="1135" y="480"/>
                </a:lnTo>
                <a:lnTo>
                  <a:pt x="1139" y="478"/>
                </a:lnTo>
                <a:lnTo>
                  <a:pt x="1145" y="478"/>
                </a:lnTo>
                <a:lnTo>
                  <a:pt x="1151" y="478"/>
                </a:lnTo>
                <a:lnTo>
                  <a:pt x="1156" y="480"/>
                </a:lnTo>
                <a:lnTo>
                  <a:pt x="1160" y="482"/>
                </a:lnTo>
                <a:lnTo>
                  <a:pt x="1165" y="486"/>
                </a:lnTo>
                <a:lnTo>
                  <a:pt x="1165" y="486"/>
                </a:lnTo>
                <a:lnTo>
                  <a:pt x="1168" y="490"/>
                </a:lnTo>
                <a:lnTo>
                  <a:pt x="1171" y="495"/>
                </a:lnTo>
                <a:lnTo>
                  <a:pt x="1173" y="501"/>
                </a:lnTo>
                <a:lnTo>
                  <a:pt x="1173" y="506"/>
                </a:lnTo>
                <a:lnTo>
                  <a:pt x="1173" y="511"/>
                </a:lnTo>
                <a:lnTo>
                  <a:pt x="1171" y="516"/>
                </a:lnTo>
                <a:lnTo>
                  <a:pt x="1168" y="521"/>
                </a:lnTo>
                <a:lnTo>
                  <a:pt x="1165" y="525"/>
                </a:lnTo>
                <a:lnTo>
                  <a:pt x="1165" y="525"/>
                </a:lnTo>
                <a:close/>
                <a:moveTo>
                  <a:pt x="1165" y="412"/>
                </a:moveTo>
                <a:lnTo>
                  <a:pt x="1165" y="412"/>
                </a:lnTo>
                <a:lnTo>
                  <a:pt x="1160" y="415"/>
                </a:lnTo>
                <a:lnTo>
                  <a:pt x="1156" y="417"/>
                </a:lnTo>
                <a:lnTo>
                  <a:pt x="1151" y="419"/>
                </a:lnTo>
                <a:lnTo>
                  <a:pt x="1145" y="420"/>
                </a:lnTo>
                <a:lnTo>
                  <a:pt x="1139" y="419"/>
                </a:lnTo>
                <a:lnTo>
                  <a:pt x="1135" y="417"/>
                </a:lnTo>
                <a:lnTo>
                  <a:pt x="1130" y="415"/>
                </a:lnTo>
                <a:lnTo>
                  <a:pt x="1125" y="412"/>
                </a:lnTo>
                <a:lnTo>
                  <a:pt x="1125" y="412"/>
                </a:lnTo>
                <a:lnTo>
                  <a:pt x="1122" y="407"/>
                </a:lnTo>
                <a:lnTo>
                  <a:pt x="1120" y="402"/>
                </a:lnTo>
                <a:lnTo>
                  <a:pt x="1117" y="397"/>
                </a:lnTo>
                <a:lnTo>
                  <a:pt x="1117" y="392"/>
                </a:lnTo>
                <a:lnTo>
                  <a:pt x="1117" y="386"/>
                </a:lnTo>
                <a:lnTo>
                  <a:pt x="1120" y="382"/>
                </a:lnTo>
                <a:lnTo>
                  <a:pt x="1122" y="376"/>
                </a:lnTo>
                <a:lnTo>
                  <a:pt x="1125" y="372"/>
                </a:lnTo>
                <a:lnTo>
                  <a:pt x="1125" y="372"/>
                </a:lnTo>
                <a:lnTo>
                  <a:pt x="1130" y="369"/>
                </a:lnTo>
                <a:lnTo>
                  <a:pt x="1135" y="365"/>
                </a:lnTo>
                <a:lnTo>
                  <a:pt x="1139" y="364"/>
                </a:lnTo>
                <a:lnTo>
                  <a:pt x="1145" y="364"/>
                </a:lnTo>
                <a:lnTo>
                  <a:pt x="1151" y="364"/>
                </a:lnTo>
                <a:lnTo>
                  <a:pt x="1156" y="365"/>
                </a:lnTo>
                <a:lnTo>
                  <a:pt x="1160" y="369"/>
                </a:lnTo>
                <a:lnTo>
                  <a:pt x="1165" y="372"/>
                </a:lnTo>
                <a:lnTo>
                  <a:pt x="1165" y="372"/>
                </a:lnTo>
                <a:lnTo>
                  <a:pt x="1168" y="376"/>
                </a:lnTo>
                <a:lnTo>
                  <a:pt x="1171" y="382"/>
                </a:lnTo>
                <a:lnTo>
                  <a:pt x="1173" y="386"/>
                </a:lnTo>
                <a:lnTo>
                  <a:pt x="1173" y="392"/>
                </a:lnTo>
                <a:lnTo>
                  <a:pt x="1173" y="397"/>
                </a:lnTo>
                <a:lnTo>
                  <a:pt x="1171" y="402"/>
                </a:lnTo>
                <a:lnTo>
                  <a:pt x="1168" y="407"/>
                </a:lnTo>
                <a:lnTo>
                  <a:pt x="1165" y="412"/>
                </a:lnTo>
                <a:lnTo>
                  <a:pt x="1165" y="412"/>
                </a:lnTo>
                <a:close/>
                <a:moveTo>
                  <a:pt x="1165" y="300"/>
                </a:moveTo>
                <a:lnTo>
                  <a:pt x="1165" y="300"/>
                </a:lnTo>
                <a:lnTo>
                  <a:pt x="1160" y="304"/>
                </a:lnTo>
                <a:lnTo>
                  <a:pt x="1156" y="307"/>
                </a:lnTo>
                <a:lnTo>
                  <a:pt x="1151" y="309"/>
                </a:lnTo>
                <a:lnTo>
                  <a:pt x="1145" y="309"/>
                </a:lnTo>
                <a:lnTo>
                  <a:pt x="1139" y="309"/>
                </a:lnTo>
                <a:lnTo>
                  <a:pt x="1135" y="307"/>
                </a:lnTo>
                <a:lnTo>
                  <a:pt x="1130" y="304"/>
                </a:lnTo>
                <a:lnTo>
                  <a:pt x="1125" y="300"/>
                </a:lnTo>
                <a:lnTo>
                  <a:pt x="1125" y="300"/>
                </a:lnTo>
                <a:lnTo>
                  <a:pt x="1122" y="297"/>
                </a:lnTo>
                <a:lnTo>
                  <a:pt x="1120" y="291"/>
                </a:lnTo>
                <a:lnTo>
                  <a:pt x="1117" y="287"/>
                </a:lnTo>
                <a:lnTo>
                  <a:pt x="1117" y="281"/>
                </a:lnTo>
                <a:lnTo>
                  <a:pt x="1117" y="276"/>
                </a:lnTo>
                <a:lnTo>
                  <a:pt x="1120" y="270"/>
                </a:lnTo>
                <a:lnTo>
                  <a:pt x="1122" y="266"/>
                </a:lnTo>
                <a:lnTo>
                  <a:pt x="1125" y="261"/>
                </a:lnTo>
                <a:lnTo>
                  <a:pt x="1125" y="261"/>
                </a:lnTo>
                <a:lnTo>
                  <a:pt x="1130" y="258"/>
                </a:lnTo>
                <a:lnTo>
                  <a:pt x="1135" y="255"/>
                </a:lnTo>
                <a:lnTo>
                  <a:pt x="1139" y="254"/>
                </a:lnTo>
                <a:lnTo>
                  <a:pt x="1145" y="253"/>
                </a:lnTo>
                <a:lnTo>
                  <a:pt x="1151" y="254"/>
                </a:lnTo>
                <a:lnTo>
                  <a:pt x="1156" y="255"/>
                </a:lnTo>
                <a:lnTo>
                  <a:pt x="1160" y="258"/>
                </a:lnTo>
                <a:lnTo>
                  <a:pt x="1165" y="261"/>
                </a:lnTo>
                <a:lnTo>
                  <a:pt x="1165" y="261"/>
                </a:lnTo>
                <a:lnTo>
                  <a:pt x="1168" y="266"/>
                </a:lnTo>
                <a:lnTo>
                  <a:pt x="1171" y="270"/>
                </a:lnTo>
                <a:lnTo>
                  <a:pt x="1173" y="276"/>
                </a:lnTo>
                <a:lnTo>
                  <a:pt x="1173" y="281"/>
                </a:lnTo>
                <a:lnTo>
                  <a:pt x="1173" y="287"/>
                </a:lnTo>
                <a:lnTo>
                  <a:pt x="1171" y="291"/>
                </a:lnTo>
                <a:lnTo>
                  <a:pt x="1168" y="297"/>
                </a:lnTo>
                <a:lnTo>
                  <a:pt x="1165" y="300"/>
                </a:lnTo>
                <a:lnTo>
                  <a:pt x="1165" y="300"/>
                </a:lnTo>
                <a:close/>
                <a:moveTo>
                  <a:pt x="1165" y="188"/>
                </a:moveTo>
                <a:lnTo>
                  <a:pt x="1165" y="188"/>
                </a:lnTo>
                <a:lnTo>
                  <a:pt x="1160" y="191"/>
                </a:lnTo>
                <a:lnTo>
                  <a:pt x="1156" y="195"/>
                </a:lnTo>
                <a:lnTo>
                  <a:pt x="1151" y="196"/>
                </a:lnTo>
                <a:lnTo>
                  <a:pt x="1145" y="196"/>
                </a:lnTo>
                <a:lnTo>
                  <a:pt x="1139" y="196"/>
                </a:lnTo>
                <a:lnTo>
                  <a:pt x="1135" y="195"/>
                </a:lnTo>
                <a:lnTo>
                  <a:pt x="1130" y="191"/>
                </a:lnTo>
                <a:lnTo>
                  <a:pt x="1125" y="188"/>
                </a:lnTo>
                <a:lnTo>
                  <a:pt x="1125" y="188"/>
                </a:lnTo>
                <a:lnTo>
                  <a:pt x="1122" y="185"/>
                </a:lnTo>
                <a:lnTo>
                  <a:pt x="1120" y="179"/>
                </a:lnTo>
                <a:lnTo>
                  <a:pt x="1117" y="174"/>
                </a:lnTo>
                <a:lnTo>
                  <a:pt x="1117" y="168"/>
                </a:lnTo>
                <a:lnTo>
                  <a:pt x="1117" y="164"/>
                </a:lnTo>
                <a:lnTo>
                  <a:pt x="1120" y="158"/>
                </a:lnTo>
                <a:lnTo>
                  <a:pt x="1122" y="153"/>
                </a:lnTo>
                <a:lnTo>
                  <a:pt x="1125" y="149"/>
                </a:lnTo>
                <a:lnTo>
                  <a:pt x="1125" y="149"/>
                </a:lnTo>
                <a:lnTo>
                  <a:pt x="1130" y="145"/>
                </a:lnTo>
                <a:lnTo>
                  <a:pt x="1135" y="143"/>
                </a:lnTo>
                <a:lnTo>
                  <a:pt x="1139" y="142"/>
                </a:lnTo>
                <a:lnTo>
                  <a:pt x="1145" y="140"/>
                </a:lnTo>
                <a:lnTo>
                  <a:pt x="1151" y="142"/>
                </a:lnTo>
                <a:lnTo>
                  <a:pt x="1156" y="143"/>
                </a:lnTo>
                <a:lnTo>
                  <a:pt x="1160" y="145"/>
                </a:lnTo>
                <a:lnTo>
                  <a:pt x="1165" y="149"/>
                </a:lnTo>
                <a:lnTo>
                  <a:pt x="1165" y="149"/>
                </a:lnTo>
                <a:lnTo>
                  <a:pt x="1168" y="153"/>
                </a:lnTo>
                <a:lnTo>
                  <a:pt x="1171" y="158"/>
                </a:lnTo>
                <a:lnTo>
                  <a:pt x="1173" y="164"/>
                </a:lnTo>
                <a:lnTo>
                  <a:pt x="1173" y="168"/>
                </a:lnTo>
                <a:lnTo>
                  <a:pt x="1173" y="174"/>
                </a:lnTo>
                <a:lnTo>
                  <a:pt x="1171" y="179"/>
                </a:lnTo>
                <a:lnTo>
                  <a:pt x="1168" y="185"/>
                </a:lnTo>
                <a:lnTo>
                  <a:pt x="1165" y="188"/>
                </a:lnTo>
                <a:lnTo>
                  <a:pt x="1165" y="188"/>
                </a:lnTo>
                <a:close/>
                <a:moveTo>
                  <a:pt x="1181" y="93"/>
                </a:moveTo>
                <a:lnTo>
                  <a:pt x="1181" y="93"/>
                </a:lnTo>
                <a:lnTo>
                  <a:pt x="1186" y="89"/>
                </a:lnTo>
                <a:lnTo>
                  <a:pt x="1190" y="87"/>
                </a:lnTo>
                <a:lnTo>
                  <a:pt x="1196" y="85"/>
                </a:lnTo>
                <a:lnTo>
                  <a:pt x="1201" y="85"/>
                </a:lnTo>
                <a:lnTo>
                  <a:pt x="1207" y="85"/>
                </a:lnTo>
                <a:lnTo>
                  <a:pt x="1211" y="87"/>
                </a:lnTo>
                <a:lnTo>
                  <a:pt x="1217" y="89"/>
                </a:lnTo>
                <a:lnTo>
                  <a:pt x="1220" y="93"/>
                </a:lnTo>
                <a:lnTo>
                  <a:pt x="1220" y="93"/>
                </a:lnTo>
                <a:lnTo>
                  <a:pt x="1224" y="98"/>
                </a:lnTo>
                <a:lnTo>
                  <a:pt x="1227" y="102"/>
                </a:lnTo>
                <a:lnTo>
                  <a:pt x="1229" y="107"/>
                </a:lnTo>
                <a:lnTo>
                  <a:pt x="1229" y="113"/>
                </a:lnTo>
                <a:lnTo>
                  <a:pt x="1229" y="118"/>
                </a:lnTo>
                <a:lnTo>
                  <a:pt x="1227" y="123"/>
                </a:lnTo>
                <a:lnTo>
                  <a:pt x="1224" y="128"/>
                </a:lnTo>
                <a:lnTo>
                  <a:pt x="1220" y="132"/>
                </a:lnTo>
                <a:lnTo>
                  <a:pt x="1220" y="132"/>
                </a:lnTo>
                <a:lnTo>
                  <a:pt x="1217" y="136"/>
                </a:lnTo>
                <a:lnTo>
                  <a:pt x="1211" y="138"/>
                </a:lnTo>
                <a:lnTo>
                  <a:pt x="1207" y="140"/>
                </a:lnTo>
                <a:lnTo>
                  <a:pt x="1201" y="140"/>
                </a:lnTo>
                <a:lnTo>
                  <a:pt x="1196" y="140"/>
                </a:lnTo>
                <a:lnTo>
                  <a:pt x="1190" y="138"/>
                </a:lnTo>
                <a:lnTo>
                  <a:pt x="1186" y="136"/>
                </a:lnTo>
                <a:lnTo>
                  <a:pt x="1181" y="132"/>
                </a:lnTo>
                <a:lnTo>
                  <a:pt x="1181" y="132"/>
                </a:lnTo>
                <a:lnTo>
                  <a:pt x="1178" y="128"/>
                </a:lnTo>
                <a:lnTo>
                  <a:pt x="1175" y="123"/>
                </a:lnTo>
                <a:lnTo>
                  <a:pt x="1174" y="118"/>
                </a:lnTo>
                <a:lnTo>
                  <a:pt x="1173" y="113"/>
                </a:lnTo>
                <a:lnTo>
                  <a:pt x="1174" y="107"/>
                </a:lnTo>
                <a:lnTo>
                  <a:pt x="1175" y="102"/>
                </a:lnTo>
                <a:lnTo>
                  <a:pt x="1178" y="98"/>
                </a:lnTo>
                <a:lnTo>
                  <a:pt x="1181" y="93"/>
                </a:lnTo>
                <a:lnTo>
                  <a:pt x="1181" y="93"/>
                </a:lnTo>
                <a:close/>
                <a:moveTo>
                  <a:pt x="1222" y="580"/>
                </a:moveTo>
                <a:lnTo>
                  <a:pt x="1222" y="580"/>
                </a:lnTo>
                <a:lnTo>
                  <a:pt x="1217" y="583"/>
                </a:lnTo>
                <a:lnTo>
                  <a:pt x="1212" y="587"/>
                </a:lnTo>
                <a:lnTo>
                  <a:pt x="1207" y="588"/>
                </a:lnTo>
                <a:lnTo>
                  <a:pt x="1202" y="588"/>
                </a:lnTo>
                <a:lnTo>
                  <a:pt x="1196" y="588"/>
                </a:lnTo>
                <a:lnTo>
                  <a:pt x="1191" y="587"/>
                </a:lnTo>
                <a:lnTo>
                  <a:pt x="1186" y="583"/>
                </a:lnTo>
                <a:lnTo>
                  <a:pt x="1182" y="580"/>
                </a:lnTo>
                <a:lnTo>
                  <a:pt x="1182" y="580"/>
                </a:lnTo>
                <a:lnTo>
                  <a:pt x="1178" y="576"/>
                </a:lnTo>
                <a:lnTo>
                  <a:pt x="1175" y="570"/>
                </a:lnTo>
                <a:lnTo>
                  <a:pt x="1174" y="566"/>
                </a:lnTo>
                <a:lnTo>
                  <a:pt x="1173" y="560"/>
                </a:lnTo>
                <a:lnTo>
                  <a:pt x="1174" y="555"/>
                </a:lnTo>
                <a:lnTo>
                  <a:pt x="1175" y="550"/>
                </a:lnTo>
                <a:lnTo>
                  <a:pt x="1178" y="545"/>
                </a:lnTo>
                <a:lnTo>
                  <a:pt x="1182" y="540"/>
                </a:lnTo>
                <a:lnTo>
                  <a:pt x="1182" y="540"/>
                </a:lnTo>
                <a:lnTo>
                  <a:pt x="1186" y="537"/>
                </a:lnTo>
                <a:lnTo>
                  <a:pt x="1191" y="535"/>
                </a:lnTo>
                <a:lnTo>
                  <a:pt x="1196" y="533"/>
                </a:lnTo>
                <a:lnTo>
                  <a:pt x="1202" y="532"/>
                </a:lnTo>
                <a:lnTo>
                  <a:pt x="1207" y="533"/>
                </a:lnTo>
                <a:lnTo>
                  <a:pt x="1212" y="535"/>
                </a:lnTo>
                <a:lnTo>
                  <a:pt x="1217" y="537"/>
                </a:lnTo>
                <a:lnTo>
                  <a:pt x="1222" y="540"/>
                </a:lnTo>
                <a:lnTo>
                  <a:pt x="1222" y="540"/>
                </a:lnTo>
                <a:lnTo>
                  <a:pt x="1225" y="545"/>
                </a:lnTo>
                <a:lnTo>
                  <a:pt x="1227" y="550"/>
                </a:lnTo>
                <a:lnTo>
                  <a:pt x="1229" y="555"/>
                </a:lnTo>
                <a:lnTo>
                  <a:pt x="1230" y="560"/>
                </a:lnTo>
                <a:lnTo>
                  <a:pt x="1229" y="566"/>
                </a:lnTo>
                <a:lnTo>
                  <a:pt x="1227" y="570"/>
                </a:lnTo>
                <a:lnTo>
                  <a:pt x="1225" y="576"/>
                </a:lnTo>
                <a:lnTo>
                  <a:pt x="1222" y="580"/>
                </a:lnTo>
                <a:lnTo>
                  <a:pt x="1222" y="580"/>
                </a:lnTo>
                <a:close/>
                <a:moveTo>
                  <a:pt x="1222" y="468"/>
                </a:moveTo>
                <a:lnTo>
                  <a:pt x="1222" y="468"/>
                </a:lnTo>
                <a:lnTo>
                  <a:pt x="1217" y="472"/>
                </a:lnTo>
                <a:lnTo>
                  <a:pt x="1212" y="474"/>
                </a:lnTo>
                <a:lnTo>
                  <a:pt x="1207" y="475"/>
                </a:lnTo>
                <a:lnTo>
                  <a:pt x="1202" y="477"/>
                </a:lnTo>
                <a:lnTo>
                  <a:pt x="1196" y="475"/>
                </a:lnTo>
                <a:lnTo>
                  <a:pt x="1191" y="474"/>
                </a:lnTo>
                <a:lnTo>
                  <a:pt x="1186" y="472"/>
                </a:lnTo>
                <a:lnTo>
                  <a:pt x="1182" y="468"/>
                </a:lnTo>
                <a:lnTo>
                  <a:pt x="1182" y="468"/>
                </a:lnTo>
                <a:lnTo>
                  <a:pt x="1178" y="464"/>
                </a:lnTo>
                <a:lnTo>
                  <a:pt x="1175" y="459"/>
                </a:lnTo>
                <a:lnTo>
                  <a:pt x="1174" y="453"/>
                </a:lnTo>
                <a:lnTo>
                  <a:pt x="1173" y="449"/>
                </a:lnTo>
                <a:lnTo>
                  <a:pt x="1174" y="443"/>
                </a:lnTo>
                <a:lnTo>
                  <a:pt x="1175" y="438"/>
                </a:lnTo>
                <a:lnTo>
                  <a:pt x="1178" y="433"/>
                </a:lnTo>
                <a:lnTo>
                  <a:pt x="1182" y="429"/>
                </a:lnTo>
                <a:lnTo>
                  <a:pt x="1182" y="429"/>
                </a:lnTo>
                <a:lnTo>
                  <a:pt x="1186" y="426"/>
                </a:lnTo>
                <a:lnTo>
                  <a:pt x="1191" y="422"/>
                </a:lnTo>
                <a:lnTo>
                  <a:pt x="1196" y="421"/>
                </a:lnTo>
                <a:lnTo>
                  <a:pt x="1202" y="421"/>
                </a:lnTo>
                <a:lnTo>
                  <a:pt x="1207" y="421"/>
                </a:lnTo>
                <a:lnTo>
                  <a:pt x="1212" y="422"/>
                </a:lnTo>
                <a:lnTo>
                  <a:pt x="1217" y="426"/>
                </a:lnTo>
                <a:lnTo>
                  <a:pt x="1222" y="429"/>
                </a:lnTo>
                <a:lnTo>
                  <a:pt x="1222" y="429"/>
                </a:lnTo>
                <a:lnTo>
                  <a:pt x="1225" y="433"/>
                </a:lnTo>
                <a:lnTo>
                  <a:pt x="1227" y="438"/>
                </a:lnTo>
                <a:lnTo>
                  <a:pt x="1229" y="443"/>
                </a:lnTo>
                <a:lnTo>
                  <a:pt x="1230" y="449"/>
                </a:lnTo>
                <a:lnTo>
                  <a:pt x="1229" y="453"/>
                </a:lnTo>
                <a:lnTo>
                  <a:pt x="1227" y="459"/>
                </a:lnTo>
                <a:lnTo>
                  <a:pt x="1225" y="464"/>
                </a:lnTo>
                <a:lnTo>
                  <a:pt x="1222" y="468"/>
                </a:lnTo>
                <a:lnTo>
                  <a:pt x="1222" y="468"/>
                </a:lnTo>
                <a:close/>
                <a:moveTo>
                  <a:pt x="1222" y="356"/>
                </a:moveTo>
                <a:lnTo>
                  <a:pt x="1222" y="356"/>
                </a:lnTo>
                <a:lnTo>
                  <a:pt x="1217" y="360"/>
                </a:lnTo>
                <a:lnTo>
                  <a:pt x="1212" y="363"/>
                </a:lnTo>
                <a:lnTo>
                  <a:pt x="1207" y="364"/>
                </a:lnTo>
                <a:lnTo>
                  <a:pt x="1202" y="364"/>
                </a:lnTo>
                <a:lnTo>
                  <a:pt x="1196" y="364"/>
                </a:lnTo>
                <a:lnTo>
                  <a:pt x="1191" y="363"/>
                </a:lnTo>
                <a:lnTo>
                  <a:pt x="1186" y="360"/>
                </a:lnTo>
                <a:lnTo>
                  <a:pt x="1182" y="356"/>
                </a:lnTo>
                <a:lnTo>
                  <a:pt x="1182" y="356"/>
                </a:lnTo>
                <a:lnTo>
                  <a:pt x="1178" y="351"/>
                </a:lnTo>
                <a:lnTo>
                  <a:pt x="1175" y="347"/>
                </a:lnTo>
                <a:lnTo>
                  <a:pt x="1174" y="342"/>
                </a:lnTo>
                <a:lnTo>
                  <a:pt x="1173" y="336"/>
                </a:lnTo>
                <a:lnTo>
                  <a:pt x="1174" y="332"/>
                </a:lnTo>
                <a:lnTo>
                  <a:pt x="1175" y="326"/>
                </a:lnTo>
                <a:lnTo>
                  <a:pt x="1178" y="321"/>
                </a:lnTo>
                <a:lnTo>
                  <a:pt x="1182" y="317"/>
                </a:lnTo>
                <a:lnTo>
                  <a:pt x="1182" y="317"/>
                </a:lnTo>
                <a:lnTo>
                  <a:pt x="1186" y="313"/>
                </a:lnTo>
                <a:lnTo>
                  <a:pt x="1191" y="311"/>
                </a:lnTo>
                <a:lnTo>
                  <a:pt x="1196" y="309"/>
                </a:lnTo>
                <a:lnTo>
                  <a:pt x="1202" y="309"/>
                </a:lnTo>
                <a:lnTo>
                  <a:pt x="1207" y="309"/>
                </a:lnTo>
                <a:lnTo>
                  <a:pt x="1212" y="311"/>
                </a:lnTo>
                <a:lnTo>
                  <a:pt x="1217" y="313"/>
                </a:lnTo>
                <a:lnTo>
                  <a:pt x="1222" y="317"/>
                </a:lnTo>
                <a:lnTo>
                  <a:pt x="1222" y="317"/>
                </a:lnTo>
                <a:lnTo>
                  <a:pt x="1225" y="321"/>
                </a:lnTo>
                <a:lnTo>
                  <a:pt x="1227" y="326"/>
                </a:lnTo>
                <a:lnTo>
                  <a:pt x="1229" y="332"/>
                </a:lnTo>
                <a:lnTo>
                  <a:pt x="1230" y="336"/>
                </a:lnTo>
                <a:lnTo>
                  <a:pt x="1229" y="342"/>
                </a:lnTo>
                <a:lnTo>
                  <a:pt x="1227" y="347"/>
                </a:lnTo>
                <a:lnTo>
                  <a:pt x="1225" y="351"/>
                </a:lnTo>
                <a:lnTo>
                  <a:pt x="1222" y="356"/>
                </a:lnTo>
                <a:lnTo>
                  <a:pt x="1222" y="356"/>
                </a:lnTo>
                <a:close/>
                <a:moveTo>
                  <a:pt x="1222" y="245"/>
                </a:moveTo>
                <a:lnTo>
                  <a:pt x="1222" y="245"/>
                </a:lnTo>
                <a:lnTo>
                  <a:pt x="1217" y="248"/>
                </a:lnTo>
                <a:lnTo>
                  <a:pt x="1212" y="251"/>
                </a:lnTo>
                <a:lnTo>
                  <a:pt x="1207" y="252"/>
                </a:lnTo>
                <a:lnTo>
                  <a:pt x="1202" y="253"/>
                </a:lnTo>
                <a:lnTo>
                  <a:pt x="1196" y="252"/>
                </a:lnTo>
                <a:lnTo>
                  <a:pt x="1191" y="251"/>
                </a:lnTo>
                <a:lnTo>
                  <a:pt x="1186" y="248"/>
                </a:lnTo>
                <a:lnTo>
                  <a:pt x="1182" y="245"/>
                </a:lnTo>
                <a:lnTo>
                  <a:pt x="1182" y="245"/>
                </a:lnTo>
                <a:lnTo>
                  <a:pt x="1178" y="240"/>
                </a:lnTo>
                <a:lnTo>
                  <a:pt x="1175" y="236"/>
                </a:lnTo>
                <a:lnTo>
                  <a:pt x="1174" y="230"/>
                </a:lnTo>
                <a:lnTo>
                  <a:pt x="1173" y="225"/>
                </a:lnTo>
                <a:lnTo>
                  <a:pt x="1174" y="219"/>
                </a:lnTo>
                <a:lnTo>
                  <a:pt x="1175" y="215"/>
                </a:lnTo>
                <a:lnTo>
                  <a:pt x="1178" y="209"/>
                </a:lnTo>
                <a:lnTo>
                  <a:pt x="1182" y="205"/>
                </a:lnTo>
                <a:lnTo>
                  <a:pt x="1182" y="205"/>
                </a:lnTo>
                <a:lnTo>
                  <a:pt x="1186" y="201"/>
                </a:lnTo>
                <a:lnTo>
                  <a:pt x="1191" y="198"/>
                </a:lnTo>
                <a:lnTo>
                  <a:pt x="1196" y="197"/>
                </a:lnTo>
                <a:lnTo>
                  <a:pt x="1202" y="196"/>
                </a:lnTo>
                <a:lnTo>
                  <a:pt x="1207" y="197"/>
                </a:lnTo>
                <a:lnTo>
                  <a:pt x="1212" y="198"/>
                </a:lnTo>
                <a:lnTo>
                  <a:pt x="1217" y="201"/>
                </a:lnTo>
                <a:lnTo>
                  <a:pt x="1222" y="205"/>
                </a:lnTo>
                <a:lnTo>
                  <a:pt x="1222" y="205"/>
                </a:lnTo>
                <a:lnTo>
                  <a:pt x="1225" y="209"/>
                </a:lnTo>
                <a:lnTo>
                  <a:pt x="1227" y="215"/>
                </a:lnTo>
                <a:lnTo>
                  <a:pt x="1229" y="219"/>
                </a:lnTo>
                <a:lnTo>
                  <a:pt x="1230" y="225"/>
                </a:lnTo>
                <a:lnTo>
                  <a:pt x="1229" y="230"/>
                </a:lnTo>
                <a:lnTo>
                  <a:pt x="1227" y="236"/>
                </a:lnTo>
                <a:lnTo>
                  <a:pt x="1225" y="240"/>
                </a:lnTo>
                <a:lnTo>
                  <a:pt x="1222" y="245"/>
                </a:lnTo>
                <a:lnTo>
                  <a:pt x="1222" y="245"/>
                </a:lnTo>
                <a:close/>
                <a:moveTo>
                  <a:pt x="1277" y="524"/>
                </a:moveTo>
                <a:lnTo>
                  <a:pt x="1277" y="524"/>
                </a:lnTo>
                <a:lnTo>
                  <a:pt x="1273" y="528"/>
                </a:lnTo>
                <a:lnTo>
                  <a:pt x="1268" y="530"/>
                </a:lnTo>
                <a:lnTo>
                  <a:pt x="1263" y="532"/>
                </a:lnTo>
                <a:lnTo>
                  <a:pt x="1258" y="532"/>
                </a:lnTo>
                <a:lnTo>
                  <a:pt x="1252" y="532"/>
                </a:lnTo>
                <a:lnTo>
                  <a:pt x="1247" y="530"/>
                </a:lnTo>
                <a:lnTo>
                  <a:pt x="1242" y="528"/>
                </a:lnTo>
                <a:lnTo>
                  <a:pt x="1238" y="524"/>
                </a:lnTo>
                <a:lnTo>
                  <a:pt x="1238" y="524"/>
                </a:lnTo>
                <a:lnTo>
                  <a:pt x="1234" y="519"/>
                </a:lnTo>
                <a:lnTo>
                  <a:pt x="1232" y="515"/>
                </a:lnTo>
                <a:lnTo>
                  <a:pt x="1230" y="510"/>
                </a:lnTo>
                <a:lnTo>
                  <a:pt x="1230" y="504"/>
                </a:lnTo>
                <a:lnTo>
                  <a:pt x="1230" y="499"/>
                </a:lnTo>
                <a:lnTo>
                  <a:pt x="1232" y="494"/>
                </a:lnTo>
                <a:lnTo>
                  <a:pt x="1234" y="489"/>
                </a:lnTo>
                <a:lnTo>
                  <a:pt x="1238" y="485"/>
                </a:lnTo>
                <a:lnTo>
                  <a:pt x="1238" y="485"/>
                </a:lnTo>
                <a:lnTo>
                  <a:pt x="1242" y="481"/>
                </a:lnTo>
                <a:lnTo>
                  <a:pt x="1247" y="479"/>
                </a:lnTo>
                <a:lnTo>
                  <a:pt x="1252" y="477"/>
                </a:lnTo>
                <a:lnTo>
                  <a:pt x="1258" y="477"/>
                </a:lnTo>
                <a:lnTo>
                  <a:pt x="1263" y="477"/>
                </a:lnTo>
                <a:lnTo>
                  <a:pt x="1268" y="479"/>
                </a:lnTo>
                <a:lnTo>
                  <a:pt x="1273" y="481"/>
                </a:lnTo>
                <a:lnTo>
                  <a:pt x="1277" y="485"/>
                </a:lnTo>
                <a:lnTo>
                  <a:pt x="1277" y="485"/>
                </a:lnTo>
                <a:lnTo>
                  <a:pt x="1281" y="489"/>
                </a:lnTo>
                <a:lnTo>
                  <a:pt x="1283" y="494"/>
                </a:lnTo>
                <a:lnTo>
                  <a:pt x="1285" y="499"/>
                </a:lnTo>
                <a:lnTo>
                  <a:pt x="1285" y="504"/>
                </a:lnTo>
                <a:lnTo>
                  <a:pt x="1285" y="510"/>
                </a:lnTo>
                <a:lnTo>
                  <a:pt x="1283" y="515"/>
                </a:lnTo>
                <a:lnTo>
                  <a:pt x="1281" y="519"/>
                </a:lnTo>
                <a:lnTo>
                  <a:pt x="1277" y="524"/>
                </a:lnTo>
                <a:lnTo>
                  <a:pt x="1277" y="524"/>
                </a:lnTo>
                <a:close/>
                <a:moveTo>
                  <a:pt x="1333" y="468"/>
                </a:moveTo>
                <a:lnTo>
                  <a:pt x="1333" y="468"/>
                </a:lnTo>
                <a:lnTo>
                  <a:pt x="1328" y="472"/>
                </a:lnTo>
                <a:lnTo>
                  <a:pt x="1324" y="474"/>
                </a:lnTo>
                <a:lnTo>
                  <a:pt x="1319" y="475"/>
                </a:lnTo>
                <a:lnTo>
                  <a:pt x="1313" y="477"/>
                </a:lnTo>
                <a:lnTo>
                  <a:pt x="1309" y="475"/>
                </a:lnTo>
                <a:lnTo>
                  <a:pt x="1303" y="474"/>
                </a:lnTo>
                <a:lnTo>
                  <a:pt x="1298" y="472"/>
                </a:lnTo>
                <a:lnTo>
                  <a:pt x="1293" y="468"/>
                </a:lnTo>
                <a:lnTo>
                  <a:pt x="1293" y="468"/>
                </a:lnTo>
                <a:lnTo>
                  <a:pt x="1290" y="464"/>
                </a:lnTo>
                <a:lnTo>
                  <a:pt x="1288" y="459"/>
                </a:lnTo>
                <a:lnTo>
                  <a:pt x="1285" y="453"/>
                </a:lnTo>
                <a:lnTo>
                  <a:pt x="1285" y="449"/>
                </a:lnTo>
                <a:lnTo>
                  <a:pt x="1285" y="443"/>
                </a:lnTo>
                <a:lnTo>
                  <a:pt x="1288" y="438"/>
                </a:lnTo>
                <a:lnTo>
                  <a:pt x="1290" y="433"/>
                </a:lnTo>
                <a:lnTo>
                  <a:pt x="1293" y="429"/>
                </a:lnTo>
                <a:lnTo>
                  <a:pt x="1293" y="429"/>
                </a:lnTo>
                <a:lnTo>
                  <a:pt x="1298" y="426"/>
                </a:lnTo>
                <a:lnTo>
                  <a:pt x="1303" y="422"/>
                </a:lnTo>
                <a:lnTo>
                  <a:pt x="1309" y="421"/>
                </a:lnTo>
                <a:lnTo>
                  <a:pt x="1313" y="421"/>
                </a:lnTo>
                <a:lnTo>
                  <a:pt x="1319" y="421"/>
                </a:lnTo>
                <a:lnTo>
                  <a:pt x="1324" y="422"/>
                </a:lnTo>
                <a:lnTo>
                  <a:pt x="1328" y="426"/>
                </a:lnTo>
                <a:lnTo>
                  <a:pt x="1333" y="429"/>
                </a:lnTo>
                <a:lnTo>
                  <a:pt x="1333" y="429"/>
                </a:lnTo>
                <a:lnTo>
                  <a:pt x="1336" y="433"/>
                </a:lnTo>
                <a:lnTo>
                  <a:pt x="1340" y="438"/>
                </a:lnTo>
                <a:lnTo>
                  <a:pt x="1341" y="443"/>
                </a:lnTo>
                <a:lnTo>
                  <a:pt x="1341" y="449"/>
                </a:lnTo>
                <a:lnTo>
                  <a:pt x="1341" y="453"/>
                </a:lnTo>
                <a:lnTo>
                  <a:pt x="1340" y="459"/>
                </a:lnTo>
                <a:lnTo>
                  <a:pt x="1336" y="464"/>
                </a:lnTo>
                <a:lnTo>
                  <a:pt x="1333" y="468"/>
                </a:lnTo>
                <a:lnTo>
                  <a:pt x="1333" y="468"/>
                </a:lnTo>
                <a:close/>
                <a:moveTo>
                  <a:pt x="1390" y="413"/>
                </a:moveTo>
                <a:lnTo>
                  <a:pt x="1390" y="413"/>
                </a:lnTo>
                <a:lnTo>
                  <a:pt x="1385" y="416"/>
                </a:lnTo>
                <a:lnTo>
                  <a:pt x="1380" y="419"/>
                </a:lnTo>
                <a:lnTo>
                  <a:pt x="1375" y="420"/>
                </a:lnTo>
                <a:lnTo>
                  <a:pt x="1369" y="421"/>
                </a:lnTo>
                <a:lnTo>
                  <a:pt x="1364" y="420"/>
                </a:lnTo>
                <a:lnTo>
                  <a:pt x="1358" y="419"/>
                </a:lnTo>
                <a:lnTo>
                  <a:pt x="1354" y="416"/>
                </a:lnTo>
                <a:lnTo>
                  <a:pt x="1349" y="413"/>
                </a:lnTo>
                <a:lnTo>
                  <a:pt x="1349" y="413"/>
                </a:lnTo>
                <a:lnTo>
                  <a:pt x="1346" y="408"/>
                </a:lnTo>
                <a:lnTo>
                  <a:pt x="1343" y="404"/>
                </a:lnTo>
                <a:lnTo>
                  <a:pt x="1342" y="398"/>
                </a:lnTo>
                <a:lnTo>
                  <a:pt x="1341" y="392"/>
                </a:lnTo>
                <a:lnTo>
                  <a:pt x="1342" y="387"/>
                </a:lnTo>
                <a:lnTo>
                  <a:pt x="1343" y="382"/>
                </a:lnTo>
                <a:lnTo>
                  <a:pt x="1346" y="377"/>
                </a:lnTo>
                <a:lnTo>
                  <a:pt x="1349" y="372"/>
                </a:lnTo>
                <a:lnTo>
                  <a:pt x="1349" y="372"/>
                </a:lnTo>
                <a:lnTo>
                  <a:pt x="1354" y="369"/>
                </a:lnTo>
                <a:lnTo>
                  <a:pt x="1358" y="366"/>
                </a:lnTo>
                <a:lnTo>
                  <a:pt x="1364" y="365"/>
                </a:lnTo>
                <a:lnTo>
                  <a:pt x="1369" y="364"/>
                </a:lnTo>
                <a:lnTo>
                  <a:pt x="1375" y="365"/>
                </a:lnTo>
                <a:lnTo>
                  <a:pt x="1380" y="366"/>
                </a:lnTo>
                <a:lnTo>
                  <a:pt x="1385" y="369"/>
                </a:lnTo>
                <a:lnTo>
                  <a:pt x="1390" y="372"/>
                </a:lnTo>
                <a:lnTo>
                  <a:pt x="1390" y="372"/>
                </a:lnTo>
                <a:lnTo>
                  <a:pt x="1393" y="377"/>
                </a:lnTo>
                <a:lnTo>
                  <a:pt x="1395" y="382"/>
                </a:lnTo>
                <a:lnTo>
                  <a:pt x="1397" y="387"/>
                </a:lnTo>
                <a:lnTo>
                  <a:pt x="1398" y="392"/>
                </a:lnTo>
                <a:lnTo>
                  <a:pt x="1397" y="398"/>
                </a:lnTo>
                <a:lnTo>
                  <a:pt x="1395" y="404"/>
                </a:lnTo>
                <a:lnTo>
                  <a:pt x="1393" y="408"/>
                </a:lnTo>
                <a:lnTo>
                  <a:pt x="1390" y="413"/>
                </a:lnTo>
                <a:lnTo>
                  <a:pt x="1390" y="413"/>
                </a:lnTo>
                <a:close/>
                <a:moveTo>
                  <a:pt x="1390" y="300"/>
                </a:moveTo>
                <a:lnTo>
                  <a:pt x="1390" y="300"/>
                </a:lnTo>
                <a:lnTo>
                  <a:pt x="1385" y="304"/>
                </a:lnTo>
                <a:lnTo>
                  <a:pt x="1380" y="306"/>
                </a:lnTo>
                <a:lnTo>
                  <a:pt x="1375" y="309"/>
                </a:lnTo>
                <a:lnTo>
                  <a:pt x="1369" y="309"/>
                </a:lnTo>
                <a:lnTo>
                  <a:pt x="1364" y="309"/>
                </a:lnTo>
                <a:lnTo>
                  <a:pt x="1358" y="306"/>
                </a:lnTo>
                <a:lnTo>
                  <a:pt x="1354" y="304"/>
                </a:lnTo>
                <a:lnTo>
                  <a:pt x="1349" y="300"/>
                </a:lnTo>
                <a:lnTo>
                  <a:pt x="1349" y="300"/>
                </a:lnTo>
                <a:lnTo>
                  <a:pt x="1346" y="296"/>
                </a:lnTo>
                <a:lnTo>
                  <a:pt x="1343" y="291"/>
                </a:lnTo>
                <a:lnTo>
                  <a:pt x="1342" y="285"/>
                </a:lnTo>
                <a:lnTo>
                  <a:pt x="1341" y="281"/>
                </a:lnTo>
                <a:lnTo>
                  <a:pt x="1342" y="275"/>
                </a:lnTo>
                <a:lnTo>
                  <a:pt x="1343" y="270"/>
                </a:lnTo>
                <a:lnTo>
                  <a:pt x="1346" y="266"/>
                </a:lnTo>
                <a:lnTo>
                  <a:pt x="1349" y="261"/>
                </a:lnTo>
                <a:lnTo>
                  <a:pt x="1349" y="261"/>
                </a:lnTo>
                <a:lnTo>
                  <a:pt x="1354" y="258"/>
                </a:lnTo>
                <a:lnTo>
                  <a:pt x="1358" y="255"/>
                </a:lnTo>
                <a:lnTo>
                  <a:pt x="1364" y="253"/>
                </a:lnTo>
                <a:lnTo>
                  <a:pt x="1369" y="253"/>
                </a:lnTo>
                <a:lnTo>
                  <a:pt x="1375" y="253"/>
                </a:lnTo>
                <a:lnTo>
                  <a:pt x="1380" y="255"/>
                </a:lnTo>
                <a:lnTo>
                  <a:pt x="1385" y="258"/>
                </a:lnTo>
                <a:lnTo>
                  <a:pt x="1390" y="261"/>
                </a:lnTo>
                <a:lnTo>
                  <a:pt x="1390" y="261"/>
                </a:lnTo>
                <a:lnTo>
                  <a:pt x="1393" y="266"/>
                </a:lnTo>
                <a:lnTo>
                  <a:pt x="1395" y="270"/>
                </a:lnTo>
                <a:lnTo>
                  <a:pt x="1397" y="275"/>
                </a:lnTo>
                <a:lnTo>
                  <a:pt x="1398" y="281"/>
                </a:lnTo>
                <a:lnTo>
                  <a:pt x="1397" y="285"/>
                </a:lnTo>
                <a:lnTo>
                  <a:pt x="1395" y="291"/>
                </a:lnTo>
                <a:lnTo>
                  <a:pt x="1393" y="296"/>
                </a:lnTo>
                <a:lnTo>
                  <a:pt x="1390" y="300"/>
                </a:lnTo>
                <a:lnTo>
                  <a:pt x="1390" y="3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5"/>
          <p:cNvSpPr>
            <a:spLocks noChangeAspect="1" noEditPoints="1"/>
          </p:cNvSpPr>
          <p:nvPr/>
        </p:nvSpPr>
        <p:spPr bwMode="auto">
          <a:xfrm>
            <a:off x="6069244" y="3042859"/>
            <a:ext cx="1080000" cy="746181"/>
          </a:xfrm>
          <a:custGeom>
            <a:avLst/>
            <a:gdLst>
              <a:gd name="T0" fmla="*/ 22 w 1484"/>
              <a:gd name="T1" fmla="*/ 10 h 1024"/>
              <a:gd name="T2" fmla="*/ 0 w 1484"/>
              <a:gd name="T3" fmla="*/ 973 h 1024"/>
              <a:gd name="T4" fmla="*/ 22 w 1484"/>
              <a:gd name="T5" fmla="*/ 1015 h 1024"/>
              <a:gd name="T6" fmla="*/ 1443 w 1484"/>
              <a:gd name="T7" fmla="*/ 1023 h 1024"/>
              <a:gd name="T8" fmla="*/ 1482 w 1484"/>
              <a:gd name="T9" fmla="*/ 983 h 1024"/>
              <a:gd name="T10" fmla="*/ 1474 w 1484"/>
              <a:gd name="T11" fmla="*/ 22 h 1024"/>
              <a:gd name="T12" fmla="*/ 1433 w 1484"/>
              <a:gd name="T13" fmla="*/ 0 h 1024"/>
              <a:gd name="T14" fmla="*/ 760 w 1484"/>
              <a:gd name="T15" fmla="*/ 914 h 1024"/>
              <a:gd name="T16" fmla="*/ 737 w 1484"/>
              <a:gd name="T17" fmla="*/ 921 h 1024"/>
              <a:gd name="T18" fmla="*/ 716 w 1484"/>
              <a:gd name="T19" fmla="*/ 901 h 1024"/>
              <a:gd name="T20" fmla="*/ 721 w 1484"/>
              <a:gd name="T21" fmla="*/ 114 h 1024"/>
              <a:gd name="T22" fmla="*/ 742 w 1484"/>
              <a:gd name="T23" fmla="*/ 102 h 1024"/>
              <a:gd name="T24" fmla="*/ 765 w 1484"/>
              <a:gd name="T25" fmla="*/ 119 h 1024"/>
              <a:gd name="T26" fmla="*/ 895 w 1484"/>
              <a:gd name="T27" fmla="*/ 819 h 1024"/>
              <a:gd name="T28" fmla="*/ 872 w 1484"/>
              <a:gd name="T29" fmla="*/ 804 h 1024"/>
              <a:gd name="T30" fmla="*/ 874 w 1484"/>
              <a:gd name="T31" fmla="*/ 779 h 1024"/>
              <a:gd name="T32" fmla="*/ 1305 w 1484"/>
              <a:gd name="T33" fmla="*/ 768 h 1024"/>
              <a:gd name="T34" fmla="*/ 1326 w 1484"/>
              <a:gd name="T35" fmla="*/ 779 h 1024"/>
              <a:gd name="T36" fmla="*/ 1328 w 1484"/>
              <a:gd name="T37" fmla="*/ 804 h 1024"/>
              <a:gd name="T38" fmla="*/ 1305 w 1484"/>
              <a:gd name="T39" fmla="*/ 819 h 1024"/>
              <a:gd name="T40" fmla="*/ 886 w 1484"/>
              <a:gd name="T41" fmla="*/ 663 h 1024"/>
              <a:gd name="T42" fmla="*/ 869 w 1484"/>
              <a:gd name="T43" fmla="*/ 640 h 1024"/>
              <a:gd name="T44" fmla="*/ 881 w 1484"/>
              <a:gd name="T45" fmla="*/ 618 h 1024"/>
              <a:gd name="T46" fmla="*/ 1310 w 1484"/>
              <a:gd name="T47" fmla="*/ 615 h 1024"/>
              <a:gd name="T48" fmla="*/ 1329 w 1484"/>
              <a:gd name="T49" fmla="*/ 634 h 1024"/>
              <a:gd name="T50" fmla="*/ 1322 w 1484"/>
              <a:gd name="T51" fmla="*/ 658 h 1024"/>
              <a:gd name="T52" fmla="*/ 1305 w 1484"/>
              <a:gd name="T53" fmla="*/ 512 h 1024"/>
              <a:gd name="T54" fmla="*/ 877 w 1484"/>
              <a:gd name="T55" fmla="*/ 505 h 1024"/>
              <a:gd name="T56" fmla="*/ 870 w 1484"/>
              <a:gd name="T57" fmla="*/ 481 h 1024"/>
              <a:gd name="T58" fmla="*/ 890 w 1484"/>
              <a:gd name="T59" fmla="*/ 462 h 1024"/>
              <a:gd name="T60" fmla="*/ 1319 w 1484"/>
              <a:gd name="T61" fmla="*/ 465 h 1024"/>
              <a:gd name="T62" fmla="*/ 1331 w 1484"/>
              <a:gd name="T63" fmla="*/ 486 h 1024"/>
              <a:gd name="T64" fmla="*/ 1314 w 1484"/>
              <a:gd name="T65" fmla="*/ 510 h 1024"/>
              <a:gd name="T66" fmla="*/ 1273 w 1484"/>
              <a:gd name="T67" fmla="*/ 310 h 1024"/>
              <a:gd name="T68" fmla="*/ 1236 w 1484"/>
              <a:gd name="T69" fmla="*/ 282 h 1024"/>
              <a:gd name="T70" fmla="*/ 1226 w 1484"/>
              <a:gd name="T71" fmla="*/ 267 h 1024"/>
              <a:gd name="T72" fmla="*/ 1201 w 1484"/>
              <a:gd name="T73" fmla="*/ 302 h 1024"/>
              <a:gd name="T74" fmla="*/ 1160 w 1484"/>
              <a:gd name="T75" fmla="*/ 304 h 1024"/>
              <a:gd name="T76" fmla="*/ 1128 w 1484"/>
              <a:gd name="T77" fmla="*/ 281 h 1024"/>
              <a:gd name="T78" fmla="*/ 1125 w 1484"/>
              <a:gd name="T79" fmla="*/ 240 h 1024"/>
              <a:gd name="T80" fmla="*/ 1157 w 1484"/>
              <a:gd name="T81" fmla="*/ 207 h 1024"/>
              <a:gd name="T82" fmla="*/ 1158 w 1484"/>
              <a:gd name="T83" fmla="*/ 201 h 1024"/>
              <a:gd name="T84" fmla="*/ 1130 w 1484"/>
              <a:gd name="T85" fmla="*/ 179 h 1024"/>
              <a:gd name="T86" fmla="*/ 1127 w 1484"/>
              <a:gd name="T87" fmla="*/ 138 h 1024"/>
              <a:gd name="T88" fmla="*/ 1150 w 1484"/>
              <a:gd name="T89" fmla="*/ 107 h 1024"/>
              <a:gd name="T90" fmla="*/ 1192 w 1484"/>
              <a:gd name="T91" fmla="*/ 106 h 1024"/>
              <a:gd name="T92" fmla="*/ 1224 w 1484"/>
              <a:gd name="T93" fmla="*/ 137 h 1024"/>
              <a:gd name="T94" fmla="*/ 1232 w 1484"/>
              <a:gd name="T95" fmla="*/ 137 h 1024"/>
              <a:gd name="T96" fmla="*/ 1254 w 1484"/>
              <a:gd name="T97" fmla="*/ 107 h 1024"/>
              <a:gd name="T98" fmla="*/ 1294 w 1484"/>
              <a:gd name="T99" fmla="*/ 105 h 1024"/>
              <a:gd name="T100" fmla="*/ 1324 w 1484"/>
              <a:gd name="T101" fmla="*/ 128 h 1024"/>
              <a:gd name="T102" fmla="*/ 1325 w 1484"/>
              <a:gd name="T103" fmla="*/ 169 h 1024"/>
              <a:gd name="T104" fmla="*/ 1292 w 1484"/>
              <a:gd name="T105" fmla="*/ 201 h 1024"/>
              <a:gd name="T106" fmla="*/ 1304 w 1484"/>
              <a:gd name="T107" fmla="*/ 211 h 1024"/>
              <a:gd name="T108" fmla="*/ 1329 w 1484"/>
              <a:gd name="T109" fmla="*/ 247 h 1024"/>
              <a:gd name="T110" fmla="*/ 1324 w 1484"/>
              <a:gd name="T111" fmla="*/ 289 h 1024"/>
              <a:gd name="T112" fmla="*/ 1290 w 1484"/>
              <a:gd name="T113" fmla="*/ 310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84" h="1024">
                <a:moveTo>
                  <a:pt x="1433" y="0"/>
                </a:moveTo>
                <a:lnTo>
                  <a:pt x="51" y="0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10"/>
                </a:lnTo>
                <a:lnTo>
                  <a:pt x="15" y="16"/>
                </a:lnTo>
                <a:lnTo>
                  <a:pt x="9" y="22"/>
                </a:lnTo>
                <a:lnTo>
                  <a:pt x="3" y="32"/>
                </a:lnTo>
                <a:lnTo>
                  <a:pt x="1" y="41"/>
                </a:lnTo>
                <a:lnTo>
                  <a:pt x="0" y="51"/>
                </a:lnTo>
                <a:lnTo>
                  <a:pt x="0" y="973"/>
                </a:lnTo>
                <a:lnTo>
                  <a:pt x="0" y="973"/>
                </a:lnTo>
                <a:lnTo>
                  <a:pt x="1" y="983"/>
                </a:lnTo>
                <a:lnTo>
                  <a:pt x="3" y="993"/>
                </a:lnTo>
                <a:lnTo>
                  <a:pt x="9" y="1001"/>
                </a:lnTo>
                <a:lnTo>
                  <a:pt x="15" y="1009"/>
                </a:lnTo>
                <a:lnTo>
                  <a:pt x="22" y="1015"/>
                </a:lnTo>
                <a:lnTo>
                  <a:pt x="31" y="1019"/>
                </a:lnTo>
                <a:lnTo>
                  <a:pt x="41" y="1023"/>
                </a:lnTo>
                <a:lnTo>
                  <a:pt x="51" y="1024"/>
                </a:lnTo>
                <a:lnTo>
                  <a:pt x="1433" y="1024"/>
                </a:lnTo>
                <a:lnTo>
                  <a:pt x="1433" y="1024"/>
                </a:lnTo>
                <a:lnTo>
                  <a:pt x="1443" y="1023"/>
                </a:lnTo>
                <a:lnTo>
                  <a:pt x="1452" y="1019"/>
                </a:lnTo>
                <a:lnTo>
                  <a:pt x="1462" y="1015"/>
                </a:lnTo>
                <a:lnTo>
                  <a:pt x="1469" y="1009"/>
                </a:lnTo>
                <a:lnTo>
                  <a:pt x="1474" y="1001"/>
                </a:lnTo>
                <a:lnTo>
                  <a:pt x="1480" y="993"/>
                </a:lnTo>
                <a:lnTo>
                  <a:pt x="1482" y="983"/>
                </a:lnTo>
                <a:lnTo>
                  <a:pt x="1484" y="973"/>
                </a:lnTo>
                <a:lnTo>
                  <a:pt x="1484" y="51"/>
                </a:lnTo>
                <a:lnTo>
                  <a:pt x="1484" y="51"/>
                </a:lnTo>
                <a:lnTo>
                  <a:pt x="1482" y="41"/>
                </a:lnTo>
                <a:lnTo>
                  <a:pt x="1480" y="32"/>
                </a:lnTo>
                <a:lnTo>
                  <a:pt x="1474" y="22"/>
                </a:lnTo>
                <a:lnTo>
                  <a:pt x="1469" y="16"/>
                </a:lnTo>
                <a:lnTo>
                  <a:pt x="1462" y="10"/>
                </a:lnTo>
                <a:lnTo>
                  <a:pt x="1452" y="4"/>
                </a:lnTo>
                <a:lnTo>
                  <a:pt x="1443" y="2"/>
                </a:lnTo>
                <a:lnTo>
                  <a:pt x="1433" y="0"/>
                </a:lnTo>
                <a:lnTo>
                  <a:pt x="1433" y="0"/>
                </a:lnTo>
                <a:close/>
                <a:moveTo>
                  <a:pt x="767" y="895"/>
                </a:moveTo>
                <a:lnTo>
                  <a:pt x="767" y="895"/>
                </a:lnTo>
                <a:lnTo>
                  <a:pt x="767" y="901"/>
                </a:lnTo>
                <a:lnTo>
                  <a:pt x="765" y="906"/>
                </a:lnTo>
                <a:lnTo>
                  <a:pt x="763" y="910"/>
                </a:lnTo>
                <a:lnTo>
                  <a:pt x="760" y="914"/>
                </a:lnTo>
                <a:lnTo>
                  <a:pt x="756" y="917"/>
                </a:lnTo>
                <a:lnTo>
                  <a:pt x="752" y="920"/>
                </a:lnTo>
                <a:lnTo>
                  <a:pt x="746" y="921"/>
                </a:lnTo>
                <a:lnTo>
                  <a:pt x="742" y="921"/>
                </a:lnTo>
                <a:lnTo>
                  <a:pt x="742" y="921"/>
                </a:lnTo>
                <a:lnTo>
                  <a:pt x="737" y="921"/>
                </a:lnTo>
                <a:lnTo>
                  <a:pt x="731" y="920"/>
                </a:lnTo>
                <a:lnTo>
                  <a:pt x="728" y="917"/>
                </a:lnTo>
                <a:lnTo>
                  <a:pt x="723" y="914"/>
                </a:lnTo>
                <a:lnTo>
                  <a:pt x="721" y="910"/>
                </a:lnTo>
                <a:lnTo>
                  <a:pt x="719" y="906"/>
                </a:lnTo>
                <a:lnTo>
                  <a:pt x="716" y="901"/>
                </a:lnTo>
                <a:lnTo>
                  <a:pt x="716" y="895"/>
                </a:lnTo>
                <a:lnTo>
                  <a:pt x="716" y="128"/>
                </a:lnTo>
                <a:lnTo>
                  <a:pt x="716" y="128"/>
                </a:lnTo>
                <a:lnTo>
                  <a:pt x="716" y="123"/>
                </a:lnTo>
                <a:lnTo>
                  <a:pt x="719" y="119"/>
                </a:lnTo>
                <a:lnTo>
                  <a:pt x="721" y="114"/>
                </a:lnTo>
                <a:lnTo>
                  <a:pt x="723" y="111"/>
                </a:lnTo>
                <a:lnTo>
                  <a:pt x="728" y="107"/>
                </a:lnTo>
                <a:lnTo>
                  <a:pt x="731" y="105"/>
                </a:lnTo>
                <a:lnTo>
                  <a:pt x="737" y="104"/>
                </a:lnTo>
                <a:lnTo>
                  <a:pt x="742" y="102"/>
                </a:lnTo>
                <a:lnTo>
                  <a:pt x="742" y="102"/>
                </a:lnTo>
                <a:lnTo>
                  <a:pt x="746" y="104"/>
                </a:lnTo>
                <a:lnTo>
                  <a:pt x="752" y="105"/>
                </a:lnTo>
                <a:lnTo>
                  <a:pt x="756" y="107"/>
                </a:lnTo>
                <a:lnTo>
                  <a:pt x="760" y="111"/>
                </a:lnTo>
                <a:lnTo>
                  <a:pt x="763" y="114"/>
                </a:lnTo>
                <a:lnTo>
                  <a:pt x="765" y="119"/>
                </a:lnTo>
                <a:lnTo>
                  <a:pt x="767" y="123"/>
                </a:lnTo>
                <a:lnTo>
                  <a:pt x="767" y="128"/>
                </a:lnTo>
                <a:lnTo>
                  <a:pt x="767" y="895"/>
                </a:lnTo>
                <a:close/>
                <a:moveTo>
                  <a:pt x="1305" y="819"/>
                </a:moveTo>
                <a:lnTo>
                  <a:pt x="895" y="819"/>
                </a:lnTo>
                <a:lnTo>
                  <a:pt x="895" y="819"/>
                </a:lnTo>
                <a:lnTo>
                  <a:pt x="890" y="819"/>
                </a:lnTo>
                <a:lnTo>
                  <a:pt x="886" y="816"/>
                </a:lnTo>
                <a:lnTo>
                  <a:pt x="881" y="814"/>
                </a:lnTo>
                <a:lnTo>
                  <a:pt x="877" y="812"/>
                </a:lnTo>
                <a:lnTo>
                  <a:pt x="874" y="807"/>
                </a:lnTo>
                <a:lnTo>
                  <a:pt x="872" y="804"/>
                </a:lnTo>
                <a:lnTo>
                  <a:pt x="870" y="799"/>
                </a:lnTo>
                <a:lnTo>
                  <a:pt x="869" y="793"/>
                </a:lnTo>
                <a:lnTo>
                  <a:pt x="869" y="793"/>
                </a:lnTo>
                <a:lnTo>
                  <a:pt x="870" y="789"/>
                </a:lnTo>
                <a:lnTo>
                  <a:pt x="872" y="784"/>
                </a:lnTo>
                <a:lnTo>
                  <a:pt x="874" y="779"/>
                </a:lnTo>
                <a:lnTo>
                  <a:pt x="877" y="776"/>
                </a:lnTo>
                <a:lnTo>
                  <a:pt x="881" y="772"/>
                </a:lnTo>
                <a:lnTo>
                  <a:pt x="886" y="770"/>
                </a:lnTo>
                <a:lnTo>
                  <a:pt x="890" y="769"/>
                </a:lnTo>
                <a:lnTo>
                  <a:pt x="895" y="768"/>
                </a:lnTo>
                <a:lnTo>
                  <a:pt x="1305" y="768"/>
                </a:lnTo>
                <a:lnTo>
                  <a:pt x="1305" y="768"/>
                </a:lnTo>
                <a:lnTo>
                  <a:pt x="1310" y="769"/>
                </a:lnTo>
                <a:lnTo>
                  <a:pt x="1314" y="770"/>
                </a:lnTo>
                <a:lnTo>
                  <a:pt x="1319" y="772"/>
                </a:lnTo>
                <a:lnTo>
                  <a:pt x="1322" y="776"/>
                </a:lnTo>
                <a:lnTo>
                  <a:pt x="1326" y="779"/>
                </a:lnTo>
                <a:lnTo>
                  <a:pt x="1328" y="784"/>
                </a:lnTo>
                <a:lnTo>
                  <a:pt x="1329" y="789"/>
                </a:lnTo>
                <a:lnTo>
                  <a:pt x="1331" y="793"/>
                </a:lnTo>
                <a:lnTo>
                  <a:pt x="1331" y="793"/>
                </a:lnTo>
                <a:lnTo>
                  <a:pt x="1329" y="799"/>
                </a:lnTo>
                <a:lnTo>
                  <a:pt x="1328" y="804"/>
                </a:lnTo>
                <a:lnTo>
                  <a:pt x="1326" y="807"/>
                </a:lnTo>
                <a:lnTo>
                  <a:pt x="1322" y="812"/>
                </a:lnTo>
                <a:lnTo>
                  <a:pt x="1319" y="814"/>
                </a:lnTo>
                <a:lnTo>
                  <a:pt x="1314" y="816"/>
                </a:lnTo>
                <a:lnTo>
                  <a:pt x="1310" y="819"/>
                </a:lnTo>
                <a:lnTo>
                  <a:pt x="1305" y="819"/>
                </a:lnTo>
                <a:lnTo>
                  <a:pt x="1305" y="819"/>
                </a:lnTo>
                <a:close/>
                <a:moveTo>
                  <a:pt x="1305" y="666"/>
                </a:moveTo>
                <a:lnTo>
                  <a:pt x="895" y="666"/>
                </a:lnTo>
                <a:lnTo>
                  <a:pt x="895" y="666"/>
                </a:lnTo>
                <a:lnTo>
                  <a:pt x="890" y="665"/>
                </a:lnTo>
                <a:lnTo>
                  <a:pt x="886" y="663"/>
                </a:lnTo>
                <a:lnTo>
                  <a:pt x="881" y="661"/>
                </a:lnTo>
                <a:lnTo>
                  <a:pt x="877" y="658"/>
                </a:lnTo>
                <a:lnTo>
                  <a:pt x="874" y="654"/>
                </a:lnTo>
                <a:lnTo>
                  <a:pt x="872" y="650"/>
                </a:lnTo>
                <a:lnTo>
                  <a:pt x="870" y="645"/>
                </a:lnTo>
                <a:lnTo>
                  <a:pt x="869" y="640"/>
                </a:lnTo>
                <a:lnTo>
                  <a:pt x="869" y="640"/>
                </a:lnTo>
                <a:lnTo>
                  <a:pt x="870" y="634"/>
                </a:lnTo>
                <a:lnTo>
                  <a:pt x="872" y="630"/>
                </a:lnTo>
                <a:lnTo>
                  <a:pt x="874" y="625"/>
                </a:lnTo>
                <a:lnTo>
                  <a:pt x="877" y="622"/>
                </a:lnTo>
                <a:lnTo>
                  <a:pt x="881" y="618"/>
                </a:lnTo>
                <a:lnTo>
                  <a:pt x="886" y="616"/>
                </a:lnTo>
                <a:lnTo>
                  <a:pt x="890" y="615"/>
                </a:lnTo>
                <a:lnTo>
                  <a:pt x="895" y="615"/>
                </a:lnTo>
                <a:lnTo>
                  <a:pt x="1305" y="615"/>
                </a:lnTo>
                <a:lnTo>
                  <a:pt x="1305" y="615"/>
                </a:lnTo>
                <a:lnTo>
                  <a:pt x="1310" y="615"/>
                </a:lnTo>
                <a:lnTo>
                  <a:pt x="1314" y="616"/>
                </a:lnTo>
                <a:lnTo>
                  <a:pt x="1319" y="618"/>
                </a:lnTo>
                <a:lnTo>
                  <a:pt x="1322" y="622"/>
                </a:lnTo>
                <a:lnTo>
                  <a:pt x="1326" y="625"/>
                </a:lnTo>
                <a:lnTo>
                  <a:pt x="1328" y="630"/>
                </a:lnTo>
                <a:lnTo>
                  <a:pt x="1329" y="634"/>
                </a:lnTo>
                <a:lnTo>
                  <a:pt x="1331" y="640"/>
                </a:lnTo>
                <a:lnTo>
                  <a:pt x="1331" y="640"/>
                </a:lnTo>
                <a:lnTo>
                  <a:pt x="1329" y="645"/>
                </a:lnTo>
                <a:lnTo>
                  <a:pt x="1328" y="650"/>
                </a:lnTo>
                <a:lnTo>
                  <a:pt x="1326" y="654"/>
                </a:lnTo>
                <a:lnTo>
                  <a:pt x="1322" y="658"/>
                </a:lnTo>
                <a:lnTo>
                  <a:pt x="1319" y="661"/>
                </a:lnTo>
                <a:lnTo>
                  <a:pt x="1314" y="663"/>
                </a:lnTo>
                <a:lnTo>
                  <a:pt x="1310" y="665"/>
                </a:lnTo>
                <a:lnTo>
                  <a:pt x="1305" y="666"/>
                </a:lnTo>
                <a:lnTo>
                  <a:pt x="1305" y="666"/>
                </a:lnTo>
                <a:close/>
                <a:moveTo>
                  <a:pt x="1305" y="512"/>
                </a:moveTo>
                <a:lnTo>
                  <a:pt x="895" y="512"/>
                </a:lnTo>
                <a:lnTo>
                  <a:pt x="895" y="512"/>
                </a:lnTo>
                <a:lnTo>
                  <a:pt x="890" y="512"/>
                </a:lnTo>
                <a:lnTo>
                  <a:pt x="886" y="510"/>
                </a:lnTo>
                <a:lnTo>
                  <a:pt x="881" y="508"/>
                </a:lnTo>
                <a:lnTo>
                  <a:pt x="877" y="505"/>
                </a:lnTo>
                <a:lnTo>
                  <a:pt x="874" y="501"/>
                </a:lnTo>
                <a:lnTo>
                  <a:pt x="872" y="497"/>
                </a:lnTo>
                <a:lnTo>
                  <a:pt x="870" y="492"/>
                </a:lnTo>
                <a:lnTo>
                  <a:pt x="869" y="486"/>
                </a:lnTo>
                <a:lnTo>
                  <a:pt x="869" y="486"/>
                </a:lnTo>
                <a:lnTo>
                  <a:pt x="870" y="481"/>
                </a:lnTo>
                <a:lnTo>
                  <a:pt x="872" y="477"/>
                </a:lnTo>
                <a:lnTo>
                  <a:pt x="874" y="472"/>
                </a:lnTo>
                <a:lnTo>
                  <a:pt x="877" y="469"/>
                </a:lnTo>
                <a:lnTo>
                  <a:pt x="881" y="465"/>
                </a:lnTo>
                <a:lnTo>
                  <a:pt x="886" y="463"/>
                </a:lnTo>
                <a:lnTo>
                  <a:pt x="890" y="462"/>
                </a:lnTo>
                <a:lnTo>
                  <a:pt x="895" y="461"/>
                </a:lnTo>
                <a:lnTo>
                  <a:pt x="1305" y="461"/>
                </a:lnTo>
                <a:lnTo>
                  <a:pt x="1305" y="461"/>
                </a:lnTo>
                <a:lnTo>
                  <a:pt x="1310" y="462"/>
                </a:lnTo>
                <a:lnTo>
                  <a:pt x="1314" y="463"/>
                </a:lnTo>
                <a:lnTo>
                  <a:pt x="1319" y="465"/>
                </a:lnTo>
                <a:lnTo>
                  <a:pt x="1322" y="469"/>
                </a:lnTo>
                <a:lnTo>
                  <a:pt x="1326" y="472"/>
                </a:lnTo>
                <a:lnTo>
                  <a:pt x="1328" y="477"/>
                </a:lnTo>
                <a:lnTo>
                  <a:pt x="1329" y="481"/>
                </a:lnTo>
                <a:lnTo>
                  <a:pt x="1331" y="486"/>
                </a:lnTo>
                <a:lnTo>
                  <a:pt x="1331" y="486"/>
                </a:lnTo>
                <a:lnTo>
                  <a:pt x="1329" y="492"/>
                </a:lnTo>
                <a:lnTo>
                  <a:pt x="1328" y="497"/>
                </a:lnTo>
                <a:lnTo>
                  <a:pt x="1326" y="501"/>
                </a:lnTo>
                <a:lnTo>
                  <a:pt x="1322" y="505"/>
                </a:lnTo>
                <a:lnTo>
                  <a:pt x="1319" y="508"/>
                </a:lnTo>
                <a:lnTo>
                  <a:pt x="1314" y="510"/>
                </a:lnTo>
                <a:lnTo>
                  <a:pt x="1310" y="512"/>
                </a:lnTo>
                <a:lnTo>
                  <a:pt x="1305" y="512"/>
                </a:lnTo>
                <a:lnTo>
                  <a:pt x="1305" y="512"/>
                </a:lnTo>
                <a:close/>
                <a:moveTo>
                  <a:pt x="1281" y="311"/>
                </a:moveTo>
                <a:lnTo>
                  <a:pt x="1281" y="311"/>
                </a:lnTo>
                <a:lnTo>
                  <a:pt x="1273" y="310"/>
                </a:lnTo>
                <a:lnTo>
                  <a:pt x="1265" y="308"/>
                </a:lnTo>
                <a:lnTo>
                  <a:pt x="1255" y="304"/>
                </a:lnTo>
                <a:lnTo>
                  <a:pt x="1247" y="297"/>
                </a:lnTo>
                <a:lnTo>
                  <a:pt x="1243" y="294"/>
                </a:lnTo>
                <a:lnTo>
                  <a:pt x="1239" y="288"/>
                </a:lnTo>
                <a:lnTo>
                  <a:pt x="1236" y="282"/>
                </a:lnTo>
                <a:lnTo>
                  <a:pt x="1233" y="276"/>
                </a:lnTo>
                <a:lnTo>
                  <a:pt x="1232" y="268"/>
                </a:lnTo>
                <a:lnTo>
                  <a:pt x="1231" y="259"/>
                </a:lnTo>
                <a:lnTo>
                  <a:pt x="1227" y="259"/>
                </a:lnTo>
                <a:lnTo>
                  <a:pt x="1227" y="259"/>
                </a:lnTo>
                <a:lnTo>
                  <a:pt x="1226" y="267"/>
                </a:lnTo>
                <a:lnTo>
                  <a:pt x="1225" y="274"/>
                </a:lnTo>
                <a:lnTo>
                  <a:pt x="1220" y="282"/>
                </a:lnTo>
                <a:lnTo>
                  <a:pt x="1215" y="291"/>
                </a:lnTo>
                <a:lnTo>
                  <a:pt x="1211" y="295"/>
                </a:lnTo>
                <a:lnTo>
                  <a:pt x="1207" y="298"/>
                </a:lnTo>
                <a:lnTo>
                  <a:pt x="1201" y="302"/>
                </a:lnTo>
                <a:lnTo>
                  <a:pt x="1194" y="304"/>
                </a:lnTo>
                <a:lnTo>
                  <a:pt x="1187" y="305"/>
                </a:lnTo>
                <a:lnTo>
                  <a:pt x="1179" y="305"/>
                </a:lnTo>
                <a:lnTo>
                  <a:pt x="1179" y="305"/>
                </a:lnTo>
                <a:lnTo>
                  <a:pt x="1169" y="305"/>
                </a:lnTo>
                <a:lnTo>
                  <a:pt x="1160" y="304"/>
                </a:lnTo>
                <a:lnTo>
                  <a:pt x="1150" y="301"/>
                </a:lnTo>
                <a:lnTo>
                  <a:pt x="1145" y="298"/>
                </a:lnTo>
                <a:lnTo>
                  <a:pt x="1141" y="295"/>
                </a:lnTo>
                <a:lnTo>
                  <a:pt x="1135" y="291"/>
                </a:lnTo>
                <a:lnTo>
                  <a:pt x="1131" y="287"/>
                </a:lnTo>
                <a:lnTo>
                  <a:pt x="1128" y="281"/>
                </a:lnTo>
                <a:lnTo>
                  <a:pt x="1124" y="274"/>
                </a:lnTo>
                <a:lnTo>
                  <a:pt x="1123" y="266"/>
                </a:lnTo>
                <a:lnTo>
                  <a:pt x="1122" y="257"/>
                </a:lnTo>
                <a:lnTo>
                  <a:pt x="1122" y="257"/>
                </a:lnTo>
                <a:lnTo>
                  <a:pt x="1123" y="249"/>
                </a:lnTo>
                <a:lnTo>
                  <a:pt x="1125" y="240"/>
                </a:lnTo>
                <a:lnTo>
                  <a:pt x="1129" y="231"/>
                </a:lnTo>
                <a:lnTo>
                  <a:pt x="1136" y="222"/>
                </a:lnTo>
                <a:lnTo>
                  <a:pt x="1139" y="217"/>
                </a:lnTo>
                <a:lnTo>
                  <a:pt x="1144" y="213"/>
                </a:lnTo>
                <a:lnTo>
                  <a:pt x="1150" y="210"/>
                </a:lnTo>
                <a:lnTo>
                  <a:pt x="1157" y="207"/>
                </a:lnTo>
                <a:lnTo>
                  <a:pt x="1165" y="206"/>
                </a:lnTo>
                <a:lnTo>
                  <a:pt x="1173" y="206"/>
                </a:lnTo>
                <a:lnTo>
                  <a:pt x="1173" y="202"/>
                </a:lnTo>
                <a:lnTo>
                  <a:pt x="1173" y="202"/>
                </a:lnTo>
                <a:lnTo>
                  <a:pt x="1166" y="202"/>
                </a:lnTo>
                <a:lnTo>
                  <a:pt x="1158" y="201"/>
                </a:lnTo>
                <a:lnTo>
                  <a:pt x="1150" y="198"/>
                </a:lnTo>
                <a:lnTo>
                  <a:pt x="1145" y="195"/>
                </a:lnTo>
                <a:lnTo>
                  <a:pt x="1141" y="193"/>
                </a:lnTo>
                <a:lnTo>
                  <a:pt x="1137" y="189"/>
                </a:lnTo>
                <a:lnTo>
                  <a:pt x="1134" y="185"/>
                </a:lnTo>
                <a:lnTo>
                  <a:pt x="1130" y="179"/>
                </a:lnTo>
                <a:lnTo>
                  <a:pt x="1128" y="172"/>
                </a:lnTo>
                <a:lnTo>
                  <a:pt x="1125" y="165"/>
                </a:lnTo>
                <a:lnTo>
                  <a:pt x="1125" y="156"/>
                </a:lnTo>
                <a:lnTo>
                  <a:pt x="1125" y="156"/>
                </a:lnTo>
                <a:lnTo>
                  <a:pt x="1125" y="148"/>
                </a:lnTo>
                <a:lnTo>
                  <a:pt x="1127" y="138"/>
                </a:lnTo>
                <a:lnTo>
                  <a:pt x="1129" y="129"/>
                </a:lnTo>
                <a:lnTo>
                  <a:pt x="1131" y="124"/>
                </a:lnTo>
                <a:lnTo>
                  <a:pt x="1135" y="120"/>
                </a:lnTo>
                <a:lnTo>
                  <a:pt x="1138" y="115"/>
                </a:lnTo>
                <a:lnTo>
                  <a:pt x="1144" y="111"/>
                </a:lnTo>
                <a:lnTo>
                  <a:pt x="1150" y="107"/>
                </a:lnTo>
                <a:lnTo>
                  <a:pt x="1157" y="105"/>
                </a:lnTo>
                <a:lnTo>
                  <a:pt x="1165" y="104"/>
                </a:lnTo>
                <a:lnTo>
                  <a:pt x="1175" y="102"/>
                </a:lnTo>
                <a:lnTo>
                  <a:pt x="1175" y="102"/>
                </a:lnTo>
                <a:lnTo>
                  <a:pt x="1183" y="104"/>
                </a:lnTo>
                <a:lnTo>
                  <a:pt x="1192" y="106"/>
                </a:lnTo>
                <a:lnTo>
                  <a:pt x="1201" y="109"/>
                </a:lnTo>
                <a:lnTo>
                  <a:pt x="1210" y="116"/>
                </a:lnTo>
                <a:lnTo>
                  <a:pt x="1215" y="120"/>
                </a:lnTo>
                <a:lnTo>
                  <a:pt x="1218" y="124"/>
                </a:lnTo>
                <a:lnTo>
                  <a:pt x="1222" y="130"/>
                </a:lnTo>
                <a:lnTo>
                  <a:pt x="1224" y="137"/>
                </a:lnTo>
                <a:lnTo>
                  <a:pt x="1225" y="145"/>
                </a:lnTo>
                <a:lnTo>
                  <a:pt x="1226" y="153"/>
                </a:lnTo>
                <a:lnTo>
                  <a:pt x="1231" y="153"/>
                </a:lnTo>
                <a:lnTo>
                  <a:pt x="1231" y="153"/>
                </a:lnTo>
                <a:lnTo>
                  <a:pt x="1231" y="147"/>
                </a:lnTo>
                <a:lnTo>
                  <a:pt x="1232" y="137"/>
                </a:lnTo>
                <a:lnTo>
                  <a:pt x="1236" y="128"/>
                </a:lnTo>
                <a:lnTo>
                  <a:pt x="1238" y="123"/>
                </a:lnTo>
                <a:lnTo>
                  <a:pt x="1241" y="119"/>
                </a:lnTo>
                <a:lnTo>
                  <a:pt x="1245" y="115"/>
                </a:lnTo>
                <a:lnTo>
                  <a:pt x="1249" y="111"/>
                </a:lnTo>
                <a:lnTo>
                  <a:pt x="1254" y="107"/>
                </a:lnTo>
                <a:lnTo>
                  <a:pt x="1261" y="105"/>
                </a:lnTo>
                <a:lnTo>
                  <a:pt x="1269" y="104"/>
                </a:lnTo>
                <a:lnTo>
                  <a:pt x="1277" y="102"/>
                </a:lnTo>
                <a:lnTo>
                  <a:pt x="1277" y="102"/>
                </a:lnTo>
                <a:lnTo>
                  <a:pt x="1285" y="104"/>
                </a:lnTo>
                <a:lnTo>
                  <a:pt x="1294" y="105"/>
                </a:lnTo>
                <a:lnTo>
                  <a:pt x="1303" y="108"/>
                </a:lnTo>
                <a:lnTo>
                  <a:pt x="1307" y="111"/>
                </a:lnTo>
                <a:lnTo>
                  <a:pt x="1312" y="114"/>
                </a:lnTo>
                <a:lnTo>
                  <a:pt x="1317" y="118"/>
                </a:lnTo>
                <a:lnTo>
                  <a:pt x="1320" y="122"/>
                </a:lnTo>
                <a:lnTo>
                  <a:pt x="1324" y="128"/>
                </a:lnTo>
                <a:lnTo>
                  <a:pt x="1326" y="135"/>
                </a:lnTo>
                <a:lnTo>
                  <a:pt x="1328" y="143"/>
                </a:lnTo>
                <a:lnTo>
                  <a:pt x="1328" y="152"/>
                </a:lnTo>
                <a:lnTo>
                  <a:pt x="1328" y="152"/>
                </a:lnTo>
                <a:lnTo>
                  <a:pt x="1327" y="160"/>
                </a:lnTo>
                <a:lnTo>
                  <a:pt x="1325" y="169"/>
                </a:lnTo>
                <a:lnTo>
                  <a:pt x="1320" y="178"/>
                </a:lnTo>
                <a:lnTo>
                  <a:pt x="1314" y="187"/>
                </a:lnTo>
                <a:lnTo>
                  <a:pt x="1310" y="192"/>
                </a:lnTo>
                <a:lnTo>
                  <a:pt x="1305" y="195"/>
                </a:lnTo>
                <a:lnTo>
                  <a:pt x="1299" y="199"/>
                </a:lnTo>
                <a:lnTo>
                  <a:pt x="1292" y="201"/>
                </a:lnTo>
                <a:lnTo>
                  <a:pt x="1285" y="203"/>
                </a:lnTo>
                <a:lnTo>
                  <a:pt x="1277" y="203"/>
                </a:lnTo>
                <a:lnTo>
                  <a:pt x="1277" y="203"/>
                </a:lnTo>
                <a:lnTo>
                  <a:pt x="1285" y="204"/>
                </a:lnTo>
                <a:lnTo>
                  <a:pt x="1294" y="207"/>
                </a:lnTo>
                <a:lnTo>
                  <a:pt x="1304" y="211"/>
                </a:lnTo>
                <a:lnTo>
                  <a:pt x="1313" y="217"/>
                </a:lnTo>
                <a:lnTo>
                  <a:pt x="1318" y="222"/>
                </a:lnTo>
                <a:lnTo>
                  <a:pt x="1321" y="228"/>
                </a:lnTo>
                <a:lnTo>
                  <a:pt x="1325" y="233"/>
                </a:lnTo>
                <a:lnTo>
                  <a:pt x="1328" y="239"/>
                </a:lnTo>
                <a:lnTo>
                  <a:pt x="1329" y="247"/>
                </a:lnTo>
                <a:lnTo>
                  <a:pt x="1331" y="257"/>
                </a:lnTo>
                <a:lnTo>
                  <a:pt x="1331" y="257"/>
                </a:lnTo>
                <a:lnTo>
                  <a:pt x="1329" y="265"/>
                </a:lnTo>
                <a:lnTo>
                  <a:pt x="1328" y="274"/>
                </a:lnTo>
                <a:lnTo>
                  <a:pt x="1326" y="283"/>
                </a:lnTo>
                <a:lnTo>
                  <a:pt x="1324" y="289"/>
                </a:lnTo>
                <a:lnTo>
                  <a:pt x="1320" y="294"/>
                </a:lnTo>
                <a:lnTo>
                  <a:pt x="1317" y="298"/>
                </a:lnTo>
                <a:lnTo>
                  <a:pt x="1311" y="302"/>
                </a:lnTo>
                <a:lnTo>
                  <a:pt x="1305" y="305"/>
                </a:lnTo>
                <a:lnTo>
                  <a:pt x="1298" y="309"/>
                </a:lnTo>
                <a:lnTo>
                  <a:pt x="1290" y="310"/>
                </a:lnTo>
                <a:lnTo>
                  <a:pt x="1281" y="311"/>
                </a:lnTo>
                <a:lnTo>
                  <a:pt x="1281" y="31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6"/>
          <p:cNvSpPr>
            <a:spLocks noChangeAspect="1" noEditPoints="1"/>
          </p:cNvSpPr>
          <p:nvPr/>
        </p:nvSpPr>
        <p:spPr bwMode="auto">
          <a:xfrm>
            <a:off x="7725308" y="2966877"/>
            <a:ext cx="1080000" cy="894171"/>
          </a:xfrm>
          <a:custGeom>
            <a:avLst/>
            <a:gdLst>
              <a:gd name="T0" fmla="*/ 836 w 1484"/>
              <a:gd name="T1" fmla="*/ 54 h 1226"/>
              <a:gd name="T2" fmla="*/ 794 w 1484"/>
              <a:gd name="T3" fmla="*/ 17 h 1226"/>
              <a:gd name="T4" fmla="*/ 744 w 1484"/>
              <a:gd name="T5" fmla="*/ 0 h 1226"/>
              <a:gd name="T6" fmla="*/ 711 w 1484"/>
              <a:gd name="T7" fmla="*/ 6 h 1226"/>
              <a:gd name="T8" fmla="*/ 674 w 1484"/>
              <a:gd name="T9" fmla="*/ 27 h 1226"/>
              <a:gd name="T10" fmla="*/ 46 w 1484"/>
              <a:gd name="T11" fmla="*/ 1097 h 1226"/>
              <a:gd name="T12" fmla="*/ 17 w 1484"/>
              <a:gd name="T13" fmla="*/ 1136 h 1226"/>
              <a:gd name="T14" fmla="*/ 0 w 1484"/>
              <a:gd name="T15" fmla="*/ 1183 h 1226"/>
              <a:gd name="T16" fmla="*/ 6 w 1484"/>
              <a:gd name="T17" fmla="*/ 1204 h 1226"/>
              <a:gd name="T18" fmla="*/ 26 w 1484"/>
              <a:gd name="T19" fmla="*/ 1219 h 1226"/>
              <a:gd name="T20" fmla="*/ 64 w 1484"/>
              <a:gd name="T21" fmla="*/ 1226 h 1226"/>
              <a:gd name="T22" fmla="*/ 1446 w 1484"/>
              <a:gd name="T23" fmla="*/ 1222 h 1226"/>
              <a:gd name="T24" fmla="*/ 1473 w 1484"/>
              <a:gd name="T25" fmla="*/ 1205 h 1226"/>
              <a:gd name="T26" fmla="*/ 1484 w 1484"/>
              <a:gd name="T27" fmla="*/ 1178 h 1226"/>
              <a:gd name="T28" fmla="*/ 1477 w 1484"/>
              <a:gd name="T29" fmla="*/ 1151 h 1226"/>
              <a:gd name="T30" fmla="*/ 1438 w 1484"/>
              <a:gd name="T31" fmla="*/ 1097 h 1226"/>
              <a:gd name="T32" fmla="*/ 639 w 1484"/>
              <a:gd name="T33" fmla="*/ 338 h 1226"/>
              <a:gd name="T34" fmla="*/ 658 w 1484"/>
              <a:gd name="T35" fmla="*/ 304 h 1226"/>
              <a:gd name="T36" fmla="*/ 689 w 1484"/>
              <a:gd name="T37" fmla="*/ 280 h 1226"/>
              <a:gd name="T38" fmla="*/ 727 w 1484"/>
              <a:gd name="T39" fmla="*/ 267 h 1226"/>
              <a:gd name="T40" fmla="*/ 756 w 1484"/>
              <a:gd name="T41" fmla="*/ 266 h 1226"/>
              <a:gd name="T42" fmla="*/ 794 w 1484"/>
              <a:gd name="T43" fmla="*/ 275 h 1226"/>
              <a:gd name="T44" fmla="*/ 826 w 1484"/>
              <a:gd name="T45" fmla="*/ 297 h 1226"/>
              <a:gd name="T46" fmla="*/ 846 w 1484"/>
              <a:gd name="T47" fmla="*/ 328 h 1226"/>
              <a:gd name="T48" fmla="*/ 852 w 1484"/>
              <a:gd name="T49" fmla="*/ 756 h 1226"/>
              <a:gd name="T50" fmla="*/ 846 w 1484"/>
              <a:gd name="T51" fmla="*/ 784 h 1226"/>
              <a:gd name="T52" fmla="*/ 824 w 1484"/>
              <a:gd name="T53" fmla="*/ 816 h 1226"/>
              <a:gd name="T54" fmla="*/ 792 w 1484"/>
              <a:gd name="T55" fmla="*/ 840 h 1226"/>
              <a:gd name="T56" fmla="*/ 754 w 1484"/>
              <a:gd name="T57" fmla="*/ 851 h 1226"/>
              <a:gd name="T58" fmla="*/ 724 w 1484"/>
              <a:gd name="T59" fmla="*/ 850 h 1226"/>
              <a:gd name="T60" fmla="*/ 686 w 1484"/>
              <a:gd name="T61" fmla="*/ 835 h 1226"/>
              <a:gd name="T62" fmla="*/ 656 w 1484"/>
              <a:gd name="T63" fmla="*/ 809 h 1226"/>
              <a:gd name="T64" fmla="*/ 639 w 1484"/>
              <a:gd name="T65" fmla="*/ 775 h 1226"/>
              <a:gd name="T66" fmla="*/ 750 w 1484"/>
              <a:gd name="T67" fmla="*/ 1120 h 1226"/>
              <a:gd name="T68" fmla="*/ 718 w 1484"/>
              <a:gd name="T69" fmla="*/ 1115 h 1226"/>
              <a:gd name="T70" fmla="*/ 681 w 1484"/>
              <a:gd name="T71" fmla="*/ 1096 h 1226"/>
              <a:gd name="T72" fmla="*/ 655 w 1484"/>
              <a:gd name="T73" fmla="*/ 1063 h 1226"/>
              <a:gd name="T74" fmla="*/ 642 w 1484"/>
              <a:gd name="T75" fmla="*/ 1023 h 1226"/>
              <a:gd name="T76" fmla="*/ 644 w 1484"/>
              <a:gd name="T77" fmla="*/ 990 h 1226"/>
              <a:gd name="T78" fmla="*/ 660 w 1484"/>
              <a:gd name="T79" fmla="*/ 951 h 1226"/>
              <a:gd name="T80" fmla="*/ 689 w 1484"/>
              <a:gd name="T81" fmla="*/ 922 h 1226"/>
              <a:gd name="T82" fmla="*/ 728 w 1484"/>
              <a:gd name="T83" fmla="*/ 906 h 1226"/>
              <a:gd name="T84" fmla="*/ 761 w 1484"/>
              <a:gd name="T85" fmla="*/ 903 h 1226"/>
              <a:gd name="T86" fmla="*/ 801 w 1484"/>
              <a:gd name="T87" fmla="*/ 916 h 1226"/>
              <a:gd name="T88" fmla="*/ 834 w 1484"/>
              <a:gd name="T89" fmla="*/ 943 h 1226"/>
              <a:gd name="T90" fmla="*/ 853 w 1484"/>
              <a:gd name="T91" fmla="*/ 980 h 1226"/>
              <a:gd name="T92" fmla="*/ 858 w 1484"/>
              <a:gd name="T93" fmla="*/ 1011 h 1226"/>
              <a:gd name="T94" fmla="*/ 850 w 1484"/>
              <a:gd name="T95" fmla="*/ 1054 h 1226"/>
              <a:gd name="T96" fmla="*/ 827 w 1484"/>
              <a:gd name="T97" fmla="*/ 1089 h 1226"/>
              <a:gd name="T98" fmla="*/ 792 w 1484"/>
              <a:gd name="T99" fmla="*/ 1112 h 1226"/>
              <a:gd name="T100" fmla="*/ 750 w 1484"/>
              <a:gd name="T101" fmla="*/ 1120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84" h="1226">
                <a:moveTo>
                  <a:pt x="1438" y="1097"/>
                </a:moveTo>
                <a:lnTo>
                  <a:pt x="839" y="60"/>
                </a:lnTo>
                <a:lnTo>
                  <a:pt x="839" y="60"/>
                </a:lnTo>
                <a:lnTo>
                  <a:pt x="836" y="54"/>
                </a:lnTo>
                <a:lnTo>
                  <a:pt x="824" y="41"/>
                </a:lnTo>
                <a:lnTo>
                  <a:pt x="816" y="33"/>
                </a:lnTo>
                <a:lnTo>
                  <a:pt x="806" y="25"/>
                </a:lnTo>
                <a:lnTo>
                  <a:pt x="794" y="17"/>
                </a:lnTo>
                <a:lnTo>
                  <a:pt x="782" y="10"/>
                </a:lnTo>
                <a:lnTo>
                  <a:pt x="768" y="4"/>
                </a:lnTo>
                <a:lnTo>
                  <a:pt x="753" y="2"/>
                </a:lnTo>
                <a:lnTo>
                  <a:pt x="744" y="0"/>
                </a:lnTo>
                <a:lnTo>
                  <a:pt x="736" y="0"/>
                </a:lnTo>
                <a:lnTo>
                  <a:pt x="728" y="2"/>
                </a:lnTo>
                <a:lnTo>
                  <a:pt x="720" y="3"/>
                </a:lnTo>
                <a:lnTo>
                  <a:pt x="711" y="6"/>
                </a:lnTo>
                <a:lnTo>
                  <a:pt x="702" y="10"/>
                </a:lnTo>
                <a:lnTo>
                  <a:pt x="692" y="14"/>
                </a:lnTo>
                <a:lnTo>
                  <a:pt x="683" y="20"/>
                </a:lnTo>
                <a:lnTo>
                  <a:pt x="674" y="27"/>
                </a:lnTo>
                <a:lnTo>
                  <a:pt x="664" y="36"/>
                </a:lnTo>
                <a:lnTo>
                  <a:pt x="654" y="46"/>
                </a:lnTo>
                <a:lnTo>
                  <a:pt x="645" y="57"/>
                </a:lnTo>
                <a:lnTo>
                  <a:pt x="46" y="1097"/>
                </a:lnTo>
                <a:lnTo>
                  <a:pt x="46" y="1097"/>
                </a:lnTo>
                <a:lnTo>
                  <a:pt x="41" y="1102"/>
                </a:lnTo>
                <a:lnTo>
                  <a:pt x="29" y="1117"/>
                </a:lnTo>
                <a:lnTo>
                  <a:pt x="17" y="1136"/>
                </a:lnTo>
                <a:lnTo>
                  <a:pt x="11" y="1148"/>
                </a:lnTo>
                <a:lnTo>
                  <a:pt x="5" y="1159"/>
                </a:lnTo>
                <a:lnTo>
                  <a:pt x="1" y="1172"/>
                </a:lnTo>
                <a:lnTo>
                  <a:pt x="0" y="1183"/>
                </a:lnTo>
                <a:lnTo>
                  <a:pt x="0" y="1188"/>
                </a:lnTo>
                <a:lnTo>
                  <a:pt x="1" y="1194"/>
                </a:lnTo>
                <a:lnTo>
                  <a:pt x="3" y="1199"/>
                </a:lnTo>
                <a:lnTo>
                  <a:pt x="6" y="1204"/>
                </a:lnTo>
                <a:lnTo>
                  <a:pt x="10" y="1208"/>
                </a:lnTo>
                <a:lnTo>
                  <a:pt x="13" y="1213"/>
                </a:lnTo>
                <a:lnTo>
                  <a:pt x="19" y="1216"/>
                </a:lnTo>
                <a:lnTo>
                  <a:pt x="26" y="1219"/>
                </a:lnTo>
                <a:lnTo>
                  <a:pt x="33" y="1222"/>
                </a:lnTo>
                <a:lnTo>
                  <a:pt x="42" y="1223"/>
                </a:lnTo>
                <a:lnTo>
                  <a:pt x="52" y="1224"/>
                </a:lnTo>
                <a:lnTo>
                  <a:pt x="64" y="1226"/>
                </a:lnTo>
                <a:lnTo>
                  <a:pt x="1428" y="1226"/>
                </a:lnTo>
                <a:lnTo>
                  <a:pt x="1428" y="1226"/>
                </a:lnTo>
                <a:lnTo>
                  <a:pt x="1433" y="1224"/>
                </a:lnTo>
                <a:lnTo>
                  <a:pt x="1446" y="1222"/>
                </a:lnTo>
                <a:lnTo>
                  <a:pt x="1453" y="1219"/>
                </a:lnTo>
                <a:lnTo>
                  <a:pt x="1460" y="1215"/>
                </a:lnTo>
                <a:lnTo>
                  <a:pt x="1468" y="1210"/>
                </a:lnTo>
                <a:lnTo>
                  <a:pt x="1473" y="1205"/>
                </a:lnTo>
                <a:lnTo>
                  <a:pt x="1479" y="1198"/>
                </a:lnTo>
                <a:lnTo>
                  <a:pt x="1483" y="1188"/>
                </a:lnTo>
                <a:lnTo>
                  <a:pt x="1484" y="1184"/>
                </a:lnTo>
                <a:lnTo>
                  <a:pt x="1484" y="1178"/>
                </a:lnTo>
                <a:lnTo>
                  <a:pt x="1484" y="1172"/>
                </a:lnTo>
                <a:lnTo>
                  <a:pt x="1483" y="1165"/>
                </a:lnTo>
                <a:lnTo>
                  <a:pt x="1480" y="1158"/>
                </a:lnTo>
                <a:lnTo>
                  <a:pt x="1477" y="1151"/>
                </a:lnTo>
                <a:lnTo>
                  <a:pt x="1469" y="1135"/>
                </a:lnTo>
                <a:lnTo>
                  <a:pt x="1455" y="1117"/>
                </a:lnTo>
                <a:lnTo>
                  <a:pt x="1438" y="1097"/>
                </a:lnTo>
                <a:lnTo>
                  <a:pt x="1438" y="1097"/>
                </a:lnTo>
                <a:close/>
                <a:moveTo>
                  <a:pt x="637" y="356"/>
                </a:moveTo>
                <a:lnTo>
                  <a:pt x="637" y="356"/>
                </a:lnTo>
                <a:lnTo>
                  <a:pt x="637" y="347"/>
                </a:lnTo>
                <a:lnTo>
                  <a:pt x="639" y="338"/>
                </a:lnTo>
                <a:lnTo>
                  <a:pt x="642" y="328"/>
                </a:lnTo>
                <a:lnTo>
                  <a:pt x="646" y="319"/>
                </a:lnTo>
                <a:lnTo>
                  <a:pt x="652" y="312"/>
                </a:lnTo>
                <a:lnTo>
                  <a:pt x="658" y="304"/>
                </a:lnTo>
                <a:lnTo>
                  <a:pt x="664" y="297"/>
                </a:lnTo>
                <a:lnTo>
                  <a:pt x="671" y="291"/>
                </a:lnTo>
                <a:lnTo>
                  <a:pt x="680" y="286"/>
                </a:lnTo>
                <a:lnTo>
                  <a:pt x="689" y="280"/>
                </a:lnTo>
                <a:lnTo>
                  <a:pt x="698" y="275"/>
                </a:lnTo>
                <a:lnTo>
                  <a:pt x="707" y="272"/>
                </a:lnTo>
                <a:lnTo>
                  <a:pt x="717" y="269"/>
                </a:lnTo>
                <a:lnTo>
                  <a:pt x="727" y="267"/>
                </a:lnTo>
                <a:lnTo>
                  <a:pt x="736" y="266"/>
                </a:lnTo>
                <a:lnTo>
                  <a:pt x="747" y="265"/>
                </a:lnTo>
                <a:lnTo>
                  <a:pt x="747" y="265"/>
                </a:lnTo>
                <a:lnTo>
                  <a:pt x="756" y="266"/>
                </a:lnTo>
                <a:lnTo>
                  <a:pt x="766" y="267"/>
                </a:lnTo>
                <a:lnTo>
                  <a:pt x="776" y="269"/>
                </a:lnTo>
                <a:lnTo>
                  <a:pt x="785" y="272"/>
                </a:lnTo>
                <a:lnTo>
                  <a:pt x="794" y="275"/>
                </a:lnTo>
                <a:lnTo>
                  <a:pt x="804" y="280"/>
                </a:lnTo>
                <a:lnTo>
                  <a:pt x="812" y="286"/>
                </a:lnTo>
                <a:lnTo>
                  <a:pt x="819" y="291"/>
                </a:lnTo>
                <a:lnTo>
                  <a:pt x="826" y="297"/>
                </a:lnTo>
                <a:lnTo>
                  <a:pt x="833" y="304"/>
                </a:lnTo>
                <a:lnTo>
                  <a:pt x="838" y="312"/>
                </a:lnTo>
                <a:lnTo>
                  <a:pt x="843" y="319"/>
                </a:lnTo>
                <a:lnTo>
                  <a:pt x="846" y="328"/>
                </a:lnTo>
                <a:lnTo>
                  <a:pt x="850" y="338"/>
                </a:lnTo>
                <a:lnTo>
                  <a:pt x="851" y="347"/>
                </a:lnTo>
                <a:lnTo>
                  <a:pt x="852" y="356"/>
                </a:lnTo>
                <a:lnTo>
                  <a:pt x="852" y="756"/>
                </a:lnTo>
                <a:lnTo>
                  <a:pt x="852" y="756"/>
                </a:lnTo>
                <a:lnTo>
                  <a:pt x="851" y="765"/>
                </a:lnTo>
                <a:lnTo>
                  <a:pt x="849" y="775"/>
                </a:lnTo>
                <a:lnTo>
                  <a:pt x="846" y="784"/>
                </a:lnTo>
                <a:lnTo>
                  <a:pt x="842" y="793"/>
                </a:lnTo>
                <a:lnTo>
                  <a:pt x="837" y="801"/>
                </a:lnTo>
                <a:lnTo>
                  <a:pt x="831" y="809"/>
                </a:lnTo>
                <a:lnTo>
                  <a:pt x="824" y="816"/>
                </a:lnTo>
                <a:lnTo>
                  <a:pt x="817" y="823"/>
                </a:lnTo>
                <a:lnTo>
                  <a:pt x="809" y="829"/>
                </a:lnTo>
                <a:lnTo>
                  <a:pt x="801" y="835"/>
                </a:lnTo>
                <a:lnTo>
                  <a:pt x="792" y="840"/>
                </a:lnTo>
                <a:lnTo>
                  <a:pt x="783" y="844"/>
                </a:lnTo>
                <a:lnTo>
                  <a:pt x="773" y="848"/>
                </a:lnTo>
                <a:lnTo>
                  <a:pt x="763" y="850"/>
                </a:lnTo>
                <a:lnTo>
                  <a:pt x="754" y="851"/>
                </a:lnTo>
                <a:lnTo>
                  <a:pt x="743" y="851"/>
                </a:lnTo>
                <a:lnTo>
                  <a:pt x="743" y="851"/>
                </a:lnTo>
                <a:lnTo>
                  <a:pt x="734" y="851"/>
                </a:lnTo>
                <a:lnTo>
                  <a:pt x="724" y="850"/>
                </a:lnTo>
                <a:lnTo>
                  <a:pt x="714" y="848"/>
                </a:lnTo>
                <a:lnTo>
                  <a:pt x="704" y="844"/>
                </a:lnTo>
                <a:lnTo>
                  <a:pt x="695" y="840"/>
                </a:lnTo>
                <a:lnTo>
                  <a:pt x="686" y="835"/>
                </a:lnTo>
                <a:lnTo>
                  <a:pt x="678" y="829"/>
                </a:lnTo>
                <a:lnTo>
                  <a:pt x="670" y="823"/>
                </a:lnTo>
                <a:lnTo>
                  <a:pt x="663" y="816"/>
                </a:lnTo>
                <a:lnTo>
                  <a:pt x="656" y="809"/>
                </a:lnTo>
                <a:lnTo>
                  <a:pt x="651" y="801"/>
                </a:lnTo>
                <a:lnTo>
                  <a:pt x="646" y="793"/>
                </a:lnTo>
                <a:lnTo>
                  <a:pt x="641" y="784"/>
                </a:lnTo>
                <a:lnTo>
                  <a:pt x="639" y="775"/>
                </a:lnTo>
                <a:lnTo>
                  <a:pt x="637" y="765"/>
                </a:lnTo>
                <a:lnTo>
                  <a:pt x="637" y="756"/>
                </a:lnTo>
                <a:lnTo>
                  <a:pt x="637" y="356"/>
                </a:lnTo>
                <a:close/>
                <a:moveTo>
                  <a:pt x="750" y="1120"/>
                </a:moveTo>
                <a:lnTo>
                  <a:pt x="750" y="1120"/>
                </a:lnTo>
                <a:lnTo>
                  <a:pt x="739" y="1119"/>
                </a:lnTo>
                <a:lnTo>
                  <a:pt x="728" y="1118"/>
                </a:lnTo>
                <a:lnTo>
                  <a:pt x="718" y="1115"/>
                </a:lnTo>
                <a:lnTo>
                  <a:pt x="707" y="1112"/>
                </a:lnTo>
                <a:lnTo>
                  <a:pt x="698" y="1107"/>
                </a:lnTo>
                <a:lnTo>
                  <a:pt x="689" y="1102"/>
                </a:lnTo>
                <a:lnTo>
                  <a:pt x="681" y="1096"/>
                </a:lnTo>
                <a:lnTo>
                  <a:pt x="674" y="1089"/>
                </a:lnTo>
                <a:lnTo>
                  <a:pt x="667" y="1081"/>
                </a:lnTo>
                <a:lnTo>
                  <a:pt x="660" y="1073"/>
                </a:lnTo>
                <a:lnTo>
                  <a:pt x="655" y="1063"/>
                </a:lnTo>
                <a:lnTo>
                  <a:pt x="651" y="1054"/>
                </a:lnTo>
                <a:lnTo>
                  <a:pt x="646" y="1044"/>
                </a:lnTo>
                <a:lnTo>
                  <a:pt x="644" y="1033"/>
                </a:lnTo>
                <a:lnTo>
                  <a:pt x="642" y="1023"/>
                </a:lnTo>
                <a:lnTo>
                  <a:pt x="641" y="1011"/>
                </a:lnTo>
                <a:lnTo>
                  <a:pt x="641" y="1011"/>
                </a:lnTo>
                <a:lnTo>
                  <a:pt x="642" y="1001"/>
                </a:lnTo>
                <a:lnTo>
                  <a:pt x="644" y="990"/>
                </a:lnTo>
                <a:lnTo>
                  <a:pt x="646" y="980"/>
                </a:lnTo>
                <a:lnTo>
                  <a:pt x="651" y="969"/>
                </a:lnTo>
                <a:lnTo>
                  <a:pt x="655" y="960"/>
                </a:lnTo>
                <a:lnTo>
                  <a:pt x="660" y="951"/>
                </a:lnTo>
                <a:lnTo>
                  <a:pt x="667" y="943"/>
                </a:lnTo>
                <a:lnTo>
                  <a:pt x="674" y="935"/>
                </a:lnTo>
                <a:lnTo>
                  <a:pt x="681" y="928"/>
                </a:lnTo>
                <a:lnTo>
                  <a:pt x="689" y="922"/>
                </a:lnTo>
                <a:lnTo>
                  <a:pt x="698" y="916"/>
                </a:lnTo>
                <a:lnTo>
                  <a:pt x="707" y="911"/>
                </a:lnTo>
                <a:lnTo>
                  <a:pt x="718" y="908"/>
                </a:lnTo>
                <a:lnTo>
                  <a:pt x="728" y="906"/>
                </a:lnTo>
                <a:lnTo>
                  <a:pt x="739" y="903"/>
                </a:lnTo>
                <a:lnTo>
                  <a:pt x="750" y="903"/>
                </a:lnTo>
                <a:lnTo>
                  <a:pt x="750" y="903"/>
                </a:lnTo>
                <a:lnTo>
                  <a:pt x="761" y="903"/>
                </a:lnTo>
                <a:lnTo>
                  <a:pt x="772" y="906"/>
                </a:lnTo>
                <a:lnTo>
                  <a:pt x="783" y="908"/>
                </a:lnTo>
                <a:lnTo>
                  <a:pt x="792" y="911"/>
                </a:lnTo>
                <a:lnTo>
                  <a:pt x="801" y="916"/>
                </a:lnTo>
                <a:lnTo>
                  <a:pt x="811" y="922"/>
                </a:lnTo>
                <a:lnTo>
                  <a:pt x="819" y="928"/>
                </a:lnTo>
                <a:lnTo>
                  <a:pt x="827" y="935"/>
                </a:lnTo>
                <a:lnTo>
                  <a:pt x="834" y="943"/>
                </a:lnTo>
                <a:lnTo>
                  <a:pt x="839" y="951"/>
                </a:lnTo>
                <a:lnTo>
                  <a:pt x="845" y="960"/>
                </a:lnTo>
                <a:lnTo>
                  <a:pt x="850" y="969"/>
                </a:lnTo>
                <a:lnTo>
                  <a:pt x="853" y="980"/>
                </a:lnTo>
                <a:lnTo>
                  <a:pt x="856" y="990"/>
                </a:lnTo>
                <a:lnTo>
                  <a:pt x="858" y="1001"/>
                </a:lnTo>
                <a:lnTo>
                  <a:pt x="858" y="1011"/>
                </a:lnTo>
                <a:lnTo>
                  <a:pt x="858" y="1011"/>
                </a:lnTo>
                <a:lnTo>
                  <a:pt x="858" y="1023"/>
                </a:lnTo>
                <a:lnTo>
                  <a:pt x="856" y="1033"/>
                </a:lnTo>
                <a:lnTo>
                  <a:pt x="853" y="1044"/>
                </a:lnTo>
                <a:lnTo>
                  <a:pt x="850" y="1054"/>
                </a:lnTo>
                <a:lnTo>
                  <a:pt x="845" y="1063"/>
                </a:lnTo>
                <a:lnTo>
                  <a:pt x="839" y="1073"/>
                </a:lnTo>
                <a:lnTo>
                  <a:pt x="834" y="1081"/>
                </a:lnTo>
                <a:lnTo>
                  <a:pt x="827" y="1089"/>
                </a:lnTo>
                <a:lnTo>
                  <a:pt x="819" y="1096"/>
                </a:lnTo>
                <a:lnTo>
                  <a:pt x="811" y="1102"/>
                </a:lnTo>
                <a:lnTo>
                  <a:pt x="801" y="1107"/>
                </a:lnTo>
                <a:lnTo>
                  <a:pt x="792" y="1112"/>
                </a:lnTo>
                <a:lnTo>
                  <a:pt x="783" y="1115"/>
                </a:lnTo>
                <a:lnTo>
                  <a:pt x="772" y="1118"/>
                </a:lnTo>
                <a:lnTo>
                  <a:pt x="761" y="1119"/>
                </a:lnTo>
                <a:lnTo>
                  <a:pt x="750" y="1120"/>
                </a:lnTo>
                <a:lnTo>
                  <a:pt x="750" y="1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7"/>
          <p:cNvSpPr>
            <a:spLocks noChangeAspect="1" noEditPoints="1"/>
          </p:cNvSpPr>
          <p:nvPr/>
        </p:nvSpPr>
        <p:spPr bwMode="auto">
          <a:xfrm>
            <a:off x="1100692" y="4562109"/>
            <a:ext cx="1080000" cy="1082187"/>
          </a:xfrm>
          <a:custGeom>
            <a:avLst/>
            <a:gdLst>
              <a:gd name="T0" fmla="*/ 632 w 1484"/>
              <a:gd name="T1" fmla="*/ 9 h 1484"/>
              <a:gd name="T2" fmla="*/ 456 w 1484"/>
              <a:gd name="T3" fmla="*/ 58 h 1484"/>
              <a:gd name="T4" fmla="*/ 299 w 1484"/>
              <a:gd name="T5" fmla="*/ 148 h 1484"/>
              <a:gd name="T6" fmla="*/ 171 w 1484"/>
              <a:gd name="T7" fmla="*/ 271 h 1484"/>
              <a:gd name="T8" fmla="*/ 74 w 1484"/>
              <a:gd name="T9" fmla="*/ 421 h 1484"/>
              <a:gd name="T10" fmla="*/ 15 w 1484"/>
              <a:gd name="T11" fmla="*/ 593 h 1484"/>
              <a:gd name="T12" fmla="*/ 0 w 1484"/>
              <a:gd name="T13" fmla="*/ 742 h 1484"/>
              <a:gd name="T14" fmla="*/ 23 w 1484"/>
              <a:gd name="T15" fmla="*/ 928 h 1484"/>
              <a:gd name="T16" fmla="*/ 91 w 1484"/>
              <a:gd name="T17" fmla="*/ 1096 h 1484"/>
              <a:gd name="T18" fmla="*/ 194 w 1484"/>
              <a:gd name="T19" fmla="*/ 1241 h 1484"/>
              <a:gd name="T20" fmla="*/ 329 w 1484"/>
              <a:gd name="T21" fmla="*/ 1358 h 1484"/>
              <a:gd name="T22" fmla="*/ 489 w 1484"/>
              <a:gd name="T23" fmla="*/ 1439 h 1484"/>
              <a:gd name="T24" fmla="*/ 669 w 1484"/>
              <a:gd name="T25" fmla="*/ 1481 h 1484"/>
              <a:gd name="T26" fmla="*/ 820 w 1484"/>
              <a:gd name="T27" fmla="*/ 1481 h 1484"/>
              <a:gd name="T28" fmla="*/ 999 w 1484"/>
              <a:gd name="T29" fmla="*/ 1439 h 1484"/>
              <a:gd name="T30" fmla="*/ 1158 w 1484"/>
              <a:gd name="T31" fmla="*/ 1358 h 1484"/>
              <a:gd name="T32" fmla="*/ 1293 w 1484"/>
              <a:gd name="T33" fmla="*/ 1241 h 1484"/>
              <a:gd name="T34" fmla="*/ 1395 w 1484"/>
              <a:gd name="T35" fmla="*/ 1096 h 1484"/>
              <a:gd name="T36" fmla="*/ 1461 w 1484"/>
              <a:gd name="T37" fmla="*/ 928 h 1484"/>
              <a:gd name="T38" fmla="*/ 1484 w 1484"/>
              <a:gd name="T39" fmla="*/ 742 h 1484"/>
              <a:gd name="T40" fmla="*/ 1469 w 1484"/>
              <a:gd name="T41" fmla="*/ 593 h 1484"/>
              <a:gd name="T42" fmla="*/ 1411 w 1484"/>
              <a:gd name="T43" fmla="*/ 421 h 1484"/>
              <a:gd name="T44" fmla="*/ 1316 w 1484"/>
              <a:gd name="T45" fmla="*/ 271 h 1484"/>
              <a:gd name="T46" fmla="*/ 1187 w 1484"/>
              <a:gd name="T47" fmla="*/ 148 h 1484"/>
              <a:gd name="T48" fmla="*/ 1033 w 1484"/>
              <a:gd name="T49" fmla="*/ 58 h 1484"/>
              <a:gd name="T50" fmla="*/ 857 w 1484"/>
              <a:gd name="T51" fmla="*/ 9 h 1484"/>
              <a:gd name="T52" fmla="*/ 627 w 1484"/>
              <a:gd name="T53" fmla="*/ 381 h 1484"/>
              <a:gd name="T54" fmla="*/ 637 w 1484"/>
              <a:gd name="T55" fmla="*/ 341 h 1484"/>
              <a:gd name="T56" fmla="*/ 673 w 1484"/>
              <a:gd name="T57" fmla="*/ 302 h 1484"/>
              <a:gd name="T58" fmla="*/ 721 w 1484"/>
              <a:gd name="T59" fmla="*/ 280 h 1484"/>
              <a:gd name="T60" fmla="*/ 764 w 1484"/>
              <a:gd name="T61" fmla="*/ 280 h 1484"/>
              <a:gd name="T62" fmla="*/ 813 w 1484"/>
              <a:gd name="T63" fmla="*/ 302 h 1484"/>
              <a:gd name="T64" fmla="*/ 848 w 1484"/>
              <a:gd name="T65" fmla="*/ 341 h 1484"/>
              <a:gd name="T66" fmla="*/ 858 w 1484"/>
              <a:gd name="T67" fmla="*/ 809 h 1484"/>
              <a:gd name="T68" fmla="*/ 846 w 1484"/>
              <a:gd name="T69" fmla="*/ 850 h 1484"/>
              <a:gd name="T70" fmla="*/ 807 w 1484"/>
              <a:gd name="T71" fmla="*/ 889 h 1484"/>
              <a:gd name="T72" fmla="*/ 754 w 1484"/>
              <a:gd name="T73" fmla="*/ 910 h 1484"/>
              <a:gd name="T74" fmla="*/ 711 w 1484"/>
              <a:gd name="T75" fmla="*/ 910 h 1484"/>
              <a:gd name="T76" fmla="*/ 666 w 1484"/>
              <a:gd name="T77" fmla="*/ 889 h 1484"/>
              <a:gd name="T78" fmla="*/ 635 w 1484"/>
              <a:gd name="T79" fmla="*/ 850 h 1484"/>
              <a:gd name="T80" fmla="*/ 627 w 1484"/>
              <a:gd name="T81" fmla="*/ 381 h 1484"/>
              <a:gd name="T82" fmla="*/ 712 w 1484"/>
              <a:gd name="T83" fmla="*/ 1195 h 1484"/>
              <a:gd name="T84" fmla="*/ 664 w 1484"/>
              <a:gd name="T85" fmla="*/ 1166 h 1484"/>
              <a:gd name="T86" fmla="*/ 635 w 1484"/>
              <a:gd name="T87" fmla="*/ 1119 h 1484"/>
              <a:gd name="T88" fmla="*/ 631 w 1484"/>
              <a:gd name="T89" fmla="*/ 1073 h 1484"/>
              <a:gd name="T90" fmla="*/ 649 w 1484"/>
              <a:gd name="T91" fmla="*/ 1019 h 1484"/>
              <a:gd name="T92" fmla="*/ 691 w 1484"/>
              <a:gd name="T93" fmla="*/ 982 h 1484"/>
              <a:gd name="T94" fmla="*/ 747 w 1484"/>
              <a:gd name="T95" fmla="*/ 968 h 1484"/>
              <a:gd name="T96" fmla="*/ 792 w 1484"/>
              <a:gd name="T97" fmla="*/ 978 h 1484"/>
              <a:gd name="T98" fmla="*/ 836 w 1484"/>
              <a:gd name="T99" fmla="*/ 1010 h 1484"/>
              <a:gd name="T100" fmla="*/ 860 w 1484"/>
              <a:gd name="T101" fmla="*/ 1061 h 1484"/>
              <a:gd name="T102" fmla="*/ 860 w 1484"/>
              <a:gd name="T103" fmla="*/ 1107 h 1484"/>
              <a:gd name="T104" fmla="*/ 836 w 1484"/>
              <a:gd name="T105" fmla="*/ 1158 h 1484"/>
              <a:gd name="T106" fmla="*/ 792 w 1484"/>
              <a:gd name="T107" fmla="*/ 1192 h 1484"/>
              <a:gd name="T108" fmla="*/ 747 w 1484"/>
              <a:gd name="T109" fmla="*/ 1200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84" h="1484">
                <a:moveTo>
                  <a:pt x="744" y="0"/>
                </a:moveTo>
                <a:lnTo>
                  <a:pt x="744" y="0"/>
                </a:lnTo>
                <a:lnTo>
                  <a:pt x="706" y="2"/>
                </a:lnTo>
                <a:lnTo>
                  <a:pt x="669" y="4"/>
                </a:lnTo>
                <a:lnTo>
                  <a:pt x="632" y="9"/>
                </a:lnTo>
                <a:lnTo>
                  <a:pt x="595" y="16"/>
                </a:lnTo>
                <a:lnTo>
                  <a:pt x="559" y="24"/>
                </a:lnTo>
                <a:lnTo>
                  <a:pt x="524" y="34"/>
                </a:lnTo>
                <a:lnTo>
                  <a:pt x="489" y="46"/>
                </a:lnTo>
                <a:lnTo>
                  <a:pt x="456" y="58"/>
                </a:lnTo>
                <a:lnTo>
                  <a:pt x="422" y="73"/>
                </a:lnTo>
                <a:lnTo>
                  <a:pt x="391" y="90"/>
                </a:lnTo>
                <a:lnTo>
                  <a:pt x="360" y="108"/>
                </a:lnTo>
                <a:lnTo>
                  <a:pt x="329" y="127"/>
                </a:lnTo>
                <a:lnTo>
                  <a:pt x="299" y="148"/>
                </a:lnTo>
                <a:lnTo>
                  <a:pt x="272" y="170"/>
                </a:lnTo>
                <a:lnTo>
                  <a:pt x="245" y="193"/>
                </a:lnTo>
                <a:lnTo>
                  <a:pt x="218" y="217"/>
                </a:lnTo>
                <a:lnTo>
                  <a:pt x="194" y="244"/>
                </a:lnTo>
                <a:lnTo>
                  <a:pt x="171" y="271"/>
                </a:lnTo>
                <a:lnTo>
                  <a:pt x="149" y="298"/>
                </a:lnTo>
                <a:lnTo>
                  <a:pt x="128" y="327"/>
                </a:lnTo>
                <a:lnTo>
                  <a:pt x="108" y="357"/>
                </a:lnTo>
                <a:lnTo>
                  <a:pt x="91" y="389"/>
                </a:lnTo>
                <a:lnTo>
                  <a:pt x="74" y="421"/>
                </a:lnTo>
                <a:lnTo>
                  <a:pt x="59" y="454"/>
                </a:lnTo>
                <a:lnTo>
                  <a:pt x="45" y="487"/>
                </a:lnTo>
                <a:lnTo>
                  <a:pt x="34" y="522"/>
                </a:lnTo>
                <a:lnTo>
                  <a:pt x="23" y="557"/>
                </a:lnTo>
                <a:lnTo>
                  <a:pt x="15" y="593"/>
                </a:lnTo>
                <a:lnTo>
                  <a:pt x="8" y="630"/>
                </a:lnTo>
                <a:lnTo>
                  <a:pt x="4" y="667"/>
                </a:lnTo>
                <a:lnTo>
                  <a:pt x="1" y="704"/>
                </a:lnTo>
                <a:lnTo>
                  <a:pt x="0" y="742"/>
                </a:lnTo>
                <a:lnTo>
                  <a:pt x="0" y="742"/>
                </a:lnTo>
                <a:lnTo>
                  <a:pt x="1" y="780"/>
                </a:lnTo>
                <a:lnTo>
                  <a:pt x="4" y="818"/>
                </a:lnTo>
                <a:lnTo>
                  <a:pt x="8" y="855"/>
                </a:lnTo>
                <a:lnTo>
                  <a:pt x="15" y="892"/>
                </a:lnTo>
                <a:lnTo>
                  <a:pt x="23" y="928"/>
                </a:lnTo>
                <a:lnTo>
                  <a:pt x="34" y="962"/>
                </a:lnTo>
                <a:lnTo>
                  <a:pt x="45" y="997"/>
                </a:lnTo>
                <a:lnTo>
                  <a:pt x="59" y="1031"/>
                </a:lnTo>
                <a:lnTo>
                  <a:pt x="74" y="1063"/>
                </a:lnTo>
                <a:lnTo>
                  <a:pt x="91" y="1096"/>
                </a:lnTo>
                <a:lnTo>
                  <a:pt x="108" y="1127"/>
                </a:lnTo>
                <a:lnTo>
                  <a:pt x="128" y="1157"/>
                </a:lnTo>
                <a:lnTo>
                  <a:pt x="149" y="1186"/>
                </a:lnTo>
                <a:lnTo>
                  <a:pt x="171" y="1214"/>
                </a:lnTo>
                <a:lnTo>
                  <a:pt x="194" y="1241"/>
                </a:lnTo>
                <a:lnTo>
                  <a:pt x="218" y="1267"/>
                </a:lnTo>
                <a:lnTo>
                  <a:pt x="245" y="1292"/>
                </a:lnTo>
                <a:lnTo>
                  <a:pt x="272" y="1315"/>
                </a:lnTo>
                <a:lnTo>
                  <a:pt x="299" y="1337"/>
                </a:lnTo>
                <a:lnTo>
                  <a:pt x="329" y="1358"/>
                </a:lnTo>
                <a:lnTo>
                  <a:pt x="360" y="1376"/>
                </a:lnTo>
                <a:lnTo>
                  <a:pt x="391" y="1395"/>
                </a:lnTo>
                <a:lnTo>
                  <a:pt x="422" y="1411"/>
                </a:lnTo>
                <a:lnTo>
                  <a:pt x="456" y="1426"/>
                </a:lnTo>
                <a:lnTo>
                  <a:pt x="489" y="1439"/>
                </a:lnTo>
                <a:lnTo>
                  <a:pt x="524" y="1450"/>
                </a:lnTo>
                <a:lnTo>
                  <a:pt x="559" y="1461"/>
                </a:lnTo>
                <a:lnTo>
                  <a:pt x="595" y="1469"/>
                </a:lnTo>
                <a:lnTo>
                  <a:pt x="632" y="1476"/>
                </a:lnTo>
                <a:lnTo>
                  <a:pt x="669" y="1481"/>
                </a:lnTo>
                <a:lnTo>
                  <a:pt x="706" y="1483"/>
                </a:lnTo>
                <a:lnTo>
                  <a:pt x="744" y="1484"/>
                </a:lnTo>
                <a:lnTo>
                  <a:pt x="744" y="1484"/>
                </a:lnTo>
                <a:lnTo>
                  <a:pt x="783" y="1483"/>
                </a:lnTo>
                <a:lnTo>
                  <a:pt x="820" y="1481"/>
                </a:lnTo>
                <a:lnTo>
                  <a:pt x="857" y="1476"/>
                </a:lnTo>
                <a:lnTo>
                  <a:pt x="894" y="1469"/>
                </a:lnTo>
                <a:lnTo>
                  <a:pt x="930" y="1461"/>
                </a:lnTo>
                <a:lnTo>
                  <a:pt x="965" y="1450"/>
                </a:lnTo>
                <a:lnTo>
                  <a:pt x="999" y="1439"/>
                </a:lnTo>
                <a:lnTo>
                  <a:pt x="1033" y="1426"/>
                </a:lnTo>
                <a:lnTo>
                  <a:pt x="1065" y="1411"/>
                </a:lnTo>
                <a:lnTo>
                  <a:pt x="1098" y="1395"/>
                </a:lnTo>
                <a:lnTo>
                  <a:pt x="1128" y="1376"/>
                </a:lnTo>
                <a:lnTo>
                  <a:pt x="1158" y="1358"/>
                </a:lnTo>
                <a:lnTo>
                  <a:pt x="1187" y="1337"/>
                </a:lnTo>
                <a:lnTo>
                  <a:pt x="1215" y="1315"/>
                </a:lnTo>
                <a:lnTo>
                  <a:pt x="1242" y="1292"/>
                </a:lnTo>
                <a:lnTo>
                  <a:pt x="1268" y="1267"/>
                </a:lnTo>
                <a:lnTo>
                  <a:pt x="1293" y="1241"/>
                </a:lnTo>
                <a:lnTo>
                  <a:pt x="1316" y="1214"/>
                </a:lnTo>
                <a:lnTo>
                  <a:pt x="1338" y="1186"/>
                </a:lnTo>
                <a:lnTo>
                  <a:pt x="1358" y="1157"/>
                </a:lnTo>
                <a:lnTo>
                  <a:pt x="1377" y="1127"/>
                </a:lnTo>
                <a:lnTo>
                  <a:pt x="1395" y="1096"/>
                </a:lnTo>
                <a:lnTo>
                  <a:pt x="1411" y="1063"/>
                </a:lnTo>
                <a:lnTo>
                  <a:pt x="1426" y="1031"/>
                </a:lnTo>
                <a:lnTo>
                  <a:pt x="1439" y="997"/>
                </a:lnTo>
                <a:lnTo>
                  <a:pt x="1450" y="962"/>
                </a:lnTo>
                <a:lnTo>
                  <a:pt x="1461" y="928"/>
                </a:lnTo>
                <a:lnTo>
                  <a:pt x="1469" y="892"/>
                </a:lnTo>
                <a:lnTo>
                  <a:pt x="1476" y="855"/>
                </a:lnTo>
                <a:lnTo>
                  <a:pt x="1480" y="818"/>
                </a:lnTo>
                <a:lnTo>
                  <a:pt x="1483" y="780"/>
                </a:lnTo>
                <a:lnTo>
                  <a:pt x="1484" y="742"/>
                </a:lnTo>
                <a:lnTo>
                  <a:pt x="1484" y="742"/>
                </a:lnTo>
                <a:lnTo>
                  <a:pt x="1483" y="704"/>
                </a:lnTo>
                <a:lnTo>
                  <a:pt x="1480" y="667"/>
                </a:lnTo>
                <a:lnTo>
                  <a:pt x="1476" y="630"/>
                </a:lnTo>
                <a:lnTo>
                  <a:pt x="1469" y="593"/>
                </a:lnTo>
                <a:lnTo>
                  <a:pt x="1461" y="557"/>
                </a:lnTo>
                <a:lnTo>
                  <a:pt x="1450" y="522"/>
                </a:lnTo>
                <a:lnTo>
                  <a:pt x="1439" y="487"/>
                </a:lnTo>
                <a:lnTo>
                  <a:pt x="1426" y="454"/>
                </a:lnTo>
                <a:lnTo>
                  <a:pt x="1411" y="421"/>
                </a:lnTo>
                <a:lnTo>
                  <a:pt x="1395" y="389"/>
                </a:lnTo>
                <a:lnTo>
                  <a:pt x="1377" y="357"/>
                </a:lnTo>
                <a:lnTo>
                  <a:pt x="1358" y="327"/>
                </a:lnTo>
                <a:lnTo>
                  <a:pt x="1338" y="298"/>
                </a:lnTo>
                <a:lnTo>
                  <a:pt x="1316" y="271"/>
                </a:lnTo>
                <a:lnTo>
                  <a:pt x="1293" y="244"/>
                </a:lnTo>
                <a:lnTo>
                  <a:pt x="1268" y="217"/>
                </a:lnTo>
                <a:lnTo>
                  <a:pt x="1242" y="193"/>
                </a:lnTo>
                <a:lnTo>
                  <a:pt x="1215" y="170"/>
                </a:lnTo>
                <a:lnTo>
                  <a:pt x="1187" y="148"/>
                </a:lnTo>
                <a:lnTo>
                  <a:pt x="1158" y="127"/>
                </a:lnTo>
                <a:lnTo>
                  <a:pt x="1128" y="108"/>
                </a:lnTo>
                <a:lnTo>
                  <a:pt x="1098" y="90"/>
                </a:lnTo>
                <a:lnTo>
                  <a:pt x="1065" y="73"/>
                </a:lnTo>
                <a:lnTo>
                  <a:pt x="1033" y="58"/>
                </a:lnTo>
                <a:lnTo>
                  <a:pt x="999" y="46"/>
                </a:lnTo>
                <a:lnTo>
                  <a:pt x="965" y="34"/>
                </a:lnTo>
                <a:lnTo>
                  <a:pt x="930" y="24"/>
                </a:lnTo>
                <a:lnTo>
                  <a:pt x="894" y="16"/>
                </a:lnTo>
                <a:lnTo>
                  <a:pt x="857" y="9"/>
                </a:lnTo>
                <a:lnTo>
                  <a:pt x="820" y="4"/>
                </a:lnTo>
                <a:lnTo>
                  <a:pt x="783" y="2"/>
                </a:lnTo>
                <a:lnTo>
                  <a:pt x="744" y="0"/>
                </a:lnTo>
                <a:lnTo>
                  <a:pt x="744" y="0"/>
                </a:lnTo>
                <a:close/>
                <a:moveTo>
                  <a:pt x="627" y="381"/>
                </a:moveTo>
                <a:lnTo>
                  <a:pt x="627" y="381"/>
                </a:lnTo>
                <a:lnTo>
                  <a:pt x="627" y="370"/>
                </a:lnTo>
                <a:lnTo>
                  <a:pt x="630" y="360"/>
                </a:lnTo>
                <a:lnTo>
                  <a:pt x="633" y="350"/>
                </a:lnTo>
                <a:lnTo>
                  <a:pt x="637" y="341"/>
                </a:lnTo>
                <a:lnTo>
                  <a:pt x="642" y="332"/>
                </a:lnTo>
                <a:lnTo>
                  <a:pt x="648" y="324"/>
                </a:lnTo>
                <a:lnTo>
                  <a:pt x="655" y="316"/>
                </a:lnTo>
                <a:lnTo>
                  <a:pt x="663" y="308"/>
                </a:lnTo>
                <a:lnTo>
                  <a:pt x="673" y="302"/>
                </a:lnTo>
                <a:lnTo>
                  <a:pt x="681" y="296"/>
                </a:lnTo>
                <a:lnTo>
                  <a:pt x="691" y="290"/>
                </a:lnTo>
                <a:lnTo>
                  <a:pt x="700" y="286"/>
                </a:lnTo>
                <a:lnTo>
                  <a:pt x="711" y="282"/>
                </a:lnTo>
                <a:lnTo>
                  <a:pt x="721" y="280"/>
                </a:lnTo>
                <a:lnTo>
                  <a:pt x="732" y="279"/>
                </a:lnTo>
                <a:lnTo>
                  <a:pt x="743" y="277"/>
                </a:lnTo>
                <a:lnTo>
                  <a:pt x="743" y="277"/>
                </a:lnTo>
                <a:lnTo>
                  <a:pt x="754" y="279"/>
                </a:lnTo>
                <a:lnTo>
                  <a:pt x="764" y="280"/>
                </a:lnTo>
                <a:lnTo>
                  <a:pt x="775" y="282"/>
                </a:lnTo>
                <a:lnTo>
                  <a:pt x="785" y="286"/>
                </a:lnTo>
                <a:lnTo>
                  <a:pt x="794" y="290"/>
                </a:lnTo>
                <a:lnTo>
                  <a:pt x="805" y="296"/>
                </a:lnTo>
                <a:lnTo>
                  <a:pt x="813" y="302"/>
                </a:lnTo>
                <a:lnTo>
                  <a:pt x="822" y="308"/>
                </a:lnTo>
                <a:lnTo>
                  <a:pt x="829" y="316"/>
                </a:lnTo>
                <a:lnTo>
                  <a:pt x="836" y="324"/>
                </a:lnTo>
                <a:lnTo>
                  <a:pt x="843" y="332"/>
                </a:lnTo>
                <a:lnTo>
                  <a:pt x="848" y="341"/>
                </a:lnTo>
                <a:lnTo>
                  <a:pt x="852" y="350"/>
                </a:lnTo>
                <a:lnTo>
                  <a:pt x="856" y="360"/>
                </a:lnTo>
                <a:lnTo>
                  <a:pt x="857" y="370"/>
                </a:lnTo>
                <a:lnTo>
                  <a:pt x="858" y="381"/>
                </a:lnTo>
                <a:lnTo>
                  <a:pt x="858" y="809"/>
                </a:lnTo>
                <a:lnTo>
                  <a:pt x="858" y="809"/>
                </a:lnTo>
                <a:lnTo>
                  <a:pt x="857" y="820"/>
                </a:lnTo>
                <a:lnTo>
                  <a:pt x="855" y="830"/>
                </a:lnTo>
                <a:lnTo>
                  <a:pt x="851" y="840"/>
                </a:lnTo>
                <a:lnTo>
                  <a:pt x="846" y="850"/>
                </a:lnTo>
                <a:lnTo>
                  <a:pt x="841" y="858"/>
                </a:lnTo>
                <a:lnTo>
                  <a:pt x="834" y="867"/>
                </a:lnTo>
                <a:lnTo>
                  <a:pt x="826" y="874"/>
                </a:lnTo>
                <a:lnTo>
                  <a:pt x="816" y="882"/>
                </a:lnTo>
                <a:lnTo>
                  <a:pt x="807" y="889"/>
                </a:lnTo>
                <a:lnTo>
                  <a:pt x="797" y="895"/>
                </a:lnTo>
                <a:lnTo>
                  <a:pt x="786" y="900"/>
                </a:lnTo>
                <a:lnTo>
                  <a:pt x="776" y="904"/>
                </a:lnTo>
                <a:lnTo>
                  <a:pt x="765" y="908"/>
                </a:lnTo>
                <a:lnTo>
                  <a:pt x="754" y="910"/>
                </a:lnTo>
                <a:lnTo>
                  <a:pt x="743" y="911"/>
                </a:lnTo>
                <a:lnTo>
                  <a:pt x="732" y="913"/>
                </a:lnTo>
                <a:lnTo>
                  <a:pt x="732" y="913"/>
                </a:lnTo>
                <a:lnTo>
                  <a:pt x="721" y="911"/>
                </a:lnTo>
                <a:lnTo>
                  <a:pt x="711" y="910"/>
                </a:lnTo>
                <a:lnTo>
                  <a:pt x="702" y="908"/>
                </a:lnTo>
                <a:lnTo>
                  <a:pt x="692" y="904"/>
                </a:lnTo>
                <a:lnTo>
                  <a:pt x="683" y="900"/>
                </a:lnTo>
                <a:lnTo>
                  <a:pt x="674" y="895"/>
                </a:lnTo>
                <a:lnTo>
                  <a:pt x="666" y="889"/>
                </a:lnTo>
                <a:lnTo>
                  <a:pt x="659" y="882"/>
                </a:lnTo>
                <a:lnTo>
                  <a:pt x="652" y="874"/>
                </a:lnTo>
                <a:lnTo>
                  <a:pt x="645" y="867"/>
                </a:lnTo>
                <a:lnTo>
                  <a:pt x="640" y="858"/>
                </a:lnTo>
                <a:lnTo>
                  <a:pt x="635" y="850"/>
                </a:lnTo>
                <a:lnTo>
                  <a:pt x="632" y="840"/>
                </a:lnTo>
                <a:lnTo>
                  <a:pt x="630" y="830"/>
                </a:lnTo>
                <a:lnTo>
                  <a:pt x="627" y="820"/>
                </a:lnTo>
                <a:lnTo>
                  <a:pt x="627" y="809"/>
                </a:lnTo>
                <a:lnTo>
                  <a:pt x="627" y="381"/>
                </a:lnTo>
                <a:close/>
                <a:moveTo>
                  <a:pt x="747" y="1200"/>
                </a:moveTo>
                <a:lnTo>
                  <a:pt x="747" y="1200"/>
                </a:lnTo>
                <a:lnTo>
                  <a:pt x="734" y="1200"/>
                </a:lnTo>
                <a:lnTo>
                  <a:pt x="722" y="1198"/>
                </a:lnTo>
                <a:lnTo>
                  <a:pt x="712" y="1195"/>
                </a:lnTo>
                <a:lnTo>
                  <a:pt x="702" y="1192"/>
                </a:lnTo>
                <a:lnTo>
                  <a:pt x="691" y="1186"/>
                </a:lnTo>
                <a:lnTo>
                  <a:pt x="682" y="1180"/>
                </a:lnTo>
                <a:lnTo>
                  <a:pt x="673" y="1175"/>
                </a:lnTo>
                <a:lnTo>
                  <a:pt x="664" y="1166"/>
                </a:lnTo>
                <a:lnTo>
                  <a:pt x="656" y="1158"/>
                </a:lnTo>
                <a:lnTo>
                  <a:pt x="649" y="1149"/>
                </a:lnTo>
                <a:lnTo>
                  <a:pt x="644" y="1140"/>
                </a:lnTo>
                <a:lnTo>
                  <a:pt x="639" y="1129"/>
                </a:lnTo>
                <a:lnTo>
                  <a:pt x="635" y="1119"/>
                </a:lnTo>
                <a:lnTo>
                  <a:pt x="632" y="1107"/>
                </a:lnTo>
                <a:lnTo>
                  <a:pt x="631" y="1096"/>
                </a:lnTo>
                <a:lnTo>
                  <a:pt x="630" y="1084"/>
                </a:lnTo>
                <a:lnTo>
                  <a:pt x="630" y="1084"/>
                </a:lnTo>
                <a:lnTo>
                  <a:pt x="631" y="1073"/>
                </a:lnTo>
                <a:lnTo>
                  <a:pt x="632" y="1061"/>
                </a:lnTo>
                <a:lnTo>
                  <a:pt x="635" y="1049"/>
                </a:lnTo>
                <a:lnTo>
                  <a:pt x="639" y="1039"/>
                </a:lnTo>
                <a:lnTo>
                  <a:pt x="644" y="1029"/>
                </a:lnTo>
                <a:lnTo>
                  <a:pt x="649" y="1019"/>
                </a:lnTo>
                <a:lnTo>
                  <a:pt x="656" y="1010"/>
                </a:lnTo>
                <a:lnTo>
                  <a:pt x="664" y="1002"/>
                </a:lnTo>
                <a:lnTo>
                  <a:pt x="673" y="995"/>
                </a:lnTo>
                <a:lnTo>
                  <a:pt x="682" y="988"/>
                </a:lnTo>
                <a:lnTo>
                  <a:pt x="691" y="982"/>
                </a:lnTo>
                <a:lnTo>
                  <a:pt x="702" y="978"/>
                </a:lnTo>
                <a:lnTo>
                  <a:pt x="712" y="973"/>
                </a:lnTo>
                <a:lnTo>
                  <a:pt x="722" y="971"/>
                </a:lnTo>
                <a:lnTo>
                  <a:pt x="734" y="968"/>
                </a:lnTo>
                <a:lnTo>
                  <a:pt x="747" y="968"/>
                </a:lnTo>
                <a:lnTo>
                  <a:pt x="747" y="968"/>
                </a:lnTo>
                <a:lnTo>
                  <a:pt x="758" y="968"/>
                </a:lnTo>
                <a:lnTo>
                  <a:pt x="770" y="971"/>
                </a:lnTo>
                <a:lnTo>
                  <a:pt x="780" y="973"/>
                </a:lnTo>
                <a:lnTo>
                  <a:pt x="792" y="978"/>
                </a:lnTo>
                <a:lnTo>
                  <a:pt x="801" y="982"/>
                </a:lnTo>
                <a:lnTo>
                  <a:pt x="812" y="988"/>
                </a:lnTo>
                <a:lnTo>
                  <a:pt x="820" y="995"/>
                </a:lnTo>
                <a:lnTo>
                  <a:pt x="829" y="1002"/>
                </a:lnTo>
                <a:lnTo>
                  <a:pt x="836" y="1010"/>
                </a:lnTo>
                <a:lnTo>
                  <a:pt x="843" y="1019"/>
                </a:lnTo>
                <a:lnTo>
                  <a:pt x="849" y="1029"/>
                </a:lnTo>
                <a:lnTo>
                  <a:pt x="853" y="1039"/>
                </a:lnTo>
                <a:lnTo>
                  <a:pt x="857" y="1049"/>
                </a:lnTo>
                <a:lnTo>
                  <a:pt x="860" y="1061"/>
                </a:lnTo>
                <a:lnTo>
                  <a:pt x="861" y="1073"/>
                </a:lnTo>
                <a:lnTo>
                  <a:pt x="863" y="1084"/>
                </a:lnTo>
                <a:lnTo>
                  <a:pt x="863" y="1084"/>
                </a:lnTo>
                <a:lnTo>
                  <a:pt x="861" y="1096"/>
                </a:lnTo>
                <a:lnTo>
                  <a:pt x="860" y="1107"/>
                </a:lnTo>
                <a:lnTo>
                  <a:pt x="857" y="1119"/>
                </a:lnTo>
                <a:lnTo>
                  <a:pt x="853" y="1129"/>
                </a:lnTo>
                <a:lnTo>
                  <a:pt x="849" y="1140"/>
                </a:lnTo>
                <a:lnTo>
                  <a:pt x="843" y="1149"/>
                </a:lnTo>
                <a:lnTo>
                  <a:pt x="836" y="1158"/>
                </a:lnTo>
                <a:lnTo>
                  <a:pt x="829" y="1166"/>
                </a:lnTo>
                <a:lnTo>
                  <a:pt x="820" y="1175"/>
                </a:lnTo>
                <a:lnTo>
                  <a:pt x="812" y="1180"/>
                </a:lnTo>
                <a:lnTo>
                  <a:pt x="801" y="1186"/>
                </a:lnTo>
                <a:lnTo>
                  <a:pt x="792" y="1192"/>
                </a:lnTo>
                <a:lnTo>
                  <a:pt x="780" y="1195"/>
                </a:lnTo>
                <a:lnTo>
                  <a:pt x="770" y="1198"/>
                </a:lnTo>
                <a:lnTo>
                  <a:pt x="758" y="1200"/>
                </a:lnTo>
                <a:lnTo>
                  <a:pt x="747" y="1200"/>
                </a:lnTo>
                <a:lnTo>
                  <a:pt x="747" y="12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18"/>
          <p:cNvSpPr>
            <a:spLocks noChangeAspect="1" noEditPoints="1"/>
          </p:cNvSpPr>
          <p:nvPr/>
        </p:nvSpPr>
        <p:spPr bwMode="auto">
          <a:xfrm>
            <a:off x="2933588" y="4547276"/>
            <a:ext cx="759272" cy="1080000"/>
          </a:xfrm>
          <a:custGeom>
            <a:avLst/>
            <a:gdLst>
              <a:gd name="T0" fmla="*/ 1042 w 1042"/>
              <a:gd name="T1" fmla="*/ 1139 h 1484"/>
              <a:gd name="T2" fmla="*/ 1031 w 1042"/>
              <a:gd name="T3" fmla="*/ 1100 h 1484"/>
              <a:gd name="T4" fmla="*/ 996 w 1042"/>
              <a:gd name="T5" fmla="*/ 1046 h 1484"/>
              <a:gd name="T6" fmla="*/ 944 w 1042"/>
              <a:gd name="T7" fmla="*/ 989 h 1484"/>
              <a:gd name="T8" fmla="*/ 906 w 1042"/>
              <a:gd name="T9" fmla="*/ 940 h 1484"/>
              <a:gd name="T10" fmla="*/ 878 w 1042"/>
              <a:gd name="T11" fmla="*/ 877 h 1484"/>
              <a:gd name="T12" fmla="*/ 849 w 1042"/>
              <a:gd name="T13" fmla="*/ 724 h 1484"/>
              <a:gd name="T14" fmla="*/ 841 w 1042"/>
              <a:gd name="T15" fmla="*/ 556 h 1484"/>
              <a:gd name="T16" fmla="*/ 841 w 1042"/>
              <a:gd name="T17" fmla="*/ 378 h 1484"/>
              <a:gd name="T18" fmla="*/ 823 w 1042"/>
              <a:gd name="T19" fmla="*/ 318 h 1484"/>
              <a:gd name="T20" fmla="*/ 785 w 1042"/>
              <a:gd name="T21" fmla="*/ 273 h 1484"/>
              <a:gd name="T22" fmla="*/ 736 w 1042"/>
              <a:gd name="T23" fmla="*/ 240 h 1484"/>
              <a:gd name="T24" fmla="*/ 642 w 1042"/>
              <a:gd name="T25" fmla="*/ 209 h 1484"/>
              <a:gd name="T26" fmla="*/ 548 w 1042"/>
              <a:gd name="T27" fmla="*/ 198 h 1484"/>
              <a:gd name="T28" fmla="*/ 447 w 1042"/>
              <a:gd name="T29" fmla="*/ 201 h 1484"/>
              <a:gd name="T30" fmla="*/ 346 w 1042"/>
              <a:gd name="T31" fmla="*/ 224 h 1484"/>
              <a:gd name="T32" fmla="*/ 279 w 1042"/>
              <a:gd name="T33" fmla="*/ 255 h 1484"/>
              <a:gd name="T34" fmla="*/ 235 w 1042"/>
              <a:gd name="T35" fmla="*/ 294 h 1484"/>
              <a:gd name="T36" fmla="*/ 206 w 1042"/>
              <a:gd name="T37" fmla="*/ 346 h 1484"/>
              <a:gd name="T38" fmla="*/ 199 w 1042"/>
              <a:gd name="T39" fmla="*/ 396 h 1484"/>
              <a:gd name="T40" fmla="*/ 198 w 1042"/>
              <a:gd name="T41" fmla="*/ 640 h 1484"/>
              <a:gd name="T42" fmla="*/ 180 w 1042"/>
              <a:gd name="T43" fmla="*/ 804 h 1484"/>
              <a:gd name="T44" fmla="*/ 150 w 1042"/>
              <a:gd name="T45" fmla="*/ 910 h 1484"/>
              <a:gd name="T46" fmla="*/ 118 w 1042"/>
              <a:gd name="T47" fmla="*/ 967 h 1484"/>
              <a:gd name="T48" fmla="*/ 76 w 1042"/>
              <a:gd name="T49" fmla="*/ 1010 h 1484"/>
              <a:gd name="T50" fmla="*/ 23 w 1042"/>
              <a:gd name="T51" fmla="*/ 1075 h 1484"/>
              <a:gd name="T52" fmla="*/ 2 w 1042"/>
              <a:gd name="T53" fmla="*/ 1119 h 1484"/>
              <a:gd name="T54" fmla="*/ 1 w 1042"/>
              <a:gd name="T55" fmla="*/ 1147 h 1484"/>
              <a:gd name="T56" fmla="*/ 2 w 1042"/>
              <a:gd name="T57" fmla="*/ 1207 h 1484"/>
              <a:gd name="T58" fmla="*/ 17 w 1042"/>
              <a:gd name="T59" fmla="*/ 1227 h 1484"/>
              <a:gd name="T60" fmla="*/ 46 w 1042"/>
              <a:gd name="T61" fmla="*/ 1236 h 1484"/>
              <a:gd name="T62" fmla="*/ 995 w 1042"/>
              <a:gd name="T63" fmla="*/ 1236 h 1484"/>
              <a:gd name="T64" fmla="*/ 1024 w 1042"/>
              <a:gd name="T65" fmla="*/ 1227 h 1484"/>
              <a:gd name="T66" fmla="*/ 1038 w 1042"/>
              <a:gd name="T67" fmla="*/ 1207 h 1484"/>
              <a:gd name="T68" fmla="*/ 496 w 1042"/>
              <a:gd name="T69" fmla="*/ 1285 h 1484"/>
              <a:gd name="T70" fmla="*/ 468 w 1042"/>
              <a:gd name="T71" fmla="*/ 1293 h 1484"/>
              <a:gd name="T72" fmla="*/ 447 w 1042"/>
              <a:gd name="T73" fmla="*/ 1324 h 1484"/>
              <a:gd name="T74" fmla="*/ 447 w 1042"/>
              <a:gd name="T75" fmla="*/ 1445 h 1484"/>
              <a:gd name="T76" fmla="*/ 468 w 1042"/>
              <a:gd name="T77" fmla="*/ 1476 h 1484"/>
              <a:gd name="T78" fmla="*/ 496 w 1042"/>
              <a:gd name="T79" fmla="*/ 1484 h 1484"/>
              <a:gd name="T80" fmla="*/ 530 w 1042"/>
              <a:gd name="T81" fmla="*/ 1470 h 1484"/>
              <a:gd name="T82" fmla="*/ 546 w 1042"/>
              <a:gd name="T83" fmla="*/ 1434 h 1484"/>
              <a:gd name="T84" fmla="*/ 541 w 1042"/>
              <a:gd name="T85" fmla="*/ 1315 h 1484"/>
              <a:gd name="T86" fmla="*/ 515 w 1042"/>
              <a:gd name="T87" fmla="*/ 1288 h 1484"/>
              <a:gd name="T88" fmla="*/ 519 w 1042"/>
              <a:gd name="T89" fmla="*/ 150 h 1484"/>
              <a:gd name="T90" fmla="*/ 542 w 1042"/>
              <a:gd name="T91" fmla="*/ 147 h 1484"/>
              <a:gd name="T92" fmla="*/ 572 w 1042"/>
              <a:gd name="T93" fmla="*/ 128 h 1484"/>
              <a:gd name="T94" fmla="*/ 591 w 1042"/>
              <a:gd name="T95" fmla="*/ 98 h 1484"/>
              <a:gd name="T96" fmla="*/ 594 w 1042"/>
              <a:gd name="T97" fmla="*/ 75 h 1484"/>
              <a:gd name="T98" fmla="*/ 588 w 1042"/>
              <a:gd name="T99" fmla="*/ 46 h 1484"/>
              <a:gd name="T100" fmla="*/ 562 w 1042"/>
              <a:gd name="T101" fmla="*/ 13 h 1484"/>
              <a:gd name="T102" fmla="*/ 534 w 1042"/>
              <a:gd name="T103" fmla="*/ 2 h 1484"/>
              <a:gd name="T104" fmla="*/ 512 w 1042"/>
              <a:gd name="T105" fmla="*/ 0 h 1484"/>
              <a:gd name="T106" fmla="*/ 484 w 1042"/>
              <a:gd name="T107" fmla="*/ 10 h 1484"/>
              <a:gd name="T108" fmla="*/ 454 w 1042"/>
              <a:gd name="T109" fmla="*/ 40 h 1484"/>
              <a:gd name="T110" fmla="*/ 445 w 1042"/>
              <a:gd name="T111" fmla="*/ 68 h 1484"/>
              <a:gd name="T112" fmla="*/ 446 w 1042"/>
              <a:gd name="T113" fmla="*/ 90 h 1484"/>
              <a:gd name="T114" fmla="*/ 457 w 1042"/>
              <a:gd name="T115" fmla="*/ 116 h 1484"/>
              <a:gd name="T116" fmla="*/ 490 w 1042"/>
              <a:gd name="T117" fmla="*/ 144 h 1484"/>
              <a:gd name="T118" fmla="*/ 519 w 1042"/>
              <a:gd name="T119" fmla="*/ 150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42" h="1484">
                <a:moveTo>
                  <a:pt x="1039" y="1147"/>
                </a:moveTo>
                <a:lnTo>
                  <a:pt x="1039" y="1147"/>
                </a:lnTo>
                <a:lnTo>
                  <a:pt x="1040" y="1144"/>
                </a:lnTo>
                <a:lnTo>
                  <a:pt x="1042" y="1139"/>
                </a:lnTo>
                <a:lnTo>
                  <a:pt x="1040" y="1127"/>
                </a:lnTo>
                <a:lnTo>
                  <a:pt x="1038" y="1119"/>
                </a:lnTo>
                <a:lnTo>
                  <a:pt x="1036" y="1110"/>
                </a:lnTo>
                <a:lnTo>
                  <a:pt x="1031" y="1100"/>
                </a:lnTo>
                <a:lnTo>
                  <a:pt x="1025" y="1089"/>
                </a:lnTo>
                <a:lnTo>
                  <a:pt x="1018" y="1075"/>
                </a:lnTo>
                <a:lnTo>
                  <a:pt x="1008" y="1061"/>
                </a:lnTo>
                <a:lnTo>
                  <a:pt x="996" y="1046"/>
                </a:lnTo>
                <a:lnTo>
                  <a:pt x="981" y="1029"/>
                </a:lnTo>
                <a:lnTo>
                  <a:pt x="964" y="1010"/>
                </a:lnTo>
                <a:lnTo>
                  <a:pt x="944" y="989"/>
                </a:lnTo>
                <a:lnTo>
                  <a:pt x="944" y="989"/>
                </a:lnTo>
                <a:lnTo>
                  <a:pt x="934" y="979"/>
                </a:lnTo>
                <a:lnTo>
                  <a:pt x="923" y="967"/>
                </a:lnTo>
                <a:lnTo>
                  <a:pt x="914" y="954"/>
                </a:lnTo>
                <a:lnTo>
                  <a:pt x="906" y="940"/>
                </a:lnTo>
                <a:lnTo>
                  <a:pt x="898" y="925"/>
                </a:lnTo>
                <a:lnTo>
                  <a:pt x="891" y="910"/>
                </a:lnTo>
                <a:lnTo>
                  <a:pt x="884" y="894"/>
                </a:lnTo>
                <a:lnTo>
                  <a:pt x="878" y="877"/>
                </a:lnTo>
                <a:lnTo>
                  <a:pt x="868" y="842"/>
                </a:lnTo>
                <a:lnTo>
                  <a:pt x="860" y="804"/>
                </a:lnTo>
                <a:lnTo>
                  <a:pt x="854" y="764"/>
                </a:lnTo>
                <a:lnTo>
                  <a:pt x="849" y="724"/>
                </a:lnTo>
                <a:lnTo>
                  <a:pt x="846" y="682"/>
                </a:lnTo>
                <a:lnTo>
                  <a:pt x="843" y="640"/>
                </a:lnTo>
                <a:lnTo>
                  <a:pt x="842" y="597"/>
                </a:lnTo>
                <a:lnTo>
                  <a:pt x="841" y="556"/>
                </a:lnTo>
                <a:lnTo>
                  <a:pt x="841" y="473"/>
                </a:lnTo>
                <a:lnTo>
                  <a:pt x="842" y="396"/>
                </a:lnTo>
                <a:lnTo>
                  <a:pt x="842" y="396"/>
                </a:lnTo>
                <a:lnTo>
                  <a:pt x="841" y="378"/>
                </a:lnTo>
                <a:lnTo>
                  <a:pt x="839" y="362"/>
                </a:lnTo>
                <a:lnTo>
                  <a:pt x="834" y="346"/>
                </a:lnTo>
                <a:lnTo>
                  <a:pt x="830" y="332"/>
                </a:lnTo>
                <a:lnTo>
                  <a:pt x="823" y="318"/>
                </a:lnTo>
                <a:lnTo>
                  <a:pt x="814" y="305"/>
                </a:lnTo>
                <a:lnTo>
                  <a:pt x="806" y="294"/>
                </a:lnTo>
                <a:lnTo>
                  <a:pt x="796" y="283"/>
                </a:lnTo>
                <a:lnTo>
                  <a:pt x="785" y="273"/>
                </a:lnTo>
                <a:lnTo>
                  <a:pt x="774" y="264"/>
                </a:lnTo>
                <a:lnTo>
                  <a:pt x="761" y="255"/>
                </a:lnTo>
                <a:lnTo>
                  <a:pt x="750" y="247"/>
                </a:lnTo>
                <a:lnTo>
                  <a:pt x="736" y="240"/>
                </a:lnTo>
                <a:lnTo>
                  <a:pt x="723" y="235"/>
                </a:lnTo>
                <a:lnTo>
                  <a:pt x="695" y="224"/>
                </a:lnTo>
                <a:lnTo>
                  <a:pt x="667" y="215"/>
                </a:lnTo>
                <a:lnTo>
                  <a:pt x="642" y="209"/>
                </a:lnTo>
                <a:lnTo>
                  <a:pt x="616" y="204"/>
                </a:lnTo>
                <a:lnTo>
                  <a:pt x="594" y="201"/>
                </a:lnTo>
                <a:lnTo>
                  <a:pt x="561" y="198"/>
                </a:lnTo>
                <a:lnTo>
                  <a:pt x="548" y="198"/>
                </a:lnTo>
                <a:lnTo>
                  <a:pt x="492" y="198"/>
                </a:lnTo>
                <a:lnTo>
                  <a:pt x="492" y="198"/>
                </a:lnTo>
                <a:lnTo>
                  <a:pt x="479" y="198"/>
                </a:lnTo>
                <a:lnTo>
                  <a:pt x="447" y="201"/>
                </a:lnTo>
                <a:lnTo>
                  <a:pt x="425" y="204"/>
                </a:lnTo>
                <a:lnTo>
                  <a:pt x="399" y="209"/>
                </a:lnTo>
                <a:lnTo>
                  <a:pt x="373" y="215"/>
                </a:lnTo>
                <a:lnTo>
                  <a:pt x="346" y="224"/>
                </a:lnTo>
                <a:lnTo>
                  <a:pt x="318" y="235"/>
                </a:lnTo>
                <a:lnTo>
                  <a:pt x="304" y="240"/>
                </a:lnTo>
                <a:lnTo>
                  <a:pt x="292" y="247"/>
                </a:lnTo>
                <a:lnTo>
                  <a:pt x="279" y="255"/>
                </a:lnTo>
                <a:lnTo>
                  <a:pt x="267" y="264"/>
                </a:lnTo>
                <a:lnTo>
                  <a:pt x="256" y="273"/>
                </a:lnTo>
                <a:lnTo>
                  <a:pt x="245" y="283"/>
                </a:lnTo>
                <a:lnTo>
                  <a:pt x="235" y="294"/>
                </a:lnTo>
                <a:lnTo>
                  <a:pt x="226" y="305"/>
                </a:lnTo>
                <a:lnTo>
                  <a:pt x="219" y="318"/>
                </a:lnTo>
                <a:lnTo>
                  <a:pt x="212" y="332"/>
                </a:lnTo>
                <a:lnTo>
                  <a:pt x="206" y="346"/>
                </a:lnTo>
                <a:lnTo>
                  <a:pt x="202" y="362"/>
                </a:lnTo>
                <a:lnTo>
                  <a:pt x="200" y="378"/>
                </a:lnTo>
                <a:lnTo>
                  <a:pt x="199" y="396"/>
                </a:lnTo>
                <a:lnTo>
                  <a:pt x="199" y="396"/>
                </a:lnTo>
                <a:lnTo>
                  <a:pt x="199" y="473"/>
                </a:lnTo>
                <a:lnTo>
                  <a:pt x="200" y="556"/>
                </a:lnTo>
                <a:lnTo>
                  <a:pt x="199" y="597"/>
                </a:lnTo>
                <a:lnTo>
                  <a:pt x="198" y="640"/>
                </a:lnTo>
                <a:lnTo>
                  <a:pt x="195" y="682"/>
                </a:lnTo>
                <a:lnTo>
                  <a:pt x="192" y="724"/>
                </a:lnTo>
                <a:lnTo>
                  <a:pt x="187" y="764"/>
                </a:lnTo>
                <a:lnTo>
                  <a:pt x="180" y="804"/>
                </a:lnTo>
                <a:lnTo>
                  <a:pt x="172" y="842"/>
                </a:lnTo>
                <a:lnTo>
                  <a:pt x="163" y="877"/>
                </a:lnTo>
                <a:lnTo>
                  <a:pt x="156" y="894"/>
                </a:lnTo>
                <a:lnTo>
                  <a:pt x="150" y="910"/>
                </a:lnTo>
                <a:lnTo>
                  <a:pt x="143" y="925"/>
                </a:lnTo>
                <a:lnTo>
                  <a:pt x="135" y="940"/>
                </a:lnTo>
                <a:lnTo>
                  <a:pt x="127" y="954"/>
                </a:lnTo>
                <a:lnTo>
                  <a:pt x="118" y="967"/>
                </a:lnTo>
                <a:lnTo>
                  <a:pt x="107" y="979"/>
                </a:lnTo>
                <a:lnTo>
                  <a:pt x="97" y="989"/>
                </a:lnTo>
                <a:lnTo>
                  <a:pt x="97" y="989"/>
                </a:lnTo>
                <a:lnTo>
                  <a:pt x="76" y="1010"/>
                </a:lnTo>
                <a:lnTo>
                  <a:pt x="59" y="1029"/>
                </a:lnTo>
                <a:lnTo>
                  <a:pt x="45" y="1046"/>
                </a:lnTo>
                <a:lnTo>
                  <a:pt x="32" y="1061"/>
                </a:lnTo>
                <a:lnTo>
                  <a:pt x="23" y="1075"/>
                </a:lnTo>
                <a:lnTo>
                  <a:pt x="15" y="1089"/>
                </a:lnTo>
                <a:lnTo>
                  <a:pt x="9" y="1100"/>
                </a:lnTo>
                <a:lnTo>
                  <a:pt x="5" y="1110"/>
                </a:lnTo>
                <a:lnTo>
                  <a:pt x="2" y="1119"/>
                </a:lnTo>
                <a:lnTo>
                  <a:pt x="1" y="1127"/>
                </a:lnTo>
                <a:lnTo>
                  <a:pt x="0" y="1139"/>
                </a:lnTo>
                <a:lnTo>
                  <a:pt x="1" y="1144"/>
                </a:lnTo>
                <a:lnTo>
                  <a:pt x="1" y="1147"/>
                </a:lnTo>
                <a:lnTo>
                  <a:pt x="1" y="1193"/>
                </a:lnTo>
                <a:lnTo>
                  <a:pt x="1" y="1193"/>
                </a:lnTo>
                <a:lnTo>
                  <a:pt x="1" y="1200"/>
                </a:lnTo>
                <a:lnTo>
                  <a:pt x="2" y="1207"/>
                </a:lnTo>
                <a:lnTo>
                  <a:pt x="5" y="1215"/>
                </a:lnTo>
                <a:lnTo>
                  <a:pt x="9" y="1219"/>
                </a:lnTo>
                <a:lnTo>
                  <a:pt x="12" y="1223"/>
                </a:lnTo>
                <a:lnTo>
                  <a:pt x="17" y="1227"/>
                </a:lnTo>
                <a:lnTo>
                  <a:pt x="22" y="1230"/>
                </a:lnTo>
                <a:lnTo>
                  <a:pt x="29" y="1232"/>
                </a:lnTo>
                <a:lnTo>
                  <a:pt x="37" y="1235"/>
                </a:lnTo>
                <a:lnTo>
                  <a:pt x="46" y="1236"/>
                </a:lnTo>
                <a:lnTo>
                  <a:pt x="56" y="1237"/>
                </a:lnTo>
                <a:lnTo>
                  <a:pt x="984" y="1237"/>
                </a:lnTo>
                <a:lnTo>
                  <a:pt x="984" y="1237"/>
                </a:lnTo>
                <a:lnTo>
                  <a:pt x="995" y="1236"/>
                </a:lnTo>
                <a:lnTo>
                  <a:pt x="1005" y="1235"/>
                </a:lnTo>
                <a:lnTo>
                  <a:pt x="1013" y="1232"/>
                </a:lnTo>
                <a:lnTo>
                  <a:pt x="1018" y="1230"/>
                </a:lnTo>
                <a:lnTo>
                  <a:pt x="1024" y="1227"/>
                </a:lnTo>
                <a:lnTo>
                  <a:pt x="1029" y="1223"/>
                </a:lnTo>
                <a:lnTo>
                  <a:pt x="1032" y="1219"/>
                </a:lnTo>
                <a:lnTo>
                  <a:pt x="1035" y="1215"/>
                </a:lnTo>
                <a:lnTo>
                  <a:pt x="1038" y="1207"/>
                </a:lnTo>
                <a:lnTo>
                  <a:pt x="1039" y="1200"/>
                </a:lnTo>
                <a:lnTo>
                  <a:pt x="1039" y="1193"/>
                </a:lnTo>
                <a:lnTo>
                  <a:pt x="1039" y="1147"/>
                </a:lnTo>
                <a:close/>
                <a:moveTo>
                  <a:pt x="496" y="1285"/>
                </a:moveTo>
                <a:lnTo>
                  <a:pt x="496" y="1285"/>
                </a:lnTo>
                <a:lnTo>
                  <a:pt x="485" y="1285"/>
                </a:lnTo>
                <a:lnTo>
                  <a:pt x="476" y="1288"/>
                </a:lnTo>
                <a:lnTo>
                  <a:pt x="468" y="1293"/>
                </a:lnTo>
                <a:lnTo>
                  <a:pt x="461" y="1299"/>
                </a:lnTo>
                <a:lnTo>
                  <a:pt x="455" y="1306"/>
                </a:lnTo>
                <a:lnTo>
                  <a:pt x="450" y="1315"/>
                </a:lnTo>
                <a:lnTo>
                  <a:pt x="447" y="1324"/>
                </a:lnTo>
                <a:lnTo>
                  <a:pt x="446" y="1333"/>
                </a:lnTo>
                <a:lnTo>
                  <a:pt x="446" y="1434"/>
                </a:lnTo>
                <a:lnTo>
                  <a:pt x="446" y="1434"/>
                </a:lnTo>
                <a:lnTo>
                  <a:pt x="447" y="1445"/>
                </a:lnTo>
                <a:lnTo>
                  <a:pt x="450" y="1454"/>
                </a:lnTo>
                <a:lnTo>
                  <a:pt x="455" y="1462"/>
                </a:lnTo>
                <a:lnTo>
                  <a:pt x="461" y="1470"/>
                </a:lnTo>
                <a:lnTo>
                  <a:pt x="468" y="1476"/>
                </a:lnTo>
                <a:lnTo>
                  <a:pt x="476" y="1481"/>
                </a:lnTo>
                <a:lnTo>
                  <a:pt x="485" y="1483"/>
                </a:lnTo>
                <a:lnTo>
                  <a:pt x="496" y="1484"/>
                </a:lnTo>
                <a:lnTo>
                  <a:pt x="496" y="1484"/>
                </a:lnTo>
                <a:lnTo>
                  <a:pt x="506" y="1483"/>
                </a:lnTo>
                <a:lnTo>
                  <a:pt x="515" y="1481"/>
                </a:lnTo>
                <a:lnTo>
                  <a:pt x="524" y="1476"/>
                </a:lnTo>
                <a:lnTo>
                  <a:pt x="530" y="1470"/>
                </a:lnTo>
                <a:lnTo>
                  <a:pt x="536" y="1462"/>
                </a:lnTo>
                <a:lnTo>
                  <a:pt x="541" y="1454"/>
                </a:lnTo>
                <a:lnTo>
                  <a:pt x="544" y="1445"/>
                </a:lnTo>
                <a:lnTo>
                  <a:pt x="546" y="1434"/>
                </a:lnTo>
                <a:lnTo>
                  <a:pt x="546" y="1333"/>
                </a:lnTo>
                <a:lnTo>
                  <a:pt x="546" y="1333"/>
                </a:lnTo>
                <a:lnTo>
                  <a:pt x="544" y="1324"/>
                </a:lnTo>
                <a:lnTo>
                  <a:pt x="541" y="1315"/>
                </a:lnTo>
                <a:lnTo>
                  <a:pt x="536" y="1306"/>
                </a:lnTo>
                <a:lnTo>
                  <a:pt x="530" y="1299"/>
                </a:lnTo>
                <a:lnTo>
                  <a:pt x="524" y="1293"/>
                </a:lnTo>
                <a:lnTo>
                  <a:pt x="515" y="1288"/>
                </a:lnTo>
                <a:lnTo>
                  <a:pt x="506" y="1285"/>
                </a:lnTo>
                <a:lnTo>
                  <a:pt x="496" y="1285"/>
                </a:lnTo>
                <a:lnTo>
                  <a:pt x="496" y="1285"/>
                </a:lnTo>
                <a:close/>
                <a:moveTo>
                  <a:pt x="519" y="150"/>
                </a:moveTo>
                <a:lnTo>
                  <a:pt x="519" y="150"/>
                </a:lnTo>
                <a:lnTo>
                  <a:pt x="527" y="150"/>
                </a:lnTo>
                <a:lnTo>
                  <a:pt x="534" y="149"/>
                </a:lnTo>
                <a:lnTo>
                  <a:pt x="542" y="147"/>
                </a:lnTo>
                <a:lnTo>
                  <a:pt x="549" y="144"/>
                </a:lnTo>
                <a:lnTo>
                  <a:pt x="555" y="141"/>
                </a:lnTo>
                <a:lnTo>
                  <a:pt x="562" y="137"/>
                </a:lnTo>
                <a:lnTo>
                  <a:pt x="572" y="128"/>
                </a:lnTo>
                <a:lnTo>
                  <a:pt x="581" y="116"/>
                </a:lnTo>
                <a:lnTo>
                  <a:pt x="585" y="111"/>
                </a:lnTo>
                <a:lnTo>
                  <a:pt x="588" y="105"/>
                </a:lnTo>
                <a:lnTo>
                  <a:pt x="591" y="98"/>
                </a:lnTo>
                <a:lnTo>
                  <a:pt x="593" y="90"/>
                </a:lnTo>
                <a:lnTo>
                  <a:pt x="594" y="83"/>
                </a:lnTo>
                <a:lnTo>
                  <a:pt x="594" y="75"/>
                </a:lnTo>
                <a:lnTo>
                  <a:pt x="594" y="75"/>
                </a:lnTo>
                <a:lnTo>
                  <a:pt x="594" y="68"/>
                </a:lnTo>
                <a:lnTo>
                  <a:pt x="593" y="60"/>
                </a:lnTo>
                <a:lnTo>
                  <a:pt x="591" y="53"/>
                </a:lnTo>
                <a:lnTo>
                  <a:pt x="588" y="46"/>
                </a:lnTo>
                <a:lnTo>
                  <a:pt x="585" y="40"/>
                </a:lnTo>
                <a:lnTo>
                  <a:pt x="581" y="33"/>
                </a:lnTo>
                <a:lnTo>
                  <a:pt x="572" y="22"/>
                </a:lnTo>
                <a:lnTo>
                  <a:pt x="562" y="13"/>
                </a:lnTo>
                <a:lnTo>
                  <a:pt x="555" y="10"/>
                </a:lnTo>
                <a:lnTo>
                  <a:pt x="549" y="6"/>
                </a:lnTo>
                <a:lnTo>
                  <a:pt x="542" y="4"/>
                </a:lnTo>
                <a:lnTo>
                  <a:pt x="534" y="2"/>
                </a:lnTo>
                <a:lnTo>
                  <a:pt x="527" y="0"/>
                </a:lnTo>
                <a:lnTo>
                  <a:pt x="519" y="0"/>
                </a:lnTo>
                <a:lnTo>
                  <a:pt x="519" y="0"/>
                </a:lnTo>
                <a:lnTo>
                  <a:pt x="512" y="0"/>
                </a:lnTo>
                <a:lnTo>
                  <a:pt x="504" y="2"/>
                </a:lnTo>
                <a:lnTo>
                  <a:pt x="497" y="4"/>
                </a:lnTo>
                <a:lnTo>
                  <a:pt x="490" y="6"/>
                </a:lnTo>
                <a:lnTo>
                  <a:pt x="484" y="10"/>
                </a:lnTo>
                <a:lnTo>
                  <a:pt x="477" y="13"/>
                </a:lnTo>
                <a:lnTo>
                  <a:pt x="467" y="22"/>
                </a:lnTo>
                <a:lnTo>
                  <a:pt x="457" y="33"/>
                </a:lnTo>
                <a:lnTo>
                  <a:pt x="454" y="40"/>
                </a:lnTo>
                <a:lnTo>
                  <a:pt x="450" y="46"/>
                </a:lnTo>
                <a:lnTo>
                  <a:pt x="448" y="53"/>
                </a:lnTo>
                <a:lnTo>
                  <a:pt x="446" y="60"/>
                </a:lnTo>
                <a:lnTo>
                  <a:pt x="445" y="68"/>
                </a:lnTo>
                <a:lnTo>
                  <a:pt x="445" y="75"/>
                </a:lnTo>
                <a:lnTo>
                  <a:pt x="445" y="75"/>
                </a:lnTo>
                <a:lnTo>
                  <a:pt x="445" y="83"/>
                </a:lnTo>
                <a:lnTo>
                  <a:pt x="446" y="90"/>
                </a:lnTo>
                <a:lnTo>
                  <a:pt x="448" y="98"/>
                </a:lnTo>
                <a:lnTo>
                  <a:pt x="450" y="105"/>
                </a:lnTo>
                <a:lnTo>
                  <a:pt x="454" y="111"/>
                </a:lnTo>
                <a:lnTo>
                  <a:pt x="457" y="116"/>
                </a:lnTo>
                <a:lnTo>
                  <a:pt x="467" y="128"/>
                </a:lnTo>
                <a:lnTo>
                  <a:pt x="477" y="137"/>
                </a:lnTo>
                <a:lnTo>
                  <a:pt x="484" y="141"/>
                </a:lnTo>
                <a:lnTo>
                  <a:pt x="490" y="144"/>
                </a:lnTo>
                <a:lnTo>
                  <a:pt x="497" y="147"/>
                </a:lnTo>
                <a:lnTo>
                  <a:pt x="504" y="149"/>
                </a:lnTo>
                <a:lnTo>
                  <a:pt x="512" y="150"/>
                </a:lnTo>
                <a:lnTo>
                  <a:pt x="519" y="150"/>
                </a:lnTo>
                <a:lnTo>
                  <a:pt x="519" y="1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19"/>
          <p:cNvSpPr>
            <a:spLocks noChangeAspect="1" noEditPoints="1"/>
          </p:cNvSpPr>
          <p:nvPr/>
        </p:nvSpPr>
        <p:spPr bwMode="auto">
          <a:xfrm>
            <a:off x="4520952" y="4545124"/>
            <a:ext cx="855272" cy="1080000"/>
          </a:xfrm>
          <a:custGeom>
            <a:avLst/>
            <a:gdLst>
              <a:gd name="T0" fmla="*/ 1084 w 1175"/>
              <a:gd name="T1" fmla="*/ 1129 h 1484"/>
              <a:gd name="T2" fmla="*/ 1066 w 1175"/>
              <a:gd name="T3" fmla="*/ 1035 h 1484"/>
              <a:gd name="T4" fmla="*/ 1079 w 1175"/>
              <a:gd name="T5" fmla="*/ 859 h 1484"/>
              <a:gd name="T6" fmla="*/ 1145 w 1175"/>
              <a:gd name="T7" fmla="*/ 583 h 1484"/>
              <a:gd name="T8" fmla="*/ 1174 w 1175"/>
              <a:gd name="T9" fmla="*/ 443 h 1484"/>
              <a:gd name="T10" fmla="*/ 1151 w 1175"/>
              <a:gd name="T11" fmla="*/ 362 h 1484"/>
              <a:gd name="T12" fmla="*/ 1097 w 1175"/>
              <a:gd name="T13" fmla="*/ 298 h 1484"/>
              <a:gd name="T14" fmla="*/ 1004 w 1175"/>
              <a:gd name="T15" fmla="*/ 236 h 1484"/>
              <a:gd name="T16" fmla="*/ 906 w 1175"/>
              <a:gd name="T17" fmla="*/ 196 h 1484"/>
              <a:gd name="T18" fmla="*/ 794 w 1175"/>
              <a:gd name="T19" fmla="*/ 172 h 1484"/>
              <a:gd name="T20" fmla="*/ 661 w 1175"/>
              <a:gd name="T21" fmla="*/ 171 h 1484"/>
              <a:gd name="T22" fmla="*/ 578 w 1175"/>
              <a:gd name="T23" fmla="*/ 192 h 1484"/>
              <a:gd name="T24" fmla="*/ 510 w 1175"/>
              <a:gd name="T25" fmla="*/ 238 h 1484"/>
              <a:gd name="T26" fmla="*/ 466 w 1175"/>
              <a:gd name="T27" fmla="*/ 318 h 1484"/>
              <a:gd name="T28" fmla="*/ 389 w 1175"/>
              <a:gd name="T29" fmla="*/ 581 h 1484"/>
              <a:gd name="T30" fmla="*/ 298 w 1175"/>
              <a:gd name="T31" fmla="*/ 789 h 1484"/>
              <a:gd name="T32" fmla="*/ 239 w 1175"/>
              <a:gd name="T33" fmla="*/ 869 h 1484"/>
              <a:gd name="T34" fmla="*/ 169 w 1175"/>
              <a:gd name="T35" fmla="*/ 925 h 1484"/>
              <a:gd name="T36" fmla="*/ 78 w 1175"/>
              <a:gd name="T37" fmla="*/ 983 h 1484"/>
              <a:gd name="T38" fmla="*/ 27 w 1175"/>
              <a:gd name="T39" fmla="*/ 1038 h 1484"/>
              <a:gd name="T40" fmla="*/ 16 w 1175"/>
              <a:gd name="T41" fmla="*/ 1067 h 1484"/>
              <a:gd name="T42" fmla="*/ 1 w 1175"/>
              <a:gd name="T43" fmla="*/ 1143 h 1484"/>
              <a:gd name="T44" fmla="*/ 21 w 1175"/>
              <a:gd name="T45" fmla="*/ 1169 h 1484"/>
              <a:gd name="T46" fmla="*/ 1084 w 1175"/>
              <a:gd name="T47" fmla="*/ 1452 h 1484"/>
              <a:gd name="T48" fmla="*/ 1131 w 1175"/>
              <a:gd name="T49" fmla="*/ 1453 h 1484"/>
              <a:gd name="T50" fmla="*/ 1155 w 1175"/>
              <a:gd name="T51" fmla="*/ 1428 h 1484"/>
              <a:gd name="T52" fmla="*/ 1174 w 1175"/>
              <a:gd name="T53" fmla="*/ 1362 h 1484"/>
              <a:gd name="T54" fmla="*/ 1168 w 1175"/>
              <a:gd name="T55" fmla="*/ 1307 h 1484"/>
              <a:gd name="T56" fmla="*/ 1122 w 1175"/>
              <a:gd name="T57" fmla="*/ 1205 h 1484"/>
              <a:gd name="T58" fmla="*/ 221 w 1175"/>
              <a:gd name="T59" fmla="*/ 1286 h 1484"/>
              <a:gd name="T60" fmla="*/ 181 w 1175"/>
              <a:gd name="T61" fmla="*/ 1303 h 1484"/>
              <a:gd name="T62" fmla="*/ 84 w 1175"/>
              <a:gd name="T63" fmla="*/ 1414 h 1484"/>
              <a:gd name="T64" fmla="*/ 96 w 1175"/>
              <a:gd name="T65" fmla="*/ 1465 h 1484"/>
              <a:gd name="T66" fmla="*/ 130 w 1175"/>
              <a:gd name="T67" fmla="*/ 1484 h 1484"/>
              <a:gd name="T68" fmla="*/ 164 w 1175"/>
              <a:gd name="T69" fmla="*/ 1468 h 1484"/>
              <a:gd name="T70" fmla="*/ 266 w 1175"/>
              <a:gd name="T71" fmla="*/ 1354 h 1484"/>
              <a:gd name="T72" fmla="*/ 254 w 1175"/>
              <a:gd name="T73" fmla="*/ 1303 h 1484"/>
              <a:gd name="T74" fmla="*/ 956 w 1175"/>
              <a:gd name="T75" fmla="*/ 166 h 1484"/>
              <a:gd name="T76" fmla="*/ 989 w 1175"/>
              <a:gd name="T77" fmla="*/ 169 h 1484"/>
              <a:gd name="T78" fmla="*/ 1027 w 1175"/>
              <a:gd name="T79" fmla="*/ 153 h 1484"/>
              <a:gd name="T80" fmla="*/ 1053 w 1175"/>
              <a:gd name="T81" fmla="*/ 123 h 1484"/>
              <a:gd name="T82" fmla="*/ 1062 w 1175"/>
              <a:gd name="T83" fmla="*/ 90 h 1484"/>
              <a:gd name="T84" fmla="*/ 1055 w 1175"/>
              <a:gd name="T85" fmla="*/ 50 h 1484"/>
              <a:gd name="T86" fmla="*/ 1029 w 1175"/>
              <a:gd name="T87" fmla="*/ 18 h 1484"/>
              <a:gd name="T88" fmla="*/ 999 w 1175"/>
              <a:gd name="T89" fmla="*/ 3 h 1484"/>
              <a:gd name="T90" fmla="*/ 957 w 1175"/>
              <a:gd name="T91" fmla="*/ 3 h 1484"/>
              <a:gd name="T92" fmla="*/ 922 w 1175"/>
              <a:gd name="T93" fmla="*/ 21 h 1484"/>
              <a:gd name="T94" fmla="*/ 898 w 1175"/>
              <a:gd name="T95" fmla="*/ 55 h 1484"/>
              <a:gd name="T96" fmla="*/ 893 w 1175"/>
              <a:gd name="T97" fmla="*/ 89 h 1484"/>
              <a:gd name="T98" fmla="*/ 904 w 1175"/>
              <a:gd name="T99" fmla="*/ 127 h 1484"/>
              <a:gd name="T100" fmla="*/ 933 w 1175"/>
              <a:gd name="T101" fmla="*/ 156 h 1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175" h="1484">
                <a:moveTo>
                  <a:pt x="1106" y="1177"/>
                </a:moveTo>
                <a:lnTo>
                  <a:pt x="1106" y="1177"/>
                </a:lnTo>
                <a:lnTo>
                  <a:pt x="1097" y="1162"/>
                </a:lnTo>
                <a:lnTo>
                  <a:pt x="1089" y="1147"/>
                </a:lnTo>
                <a:lnTo>
                  <a:pt x="1084" y="1129"/>
                </a:lnTo>
                <a:lnTo>
                  <a:pt x="1078" y="1112"/>
                </a:lnTo>
                <a:lnTo>
                  <a:pt x="1074" y="1093"/>
                </a:lnTo>
                <a:lnTo>
                  <a:pt x="1071" y="1075"/>
                </a:lnTo>
                <a:lnTo>
                  <a:pt x="1069" y="1055"/>
                </a:lnTo>
                <a:lnTo>
                  <a:pt x="1066" y="1035"/>
                </a:lnTo>
                <a:lnTo>
                  <a:pt x="1066" y="1015"/>
                </a:lnTo>
                <a:lnTo>
                  <a:pt x="1066" y="994"/>
                </a:lnTo>
                <a:lnTo>
                  <a:pt x="1069" y="951"/>
                </a:lnTo>
                <a:lnTo>
                  <a:pt x="1072" y="906"/>
                </a:lnTo>
                <a:lnTo>
                  <a:pt x="1079" y="859"/>
                </a:lnTo>
                <a:lnTo>
                  <a:pt x="1088" y="813"/>
                </a:lnTo>
                <a:lnTo>
                  <a:pt x="1097" y="767"/>
                </a:lnTo>
                <a:lnTo>
                  <a:pt x="1109" y="719"/>
                </a:lnTo>
                <a:lnTo>
                  <a:pt x="1121" y="673"/>
                </a:lnTo>
                <a:lnTo>
                  <a:pt x="1145" y="583"/>
                </a:lnTo>
                <a:lnTo>
                  <a:pt x="1167" y="500"/>
                </a:lnTo>
                <a:lnTo>
                  <a:pt x="1167" y="500"/>
                </a:lnTo>
                <a:lnTo>
                  <a:pt x="1172" y="480"/>
                </a:lnTo>
                <a:lnTo>
                  <a:pt x="1174" y="461"/>
                </a:lnTo>
                <a:lnTo>
                  <a:pt x="1174" y="443"/>
                </a:lnTo>
                <a:lnTo>
                  <a:pt x="1173" y="426"/>
                </a:lnTo>
                <a:lnTo>
                  <a:pt x="1169" y="408"/>
                </a:lnTo>
                <a:lnTo>
                  <a:pt x="1165" y="392"/>
                </a:lnTo>
                <a:lnTo>
                  <a:pt x="1158" y="377"/>
                </a:lnTo>
                <a:lnTo>
                  <a:pt x="1151" y="362"/>
                </a:lnTo>
                <a:lnTo>
                  <a:pt x="1142" y="348"/>
                </a:lnTo>
                <a:lnTo>
                  <a:pt x="1132" y="335"/>
                </a:lnTo>
                <a:lnTo>
                  <a:pt x="1122" y="323"/>
                </a:lnTo>
                <a:lnTo>
                  <a:pt x="1110" y="310"/>
                </a:lnTo>
                <a:lnTo>
                  <a:pt x="1097" y="298"/>
                </a:lnTo>
                <a:lnTo>
                  <a:pt x="1085" y="288"/>
                </a:lnTo>
                <a:lnTo>
                  <a:pt x="1072" y="277"/>
                </a:lnTo>
                <a:lnTo>
                  <a:pt x="1058" y="268"/>
                </a:lnTo>
                <a:lnTo>
                  <a:pt x="1030" y="251"/>
                </a:lnTo>
                <a:lnTo>
                  <a:pt x="1004" y="236"/>
                </a:lnTo>
                <a:lnTo>
                  <a:pt x="978" y="224"/>
                </a:lnTo>
                <a:lnTo>
                  <a:pt x="955" y="214"/>
                </a:lnTo>
                <a:lnTo>
                  <a:pt x="935" y="207"/>
                </a:lnTo>
                <a:lnTo>
                  <a:pt x="919" y="201"/>
                </a:lnTo>
                <a:lnTo>
                  <a:pt x="906" y="196"/>
                </a:lnTo>
                <a:lnTo>
                  <a:pt x="845" y="180"/>
                </a:lnTo>
                <a:lnTo>
                  <a:pt x="845" y="180"/>
                </a:lnTo>
                <a:lnTo>
                  <a:pt x="831" y="178"/>
                </a:lnTo>
                <a:lnTo>
                  <a:pt x="815" y="174"/>
                </a:lnTo>
                <a:lnTo>
                  <a:pt x="794" y="172"/>
                </a:lnTo>
                <a:lnTo>
                  <a:pt x="768" y="170"/>
                </a:lnTo>
                <a:lnTo>
                  <a:pt x="741" y="167"/>
                </a:lnTo>
                <a:lnTo>
                  <a:pt x="709" y="167"/>
                </a:lnTo>
                <a:lnTo>
                  <a:pt x="677" y="170"/>
                </a:lnTo>
                <a:lnTo>
                  <a:pt x="661" y="171"/>
                </a:lnTo>
                <a:lnTo>
                  <a:pt x="643" y="174"/>
                </a:lnTo>
                <a:lnTo>
                  <a:pt x="627" y="177"/>
                </a:lnTo>
                <a:lnTo>
                  <a:pt x="611" y="181"/>
                </a:lnTo>
                <a:lnTo>
                  <a:pt x="594" y="186"/>
                </a:lnTo>
                <a:lnTo>
                  <a:pt x="578" y="192"/>
                </a:lnTo>
                <a:lnTo>
                  <a:pt x="563" y="199"/>
                </a:lnTo>
                <a:lnTo>
                  <a:pt x="549" y="207"/>
                </a:lnTo>
                <a:lnTo>
                  <a:pt x="535" y="216"/>
                </a:lnTo>
                <a:lnTo>
                  <a:pt x="521" y="226"/>
                </a:lnTo>
                <a:lnTo>
                  <a:pt x="510" y="238"/>
                </a:lnTo>
                <a:lnTo>
                  <a:pt x="498" y="251"/>
                </a:lnTo>
                <a:lnTo>
                  <a:pt x="488" y="266"/>
                </a:lnTo>
                <a:lnTo>
                  <a:pt x="480" y="282"/>
                </a:lnTo>
                <a:lnTo>
                  <a:pt x="472" y="299"/>
                </a:lnTo>
                <a:lnTo>
                  <a:pt x="466" y="318"/>
                </a:lnTo>
                <a:lnTo>
                  <a:pt x="466" y="318"/>
                </a:lnTo>
                <a:lnTo>
                  <a:pt x="443" y="401"/>
                </a:lnTo>
                <a:lnTo>
                  <a:pt x="418" y="491"/>
                </a:lnTo>
                <a:lnTo>
                  <a:pt x="404" y="536"/>
                </a:lnTo>
                <a:lnTo>
                  <a:pt x="389" y="581"/>
                </a:lnTo>
                <a:lnTo>
                  <a:pt x="373" y="625"/>
                </a:lnTo>
                <a:lnTo>
                  <a:pt x="356" y="669"/>
                </a:lnTo>
                <a:lnTo>
                  <a:pt x="338" y="711"/>
                </a:lnTo>
                <a:lnTo>
                  <a:pt x="319" y="750"/>
                </a:lnTo>
                <a:lnTo>
                  <a:pt x="298" y="789"/>
                </a:lnTo>
                <a:lnTo>
                  <a:pt x="286" y="806"/>
                </a:lnTo>
                <a:lnTo>
                  <a:pt x="275" y="823"/>
                </a:lnTo>
                <a:lnTo>
                  <a:pt x="263" y="840"/>
                </a:lnTo>
                <a:lnTo>
                  <a:pt x="251" y="855"/>
                </a:lnTo>
                <a:lnTo>
                  <a:pt x="239" y="869"/>
                </a:lnTo>
                <a:lnTo>
                  <a:pt x="226" y="882"/>
                </a:lnTo>
                <a:lnTo>
                  <a:pt x="212" y="895"/>
                </a:lnTo>
                <a:lnTo>
                  <a:pt x="198" y="906"/>
                </a:lnTo>
                <a:lnTo>
                  <a:pt x="184" y="916"/>
                </a:lnTo>
                <a:lnTo>
                  <a:pt x="169" y="925"/>
                </a:lnTo>
                <a:lnTo>
                  <a:pt x="169" y="925"/>
                </a:lnTo>
                <a:lnTo>
                  <a:pt x="140" y="940"/>
                </a:lnTo>
                <a:lnTo>
                  <a:pt x="116" y="955"/>
                </a:lnTo>
                <a:lnTo>
                  <a:pt x="95" y="971"/>
                </a:lnTo>
                <a:lnTo>
                  <a:pt x="78" y="983"/>
                </a:lnTo>
                <a:lnTo>
                  <a:pt x="62" y="996"/>
                </a:lnTo>
                <a:lnTo>
                  <a:pt x="50" y="1008"/>
                </a:lnTo>
                <a:lnTo>
                  <a:pt x="40" y="1019"/>
                </a:lnTo>
                <a:lnTo>
                  <a:pt x="32" y="1029"/>
                </a:lnTo>
                <a:lnTo>
                  <a:pt x="27" y="1038"/>
                </a:lnTo>
                <a:lnTo>
                  <a:pt x="22" y="1045"/>
                </a:lnTo>
                <a:lnTo>
                  <a:pt x="20" y="1052"/>
                </a:lnTo>
                <a:lnTo>
                  <a:pt x="17" y="1057"/>
                </a:lnTo>
                <a:lnTo>
                  <a:pt x="16" y="1064"/>
                </a:lnTo>
                <a:lnTo>
                  <a:pt x="16" y="1067"/>
                </a:lnTo>
                <a:lnTo>
                  <a:pt x="2" y="1118"/>
                </a:lnTo>
                <a:lnTo>
                  <a:pt x="2" y="1118"/>
                </a:lnTo>
                <a:lnTo>
                  <a:pt x="1" y="1125"/>
                </a:lnTo>
                <a:lnTo>
                  <a:pt x="0" y="1133"/>
                </a:lnTo>
                <a:lnTo>
                  <a:pt x="1" y="1143"/>
                </a:lnTo>
                <a:lnTo>
                  <a:pt x="3" y="1148"/>
                </a:lnTo>
                <a:lnTo>
                  <a:pt x="6" y="1154"/>
                </a:lnTo>
                <a:lnTo>
                  <a:pt x="9" y="1158"/>
                </a:lnTo>
                <a:lnTo>
                  <a:pt x="15" y="1164"/>
                </a:lnTo>
                <a:lnTo>
                  <a:pt x="21" y="1169"/>
                </a:lnTo>
                <a:lnTo>
                  <a:pt x="29" y="1173"/>
                </a:lnTo>
                <a:lnTo>
                  <a:pt x="39" y="1178"/>
                </a:lnTo>
                <a:lnTo>
                  <a:pt x="51" y="1181"/>
                </a:lnTo>
                <a:lnTo>
                  <a:pt x="1084" y="1452"/>
                </a:lnTo>
                <a:lnTo>
                  <a:pt x="1084" y="1452"/>
                </a:lnTo>
                <a:lnTo>
                  <a:pt x="1095" y="1454"/>
                </a:lnTo>
                <a:lnTo>
                  <a:pt x="1106" y="1455"/>
                </a:lnTo>
                <a:lnTo>
                  <a:pt x="1115" y="1455"/>
                </a:lnTo>
                <a:lnTo>
                  <a:pt x="1123" y="1454"/>
                </a:lnTo>
                <a:lnTo>
                  <a:pt x="1131" y="1453"/>
                </a:lnTo>
                <a:lnTo>
                  <a:pt x="1137" y="1449"/>
                </a:lnTo>
                <a:lnTo>
                  <a:pt x="1142" y="1447"/>
                </a:lnTo>
                <a:lnTo>
                  <a:pt x="1146" y="1443"/>
                </a:lnTo>
                <a:lnTo>
                  <a:pt x="1152" y="1435"/>
                </a:lnTo>
                <a:lnTo>
                  <a:pt x="1155" y="1428"/>
                </a:lnTo>
                <a:lnTo>
                  <a:pt x="1157" y="1420"/>
                </a:lnTo>
                <a:lnTo>
                  <a:pt x="1171" y="1370"/>
                </a:lnTo>
                <a:lnTo>
                  <a:pt x="1171" y="1370"/>
                </a:lnTo>
                <a:lnTo>
                  <a:pt x="1172" y="1368"/>
                </a:lnTo>
                <a:lnTo>
                  <a:pt x="1174" y="1362"/>
                </a:lnTo>
                <a:lnTo>
                  <a:pt x="1175" y="1350"/>
                </a:lnTo>
                <a:lnTo>
                  <a:pt x="1175" y="1341"/>
                </a:lnTo>
                <a:lnTo>
                  <a:pt x="1174" y="1332"/>
                </a:lnTo>
                <a:lnTo>
                  <a:pt x="1172" y="1321"/>
                </a:lnTo>
                <a:lnTo>
                  <a:pt x="1168" y="1307"/>
                </a:lnTo>
                <a:lnTo>
                  <a:pt x="1162" y="1292"/>
                </a:lnTo>
                <a:lnTo>
                  <a:pt x="1155" y="1273"/>
                </a:lnTo>
                <a:lnTo>
                  <a:pt x="1147" y="1253"/>
                </a:lnTo>
                <a:lnTo>
                  <a:pt x="1136" y="1230"/>
                </a:lnTo>
                <a:lnTo>
                  <a:pt x="1122" y="1205"/>
                </a:lnTo>
                <a:lnTo>
                  <a:pt x="1106" y="1177"/>
                </a:lnTo>
                <a:lnTo>
                  <a:pt x="1106" y="1177"/>
                </a:lnTo>
                <a:close/>
                <a:moveTo>
                  <a:pt x="227" y="1286"/>
                </a:moveTo>
                <a:lnTo>
                  <a:pt x="227" y="1286"/>
                </a:lnTo>
                <a:lnTo>
                  <a:pt x="221" y="1286"/>
                </a:lnTo>
                <a:lnTo>
                  <a:pt x="215" y="1286"/>
                </a:lnTo>
                <a:lnTo>
                  <a:pt x="208" y="1287"/>
                </a:lnTo>
                <a:lnTo>
                  <a:pt x="203" y="1289"/>
                </a:lnTo>
                <a:lnTo>
                  <a:pt x="191" y="1295"/>
                </a:lnTo>
                <a:lnTo>
                  <a:pt x="181" y="1303"/>
                </a:lnTo>
                <a:lnTo>
                  <a:pt x="171" y="1311"/>
                </a:lnTo>
                <a:lnTo>
                  <a:pt x="164" y="1318"/>
                </a:lnTo>
                <a:lnTo>
                  <a:pt x="157" y="1325"/>
                </a:lnTo>
                <a:lnTo>
                  <a:pt x="84" y="1414"/>
                </a:lnTo>
                <a:lnTo>
                  <a:pt x="84" y="1414"/>
                </a:lnTo>
                <a:lnTo>
                  <a:pt x="82" y="1426"/>
                </a:lnTo>
                <a:lnTo>
                  <a:pt x="83" y="1436"/>
                </a:lnTo>
                <a:lnTo>
                  <a:pt x="86" y="1447"/>
                </a:lnTo>
                <a:lnTo>
                  <a:pt x="90" y="1457"/>
                </a:lnTo>
                <a:lnTo>
                  <a:pt x="96" y="1465"/>
                </a:lnTo>
                <a:lnTo>
                  <a:pt x="104" y="1474"/>
                </a:lnTo>
                <a:lnTo>
                  <a:pt x="113" y="1479"/>
                </a:lnTo>
                <a:lnTo>
                  <a:pt x="124" y="1483"/>
                </a:lnTo>
                <a:lnTo>
                  <a:pt x="124" y="1483"/>
                </a:lnTo>
                <a:lnTo>
                  <a:pt x="130" y="1484"/>
                </a:lnTo>
                <a:lnTo>
                  <a:pt x="135" y="1484"/>
                </a:lnTo>
                <a:lnTo>
                  <a:pt x="140" y="1483"/>
                </a:lnTo>
                <a:lnTo>
                  <a:pt x="146" y="1481"/>
                </a:lnTo>
                <a:lnTo>
                  <a:pt x="155" y="1475"/>
                </a:lnTo>
                <a:lnTo>
                  <a:pt x="164" y="1468"/>
                </a:lnTo>
                <a:lnTo>
                  <a:pt x="173" y="1460"/>
                </a:lnTo>
                <a:lnTo>
                  <a:pt x="178" y="1453"/>
                </a:lnTo>
                <a:lnTo>
                  <a:pt x="183" y="1446"/>
                </a:lnTo>
                <a:lnTo>
                  <a:pt x="266" y="1354"/>
                </a:lnTo>
                <a:lnTo>
                  <a:pt x="266" y="1354"/>
                </a:lnTo>
                <a:lnTo>
                  <a:pt x="268" y="1344"/>
                </a:lnTo>
                <a:lnTo>
                  <a:pt x="268" y="1332"/>
                </a:lnTo>
                <a:lnTo>
                  <a:pt x="265" y="1322"/>
                </a:lnTo>
                <a:lnTo>
                  <a:pt x="261" y="1312"/>
                </a:lnTo>
                <a:lnTo>
                  <a:pt x="254" y="1303"/>
                </a:lnTo>
                <a:lnTo>
                  <a:pt x="247" y="1296"/>
                </a:lnTo>
                <a:lnTo>
                  <a:pt x="237" y="1290"/>
                </a:lnTo>
                <a:lnTo>
                  <a:pt x="227" y="1286"/>
                </a:lnTo>
                <a:lnTo>
                  <a:pt x="227" y="1286"/>
                </a:lnTo>
                <a:close/>
                <a:moveTo>
                  <a:pt x="956" y="166"/>
                </a:moveTo>
                <a:lnTo>
                  <a:pt x="956" y="166"/>
                </a:lnTo>
                <a:lnTo>
                  <a:pt x="964" y="169"/>
                </a:lnTo>
                <a:lnTo>
                  <a:pt x="972" y="170"/>
                </a:lnTo>
                <a:lnTo>
                  <a:pt x="980" y="170"/>
                </a:lnTo>
                <a:lnTo>
                  <a:pt x="989" y="169"/>
                </a:lnTo>
                <a:lnTo>
                  <a:pt x="997" y="167"/>
                </a:lnTo>
                <a:lnTo>
                  <a:pt x="1005" y="165"/>
                </a:lnTo>
                <a:lnTo>
                  <a:pt x="1013" y="162"/>
                </a:lnTo>
                <a:lnTo>
                  <a:pt x="1020" y="158"/>
                </a:lnTo>
                <a:lnTo>
                  <a:pt x="1027" y="153"/>
                </a:lnTo>
                <a:lnTo>
                  <a:pt x="1033" y="149"/>
                </a:lnTo>
                <a:lnTo>
                  <a:pt x="1038" y="143"/>
                </a:lnTo>
                <a:lnTo>
                  <a:pt x="1044" y="137"/>
                </a:lnTo>
                <a:lnTo>
                  <a:pt x="1049" y="130"/>
                </a:lnTo>
                <a:lnTo>
                  <a:pt x="1053" y="123"/>
                </a:lnTo>
                <a:lnTo>
                  <a:pt x="1057" y="115"/>
                </a:lnTo>
                <a:lnTo>
                  <a:pt x="1059" y="107"/>
                </a:lnTo>
                <a:lnTo>
                  <a:pt x="1059" y="107"/>
                </a:lnTo>
                <a:lnTo>
                  <a:pt x="1060" y="98"/>
                </a:lnTo>
                <a:lnTo>
                  <a:pt x="1062" y="90"/>
                </a:lnTo>
                <a:lnTo>
                  <a:pt x="1062" y="82"/>
                </a:lnTo>
                <a:lnTo>
                  <a:pt x="1062" y="73"/>
                </a:lnTo>
                <a:lnTo>
                  <a:pt x="1059" y="65"/>
                </a:lnTo>
                <a:lnTo>
                  <a:pt x="1057" y="57"/>
                </a:lnTo>
                <a:lnTo>
                  <a:pt x="1055" y="50"/>
                </a:lnTo>
                <a:lnTo>
                  <a:pt x="1051" y="42"/>
                </a:lnTo>
                <a:lnTo>
                  <a:pt x="1046" y="36"/>
                </a:lnTo>
                <a:lnTo>
                  <a:pt x="1041" y="29"/>
                </a:lnTo>
                <a:lnTo>
                  <a:pt x="1036" y="24"/>
                </a:lnTo>
                <a:lnTo>
                  <a:pt x="1029" y="18"/>
                </a:lnTo>
                <a:lnTo>
                  <a:pt x="1022" y="13"/>
                </a:lnTo>
                <a:lnTo>
                  <a:pt x="1015" y="10"/>
                </a:lnTo>
                <a:lnTo>
                  <a:pt x="1007" y="6"/>
                </a:lnTo>
                <a:lnTo>
                  <a:pt x="999" y="3"/>
                </a:lnTo>
                <a:lnTo>
                  <a:pt x="999" y="3"/>
                </a:lnTo>
                <a:lnTo>
                  <a:pt x="991" y="2"/>
                </a:lnTo>
                <a:lnTo>
                  <a:pt x="983" y="0"/>
                </a:lnTo>
                <a:lnTo>
                  <a:pt x="975" y="0"/>
                </a:lnTo>
                <a:lnTo>
                  <a:pt x="965" y="2"/>
                </a:lnTo>
                <a:lnTo>
                  <a:pt x="957" y="3"/>
                </a:lnTo>
                <a:lnTo>
                  <a:pt x="950" y="5"/>
                </a:lnTo>
                <a:lnTo>
                  <a:pt x="942" y="9"/>
                </a:lnTo>
                <a:lnTo>
                  <a:pt x="935" y="12"/>
                </a:lnTo>
                <a:lnTo>
                  <a:pt x="928" y="17"/>
                </a:lnTo>
                <a:lnTo>
                  <a:pt x="922" y="21"/>
                </a:lnTo>
                <a:lnTo>
                  <a:pt x="917" y="27"/>
                </a:lnTo>
                <a:lnTo>
                  <a:pt x="911" y="33"/>
                </a:lnTo>
                <a:lnTo>
                  <a:pt x="906" y="40"/>
                </a:lnTo>
                <a:lnTo>
                  <a:pt x="902" y="47"/>
                </a:lnTo>
                <a:lnTo>
                  <a:pt x="898" y="55"/>
                </a:lnTo>
                <a:lnTo>
                  <a:pt x="896" y="63"/>
                </a:lnTo>
                <a:lnTo>
                  <a:pt x="896" y="63"/>
                </a:lnTo>
                <a:lnTo>
                  <a:pt x="895" y="71"/>
                </a:lnTo>
                <a:lnTo>
                  <a:pt x="893" y="80"/>
                </a:lnTo>
                <a:lnTo>
                  <a:pt x="893" y="89"/>
                </a:lnTo>
                <a:lnTo>
                  <a:pt x="893" y="97"/>
                </a:lnTo>
                <a:lnTo>
                  <a:pt x="896" y="105"/>
                </a:lnTo>
                <a:lnTo>
                  <a:pt x="898" y="113"/>
                </a:lnTo>
                <a:lnTo>
                  <a:pt x="900" y="120"/>
                </a:lnTo>
                <a:lnTo>
                  <a:pt x="904" y="127"/>
                </a:lnTo>
                <a:lnTo>
                  <a:pt x="909" y="134"/>
                </a:lnTo>
                <a:lnTo>
                  <a:pt x="913" y="141"/>
                </a:lnTo>
                <a:lnTo>
                  <a:pt x="919" y="147"/>
                </a:lnTo>
                <a:lnTo>
                  <a:pt x="926" y="151"/>
                </a:lnTo>
                <a:lnTo>
                  <a:pt x="933" y="156"/>
                </a:lnTo>
                <a:lnTo>
                  <a:pt x="940" y="160"/>
                </a:lnTo>
                <a:lnTo>
                  <a:pt x="948" y="164"/>
                </a:lnTo>
                <a:lnTo>
                  <a:pt x="956" y="166"/>
                </a:lnTo>
                <a:lnTo>
                  <a:pt x="956" y="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5"/>
          <p:cNvSpPr>
            <a:spLocks noChangeAspect="1" noEditPoints="1"/>
          </p:cNvSpPr>
          <p:nvPr/>
        </p:nvSpPr>
        <p:spPr bwMode="auto">
          <a:xfrm>
            <a:off x="6236063" y="4545124"/>
            <a:ext cx="805169" cy="1080000"/>
          </a:xfrm>
          <a:custGeom>
            <a:avLst/>
            <a:gdLst>
              <a:gd name="T0" fmla="*/ 825 w 1124"/>
              <a:gd name="T1" fmla="*/ 29 h 1509"/>
              <a:gd name="T2" fmla="*/ 296 w 1124"/>
              <a:gd name="T3" fmla="*/ 39 h 1509"/>
              <a:gd name="T4" fmla="*/ 390 w 1124"/>
              <a:gd name="T5" fmla="*/ 341 h 1509"/>
              <a:gd name="T6" fmla="*/ 395 w 1124"/>
              <a:gd name="T7" fmla="*/ 179 h 1509"/>
              <a:gd name="T8" fmla="*/ 492 w 1124"/>
              <a:gd name="T9" fmla="*/ 198 h 1509"/>
              <a:gd name="T10" fmla="*/ 540 w 1124"/>
              <a:gd name="T11" fmla="*/ 391 h 1509"/>
              <a:gd name="T12" fmla="*/ 657 w 1124"/>
              <a:gd name="T13" fmla="*/ 239 h 1509"/>
              <a:gd name="T14" fmla="*/ 685 w 1124"/>
              <a:gd name="T15" fmla="*/ 146 h 1509"/>
              <a:gd name="T16" fmla="*/ 704 w 1124"/>
              <a:gd name="T17" fmla="*/ 244 h 1509"/>
              <a:gd name="T18" fmla="*/ 960 w 1124"/>
              <a:gd name="T19" fmla="*/ 535 h 1509"/>
              <a:gd name="T20" fmla="*/ 960 w 1124"/>
              <a:gd name="T21" fmla="*/ 487 h 1509"/>
              <a:gd name="T22" fmla="*/ 937 w 1124"/>
              <a:gd name="T23" fmla="*/ 528 h 1509"/>
              <a:gd name="T24" fmla="*/ 1074 w 1124"/>
              <a:gd name="T25" fmla="*/ 613 h 1509"/>
              <a:gd name="T26" fmla="*/ 941 w 1124"/>
              <a:gd name="T27" fmla="*/ 589 h 1509"/>
              <a:gd name="T28" fmla="*/ 954 w 1124"/>
              <a:gd name="T29" fmla="*/ 633 h 1509"/>
              <a:gd name="T30" fmla="*/ 1119 w 1124"/>
              <a:gd name="T31" fmla="*/ 693 h 1509"/>
              <a:gd name="T32" fmla="*/ 930 w 1124"/>
              <a:gd name="T33" fmla="*/ 706 h 1509"/>
              <a:gd name="T34" fmla="*/ 1108 w 1124"/>
              <a:gd name="T35" fmla="*/ 825 h 1509"/>
              <a:gd name="T36" fmla="*/ 1099 w 1124"/>
              <a:gd name="T37" fmla="*/ 780 h 1509"/>
              <a:gd name="T38" fmla="*/ 937 w 1124"/>
              <a:gd name="T39" fmla="*/ 821 h 1509"/>
              <a:gd name="T40" fmla="*/ 199 w 1124"/>
              <a:gd name="T41" fmla="*/ 512 h 1509"/>
              <a:gd name="T42" fmla="*/ 156 w 1124"/>
              <a:gd name="T43" fmla="*/ 497 h 1509"/>
              <a:gd name="T44" fmla="*/ 30 w 1124"/>
              <a:gd name="T45" fmla="*/ 684 h 1509"/>
              <a:gd name="T46" fmla="*/ 15 w 1124"/>
              <a:gd name="T47" fmla="*/ 726 h 1509"/>
              <a:gd name="T48" fmla="*/ 193 w 1124"/>
              <a:gd name="T49" fmla="*/ 693 h 1509"/>
              <a:gd name="T50" fmla="*/ 963 w 1124"/>
              <a:gd name="T51" fmla="*/ 901 h 1509"/>
              <a:gd name="T52" fmla="*/ 939 w 1124"/>
              <a:gd name="T53" fmla="*/ 1022 h 1509"/>
              <a:gd name="T54" fmla="*/ 1054 w 1124"/>
              <a:gd name="T55" fmla="*/ 1069 h 1509"/>
              <a:gd name="T56" fmla="*/ 1123 w 1124"/>
              <a:gd name="T57" fmla="*/ 966 h 1509"/>
              <a:gd name="T58" fmla="*/ 1025 w 1124"/>
              <a:gd name="T59" fmla="*/ 877 h 1509"/>
              <a:gd name="T60" fmla="*/ 976 w 1124"/>
              <a:gd name="T61" fmla="*/ 988 h 1509"/>
              <a:gd name="T62" fmla="*/ 1075 w 1124"/>
              <a:gd name="T63" fmla="*/ 993 h 1509"/>
              <a:gd name="T64" fmla="*/ 238 w 1124"/>
              <a:gd name="T65" fmla="*/ 1415 h 1509"/>
              <a:gd name="T66" fmla="*/ 238 w 1124"/>
              <a:gd name="T67" fmla="*/ 1508 h 1509"/>
              <a:gd name="T68" fmla="*/ 435 w 1124"/>
              <a:gd name="T69" fmla="*/ 1434 h 1509"/>
              <a:gd name="T70" fmla="*/ 858 w 1124"/>
              <a:gd name="T71" fmla="*/ 1054 h 1509"/>
              <a:gd name="T72" fmla="*/ 897 w 1124"/>
              <a:gd name="T73" fmla="*/ 555 h 1509"/>
              <a:gd name="T74" fmla="*/ 320 w 1124"/>
              <a:gd name="T75" fmla="*/ 489 h 1509"/>
              <a:gd name="T76" fmla="*/ 223 w 1124"/>
              <a:gd name="T77" fmla="*/ 574 h 1509"/>
              <a:gd name="T78" fmla="*/ 282 w 1124"/>
              <a:gd name="T79" fmla="*/ 1064 h 1509"/>
              <a:gd name="T80" fmla="*/ 687 w 1124"/>
              <a:gd name="T81" fmla="*/ 1450 h 1509"/>
              <a:gd name="T82" fmla="*/ 909 w 1124"/>
              <a:gd name="T83" fmla="*/ 1501 h 1509"/>
              <a:gd name="T84" fmla="*/ 882 w 1124"/>
              <a:gd name="T85" fmla="*/ 1414 h 1509"/>
              <a:gd name="T86" fmla="*/ 10 w 1124"/>
              <a:gd name="T87" fmla="*/ 817 h 1509"/>
              <a:gd name="T88" fmla="*/ 198 w 1124"/>
              <a:gd name="T89" fmla="*/ 803 h 1509"/>
              <a:gd name="T90" fmla="*/ 268 w 1124"/>
              <a:gd name="T91" fmla="*/ 1128 h 1509"/>
              <a:gd name="T92" fmla="*/ 295 w 1124"/>
              <a:gd name="T93" fmla="*/ 1363 h 1509"/>
              <a:gd name="T94" fmla="*/ 382 w 1124"/>
              <a:gd name="T95" fmla="*/ 1141 h 1509"/>
              <a:gd name="T96" fmla="*/ 35 w 1124"/>
              <a:gd name="T97" fmla="*/ 900 h 1509"/>
              <a:gd name="T98" fmla="*/ 12 w 1124"/>
              <a:gd name="T99" fmla="*/ 1021 h 1509"/>
              <a:gd name="T100" fmla="*/ 126 w 1124"/>
              <a:gd name="T101" fmla="*/ 1067 h 1509"/>
              <a:gd name="T102" fmla="*/ 195 w 1124"/>
              <a:gd name="T103" fmla="*/ 964 h 1509"/>
              <a:gd name="T104" fmla="*/ 97 w 1124"/>
              <a:gd name="T105" fmla="*/ 877 h 1509"/>
              <a:gd name="T106" fmla="*/ 52 w 1124"/>
              <a:gd name="T107" fmla="*/ 988 h 1509"/>
              <a:gd name="T108" fmla="*/ 151 w 1124"/>
              <a:gd name="T109" fmla="*/ 993 h 1509"/>
              <a:gd name="T110" fmla="*/ 772 w 1124"/>
              <a:gd name="T111" fmla="*/ 1121 h 1509"/>
              <a:gd name="T112" fmla="*/ 763 w 1124"/>
              <a:gd name="T113" fmla="*/ 1360 h 1509"/>
              <a:gd name="T114" fmla="*/ 876 w 1124"/>
              <a:gd name="T115" fmla="*/ 1159 h 1509"/>
              <a:gd name="T116" fmla="*/ 192 w 1124"/>
              <a:gd name="T117" fmla="*/ 626 h 1509"/>
              <a:gd name="T118" fmla="*/ 78 w 1124"/>
              <a:gd name="T119" fmla="*/ 586 h 1509"/>
              <a:gd name="T120" fmla="*/ 68 w 1124"/>
              <a:gd name="T121" fmla="*/ 631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24" h="1509">
                <a:moveTo>
                  <a:pt x="344" y="439"/>
                </a:moveTo>
                <a:lnTo>
                  <a:pt x="781" y="439"/>
                </a:lnTo>
                <a:lnTo>
                  <a:pt x="781" y="439"/>
                </a:lnTo>
                <a:lnTo>
                  <a:pt x="790" y="437"/>
                </a:lnTo>
                <a:lnTo>
                  <a:pt x="800" y="434"/>
                </a:lnTo>
                <a:lnTo>
                  <a:pt x="808" y="430"/>
                </a:lnTo>
                <a:lnTo>
                  <a:pt x="815" y="424"/>
                </a:lnTo>
                <a:lnTo>
                  <a:pt x="821" y="416"/>
                </a:lnTo>
                <a:lnTo>
                  <a:pt x="825" y="408"/>
                </a:lnTo>
                <a:lnTo>
                  <a:pt x="828" y="400"/>
                </a:lnTo>
                <a:lnTo>
                  <a:pt x="829" y="389"/>
                </a:lnTo>
                <a:lnTo>
                  <a:pt x="829" y="48"/>
                </a:lnTo>
                <a:lnTo>
                  <a:pt x="829" y="48"/>
                </a:lnTo>
                <a:lnTo>
                  <a:pt x="828" y="39"/>
                </a:lnTo>
                <a:lnTo>
                  <a:pt x="825" y="29"/>
                </a:lnTo>
                <a:lnTo>
                  <a:pt x="821" y="21"/>
                </a:lnTo>
                <a:lnTo>
                  <a:pt x="815" y="14"/>
                </a:lnTo>
                <a:lnTo>
                  <a:pt x="808" y="8"/>
                </a:lnTo>
                <a:lnTo>
                  <a:pt x="800" y="3"/>
                </a:lnTo>
                <a:lnTo>
                  <a:pt x="790" y="1"/>
                </a:lnTo>
                <a:lnTo>
                  <a:pt x="781" y="0"/>
                </a:lnTo>
                <a:lnTo>
                  <a:pt x="344" y="0"/>
                </a:lnTo>
                <a:lnTo>
                  <a:pt x="344" y="0"/>
                </a:lnTo>
                <a:lnTo>
                  <a:pt x="334" y="1"/>
                </a:lnTo>
                <a:lnTo>
                  <a:pt x="326" y="3"/>
                </a:lnTo>
                <a:lnTo>
                  <a:pt x="317" y="8"/>
                </a:lnTo>
                <a:lnTo>
                  <a:pt x="309" y="14"/>
                </a:lnTo>
                <a:lnTo>
                  <a:pt x="303" y="21"/>
                </a:lnTo>
                <a:lnTo>
                  <a:pt x="300" y="29"/>
                </a:lnTo>
                <a:lnTo>
                  <a:pt x="296" y="39"/>
                </a:lnTo>
                <a:lnTo>
                  <a:pt x="295" y="48"/>
                </a:lnTo>
                <a:lnTo>
                  <a:pt x="295" y="389"/>
                </a:lnTo>
                <a:lnTo>
                  <a:pt x="295" y="389"/>
                </a:lnTo>
                <a:lnTo>
                  <a:pt x="296" y="400"/>
                </a:lnTo>
                <a:lnTo>
                  <a:pt x="300" y="408"/>
                </a:lnTo>
                <a:lnTo>
                  <a:pt x="303" y="416"/>
                </a:lnTo>
                <a:lnTo>
                  <a:pt x="309" y="424"/>
                </a:lnTo>
                <a:lnTo>
                  <a:pt x="317" y="430"/>
                </a:lnTo>
                <a:lnTo>
                  <a:pt x="326" y="434"/>
                </a:lnTo>
                <a:lnTo>
                  <a:pt x="334" y="437"/>
                </a:lnTo>
                <a:lnTo>
                  <a:pt x="344" y="439"/>
                </a:lnTo>
                <a:lnTo>
                  <a:pt x="344" y="439"/>
                </a:lnTo>
                <a:close/>
                <a:moveTo>
                  <a:pt x="443" y="391"/>
                </a:moveTo>
                <a:lnTo>
                  <a:pt x="390" y="391"/>
                </a:lnTo>
                <a:lnTo>
                  <a:pt x="390" y="341"/>
                </a:lnTo>
                <a:lnTo>
                  <a:pt x="443" y="341"/>
                </a:lnTo>
                <a:lnTo>
                  <a:pt x="443" y="391"/>
                </a:lnTo>
                <a:close/>
                <a:moveTo>
                  <a:pt x="442" y="249"/>
                </a:moveTo>
                <a:lnTo>
                  <a:pt x="442" y="249"/>
                </a:lnTo>
                <a:lnTo>
                  <a:pt x="432" y="247"/>
                </a:lnTo>
                <a:lnTo>
                  <a:pt x="422" y="244"/>
                </a:lnTo>
                <a:lnTo>
                  <a:pt x="414" y="239"/>
                </a:lnTo>
                <a:lnTo>
                  <a:pt x="407" y="233"/>
                </a:lnTo>
                <a:lnTo>
                  <a:pt x="400" y="226"/>
                </a:lnTo>
                <a:lnTo>
                  <a:pt x="395" y="218"/>
                </a:lnTo>
                <a:lnTo>
                  <a:pt x="393" y="209"/>
                </a:lnTo>
                <a:lnTo>
                  <a:pt x="392" y="198"/>
                </a:lnTo>
                <a:lnTo>
                  <a:pt x="392" y="198"/>
                </a:lnTo>
                <a:lnTo>
                  <a:pt x="393" y="189"/>
                </a:lnTo>
                <a:lnTo>
                  <a:pt x="395" y="179"/>
                </a:lnTo>
                <a:lnTo>
                  <a:pt x="400" y="170"/>
                </a:lnTo>
                <a:lnTo>
                  <a:pt x="407" y="163"/>
                </a:lnTo>
                <a:lnTo>
                  <a:pt x="414" y="157"/>
                </a:lnTo>
                <a:lnTo>
                  <a:pt x="422" y="152"/>
                </a:lnTo>
                <a:lnTo>
                  <a:pt x="432" y="148"/>
                </a:lnTo>
                <a:lnTo>
                  <a:pt x="442" y="148"/>
                </a:lnTo>
                <a:lnTo>
                  <a:pt x="442" y="148"/>
                </a:lnTo>
                <a:lnTo>
                  <a:pt x="452" y="148"/>
                </a:lnTo>
                <a:lnTo>
                  <a:pt x="461" y="152"/>
                </a:lnTo>
                <a:lnTo>
                  <a:pt x="469" y="157"/>
                </a:lnTo>
                <a:lnTo>
                  <a:pt x="478" y="163"/>
                </a:lnTo>
                <a:lnTo>
                  <a:pt x="484" y="170"/>
                </a:lnTo>
                <a:lnTo>
                  <a:pt x="488" y="179"/>
                </a:lnTo>
                <a:lnTo>
                  <a:pt x="491" y="189"/>
                </a:lnTo>
                <a:lnTo>
                  <a:pt x="492" y="198"/>
                </a:lnTo>
                <a:lnTo>
                  <a:pt x="492" y="198"/>
                </a:lnTo>
                <a:lnTo>
                  <a:pt x="491" y="209"/>
                </a:lnTo>
                <a:lnTo>
                  <a:pt x="488" y="218"/>
                </a:lnTo>
                <a:lnTo>
                  <a:pt x="484" y="226"/>
                </a:lnTo>
                <a:lnTo>
                  <a:pt x="478" y="233"/>
                </a:lnTo>
                <a:lnTo>
                  <a:pt x="469" y="239"/>
                </a:lnTo>
                <a:lnTo>
                  <a:pt x="461" y="244"/>
                </a:lnTo>
                <a:lnTo>
                  <a:pt x="452" y="247"/>
                </a:lnTo>
                <a:lnTo>
                  <a:pt x="442" y="249"/>
                </a:lnTo>
                <a:lnTo>
                  <a:pt x="442" y="249"/>
                </a:lnTo>
                <a:close/>
                <a:moveTo>
                  <a:pt x="540" y="391"/>
                </a:moveTo>
                <a:lnTo>
                  <a:pt x="488" y="391"/>
                </a:lnTo>
                <a:lnTo>
                  <a:pt x="488" y="341"/>
                </a:lnTo>
                <a:lnTo>
                  <a:pt x="540" y="341"/>
                </a:lnTo>
                <a:lnTo>
                  <a:pt x="540" y="391"/>
                </a:lnTo>
                <a:close/>
                <a:moveTo>
                  <a:pt x="636" y="391"/>
                </a:moveTo>
                <a:lnTo>
                  <a:pt x="585" y="391"/>
                </a:lnTo>
                <a:lnTo>
                  <a:pt x="585" y="341"/>
                </a:lnTo>
                <a:lnTo>
                  <a:pt x="636" y="341"/>
                </a:lnTo>
                <a:lnTo>
                  <a:pt x="636" y="391"/>
                </a:lnTo>
                <a:close/>
                <a:moveTo>
                  <a:pt x="736" y="391"/>
                </a:moveTo>
                <a:lnTo>
                  <a:pt x="683" y="391"/>
                </a:lnTo>
                <a:lnTo>
                  <a:pt x="683" y="341"/>
                </a:lnTo>
                <a:lnTo>
                  <a:pt x="736" y="341"/>
                </a:lnTo>
                <a:lnTo>
                  <a:pt x="736" y="391"/>
                </a:lnTo>
                <a:close/>
                <a:moveTo>
                  <a:pt x="685" y="247"/>
                </a:moveTo>
                <a:lnTo>
                  <a:pt x="685" y="247"/>
                </a:lnTo>
                <a:lnTo>
                  <a:pt x="675" y="246"/>
                </a:lnTo>
                <a:lnTo>
                  <a:pt x="665" y="244"/>
                </a:lnTo>
                <a:lnTo>
                  <a:pt x="657" y="239"/>
                </a:lnTo>
                <a:lnTo>
                  <a:pt x="649" y="232"/>
                </a:lnTo>
                <a:lnTo>
                  <a:pt x="643" y="225"/>
                </a:lnTo>
                <a:lnTo>
                  <a:pt x="638" y="217"/>
                </a:lnTo>
                <a:lnTo>
                  <a:pt x="636" y="207"/>
                </a:lnTo>
                <a:lnTo>
                  <a:pt x="634" y="197"/>
                </a:lnTo>
                <a:lnTo>
                  <a:pt x="634" y="197"/>
                </a:lnTo>
                <a:lnTo>
                  <a:pt x="636" y="186"/>
                </a:lnTo>
                <a:lnTo>
                  <a:pt x="638" y="177"/>
                </a:lnTo>
                <a:lnTo>
                  <a:pt x="643" y="168"/>
                </a:lnTo>
                <a:lnTo>
                  <a:pt x="649" y="160"/>
                </a:lnTo>
                <a:lnTo>
                  <a:pt x="657" y="154"/>
                </a:lnTo>
                <a:lnTo>
                  <a:pt x="665" y="150"/>
                </a:lnTo>
                <a:lnTo>
                  <a:pt x="675" y="147"/>
                </a:lnTo>
                <a:lnTo>
                  <a:pt x="685" y="146"/>
                </a:lnTo>
                <a:lnTo>
                  <a:pt x="685" y="146"/>
                </a:lnTo>
                <a:lnTo>
                  <a:pt x="695" y="147"/>
                </a:lnTo>
                <a:lnTo>
                  <a:pt x="704" y="150"/>
                </a:lnTo>
                <a:lnTo>
                  <a:pt x="713" y="154"/>
                </a:lnTo>
                <a:lnTo>
                  <a:pt x="721" y="160"/>
                </a:lnTo>
                <a:lnTo>
                  <a:pt x="726" y="168"/>
                </a:lnTo>
                <a:lnTo>
                  <a:pt x="731" y="177"/>
                </a:lnTo>
                <a:lnTo>
                  <a:pt x="735" y="186"/>
                </a:lnTo>
                <a:lnTo>
                  <a:pt x="736" y="197"/>
                </a:lnTo>
                <a:lnTo>
                  <a:pt x="736" y="197"/>
                </a:lnTo>
                <a:lnTo>
                  <a:pt x="735" y="207"/>
                </a:lnTo>
                <a:lnTo>
                  <a:pt x="731" y="217"/>
                </a:lnTo>
                <a:lnTo>
                  <a:pt x="726" y="225"/>
                </a:lnTo>
                <a:lnTo>
                  <a:pt x="721" y="232"/>
                </a:lnTo>
                <a:lnTo>
                  <a:pt x="713" y="239"/>
                </a:lnTo>
                <a:lnTo>
                  <a:pt x="704" y="244"/>
                </a:lnTo>
                <a:lnTo>
                  <a:pt x="695" y="246"/>
                </a:lnTo>
                <a:lnTo>
                  <a:pt x="685" y="247"/>
                </a:lnTo>
                <a:lnTo>
                  <a:pt x="685" y="247"/>
                </a:lnTo>
                <a:close/>
                <a:moveTo>
                  <a:pt x="781" y="48"/>
                </a:moveTo>
                <a:lnTo>
                  <a:pt x="781" y="98"/>
                </a:lnTo>
                <a:lnTo>
                  <a:pt x="590" y="98"/>
                </a:lnTo>
                <a:lnTo>
                  <a:pt x="590" y="245"/>
                </a:lnTo>
                <a:lnTo>
                  <a:pt x="535" y="245"/>
                </a:lnTo>
                <a:lnTo>
                  <a:pt x="535" y="98"/>
                </a:lnTo>
                <a:lnTo>
                  <a:pt x="342" y="98"/>
                </a:lnTo>
                <a:lnTo>
                  <a:pt x="341" y="48"/>
                </a:lnTo>
                <a:lnTo>
                  <a:pt x="781" y="48"/>
                </a:lnTo>
                <a:close/>
                <a:moveTo>
                  <a:pt x="954" y="535"/>
                </a:moveTo>
                <a:lnTo>
                  <a:pt x="954" y="535"/>
                </a:lnTo>
                <a:lnTo>
                  <a:pt x="960" y="535"/>
                </a:lnTo>
                <a:lnTo>
                  <a:pt x="963" y="534"/>
                </a:lnTo>
                <a:lnTo>
                  <a:pt x="968" y="532"/>
                </a:lnTo>
                <a:lnTo>
                  <a:pt x="972" y="528"/>
                </a:lnTo>
                <a:lnTo>
                  <a:pt x="975" y="525"/>
                </a:lnTo>
                <a:lnTo>
                  <a:pt x="976" y="521"/>
                </a:lnTo>
                <a:lnTo>
                  <a:pt x="979" y="516"/>
                </a:lnTo>
                <a:lnTo>
                  <a:pt x="979" y="512"/>
                </a:lnTo>
                <a:lnTo>
                  <a:pt x="979" y="512"/>
                </a:lnTo>
                <a:lnTo>
                  <a:pt x="979" y="506"/>
                </a:lnTo>
                <a:lnTo>
                  <a:pt x="976" y="502"/>
                </a:lnTo>
                <a:lnTo>
                  <a:pt x="975" y="497"/>
                </a:lnTo>
                <a:lnTo>
                  <a:pt x="972" y="494"/>
                </a:lnTo>
                <a:lnTo>
                  <a:pt x="968" y="490"/>
                </a:lnTo>
                <a:lnTo>
                  <a:pt x="963" y="489"/>
                </a:lnTo>
                <a:lnTo>
                  <a:pt x="960" y="487"/>
                </a:lnTo>
                <a:lnTo>
                  <a:pt x="954" y="487"/>
                </a:lnTo>
                <a:lnTo>
                  <a:pt x="954" y="487"/>
                </a:lnTo>
                <a:lnTo>
                  <a:pt x="949" y="487"/>
                </a:lnTo>
                <a:lnTo>
                  <a:pt x="945" y="489"/>
                </a:lnTo>
                <a:lnTo>
                  <a:pt x="941" y="490"/>
                </a:lnTo>
                <a:lnTo>
                  <a:pt x="937" y="494"/>
                </a:lnTo>
                <a:lnTo>
                  <a:pt x="934" y="497"/>
                </a:lnTo>
                <a:lnTo>
                  <a:pt x="932" y="502"/>
                </a:lnTo>
                <a:lnTo>
                  <a:pt x="930" y="506"/>
                </a:lnTo>
                <a:lnTo>
                  <a:pt x="930" y="512"/>
                </a:lnTo>
                <a:lnTo>
                  <a:pt x="930" y="512"/>
                </a:lnTo>
                <a:lnTo>
                  <a:pt x="930" y="516"/>
                </a:lnTo>
                <a:lnTo>
                  <a:pt x="932" y="521"/>
                </a:lnTo>
                <a:lnTo>
                  <a:pt x="934" y="525"/>
                </a:lnTo>
                <a:lnTo>
                  <a:pt x="937" y="528"/>
                </a:lnTo>
                <a:lnTo>
                  <a:pt x="941" y="532"/>
                </a:lnTo>
                <a:lnTo>
                  <a:pt x="945" y="534"/>
                </a:lnTo>
                <a:lnTo>
                  <a:pt x="949" y="535"/>
                </a:lnTo>
                <a:lnTo>
                  <a:pt x="954" y="535"/>
                </a:lnTo>
                <a:lnTo>
                  <a:pt x="954" y="535"/>
                </a:lnTo>
                <a:close/>
                <a:moveTo>
                  <a:pt x="954" y="633"/>
                </a:moveTo>
                <a:lnTo>
                  <a:pt x="1049" y="633"/>
                </a:lnTo>
                <a:lnTo>
                  <a:pt x="1049" y="633"/>
                </a:lnTo>
                <a:lnTo>
                  <a:pt x="1054" y="632"/>
                </a:lnTo>
                <a:lnTo>
                  <a:pt x="1059" y="631"/>
                </a:lnTo>
                <a:lnTo>
                  <a:pt x="1064" y="628"/>
                </a:lnTo>
                <a:lnTo>
                  <a:pt x="1067" y="626"/>
                </a:lnTo>
                <a:lnTo>
                  <a:pt x="1070" y="622"/>
                </a:lnTo>
                <a:lnTo>
                  <a:pt x="1072" y="618"/>
                </a:lnTo>
                <a:lnTo>
                  <a:pt x="1074" y="613"/>
                </a:lnTo>
                <a:lnTo>
                  <a:pt x="1074" y="608"/>
                </a:lnTo>
                <a:lnTo>
                  <a:pt x="1074" y="608"/>
                </a:lnTo>
                <a:lnTo>
                  <a:pt x="1074" y="604"/>
                </a:lnTo>
                <a:lnTo>
                  <a:pt x="1072" y="599"/>
                </a:lnTo>
                <a:lnTo>
                  <a:pt x="1070" y="595"/>
                </a:lnTo>
                <a:lnTo>
                  <a:pt x="1067" y="592"/>
                </a:lnTo>
                <a:lnTo>
                  <a:pt x="1064" y="589"/>
                </a:lnTo>
                <a:lnTo>
                  <a:pt x="1059" y="588"/>
                </a:lnTo>
                <a:lnTo>
                  <a:pt x="1054" y="587"/>
                </a:lnTo>
                <a:lnTo>
                  <a:pt x="1049" y="586"/>
                </a:lnTo>
                <a:lnTo>
                  <a:pt x="954" y="586"/>
                </a:lnTo>
                <a:lnTo>
                  <a:pt x="954" y="586"/>
                </a:lnTo>
                <a:lnTo>
                  <a:pt x="949" y="587"/>
                </a:lnTo>
                <a:lnTo>
                  <a:pt x="945" y="588"/>
                </a:lnTo>
                <a:lnTo>
                  <a:pt x="941" y="589"/>
                </a:lnTo>
                <a:lnTo>
                  <a:pt x="937" y="592"/>
                </a:lnTo>
                <a:lnTo>
                  <a:pt x="934" y="595"/>
                </a:lnTo>
                <a:lnTo>
                  <a:pt x="932" y="599"/>
                </a:lnTo>
                <a:lnTo>
                  <a:pt x="930" y="604"/>
                </a:lnTo>
                <a:lnTo>
                  <a:pt x="930" y="608"/>
                </a:lnTo>
                <a:lnTo>
                  <a:pt x="930" y="608"/>
                </a:lnTo>
                <a:lnTo>
                  <a:pt x="930" y="613"/>
                </a:lnTo>
                <a:lnTo>
                  <a:pt x="932" y="618"/>
                </a:lnTo>
                <a:lnTo>
                  <a:pt x="934" y="622"/>
                </a:lnTo>
                <a:lnTo>
                  <a:pt x="937" y="626"/>
                </a:lnTo>
                <a:lnTo>
                  <a:pt x="941" y="628"/>
                </a:lnTo>
                <a:lnTo>
                  <a:pt x="945" y="631"/>
                </a:lnTo>
                <a:lnTo>
                  <a:pt x="949" y="632"/>
                </a:lnTo>
                <a:lnTo>
                  <a:pt x="954" y="633"/>
                </a:lnTo>
                <a:lnTo>
                  <a:pt x="954" y="633"/>
                </a:lnTo>
                <a:close/>
                <a:moveTo>
                  <a:pt x="954" y="730"/>
                </a:moveTo>
                <a:lnTo>
                  <a:pt x="1099" y="730"/>
                </a:lnTo>
                <a:lnTo>
                  <a:pt x="1099" y="730"/>
                </a:lnTo>
                <a:lnTo>
                  <a:pt x="1104" y="730"/>
                </a:lnTo>
                <a:lnTo>
                  <a:pt x="1108" y="729"/>
                </a:lnTo>
                <a:lnTo>
                  <a:pt x="1112" y="726"/>
                </a:lnTo>
                <a:lnTo>
                  <a:pt x="1116" y="723"/>
                </a:lnTo>
                <a:lnTo>
                  <a:pt x="1119" y="719"/>
                </a:lnTo>
                <a:lnTo>
                  <a:pt x="1121" y="716"/>
                </a:lnTo>
                <a:lnTo>
                  <a:pt x="1123" y="711"/>
                </a:lnTo>
                <a:lnTo>
                  <a:pt x="1123" y="706"/>
                </a:lnTo>
                <a:lnTo>
                  <a:pt x="1123" y="706"/>
                </a:lnTo>
                <a:lnTo>
                  <a:pt x="1123" y="701"/>
                </a:lnTo>
                <a:lnTo>
                  <a:pt x="1121" y="697"/>
                </a:lnTo>
                <a:lnTo>
                  <a:pt x="1119" y="693"/>
                </a:lnTo>
                <a:lnTo>
                  <a:pt x="1116" y="690"/>
                </a:lnTo>
                <a:lnTo>
                  <a:pt x="1112" y="687"/>
                </a:lnTo>
                <a:lnTo>
                  <a:pt x="1108" y="685"/>
                </a:lnTo>
                <a:lnTo>
                  <a:pt x="1104" y="684"/>
                </a:lnTo>
                <a:lnTo>
                  <a:pt x="1099" y="684"/>
                </a:lnTo>
                <a:lnTo>
                  <a:pt x="954" y="684"/>
                </a:lnTo>
                <a:lnTo>
                  <a:pt x="954" y="684"/>
                </a:lnTo>
                <a:lnTo>
                  <a:pt x="949" y="684"/>
                </a:lnTo>
                <a:lnTo>
                  <a:pt x="945" y="685"/>
                </a:lnTo>
                <a:lnTo>
                  <a:pt x="941" y="687"/>
                </a:lnTo>
                <a:lnTo>
                  <a:pt x="937" y="690"/>
                </a:lnTo>
                <a:lnTo>
                  <a:pt x="934" y="693"/>
                </a:lnTo>
                <a:lnTo>
                  <a:pt x="932" y="697"/>
                </a:lnTo>
                <a:lnTo>
                  <a:pt x="930" y="701"/>
                </a:lnTo>
                <a:lnTo>
                  <a:pt x="930" y="706"/>
                </a:lnTo>
                <a:lnTo>
                  <a:pt x="930" y="706"/>
                </a:lnTo>
                <a:lnTo>
                  <a:pt x="930" y="711"/>
                </a:lnTo>
                <a:lnTo>
                  <a:pt x="932" y="716"/>
                </a:lnTo>
                <a:lnTo>
                  <a:pt x="934" y="719"/>
                </a:lnTo>
                <a:lnTo>
                  <a:pt x="937" y="723"/>
                </a:lnTo>
                <a:lnTo>
                  <a:pt x="941" y="726"/>
                </a:lnTo>
                <a:lnTo>
                  <a:pt x="945" y="729"/>
                </a:lnTo>
                <a:lnTo>
                  <a:pt x="949" y="730"/>
                </a:lnTo>
                <a:lnTo>
                  <a:pt x="954" y="730"/>
                </a:lnTo>
                <a:lnTo>
                  <a:pt x="954" y="730"/>
                </a:lnTo>
                <a:close/>
                <a:moveTo>
                  <a:pt x="954" y="828"/>
                </a:moveTo>
                <a:lnTo>
                  <a:pt x="1099" y="828"/>
                </a:lnTo>
                <a:lnTo>
                  <a:pt x="1099" y="828"/>
                </a:lnTo>
                <a:lnTo>
                  <a:pt x="1104" y="828"/>
                </a:lnTo>
                <a:lnTo>
                  <a:pt x="1108" y="825"/>
                </a:lnTo>
                <a:lnTo>
                  <a:pt x="1112" y="823"/>
                </a:lnTo>
                <a:lnTo>
                  <a:pt x="1116" y="821"/>
                </a:lnTo>
                <a:lnTo>
                  <a:pt x="1119" y="817"/>
                </a:lnTo>
                <a:lnTo>
                  <a:pt x="1121" y="812"/>
                </a:lnTo>
                <a:lnTo>
                  <a:pt x="1123" y="808"/>
                </a:lnTo>
                <a:lnTo>
                  <a:pt x="1123" y="803"/>
                </a:lnTo>
                <a:lnTo>
                  <a:pt x="1123" y="803"/>
                </a:lnTo>
                <a:lnTo>
                  <a:pt x="1123" y="798"/>
                </a:lnTo>
                <a:lnTo>
                  <a:pt x="1121" y="795"/>
                </a:lnTo>
                <a:lnTo>
                  <a:pt x="1119" y="790"/>
                </a:lnTo>
                <a:lnTo>
                  <a:pt x="1116" y="788"/>
                </a:lnTo>
                <a:lnTo>
                  <a:pt x="1112" y="784"/>
                </a:lnTo>
                <a:lnTo>
                  <a:pt x="1108" y="783"/>
                </a:lnTo>
                <a:lnTo>
                  <a:pt x="1104" y="782"/>
                </a:lnTo>
                <a:lnTo>
                  <a:pt x="1099" y="780"/>
                </a:lnTo>
                <a:lnTo>
                  <a:pt x="954" y="780"/>
                </a:lnTo>
                <a:lnTo>
                  <a:pt x="954" y="780"/>
                </a:lnTo>
                <a:lnTo>
                  <a:pt x="949" y="782"/>
                </a:lnTo>
                <a:lnTo>
                  <a:pt x="945" y="783"/>
                </a:lnTo>
                <a:lnTo>
                  <a:pt x="941" y="784"/>
                </a:lnTo>
                <a:lnTo>
                  <a:pt x="937" y="788"/>
                </a:lnTo>
                <a:lnTo>
                  <a:pt x="934" y="790"/>
                </a:lnTo>
                <a:lnTo>
                  <a:pt x="932" y="795"/>
                </a:lnTo>
                <a:lnTo>
                  <a:pt x="930" y="798"/>
                </a:lnTo>
                <a:lnTo>
                  <a:pt x="930" y="803"/>
                </a:lnTo>
                <a:lnTo>
                  <a:pt x="930" y="803"/>
                </a:lnTo>
                <a:lnTo>
                  <a:pt x="930" y="808"/>
                </a:lnTo>
                <a:lnTo>
                  <a:pt x="932" y="812"/>
                </a:lnTo>
                <a:lnTo>
                  <a:pt x="934" y="817"/>
                </a:lnTo>
                <a:lnTo>
                  <a:pt x="937" y="821"/>
                </a:lnTo>
                <a:lnTo>
                  <a:pt x="941" y="823"/>
                </a:lnTo>
                <a:lnTo>
                  <a:pt x="945" y="825"/>
                </a:lnTo>
                <a:lnTo>
                  <a:pt x="949" y="828"/>
                </a:lnTo>
                <a:lnTo>
                  <a:pt x="954" y="828"/>
                </a:lnTo>
                <a:lnTo>
                  <a:pt x="954" y="828"/>
                </a:lnTo>
                <a:close/>
                <a:moveTo>
                  <a:pt x="176" y="535"/>
                </a:moveTo>
                <a:lnTo>
                  <a:pt x="176" y="535"/>
                </a:lnTo>
                <a:lnTo>
                  <a:pt x="180" y="535"/>
                </a:lnTo>
                <a:lnTo>
                  <a:pt x="185" y="534"/>
                </a:lnTo>
                <a:lnTo>
                  <a:pt x="189" y="532"/>
                </a:lnTo>
                <a:lnTo>
                  <a:pt x="192" y="528"/>
                </a:lnTo>
                <a:lnTo>
                  <a:pt x="196" y="525"/>
                </a:lnTo>
                <a:lnTo>
                  <a:pt x="198" y="521"/>
                </a:lnTo>
                <a:lnTo>
                  <a:pt x="199" y="516"/>
                </a:lnTo>
                <a:lnTo>
                  <a:pt x="199" y="512"/>
                </a:lnTo>
                <a:lnTo>
                  <a:pt x="199" y="512"/>
                </a:lnTo>
                <a:lnTo>
                  <a:pt x="199" y="506"/>
                </a:lnTo>
                <a:lnTo>
                  <a:pt x="198" y="502"/>
                </a:lnTo>
                <a:lnTo>
                  <a:pt x="196" y="497"/>
                </a:lnTo>
                <a:lnTo>
                  <a:pt x="192" y="494"/>
                </a:lnTo>
                <a:lnTo>
                  <a:pt x="189" y="490"/>
                </a:lnTo>
                <a:lnTo>
                  <a:pt x="185" y="489"/>
                </a:lnTo>
                <a:lnTo>
                  <a:pt x="180" y="487"/>
                </a:lnTo>
                <a:lnTo>
                  <a:pt x="176" y="487"/>
                </a:lnTo>
                <a:lnTo>
                  <a:pt x="176" y="487"/>
                </a:lnTo>
                <a:lnTo>
                  <a:pt x="171" y="487"/>
                </a:lnTo>
                <a:lnTo>
                  <a:pt x="166" y="489"/>
                </a:lnTo>
                <a:lnTo>
                  <a:pt x="162" y="490"/>
                </a:lnTo>
                <a:lnTo>
                  <a:pt x="158" y="494"/>
                </a:lnTo>
                <a:lnTo>
                  <a:pt x="156" y="497"/>
                </a:lnTo>
                <a:lnTo>
                  <a:pt x="153" y="502"/>
                </a:lnTo>
                <a:lnTo>
                  <a:pt x="152" y="506"/>
                </a:lnTo>
                <a:lnTo>
                  <a:pt x="151" y="512"/>
                </a:lnTo>
                <a:lnTo>
                  <a:pt x="151" y="512"/>
                </a:lnTo>
                <a:lnTo>
                  <a:pt x="152" y="516"/>
                </a:lnTo>
                <a:lnTo>
                  <a:pt x="153" y="521"/>
                </a:lnTo>
                <a:lnTo>
                  <a:pt x="156" y="525"/>
                </a:lnTo>
                <a:lnTo>
                  <a:pt x="158" y="528"/>
                </a:lnTo>
                <a:lnTo>
                  <a:pt x="162" y="532"/>
                </a:lnTo>
                <a:lnTo>
                  <a:pt x="166" y="534"/>
                </a:lnTo>
                <a:lnTo>
                  <a:pt x="171" y="535"/>
                </a:lnTo>
                <a:lnTo>
                  <a:pt x="176" y="535"/>
                </a:lnTo>
                <a:lnTo>
                  <a:pt x="176" y="535"/>
                </a:lnTo>
                <a:close/>
                <a:moveTo>
                  <a:pt x="173" y="684"/>
                </a:moveTo>
                <a:lnTo>
                  <a:pt x="30" y="684"/>
                </a:lnTo>
                <a:lnTo>
                  <a:pt x="30" y="684"/>
                </a:lnTo>
                <a:lnTo>
                  <a:pt x="25" y="684"/>
                </a:lnTo>
                <a:lnTo>
                  <a:pt x="20" y="685"/>
                </a:lnTo>
                <a:lnTo>
                  <a:pt x="15" y="687"/>
                </a:lnTo>
                <a:lnTo>
                  <a:pt x="12" y="690"/>
                </a:lnTo>
                <a:lnTo>
                  <a:pt x="10" y="693"/>
                </a:lnTo>
                <a:lnTo>
                  <a:pt x="7" y="697"/>
                </a:lnTo>
                <a:lnTo>
                  <a:pt x="6" y="701"/>
                </a:lnTo>
                <a:lnTo>
                  <a:pt x="5" y="706"/>
                </a:lnTo>
                <a:lnTo>
                  <a:pt x="5" y="706"/>
                </a:lnTo>
                <a:lnTo>
                  <a:pt x="6" y="711"/>
                </a:lnTo>
                <a:lnTo>
                  <a:pt x="7" y="716"/>
                </a:lnTo>
                <a:lnTo>
                  <a:pt x="10" y="719"/>
                </a:lnTo>
                <a:lnTo>
                  <a:pt x="12" y="723"/>
                </a:lnTo>
                <a:lnTo>
                  <a:pt x="15" y="726"/>
                </a:lnTo>
                <a:lnTo>
                  <a:pt x="20" y="729"/>
                </a:lnTo>
                <a:lnTo>
                  <a:pt x="25" y="730"/>
                </a:lnTo>
                <a:lnTo>
                  <a:pt x="30" y="730"/>
                </a:lnTo>
                <a:lnTo>
                  <a:pt x="173" y="730"/>
                </a:lnTo>
                <a:lnTo>
                  <a:pt x="173" y="730"/>
                </a:lnTo>
                <a:lnTo>
                  <a:pt x="177" y="729"/>
                </a:lnTo>
                <a:lnTo>
                  <a:pt x="185" y="723"/>
                </a:lnTo>
                <a:lnTo>
                  <a:pt x="190" y="719"/>
                </a:lnTo>
                <a:lnTo>
                  <a:pt x="195" y="716"/>
                </a:lnTo>
                <a:lnTo>
                  <a:pt x="197" y="711"/>
                </a:lnTo>
                <a:lnTo>
                  <a:pt x="198" y="706"/>
                </a:lnTo>
                <a:lnTo>
                  <a:pt x="198" y="706"/>
                </a:lnTo>
                <a:lnTo>
                  <a:pt x="197" y="701"/>
                </a:lnTo>
                <a:lnTo>
                  <a:pt x="196" y="697"/>
                </a:lnTo>
                <a:lnTo>
                  <a:pt x="193" y="693"/>
                </a:lnTo>
                <a:lnTo>
                  <a:pt x="191" y="690"/>
                </a:lnTo>
                <a:lnTo>
                  <a:pt x="188" y="687"/>
                </a:lnTo>
                <a:lnTo>
                  <a:pt x="183" y="685"/>
                </a:lnTo>
                <a:lnTo>
                  <a:pt x="178" y="684"/>
                </a:lnTo>
                <a:lnTo>
                  <a:pt x="173" y="684"/>
                </a:lnTo>
                <a:lnTo>
                  <a:pt x="173" y="684"/>
                </a:lnTo>
                <a:close/>
                <a:moveTo>
                  <a:pt x="1025" y="877"/>
                </a:moveTo>
                <a:lnTo>
                  <a:pt x="1025" y="877"/>
                </a:lnTo>
                <a:lnTo>
                  <a:pt x="1015" y="878"/>
                </a:lnTo>
                <a:lnTo>
                  <a:pt x="1006" y="880"/>
                </a:lnTo>
                <a:lnTo>
                  <a:pt x="996" y="882"/>
                </a:lnTo>
                <a:lnTo>
                  <a:pt x="987" y="885"/>
                </a:lnTo>
                <a:lnTo>
                  <a:pt x="979" y="890"/>
                </a:lnTo>
                <a:lnTo>
                  <a:pt x="970" y="895"/>
                </a:lnTo>
                <a:lnTo>
                  <a:pt x="963" y="901"/>
                </a:lnTo>
                <a:lnTo>
                  <a:pt x="956" y="907"/>
                </a:lnTo>
                <a:lnTo>
                  <a:pt x="949" y="914"/>
                </a:lnTo>
                <a:lnTo>
                  <a:pt x="943" y="921"/>
                </a:lnTo>
                <a:lnTo>
                  <a:pt x="939" y="929"/>
                </a:lnTo>
                <a:lnTo>
                  <a:pt x="935" y="937"/>
                </a:lnTo>
                <a:lnTo>
                  <a:pt x="932" y="947"/>
                </a:lnTo>
                <a:lnTo>
                  <a:pt x="929" y="956"/>
                </a:lnTo>
                <a:lnTo>
                  <a:pt x="928" y="966"/>
                </a:lnTo>
                <a:lnTo>
                  <a:pt x="927" y="976"/>
                </a:lnTo>
                <a:lnTo>
                  <a:pt x="927" y="976"/>
                </a:lnTo>
                <a:lnTo>
                  <a:pt x="928" y="986"/>
                </a:lnTo>
                <a:lnTo>
                  <a:pt x="929" y="996"/>
                </a:lnTo>
                <a:lnTo>
                  <a:pt x="932" y="1005"/>
                </a:lnTo>
                <a:lnTo>
                  <a:pt x="935" y="1014"/>
                </a:lnTo>
                <a:lnTo>
                  <a:pt x="939" y="1022"/>
                </a:lnTo>
                <a:lnTo>
                  <a:pt x="943" y="1030"/>
                </a:lnTo>
                <a:lnTo>
                  <a:pt x="949" y="1039"/>
                </a:lnTo>
                <a:lnTo>
                  <a:pt x="956" y="1046"/>
                </a:lnTo>
                <a:lnTo>
                  <a:pt x="963" y="1052"/>
                </a:lnTo>
                <a:lnTo>
                  <a:pt x="970" y="1058"/>
                </a:lnTo>
                <a:lnTo>
                  <a:pt x="979" y="1062"/>
                </a:lnTo>
                <a:lnTo>
                  <a:pt x="987" y="1066"/>
                </a:lnTo>
                <a:lnTo>
                  <a:pt x="996" y="1069"/>
                </a:lnTo>
                <a:lnTo>
                  <a:pt x="1006" y="1072"/>
                </a:lnTo>
                <a:lnTo>
                  <a:pt x="1015" y="1074"/>
                </a:lnTo>
                <a:lnTo>
                  <a:pt x="1025" y="1074"/>
                </a:lnTo>
                <a:lnTo>
                  <a:pt x="1025" y="1074"/>
                </a:lnTo>
                <a:lnTo>
                  <a:pt x="1035" y="1074"/>
                </a:lnTo>
                <a:lnTo>
                  <a:pt x="1045" y="1072"/>
                </a:lnTo>
                <a:lnTo>
                  <a:pt x="1054" y="1069"/>
                </a:lnTo>
                <a:lnTo>
                  <a:pt x="1064" y="1066"/>
                </a:lnTo>
                <a:lnTo>
                  <a:pt x="1072" y="1062"/>
                </a:lnTo>
                <a:lnTo>
                  <a:pt x="1080" y="1058"/>
                </a:lnTo>
                <a:lnTo>
                  <a:pt x="1087" y="1052"/>
                </a:lnTo>
                <a:lnTo>
                  <a:pt x="1094" y="1046"/>
                </a:lnTo>
                <a:lnTo>
                  <a:pt x="1101" y="1039"/>
                </a:lnTo>
                <a:lnTo>
                  <a:pt x="1106" y="1030"/>
                </a:lnTo>
                <a:lnTo>
                  <a:pt x="1112" y="1022"/>
                </a:lnTo>
                <a:lnTo>
                  <a:pt x="1116" y="1014"/>
                </a:lnTo>
                <a:lnTo>
                  <a:pt x="1119" y="1005"/>
                </a:lnTo>
                <a:lnTo>
                  <a:pt x="1121" y="996"/>
                </a:lnTo>
                <a:lnTo>
                  <a:pt x="1123" y="986"/>
                </a:lnTo>
                <a:lnTo>
                  <a:pt x="1124" y="976"/>
                </a:lnTo>
                <a:lnTo>
                  <a:pt x="1124" y="976"/>
                </a:lnTo>
                <a:lnTo>
                  <a:pt x="1123" y="966"/>
                </a:lnTo>
                <a:lnTo>
                  <a:pt x="1121" y="956"/>
                </a:lnTo>
                <a:lnTo>
                  <a:pt x="1119" y="947"/>
                </a:lnTo>
                <a:lnTo>
                  <a:pt x="1116" y="937"/>
                </a:lnTo>
                <a:lnTo>
                  <a:pt x="1112" y="929"/>
                </a:lnTo>
                <a:lnTo>
                  <a:pt x="1106" y="921"/>
                </a:lnTo>
                <a:lnTo>
                  <a:pt x="1101" y="914"/>
                </a:lnTo>
                <a:lnTo>
                  <a:pt x="1094" y="907"/>
                </a:lnTo>
                <a:lnTo>
                  <a:pt x="1087" y="901"/>
                </a:lnTo>
                <a:lnTo>
                  <a:pt x="1080" y="895"/>
                </a:lnTo>
                <a:lnTo>
                  <a:pt x="1072" y="890"/>
                </a:lnTo>
                <a:lnTo>
                  <a:pt x="1064" y="885"/>
                </a:lnTo>
                <a:lnTo>
                  <a:pt x="1054" y="882"/>
                </a:lnTo>
                <a:lnTo>
                  <a:pt x="1045" y="880"/>
                </a:lnTo>
                <a:lnTo>
                  <a:pt x="1035" y="878"/>
                </a:lnTo>
                <a:lnTo>
                  <a:pt x="1025" y="877"/>
                </a:lnTo>
                <a:lnTo>
                  <a:pt x="1025" y="877"/>
                </a:lnTo>
                <a:close/>
                <a:moveTo>
                  <a:pt x="1052" y="1022"/>
                </a:moveTo>
                <a:lnTo>
                  <a:pt x="999" y="1022"/>
                </a:lnTo>
                <a:lnTo>
                  <a:pt x="999" y="1022"/>
                </a:lnTo>
                <a:lnTo>
                  <a:pt x="994" y="1022"/>
                </a:lnTo>
                <a:lnTo>
                  <a:pt x="989" y="1020"/>
                </a:lnTo>
                <a:lnTo>
                  <a:pt x="986" y="1019"/>
                </a:lnTo>
                <a:lnTo>
                  <a:pt x="982" y="1015"/>
                </a:lnTo>
                <a:lnTo>
                  <a:pt x="979" y="1012"/>
                </a:lnTo>
                <a:lnTo>
                  <a:pt x="976" y="1007"/>
                </a:lnTo>
                <a:lnTo>
                  <a:pt x="975" y="1003"/>
                </a:lnTo>
                <a:lnTo>
                  <a:pt x="975" y="997"/>
                </a:lnTo>
                <a:lnTo>
                  <a:pt x="975" y="997"/>
                </a:lnTo>
                <a:lnTo>
                  <a:pt x="975" y="993"/>
                </a:lnTo>
                <a:lnTo>
                  <a:pt x="976" y="988"/>
                </a:lnTo>
                <a:lnTo>
                  <a:pt x="979" y="985"/>
                </a:lnTo>
                <a:lnTo>
                  <a:pt x="982" y="981"/>
                </a:lnTo>
                <a:lnTo>
                  <a:pt x="986" y="977"/>
                </a:lnTo>
                <a:lnTo>
                  <a:pt x="989" y="975"/>
                </a:lnTo>
                <a:lnTo>
                  <a:pt x="994" y="974"/>
                </a:lnTo>
                <a:lnTo>
                  <a:pt x="999" y="974"/>
                </a:lnTo>
                <a:lnTo>
                  <a:pt x="1052" y="974"/>
                </a:lnTo>
                <a:lnTo>
                  <a:pt x="1052" y="974"/>
                </a:lnTo>
                <a:lnTo>
                  <a:pt x="1057" y="974"/>
                </a:lnTo>
                <a:lnTo>
                  <a:pt x="1061" y="975"/>
                </a:lnTo>
                <a:lnTo>
                  <a:pt x="1066" y="977"/>
                </a:lnTo>
                <a:lnTo>
                  <a:pt x="1070" y="981"/>
                </a:lnTo>
                <a:lnTo>
                  <a:pt x="1072" y="985"/>
                </a:lnTo>
                <a:lnTo>
                  <a:pt x="1074" y="988"/>
                </a:lnTo>
                <a:lnTo>
                  <a:pt x="1075" y="993"/>
                </a:lnTo>
                <a:lnTo>
                  <a:pt x="1077" y="997"/>
                </a:lnTo>
                <a:lnTo>
                  <a:pt x="1077" y="997"/>
                </a:lnTo>
                <a:lnTo>
                  <a:pt x="1075" y="1003"/>
                </a:lnTo>
                <a:lnTo>
                  <a:pt x="1074" y="1007"/>
                </a:lnTo>
                <a:lnTo>
                  <a:pt x="1072" y="1012"/>
                </a:lnTo>
                <a:lnTo>
                  <a:pt x="1070" y="1015"/>
                </a:lnTo>
                <a:lnTo>
                  <a:pt x="1066" y="1019"/>
                </a:lnTo>
                <a:lnTo>
                  <a:pt x="1061" y="1020"/>
                </a:lnTo>
                <a:lnTo>
                  <a:pt x="1057" y="1022"/>
                </a:lnTo>
                <a:lnTo>
                  <a:pt x="1052" y="1022"/>
                </a:lnTo>
                <a:lnTo>
                  <a:pt x="1052" y="1022"/>
                </a:lnTo>
                <a:close/>
                <a:moveTo>
                  <a:pt x="395" y="1414"/>
                </a:moveTo>
                <a:lnTo>
                  <a:pt x="249" y="1414"/>
                </a:lnTo>
                <a:lnTo>
                  <a:pt x="249" y="1414"/>
                </a:lnTo>
                <a:lnTo>
                  <a:pt x="238" y="1415"/>
                </a:lnTo>
                <a:lnTo>
                  <a:pt x="230" y="1417"/>
                </a:lnTo>
                <a:lnTo>
                  <a:pt x="222" y="1422"/>
                </a:lnTo>
                <a:lnTo>
                  <a:pt x="215" y="1427"/>
                </a:lnTo>
                <a:lnTo>
                  <a:pt x="209" y="1434"/>
                </a:lnTo>
                <a:lnTo>
                  <a:pt x="204" y="1442"/>
                </a:lnTo>
                <a:lnTo>
                  <a:pt x="201" y="1450"/>
                </a:lnTo>
                <a:lnTo>
                  <a:pt x="199" y="1461"/>
                </a:lnTo>
                <a:lnTo>
                  <a:pt x="199" y="1461"/>
                </a:lnTo>
                <a:lnTo>
                  <a:pt x="201" y="1470"/>
                </a:lnTo>
                <a:lnTo>
                  <a:pt x="204" y="1480"/>
                </a:lnTo>
                <a:lnTo>
                  <a:pt x="209" y="1488"/>
                </a:lnTo>
                <a:lnTo>
                  <a:pt x="215" y="1495"/>
                </a:lnTo>
                <a:lnTo>
                  <a:pt x="222" y="1501"/>
                </a:lnTo>
                <a:lnTo>
                  <a:pt x="230" y="1506"/>
                </a:lnTo>
                <a:lnTo>
                  <a:pt x="238" y="1508"/>
                </a:lnTo>
                <a:lnTo>
                  <a:pt x="249" y="1509"/>
                </a:lnTo>
                <a:lnTo>
                  <a:pt x="395" y="1509"/>
                </a:lnTo>
                <a:lnTo>
                  <a:pt x="395" y="1509"/>
                </a:lnTo>
                <a:lnTo>
                  <a:pt x="405" y="1508"/>
                </a:lnTo>
                <a:lnTo>
                  <a:pt x="414" y="1506"/>
                </a:lnTo>
                <a:lnTo>
                  <a:pt x="422" y="1501"/>
                </a:lnTo>
                <a:lnTo>
                  <a:pt x="429" y="1495"/>
                </a:lnTo>
                <a:lnTo>
                  <a:pt x="435" y="1488"/>
                </a:lnTo>
                <a:lnTo>
                  <a:pt x="440" y="1480"/>
                </a:lnTo>
                <a:lnTo>
                  <a:pt x="442" y="1470"/>
                </a:lnTo>
                <a:lnTo>
                  <a:pt x="443" y="1461"/>
                </a:lnTo>
                <a:lnTo>
                  <a:pt x="443" y="1461"/>
                </a:lnTo>
                <a:lnTo>
                  <a:pt x="442" y="1450"/>
                </a:lnTo>
                <a:lnTo>
                  <a:pt x="440" y="1442"/>
                </a:lnTo>
                <a:lnTo>
                  <a:pt x="435" y="1434"/>
                </a:lnTo>
                <a:lnTo>
                  <a:pt x="429" y="1427"/>
                </a:lnTo>
                <a:lnTo>
                  <a:pt x="422" y="1422"/>
                </a:lnTo>
                <a:lnTo>
                  <a:pt x="414" y="1417"/>
                </a:lnTo>
                <a:lnTo>
                  <a:pt x="405" y="1415"/>
                </a:lnTo>
                <a:lnTo>
                  <a:pt x="395" y="1414"/>
                </a:lnTo>
                <a:lnTo>
                  <a:pt x="395" y="1414"/>
                </a:lnTo>
                <a:close/>
                <a:moveTo>
                  <a:pt x="320" y="1071"/>
                </a:moveTo>
                <a:lnTo>
                  <a:pt x="804" y="1071"/>
                </a:lnTo>
                <a:lnTo>
                  <a:pt x="804" y="1071"/>
                </a:lnTo>
                <a:lnTo>
                  <a:pt x="815" y="1071"/>
                </a:lnTo>
                <a:lnTo>
                  <a:pt x="824" y="1069"/>
                </a:lnTo>
                <a:lnTo>
                  <a:pt x="834" y="1067"/>
                </a:lnTo>
                <a:lnTo>
                  <a:pt x="842" y="1064"/>
                </a:lnTo>
                <a:lnTo>
                  <a:pt x="851" y="1059"/>
                </a:lnTo>
                <a:lnTo>
                  <a:pt x="858" y="1054"/>
                </a:lnTo>
                <a:lnTo>
                  <a:pt x="867" y="1049"/>
                </a:lnTo>
                <a:lnTo>
                  <a:pt x="874" y="1042"/>
                </a:lnTo>
                <a:lnTo>
                  <a:pt x="880" y="1035"/>
                </a:lnTo>
                <a:lnTo>
                  <a:pt x="886" y="1028"/>
                </a:lnTo>
                <a:lnTo>
                  <a:pt x="890" y="1020"/>
                </a:lnTo>
                <a:lnTo>
                  <a:pt x="894" y="1012"/>
                </a:lnTo>
                <a:lnTo>
                  <a:pt x="897" y="1002"/>
                </a:lnTo>
                <a:lnTo>
                  <a:pt x="900" y="993"/>
                </a:lnTo>
                <a:lnTo>
                  <a:pt x="901" y="983"/>
                </a:lnTo>
                <a:lnTo>
                  <a:pt x="902" y="974"/>
                </a:lnTo>
                <a:lnTo>
                  <a:pt x="902" y="584"/>
                </a:lnTo>
                <a:lnTo>
                  <a:pt x="902" y="584"/>
                </a:lnTo>
                <a:lnTo>
                  <a:pt x="901" y="574"/>
                </a:lnTo>
                <a:lnTo>
                  <a:pt x="900" y="565"/>
                </a:lnTo>
                <a:lnTo>
                  <a:pt x="897" y="555"/>
                </a:lnTo>
                <a:lnTo>
                  <a:pt x="894" y="547"/>
                </a:lnTo>
                <a:lnTo>
                  <a:pt x="890" y="539"/>
                </a:lnTo>
                <a:lnTo>
                  <a:pt x="886" y="530"/>
                </a:lnTo>
                <a:lnTo>
                  <a:pt x="880" y="523"/>
                </a:lnTo>
                <a:lnTo>
                  <a:pt x="874" y="516"/>
                </a:lnTo>
                <a:lnTo>
                  <a:pt x="867" y="510"/>
                </a:lnTo>
                <a:lnTo>
                  <a:pt x="858" y="505"/>
                </a:lnTo>
                <a:lnTo>
                  <a:pt x="851" y="500"/>
                </a:lnTo>
                <a:lnTo>
                  <a:pt x="842" y="496"/>
                </a:lnTo>
                <a:lnTo>
                  <a:pt x="834" y="493"/>
                </a:lnTo>
                <a:lnTo>
                  <a:pt x="824" y="490"/>
                </a:lnTo>
                <a:lnTo>
                  <a:pt x="815" y="489"/>
                </a:lnTo>
                <a:lnTo>
                  <a:pt x="804" y="489"/>
                </a:lnTo>
                <a:lnTo>
                  <a:pt x="320" y="489"/>
                </a:lnTo>
                <a:lnTo>
                  <a:pt x="320" y="489"/>
                </a:lnTo>
                <a:lnTo>
                  <a:pt x="310" y="489"/>
                </a:lnTo>
                <a:lnTo>
                  <a:pt x="300" y="490"/>
                </a:lnTo>
                <a:lnTo>
                  <a:pt x="290" y="493"/>
                </a:lnTo>
                <a:lnTo>
                  <a:pt x="282" y="496"/>
                </a:lnTo>
                <a:lnTo>
                  <a:pt x="274" y="500"/>
                </a:lnTo>
                <a:lnTo>
                  <a:pt x="265" y="505"/>
                </a:lnTo>
                <a:lnTo>
                  <a:pt x="257" y="510"/>
                </a:lnTo>
                <a:lnTo>
                  <a:pt x="251" y="516"/>
                </a:lnTo>
                <a:lnTo>
                  <a:pt x="244" y="523"/>
                </a:lnTo>
                <a:lnTo>
                  <a:pt x="238" y="530"/>
                </a:lnTo>
                <a:lnTo>
                  <a:pt x="234" y="539"/>
                </a:lnTo>
                <a:lnTo>
                  <a:pt x="230" y="547"/>
                </a:lnTo>
                <a:lnTo>
                  <a:pt x="226" y="555"/>
                </a:lnTo>
                <a:lnTo>
                  <a:pt x="224" y="565"/>
                </a:lnTo>
                <a:lnTo>
                  <a:pt x="223" y="574"/>
                </a:lnTo>
                <a:lnTo>
                  <a:pt x="222" y="584"/>
                </a:lnTo>
                <a:lnTo>
                  <a:pt x="222" y="974"/>
                </a:lnTo>
                <a:lnTo>
                  <a:pt x="222" y="974"/>
                </a:lnTo>
                <a:lnTo>
                  <a:pt x="223" y="983"/>
                </a:lnTo>
                <a:lnTo>
                  <a:pt x="224" y="993"/>
                </a:lnTo>
                <a:lnTo>
                  <a:pt x="226" y="1002"/>
                </a:lnTo>
                <a:lnTo>
                  <a:pt x="230" y="1012"/>
                </a:lnTo>
                <a:lnTo>
                  <a:pt x="234" y="1020"/>
                </a:lnTo>
                <a:lnTo>
                  <a:pt x="238" y="1028"/>
                </a:lnTo>
                <a:lnTo>
                  <a:pt x="244" y="1035"/>
                </a:lnTo>
                <a:lnTo>
                  <a:pt x="251" y="1042"/>
                </a:lnTo>
                <a:lnTo>
                  <a:pt x="257" y="1049"/>
                </a:lnTo>
                <a:lnTo>
                  <a:pt x="265" y="1054"/>
                </a:lnTo>
                <a:lnTo>
                  <a:pt x="274" y="1059"/>
                </a:lnTo>
                <a:lnTo>
                  <a:pt x="282" y="1064"/>
                </a:lnTo>
                <a:lnTo>
                  <a:pt x="290" y="1067"/>
                </a:lnTo>
                <a:lnTo>
                  <a:pt x="300" y="1069"/>
                </a:lnTo>
                <a:lnTo>
                  <a:pt x="310" y="1071"/>
                </a:lnTo>
                <a:lnTo>
                  <a:pt x="320" y="1071"/>
                </a:lnTo>
                <a:lnTo>
                  <a:pt x="320" y="1071"/>
                </a:lnTo>
                <a:close/>
                <a:moveTo>
                  <a:pt x="882" y="1414"/>
                </a:moveTo>
                <a:lnTo>
                  <a:pt x="736" y="1414"/>
                </a:lnTo>
                <a:lnTo>
                  <a:pt x="736" y="1414"/>
                </a:lnTo>
                <a:lnTo>
                  <a:pt x="725" y="1415"/>
                </a:lnTo>
                <a:lnTo>
                  <a:pt x="717" y="1417"/>
                </a:lnTo>
                <a:lnTo>
                  <a:pt x="709" y="1422"/>
                </a:lnTo>
                <a:lnTo>
                  <a:pt x="700" y="1427"/>
                </a:lnTo>
                <a:lnTo>
                  <a:pt x="695" y="1434"/>
                </a:lnTo>
                <a:lnTo>
                  <a:pt x="691" y="1442"/>
                </a:lnTo>
                <a:lnTo>
                  <a:pt x="687" y="1450"/>
                </a:lnTo>
                <a:lnTo>
                  <a:pt x="686" y="1461"/>
                </a:lnTo>
                <a:lnTo>
                  <a:pt x="686" y="1461"/>
                </a:lnTo>
                <a:lnTo>
                  <a:pt x="687" y="1470"/>
                </a:lnTo>
                <a:lnTo>
                  <a:pt x="691" y="1480"/>
                </a:lnTo>
                <a:lnTo>
                  <a:pt x="695" y="1488"/>
                </a:lnTo>
                <a:lnTo>
                  <a:pt x="700" y="1495"/>
                </a:lnTo>
                <a:lnTo>
                  <a:pt x="709" y="1501"/>
                </a:lnTo>
                <a:lnTo>
                  <a:pt x="717" y="1506"/>
                </a:lnTo>
                <a:lnTo>
                  <a:pt x="725" y="1508"/>
                </a:lnTo>
                <a:lnTo>
                  <a:pt x="736" y="1509"/>
                </a:lnTo>
                <a:lnTo>
                  <a:pt x="882" y="1509"/>
                </a:lnTo>
                <a:lnTo>
                  <a:pt x="882" y="1509"/>
                </a:lnTo>
                <a:lnTo>
                  <a:pt x="891" y="1508"/>
                </a:lnTo>
                <a:lnTo>
                  <a:pt x="901" y="1506"/>
                </a:lnTo>
                <a:lnTo>
                  <a:pt x="909" y="1501"/>
                </a:lnTo>
                <a:lnTo>
                  <a:pt x="916" y="1495"/>
                </a:lnTo>
                <a:lnTo>
                  <a:pt x="922" y="1488"/>
                </a:lnTo>
                <a:lnTo>
                  <a:pt x="927" y="1480"/>
                </a:lnTo>
                <a:lnTo>
                  <a:pt x="929" y="1470"/>
                </a:lnTo>
                <a:lnTo>
                  <a:pt x="930" y="1461"/>
                </a:lnTo>
                <a:lnTo>
                  <a:pt x="930" y="1461"/>
                </a:lnTo>
                <a:lnTo>
                  <a:pt x="929" y="1450"/>
                </a:lnTo>
                <a:lnTo>
                  <a:pt x="927" y="1442"/>
                </a:lnTo>
                <a:lnTo>
                  <a:pt x="922" y="1434"/>
                </a:lnTo>
                <a:lnTo>
                  <a:pt x="916" y="1427"/>
                </a:lnTo>
                <a:lnTo>
                  <a:pt x="909" y="1422"/>
                </a:lnTo>
                <a:lnTo>
                  <a:pt x="901" y="1417"/>
                </a:lnTo>
                <a:lnTo>
                  <a:pt x="891" y="1415"/>
                </a:lnTo>
                <a:lnTo>
                  <a:pt x="882" y="1414"/>
                </a:lnTo>
                <a:lnTo>
                  <a:pt x="882" y="1414"/>
                </a:lnTo>
                <a:close/>
                <a:moveTo>
                  <a:pt x="173" y="780"/>
                </a:moveTo>
                <a:lnTo>
                  <a:pt x="30" y="780"/>
                </a:lnTo>
                <a:lnTo>
                  <a:pt x="30" y="780"/>
                </a:lnTo>
                <a:lnTo>
                  <a:pt x="25" y="782"/>
                </a:lnTo>
                <a:lnTo>
                  <a:pt x="20" y="783"/>
                </a:lnTo>
                <a:lnTo>
                  <a:pt x="15" y="784"/>
                </a:lnTo>
                <a:lnTo>
                  <a:pt x="12" y="788"/>
                </a:lnTo>
                <a:lnTo>
                  <a:pt x="10" y="790"/>
                </a:lnTo>
                <a:lnTo>
                  <a:pt x="7" y="795"/>
                </a:lnTo>
                <a:lnTo>
                  <a:pt x="6" y="798"/>
                </a:lnTo>
                <a:lnTo>
                  <a:pt x="5" y="803"/>
                </a:lnTo>
                <a:lnTo>
                  <a:pt x="5" y="803"/>
                </a:lnTo>
                <a:lnTo>
                  <a:pt x="6" y="808"/>
                </a:lnTo>
                <a:lnTo>
                  <a:pt x="7" y="812"/>
                </a:lnTo>
                <a:lnTo>
                  <a:pt x="10" y="817"/>
                </a:lnTo>
                <a:lnTo>
                  <a:pt x="12" y="821"/>
                </a:lnTo>
                <a:lnTo>
                  <a:pt x="15" y="823"/>
                </a:lnTo>
                <a:lnTo>
                  <a:pt x="20" y="825"/>
                </a:lnTo>
                <a:lnTo>
                  <a:pt x="25" y="828"/>
                </a:lnTo>
                <a:lnTo>
                  <a:pt x="30" y="828"/>
                </a:lnTo>
                <a:lnTo>
                  <a:pt x="173" y="828"/>
                </a:lnTo>
                <a:lnTo>
                  <a:pt x="173" y="828"/>
                </a:lnTo>
                <a:lnTo>
                  <a:pt x="178" y="828"/>
                </a:lnTo>
                <a:lnTo>
                  <a:pt x="183" y="825"/>
                </a:lnTo>
                <a:lnTo>
                  <a:pt x="188" y="823"/>
                </a:lnTo>
                <a:lnTo>
                  <a:pt x="191" y="821"/>
                </a:lnTo>
                <a:lnTo>
                  <a:pt x="193" y="817"/>
                </a:lnTo>
                <a:lnTo>
                  <a:pt x="196" y="812"/>
                </a:lnTo>
                <a:lnTo>
                  <a:pt x="197" y="808"/>
                </a:lnTo>
                <a:lnTo>
                  <a:pt x="198" y="803"/>
                </a:lnTo>
                <a:lnTo>
                  <a:pt x="198" y="803"/>
                </a:lnTo>
                <a:lnTo>
                  <a:pt x="197" y="798"/>
                </a:lnTo>
                <a:lnTo>
                  <a:pt x="196" y="795"/>
                </a:lnTo>
                <a:lnTo>
                  <a:pt x="193" y="790"/>
                </a:lnTo>
                <a:lnTo>
                  <a:pt x="191" y="788"/>
                </a:lnTo>
                <a:lnTo>
                  <a:pt x="188" y="784"/>
                </a:lnTo>
                <a:lnTo>
                  <a:pt x="183" y="783"/>
                </a:lnTo>
                <a:lnTo>
                  <a:pt x="178" y="782"/>
                </a:lnTo>
                <a:lnTo>
                  <a:pt x="173" y="780"/>
                </a:lnTo>
                <a:lnTo>
                  <a:pt x="173" y="780"/>
                </a:lnTo>
                <a:close/>
                <a:moveTo>
                  <a:pt x="295" y="1120"/>
                </a:moveTo>
                <a:lnTo>
                  <a:pt x="295" y="1120"/>
                </a:lnTo>
                <a:lnTo>
                  <a:pt x="285" y="1121"/>
                </a:lnTo>
                <a:lnTo>
                  <a:pt x="276" y="1124"/>
                </a:lnTo>
                <a:lnTo>
                  <a:pt x="268" y="1128"/>
                </a:lnTo>
                <a:lnTo>
                  <a:pt x="261" y="1134"/>
                </a:lnTo>
                <a:lnTo>
                  <a:pt x="255" y="1141"/>
                </a:lnTo>
                <a:lnTo>
                  <a:pt x="250" y="1150"/>
                </a:lnTo>
                <a:lnTo>
                  <a:pt x="248" y="1159"/>
                </a:lnTo>
                <a:lnTo>
                  <a:pt x="247" y="1168"/>
                </a:lnTo>
                <a:lnTo>
                  <a:pt x="247" y="1315"/>
                </a:lnTo>
                <a:lnTo>
                  <a:pt x="247" y="1315"/>
                </a:lnTo>
                <a:lnTo>
                  <a:pt x="248" y="1324"/>
                </a:lnTo>
                <a:lnTo>
                  <a:pt x="250" y="1334"/>
                </a:lnTo>
                <a:lnTo>
                  <a:pt x="255" y="1342"/>
                </a:lnTo>
                <a:lnTo>
                  <a:pt x="261" y="1349"/>
                </a:lnTo>
                <a:lnTo>
                  <a:pt x="268" y="1355"/>
                </a:lnTo>
                <a:lnTo>
                  <a:pt x="276" y="1360"/>
                </a:lnTo>
                <a:lnTo>
                  <a:pt x="285" y="1362"/>
                </a:lnTo>
                <a:lnTo>
                  <a:pt x="295" y="1363"/>
                </a:lnTo>
                <a:lnTo>
                  <a:pt x="342" y="1363"/>
                </a:lnTo>
                <a:lnTo>
                  <a:pt x="342" y="1363"/>
                </a:lnTo>
                <a:lnTo>
                  <a:pt x="351" y="1362"/>
                </a:lnTo>
                <a:lnTo>
                  <a:pt x="361" y="1360"/>
                </a:lnTo>
                <a:lnTo>
                  <a:pt x="369" y="1355"/>
                </a:lnTo>
                <a:lnTo>
                  <a:pt x="376" y="1349"/>
                </a:lnTo>
                <a:lnTo>
                  <a:pt x="382" y="1342"/>
                </a:lnTo>
                <a:lnTo>
                  <a:pt x="387" y="1334"/>
                </a:lnTo>
                <a:lnTo>
                  <a:pt x="389" y="1324"/>
                </a:lnTo>
                <a:lnTo>
                  <a:pt x="390" y="1315"/>
                </a:lnTo>
                <a:lnTo>
                  <a:pt x="390" y="1168"/>
                </a:lnTo>
                <a:lnTo>
                  <a:pt x="390" y="1168"/>
                </a:lnTo>
                <a:lnTo>
                  <a:pt x="389" y="1159"/>
                </a:lnTo>
                <a:lnTo>
                  <a:pt x="387" y="1150"/>
                </a:lnTo>
                <a:lnTo>
                  <a:pt x="382" y="1141"/>
                </a:lnTo>
                <a:lnTo>
                  <a:pt x="376" y="1134"/>
                </a:lnTo>
                <a:lnTo>
                  <a:pt x="369" y="1128"/>
                </a:lnTo>
                <a:lnTo>
                  <a:pt x="361" y="1124"/>
                </a:lnTo>
                <a:lnTo>
                  <a:pt x="351" y="1121"/>
                </a:lnTo>
                <a:lnTo>
                  <a:pt x="342" y="1120"/>
                </a:lnTo>
                <a:lnTo>
                  <a:pt x="295" y="1120"/>
                </a:lnTo>
                <a:close/>
                <a:moveTo>
                  <a:pt x="97" y="877"/>
                </a:moveTo>
                <a:lnTo>
                  <a:pt x="97" y="877"/>
                </a:lnTo>
                <a:lnTo>
                  <a:pt x="87" y="878"/>
                </a:lnTo>
                <a:lnTo>
                  <a:pt x="78" y="880"/>
                </a:lnTo>
                <a:lnTo>
                  <a:pt x="68" y="882"/>
                </a:lnTo>
                <a:lnTo>
                  <a:pt x="59" y="885"/>
                </a:lnTo>
                <a:lnTo>
                  <a:pt x="51" y="889"/>
                </a:lnTo>
                <a:lnTo>
                  <a:pt x="43" y="894"/>
                </a:lnTo>
                <a:lnTo>
                  <a:pt x="35" y="900"/>
                </a:lnTo>
                <a:lnTo>
                  <a:pt x="28" y="905"/>
                </a:lnTo>
                <a:lnTo>
                  <a:pt x="22" y="913"/>
                </a:lnTo>
                <a:lnTo>
                  <a:pt x="17" y="920"/>
                </a:lnTo>
                <a:lnTo>
                  <a:pt x="12" y="928"/>
                </a:lnTo>
                <a:lnTo>
                  <a:pt x="7" y="936"/>
                </a:lnTo>
                <a:lnTo>
                  <a:pt x="5" y="946"/>
                </a:lnTo>
                <a:lnTo>
                  <a:pt x="2" y="955"/>
                </a:lnTo>
                <a:lnTo>
                  <a:pt x="0" y="964"/>
                </a:lnTo>
                <a:lnTo>
                  <a:pt x="0" y="975"/>
                </a:lnTo>
                <a:lnTo>
                  <a:pt x="0" y="975"/>
                </a:lnTo>
                <a:lnTo>
                  <a:pt x="0" y="985"/>
                </a:lnTo>
                <a:lnTo>
                  <a:pt x="2" y="994"/>
                </a:lnTo>
                <a:lnTo>
                  <a:pt x="5" y="1003"/>
                </a:lnTo>
                <a:lnTo>
                  <a:pt x="7" y="1013"/>
                </a:lnTo>
                <a:lnTo>
                  <a:pt x="12" y="1021"/>
                </a:lnTo>
                <a:lnTo>
                  <a:pt x="17" y="1029"/>
                </a:lnTo>
                <a:lnTo>
                  <a:pt x="22" y="1036"/>
                </a:lnTo>
                <a:lnTo>
                  <a:pt x="28" y="1043"/>
                </a:lnTo>
                <a:lnTo>
                  <a:pt x="35" y="1049"/>
                </a:lnTo>
                <a:lnTo>
                  <a:pt x="43" y="1055"/>
                </a:lnTo>
                <a:lnTo>
                  <a:pt x="51" y="1060"/>
                </a:lnTo>
                <a:lnTo>
                  <a:pt x="59" y="1065"/>
                </a:lnTo>
                <a:lnTo>
                  <a:pt x="68" y="1067"/>
                </a:lnTo>
                <a:lnTo>
                  <a:pt x="78" y="1069"/>
                </a:lnTo>
                <a:lnTo>
                  <a:pt x="87" y="1072"/>
                </a:lnTo>
                <a:lnTo>
                  <a:pt x="97" y="1072"/>
                </a:lnTo>
                <a:lnTo>
                  <a:pt x="97" y="1072"/>
                </a:lnTo>
                <a:lnTo>
                  <a:pt x="107" y="1072"/>
                </a:lnTo>
                <a:lnTo>
                  <a:pt x="117" y="1069"/>
                </a:lnTo>
                <a:lnTo>
                  <a:pt x="126" y="1067"/>
                </a:lnTo>
                <a:lnTo>
                  <a:pt x="136" y="1065"/>
                </a:lnTo>
                <a:lnTo>
                  <a:pt x="144" y="1060"/>
                </a:lnTo>
                <a:lnTo>
                  <a:pt x="152" y="1055"/>
                </a:lnTo>
                <a:lnTo>
                  <a:pt x="159" y="1049"/>
                </a:lnTo>
                <a:lnTo>
                  <a:pt x="166" y="1043"/>
                </a:lnTo>
                <a:lnTo>
                  <a:pt x="172" y="1036"/>
                </a:lnTo>
                <a:lnTo>
                  <a:pt x="178" y="1029"/>
                </a:lnTo>
                <a:lnTo>
                  <a:pt x="183" y="1021"/>
                </a:lnTo>
                <a:lnTo>
                  <a:pt x="186" y="1013"/>
                </a:lnTo>
                <a:lnTo>
                  <a:pt x="190" y="1003"/>
                </a:lnTo>
                <a:lnTo>
                  <a:pt x="192" y="994"/>
                </a:lnTo>
                <a:lnTo>
                  <a:pt x="195" y="985"/>
                </a:lnTo>
                <a:lnTo>
                  <a:pt x="195" y="975"/>
                </a:lnTo>
                <a:lnTo>
                  <a:pt x="195" y="975"/>
                </a:lnTo>
                <a:lnTo>
                  <a:pt x="195" y="964"/>
                </a:lnTo>
                <a:lnTo>
                  <a:pt x="192" y="955"/>
                </a:lnTo>
                <a:lnTo>
                  <a:pt x="190" y="946"/>
                </a:lnTo>
                <a:lnTo>
                  <a:pt x="186" y="936"/>
                </a:lnTo>
                <a:lnTo>
                  <a:pt x="183" y="928"/>
                </a:lnTo>
                <a:lnTo>
                  <a:pt x="178" y="920"/>
                </a:lnTo>
                <a:lnTo>
                  <a:pt x="172" y="913"/>
                </a:lnTo>
                <a:lnTo>
                  <a:pt x="166" y="905"/>
                </a:lnTo>
                <a:lnTo>
                  <a:pt x="159" y="900"/>
                </a:lnTo>
                <a:lnTo>
                  <a:pt x="152" y="894"/>
                </a:lnTo>
                <a:lnTo>
                  <a:pt x="144" y="889"/>
                </a:lnTo>
                <a:lnTo>
                  <a:pt x="136" y="885"/>
                </a:lnTo>
                <a:lnTo>
                  <a:pt x="126" y="882"/>
                </a:lnTo>
                <a:lnTo>
                  <a:pt x="117" y="880"/>
                </a:lnTo>
                <a:lnTo>
                  <a:pt x="107" y="878"/>
                </a:lnTo>
                <a:lnTo>
                  <a:pt x="97" y="877"/>
                </a:lnTo>
                <a:lnTo>
                  <a:pt x="97" y="877"/>
                </a:lnTo>
                <a:close/>
                <a:moveTo>
                  <a:pt x="127" y="1022"/>
                </a:moveTo>
                <a:lnTo>
                  <a:pt x="74" y="1022"/>
                </a:lnTo>
                <a:lnTo>
                  <a:pt x="74" y="1022"/>
                </a:lnTo>
                <a:lnTo>
                  <a:pt x="70" y="1022"/>
                </a:lnTo>
                <a:lnTo>
                  <a:pt x="65" y="1020"/>
                </a:lnTo>
                <a:lnTo>
                  <a:pt x="60" y="1019"/>
                </a:lnTo>
                <a:lnTo>
                  <a:pt x="57" y="1015"/>
                </a:lnTo>
                <a:lnTo>
                  <a:pt x="54" y="1012"/>
                </a:lnTo>
                <a:lnTo>
                  <a:pt x="52" y="1007"/>
                </a:lnTo>
                <a:lnTo>
                  <a:pt x="51" y="1003"/>
                </a:lnTo>
                <a:lnTo>
                  <a:pt x="50" y="997"/>
                </a:lnTo>
                <a:lnTo>
                  <a:pt x="50" y="997"/>
                </a:lnTo>
                <a:lnTo>
                  <a:pt x="51" y="993"/>
                </a:lnTo>
                <a:lnTo>
                  <a:pt x="52" y="988"/>
                </a:lnTo>
                <a:lnTo>
                  <a:pt x="54" y="985"/>
                </a:lnTo>
                <a:lnTo>
                  <a:pt x="57" y="981"/>
                </a:lnTo>
                <a:lnTo>
                  <a:pt x="60" y="977"/>
                </a:lnTo>
                <a:lnTo>
                  <a:pt x="65" y="975"/>
                </a:lnTo>
                <a:lnTo>
                  <a:pt x="70" y="974"/>
                </a:lnTo>
                <a:lnTo>
                  <a:pt x="74" y="974"/>
                </a:lnTo>
                <a:lnTo>
                  <a:pt x="127" y="974"/>
                </a:lnTo>
                <a:lnTo>
                  <a:pt x="127" y="974"/>
                </a:lnTo>
                <a:lnTo>
                  <a:pt x="132" y="974"/>
                </a:lnTo>
                <a:lnTo>
                  <a:pt x="137" y="975"/>
                </a:lnTo>
                <a:lnTo>
                  <a:pt x="140" y="977"/>
                </a:lnTo>
                <a:lnTo>
                  <a:pt x="144" y="981"/>
                </a:lnTo>
                <a:lnTo>
                  <a:pt x="147" y="985"/>
                </a:lnTo>
                <a:lnTo>
                  <a:pt x="150" y="988"/>
                </a:lnTo>
                <a:lnTo>
                  <a:pt x="151" y="993"/>
                </a:lnTo>
                <a:lnTo>
                  <a:pt x="151" y="997"/>
                </a:lnTo>
                <a:lnTo>
                  <a:pt x="151" y="997"/>
                </a:lnTo>
                <a:lnTo>
                  <a:pt x="151" y="1003"/>
                </a:lnTo>
                <a:lnTo>
                  <a:pt x="150" y="1007"/>
                </a:lnTo>
                <a:lnTo>
                  <a:pt x="147" y="1012"/>
                </a:lnTo>
                <a:lnTo>
                  <a:pt x="144" y="1015"/>
                </a:lnTo>
                <a:lnTo>
                  <a:pt x="140" y="1019"/>
                </a:lnTo>
                <a:lnTo>
                  <a:pt x="137" y="1020"/>
                </a:lnTo>
                <a:lnTo>
                  <a:pt x="132" y="1022"/>
                </a:lnTo>
                <a:lnTo>
                  <a:pt x="127" y="1022"/>
                </a:lnTo>
                <a:lnTo>
                  <a:pt x="127" y="1022"/>
                </a:lnTo>
                <a:close/>
                <a:moveTo>
                  <a:pt x="829" y="1120"/>
                </a:moveTo>
                <a:lnTo>
                  <a:pt x="782" y="1120"/>
                </a:lnTo>
                <a:lnTo>
                  <a:pt x="782" y="1120"/>
                </a:lnTo>
                <a:lnTo>
                  <a:pt x="772" y="1121"/>
                </a:lnTo>
                <a:lnTo>
                  <a:pt x="763" y="1124"/>
                </a:lnTo>
                <a:lnTo>
                  <a:pt x="755" y="1128"/>
                </a:lnTo>
                <a:lnTo>
                  <a:pt x="748" y="1134"/>
                </a:lnTo>
                <a:lnTo>
                  <a:pt x="742" y="1141"/>
                </a:lnTo>
                <a:lnTo>
                  <a:pt x="737" y="1150"/>
                </a:lnTo>
                <a:lnTo>
                  <a:pt x="735" y="1159"/>
                </a:lnTo>
                <a:lnTo>
                  <a:pt x="733" y="1168"/>
                </a:lnTo>
                <a:lnTo>
                  <a:pt x="733" y="1315"/>
                </a:lnTo>
                <a:lnTo>
                  <a:pt x="733" y="1315"/>
                </a:lnTo>
                <a:lnTo>
                  <a:pt x="735" y="1324"/>
                </a:lnTo>
                <a:lnTo>
                  <a:pt x="737" y="1334"/>
                </a:lnTo>
                <a:lnTo>
                  <a:pt x="742" y="1342"/>
                </a:lnTo>
                <a:lnTo>
                  <a:pt x="748" y="1349"/>
                </a:lnTo>
                <a:lnTo>
                  <a:pt x="755" y="1355"/>
                </a:lnTo>
                <a:lnTo>
                  <a:pt x="763" y="1360"/>
                </a:lnTo>
                <a:lnTo>
                  <a:pt x="772" y="1362"/>
                </a:lnTo>
                <a:lnTo>
                  <a:pt x="782" y="1363"/>
                </a:lnTo>
                <a:lnTo>
                  <a:pt x="829" y="1363"/>
                </a:lnTo>
                <a:lnTo>
                  <a:pt x="829" y="1363"/>
                </a:lnTo>
                <a:lnTo>
                  <a:pt x="838" y="1362"/>
                </a:lnTo>
                <a:lnTo>
                  <a:pt x="848" y="1360"/>
                </a:lnTo>
                <a:lnTo>
                  <a:pt x="856" y="1355"/>
                </a:lnTo>
                <a:lnTo>
                  <a:pt x="863" y="1349"/>
                </a:lnTo>
                <a:lnTo>
                  <a:pt x="869" y="1342"/>
                </a:lnTo>
                <a:lnTo>
                  <a:pt x="874" y="1334"/>
                </a:lnTo>
                <a:lnTo>
                  <a:pt x="876" y="1324"/>
                </a:lnTo>
                <a:lnTo>
                  <a:pt x="877" y="1315"/>
                </a:lnTo>
                <a:lnTo>
                  <a:pt x="877" y="1168"/>
                </a:lnTo>
                <a:lnTo>
                  <a:pt x="877" y="1168"/>
                </a:lnTo>
                <a:lnTo>
                  <a:pt x="876" y="1159"/>
                </a:lnTo>
                <a:lnTo>
                  <a:pt x="874" y="1150"/>
                </a:lnTo>
                <a:lnTo>
                  <a:pt x="869" y="1141"/>
                </a:lnTo>
                <a:lnTo>
                  <a:pt x="863" y="1134"/>
                </a:lnTo>
                <a:lnTo>
                  <a:pt x="856" y="1128"/>
                </a:lnTo>
                <a:lnTo>
                  <a:pt x="848" y="1124"/>
                </a:lnTo>
                <a:lnTo>
                  <a:pt x="838" y="1121"/>
                </a:lnTo>
                <a:lnTo>
                  <a:pt x="829" y="1120"/>
                </a:lnTo>
                <a:lnTo>
                  <a:pt x="829" y="1120"/>
                </a:lnTo>
                <a:close/>
                <a:moveTo>
                  <a:pt x="78" y="633"/>
                </a:moveTo>
                <a:lnTo>
                  <a:pt x="176" y="633"/>
                </a:lnTo>
                <a:lnTo>
                  <a:pt x="176" y="633"/>
                </a:lnTo>
                <a:lnTo>
                  <a:pt x="180" y="632"/>
                </a:lnTo>
                <a:lnTo>
                  <a:pt x="185" y="631"/>
                </a:lnTo>
                <a:lnTo>
                  <a:pt x="189" y="628"/>
                </a:lnTo>
                <a:lnTo>
                  <a:pt x="192" y="626"/>
                </a:lnTo>
                <a:lnTo>
                  <a:pt x="196" y="622"/>
                </a:lnTo>
                <a:lnTo>
                  <a:pt x="198" y="618"/>
                </a:lnTo>
                <a:lnTo>
                  <a:pt x="199" y="613"/>
                </a:lnTo>
                <a:lnTo>
                  <a:pt x="199" y="608"/>
                </a:lnTo>
                <a:lnTo>
                  <a:pt x="199" y="608"/>
                </a:lnTo>
                <a:lnTo>
                  <a:pt x="199" y="604"/>
                </a:lnTo>
                <a:lnTo>
                  <a:pt x="198" y="599"/>
                </a:lnTo>
                <a:lnTo>
                  <a:pt x="196" y="595"/>
                </a:lnTo>
                <a:lnTo>
                  <a:pt x="192" y="592"/>
                </a:lnTo>
                <a:lnTo>
                  <a:pt x="189" y="589"/>
                </a:lnTo>
                <a:lnTo>
                  <a:pt x="185" y="588"/>
                </a:lnTo>
                <a:lnTo>
                  <a:pt x="180" y="587"/>
                </a:lnTo>
                <a:lnTo>
                  <a:pt x="176" y="586"/>
                </a:lnTo>
                <a:lnTo>
                  <a:pt x="78" y="586"/>
                </a:lnTo>
                <a:lnTo>
                  <a:pt x="78" y="586"/>
                </a:lnTo>
                <a:lnTo>
                  <a:pt x="73" y="587"/>
                </a:lnTo>
                <a:lnTo>
                  <a:pt x="68" y="588"/>
                </a:lnTo>
                <a:lnTo>
                  <a:pt x="65" y="589"/>
                </a:lnTo>
                <a:lnTo>
                  <a:pt x="61" y="592"/>
                </a:lnTo>
                <a:lnTo>
                  <a:pt x="58" y="595"/>
                </a:lnTo>
                <a:lnTo>
                  <a:pt x="55" y="599"/>
                </a:lnTo>
                <a:lnTo>
                  <a:pt x="54" y="604"/>
                </a:lnTo>
                <a:lnTo>
                  <a:pt x="54" y="608"/>
                </a:lnTo>
                <a:lnTo>
                  <a:pt x="54" y="608"/>
                </a:lnTo>
                <a:lnTo>
                  <a:pt x="54" y="613"/>
                </a:lnTo>
                <a:lnTo>
                  <a:pt x="55" y="618"/>
                </a:lnTo>
                <a:lnTo>
                  <a:pt x="58" y="622"/>
                </a:lnTo>
                <a:lnTo>
                  <a:pt x="61" y="626"/>
                </a:lnTo>
                <a:lnTo>
                  <a:pt x="65" y="628"/>
                </a:lnTo>
                <a:lnTo>
                  <a:pt x="68" y="631"/>
                </a:lnTo>
                <a:lnTo>
                  <a:pt x="73" y="632"/>
                </a:lnTo>
                <a:lnTo>
                  <a:pt x="78" y="633"/>
                </a:lnTo>
                <a:lnTo>
                  <a:pt x="78" y="6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6"/>
          <p:cNvSpPr>
            <a:spLocks noChangeAspect="1" noEditPoints="1"/>
          </p:cNvSpPr>
          <p:nvPr/>
        </p:nvSpPr>
        <p:spPr bwMode="auto">
          <a:xfrm>
            <a:off x="7725308" y="4545124"/>
            <a:ext cx="1080000" cy="1082152"/>
          </a:xfrm>
          <a:custGeom>
            <a:avLst/>
            <a:gdLst>
              <a:gd name="T0" fmla="*/ 275 w 1506"/>
              <a:gd name="T1" fmla="*/ 172 h 1509"/>
              <a:gd name="T2" fmla="*/ 4 w 1506"/>
              <a:gd name="T3" fmla="*/ 678 h 1509"/>
              <a:gd name="T4" fmla="*/ 150 w 1506"/>
              <a:gd name="T5" fmla="*/ 1206 h 1509"/>
              <a:gd name="T6" fmla="*/ 641 w 1506"/>
              <a:gd name="T7" fmla="*/ 1501 h 1509"/>
              <a:gd name="T8" fmla="*/ 1176 w 1506"/>
              <a:gd name="T9" fmla="*/ 1381 h 1509"/>
              <a:gd name="T10" fmla="*/ 1491 w 1506"/>
              <a:gd name="T11" fmla="*/ 907 h 1509"/>
              <a:gd name="T12" fmla="*/ 1405 w 1506"/>
              <a:gd name="T13" fmla="*/ 363 h 1509"/>
              <a:gd name="T14" fmla="*/ 953 w 1506"/>
              <a:gd name="T15" fmla="*/ 23 h 1509"/>
              <a:gd name="T16" fmla="*/ 1083 w 1506"/>
              <a:gd name="T17" fmla="*/ 168 h 1509"/>
              <a:gd name="T18" fmla="*/ 1108 w 1506"/>
              <a:gd name="T19" fmla="*/ 342 h 1509"/>
              <a:gd name="T20" fmla="*/ 1025 w 1506"/>
              <a:gd name="T21" fmla="*/ 304 h 1509"/>
              <a:gd name="T22" fmla="*/ 935 w 1506"/>
              <a:gd name="T23" fmla="*/ 309 h 1509"/>
              <a:gd name="T24" fmla="*/ 944 w 1506"/>
              <a:gd name="T25" fmla="*/ 391 h 1509"/>
              <a:gd name="T26" fmla="*/ 590 w 1506"/>
              <a:gd name="T27" fmla="*/ 957 h 1509"/>
              <a:gd name="T28" fmla="*/ 479 w 1506"/>
              <a:gd name="T29" fmla="*/ 1126 h 1509"/>
              <a:gd name="T30" fmla="*/ 467 w 1506"/>
              <a:gd name="T31" fmla="*/ 1343 h 1509"/>
              <a:gd name="T32" fmla="*/ 400 w 1506"/>
              <a:gd name="T33" fmla="*/ 1245 h 1509"/>
              <a:gd name="T34" fmla="*/ 319 w 1506"/>
              <a:gd name="T35" fmla="*/ 1106 h 1509"/>
              <a:gd name="T36" fmla="*/ 191 w 1506"/>
              <a:gd name="T37" fmla="*/ 982 h 1509"/>
              <a:gd name="T38" fmla="*/ 207 w 1506"/>
              <a:gd name="T39" fmla="*/ 816 h 1509"/>
              <a:gd name="T40" fmla="*/ 124 w 1506"/>
              <a:gd name="T41" fmla="*/ 665 h 1509"/>
              <a:gd name="T42" fmla="*/ 198 w 1506"/>
              <a:gd name="T43" fmla="*/ 409 h 1509"/>
              <a:gd name="T44" fmla="*/ 474 w 1506"/>
              <a:gd name="T45" fmla="*/ 249 h 1509"/>
              <a:gd name="T46" fmla="*/ 347 w 1506"/>
              <a:gd name="T47" fmla="*/ 319 h 1509"/>
              <a:gd name="T48" fmla="*/ 397 w 1506"/>
              <a:gd name="T49" fmla="*/ 328 h 1509"/>
              <a:gd name="T50" fmla="*/ 546 w 1506"/>
              <a:gd name="T51" fmla="*/ 308 h 1509"/>
              <a:gd name="T52" fmla="*/ 588 w 1506"/>
              <a:gd name="T53" fmla="*/ 393 h 1509"/>
              <a:gd name="T54" fmla="*/ 507 w 1506"/>
              <a:gd name="T55" fmla="*/ 420 h 1509"/>
              <a:gd name="T56" fmla="*/ 471 w 1506"/>
              <a:gd name="T57" fmla="*/ 395 h 1509"/>
              <a:gd name="T58" fmla="*/ 488 w 1506"/>
              <a:gd name="T59" fmla="*/ 454 h 1509"/>
              <a:gd name="T60" fmla="*/ 398 w 1506"/>
              <a:gd name="T61" fmla="*/ 571 h 1509"/>
              <a:gd name="T62" fmla="*/ 398 w 1506"/>
              <a:gd name="T63" fmla="*/ 691 h 1509"/>
              <a:gd name="T64" fmla="*/ 301 w 1506"/>
              <a:gd name="T65" fmla="*/ 618 h 1509"/>
              <a:gd name="T66" fmla="*/ 169 w 1506"/>
              <a:gd name="T67" fmla="*/ 652 h 1509"/>
              <a:gd name="T68" fmla="*/ 229 w 1506"/>
              <a:gd name="T69" fmla="*/ 683 h 1509"/>
              <a:gd name="T70" fmla="*/ 216 w 1506"/>
              <a:gd name="T71" fmla="*/ 752 h 1509"/>
              <a:gd name="T72" fmla="*/ 347 w 1506"/>
              <a:gd name="T73" fmla="*/ 756 h 1509"/>
              <a:gd name="T74" fmla="*/ 457 w 1506"/>
              <a:gd name="T75" fmla="*/ 805 h 1509"/>
              <a:gd name="T76" fmla="*/ 621 w 1506"/>
              <a:gd name="T77" fmla="*/ 894 h 1509"/>
              <a:gd name="T78" fmla="*/ 681 w 1506"/>
              <a:gd name="T79" fmla="*/ 252 h 1509"/>
              <a:gd name="T80" fmla="*/ 632 w 1506"/>
              <a:gd name="T81" fmla="*/ 336 h 1509"/>
              <a:gd name="T82" fmla="*/ 575 w 1506"/>
              <a:gd name="T83" fmla="*/ 131 h 1509"/>
              <a:gd name="T84" fmla="*/ 781 w 1506"/>
              <a:gd name="T85" fmla="*/ 121 h 1509"/>
              <a:gd name="T86" fmla="*/ 806 w 1506"/>
              <a:gd name="T87" fmla="*/ 361 h 1509"/>
              <a:gd name="T88" fmla="*/ 860 w 1506"/>
              <a:gd name="T89" fmla="*/ 387 h 1509"/>
              <a:gd name="T90" fmla="*/ 1343 w 1506"/>
              <a:gd name="T91" fmla="*/ 777 h 1509"/>
              <a:gd name="T92" fmla="*/ 1350 w 1506"/>
              <a:gd name="T93" fmla="*/ 997 h 1509"/>
              <a:gd name="T94" fmla="*/ 1124 w 1506"/>
              <a:gd name="T95" fmla="*/ 1243 h 1509"/>
              <a:gd name="T96" fmla="*/ 1113 w 1506"/>
              <a:gd name="T97" fmla="*/ 999 h 1509"/>
              <a:gd name="T98" fmla="*/ 888 w 1506"/>
              <a:gd name="T99" fmla="*/ 1051 h 1509"/>
              <a:gd name="T100" fmla="*/ 836 w 1506"/>
              <a:gd name="T101" fmla="*/ 861 h 1509"/>
              <a:gd name="T102" fmla="*/ 878 w 1506"/>
              <a:gd name="T103" fmla="*/ 706 h 1509"/>
              <a:gd name="T104" fmla="*/ 1178 w 1506"/>
              <a:gd name="T105" fmla="*/ 733 h 1509"/>
              <a:gd name="T106" fmla="*/ 1161 w 1506"/>
              <a:gd name="T107" fmla="*/ 541 h 1509"/>
              <a:gd name="T108" fmla="*/ 1139 w 1506"/>
              <a:gd name="T109" fmla="*/ 641 h 1509"/>
              <a:gd name="T110" fmla="*/ 920 w 1506"/>
              <a:gd name="T111" fmla="*/ 625 h 1509"/>
              <a:gd name="T112" fmla="*/ 880 w 1506"/>
              <a:gd name="T113" fmla="*/ 512 h 1509"/>
              <a:gd name="T114" fmla="*/ 966 w 1506"/>
              <a:gd name="T115" fmla="*/ 416 h 1509"/>
              <a:gd name="T116" fmla="*/ 1080 w 1506"/>
              <a:gd name="T117" fmla="*/ 436 h 1509"/>
              <a:gd name="T118" fmla="*/ 1192 w 1506"/>
              <a:gd name="T119" fmla="*/ 410 h 1509"/>
              <a:gd name="T120" fmla="*/ 1266 w 1506"/>
              <a:gd name="T121" fmla="*/ 329 h 1509"/>
              <a:gd name="T122" fmla="*/ 1319 w 1506"/>
              <a:gd name="T123" fmla="*/ 384 h 1509"/>
              <a:gd name="T124" fmla="*/ 1401 w 1506"/>
              <a:gd name="T125" fmla="*/ 720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06" h="1509">
                <a:moveTo>
                  <a:pt x="755" y="0"/>
                </a:moveTo>
                <a:lnTo>
                  <a:pt x="755" y="0"/>
                </a:lnTo>
                <a:lnTo>
                  <a:pt x="716" y="1"/>
                </a:lnTo>
                <a:lnTo>
                  <a:pt x="678" y="3"/>
                </a:lnTo>
                <a:lnTo>
                  <a:pt x="641" y="8"/>
                </a:lnTo>
                <a:lnTo>
                  <a:pt x="603" y="15"/>
                </a:lnTo>
                <a:lnTo>
                  <a:pt x="566" y="23"/>
                </a:lnTo>
                <a:lnTo>
                  <a:pt x="531" y="34"/>
                </a:lnTo>
                <a:lnTo>
                  <a:pt x="496" y="46"/>
                </a:lnTo>
                <a:lnTo>
                  <a:pt x="461" y="59"/>
                </a:lnTo>
                <a:lnTo>
                  <a:pt x="428" y="74"/>
                </a:lnTo>
                <a:lnTo>
                  <a:pt x="395" y="91"/>
                </a:lnTo>
                <a:lnTo>
                  <a:pt x="363" y="110"/>
                </a:lnTo>
                <a:lnTo>
                  <a:pt x="333" y="128"/>
                </a:lnTo>
                <a:lnTo>
                  <a:pt x="303" y="150"/>
                </a:lnTo>
                <a:lnTo>
                  <a:pt x="275" y="172"/>
                </a:lnTo>
                <a:lnTo>
                  <a:pt x="248" y="196"/>
                </a:lnTo>
                <a:lnTo>
                  <a:pt x="221" y="220"/>
                </a:lnTo>
                <a:lnTo>
                  <a:pt x="196" y="247"/>
                </a:lnTo>
                <a:lnTo>
                  <a:pt x="172" y="275"/>
                </a:lnTo>
                <a:lnTo>
                  <a:pt x="150" y="303"/>
                </a:lnTo>
                <a:lnTo>
                  <a:pt x="129" y="332"/>
                </a:lnTo>
                <a:lnTo>
                  <a:pt x="110" y="363"/>
                </a:lnTo>
                <a:lnTo>
                  <a:pt x="91" y="395"/>
                </a:lnTo>
                <a:lnTo>
                  <a:pt x="75" y="428"/>
                </a:lnTo>
                <a:lnTo>
                  <a:pt x="59" y="461"/>
                </a:lnTo>
                <a:lnTo>
                  <a:pt x="46" y="495"/>
                </a:lnTo>
                <a:lnTo>
                  <a:pt x="35" y="530"/>
                </a:lnTo>
                <a:lnTo>
                  <a:pt x="24" y="566"/>
                </a:lnTo>
                <a:lnTo>
                  <a:pt x="16" y="602"/>
                </a:lnTo>
                <a:lnTo>
                  <a:pt x="9" y="640"/>
                </a:lnTo>
                <a:lnTo>
                  <a:pt x="4" y="678"/>
                </a:lnTo>
                <a:lnTo>
                  <a:pt x="2" y="716"/>
                </a:lnTo>
                <a:lnTo>
                  <a:pt x="0" y="755"/>
                </a:lnTo>
                <a:lnTo>
                  <a:pt x="0" y="755"/>
                </a:lnTo>
                <a:lnTo>
                  <a:pt x="2" y="793"/>
                </a:lnTo>
                <a:lnTo>
                  <a:pt x="4" y="831"/>
                </a:lnTo>
                <a:lnTo>
                  <a:pt x="9" y="869"/>
                </a:lnTo>
                <a:lnTo>
                  <a:pt x="16" y="907"/>
                </a:lnTo>
                <a:lnTo>
                  <a:pt x="24" y="943"/>
                </a:lnTo>
                <a:lnTo>
                  <a:pt x="35" y="979"/>
                </a:lnTo>
                <a:lnTo>
                  <a:pt x="46" y="1014"/>
                </a:lnTo>
                <a:lnTo>
                  <a:pt x="59" y="1048"/>
                </a:lnTo>
                <a:lnTo>
                  <a:pt x="75" y="1081"/>
                </a:lnTo>
                <a:lnTo>
                  <a:pt x="91" y="1114"/>
                </a:lnTo>
                <a:lnTo>
                  <a:pt x="110" y="1146"/>
                </a:lnTo>
                <a:lnTo>
                  <a:pt x="129" y="1177"/>
                </a:lnTo>
                <a:lnTo>
                  <a:pt x="150" y="1206"/>
                </a:lnTo>
                <a:lnTo>
                  <a:pt x="172" y="1235"/>
                </a:lnTo>
                <a:lnTo>
                  <a:pt x="196" y="1262"/>
                </a:lnTo>
                <a:lnTo>
                  <a:pt x="221" y="1289"/>
                </a:lnTo>
                <a:lnTo>
                  <a:pt x="248" y="1314"/>
                </a:lnTo>
                <a:lnTo>
                  <a:pt x="275" y="1337"/>
                </a:lnTo>
                <a:lnTo>
                  <a:pt x="303" y="1360"/>
                </a:lnTo>
                <a:lnTo>
                  <a:pt x="333" y="1381"/>
                </a:lnTo>
                <a:lnTo>
                  <a:pt x="363" y="1400"/>
                </a:lnTo>
                <a:lnTo>
                  <a:pt x="395" y="1418"/>
                </a:lnTo>
                <a:lnTo>
                  <a:pt x="428" y="1435"/>
                </a:lnTo>
                <a:lnTo>
                  <a:pt x="461" y="1450"/>
                </a:lnTo>
                <a:lnTo>
                  <a:pt x="496" y="1463"/>
                </a:lnTo>
                <a:lnTo>
                  <a:pt x="531" y="1475"/>
                </a:lnTo>
                <a:lnTo>
                  <a:pt x="566" y="1486"/>
                </a:lnTo>
                <a:lnTo>
                  <a:pt x="603" y="1494"/>
                </a:lnTo>
                <a:lnTo>
                  <a:pt x="641" y="1501"/>
                </a:lnTo>
                <a:lnTo>
                  <a:pt x="678" y="1506"/>
                </a:lnTo>
                <a:lnTo>
                  <a:pt x="716" y="1508"/>
                </a:lnTo>
                <a:lnTo>
                  <a:pt x="755" y="1509"/>
                </a:lnTo>
                <a:lnTo>
                  <a:pt x="755" y="1509"/>
                </a:lnTo>
                <a:lnTo>
                  <a:pt x="794" y="1508"/>
                </a:lnTo>
                <a:lnTo>
                  <a:pt x="832" y="1506"/>
                </a:lnTo>
                <a:lnTo>
                  <a:pt x="869" y="1501"/>
                </a:lnTo>
                <a:lnTo>
                  <a:pt x="907" y="1494"/>
                </a:lnTo>
                <a:lnTo>
                  <a:pt x="944" y="1486"/>
                </a:lnTo>
                <a:lnTo>
                  <a:pt x="979" y="1475"/>
                </a:lnTo>
                <a:lnTo>
                  <a:pt x="1014" y="1463"/>
                </a:lnTo>
                <a:lnTo>
                  <a:pt x="1049" y="1450"/>
                </a:lnTo>
                <a:lnTo>
                  <a:pt x="1082" y="1435"/>
                </a:lnTo>
                <a:lnTo>
                  <a:pt x="1113" y="1418"/>
                </a:lnTo>
                <a:lnTo>
                  <a:pt x="1145" y="1400"/>
                </a:lnTo>
                <a:lnTo>
                  <a:pt x="1176" y="1381"/>
                </a:lnTo>
                <a:lnTo>
                  <a:pt x="1205" y="1360"/>
                </a:lnTo>
                <a:lnTo>
                  <a:pt x="1234" y="1337"/>
                </a:lnTo>
                <a:lnTo>
                  <a:pt x="1261" y="1314"/>
                </a:lnTo>
                <a:lnTo>
                  <a:pt x="1287" y="1289"/>
                </a:lnTo>
                <a:lnTo>
                  <a:pt x="1311" y="1262"/>
                </a:lnTo>
                <a:lnTo>
                  <a:pt x="1335" y="1235"/>
                </a:lnTo>
                <a:lnTo>
                  <a:pt x="1357" y="1206"/>
                </a:lnTo>
                <a:lnTo>
                  <a:pt x="1378" y="1177"/>
                </a:lnTo>
                <a:lnTo>
                  <a:pt x="1398" y="1146"/>
                </a:lnTo>
                <a:lnTo>
                  <a:pt x="1415" y="1114"/>
                </a:lnTo>
                <a:lnTo>
                  <a:pt x="1432" y="1081"/>
                </a:lnTo>
                <a:lnTo>
                  <a:pt x="1447" y="1048"/>
                </a:lnTo>
                <a:lnTo>
                  <a:pt x="1460" y="1014"/>
                </a:lnTo>
                <a:lnTo>
                  <a:pt x="1472" y="979"/>
                </a:lnTo>
                <a:lnTo>
                  <a:pt x="1482" y="943"/>
                </a:lnTo>
                <a:lnTo>
                  <a:pt x="1491" y="907"/>
                </a:lnTo>
                <a:lnTo>
                  <a:pt x="1497" y="869"/>
                </a:lnTo>
                <a:lnTo>
                  <a:pt x="1501" y="831"/>
                </a:lnTo>
                <a:lnTo>
                  <a:pt x="1505" y="793"/>
                </a:lnTo>
                <a:lnTo>
                  <a:pt x="1506" y="755"/>
                </a:lnTo>
                <a:lnTo>
                  <a:pt x="1506" y="755"/>
                </a:lnTo>
                <a:lnTo>
                  <a:pt x="1505" y="716"/>
                </a:lnTo>
                <a:lnTo>
                  <a:pt x="1503" y="678"/>
                </a:lnTo>
                <a:lnTo>
                  <a:pt x="1498" y="640"/>
                </a:lnTo>
                <a:lnTo>
                  <a:pt x="1492" y="602"/>
                </a:lnTo>
                <a:lnTo>
                  <a:pt x="1484" y="566"/>
                </a:lnTo>
                <a:lnTo>
                  <a:pt x="1474" y="530"/>
                </a:lnTo>
                <a:lnTo>
                  <a:pt x="1464" y="495"/>
                </a:lnTo>
                <a:lnTo>
                  <a:pt x="1451" y="461"/>
                </a:lnTo>
                <a:lnTo>
                  <a:pt x="1436" y="428"/>
                </a:lnTo>
                <a:lnTo>
                  <a:pt x="1421" y="395"/>
                </a:lnTo>
                <a:lnTo>
                  <a:pt x="1405" y="363"/>
                </a:lnTo>
                <a:lnTo>
                  <a:pt x="1386" y="332"/>
                </a:lnTo>
                <a:lnTo>
                  <a:pt x="1366" y="303"/>
                </a:lnTo>
                <a:lnTo>
                  <a:pt x="1345" y="275"/>
                </a:lnTo>
                <a:lnTo>
                  <a:pt x="1322" y="247"/>
                </a:lnTo>
                <a:lnTo>
                  <a:pt x="1297" y="220"/>
                </a:lnTo>
                <a:lnTo>
                  <a:pt x="1273" y="196"/>
                </a:lnTo>
                <a:lnTo>
                  <a:pt x="1245" y="172"/>
                </a:lnTo>
                <a:lnTo>
                  <a:pt x="1217" y="150"/>
                </a:lnTo>
                <a:lnTo>
                  <a:pt x="1189" y="128"/>
                </a:lnTo>
                <a:lnTo>
                  <a:pt x="1158" y="110"/>
                </a:lnTo>
                <a:lnTo>
                  <a:pt x="1126" y="91"/>
                </a:lnTo>
                <a:lnTo>
                  <a:pt x="1095" y="74"/>
                </a:lnTo>
                <a:lnTo>
                  <a:pt x="1060" y="59"/>
                </a:lnTo>
                <a:lnTo>
                  <a:pt x="1026" y="46"/>
                </a:lnTo>
                <a:lnTo>
                  <a:pt x="990" y="34"/>
                </a:lnTo>
                <a:lnTo>
                  <a:pt x="953" y="23"/>
                </a:lnTo>
                <a:lnTo>
                  <a:pt x="915" y="15"/>
                </a:lnTo>
                <a:lnTo>
                  <a:pt x="876" y="8"/>
                </a:lnTo>
                <a:lnTo>
                  <a:pt x="836" y="3"/>
                </a:lnTo>
                <a:lnTo>
                  <a:pt x="796" y="1"/>
                </a:lnTo>
                <a:lnTo>
                  <a:pt x="755" y="0"/>
                </a:lnTo>
                <a:lnTo>
                  <a:pt x="755" y="0"/>
                </a:lnTo>
                <a:close/>
                <a:moveTo>
                  <a:pt x="1025" y="304"/>
                </a:moveTo>
                <a:lnTo>
                  <a:pt x="1051" y="235"/>
                </a:lnTo>
                <a:lnTo>
                  <a:pt x="1051" y="235"/>
                </a:lnTo>
                <a:lnTo>
                  <a:pt x="1057" y="211"/>
                </a:lnTo>
                <a:lnTo>
                  <a:pt x="1062" y="189"/>
                </a:lnTo>
                <a:lnTo>
                  <a:pt x="1066" y="166"/>
                </a:lnTo>
                <a:lnTo>
                  <a:pt x="1066" y="166"/>
                </a:lnTo>
                <a:lnTo>
                  <a:pt x="1069" y="165"/>
                </a:lnTo>
                <a:lnTo>
                  <a:pt x="1072" y="165"/>
                </a:lnTo>
                <a:lnTo>
                  <a:pt x="1083" y="168"/>
                </a:lnTo>
                <a:lnTo>
                  <a:pt x="1095" y="174"/>
                </a:lnTo>
                <a:lnTo>
                  <a:pt x="1110" y="184"/>
                </a:lnTo>
                <a:lnTo>
                  <a:pt x="1125" y="197"/>
                </a:lnTo>
                <a:lnTo>
                  <a:pt x="1143" y="210"/>
                </a:lnTo>
                <a:lnTo>
                  <a:pt x="1159" y="226"/>
                </a:lnTo>
                <a:lnTo>
                  <a:pt x="1177" y="243"/>
                </a:lnTo>
                <a:lnTo>
                  <a:pt x="1177" y="243"/>
                </a:lnTo>
                <a:lnTo>
                  <a:pt x="1171" y="263"/>
                </a:lnTo>
                <a:lnTo>
                  <a:pt x="1164" y="279"/>
                </a:lnTo>
                <a:lnTo>
                  <a:pt x="1156" y="295"/>
                </a:lnTo>
                <a:lnTo>
                  <a:pt x="1149" y="306"/>
                </a:lnTo>
                <a:lnTo>
                  <a:pt x="1141" y="317"/>
                </a:lnTo>
                <a:lnTo>
                  <a:pt x="1131" y="325"/>
                </a:lnTo>
                <a:lnTo>
                  <a:pt x="1123" y="332"/>
                </a:lnTo>
                <a:lnTo>
                  <a:pt x="1115" y="338"/>
                </a:lnTo>
                <a:lnTo>
                  <a:pt x="1108" y="342"/>
                </a:lnTo>
                <a:lnTo>
                  <a:pt x="1100" y="344"/>
                </a:lnTo>
                <a:lnTo>
                  <a:pt x="1087" y="348"/>
                </a:lnTo>
                <a:lnTo>
                  <a:pt x="1079" y="349"/>
                </a:lnTo>
                <a:lnTo>
                  <a:pt x="1076" y="349"/>
                </a:lnTo>
                <a:lnTo>
                  <a:pt x="1076" y="349"/>
                </a:lnTo>
                <a:lnTo>
                  <a:pt x="1067" y="348"/>
                </a:lnTo>
                <a:lnTo>
                  <a:pt x="1058" y="345"/>
                </a:lnTo>
                <a:lnTo>
                  <a:pt x="1047" y="342"/>
                </a:lnTo>
                <a:lnTo>
                  <a:pt x="1038" y="337"/>
                </a:lnTo>
                <a:lnTo>
                  <a:pt x="1033" y="334"/>
                </a:lnTo>
                <a:lnTo>
                  <a:pt x="1030" y="329"/>
                </a:lnTo>
                <a:lnTo>
                  <a:pt x="1026" y="324"/>
                </a:lnTo>
                <a:lnTo>
                  <a:pt x="1025" y="318"/>
                </a:lnTo>
                <a:lnTo>
                  <a:pt x="1024" y="311"/>
                </a:lnTo>
                <a:lnTo>
                  <a:pt x="1025" y="304"/>
                </a:lnTo>
                <a:lnTo>
                  <a:pt x="1025" y="304"/>
                </a:lnTo>
                <a:close/>
                <a:moveTo>
                  <a:pt x="894" y="303"/>
                </a:moveTo>
                <a:lnTo>
                  <a:pt x="894" y="303"/>
                </a:lnTo>
                <a:lnTo>
                  <a:pt x="898" y="298"/>
                </a:lnTo>
                <a:lnTo>
                  <a:pt x="901" y="293"/>
                </a:lnTo>
                <a:lnTo>
                  <a:pt x="906" y="290"/>
                </a:lnTo>
                <a:lnTo>
                  <a:pt x="911" y="286"/>
                </a:lnTo>
                <a:lnTo>
                  <a:pt x="922" y="280"/>
                </a:lnTo>
                <a:lnTo>
                  <a:pt x="935" y="276"/>
                </a:lnTo>
                <a:lnTo>
                  <a:pt x="935" y="276"/>
                </a:lnTo>
                <a:lnTo>
                  <a:pt x="938" y="275"/>
                </a:lnTo>
                <a:lnTo>
                  <a:pt x="940" y="275"/>
                </a:lnTo>
                <a:lnTo>
                  <a:pt x="941" y="276"/>
                </a:lnTo>
                <a:lnTo>
                  <a:pt x="941" y="278"/>
                </a:lnTo>
                <a:lnTo>
                  <a:pt x="942" y="283"/>
                </a:lnTo>
                <a:lnTo>
                  <a:pt x="940" y="291"/>
                </a:lnTo>
                <a:lnTo>
                  <a:pt x="935" y="309"/>
                </a:lnTo>
                <a:lnTo>
                  <a:pt x="932" y="326"/>
                </a:lnTo>
                <a:lnTo>
                  <a:pt x="932" y="326"/>
                </a:lnTo>
                <a:lnTo>
                  <a:pt x="929" y="339"/>
                </a:lnTo>
                <a:lnTo>
                  <a:pt x="929" y="345"/>
                </a:lnTo>
                <a:lnTo>
                  <a:pt x="929" y="351"/>
                </a:lnTo>
                <a:lnTo>
                  <a:pt x="932" y="357"/>
                </a:lnTo>
                <a:lnTo>
                  <a:pt x="935" y="364"/>
                </a:lnTo>
                <a:lnTo>
                  <a:pt x="940" y="371"/>
                </a:lnTo>
                <a:lnTo>
                  <a:pt x="948" y="380"/>
                </a:lnTo>
                <a:lnTo>
                  <a:pt x="948" y="380"/>
                </a:lnTo>
                <a:lnTo>
                  <a:pt x="952" y="383"/>
                </a:lnTo>
                <a:lnTo>
                  <a:pt x="953" y="387"/>
                </a:lnTo>
                <a:lnTo>
                  <a:pt x="953" y="389"/>
                </a:lnTo>
                <a:lnTo>
                  <a:pt x="951" y="390"/>
                </a:lnTo>
                <a:lnTo>
                  <a:pt x="948" y="391"/>
                </a:lnTo>
                <a:lnTo>
                  <a:pt x="944" y="391"/>
                </a:lnTo>
                <a:lnTo>
                  <a:pt x="933" y="390"/>
                </a:lnTo>
                <a:lnTo>
                  <a:pt x="920" y="388"/>
                </a:lnTo>
                <a:lnTo>
                  <a:pt x="907" y="383"/>
                </a:lnTo>
                <a:lnTo>
                  <a:pt x="896" y="378"/>
                </a:lnTo>
                <a:lnTo>
                  <a:pt x="888" y="372"/>
                </a:lnTo>
                <a:lnTo>
                  <a:pt x="888" y="372"/>
                </a:lnTo>
                <a:lnTo>
                  <a:pt x="885" y="370"/>
                </a:lnTo>
                <a:lnTo>
                  <a:pt x="883" y="367"/>
                </a:lnTo>
                <a:lnTo>
                  <a:pt x="882" y="362"/>
                </a:lnTo>
                <a:lnTo>
                  <a:pt x="881" y="356"/>
                </a:lnTo>
                <a:lnTo>
                  <a:pt x="882" y="344"/>
                </a:lnTo>
                <a:lnTo>
                  <a:pt x="885" y="332"/>
                </a:lnTo>
                <a:lnTo>
                  <a:pt x="891" y="311"/>
                </a:lnTo>
                <a:lnTo>
                  <a:pt x="894" y="303"/>
                </a:lnTo>
                <a:lnTo>
                  <a:pt x="894" y="303"/>
                </a:lnTo>
                <a:close/>
                <a:moveTo>
                  <a:pt x="590" y="957"/>
                </a:moveTo>
                <a:lnTo>
                  <a:pt x="590" y="957"/>
                </a:lnTo>
                <a:lnTo>
                  <a:pt x="588" y="966"/>
                </a:lnTo>
                <a:lnTo>
                  <a:pt x="583" y="974"/>
                </a:lnTo>
                <a:lnTo>
                  <a:pt x="570" y="996"/>
                </a:lnTo>
                <a:lnTo>
                  <a:pt x="555" y="1020"/>
                </a:lnTo>
                <a:lnTo>
                  <a:pt x="542" y="1042"/>
                </a:lnTo>
                <a:lnTo>
                  <a:pt x="542" y="1042"/>
                </a:lnTo>
                <a:lnTo>
                  <a:pt x="532" y="1059"/>
                </a:lnTo>
                <a:lnTo>
                  <a:pt x="524" y="1072"/>
                </a:lnTo>
                <a:lnTo>
                  <a:pt x="516" y="1082"/>
                </a:lnTo>
                <a:lnTo>
                  <a:pt x="505" y="1092"/>
                </a:lnTo>
                <a:lnTo>
                  <a:pt x="505" y="1092"/>
                </a:lnTo>
                <a:lnTo>
                  <a:pt x="499" y="1098"/>
                </a:lnTo>
                <a:lnTo>
                  <a:pt x="493" y="1104"/>
                </a:lnTo>
                <a:lnTo>
                  <a:pt x="485" y="1115"/>
                </a:lnTo>
                <a:lnTo>
                  <a:pt x="479" y="1126"/>
                </a:lnTo>
                <a:lnTo>
                  <a:pt x="478" y="1130"/>
                </a:lnTo>
                <a:lnTo>
                  <a:pt x="481" y="1186"/>
                </a:lnTo>
                <a:lnTo>
                  <a:pt x="481" y="1186"/>
                </a:lnTo>
                <a:lnTo>
                  <a:pt x="492" y="1207"/>
                </a:lnTo>
                <a:lnTo>
                  <a:pt x="500" y="1225"/>
                </a:lnTo>
                <a:lnTo>
                  <a:pt x="509" y="1240"/>
                </a:lnTo>
                <a:lnTo>
                  <a:pt x="509" y="1240"/>
                </a:lnTo>
                <a:lnTo>
                  <a:pt x="510" y="1244"/>
                </a:lnTo>
                <a:lnTo>
                  <a:pt x="511" y="1250"/>
                </a:lnTo>
                <a:lnTo>
                  <a:pt x="510" y="1264"/>
                </a:lnTo>
                <a:lnTo>
                  <a:pt x="507" y="1282"/>
                </a:lnTo>
                <a:lnTo>
                  <a:pt x="503" y="1301"/>
                </a:lnTo>
                <a:lnTo>
                  <a:pt x="493" y="1334"/>
                </a:lnTo>
                <a:lnTo>
                  <a:pt x="488" y="1348"/>
                </a:lnTo>
                <a:lnTo>
                  <a:pt x="488" y="1348"/>
                </a:lnTo>
                <a:lnTo>
                  <a:pt x="467" y="1343"/>
                </a:lnTo>
                <a:lnTo>
                  <a:pt x="458" y="1339"/>
                </a:lnTo>
                <a:lnTo>
                  <a:pt x="448" y="1336"/>
                </a:lnTo>
                <a:lnTo>
                  <a:pt x="440" y="1331"/>
                </a:lnTo>
                <a:lnTo>
                  <a:pt x="432" y="1324"/>
                </a:lnTo>
                <a:lnTo>
                  <a:pt x="426" y="1317"/>
                </a:lnTo>
                <a:lnTo>
                  <a:pt x="421" y="1308"/>
                </a:lnTo>
                <a:lnTo>
                  <a:pt x="421" y="1308"/>
                </a:lnTo>
                <a:lnTo>
                  <a:pt x="418" y="1298"/>
                </a:lnTo>
                <a:lnTo>
                  <a:pt x="413" y="1291"/>
                </a:lnTo>
                <a:lnTo>
                  <a:pt x="406" y="1281"/>
                </a:lnTo>
                <a:lnTo>
                  <a:pt x="402" y="1275"/>
                </a:lnTo>
                <a:lnTo>
                  <a:pt x="401" y="1269"/>
                </a:lnTo>
                <a:lnTo>
                  <a:pt x="400" y="1260"/>
                </a:lnTo>
                <a:lnTo>
                  <a:pt x="400" y="1250"/>
                </a:lnTo>
                <a:lnTo>
                  <a:pt x="400" y="1250"/>
                </a:lnTo>
                <a:lnTo>
                  <a:pt x="400" y="1245"/>
                </a:lnTo>
                <a:lnTo>
                  <a:pt x="399" y="1239"/>
                </a:lnTo>
                <a:lnTo>
                  <a:pt x="398" y="1233"/>
                </a:lnTo>
                <a:lnTo>
                  <a:pt x="394" y="1227"/>
                </a:lnTo>
                <a:lnTo>
                  <a:pt x="386" y="1214"/>
                </a:lnTo>
                <a:lnTo>
                  <a:pt x="376" y="1204"/>
                </a:lnTo>
                <a:lnTo>
                  <a:pt x="356" y="1183"/>
                </a:lnTo>
                <a:lnTo>
                  <a:pt x="348" y="1173"/>
                </a:lnTo>
                <a:lnTo>
                  <a:pt x="343" y="1166"/>
                </a:lnTo>
                <a:lnTo>
                  <a:pt x="343" y="1166"/>
                </a:lnTo>
                <a:lnTo>
                  <a:pt x="335" y="1153"/>
                </a:lnTo>
                <a:lnTo>
                  <a:pt x="328" y="1138"/>
                </a:lnTo>
                <a:lnTo>
                  <a:pt x="322" y="1122"/>
                </a:lnTo>
                <a:lnTo>
                  <a:pt x="320" y="1115"/>
                </a:lnTo>
                <a:lnTo>
                  <a:pt x="320" y="1110"/>
                </a:lnTo>
                <a:lnTo>
                  <a:pt x="320" y="1110"/>
                </a:lnTo>
                <a:lnTo>
                  <a:pt x="319" y="1106"/>
                </a:lnTo>
                <a:lnTo>
                  <a:pt x="318" y="1102"/>
                </a:lnTo>
                <a:lnTo>
                  <a:pt x="314" y="1095"/>
                </a:lnTo>
                <a:lnTo>
                  <a:pt x="308" y="1089"/>
                </a:lnTo>
                <a:lnTo>
                  <a:pt x="301" y="1082"/>
                </a:lnTo>
                <a:lnTo>
                  <a:pt x="288" y="1073"/>
                </a:lnTo>
                <a:lnTo>
                  <a:pt x="282" y="1069"/>
                </a:lnTo>
                <a:lnTo>
                  <a:pt x="282" y="1069"/>
                </a:lnTo>
                <a:lnTo>
                  <a:pt x="272" y="1064"/>
                </a:lnTo>
                <a:lnTo>
                  <a:pt x="248" y="1052"/>
                </a:lnTo>
                <a:lnTo>
                  <a:pt x="222" y="1038"/>
                </a:lnTo>
                <a:lnTo>
                  <a:pt x="211" y="1030"/>
                </a:lnTo>
                <a:lnTo>
                  <a:pt x="205" y="1025"/>
                </a:lnTo>
                <a:lnTo>
                  <a:pt x="205" y="1025"/>
                </a:lnTo>
                <a:lnTo>
                  <a:pt x="202" y="1019"/>
                </a:lnTo>
                <a:lnTo>
                  <a:pt x="198" y="1008"/>
                </a:lnTo>
                <a:lnTo>
                  <a:pt x="191" y="982"/>
                </a:lnTo>
                <a:lnTo>
                  <a:pt x="185" y="954"/>
                </a:lnTo>
                <a:lnTo>
                  <a:pt x="182" y="931"/>
                </a:lnTo>
                <a:lnTo>
                  <a:pt x="182" y="931"/>
                </a:lnTo>
                <a:lnTo>
                  <a:pt x="181" y="921"/>
                </a:lnTo>
                <a:lnTo>
                  <a:pt x="182" y="908"/>
                </a:lnTo>
                <a:lnTo>
                  <a:pt x="185" y="881"/>
                </a:lnTo>
                <a:lnTo>
                  <a:pt x="190" y="857"/>
                </a:lnTo>
                <a:lnTo>
                  <a:pt x="191" y="847"/>
                </a:lnTo>
                <a:lnTo>
                  <a:pt x="191" y="847"/>
                </a:lnTo>
                <a:lnTo>
                  <a:pt x="196" y="843"/>
                </a:lnTo>
                <a:lnTo>
                  <a:pt x="200" y="839"/>
                </a:lnTo>
                <a:lnTo>
                  <a:pt x="203" y="835"/>
                </a:lnTo>
                <a:lnTo>
                  <a:pt x="207" y="829"/>
                </a:lnTo>
                <a:lnTo>
                  <a:pt x="208" y="823"/>
                </a:lnTo>
                <a:lnTo>
                  <a:pt x="208" y="819"/>
                </a:lnTo>
                <a:lnTo>
                  <a:pt x="207" y="816"/>
                </a:lnTo>
                <a:lnTo>
                  <a:pt x="204" y="814"/>
                </a:lnTo>
                <a:lnTo>
                  <a:pt x="202" y="810"/>
                </a:lnTo>
                <a:lnTo>
                  <a:pt x="202" y="810"/>
                </a:lnTo>
                <a:lnTo>
                  <a:pt x="196" y="803"/>
                </a:lnTo>
                <a:lnTo>
                  <a:pt x="191" y="793"/>
                </a:lnTo>
                <a:lnTo>
                  <a:pt x="188" y="784"/>
                </a:lnTo>
                <a:lnTo>
                  <a:pt x="185" y="773"/>
                </a:lnTo>
                <a:lnTo>
                  <a:pt x="183" y="757"/>
                </a:lnTo>
                <a:lnTo>
                  <a:pt x="182" y="750"/>
                </a:lnTo>
                <a:lnTo>
                  <a:pt x="151" y="716"/>
                </a:lnTo>
                <a:lnTo>
                  <a:pt x="151" y="716"/>
                </a:lnTo>
                <a:lnTo>
                  <a:pt x="139" y="697"/>
                </a:lnTo>
                <a:lnTo>
                  <a:pt x="130" y="680"/>
                </a:lnTo>
                <a:lnTo>
                  <a:pt x="126" y="672"/>
                </a:lnTo>
                <a:lnTo>
                  <a:pt x="124" y="665"/>
                </a:lnTo>
                <a:lnTo>
                  <a:pt x="124" y="665"/>
                </a:lnTo>
                <a:lnTo>
                  <a:pt x="123" y="654"/>
                </a:lnTo>
                <a:lnTo>
                  <a:pt x="124" y="644"/>
                </a:lnTo>
                <a:lnTo>
                  <a:pt x="128" y="621"/>
                </a:lnTo>
                <a:lnTo>
                  <a:pt x="128" y="621"/>
                </a:lnTo>
                <a:lnTo>
                  <a:pt x="129" y="615"/>
                </a:lnTo>
                <a:lnTo>
                  <a:pt x="129" y="607"/>
                </a:lnTo>
                <a:lnTo>
                  <a:pt x="126" y="589"/>
                </a:lnTo>
                <a:lnTo>
                  <a:pt x="123" y="573"/>
                </a:lnTo>
                <a:lnTo>
                  <a:pt x="122" y="558"/>
                </a:lnTo>
                <a:lnTo>
                  <a:pt x="122" y="558"/>
                </a:lnTo>
                <a:lnTo>
                  <a:pt x="134" y="529"/>
                </a:lnTo>
                <a:lnTo>
                  <a:pt x="145" y="503"/>
                </a:lnTo>
                <a:lnTo>
                  <a:pt x="158" y="477"/>
                </a:lnTo>
                <a:lnTo>
                  <a:pt x="171" y="453"/>
                </a:lnTo>
                <a:lnTo>
                  <a:pt x="185" y="430"/>
                </a:lnTo>
                <a:lnTo>
                  <a:pt x="198" y="409"/>
                </a:lnTo>
                <a:lnTo>
                  <a:pt x="213" y="388"/>
                </a:lnTo>
                <a:lnTo>
                  <a:pt x="227" y="369"/>
                </a:lnTo>
                <a:lnTo>
                  <a:pt x="241" y="350"/>
                </a:lnTo>
                <a:lnTo>
                  <a:pt x="255" y="334"/>
                </a:lnTo>
                <a:lnTo>
                  <a:pt x="283" y="303"/>
                </a:lnTo>
                <a:lnTo>
                  <a:pt x="310" y="276"/>
                </a:lnTo>
                <a:lnTo>
                  <a:pt x="336" y="252"/>
                </a:lnTo>
                <a:lnTo>
                  <a:pt x="361" y="233"/>
                </a:lnTo>
                <a:lnTo>
                  <a:pt x="385" y="217"/>
                </a:lnTo>
                <a:lnTo>
                  <a:pt x="405" y="204"/>
                </a:lnTo>
                <a:lnTo>
                  <a:pt x="422" y="194"/>
                </a:lnTo>
                <a:lnTo>
                  <a:pt x="438" y="186"/>
                </a:lnTo>
                <a:lnTo>
                  <a:pt x="448" y="181"/>
                </a:lnTo>
                <a:lnTo>
                  <a:pt x="458" y="178"/>
                </a:lnTo>
                <a:lnTo>
                  <a:pt x="474" y="249"/>
                </a:lnTo>
                <a:lnTo>
                  <a:pt x="474" y="249"/>
                </a:lnTo>
                <a:lnTo>
                  <a:pt x="468" y="250"/>
                </a:lnTo>
                <a:lnTo>
                  <a:pt x="453" y="253"/>
                </a:lnTo>
                <a:lnTo>
                  <a:pt x="444" y="253"/>
                </a:lnTo>
                <a:lnTo>
                  <a:pt x="434" y="255"/>
                </a:lnTo>
                <a:lnTo>
                  <a:pt x="425" y="253"/>
                </a:lnTo>
                <a:lnTo>
                  <a:pt x="417" y="252"/>
                </a:lnTo>
                <a:lnTo>
                  <a:pt x="417" y="252"/>
                </a:lnTo>
                <a:lnTo>
                  <a:pt x="404" y="249"/>
                </a:lnTo>
                <a:lnTo>
                  <a:pt x="394" y="246"/>
                </a:lnTo>
                <a:lnTo>
                  <a:pt x="387" y="245"/>
                </a:lnTo>
                <a:lnTo>
                  <a:pt x="360" y="282"/>
                </a:lnTo>
                <a:lnTo>
                  <a:pt x="360" y="282"/>
                </a:lnTo>
                <a:lnTo>
                  <a:pt x="354" y="296"/>
                </a:lnTo>
                <a:lnTo>
                  <a:pt x="351" y="308"/>
                </a:lnTo>
                <a:lnTo>
                  <a:pt x="347" y="319"/>
                </a:lnTo>
                <a:lnTo>
                  <a:pt x="347" y="319"/>
                </a:lnTo>
                <a:lnTo>
                  <a:pt x="346" y="324"/>
                </a:lnTo>
                <a:lnTo>
                  <a:pt x="346" y="330"/>
                </a:lnTo>
                <a:lnTo>
                  <a:pt x="348" y="341"/>
                </a:lnTo>
                <a:lnTo>
                  <a:pt x="352" y="349"/>
                </a:lnTo>
                <a:lnTo>
                  <a:pt x="353" y="352"/>
                </a:lnTo>
                <a:lnTo>
                  <a:pt x="353" y="352"/>
                </a:lnTo>
                <a:lnTo>
                  <a:pt x="361" y="354"/>
                </a:lnTo>
                <a:lnTo>
                  <a:pt x="376" y="352"/>
                </a:lnTo>
                <a:lnTo>
                  <a:pt x="386" y="351"/>
                </a:lnTo>
                <a:lnTo>
                  <a:pt x="393" y="350"/>
                </a:lnTo>
                <a:lnTo>
                  <a:pt x="399" y="347"/>
                </a:lnTo>
                <a:lnTo>
                  <a:pt x="400" y="345"/>
                </a:lnTo>
                <a:lnTo>
                  <a:pt x="400" y="343"/>
                </a:lnTo>
                <a:lnTo>
                  <a:pt x="400" y="343"/>
                </a:lnTo>
                <a:lnTo>
                  <a:pt x="399" y="334"/>
                </a:lnTo>
                <a:lnTo>
                  <a:pt x="397" y="328"/>
                </a:lnTo>
                <a:lnTo>
                  <a:pt x="394" y="323"/>
                </a:lnTo>
                <a:lnTo>
                  <a:pt x="387" y="299"/>
                </a:lnTo>
                <a:lnTo>
                  <a:pt x="387" y="299"/>
                </a:lnTo>
                <a:lnTo>
                  <a:pt x="393" y="297"/>
                </a:lnTo>
                <a:lnTo>
                  <a:pt x="401" y="295"/>
                </a:lnTo>
                <a:lnTo>
                  <a:pt x="412" y="291"/>
                </a:lnTo>
                <a:lnTo>
                  <a:pt x="427" y="289"/>
                </a:lnTo>
                <a:lnTo>
                  <a:pt x="446" y="288"/>
                </a:lnTo>
                <a:lnTo>
                  <a:pt x="470" y="288"/>
                </a:lnTo>
                <a:lnTo>
                  <a:pt x="498" y="289"/>
                </a:lnTo>
                <a:lnTo>
                  <a:pt x="498" y="289"/>
                </a:lnTo>
                <a:lnTo>
                  <a:pt x="512" y="291"/>
                </a:lnTo>
                <a:lnTo>
                  <a:pt x="523" y="293"/>
                </a:lnTo>
                <a:lnTo>
                  <a:pt x="532" y="297"/>
                </a:lnTo>
                <a:lnTo>
                  <a:pt x="540" y="302"/>
                </a:lnTo>
                <a:lnTo>
                  <a:pt x="546" y="308"/>
                </a:lnTo>
                <a:lnTo>
                  <a:pt x="551" y="312"/>
                </a:lnTo>
                <a:lnTo>
                  <a:pt x="555" y="319"/>
                </a:lnTo>
                <a:lnTo>
                  <a:pt x="558" y="325"/>
                </a:lnTo>
                <a:lnTo>
                  <a:pt x="562" y="337"/>
                </a:lnTo>
                <a:lnTo>
                  <a:pt x="566" y="349"/>
                </a:lnTo>
                <a:lnTo>
                  <a:pt x="569" y="355"/>
                </a:lnTo>
                <a:lnTo>
                  <a:pt x="572" y="360"/>
                </a:lnTo>
                <a:lnTo>
                  <a:pt x="576" y="363"/>
                </a:lnTo>
                <a:lnTo>
                  <a:pt x="582" y="367"/>
                </a:lnTo>
                <a:lnTo>
                  <a:pt x="582" y="367"/>
                </a:lnTo>
                <a:lnTo>
                  <a:pt x="588" y="369"/>
                </a:lnTo>
                <a:lnTo>
                  <a:pt x="590" y="372"/>
                </a:lnTo>
                <a:lnTo>
                  <a:pt x="592" y="377"/>
                </a:lnTo>
                <a:lnTo>
                  <a:pt x="591" y="382"/>
                </a:lnTo>
                <a:lnTo>
                  <a:pt x="590" y="387"/>
                </a:lnTo>
                <a:lnTo>
                  <a:pt x="588" y="393"/>
                </a:lnTo>
                <a:lnTo>
                  <a:pt x="579" y="405"/>
                </a:lnTo>
                <a:lnTo>
                  <a:pt x="569" y="417"/>
                </a:lnTo>
                <a:lnTo>
                  <a:pt x="558" y="430"/>
                </a:lnTo>
                <a:lnTo>
                  <a:pt x="549" y="443"/>
                </a:lnTo>
                <a:lnTo>
                  <a:pt x="542" y="454"/>
                </a:lnTo>
                <a:lnTo>
                  <a:pt x="542" y="454"/>
                </a:lnTo>
                <a:lnTo>
                  <a:pt x="539" y="457"/>
                </a:lnTo>
                <a:lnTo>
                  <a:pt x="536" y="460"/>
                </a:lnTo>
                <a:lnTo>
                  <a:pt x="533" y="461"/>
                </a:lnTo>
                <a:lnTo>
                  <a:pt x="531" y="460"/>
                </a:lnTo>
                <a:lnTo>
                  <a:pt x="527" y="457"/>
                </a:lnTo>
                <a:lnTo>
                  <a:pt x="525" y="455"/>
                </a:lnTo>
                <a:lnTo>
                  <a:pt x="519" y="447"/>
                </a:lnTo>
                <a:lnTo>
                  <a:pt x="514" y="437"/>
                </a:lnTo>
                <a:lnTo>
                  <a:pt x="511" y="429"/>
                </a:lnTo>
                <a:lnTo>
                  <a:pt x="507" y="420"/>
                </a:lnTo>
                <a:lnTo>
                  <a:pt x="507" y="420"/>
                </a:lnTo>
                <a:lnTo>
                  <a:pt x="511" y="416"/>
                </a:lnTo>
                <a:lnTo>
                  <a:pt x="512" y="413"/>
                </a:lnTo>
                <a:lnTo>
                  <a:pt x="513" y="408"/>
                </a:lnTo>
                <a:lnTo>
                  <a:pt x="513" y="402"/>
                </a:lnTo>
                <a:lnTo>
                  <a:pt x="512" y="400"/>
                </a:lnTo>
                <a:lnTo>
                  <a:pt x="511" y="397"/>
                </a:lnTo>
                <a:lnTo>
                  <a:pt x="509" y="395"/>
                </a:lnTo>
                <a:lnTo>
                  <a:pt x="505" y="393"/>
                </a:lnTo>
                <a:lnTo>
                  <a:pt x="494" y="390"/>
                </a:lnTo>
                <a:lnTo>
                  <a:pt x="494" y="390"/>
                </a:lnTo>
                <a:lnTo>
                  <a:pt x="488" y="389"/>
                </a:lnTo>
                <a:lnTo>
                  <a:pt x="483" y="389"/>
                </a:lnTo>
                <a:lnTo>
                  <a:pt x="478" y="390"/>
                </a:lnTo>
                <a:lnTo>
                  <a:pt x="474" y="393"/>
                </a:lnTo>
                <a:lnTo>
                  <a:pt x="471" y="395"/>
                </a:lnTo>
                <a:lnTo>
                  <a:pt x="467" y="398"/>
                </a:lnTo>
                <a:lnTo>
                  <a:pt x="464" y="405"/>
                </a:lnTo>
                <a:lnTo>
                  <a:pt x="463" y="413"/>
                </a:lnTo>
                <a:lnTo>
                  <a:pt x="463" y="418"/>
                </a:lnTo>
                <a:lnTo>
                  <a:pt x="464" y="421"/>
                </a:lnTo>
                <a:lnTo>
                  <a:pt x="466" y="423"/>
                </a:lnTo>
                <a:lnTo>
                  <a:pt x="468" y="423"/>
                </a:lnTo>
                <a:lnTo>
                  <a:pt x="471" y="423"/>
                </a:lnTo>
                <a:lnTo>
                  <a:pt x="471" y="423"/>
                </a:lnTo>
                <a:lnTo>
                  <a:pt x="477" y="423"/>
                </a:lnTo>
                <a:lnTo>
                  <a:pt x="481" y="426"/>
                </a:lnTo>
                <a:lnTo>
                  <a:pt x="485" y="429"/>
                </a:lnTo>
                <a:lnTo>
                  <a:pt x="487" y="434"/>
                </a:lnTo>
                <a:lnTo>
                  <a:pt x="488" y="441"/>
                </a:lnTo>
                <a:lnTo>
                  <a:pt x="488" y="447"/>
                </a:lnTo>
                <a:lnTo>
                  <a:pt x="488" y="454"/>
                </a:lnTo>
                <a:lnTo>
                  <a:pt x="487" y="461"/>
                </a:lnTo>
                <a:lnTo>
                  <a:pt x="487" y="461"/>
                </a:lnTo>
                <a:lnTo>
                  <a:pt x="485" y="474"/>
                </a:lnTo>
                <a:lnTo>
                  <a:pt x="483" y="489"/>
                </a:lnTo>
                <a:lnTo>
                  <a:pt x="478" y="509"/>
                </a:lnTo>
                <a:lnTo>
                  <a:pt x="473" y="521"/>
                </a:lnTo>
                <a:lnTo>
                  <a:pt x="467" y="534"/>
                </a:lnTo>
                <a:lnTo>
                  <a:pt x="467" y="534"/>
                </a:lnTo>
                <a:lnTo>
                  <a:pt x="464" y="541"/>
                </a:lnTo>
                <a:lnTo>
                  <a:pt x="459" y="547"/>
                </a:lnTo>
                <a:lnTo>
                  <a:pt x="454" y="552"/>
                </a:lnTo>
                <a:lnTo>
                  <a:pt x="448" y="555"/>
                </a:lnTo>
                <a:lnTo>
                  <a:pt x="434" y="562"/>
                </a:lnTo>
                <a:lnTo>
                  <a:pt x="421" y="567"/>
                </a:lnTo>
                <a:lnTo>
                  <a:pt x="408" y="569"/>
                </a:lnTo>
                <a:lnTo>
                  <a:pt x="398" y="571"/>
                </a:lnTo>
                <a:lnTo>
                  <a:pt x="387" y="572"/>
                </a:lnTo>
                <a:lnTo>
                  <a:pt x="387" y="572"/>
                </a:lnTo>
                <a:lnTo>
                  <a:pt x="393" y="582"/>
                </a:lnTo>
                <a:lnTo>
                  <a:pt x="407" y="608"/>
                </a:lnTo>
                <a:lnTo>
                  <a:pt x="407" y="608"/>
                </a:lnTo>
                <a:lnTo>
                  <a:pt x="409" y="617"/>
                </a:lnTo>
                <a:lnTo>
                  <a:pt x="411" y="627"/>
                </a:lnTo>
                <a:lnTo>
                  <a:pt x="411" y="639"/>
                </a:lnTo>
                <a:lnTo>
                  <a:pt x="409" y="651"/>
                </a:lnTo>
                <a:lnTo>
                  <a:pt x="406" y="673"/>
                </a:lnTo>
                <a:lnTo>
                  <a:pt x="404" y="689"/>
                </a:lnTo>
                <a:lnTo>
                  <a:pt x="404" y="689"/>
                </a:lnTo>
                <a:lnTo>
                  <a:pt x="404" y="691"/>
                </a:lnTo>
                <a:lnTo>
                  <a:pt x="402" y="692"/>
                </a:lnTo>
                <a:lnTo>
                  <a:pt x="400" y="692"/>
                </a:lnTo>
                <a:lnTo>
                  <a:pt x="398" y="691"/>
                </a:lnTo>
                <a:lnTo>
                  <a:pt x="391" y="686"/>
                </a:lnTo>
                <a:lnTo>
                  <a:pt x="382" y="678"/>
                </a:lnTo>
                <a:lnTo>
                  <a:pt x="374" y="668"/>
                </a:lnTo>
                <a:lnTo>
                  <a:pt x="367" y="657"/>
                </a:lnTo>
                <a:lnTo>
                  <a:pt x="361" y="645"/>
                </a:lnTo>
                <a:lnTo>
                  <a:pt x="356" y="632"/>
                </a:lnTo>
                <a:lnTo>
                  <a:pt x="356" y="632"/>
                </a:lnTo>
                <a:lnTo>
                  <a:pt x="354" y="621"/>
                </a:lnTo>
                <a:lnTo>
                  <a:pt x="349" y="614"/>
                </a:lnTo>
                <a:lnTo>
                  <a:pt x="345" y="611"/>
                </a:lnTo>
                <a:lnTo>
                  <a:pt x="339" y="610"/>
                </a:lnTo>
                <a:lnTo>
                  <a:pt x="333" y="610"/>
                </a:lnTo>
                <a:lnTo>
                  <a:pt x="327" y="611"/>
                </a:lnTo>
                <a:lnTo>
                  <a:pt x="316" y="614"/>
                </a:lnTo>
                <a:lnTo>
                  <a:pt x="316" y="614"/>
                </a:lnTo>
                <a:lnTo>
                  <a:pt x="301" y="618"/>
                </a:lnTo>
                <a:lnTo>
                  <a:pt x="282" y="620"/>
                </a:lnTo>
                <a:lnTo>
                  <a:pt x="272" y="620"/>
                </a:lnTo>
                <a:lnTo>
                  <a:pt x="263" y="619"/>
                </a:lnTo>
                <a:lnTo>
                  <a:pt x="256" y="615"/>
                </a:lnTo>
                <a:lnTo>
                  <a:pt x="254" y="613"/>
                </a:lnTo>
                <a:lnTo>
                  <a:pt x="253" y="611"/>
                </a:lnTo>
                <a:lnTo>
                  <a:pt x="253" y="611"/>
                </a:lnTo>
                <a:lnTo>
                  <a:pt x="250" y="608"/>
                </a:lnTo>
                <a:lnTo>
                  <a:pt x="248" y="607"/>
                </a:lnTo>
                <a:lnTo>
                  <a:pt x="243" y="607"/>
                </a:lnTo>
                <a:lnTo>
                  <a:pt x="239" y="608"/>
                </a:lnTo>
                <a:lnTo>
                  <a:pt x="228" y="614"/>
                </a:lnTo>
                <a:lnTo>
                  <a:pt x="214" y="621"/>
                </a:lnTo>
                <a:lnTo>
                  <a:pt x="188" y="639"/>
                </a:lnTo>
                <a:lnTo>
                  <a:pt x="169" y="652"/>
                </a:lnTo>
                <a:lnTo>
                  <a:pt x="169" y="652"/>
                </a:lnTo>
                <a:lnTo>
                  <a:pt x="163" y="657"/>
                </a:lnTo>
                <a:lnTo>
                  <a:pt x="161" y="661"/>
                </a:lnTo>
                <a:lnTo>
                  <a:pt x="160" y="667"/>
                </a:lnTo>
                <a:lnTo>
                  <a:pt x="161" y="673"/>
                </a:lnTo>
                <a:lnTo>
                  <a:pt x="163" y="677"/>
                </a:lnTo>
                <a:lnTo>
                  <a:pt x="169" y="679"/>
                </a:lnTo>
                <a:lnTo>
                  <a:pt x="172" y="679"/>
                </a:lnTo>
                <a:lnTo>
                  <a:pt x="176" y="679"/>
                </a:lnTo>
                <a:lnTo>
                  <a:pt x="185" y="676"/>
                </a:lnTo>
                <a:lnTo>
                  <a:pt x="185" y="676"/>
                </a:lnTo>
                <a:lnTo>
                  <a:pt x="195" y="672"/>
                </a:lnTo>
                <a:lnTo>
                  <a:pt x="204" y="670"/>
                </a:lnTo>
                <a:lnTo>
                  <a:pt x="213" y="670"/>
                </a:lnTo>
                <a:lnTo>
                  <a:pt x="220" y="672"/>
                </a:lnTo>
                <a:lnTo>
                  <a:pt x="226" y="677"/>
                </a:lnTo>
                <a:lnTo>
                  <a:pt x="229" y="683"/>
                </a:lnTo>
                <a:lnTo>
                  <a:pt x="230" y="690"/>
                </a:lnTo>
                <a:lnTo>
                  <a:pt x="229" y="699"/>
                </a:lnTo>
                <a:lnTo>
                  <a:pt x="229" y="699"/>
                </a:lnTo>
                <a:lnTo>
                  <a:pt x="228" y="704"/>
                </a:lnTo>
                <a:lnTo>
                  <a:pt x="226" y="707"/>
                </a:lnTo>
                <a:lnTo>
                  <a:pt x="221" y="712"/>
                </a:lnTo>
                <a:lnTo>
                  <a:pt x="215" y="714"/>
                </a:lnTo>
                <a:lnTo>
                  <a:pt x="210" y="717"/>
                </a:lnTo>
                <a:lnTo>
                  <a:pt x="205" y="717"/>
                </a:lnTo>
                <a:lnTo>
                  <a:pt x="201" y="718"/>
                </a:lnTo>
                <a:lnTo>
                  <a:pt x="198" y="722"/>
                </a:lnTo>
                <a:lnTo>
                  <a:pt x="198" y="726"/>
                </a:lnTo>
                <a:lnTo>
                  <a:pt x="198" y="726"/>
                </a:lnTo>
                <a:lnTo>
                  <a:pt x="201" y="732"/>
                </a:lnTo>
                <a:lnTo>
                  <a:pt x="204" y="739"/>
                </a:lnTo>
                <a:lnTo>
                  <a:pt x="216" y="752"/>
                </a:lnTo>
                <a:lnTo>
                  <a:pt x="228" y="766"/>
                </a:lnTo>
                <a:lnTo>
                  <a:pt x="233" y="775"/>
                </a:lnTo>
                <a:lnTo>
                  <a:pt x="236" y="783"/>
                </a:lnTo>
                <a:lnTo>
                  <a:pt x="236" y="783"/>
                </a:lnTo>
                <a:lnTo>
                  <a:pt x="237" y="786"/>
                </a:lnTo>
                <a:lnTo>
                  <a:pt x="241" y="790"/>
                </a:lnTo>
                <a:lnTo>
                  <a:pt x="244" y="791"/>
                </a:lnTo>
                <a:lnTo>
                  <a:pt x="250" y="791"/>
                </a:lnTo>
                <a:lnTo>
                  <a:pt x="262" y="790"/>
                </a:lnTo>
                <a:lnTo>
                  <a:pt x="276" y="785"/>
                </a:lnTo>
                <a:lnTo>
                  <a:pt x="290" y="780"/>
                </a:lnTo>
                <a:lnTo>
                  <a:pt x="305" y="773"/>
                </a:lnTo>
                <a:lnTo>
                  <a:pt x="327" y="763"/>
                </a:lnTo>
                <a:lnTo>
                  <a:pt x="327" y="763"/>
                </a:lnTo>
                <a:lnTo>
                  <a:pt x="335" y="759"/>
                </a:lnTo>
                <a:lnTo>
                  <a:pt x="347" y="756"/>
                </a:lnTo>
                <a:lnTo>
                  <a:pt x="360" y="753"/>
                </a:lnTo>
                <a:lnTo>
                  <a:pt x="373" y="752"/>
                </a:lnTo>
                <a:lnTo>
                  <a:pt x="386" y="753"/>
                </a:lnTo>
                <a:lnTo>
                  <a:pt x="392" y="755"/>
                </a:lnTo>
                <a:lnTo>
                  <a:pt x="398" y="756"/>
                </a:lnTo>
                <a:lnTo>
                  <a:pt x="402" y="758"/>
                </a:lnTo>
                <a:lnTo>
                  <a:pt x="406" y="762"/>
                </a:lnTo>
                <a:lnTo>
                  <a:pt x="408" y="765"/>
                </a:lnTo>
                <a:lnTo>
                  <a:pt x="411" y="770"/>
                </a:lnTo>
                <a:lnTo>
                  <a:pt x="411" y="770"/>
                </a:lnTo>
                <a:lnTo>
                  <a:pt x="413" y="775"/>
                </a:lnTo>
                <a:lnTo>
                  <a:pt x="415" y="779"/>
                </a:lnTo>
                <a:lnTo>
                  <a:pt x="420" y="784"/>
                </a:lnTo>
                <a:lnTo>
                  <a:pt x="426" y="789"/>
                </a:lnTo>
                <a:lnTo>
                  <a:pt x="440" y="798"/>
                </a:lnTo>
                <a:lnTo>
                  <a:pt x="457" y="805"/>
                </a:lnTo>
                <a:lnTo>
                  <a:pt x="474" y="812"/>
                </a:lnTo>
                <a:lnTo>
                  <a:pt x="491" y="819"/>
                </a:lnTo>
                <a:lnTo>
                  <a:pt x="516" y="826"/>
                </a:lnTo>
                <a:lnTo>
                  <a:pt x="516" y="826"/>
                </a:lnTo>
                <a:lnTo>
                  <a:pt x="538" y="831"/>
                </a:lnTo>
                <a:lnTo>
                  <a:pt x="564" y="838"/>
                </a:lnTo>
                <a:lnTo>
                  <a:pt x="577" y="842"/>
                </a:lnTo>
                <a:lnTo>
                  <a:pt x="590" y="848"/>
                </a:lnTo>
                <a:lnTo>
                  <a:pt x="603" y="855"/>
                </a:lnTo>
                <a:lnTo>
                  <a:pt x="613" y="864"/>
                </a:lnTo>
                <a:lnTo>
                  <a:pt x="613" y="864"/>
                </a:lnTo>
                <a:lnTo>
                  <a:pt x="618" y="869"/>
                </a:lnTo>
                <a:lnTo>
                  <a:pt x="621" y="875"/>
                </a:lnTo>
                <a:lnTo>
                  <a:pt x="622" y="881"/>
                </a:lnTo>
                <a:lnTo>
                  <a:pt x="622" y="888"/>
                </a:lnTo>
                <a:lnTo>
                  <a:pt x="621" y="894"/>
                </a:lnTo>
                <a:lnTo>
                  <a:pt x="619" y="901"/>
                </a:lnTo>
                <a:lnTo>
                  <a:pt x="613" y="915"/>
                </a:lnTo>
                <a:lnTo>
                  <a:pt x="606" y="928"/>
                </a:lnTo>
                <a:lnTo>
                  <a:pt x="599" y="940"/>
                </a:lnTo>
                <a:lnTo>
                  <a:pt x="593" y="950"/>
                </a:lnTo>
                <a:lnTo>
                  <a:pt x="590" y="957"/>
                </a:lnTo>
                <a:lnTo>
                  <a:pt x="590" y="957"/>
                </a:lnTo>
                <a:close/>
                <a:moveTo>
                  <a:pt x="730" y="171"/>
                </a:moveTo>
                <a:lnTo>
                  <a:pt x="730" y="171"/>
                </a:lnTo>
                <a:lnTo>
                  <a:pt x="729" y="178"/>
                </a:lnTo>
                <a:lnTo>
                  <a:pt x="727" y="185"/>
                </a:lnTo>
                <a:lnTo>
                  <a:pt x="718" y="199"/>
                </a:lnTo>
                <a:lnTo>
                  <a:pt x="709" y="213"/>
                </a:lnTo>
                <a:lnTo>
                  <a:pt x="698" y="227"/>
                </a:lnTo>
                <a:lnTo>
                  <a:pt x="689" y="240"/>
                </a:lnTo>
                <a:lnTo>
                  <a:pt x="681" y="252"/>
                </a:lnTo>
                <a:lnTo>
                  <a:pt x="675" y="262"/>
                </a:lnTo>
                <a:lnTo>
                  <a:pt x="675" y="266"/>
                </a:lnTo>
                <a:lnTo>
                  <a:pt x="675" y="269"/>
                </a:lnTo>
                <a:lnTo>
                  <a:pt x="675" y="269"/>
                </a:lnTo>
                <a:lnTo>
                  <a:pt x="677" y="278"/>
                </a:lnTo>
                <a:lnTo>
                  <a:pt x="677" y="292"/>
                </a:lnTo>
                <a:lnTo>
                  <a:pt x="677" y="309"/>
                </a:lnTo>
                <a:lnTo>
                  <a:pt x="674" y="326"/>
                </a:lnTo>
                <a:lnTo>
                  <a:pt x="671" y="334"/>
                </a:lnTo>
                <a:lnTo>
                  <a:pt x="668" y="341"/>
                </a:lnTo>
                <a:lnTo>
                  <a:pt x="664" y="345"/>
                </a:lnTo>
                <a:lnTo>
                  <a:pt x="659" y="349"/>
                </a:lnTo>
                <a:lnTo>
                  <a:pt x="655" y="350"/>
                </a:lnTo>
                <a:lnTo>
                  <a:pt x="648" y="348"/>
                </a:lnTo>
                <a:lnTo>
                  <a:pt x="641" y="344"/>
                </a:lnTo>
                <a:lnTo>
                  <a:pt x="632" y="336"/>
                </a:lnTo>
                <a:lnTo>
                  <a:pt x="632" y="336"/>
                </a:lnTo>
                <a:lnTo>
                  <a:pt x="615" y="316"/>
                </a:lnTo>
                <a:lnTo>
                  <a:pt x="598" y="296"/>
                </a:lnTo>
                <a:lnTo>
                  <a:pt x="582" y="273"/>
                </a:lnTo>
                <a:lnTo>
                  <a:pt x="567" y="252"/>
                </a:lnTo>
                <a:lnTo>
                  <a:pt x="557" y="232"/>
                </a:lnTo>
                <a:lnTo>
                  <a:pt x="547" y="212"/>
                </a:lnTo>
                <a:lnTo>
                  <a:pt x="545" y="204"/>
                </a:lnTo>
                <a:lnTo>
                  <a:pt x="543" y="196"/>
                </a:lnTo>
                <a:lnTo>
                  <a:pt x="542" y="189"/>
                </a:lnTo>
                <a:lnTo>
                  <a:pt x="542" y="181"/>
                </a:lnTo>
                <a:lnTo>
                  <a:pt x="542" y="181"/>
                </a:lnTo>
                <a:lnTo>
                  <a:pt x="544" y="152"/>
                </a:lnTo>
                <a:lnTo>
                  <a:pt x="544" y="152"/>
                </a:lnTo>
                <a:lnTo>
                  <a:pt x="558" y="141"/>
                </a:lnTo>
                <a:lnTo>
                  <a:pt x="575" y="131"/>
                </a:lnTo>
                <a:lnTo>
                  <a:pt x="592" y="122"/>
                </a:lnTo>
                <a:lnTo>
                  <a:pt x="610" y="117"/>
                </a:lnTo>
                <a:lnTo>
                  <a:pt x="630" y="111"/>
                </a:lnTo>
                <a:lnTo>
                  <a:pt x="649" y="107"/>
                </a:lnTo>
                <a:lnTo>
                  <a:pt x="669" y="105"/>
                </a:lnTo>
                <a:lnTo>
                  <a:pt x="688" y="104"/>
                </a:lnTo>
                <a:lnTo>
                  <a:pt x="707" y="102"/>
                </a:lnTo>
                <a:lnTo>
                  <a:pt x="723" y="102"/>
                </a:lnTo>
                <a:lnTo>
                  <a:pt x="740" y="104"/>
                </a:lnTo>
                <a:lnTo>
                  <a:pt x="754" y="105"/>
                </a:lnTo>
                <a:lnTo>
                  <a:pt x="766" y="107"/>
                </a:lnTo>
                <a:lnTo>
                  <a:pt x="775" y="110"/>
                </a:lnTo>
                <a:lnTo>
                  <a:pt x="781" y="112"/>
                </a:lnTo>
                <a:lnTo>
                  <a:pt x="784" y="115"/>
                </a:lnTo>
                <a:lnTo>
                  <a:pt x="784" y="115"/>
                </a:lnTo>
                <a:lnTo>
                  <a:pt x="781" y="121"/>
                </a:lnTo>
                <a:lnTo>
                  <a:pt x="776" y="126"/>
                </a:lnTo>
                <a:lnTo>
                  <a:pt x="768" y="133"/>
                </a:lnTo>
                <a:lnTo>
                  <a:pt x="760" y="139"/>
                </a:lnTo>
                <a:lnTo>
                  <a:pt x="751" y="144"/>
                </a:lnTo>
                <a:lnTo>
                  <a:pt x="743" y="147"/>
                </a:lnTo>
                <a:lnTo>
                  <a:pt x="737" y="153"/>
                </a:lnTo>
                <a:lnTo>
                  <a:pt x="734" y="157"/>
                </a:lnTo>
                <a:lnTo>
                  <a:pt x="733" y="160"/>
                </a:lnTo>
                <a:lnTo>
                  <a:pt x="730" y="165"/>
                </a:lnTo>
                <a:lnTo>
                  <a:pt x="730" y="171"/>
                </a:lnTo>
                <a:lnTo>
                  <a:pt x="730" y="171"/>
                </a:lnTo>
                <a:close/>
                <a:moveTo>
                  <a:pt x="807" y="370"/>
                </a:moveTo>
                <a:lnTo>
                  <a:pt x="807" y="370"/>
                </a:lnTo>
                <a:lnTo>
                  <a:pt x="806" y="367"/>
                </a:lnTo>
                <a:lnTo>
                  <a:pt x="806" y="364"/>
                </a:lnTo>
                <a:lnTo>
                  <a:pt x="806" y="361"/>
                </a:lnTo>
                <a:lnTo>
                  <a:pt x="807" y="358"/>
                </a:lnTo>
                <a:lnTo>
                  <a:pt x="810" y="354"/>
                </a:lnTo>
                <a:lnTo>
                  <a:pt x="815" y="350"/>
                </a:lnTo>
                <a:lnTo>
                  <a:pt x="826" y="344"/>
                </a:lnTo>
                <a:lnTo>
                  <a:pt x="830" y="343"/>
                </a:lnTo>
                <a:lnTo>
                  <a:pt x="830" y="343"/>
                </a:lnTo>
                <a:lnTo>
                  <a:pt x="839" y="345"/>
                </a:lnTo>
                <a:lnTo>
                  <a:pt x="846" y="348"/>
                </a:lnTo>
                <a:lnTo>
                  <a:pt x="850" y="350"/>
                </a:lnTo>
                <a:lnTo>
                  <a:pt x="855" y="354"/>
                </a:lnTo>
                <a:lnTo>
                  <a:pt x="858" y="358"/>
                </a:lnTo>
                <a:lnTo>
                  <a:pt x="860" y="362"/>
                </a:lnTo>
                <a:lnTo>
                  <a:pt x="862" y="365"/>
                </a:lnTo>
                <a:lnTo>
                  <a:pt x="862" y="370"/>
                </a:lnTo>
                <a:lnTo>
                  <a:pt x="862" y="378"/>
                </a:lnTo>
                <a:lnTo>
                  <a:pt x="860" y="387"/>
                </a:lnTo>
                <a:lnTo>
                  <a:pt x="856" y="400"/>
                </a:lnTo>
                <a:lnTo>
                  <a:pt x="856" y="400"/>
                </a:lnTo>
                <a:lnTo>
                  <a:pt x="855" y="402"/>
                </a:lnTo>
                <a:lnTo>
                  <a:pt x="854" y="403"/>
                </a:lnTo>
                <a:lnTo>
                  <a:pt x="852" y="403"/>
                </a:lnTo>
                <a:lnTo>
                  <a:pt x="848" y="403"/>
                </a:lnTo>
                <a:lnTo>
                  <a:pt x="842" y="401"/>
                </a:lnTo>
                <a:lnTo>
                  <a:pt x="834" y="396"/>
                </a:lnTo>
                <a:lnTo>
                  <a:pt x="826" y="390"/>
                </a:lnTo>
                <a:lnTo>
                  <a:pt x="819" y="383"/>
                </a:lnTo>
                <a:lnTo>
                  <a:pt x="812" y="376"/>
                </a:lnTo>
                <a:lnTo>
                  <a:pt x="807" y="370"/>
                </a:lnTo>
                <a:lnTo>
                  <a:pt x="807" y="370"/>
                </a:lnTo>
                <a:close/>
                <a:moveTo>
                  <a:pt x="1339" y="771"/>
                </a:moveTo>
                <a:lnTo>
                  <a:pt x="1339" y="771"/>
                </a:lnTo>
                <a:lnTo>
                  <a:pt x="1343" y="777"/>
                </a:lnTo>
                <a:lnTo>
                  <a:pt x="1348" y="783"/>
                </a:lnTo>
                <a:lnTo>
                  <a:pt x="1355" y="790"/>
                </a:lnTo>
                <a:lnTo>
                  <a:pt x="1365" y="796"/>
                </a:lnTo>
                <a:lnTo>
                  <a:pt x="1375" y="802"/>
                </a:lnTo>
                <a:lnTo>
                  <a:pt x="1388" y="805"/>
                </a:lnTo>
                <a:lnTo>
                  <a:pt x="1394" y="806"/>
                </a:lnTo>
                <a:lnTo>
                  <a:pt x="1401" y="806"/>
                </a:lnTo>
                <a:lnTo>
                  <a:pt x="1401" y="806"/>
                </a:lnTo>
                <a:lnTo>
                  <a:pt x="1398" y="832"/>
                </a:lnTo>
                <a:lnTo>
                  <a:pt x="1394" y="858"/>
                </a:lnTo>
                <a:lnTo>
                  <a:pt x="1389" y="883"/>
                </a:lnTo>
                <a:lnTo>
                  <a:pt x="1382" y="907"/>
                </a:lnTo>
                <a:lnTo>
                  <a:pt x="1376" y="930"/>
                </a:lnTo>
                <a:lnTo>
                  <a:pt x="1368" y="954"/>
                </a:lnTo>
                <a:lnTo>
                  <a:pt x="1360" y="976"/>
                </a:lnTo>
                <a:lnTo>
                  <a:pt x="1350" y="997"/>
                </a:lnTo>
                <a:lnTo>
                  <a:pt x="1341" y="1019"/>
                </a:lnTo>
                <a:lnTo>
                  <a:pt x="1330" y="1039"/>
                </a:lnTo>
                <a:lnTo>
                  <a:pt x="1308" y="1076"/>
                </a:lnTo>
                <a:lnTo>
                  <a:pt x="1286" y="1111"/>
                </a:lnTo>
                <a:lnTo>
                  <a:pt x="1262" y="1143"/>
                </a:lnTo>
                <a:lnTo>
                  <a:pt x="1240" y="1171"/>
                </a:lnTo>
                <a:lnTo>
                  <a:pt x="1217" y="1197"/>
                </a:lnTo>
                <a:lnTo>
                  <a:pt x="1197" y="1218"/>
                </a:lnTo>
                <a:lnTo>
                  <a:pt x="1179" y="1236"/>
                </a:lnTo>
                <a:lnTo>
                  <a:pt x="1152" y="1260"/>
                </a:lnTo>
                <a:lnTo>
                  <a:pt x="1142" y="1269"/>
                </a:lnTo>
                <a:lnTo>
                  <a:pt x="1142" y="1269"/>
                </a:lnTo>
                <a:lnTo>
                  <a:pt x="1136" y="1262"/>
                </a:lnTo>
                <a:lnTo>
                  <a:pt x="1131" y="1256"/>
                </a:lnTo>
                <a:lnTo>
                  <a:pt x="1128" y="1249"/>
                </a:lnTo>
                <a:lnTo>
                  <a:pt x="1124" y="1243"/>
                </a:lnTo>
                <a:lnTo>
                  <a:pt x="1120" y="1231"/>
                </a:lnTo>
                <a:lnTo>
                  <a:pt x="1119" y="1222"/>
                </a:lnTo>
                <a:lnTo>
                  <a:pt x="1120" y="1213"/>
                </a:lnTo>
                <a:lnTo>
                  <a:pt x="1122" y="1206"/>
                </a:lnTo>
                <a:lnTo>
                  <a:pt x="1124" y="1201"/>
                </a:lnTo>
                <a:lnTo>
                  <a:pt x="1145" y="1147"/>
                </a:lnTo>
                <a:lnTo>
                  <a:pt x="1151" y="1056"/>
                </a:lnTo>
                <a:lnTo>
                  <a:pt x="1151" y="1056"/>
                </a:lnTo>
                <a:lnTo>
                  <a:pt x="1151" y="1053"/>
                </a:lnTo>
                <a:lnTo>
                  <a:pt x="1148" y="1042"/>
                </a:lnTo>
                <a:lnTo>
                  <a:pt x="1143" y="1029"/>
                </a:lnTo>
                <a:lnTo>
                  <a:pt x="1139" y="1022"/>
                </a:lnTo>
                <a:lnTo>
                  <a:pt x="1135" y="1015"/>
                </a:lnTo>
                <a:lnTo>
                  <a:pt x="1129" y="1008"/>
                </a:lnTo>
                <a:lnTo>
                  <a:pt x="1122" y="1003"/>
                </a:lnTo>
                <a:lnTo>
                  <a:pt x="1113" y="999"/>
                </a:lnTo>
                <a:lnTo>
                  <a:pt x="1104" y="996"/>
                </a:lnTo>
                <a:lnTo>
                  <a:pt x="1093" y="995"/>
                </a:lnTo>
                <a:lnTo>
                  <a:pt x="1080" y="996"/>
                </a:lnTo>
                <a:lnTo>
                  <a:pt x="1066" y="1000"/>
                </a:lnTo>
                <a:lnTo>
                  <a:pt x="1050" y="1007"/>
                </a:lnTo>
                <a:lnTo>
                  <a:pt x="1050" y="1007"/>
                </a:lnTo>
                <a:lnTo>
                  <a:pt x="1020" y="1016"/>
                </a:lnTo>
                <a:lnTo>
                  <a:pt x="999" y="1023"/>
                </a:lnTo>
                <a:lnTo>
                  <a:pt x="985" y="1029"/>
                </a:lnTo>
                <a:lnTo>
                  <a:pt x="974" y="1035"/>
                </a:lnTo>
                <a:lnTo>
                  <a:pt x="962" y="1040"/>
                </a:lnTo>
                <a:lnTo>
                  <a:pt x="948" y="1045"/>
                </a:lnTo>
                <a:lnTo>
                  <a:pt x="927" y="1047"/>
                </a:lnTo>
                <a:lnTo>
                  <a:pt x="896" y="1051"/>
                </a:lnTo>
                <a:lnTo>
                  <a:pt x="896" y="1051"/>
                </a:lnTo>
                <a:lnTo>
                  <a:pt x="888" y="1051"/>
                </a:lnTo>
                <a:lnTo>
                  <a:pt x="880" y="1049"/>
                </a:lnTo>
                <a:lnTo>
                  <a:pt x="873" y="1047"/>
                </a:lnTo>
                <a:lnTo>
                  <a:pt x="866" y="1043"/>
                </a:lnTo>
                <a:lnTo>
                  <a:pt x="860" y="1040"/>
                </a:lnTo>
                <a:lnTo>
                  <a:pt x="855" y="1035"/>
                </a:lnTo>
                <a:lnTo>
                  <a:pt x="850" y="1029"/>
                </a:lnTo>
                <a:lnTo>
                  <a:pt x="846" y="1023"/>
                </a:lnTo>
                <a:lnTo>
                  <a:pt x="840" y="1009"/>
                </a:lnTo>
                <a:lnTo>
                  <a:pt x="835" y="993"/>
                </a:lnTo>
                <a:lnTo>
                  <a:pt x="832" y="976"/>
                </a:lnTo>
                <a:lnTo>
                  <a:pt x="830" y="957"/>
                </a:lnTo>
                <a:lnTo>
                  <a:pt x="829" y="940"/>
                </a:lnTo>
                <a:lnTo>
                  <a:pt x="829" y="922"/>
                </a:lnTo>
                <a:lnTo>
                  <a:pt x="832" y="891"/>
                </a:lnTo>
                <a:lnTo>
                  <a:pt x="835" y="869"/>
                </a:lnTo>
                <a:lnTo>
                  <a:pt x="836" y="861"/>
                </a:lnTo>
                <a:lnTo>
                  <a:pt x="836" y="861"/>
                </a:lnTo>
                <a:lnTo>
                  <a:pt x="835" y="835"/>
                </a:lnTo>
                <a:lnTo>
                  <a:pt x="835" y="816"/>
                </a:lnTo>
                <a:lnTo>
                  <a:pt x="836" y="803"/>
                </a:lnTo>
                <a:lnTo>
                  <a:pt x="839" y="792"/>
                </a:lnTo>
                <a:lnTo>
                  <a:pt x="843" y="771"/>
                </a:lnTo>
                <a:lnTo>
                  <a:pt x="845" y="757"/>
                </a:lnTo>
                <a:lnTo>
                  <a:pt x="845" y="737"/>
                </a:lnTo>
                <a:lnTo>
                  <a:pt x="845" y="737"/>
                </a:lnTo>
                <a:lnTo>
                  <a:pt x="846" y="732"/>
                </a:lnTo>
                <a:lnTo>
                  <a:pt x="847" y="726"/>
                </a:lnTo>
                <a:lnTo>
                  <a:pt x="850" y="722"/>
                </a:lnTo>
                <a:lnTo>
                  <a:pt x="854" y="718"/>
                </a:lnTo>
                <a:lnTo>
                  <a:pt x="859" y="714"/>
                </a:lnTo>
                <a:lnTo>
                  <a:pt x="865" y="711"/>
                </a:lnTo>
                <a:lnTo>
                  <a:pt x="878" y="706"/>
                </a:lnTo>
                <a:lnTo>
                  <a:pt x="893" y="703"/>
                </a:lnTo>
                <a:lnTo>
                  <a:pt x="911" y="701"/>
                </a:lnTo>
                <a:lnTo>
                  <a:pt x="929" y="700"/>
                </a:lnTo>
                <a:lnTo>
                  <a:pt x="948" y="700"/>
                </a:lnTo>
                <a:lnTo>
                  <a:pt x="986" y="703"/>
                </a:lnTo>
                <a:lnTo>
                  <a:pt x="1019" y="706"/>
                </a:lnTo>
                <a:lnTo>
                  <a:pt x="1051" y="710"/>
                </a:lnTo>
                <a:lnTo>
                  <a:pt x="1051" y="710"/>
                </a:lnTo>
                <a:lnTo>
                  <a:pt x="1076" y="725"/>
                </a:lnTo>
                <a:lnTo>
                  <a:pt x="1097" y="736"/>
                </a:lnTo>
                <a:lnTo>
                  <a:pt x="1116" y="742"/>
                </a:lnTo>
                <a:lnTo>
                  <a:pt x="1132" y="745"/>
                </a:lnTo>
                <a:lnTo>
                  <a:pt x="1146" y="745"/>
                </a:lnTo>
                <a:lnTo>
                  <a:pt x="1158" y="743"/>
                </a:lnTo>
                <a:lnTo>
                  <a:pt x="1169" y="739"/>
                </a:lnTo>
                <a:lnTo>
                  <a:pt x="1178" y="733"/>
                </a:lnTo>
                <a:lnTo>
                  <a:pt x="1185" y="727"/>
                </a:lnTo>
                <a:lnTo>
                  <a:pt x="1191" y="720"/>
                </a:lnTo>
                <a:lnTo>
                  <a:pt x="1196" y="713"/>
                </a:lnTo>
                <a:lnTo>
                  <a:pt x="1198" y="706"/>
                </a:lnTo>
                <a:lnTo>
                  <a:pt x="1203" y="694"/>
                </a:lnTo>
                <a:lnTo>
                  <a:pt x="1204" y="690"/>
                </a:lnTo>
                <a:lnTo>
                  <a:pt x="1302" y="654"/>
                </a:lnTo>
                <a:lnTo>
                  <a:pt x="1311" y="610"/>
                </a:lnTo>
                <a:lnTo>
                  <a:pt x="1257" y="547"/>
                </a:lnTo>
                <a:lnTo>
                  <a:pt x="1177" y="510"/>
                </a:lnTo>
                <a:lnTo>
                  <a:pt x="1177" y="510"/>
                </a:lnTo>
                <a:lnTo>
                  <a:pt x="1171" y="515"/>
                </a:lnTo>
                <a:lnTo>
                  <a:pt x="1166" y="521"/>
                </a:lnTo>
                <a:lnTo>
                  <a:pt x="1163" y="529"/>
                </a:lnTo>
                <a:lnTo>
                  <a:pt x="1162" y="535"/>
                </a:lnTo>
                <a:lnTo>
                  <a:pt x="1161" y="541"/>
                </a:lnTo>
                <a:lnTo>
                  <a:pt x="1161" y="547"/>
                </a:lnTo>
                <a:lnTo>
                  <a:pt x="1162" y="555"/>
                </a:lnTo>
                <a:lnTo>
                  <a:pt x="1163" y="562"/>
                </a:lnTo>
                <a:lnTo>
                  <a:pt x="1166" y="572"/>
                </a:lnTo>
                <a:lnTo>
                  <a:pt x="1171" y="581"/>
                </a:lnTo>
                <a:lnTo>
                  <a:pt x="1177" y="592"/>
                </a:lnTo>
                <a:lnTo>
                  <a:pt x="1177" y="592"/>
                </a:lnTo>
                <a:lnTo>
                  <a:pt x="1175" y="601"/>
                </a:lnTo>
                <a:lnTo>
                  <a:pt x="1171" y="611"/>
                </a:lnTo>
                <a:lnTo>
                  <a:pt x="1166" y="622"/>
                </a:lnTo>
                <a:lnTo>
                  <a:pt x="1161" y="632"/>
                </a:lnTo>
                <a:lnTo>
                  <a:pt x="1157" y="635"/>
                </a:lnTo>
                <a:lnTo>
                  <a:pt x="1153" y="639"/>
                </a:lnTo>
                <a:lnTo>
                  <a:pt x="1150" y="641"/>
                </a:lnTo>
                <a:lnTo>
                  <a:pt x="1145" y="643"/>
                </a:lnTo>
                <a:lnTo>
                  <a:pt x="1139" y="641"/>
                </a:lnTo>
                <a:lnTo>
                  <a:pt x="1135" y="640"/>
                </a:lnTo>
                <a:lnTo>
                  <a:pt x="1051" y="538"/>
                </a:lnTo>
                <a:lnTo>
                  <a:pt x="1051" y="538"/>
                </a:lnTo>
                <a:lnTo>
                  <a:pt x="1046" y="546"/>
                </a:lnTo>
                <a:lnTo>
                  <a:pt x="1032" y="565"/>
                </a:lnTo>
                <a:lnTo>
                  <a:pt x="1021" y="578"/>
                </a:lnTo>
                <a:lnTo>
                  <a:pt x="1008" y="589"/>
                </a:lnTo>
                <a:lnTo>
                  <a:pt x="994" y="602"/>
                </a:lnTo>
                <a:lnTo>
                  <a:pt x="979" y="613"/>
                </a:lnTo>
                <a:lnTo>
                  <a:pt x="979" y="613"/>
                </a:lnTo>
                <a:lnTo>
                  <a:pt x="970" y="618"/>
                </a:lnTo>
                <a:lnTo>
                  <a:pt x="960" y="620"/>
                </a:lnTo>
                <a:lnTo>
                  <a:pt x="951" y="622"/>
                </a:lnTo>
                <a:lnTo>
                  <a:pt x="940" y="624"/>
                </a:lnTo>
                <a:lnTo>
                  <a:pt x="931" y="625"/>
                </a:lnTo>
                <a:lnTo>
                  <a:pt x="920" y="625"/>
                </a:lnTo>
                <a:lnTo>
                  <a:pt x="901" y="622"/>
                </a:lnTo>
                <a:lnTo>
                  <a:pt x="883" y="619"/>
                </a:lnTo>
                <a:lnTo>
                  <a:pt x="871" y="615"/>
                </a:lnTo>
                <a:lnTo>
                  <a:pt x="858" y="612"/>
                </a:lnTo>
                <a:lnTo>
                  <a:pt x="858" y="612"/>
                </a:lnTo>
                <a:lnTo>
                  <a:pt x="854" y="599"/>
                </a:lnTo>
                <a:lnTo>
                  <a:pt x="852" y="586"/>
                </a:lnTo>
                <a:lnTo>
                  <a:pt x="850" y="571"/>
                </a:lnTo>
                <a:lnTo>
                  <a:pt x="852" y="562"/>
                </a:lnTo>
                <a:lnTo>
                  <a:pt x="852" y="554"/>
                </a:lnTo>
                <a:lnTo>
                  <a:pt x="854" y="546"/>
                </a:lnTo>
                <a:lnTo>
                  <a:pt x="856" y="538"/>
                </a:lnTo>
                <a:lnTo>
                  <a:pt x="860" y="529"/>
                </a:lnTo>
                <a:lnTo>
                  <a:pt x="866" y="523"/>
                </a:lnTo>
                <a:lnTo>
                  <a:pt x="872" y="518"/>
                </a:lnTo>
                <a:lnTo>
                  <a:pt x="880" y="512"/>
                </a:lnTo>
                <a:lnTo>
                  <a:pt x="950" y="510"/>
                </a:lnTo>
                <a:lnTo>
                  <a:pt x="950" y="510"/>
                </a:lnTo>
                <a:lnTo>
                  <a:pt x="947" y="505"/>
                </a:lnTo>
                <a:lnTo>
                  <a:pt x="944" y="487"/>
                </a:lnTo>
                <a:lnTo>
                  <a:pt x="941" y="475"/>
                </a:lnTo>
                <a:lnTo>
                  <a:pt x="941" y="462"/>
                </a:lnTo>
                <a:lnTo>
                  <a:pt x="941" y="449"/>
                </a:lnTo>
                <a:lnTo>
                  <a:pt x="944" y="436"/>
                </a:lnTo>
                <a:lnTo>
                  <a:pt x="944" y="436"/>
                </a:lnTo>
                <a:lnTo>
                  <a:pt x="946" y="430"/>
                </a:lnTo>
                <a:lnTo>
                  <a:pt x="947" y="426"/>
                </a:lnTo>
                <a:lnTo>
                  <a:pt x="950" y="422"/>
                </a:lnTo>
                <a:lnTo>
                  <a:pt x="953" y="420"/>
                </a:lnTo>
                <a:lnTo>
                  <a:pt x="955" y="418"/>
                </a:lnTo>
                <a:lnTo>
                  <a:pt x="959" y="417"/>
                </a:lnTo>
                <a:lnTo>
                  <a:pt x="966" y="416"/>
                </a:lnTo>
                <a:lnTo>
                  <a:pt x="974" y="416"/>
                </a:lnTo>
                <a:lnTo>
                  <a:pt x="985" y="416"/>
                </a:lnTo>
                <a:lnTo>
                  <a:pt x="990" y="414"/>
                </a:lnTo>
                <a:lnTo>
                  <a:pt x="995" y="411"/>
                </a:lnTo>
                <a:lnTo>
                  <a:pt x="1003" y="409"/>
                </a:lnTo>
                <a:lnTo>
                  <a:pt x="1008" y="404"/>
                </a:lnTo>
                <a:lnTo>
                  <a:pt x="1008" y="404"/>
                </a:lnTo>
                <a:lnTo>
                  <a:pt x="1016" y="401"/>
                </a:lnTo>
                <a:lnTo>
                  <a:pt x="1021" y="398"/>
                </a:lnTo>
                <a:lnTo>
                  <a:pt x="1029" y="400"/>
                </a:lnTo>
                <a:lnTo>
                  <a:pt x="1034" y="401"/>
                </a:lnTo>
                <a:lnTo>
                  <a:pt x="1040" y="404"/>
                </a:lnTo>
                <a:lnTo>
                  <a:pt x="1046" y="409"/>
                </a:lnTo>
                <a:lnTo>
                  <a:pt x="1059" y="420"/>
                </a:lnTo>
                <a:lnTo>
                  <a:pt x="1072" y="431"/>
                </a:lnTo>
                <a:lnTo>
                  <a:pt x="1080" y="436"/>
                </a:lnTo>
                <a:lnTo>
                  <a:pt x="1087" y="441"/>
                </a:lnTo>
                <a:lnTo>
                  <a:pt x="1096" y="446"/>
                </a:lnTo>
                <a:lnTo>
                  <a:pt x="1104" y="448"/>
                </a:lnTo>
                <a:lnTo>
                  <a:pt x="1113" y="449"/>
                </a:lnTo>
                <a:lnTo>
                  <a:pt x="1123" y="448"/>
                </a:lnTo>
                <a:lnTo>
                  <a:pt x="1123" y="448"/>
                </a:lnTo>
                <a:lnTo>
                  <a:pt x="1139" y="444"/>
                </a:lnTo>
                <a:lnTo>
                  <a:pt x="1150" y="441"/>
                </a:lnTo>
                <a:lnTo>
                  <a:pt x="1157" y="437"/>
                </a:lnTo>
                <a:lnTo>
                  <a:pt x="1161" y="434"/>
                </a:lnTo>
                <a:lnTo>
                  <a:pt x="1164" y="429"/>
                </a:lnTo>
                <a:lnTo>
                  <a:pt x="1169" y="424"/>
                </a:lnTo>
                <a:lnTo>
                  <a:pt x="1175" y="418"/>
                </a:lnTo>
                <a:lnTo>
                  <a:pt x="1185" y="413"/>
                </a:lnTo>
                <a:lnTo>
                  <a:pt x="1185" y="413"/>
                </a:lnTo>
                <a:lnTo>
                  <a:pt x="1192" y="410"/>
                </a:lnTo>
                <a:lnTo>
                  <a:pt x="1198" y="409"/>
                </a:lnTo>
                <a:lnTo>
                  <a:pt x="1205" y="409"/>
                </a:lnTo>
                <a:lnTo>
                  <a:pt x="1211" y="410"/>
                </a:lnTo>
                <a:lnTo>
                  <a:pt x="1216" y="413"/>
                </a:lnTo>
                <a:lnTo>
                  <a:pt x="1222" y="416"/>
                </a:lnTo>
                <a:lnTo>
                  <a:pt x="1230" y="423"/>
                </a:lnTo>
                <a:lnTo>
                  <a:pt x="1238" y="431"/>
                </a:lnTo>
                <a:lnTo>
                  <a:pt x="1244" y="440"/>
                </a:lnTo>
                <a:lnTo>
                  <a:pt x="1249" y="448"/>
                </a:lnTo>
                <a:lnTo>
                  <a:pt x="1320" y="457"/>
                </a:lnTo>
                <a:lnTo>
                  <a:pt x="1320" y="457"/>
                </a:lnTo>
                <a:lnTo>
                  <a:pt x="1313" y="437"/>
                </a:lnTo>
                <a:lnTo>
                  <a:pt x="1295" y="394"/>
                </a:lnTo>
                <a:lnTo>
                  <a:pt x="1284" y="369"/>
                </a:lnTo>
                <a:lnTo>
                  <a:pt x="1275" y="347"/>
                </a:lnTo>
                <a:lnTo>
                  <a:pt x="1266" y="329"/>
                </a:lnTo>
                <a:lnTo>
                  <a:pt x="1261" y="322"/>
                </a:lnTo>
                <a:lnTo>
                  <a:pt x="1258" y="318"/>
                </a:lnTo>
                <a:lnTo>
                  <a:pt x="1258" y="318"/>
                </a:lnTo>
                <a:lnTo>
                  <a:pt x="1255" y="317"/>
                </a:lnTo>
                <a:lnTo>
                  <a:pt x="1253" y="318"/>
                </a:lnTo>
                <a:lnTo>
                  <a:pt x="1253" y="318"/>
                </a:lnTo>
                <a:lnTo>
                  <a:pt x="1254" y="317"/>
                </a:lnTo>
                <a:lnTo>
                  <a:pt x="1255" y="316"/>
                </a:lnTo>
                <a:lnTo>
                  <a:pt x="1258" y="318"/>
                </a:lnTo>
                <a:lnTo>
                  <a:pt x="1258" y="318"/>
                </a:lnTo>
                <a:lnTo>
                  <a:pt x="1262" y="319"/>
                </a:lnTo>
                <a:lnTo>
                  <a:pt x="1267" y="322"/>
                </a:lnTo>
                <a:lnTo>
                  <a:pt x="1277" y="331"/>
                </a:lnTo>
                <a:lnTo>
                  <a:pt x="1290" y="345"/>
                </a:lnTo>
                <a:lnTo>
                  <a:pt x="1303" y="363"/>
                </a:lnTo>
                <a:lnTo>
                  <a:pt x="1319" y="384"/>
                </a:lnTo>
                <a:lnTo>
                  <a:pt x="1333" y="409"/>
                </a:lnTo>
                <a:lnTo>
                  <a:pt x="1347" y="437"/>
                </a:lnTo>
                <a:lnTo>
                  <a:pt x="1361" y="467"/>
                </a:lnTo>
                <a:lnTo>
                  <a:pt x="1374" y="497"/>
                </a:lnTo>
                <a:lnTo>
                  <a:pt x="1386" y="529"/>
                </a:lnTo>
                <a:lnTo>
                  <a:pt x="1395" y="562"/>
                </a:lnTo>
                <a:lnTo>
                  <a:pt x="1402" y="597"/>
                </a:lnTo>
                <a:lnTo>
                  <a:pt x="1406" y="613"/>
                </a:lnTo>
                <a:lnTo>
                  <a:pt x="1407" y="628"/>
                </a:lnTo>
                <a:lnTo>
                  <a:pt x="1408" y="645"/>
                </a:lnTo>
                <a:lnTo>
                  <a:pt x="1409" y="660"/>
                </a:lnTo>
                <a:lnTo>
                  <a:pt x="1408" y="677"/>
                </a:lnTo>
                <a:lnTo>
                  <a:pt x="1407" y="691"/>
                </a:lnTo>
                <a:lnTo>
                  <a:pt x="1405" y="706"/>
                </a:lnTo>
                <a:lnTo>
                  <a:pt x="1401" y="720"/>
                </a:lnTo>
                <a:lnTo>
                  <a:pt x="1401" y="720"/>
                </a:lnTo>
                <a:lnTo>
                  <a:pt x="1374" y="709"/>
                </a:lnTo>
                <a:lnTo>
                  <a:pt x="1284" y="709"/>
                </a:lnTo>
                <a:lnTo>
                  <a:pt x="1339" y="77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Strategy</a:t>
            </a:r>
          </a:p>
        </p:txBody>
      </p:sp>
      <p:sp>
        <p:nvSpPr>
          <p:cNvPr id="29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Strategy 2</a:t>
            </a:r>
          </a:p>
        </p:txBody>
      </p:sp>
      <p:sp>
        <p:nvSpPr>
          <p:cNvPr id="30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Apartment Building</a:t>
            </a:r>
          </a:p>
        </p:txBody>
      </p:sp>
      <p:sp>
        <p:nvSpPr>
          <p:cNvPr id="31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Companies</a:t>
            </a: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Vault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Archive</a:t>
            </a:r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File Cabinet</a:t>
            </a: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Bandaid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Post Card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Alart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Alart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2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Alarm / Bell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Alarm / Bell 2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Robot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Globe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3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#4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8" name="Freeform 7"/>
          <p:cNvSpPr>
            <a:spLocks noChangeAspect="1" noEditPoints="1"/>
          </p:cNvSpPr>
          <p:nvPr/>
        </p:nvSpPr>
        <p:spPr bwMode="auto">
          <a:xfrm>
            <a:off x="1229360" y="1232756"/>
            <a:ext cx="807316" cy="1080000"/>
          </a:xfrm>
          <a:custGeom>
            <a:avLst/>
            <a:gdLst>
              <a:gd name="T0" fmla="*/ 378 w 1129"/>
              <a:gd name="T1" fmla="*/ 1072 h 1509"/>
              <a:gd name="T2" fmla="*/ 517 w 1129"/>
              <a:gd name="T3" fmla="*/ 1071 h 1509"/>
              <a:gd name="T4" fmla="*/ 649 w 1129"/>
              <a:gd name="T5" fmla="*/ 1036 h 1509"/>
              <a:gd name="T6" fmla="*/ 765 w 1129"/>
              <a:gd name="T7" fmla="*/ 968 h 1509"/>
              <a:gd name="T8" fmla="*/ 855 w 1129"/>
              <a:gd name="T9" fmla="*/ 871 h 1509"/>
              <a:gd name="T10" fmla="*/ 915 w 1129"/>
              <a:gd name="T11" fmla="*/ 751 h 1509"/>
              <a:gd name="T12" fmla="*/ 937 w 1129"/>
              <a:gd name="T13" fmla="*/ 615 h 1509"/>
              <a:gd name="T14" fmla="*/ 918 w 1129"/>
              <a:gd name="T15" fmla="*/ 486 h 1509"/>
              <a:gd name="T16" fmla="*/ 848 w 1129"/>
              <a:gd name="T17" fmla="*/ 352 h 1509"/>
              <a:gd name="T18" fmla="*/ 760 w 1129"/>
              <a:gd name="T19" fmla="*/ 264 h 1509"/>
              <a:gd name="T20" fmla="*/ 799 w 1129"/>
              <a:gd name="T21" fmla="*/ 166 h 1509"/>
              <a:gd name="T22" fmla="*/ 914 w 1129"/>
              <a:gd name="T23" fmla="*/ 277 h 1509"/>
              <a:gd name="T24" fmla="*/ 1009 w 1129"/>
              <a:gd name="T25" fmla="*/ 446 h 1509"/>
              <a:gd name="T26" fmla="*/ 1036 w 1129"/>
              <a:gd name="T27" fmla="*/ 610 h 1509"/>
              <a:gd name="T28" fmla="*/ 1009 w 1129"/>
              <a:gd name="T29" fmla="*/ 775 h 1509"/>
              <a:gd name="T30" fmla="*/ 937 w 1129"/>
              <a:gd name="T31" fmla="*/ 922 h 1509"/>
              <a:gd name="T32" fmla="*/ 826 w 1129"/>
              <a:gd name="T33" fmla="*/ 1042 h 1509"/>
              <a:gd name="T34" fmla="*/ 686 w 1129"/>
              <a:gd name="T35" fmla="*/ 1128 h 1509"/>
              <a:gd name="T36" fmla="*/ 525 w 1129"/>
              <a:gd name="T37" fmla="*/ 1171 h 1509"/>
              <a:gd name="T38" fmla="*/ 380 w 1129"/>
              <a:gd name="T39" fmla="*/ 1167 h 1509"/>
              <a:gd name="T40" fmla="*/ 293 w 1129"/>
              <a:gd name="T41" fmla="*/ 1051 h 1509"/>
              <a:gd name="T42" fmla="*/ 127 w 1129"/>
              <a:gd name="T43" fmla="*/ 1055 h 1509"/>
              <a:gd name="T44" fmla="*/ 88 w 1129"/>
              <a:gd name="T45" fmla="*/ 1042 h 1509"/>
              <a:gd name="T46" fmla="*/ 51 w 1129"/>
              <a:gd name="T47" fmla="*/ 1059 h 1509"/>
              <a:gd name="T48" fmla="*/ 54 w 1129"/>
              <a:gd name="T49" fmla="*/ 1097 h 1509"/>
              <a:gd name="T50" fmla="*/ 117 w 1129"/>
              <a:gd name="T51" fmla="*/ 1150 h 1509"/>
              <a:gd name="T52" fmla="*/ 243 w 1129"/>
              <a:gd name="T53" fmla="*/ 1218 h 1509"/>
              <a:gd name="T54" fmla="*/ 382 w 1129"/>
              <a:gd name="T55" fmla="*/ 1259 h 1509"/>
              <a:gd name="T56" fmla="*/ 287 w 1129"/>
              <a:gd name="T57" fmla="*/ 1469 h 1509"/>
              <a:gd name="T58" fmla="*/ 263 w 1129"/>
              <a:gd name="T59" fmla="*/ 1500 h 1509"/>
              <a:gd name="T60" fmla="*/ 649 w 1129"/>
              <a:gd name="T61" fmla="*/ 1508 h 1509"/>
              <a:gd name="T62" fmla="*/ 677 w 1129"/>
              <a:gd name="T63" fmla="*/ 1496 h 1509"/>
              <a:gd name="T64" fmla="*/ 644 w 1129"/>
              <a:gd name="T65" fmla="*/ 1460 h 1509"/>
              <a:gd name="T66" fmla="*/ 557 w 1129"/>
              <a:gd name="T67" fmla="*/ 1260 h 1509"/>
              <a:gd name="T68" fmla="*/ 730 w 1129"/>
              <a:gd name="T69" fmla="*/ 1207 h 1509"/>
              <a:gd name="T70" fmla="*/ 882 w 1129"/>
              <a:gd name="T71" fmla="*/ 1110 h 1509"/>
              <a:gd name="T72" fmla="*/ 1006 w 1129"/>
              <a:gd name="T73" fmla="*/ 977 h 1509"/>
              <a:gd name="T74" fmla="*/ 1091 w 1129"/>
              <a:gd name="T75" fmla="*/ 818 h 1509"/>
              <a:gd name="T76" fmla="*/ 1129 w 1129"/>
              <a:gd name="T77" fmla="*/ 640 h 1509"/>
              <a:gd name="T78" fmla="*/ 1121 w 1129"/>
              <a:gd name="T79" fmla="*/ 506 h 1509"/>
              <a:gd name="T80" fmla="*/ 1075 w 1129"/>
              <a:gd name="T81" fmla="*/ 361 h 1509"/>
              <a:gd name="T82" fmla="*/ 997 w 1129"/>
              <a:gd name="T83" fmla="*/ 232 h 1509"/>
              <a:gd name="T84" fmla="*/ 892 w 1129"/>
              <a:gd name="T85" fmla="*/ 125 h 1509"/>
              <a:gd name="T86" fmla="*/ 767 w 1129"/>
              <a:gd name="T87" fmla="*/ 42 h 1509"/>
              <a:gd name="T88" fmla="*/ 663 w 1129"/>
              <a:gd name="T89" fmla="*/ 1 h 1509"/>
              <a:gd name="T90" fmla="*/ 627 w 1129"/>
              <a:gd name="T91" fmla="*/ 10 h 1509"/>
              <a:gd name="T92" fmla="*/ 618 w 1129"/>
              <a:gd name="T93" fmla="*/ 53 h 1509"/>
              <a:gd name="T94" fmla="*/ 643 w 1129"/>
              <a:gd name="T95" fmla="*/ 85 h 1509"/>
              <a:gd name="T96" fmla="*/ 694 w 1129"/>
              <a:gd name="T97" fmla="*/ 219 h 1509"/>
              <a:gd name="T98" fmla="*/ 558 w 1129"/>
              <a:gd name="T99" fmla="*/ 168 h 1509"/>
              <a:gd name="T100" fmla="*/ 423 w 1129"/>
              <a:gd name="T101" fmla="*/ 160 h 1509"/>
              <a:gd name="T102" fmla="*/ 291 w 1129"/>
              <a:gd name="T103" fmla="*/ 193 h 1509"/>
              <a:gd name="T104" fmla="*/ 174 w 1129"/>
              <a:gd name="T105" fmla="*/ 262 h 1509"/>
              <a:gd name="T106" fmla="*/ 82 w 1129"/>
              <a:gd name="T107" fmla="*/ 360 h 1509"/>
              <a:gd name="T108" fmla="*/ 22 w 1129"/>
              <a:gd name="T109" fmla="*/ 479 h 1509"/>
              <a:gd name="T110" fmla="*/ 0 w 1129"/>
              <a:gd name="T111" fmla="*/ 615 h 1509"/>
              <a:gd name="T112" fmla="*/ 29 w 1129"/>
              <a:gd name="T113" fmla="*/ 765 h 1509"/>
              <a:gd name="T114" fmla="*/ 124 w 1129"/>
              <a:gd name="T115" fmla="*/ 921 h 1509"/>
              <a:gd name="T116" fmla="*/ 184 w 1129"/>
              <a:gd name="T117" fmla="*/ 1095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29" h="1509">
                <a:moveTo>
                  <a:pt x="293" y="1051"/>
                </a:moveTo>
                <a:lnTo>
                  <a:pt x="293" y="1051"/>
                </a:lnTo>
                <a:lnTo>
                  <a:pt x="315" y="1059"/>
                </a:lnTo>
                <a:lnTo>
                  <a:pt x="336" y="1066"/>
                </a:lnTo>
                <a:lnTo>
                  <a:pt x="357" y="1069"/>
                </a:lnTo>
                <a:lnTo>
                  <a:pt x="378" y="1072"/>
                </a:lnTo>
                <a:lnTo>
                  <a:pt x="399" y="1073"/>
                </a:lnTo>
                <a:lnTo>
                  <a:pt x="421" y="1073"/>
                </a:lnTo>
                <a:lnTo>
                  <a:pt x="470" y="1073"/>
                </a:lnTo>
                <a:lnTo>
                  <a:pt x="470" y="1073"/>
                </a:lnTo>
                <a:lnTo>
                  <a:pt x="493" y="1072"/>
                </a:lnTo>
                <a:lnTo>
                  <a:pt x="517" y="1071"/>
                </a:lnTo>
                <a:lnTo>
                  <a:pt x="539" y="1067"/>
                </a:lnTo>
                <a:lnTo>
                  <a:pt x="563" y="1064"/>
                </a:lnTo>
                <a:lnTo>
                  <a:pt x="585" y="1059"/>
                </a:lnTo>
                <a:lnTo>
                  <a:pt x="607" y="1052"/>
                </a:lnTo>
                <a:lnTo>
                  <a:pt x="629" y="1045"/>
                </a:lnTo>
                <a:lnTo>
                  <a:pt x="649" y="1036"/>
                </a:lnTo>
                <a:lnTo>
                  <a:pt x="670" y="1028"/>
                </a:lnTo>
                <a:lnTo>
                  <a:pt x="690" y="1018"/>
                </a:lnTo>
                <a:lnTo>
                  <a:pt x="709" y="1007"/>
                </a:lnTo>
                <a:lnTo>
                  <a:pt x="729" y="995"/>
                </a:lnTo>
                <a:lnTo>
                  <a:pt x="747" y="982"/>
                </a:lnTo>
                <a:lnTo>
                  <a:pt x="765" y="968"/>
                </a:lnTo>
                <a:lnTo>
                  <a:pt x="782" y="954"/>
                </a:lnTo>
                <a:lnTo>
                  <a:pt x="798" y="939"/>
                </a:lnTo>
                <a:lnTo>
                  <a:pt x="814" y="923"/>
                </a:lnTo>
                <a:lnTo>
                  <a:pt x="828" y="907"/>
                </a:lnTo>
                <a:lnTo>
                  <a:pt x="842" y="889"/>
                </a:lnTo>
                <a:lnTo>
                  <a:pt x="855" y="871"/>
                </a:lnTo>
                <a:lnTo>
                  <a:pt x="868" y="852"/>
                </a:lnTo>
                <a:lnTo>
                  <a:pt x="879" y="834"/>
                </a:lnTo>
                <a:lnTo>
                  <a:pt x="889" y="814"/>
                </a:lnTo>
                <a:lnTo>
                  <a:pt x="899" y="793"/>
                </a:lnTo>
                <a:lnTo>
                  <a:pt x="907" y="772"/>
                </a:lnTo>
                <a:lnTo>
                  <a:pt x="915" y="751"/>
                </a:lnTo>
                <a:lnTo>
                  <a:pt x="921" y="730"/>
                </a:lnTo>
                <a:lnTo>
                  <a:pt x="927" y="707"/>
                </a:lnTo>
                <a:lnTo>
                  <a:pt x="931" y="685"/>
                </a:lnTo>
                <a:lnTo>
                  <a:pt x="934" y="663"/>
                </a:lnTo>
                <a:lnTo>
                  <a:pt x="935" y="639"/>
                </a:lnTo>
                <a:lnTo>
                  <a:pt x="937" y="615"/>
                </a:lnTo>
                <a:lnTo>
                  <a:pt x="937" y="615"/>
                </a:lnTo>
                <a:lnTo>
                  <a:pt x="935" y="588"/>
                </a:lnTo>
                <a:lnTo>
                  <a:pt x="933" y="561"/>
                </a:lnTo>
                <a:lnTo>
                  <a:pt x="930" y="535"/>
                </a:lnTo>
                <a:lnTo>
                  <a:pt x="924" y="510"/>
                </a:lnTo>
                <a:lnTo>
                  <a:pt x="918" y="486"/>
                </a:lnTo>
                <a:lnTo>
                  <a:pt x="910" y="462"/>
                </a:lnTo>
                <a:lnTo>
                  <a:pt x="899" y="439"/>
                </a:lnTo>
                <a:lnTo>
                  <a:pt x="888" y="416"/>
                </a:lnTo>
                <a:lnTo>
                  <a:pt x="877" y="394"/>
                </a:lnTo>
                <a:lnTo>
                  <a:pt x="864" y="372"/>
                </a:lnTo>
                <a:lnTo>
                  <a:pt x="848" y="352"/>
                </a:lnTo>
                <a:lnTo>
                  <a:pt x="833" y="334"/>
                </a:lnTo>
                <a:lnTo>
                  <a:pt x="816" y="315"/>
                </a:lnTo>
                <a:lnTo>
                  <a:pt x="799" y="297"/>
                </a:lnTo>
                <a:lnTo>
                  <a:pt x="780" y="279"/>
                </a:lnTo>
                <a:lnTo>
                  <a:pt x="760" y="264"/>
                </a:lnTo>
                <a:lnTo>
                  <a:pt x="760" y="264"/>
                </a:lnTo>
                <a:lnTo>
                  <a:pt x="762" y="256"/>
                </a:lnTo>
                <a:lnTo>
                  <a:pt x="768" y="235"/>
                </a:lnTo>
                <a:lnTo>
                  <a:pt x="773" y="219"/>
                </a:lnTo>
                <a:lnTo>
                  <a:pt x="780" y="203"/>
                </a:lnTo>
                <a:lnTo>
                  <a:pt x="788" y="185"/>
                </a:lnTo>
                <a:lnTo>
                  <a:pt x="799" y="166"/>
                </a:lnTo>
                <a:lnTo>
                  <a:pt x="799" y="166"/>
                </a:lnTo>
                <a:lnTo>
                  <a:pt x="823" y="185"/>
                </a:lnTo>
                <a:lnTo>
                  <a:pt x="848" y="206"/>
                </a:lnTo>
                <a:lnTo>
                  <a:pt x="872" y="229"/>
                </a:lnTo>
                <a:lnTo>
                  <a:pt x="893" y="252"/>
                </a:lnTo>
                <a:lnTo>
                  <a:pt x="914" y="277"/>
                </a:lnTo>
                <a:lnTo>
                  <a:pt x="934" y="303"/>
                </a:lnTo>
                <a:lnTo>
                  <a:pt x="952" y="329"/>
                </a:lnTo>
                <a:lnTo>
                  <a:pt x="968" y="357"/>
                </a:lnTo>
                <a:lnTo>
                  <a:pt x="984" y="385"/>
                </a:lnTo>
                <a:lnTo>
                  <a:pt x="997" y="416"/>
                </a:lnTo>
                <a:lnTo>
                  <a:pt x="1009" y="446"/>
                </a:lnTo>
                <a:lnTo>
                  <a:pt x="1018" y="477"/>
                </a:lnTo>
                <a:lnTo>
                  <a:pt x="1025" y="509"/>
                </a:lnTo>
                <a:lnTo>
                  <a:pt x="1031" y="542"/>
                </a:lnTo>
                <a:lnTo>
                  <a:pt x="1035" y="575"/>
                </a:lnTo>
                <a:lnTo>
                  <a:pt x="1036" y="610"/>
                </a:lnTo>
                <a:lnTo>
                  <a:pt x="1036" y="610"/>
                </a:lnTo>
                <a:lnTo>
                  <a:pt x="1035" y="638"/>
                </a:lnTo>
                <a:lnTo>
                  <a:pt x="1032" y="666"/>
                </a:lnTo>
                <a:lnTo>
                  <a:pt x="1029" y="693"/>
                </a:lnTo>
                <a:lnTo>
                  <a:pt x="1024" y="722"/>
                </a:lnTo>
                <a:lnTo>
                  <a:pt x="1017" y="749"/>
                </a:lnTo>
                <a:lnTo>
                  <a:pt x="1009" y="775"/>
                </a:lnTo>
                <a:lnTo>
                  <a:pt x="1000" y="801"/>
                </a:lnTo>
                <a:lnTo>
                  <a:pt x="990" y="826"/>
                </a:lnTo>
                <a:lnTo>
                  <a:pt x="978" y="851"/>
                </a:lnTo>
                <a:lnTo>
                  <a:pt x="965" y="875"/>
                </a:lnTo>
                <a:lnTo>
                  <a:pt x="952" y="898"/>
                </a:lnTo>
                <a:lnTo>
                  <a:pt x="937" y="922"/>
                </a:lnTo>
                <a:lnTo>
                  <a:pt x="920" y="944"/>
                </a:lnTo>
                <a:lnTo>
                  <a:pt x="904" y="966"/>
                </a:lnTo>
                <a:lnTo>
                  <a:pt x="885" y="986"/>
                </a:lnTo>
                <a:lnTo>
                  <a:pt x="866" y="1006"/>
                </a:lnTo>
                <a:lnTo>
                  <a:pt x="847" y="1025"/>
                </a:lnTo>
                <a:lnTo>
                  <a:pt x="826" y="1042"/>
                </a:lnTo>
                <a:lnTo>
                  <a:pt x="805" y="1060"/>
                </a:lnTo>
                <a:lnTo>
                  <a:pt x="782" y="1075"/>
                </a:lnTo>
                <a:lnTo>
                  <a:pt x="759" y="1091"/>
                </a:lnTo>
                <a:lnTo>
                  <a:pt x="735" y="1105"/>
                </a:lnTo>
                <a:lnTo>
                  <a:pt x="710" y="1117"/>
                </a:lnTo>
                <a:lnTo>
                  <a:pt x="686" y="1128"/>
                </a:lnTo>
                <a:lnTo>
                  <a:pt x="661" y="1139"/>
                </a:lnTo>
                <a:lnTo>
                  <a:pt x="634" y="1147"/>
                </a:lnTo>
                <a:lnTo>
                  <a:pt x="608" y="1156"/>
                </a:lnTo>
                <a:lnTo>
                  <a:pt x="581" y="1163"/>
                </a:lnTo>
                <a:lnTo>
                  <a:pt x="553" y="1167"/>
                </a:lnTo>
                <a:lnTo>
                  <a:pt x="525" y="1171"/>
                </a:lnTo>
                <a:lnTo>
                  <a:pt x="497" y="1173"/>
                </a:lnTo>
                <a:lnTo>
                  <a:pt x="469" y="1173"/>
                </a:lnTo>
                <a:lnTo>
                  <a:pt x="469" y="1173"/>
                </a:lnTo>
                <a:lnTo>
                  <a:pt x="439" y="1173"/>
                </a:lnTo>
                <a:lnTo>
                  <a:pt x="410" y="1171"/>
                </a:lnTo>
                <a:lnTo>
                  <a:pt x="380" y="1167"/>
                </a:lnTo>
                <a:lnTo>
                  <a:pt x="352" y="1161"/>
                </a:lnTo>
                <a:lnTo>
                  <a:pt x="324" y="1154"/>
                </a:lnTo>
                <a:lnTo>
                  <a:pt x="296" y="1146"/>
                </a:lnTo>
                <a:lnTo>
                  <a:pt x="269" y="1137"/>
                </a:lnTo>
                <a:lnTo>
                  <a:pt x="243" y="1126"/>
                </a:lnTo>
                <a:lnTo>
                  <a:pt x="293" y="1051"/>
                </a:lnTo>
                <a:close/>
                <a:moveTo>
                  <a:pt x="184" y="1095"/>
                </a:moveTo>
                <a:lnTo>
                  <a:pt x="184" y="1095"/>
                </a:lnTo>
                <a:lnTo>
                  <a:pt x="168" y="1086"/>
                </a:lnTo>
                <a:lnTo>
                  <a:pt x="155" y="1076"/>
                </a:lnTo>
                <a:lnTo>
                  <a:pt x="127" y="1055"/>
                </a:lnTo>
                <a:lnTo>
                  <a:pt x="127" y="1055"/>
                </a:lnTo>
                <a:lnTo>
                  <a:pt x="120" y="1051"/>
                </a:lnTo>
                <a:lnTo>
                  <a:pt x="114" y="1047"/>
                </a:lnTo>
                <a:lnTo>
                  <a:pt x="107" y="1045"/>
                </a:lnTo>
                <a:lnTo>
                  <a:pt x="99" y="1043"/>
                </a:lnTo>
                <a:lnTo>
                  <a:pt x="94" y="1042"/>
                </a:lnTo>
                <a:lnTo>
                  <a:pt x="88" y="1042"/>
                </a:lnTo>
                <a:lnTo>
                  <a:pt x="77" y="1043"/>
                </a:lnTo>
                <a:lnTo>
                  <a:pt x="68" y="1047"/>
                </a:lnTo>
                <a:lnTo>
                  <a:pt x="61" y="1051"/>
                </a:lnTo>
                <a:lnTo>
                  <a:pt x="55" y="1054"/>
                </a:lnTo>
                <a:lnTo>
                  <a:pt x="55" y="1054"/>
                </a:lnTo>
                <a:lnTo>
                  <a:pt x="51" y="1059"/>
                </a:lnTo>
                <a:lnTo>
                  <a:pt x="49" y="1062"/>
                </a:lnTo>
                <a:lnTo>
                  <a:pt x="48" y="1067"/>
                </a:lnTo>
                <a:lnTo>
                  <a:pt x="46" y="1072"/>
                </a:lnTo>
                <a:lnTo>
                  <a:pt x="48" y="1080"/>
                </a:lnTo>
                <a:lnTo>
                  <a:pt x="50" y="1088"/>
                </a:lnTo>
                <a:lnTo>
                  <a:pt x="54" y="1097"/>
                </a:lnTo>
                <a:lnTo>
                  <a:pt x="57" y="1102"/>
                </a:lnTo>
                <a:lnTo>
                  <a:pt x="62" y="1107"/>
                </a:lnTo>
                <a:lnTo>
                  <a:pt x="62" y="1107"/>
                </a:lnTo>
                <a:lnTo>
                  <a:pt x="79" y="1122"/>
                </a:lnTo>
                <a:lnTo>
                  <a:pt x="98" y="1137"/>
                </a:lnTo>
                <a:lnTo>
                  <a:pt x="117" y="1150"/>
                </a:lnTo>
                <a:lnTo>
                  <a:pt x="137" y="1163"/>
                </a:lnTo>
                <a:lnTo>
                  <a:pt x="157" y="1176"/>
                </a:lnTo>
                <a:lnTo>
                  <a:pt x="178" y="1186"/>
                </a:lnTo>
                <a:lnTo>
                  <a:pt x="200" y="1198"/>
                </a:lnTo>
                <a:lnTo>
                  <a:pt x="221" y="1209"/>
                </a:lnTo>
                <a:lnTo>
                  <a:pt x="243" y="1218"/>
                </a:lnTo>
                <a:lnTo>
                  <a:pt x="266" y="1226"/>
                </a:lnTo>
                <a:lnTo>
                  <a:pt x="289" y="1235"/>
                </a:lnTo>
                <a:lnTo>
                  <a:pt x="312" y="1243"/>
                </a:lnTo>
                <a:lnTo>
                  <a:pt x="335" y="1249"/>
                </a:lnTo>
                <a:lnTo>
                  <a:pt x="359" y="1255"/>
                </a:lnTo>
                <a:lnTo>
                  <a:pt x="382" y="1259"/>
                </a:lnTo>
                <a:lnTo>
                  <a:pt x="407" y="1263"/>
                </a:lnTo>
                <a:lnTo>
                  <a:pt x="407" y="1263"/>
                </a:lnTo>
                <a:lnTo>
                  <a:pt x="407" y="1361"/>
                </a:lnTo>
                <a:lnTo>
                  <a:pt x="302" y="1461"/>
                </a:lnTo>
                <a:lnTo>
                  <a:pt x="302" y="1461"/>
                </a:lnTo>
                <a:lnTo>
                  <a:pt x="287" y="1469"/>
                </a:lnTo>
                <a:lnTo>
                  <a:pt x="276" y="1476"/>
                </a:lnTo>
                <a:lnTo>
                  <a:pt x="269" y="1482"/>
                </a:lnTo>
                <a:lnTo>
                  <a:pt x="263" y="1488"/>
                </a:lnTo>
                <a:lnTo>
                  <a:pt x="262" y="1493"/>
                </a:lnTo>
                <a:lnTo>
                  <a:pt x="261" y="1496"/>
                </a:lnTo>
                <a:lnTo>
                  <a:pt x="263" y="1500"/>
                </a:lnTo>
                <a:lnTo>
                  <a:pt x="266" y="1502"/>
                </a:lnTo>
                <a:lnTo>
                  <a:pt x="269" y="1505"/>
                </a:lnTo>
                <a:lnTo>
                  <a:pt x="274" y="1506"/>
                </a:lnTo>
                <a:lnTo>
                  <a:pt x="285" y="1508"/>
                </a:lnTo>
                <a:lnTo>
                  <a:pt x="295" y="1509"/>
                </a:lnTo>
                <a:lnTo>
                  <a:pt x="649" y="1508"/>
                </a:lnTo>
                <a:lnTo>
                  <a:pt x="649" y="1508"/>
                </a:lnTo>
                <a:lnTo>
                  <a:pt x="660" y="1507"/>
                </a:lnTo>
                <a:lnTo>
                  <a:pt x="668" y="1506"/>
                </a:lnTo>
                <a:lnTo>
                  <a:pt x="674" y="1503"/>
                </a:lnTo>
                <a:lnTo>
                  <a:pt x="676" y="1500"/>
                </a:lnTo>
                <a:lnTo>
                  <a:pt x="677" y="1496"/>
                </a:lnTo>
                <a:lnTo>
                  <a:pt x="677" y="1493"/>
                </a:lnTo>
                <a:lnTo>
                  <a:pt x="675" y="1488"/>
                </a:lnTo>
                <a:lnTo>
                  <a:pt x="671" y="1485"/>
                </a:lnTo>
                <a:lnTo>
                  <a:pt x="663" y="1475"/>
                </a:lnTo>
                <a:lnTo>
                  <a:pt x="655" y="1468"/>
                </a:lnTo>
                <a:lnTo>
                  <a:pt x="644" y="1460"/>
                </a:lnTo>
                <a:lnTo>
                  <a:pt x="526" y="1361"/>
                </a:lnTo>
                <a:lnTo>
                  <a:pt x="526" y="1361"/>
                </a:lnTo>
                <a:lnTo>
                  <a:pt x="526" y="1334"/>
                </a:lnTo>
                <a:lnTo>
                  <a:pt x="528" y="1264"/>
                </a:lnTo>
                <a:lnTo>
                  <a:pt x="528" y="1264"/>
                </a:lnTo>
                <a:lnTo>
                  <a:pt x="557" y="1260"/>
                </a:lnTo>
                <a:lnTo>
                  <a:pt x="586" y="1255"/>
                </a:lnTo>
                <a:lnTo>
                  <a:pt x="616" y="1247"/>
                </a:lnTo>
                <a:lnTo>
                  <a:pt x="645" y="1239"/>
                </a:lnTo>
                <a:lnTo>
                  <a:pt x="674" y="1230"/>
                </a:lnTo>
                <a:lnTo>
                  <a:pt x="702" y="1219"/>
                </a:lnTo>
                <a:lnTo>
                  <a:pt x="730" y="1207"/>
                </a:lnTo>
                <a:lnTo>
                  <a:pt x="757" y="1193"/>
                </a:lnTo>
                <a:lnTo>
                  <a:pt x="783" y="1179"/>
                </a:lnTo>
                <a:lnTo>
                  <a:pt x="809" y="1164"/>
                </a:lnTo>
                <a:lnTo>
                  <a:pt x="834" y="1146"/>
                </a:lnTo>
                <a:lnTo>
                  <a:pt x="859" y="1128"/>
                </a:lnTo>
                <a:lnTo>
                  <a:pt x="882" y="1110"/>
                </a:lnTo>
                <a:lnTo>
                  <a:pt x="906" y="1089"/>
                </a:lnTo>
                <a:lnTo>
                  <a:pt x="927" y="1069"/>
                </a:lnTo>
                <a:lnTo>
                  <a:pt x="948" y="1047"/>
                </a:lnTo>
                <a:lnTo>
                  <a:pt x="968" y="1025"/>
                </a:lnTo>
                <a:lnTo>
                  <a:pt x="989" y="1001"/>
                </a:lnTo>
                <a:lnTo>
                  <a:pt x="1006" y="977"/>
                </a:lnTo>
                <a:lnTo>
                  <a:pt x="1024" y="953"/>
                </a:lnTo>
                <a:lnTo>
                  <a:pt x="1039" y="927"/>
                </a:lnTo>
                <a:lnTo>
                  <a:pt x="1055" y="901"/>
                </a:lnTo>
                <a:lnTo>
                  <a:pt x="1068" y="874"/>
                </a:lnTo>
                <a:lnTo>
                  <a:pt x="1081" y="845"/>
                </a:lnTo>
                <a:lnTo>
                  <a:pt x="1091" y="818"/>
                </a:lnTo>
                <a:lnTo>
                  <a:pt x="1102" y="789"/>
                </a:lnTo>
                <a:lnTo>
                  <a:pt x="1110" y="760"/>
                </a:lnTo>
                <a:lnTo>
                  <a:pt x="1117" y="731"/>
                </a:lnTo>
                <a:lnTo>
                  <a:pt x="1122" y="700"/>
                </a:lnTo>
                <a:lnTo>
                  <a:pt x="1126" y="671"/>
                </a:lnTo>
                <a:lnTo>
                  <a:pt x="1129" y="640"/>
                </a:lnTo>
                <a:lnTo>
                  <a:pt x="1129" y="610"/>
                </a:lnTo>
                <a:lnTo>
                  <a:pt x="1129" y="610"/>
                </a:lnTo>
                <a:lnTo>
                  <a:pt x="1129" y="582"/>
                </a:lnTo>
                <a:lnTo>
                  <a:pt x="1126" y="556"/>
                </a:lnTo>
                <a:lnTo>
                  <a:pt x="1124" y="532"/>
                </a:lnTo>
                <a:lnTo>
                  <a:pt x="1121" y="506"/>
                </a:lnTo>
                <a:lnTo>
                  <a:pt x="1115" y="481"/>
                </a:lnTo>
                <a:lnTo>
                  <a:pt x="1109" y="456"/>
                </a:lnTo>
                <a:lnTo>
                  <a:pt x="1102" y="431"/>
                </a:lnTo>
                <a:lnTo>
                  <a:pt x="1093" y="408"/>
                </a:lnTo>
                <a:lnTo>
                  <a:pt x="1085" y="384"/>
                </a:lnTo>
                <a:lnTo>
                  <a:pt x="1075" y="361"/>
                </a:lnTo>
                <a:lnTo>
                  <a:pt x="1064" y="338"/>
                </a:lnTo>
                <a:lnTo>
                  <a:pt x="1052" y="316"/>
                </a:lnTo>
                <a:lnTo>
                  <a:pt x="1039" y="295"/>
                </a:lnTo>
                <a:lnTo>
                  <a:pt x="1026" y="273"/>
                </a:lnTo>
                <a:lnTo>
                  <a:pt x="1012" y="252"/>
                </a:lnTo>
                <a:lnTo>
                  <a:pt x="997" y="232"/>
                </a:lnTo>
                <a:lnTo>
                  <a:pt x="981" y="212"/>
                </a:lnTo>
                <a:lnTo>
                  <a:pt x="965" y="193"/>
                </a:lnTo>
                <a:lnTo>
                  <a:pt x="947" y="176"/>
                </a:lnTo>
                <a:lnTo>
                  <a:pt x="930" y="158"/>
                </a:lnTo>
                <a:lnTo>
                  <a:pt x="911" y="141"/>
                </a:lnTo>
                <a:lnTo>
                  <a:pt x="892" y="125"/>
                </a:lnTo>
                <a:lnTo>
                  <a:pt x="873" y="110"/>
                </a:lnTo>
                <a:lnTo>
                  <a:pt x="852" y="94"/>
                </a:lnTo>
                <a:lnTo>
                  <a:pt x="832" y="80"/>
                </a:lnTo>
                <a:lnTo>
                  <a:pt x="810" y="67"/>
                </a:lnTo>
                <a:lnTo>
                  <a:pt x="788" y="54"/>
                </a:lnTo>
                <a:lnTo>
                  <a:pt x="767" y="42"/>
                </a:lnTo>
                <a:lnTo>
                  <a:pt x="743" y="32"/>
                </a:lnTo>
                <a:lnTo>
                  <a:pt x="721" y="21"/>
                </a:lnTo>
                <a:lnTo>
                  <a:pt x="697" y="12"/>
                </a:lnTo>
                <a:lnTo>
                  <a:pt x="674" y="3"/>
                </a:lnTo>
                <a:lnTo>
                  <a:pt x="674" y="3"/>
                </a:lnTo>
                <a:lnTo>
                  <a:pt x="663" y="1"/>
                </a:lnTo>
                <a:lnTo>
                  <a:pt x="655" y="0"/>
                </a:lnTo>
                <a:lnTo>
                  <a:pt x="647" y="0"/>
                </a:lnTo>
                <a:lnTo>
                  <a:pt x="641" y="1"/>
                </a:lnTo>
                <a:lnTo>
                  <a:pt x="635" y="3"/>
                </a:lnTo>
                <a:lnTo>
                  <a:pt x="630" y="7"/>
                </a:lnTo>
                <a:lnTo>
                  <a:pt x="627" y="10"/>
                </a:lnTo>
                <a:lnTo>
                  <a:pt x="624" y="14"/>
                </a:lnTo>
                <a:lnTo>
                  <a:pt x="619" y="22"/>
                </a:lnTo>
                <a:lnTo>
                  <a:pt x="618" y="30"/>
                </a:lnTo>
                <a:lnTo>
                  <a:pt x="617" y="39"/>
                </a:lnTo>
                <a:lnTo>
                  <a:pt x="617" y="39"/>
                </a:lnTo>
                <a:lnTo>
                  <a:pt x="618" y="53"/>
                </a:lnTo>
                <a:lnTo>
                  <a:pt x="622" y="64"/>
                </a:lnTo>
                <a:lnTo>
                  <a:pt x="625" y="72"/>
                </a:lnTo>
                <a:lnTo>
                  <a:pt x="630" y="78"/>
                </a:lnTo>
                <a:lnTo>
                  <a:pt x="635" y="81"/>
                </a:lnTo>
                <a:lnTo>
                  <a:pt x="640" y="84"/>
                </a:lnTo>
                <a:lnTo>
                  <a:pt x="643" y="85"/>
                </a:lnTo>
                <a:lnTo>
                  <a:pt x="643" y="85"/>
                </a:lnTo>
                <a:lnTo>
                  <a:pt x="665" y="93"/>
                </a:lnTo>
                <a:lnTo>
                  <a:pt x="687" y="101"/>
                </a:lnTo>
                <a:lnTo>
                  <a:pt x="708" y="111"/>
                </a:lnTo>
                <a:lnTo>
                  <a:pt x="728" y="121"/>
                </a:lnTo>
                <a:lnTo>
                  <a:pt x="694" y="219"/>
                </a:lnTo>
                <a:lnTo>
                  <a:pt x="694" y="219"/>
                </a:lnTo>
                <a:lnTo>
                  <a:pt x="669" y="206"/>
                </a:lnTo>
                <a:lnTo>
                  <a:pt x="643" y="196"/>
                </a:lnTo>
                <a:lnTo>
                  <a:pt x="615" y="185"/>
                </a:lnTo>
                <a:lnTo>
                  <a:pt x="586" y="176"/>
                </a:lnTo>
                <a:lnTo>
                  <a:pt x="558" y="168"/>
                </a:lnTo>
                <a:lnTo>
                  <a:pt x="529" y="163"/>
                </a:lnTo>
                <a:lnTo>
                  <a:pt x="499" y="159"/>
                </a:lnTo>
                <a:lnTo>
                  <a:pt x="470" y="158"/>
                </a:lnTo>
                <a:lnTo>
                  <a:pt x="470" y="158"/>
                </a:lnTo>
                <a:lnTo>
                  <a:pt x="446" y="158"/>
                </a:lnTo>
                <a:lnTo>
                  <a:pt x="423" y="160"/>
                </a:lnTo>
                <a:lnTo>
                  <a:pt x="400" y="163"/>
                </a:lnTo>
                <a:lnTo>
                  <a:pt x="378" y="167"/>
                </a:lnTo>
                <a:lnTo>
                  <a:pt x="355" y="172"/>
                </a:lnTo>
                <a:lnTo>
                  <a:pt x="333" y="178"/>
                </a:lnTo>
                <a:lnTo>
                  <a:pt x="312" y="185"/>
                </a:lnTo>
                <a:lnTo>
                  <a:pt x="291" y="193"/>
                </a:lnTo>
                <a:lnTo>
                  <a:pt x="269" y="203"/>
                </a:lnTo>
                <a:lnTo>
                  <a:pt x="249" y="213"/>
                </a:lnTo>
                <a:lnTo>
                  <a:pt x="229" y="224"/>
                </a:lnTo>
                <a:lnTo>
                  <a:pt x="210" y="236"/>
                </a:lnTo>
                <a:lnTo>
                  <a:pt x="191" y="249"/>
                </a:lnTo>
                <a:lnTo>
                  <a:pt x="174" y="262"/>
                </a:lnTo>
                <a:lnTo>
                  <a:pt x="157" y="277"/>
                </a:lnTo>
                <a:lnTo>
                  <a:pt x="141" y="291"/>
                </a:lnTo>
                <a:lnTo>
                  <a:pt x="124" y="308"/>
                </a:lnTo>
                <a:lnTo>
                  <a:pt x="110" y="324"/>
                </a:lnTo>
                <a:lnTo>
                  <a:pt x="96" y="342"/>
                </a:lnTo>
                <a:lnTo>
                  <a:pt x="82" y="360"/>
                </a:lnTo>
                <a:lnTo>
                  <a:pt x="70" y="378"/>
                </a:lnTo>
                <a:lnTo>
                  <a:pt x="58" y="397"/>
                </a:lnTo>
                <a:lnTo>
                  <a:pt x="48" y="417"/>
                </a:lnTo>
                <a:lnTo>
                  <a:pt x="38" y="437"/>
                </a:lnTo>
                <a:lnTo>
                  <a:pt x="30" y="457"/>
                </a:lnTo>
                <a:lnTo>
                  <a:pt x="22" y="479"/>
                </a:lnTo>
                <a:lnTo>
                  <a:pt x="16" y="501"/>
                </a:lnTo>
                <a:lnTo>
                  <a:pt x="10" y="523"/>
                </a:lnTo>
                <a:lnTo>
                  <a:pt x="6" y="546"/>
                </a:lnTo>
                <a:lnTo>
                  <a:pt x="3" y="568"/>
                </a:lnTo>
                <a:lnTo>
                  <a:pt x="2" y="592"/>
                </a:lnTo>
                <a:lnTo>
                  <a:pt x="0" y="615"/>
                </a:lnTo>
                <a:lnTo>
                  <a:pt x="0" y="615"/>
                </a:lnTo>
                <a:lnTo>
                  <a:pt x="2" y="646"/>
                </a:lnTo>
                <a:lnTo>
                  <a:pt x="5" y="677"/>
                </a:lnTo>
                <a:lnTo>
                  <a:pt x="11" y="707"/>
                </a:lnTo>
                <a:lnTo>
                  <a:pt x="19" y="737"/>
                </a:lnTo>
                <a:lnTo>
                  <a:pt x="29" y="765"/>
                </a:lnTo>
                <a:lnTo>
                  <a:pt x="41" y="793"/>
                </a:lnTo>
                <a:lnTo>
                  <a:pt x="55" y="822"/>
                </a:lnTo>
                <a:lnTo>
                  <a:pt x="70" y="848"/>
                </a:lnTo>
                <a:lnTo>
                  <a:pt x="87" y="874"/>
                </a:lnTo>
                <a:lnTo>
                  <a:pt x="104" y="897"/>
                </a:lnTo>
                <a:lnTo>
                  <a:pt x="124" y="921"/>
                </a:lnTo>
                <a:lnTo>
                  <a:pt x="144" y="943"/>
                </a:lnTo>
                <a:lnTo>
                  <a:pt x="167" y="963"/>
                </a:lnTo>
                <a:lnTo>
                  <a:pt x="189" y="982"/>
                </a:lnTo>
                <a:lnTo>
                  <a:pt x="213" y="1000"/>
                </a:lnTo>
                <a:lnTo>
                  <a:pt x="237" y="1016"/>
                </a:lnTo>
                <a:lnTo>
                  <a:pt x="184" y="109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8"/>
          <p:cNvSpPr>
            <a:spLocks noChangeAspect="1" noEditPoints="1"/>
          </p:cNvSpPr>
          <p:nvPr/>
        </p:nvSpPr>
        <p:spPr bwMode="auto">
          <a:xfrm>
            <a:off x="2972780" y="1232876"/>
            <a:ext cx="622664" cy="1080000"/>
          </a:xfrm>
          <a:custGeom>
            <a:avLst/>
            <a:gdLst>
              <a:gd name="T0" fmla="*/ 575 w 869"/>
              <a:gd name="T1" fmla="*/ 633 h 1509"/>
              <a:gd name="T2" fmla="*/ 610 w 869"/>
              <a:gd name="T3" fmla="*/ 630 h 1509"/>
              <a:gd name="T4" fmla="*/ 627 w 869"/>
              <a:gd name="T5" fmla="*/ 597 h 1509"/>
              <a:gd name="T6" fmla="*/ 623 w 869"/>
              <a:gd name="T7" fmla="*/ 519 h 1509"/>
              <a:gd name="T8" fmla="*/ 596 w 869"/>
              <a:gd name="T9" fmla="*/ 492 h 1509"/>
              <a:gd name="T10" fmla="*/ 291 w 869"/>
              <a:gd name="T11" fmla="*/ 489 h 1509"/>
              <a:gd name="T12" fmla="*/ 247 w 869"/>
              <a:gd name="T13" fmla="*/ 516 h 1509"/>
              <a:gd name="T14" fmla="*/ 239 w 869"/>
              <a:gd name="T15" fmla="*/ 586 h 1509"/>
              <a:gd name="T16" fmla="*/ 246 w 869"/>
              <a:gd name="T17" fmla="*/ 613 h 1509"/>
              <a:gd name="T18" fmla="*/ 270 w 869"/>
              <a:gd name="T19" fmla="*/ 631 h 1509"/>
              <a:gd name="T20" fmla="*/ 90 w 869"/>
              <a:gd name="T21" fmla="*/ 1270 h 1509"/>
              <a:gd name="T22" fmla="*/ 35 w 869"/>
              <a:gd name="T23" fmla="*/ 1345 h 1509"/>
              <a:gd name="T24" fmla="*/ 1 w 869"/>
              <a:gd name="T25" fmla="*/ 1433 h 1509"/>
              <a:gd name="T26" fmla="*/ 10 w 869"/>
              <a:gd name="T27" fmla="*/ 1479 h 1509"/>
              <a:gd name="T28" fmla="*/ 62 w 869"/>
              <a:gd name="T29" fmla="*/ 1506 h 1509"/>
              <a:gd name="T30" fmla="*/ 780 w 869"/>
              <a:gd name="T31" fmla="*/ 1509 h 1509"/>
              <a:gd name="T32" fmla="*/ 842 w 869"/>
              <a:gd name="T33" fmla="*/ 1495 h 1509"/>
              <a:gd name="T34" fmla="*/ 865 w 869"/>
              <a:gd name="T35" fmla="*/ 1466 h 1509"/>
              <a:gd name="T36" fmla="*/ 864 w 869"/>
              <a:gd name="T37" fmla="*/ 1415 h 1509"/>
              <a:gd name="T38" fmla="*/ 824 w 869"/>
              <a:gd name="T39" fmla="*/ 1332 h 1509"/>
              <a:gd name="T40" fmla="*/ 410 w 869"/>
              <a:gd name="T41" fmla="*/ 390 h 1509"/>
              <a:gd name="T42" fmla="*/ 429 w 869"/>
              <a:gd name="T43" fmla="*/ 383 h 1509"/>
              <a:gd name="T44" fmla="*/ 436 w 869"/>
              <a:gd name="T45" fmla="*/ 364 h 1509"/>
              <a:gd name="T46" fmla="*/ 424 w 869"/>
              <a:gd name="T47" fmla="*/ 343 h 1509"/>
              <a:gd name="T48" fmla="*/ 405 w 869"/>
              <a:gd name="T49" fmla="*/ 339 h 1509"/>
              <a:gd name="T50" fmla="*/ 386 w 869"/>
              <a:gd name="T51" fmla="*/ 355 h 1509"/>
              <a:gd name="T52" fmla="*/ 386 w 869"/>
              <a:gd name="T53" fmla="*/ 375 h 1509"/>
              <a:gd name="T54" fmla="*/ 405 w 869"/>
              <a:gd name="T55" fmla="*/ 390 h 1509"/>
              <a:gd name="T56" fmla="*/ 271 w 869"/>
              <a:gd name="T57" fmla="*/ 295 h 1509"/>
              <a:gd name="T58" fmla="*/ 316 w 869"/>
              <a:gd name="T59" fmla="*/ 273 h 1509"/>
              <a:gd name="T60" fmla="*/ 337 w 869"/>
              <a:gd name="T61" fmla="*/ 229 h 1509"/>
              <a:gd name="T62" fmla="*/ 335 w 869"/>
              <a:gd name="T63" fmla="*/ 199 h 1509"/>
              <a:gd name="T64" fmla="*/ 292 w 869"/>
              <a:gd name="T65" fmla="*/ 152 h 1509"/>
              <a:gd name="T66" fmla="*/ 264 w 869"/>
              <a:gd name="T67" fmla="*/ 146 h 1509"/>
              <a:gd name="T68" fmla="*/ 221 w 869"/>
              <a:gd name="T69" fmla="*/ 159 h 1509"/>
              <a:gd name="T70" fmla="*/ 191 w 869"/>
              <a:gd name="T71" fmla="*/ 206 h 1509"/>
              <a:gd name="T72" fmla="*/ 191 w 869"/>
              <a:gd name="T73" fmla="*/ 236 h 1509"/>
              <a:gd name="T74" fmla="*/ 221 w 869"/>
              <a:gd name="T75" fmla="*/ 283 h 1509"/>
              <a:gd name="T76" fmla="*/ 264 w 869"/>
              <a:gd name="T77" fmla="*/ 296 h 1509"/>
              <a:gd name="T78" fmla="*/ 580 w 869"/>
              <a:gd name="T79" fmla="*/ 240 h 1509"/>
              <a:gd name="T80" fmla="*/ 633 w 869"/>
              <a:gd name="T81" fmla="*/ 214 h 1509"/>
              <a:gd name="T82" fmla="*/ 667 w 869"/>
              <a:gd name="T83" fmla="*/ 168 h 1509"/>
              <a:gd name="T84" fmla="*/ 677 w 869"/>
              <a:gd name="T85" fmla="*/ 121 h 1509"/>
              <a:gd name="T86" fmla="*/ 662 w 869"/>
              <a:gd name="T87" fmla="*/ 64 h 1509"/>
              <a:gd name="T88" fmla="*/ 623 w 869"/>
              <a:gd name="T89" fmla="*/ 21 h 1509"/>
              <a:gd name="T90" fmla="*/ 568 w 869"/>
              <a:gd name="T91" fmla="*/ 1 h 1509"/>
              <a:gd name="T92" fmla="*/ 520 w 869"/>
              <a:gd name="T93" fmla="*/ 6 h 1509"/>
              <a:gd name="T94" fmla="*/ 470 w 869"/>
              <a:gd name="T95" fmla="*/ 35 h 1509"/>
              <a:gd name="T96" fmla="*/ 440 w 869"/>
              <a:gd name="T97" fmla="*/ 85 h 1509"/>
              <a:gd name="T98" fmla="*/ 435 w 869"/>
              <a:gd name="T99" fmla="*/ 134 h 1509"/>
              <a:gd name="T100" fmla="*/ 455 w 869"/>
              <a:gd name="T101" fmla="*/ 190 h 1509"/>
              <a:gd name="T102" fmla="*/ 497 w 869"/>
              <a:gd name="T103" fmla="*/ 229 h 1509"/>
              <a:gd name="T104" fmla="*/ 555 w 869"/>
              <a:gd name="T105" fmla="*/ 243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69" h="1509">
                <a:moveTo>
                  <a:pt x="774" y="1266"/>
                </a:moveTo>
                <a:lnTo>
                  <a:pt x="529" y="926"/>
                </a:lnTo>
                <a:lnTo>
                  <a:pt x="529" y="633"/>
                </a:lnTo>
                <a:lnTo>
                  <a:pt x="575" y="633"/>
                </a:lnTo>
                <a:lnTo>
                  <a:pt x="575" y="633"/>
                </a:lnTo>
                <a:lnTo>
                  <a:pt x="583" y="635"/>
                </a:lnTo>
                <a:lnTo>
                  <a:pt x="592" y="635"/>
                </a:lnTo>
                <a:lnTo>
                  <a:pt x="601" y="634"/>
                </a:lnTo>
                <a:lnTo>
                  <a:pt x="606" y="632"/>
                </a:lnTo>
                <a:lnTo>
                  <a:pt x="610" y="630"/>
                </a:lnTo>
                <a:lnTo>
                  <a:pt x="615" y="626"/>
                </a:lnTo>
                <a:lnTo>
                  <a:pt x="619" y="620"/>
                </a:lnTo>
                <a:lnTo>
                  <a:pt x="622" y="614"/>
                </a:lnTo>
                <a:lnTo>
                  <a:pt x="625" y="606"/>
                </a:lnTo>
                <a:lnTo>
                  <a:pt x="627" y="597"/>
                </a:lnTo>
                <a:lnTo>
                  <a:pt x="627" y="586"/>
                </a:lnTo>
                <a:lnTo>
                  <a:pt x="627" y="533"/>
                </a:lnTo>
                <a:lnTo>
                  <a:pt x="627" y="533"/>
                </a:lnTo>
                <a:lnTo>
                  <a:pt x="626" y="526"/>
                </a:lnTo>
                <a:lnTo>
                  <a:pt x="623" y="519"/>
                </a:lnTo>
                <a:lnTo>
                  <a:pt x="619" y="510"/>
                </a:lnTo>
                <a:lnTo>
                  <a:pt x="613" y="502"/>
                </a:lnTo>
                <a:lnTo>
                  <a:pt x="608" y="499"/>
                </a:lnTo>
                <a:lnTo>
                  <a:pt x="602" y="495"/>
                </a:lnTo>
                <a:lnTo>
                  <a:pt x="596" y="492"/>
                </a:lnTo>
                <a:lnTo>
                  <a:pt x="589" y="489"/>
                </a:lnTo>
                <a:lnTo>
                  <a:pt x="581" y="488"/>
                </a:lnTo>
                <a:lnTo>
                  <a:pt x="572" y="488"/>
                </a:lnTo>
                <a:lnTo>
                  <a:pt x="291" y="489"/>
                </a:lnTo>
                <a:lnTo>
                  <a:pt x="291" y="489"/>
                </a:lnTo>
                <a:lnTo>
                  <a:pt x="283" y="493"/>
                </a:lnTo>
                <a:lnTo>
                  <a:pt x="274" y="496"/>
                </a:lnTo>
                <a:lnTo>
                  <a:pt x="265" y="502"/>
                </a:lnTo>
                <a:lnTo>
                  <a:pt x="256" y="508"/>
                </a:lnTo>
                <a:lnTo>
                  <a:pt x="247" y="516"/>
                </a:lnTo>
                <a:lnTo>
                  <a:pt x="244" y="521"/>
                </a:lnTo>
                <a:lnTo>
                  <a:pt x="241" y="525"/>
                </a:lnTo>
                <a:lnTo>
                  <a:pt x="239" y="530"/>
                </a:lnTo>
                <a:lnTo>
                  <a:pt x="239" y="535"/>
                </a:lnTo>
                <a:lnTo>
                  <a:pt x="239" y="586"/>
                </a:lnTo>
                <a:lnTo>
                  <a:pt x="239" y="586"/>
                </a:lnTo>
                <a:lnTo>
                  <a:pt x="239" y="593"/>
                </a:lnTo>
                <a:lnTo>
                  <a:pt x="240" y="600"/>
                </a:lnTo>
                <a:lnTo>
                  <a:pt x="244" y="610"/>
                </a:lnTo>
                <a:lnTo>
                  <a:pt x="246" y="613"/>
                </a:lnTo>
                <a:lnTo>
                  <a:pt x="248" y="618"/>
                </a:lnTo>
                <a:lnTo>
                  <a:pt x="253" y="621"/>
                </a:lnTo>
                <a:lnTo>
                  <a:pt x="258" y="625"/>
                </a:lnTo>
                <a:lnTo>
                  <a:pt x="264" y="628"/>
                </a:lnTo>
                <a:lnTo>
                  <a:pt x="270" y="631"/>
                </a:lnTo>
                <a:lnTo>
                  <a:pt x="278" y="632"/>
                </a:lnTo>
                <a:lnTo>
                  <a:pt x="287" y="632"/>
                </a:lnTo>
                <a:lnTo>
                  <a:pt x="338" y="632"/>
                </a:lnTo>
                <a:lnTo>
                  <a:pt x="338" y="929"/>
                </a:lnTo>
                <a:lnTo>
                  <a:pt x="90" y="1270"/>
                </a:lnTo>
                <a:lnTo>
                  <a:pt x="90" y="1270"/>
                </a:lnTo>
                <a:lnTo>
                  <a:pt x="81" y="1281"/>
                </a:lnTo>
                <a:lnTo>
                  <a:pt x="61" y="1306"/>
                </a:lnTo>
                <a:lnTo>
                  <a:pt x="48" y="1325"/>
                </a:lnTo>
                <a:lnTo>
                  <a:pt x="35" y="1345"/>
                </a:lnTo>
                <a:lnTo>
                  <a:pt x="23" y="1367"/>
                </a:lnTo>
                <a:lnTo>
                  <a:pt x="13" y="1389"/>
                </a:lnTo>
                <a:lnTo>
                  <a:pt x="4" y="1410"/>
                </a:lnTo>
                <a:lnTo>
                  <a:pt x="2" y="1422"/>
                </a:lnTo>
                <a:lnTo>
                  <a:pt x="1" y="1433"/>
                </a:lnTo>
                <a:lnTo>
                  <a:pt x="0" y="1442"/>
                </a:lnTo>
                <a:lnTo>
                  <a:pt x="0" y="1453"/>
                </a:lnTo>
                <a:lnTo>
                  <a:pt x="2" y="1462"/>
                </a:lnTo>
                <a:lnTo>
                  <a:pt x="6" y="1470"/>
                </a:lnTo>
                <a:lnTo>
                  <a:pt x="10" y="1479"/>
                </a:lnTo>
                <a:lnTo>
                  <a:pt x="16" y="1486"/>
                </a:lnTo>
                <a:lnTo>
                  <a:pt x="26" y="1493"/>
                </a:lnTo>
                <a:lnTo>
                  <a:pt x="35" y="1497"/>
                </a:lnTo>
                <a:lnTo>
                  <a:pt x="48" y="1502"/>
                </a:lnTo>
                <a:lnTo>
                  <a:pt x="62" y="1506"/>
                </a:lnTo>
                <a:lnTo>
                  <a:pt x="79" y="1508"/>
                </a:lnTo>
                <a:lnTo>
                  <a:pt x="98" y="1509"/>
                </a:lnTo>
                <a:lnTo>
                  <a:pt x="771" y="1509"/>
                </a:lnTo>
                <a:lnTo>
                  <a:pt x="771" y="1509"/>
                </a:lnTo>
                <a:lnTo>
                  <a:pt x="780" y="1509"/>
                </a:lnTo>
                <a:lnTo>
                  <a:pt x="790" y="1509"/>
                </a:lnTo>
                <a:lnTo>
                  <a:pt x="801" y="1508"/>
                </a:lnTo>
                <a:lnTo>
                  <a:pt x="816" y="1506"/>
                </a:lnTo>
                <a:lnTo>
                  <a:pt x="829" y="1501"/>
                </a:lnTo>
                <a:lnTo>
                  <a:pt x="842" y="1495"/>
                </a:lnTo>
                <a:lnTo>
                  <a:pt x="847" y="1490"/>
                </a:lnTo>
                <a:lnTo>
                  <a:pt x="853" y="1486"/>
                </a:lnTo>
                <a:lnTo>
                  <a:pt x="858" y="1480"/>
                </a:lnTo>
                <a:lnTo>
                  <a:pt x="863" y="1474"/>
                </a:lnTo>
                <a:lnTo>
                  <a:pt x="865" y="1466"/>
                </a:lnTo>
                <a:lnTo>
                  <a:pt x="868" y="1457"/>
                </a:lnTo>
                <a:lnTo>
                  <a:pt x="869" y="1449"/>
                </a:lnTo>
                <a:lnTo>
                  <a:pt x="869" y="1439"/>
                </a:lnTo>
                <a:lnTo>
                  <a:pt x="868" y="1427"/>
                </a:lnTo>
                <a:lnTo>
                  <a:pt x="864" y="1415"/>
                </a:lnTo>
                <a:lnTo>
                  <a:pt x="860" y="1401"/>
                </a:lnTo>
                <a:lnTo>
                  <a:pt x="853" y="1385"/>
                </a:lnTo>
                <a:lnTo>
                  <a:pt x="846" y="1369"/>
                </a:lnTo>
                <a:lnTo>
                  <a:pt x="836" y="1351"/>
                </a:lnTo>
                <a:lnTo>
                  <a:pt x="824" y="1332"/>
                </a:lnTo>
                <a:lnTo>
                  <a:pt x="810" y="1312"/>
                </a:lnTo>
                <a:lnTo>
                  <a:pt x="793" y="1290"/>
                </a:lnTo>
                <a:lnTo>
                  <a:pt x="774" y="1266"/>
                </a:lnTo>
                <a:lnTo>
                  <a:pt x="774" y="1266"/>
                </a:lnTo>
                <a:close/>
                <a:moveTo>
                  <a:pt x="410" y="390"/>
                </a:moveTo>
                <a:lnTo>
                  <a:pt x="410" y="390"/>
                </a:lnTo>
                <a:lnTo>
                  <a:pt x="415" y="390"/>
                </a:lnTo>
                <a:lnTo>
                  <a:pt x="421" y="389"/>
                </a:lnTo>
                <a:lnTo>
                  <a:pt x="424" y="387"/>
                </a:lnTo>
                <a:lnTo>
                  <a:pt x="429" y="383"/>
                </a:lnTo>
                <a:lnTo>
                  <a:pt x="431" y="380"/>
                </a:lnTo>
                <a:lnTo>
                  <a:pt x="434" y="375"/>
                </a:lnTo>
                <a:lnTo>
                  <a:pt x="436" y="370"/>
                </a:lnTo>
                <a:lnTo>
                  <a:pt x="436" y="364"/>
                </a:lnTo>
                <a:lnTo>
                  <a:pt x="436" y="364"/>
                </a:lnTo>
                <a:lnTo>
                  <a:pt x="436" y="360"/>
                </a:lnTo>
                <a:lnTo>
                  <a:pt x="434" y="355"/>
                </a:lnTo>
                <a:lnTo>
                  <a:pt x="431" y="350"/>
                </a:lnTo>
                <a:lnTo>
                  <a:pt x="429" y="347"/>
                </a:lnTo>
                <a:lnTo>
                  <a:pt x="424" y="343"/>
                </a:lnTo>
                <a:lnTo>
                  <a:pt x="421" y="341"/>
                </a:lnTo>
                <a:lnTo>
                  <a:pt x="415" y="339"/>
                </a:lnTo>
                <a:lnTo>
                  <a:pt x="410" y="338"/>
                </a:lnTo>
                <a:lnTo>
                  <a:pt x="410" y="338"/>
                </a:lnTo>
                <a:lnTo>
                  <a:pt x="405" y="339"/>
                </a:lnTo>
                <a:lnTo>
                  <a:pt x="399" y="341"/>
                </a:lnTo>
                <a:lnTo>
                  <a:pt x="396" y="343"/>
                </a:lnTo>
                <a:lnTo>
                  <a:pt x="391" y="347"/>
                </a:lnTo>
                <a:lnTo>
                  <a:pt x="389" y="350"/>
                </a:lnTo>
                <a:lnTo>
                  <a:pt x="386" y="355"/>
                </a:lnTo>
                <a:lnTo>
                  <a:pt x="384" y="360"/>
                </a:lnTo>
                <a:lnTo>
                  <a:pt x="384" y="364"/>
                </a:lnTo>
                <a:lnTo>
                  <a:pt x="384" y="364"/>
                </a:lnTo>
                <a:lnTo>
                  <a:pt x="384" y="370"/>
                </a:lnTo>
                <a:lnTo>
                  <a:pt x="386" y="375"/>
                </a:lnTo>
                <a:lnTo>
                  <a:pt x="389" y="380"/>
                </a:lnTo>
                <a:lnTo>
                  <a:pt x="391" y="383"/>
                </a:lnTo>
                <a:lnTo>
                  <a:pt x="396" y="387"/>
                </a:lnTo>
                <a:lnTo>
                  <a:pt x="399" y="389"/>
                </a:lnTo>
                <a:lnTo>
                  <a:pt x="405" y="390"/>
                </a:lnTo>
                <a:lnTo>
                  <a:pt x="410" y="390"/>
                </a:lnTo>
                <a:lnTo>
                  <a:pt x="410" y="390"/>
                </a:lnTo>
                <a:close/>
                <a:moveTo>
                  <a:pt x="264" y="296"/>
                </a:moveTo>
                <a:lnTo>
                  <a:pt x="264" y="296"/>
                </a:lnTo>
                <a:lnTo>
                  <a:pt x="271" y="295"/>
                </a:lnTo>
                <a:lnTo>
                  <a:pt x="278" y="293"/>
                </a:lnTo>
                <a:lnTo>
                  <a:pt x="285" y="292"/>
                </a:lnTo>
                <a:lnTo>
                  <a:pt x="292" y="290"/>
                </a:lnTo>
                <a:lnTo>
                  <a:pt x="305" y="283"/>
                </a:lnTo>
                <a:lnTo>
                  <a:pt x="316" y="273"/>
                </a:lnTo>
                <a:lnTo>
                  <a:pt x="325" y="263"/>
                </a:lnTo>
                <a:lnTo>
                  <a:pt x="332" y="250"/>
                </a:lnTo>
                <a:lnTo>
                  <a:pt x="335" y="243"/>
                </a:lnTo>
                <a:lnTo>
                  <a:pt x="337" y="236"/>
                </a:lnTo>
                <a:lnTo>
                  <a:pt x="337" y="229"/>
                </a:lnTo>
                <a:lnTo>
                  <a:pt x="338" y="222"/>
                </a:lnTo>
                <a:lnTo>
                  <a:pt x="338" y="222"/>
                </a:lnTo>
                <a:lnTo>
                  <a:pt x="337" y="213"/>
                </a:lnTo>
                <a:lnTo>
                  <a:pt x="337" y="206"/>
                </a:lnTo>
                <a:lnTo>
                  <a:pt x="335" y="199"/>
                </a:lnTo>
                <a:lnTo>
                  <a:pt x="332" y="192"/>
                </a:lnTo>
                <a:lnTo>
                  <a:pt x="325" y="179"/>
                </a:lnTo>
                <a:lnTo>
                  <a:pt x="316" y="168"/>
                </a:lnTo>
                <a:lnTo>
                  <a:pt x="305" y="159"/>
                </a:lnTo>
                <a:lnTo>
                  <a:pt x="292" y="152"/>
                </a:lnTo>
                <a:lnTo>
                  <a:pt x="285" y="150"/>
                </a:lnTo>
                <a:lnTo>
                  <a:pt x="278" y="148"/>
                </a:lnTo>
                <a:lnTo>
                  <a:pt x="271" y="147"/>
                </a:lnTo>
                <a:lnTo>
                  <a:pt x="264" y="146"/>
                </a:lnTo>
                <a:lnTo>
                  <a:pt x="264" y="146"/>
                </a:lnTo>
                <a:lnTo>
                  <a:pt x="256" y="147"/>
                </a:lnTo>
                <a:lnTo>
                  <a:pt x="248" y="148"/>
                </a:lnTo>
                <a:lnTo>
                  <a:pt x="241" y="150"/>
                </a:lnTo>
                <a:lnTo>
                  <a:pt x="234" y="152"/>
                </a:lnTo>
                <a:lnTo>
                  <a:pt x="221" y="159"/>
                </a:lnTo>
                <a:lnTo>
                  <a:pt x="211" y="168"/>
                </a:lnTo>
                <a:lnTo>
                  <a:pt x="201" y="179"/>
                </a:lnTo>
                <a:lnTo>
                  <a:pt x="195" y="192"/>
                </a:lnTo>
                <a:lnTo>
                  <a:pt x="192" y="199"/>
                </a:lnTo>
                <a:lnTo>
                  <a:pt x="191" y="206"/>
                </a:lnTo>
                <a:lnTo>
                  <a:pt x="190" y="213"/>
                </a:lnTo>
                <a:lnTo>
                  <a:pt x="190" y="222"/>
                </a:lnTo>
                <a:lnTo>
                  <a:pt x="190" y="222"/>
                </a:lnTo>
                <a:lnTo>
                  <a:pt x="190" y="229"/>
                </a:lnTo>
                <a:lnTo>
                  <a:pt x="191" y="236"/>
                </a:lnTo>
                <a:lnTo>
                  <a:pt x="192" y="243"/>
                </a:lnTo>
                <a:lnTo>
                  <a:pt x="195" y="250"/>
                </a:lnTo>
                <a:lnTo>
                  <a:pt x="201" y="263"/>
                </a:lnTo>
                <a:lnTo>
                  <a:pt x="211" y="273"/>
                </a:lnTo>
                <a:lnTo>
                  <a:pt x="221" y="283"/>
                </a:lnTo>
                <a:lnTo>
                  <a:pt x="234" y="290"/>
                </a:lnTo>
                <a:lnTo>
                  <a:pt x="241" y="292"/>
                </a:lnTo>
                <a:lnTo>
                  <a:pt x="248" y="293"/>
                </a:lnTo>
                <a:lnTo>
                  <a:pt x="256" y="295"/>
                </a:lnTo>
                <a:lnTo>
                  <a:pt x="264" y="296"/>
                </a:lnTo>
                <a:lnTo>
                  <a:pt x="264" y="296"/>
                </a:lnTo>
                <a:close/>
                <a:moveTo>
                  <a:pt x="555" y="243"/>
                </a:moveTo>
                <a:lnTo>
                  <a:pt x="555" y="243"/>
                </a:lnTo>
                <a:lnTo>
                  <a:pt x="568" y="242"/>
                </a:lnTo>
                <a:lnTo>
                  <a:pt x="580" y="240"/>
                </a:lnTo>
                <a:lnTo>
                  <a:pt x="592" y="237"/>
                </a:lnTo>
                <a:lnTo>
                  <a:pt x="602" y="233"/>
                </a:lnTo>
                <a:lnTo>
                  <a:pt x="613" y="229"/>
                </a:lnTo>
                <a:lnTo>
                  <a:pt x="623" y="222"/>
                </a:lnTo>
                <a:lnTo>
                  <a:pt x="633" y="214"/>
                </a:lnTo>
                <a:lnTo>
                  <a:pt x="641" y="207"/>
                </a:lnTo>
                <a:lnTo>
                  <a:pt x="649" y="199"/>
                </a:lnTo>
                <a:lnTo>
                  <a:pt x="656" y="190"/>
                </a:lnTo>
                <a:lnTo>
                  <a:pt x="662" y="179"/>
                </a:lnTo>
                <a:lnTo>
                  <a:pt x="667" y="168"/>
                </a:lnTo>
                <a:lnTo>
                  <a:pt x="672" y="158"/>
                </a:lnTo>
                <a:lnTo>
                  <a:pt x="674" y="146"/>
                </a:lnTo>
                <a:lnTo>
                  <a:pt x="677" y="134"/>
                </a:lnTo>
                <a:lnTo>
                  <a:pt x="677" y="121"/>
                </a:lnTo>
                <a:lnTo>
                  <a:pt x="677" y="121"/>
                </a:lnTo>
                <a:lnTo>
                  <a:pt x="677" y="108"/>
                </a:lnTo>
                <a:lnTo>
                  <a:pt x="674" y="97"/>
                </a:lnTo>
                <a:lnTo>
                  <a:pt x="672" y="85"/>
                </a:lnTo>
                <a:lnTo>
                  <a:pt x="667" y="74"/>
                </a:lnTo>
                <a:lnTo>
                  <a:pt x="662" y="64"/>
                </a:lnTo>
                <a:lnTo>
                  <a:pt x="656" y="53"/>
                </a:lnTo>
                <a:lnTo>
                  <a:pt x="649" y="43"/>
                </a:lnTo>
                <a:lnTo>
                  <a:pt x="641" y="35"/>
                </a:lnTo>
                <a:lnTo>
                  <a:pt x="633" y="28"/>
                </a:lnTo>
                <a:lnTo>
                  <a:pt x="623" y="21"/>
                </a:lnTo>
                <a:lnTo>
                  <a:pt x="613" y="14"/>
                </a:lnTo>
                <a:lnTo>
                  <a:pt x="602" y="9"/>
                </a:lnTo>
                <a:lnTo>
                  <a:pt x="592" y="6"/>
                </a:lnTo>
                <a:lnTo>
                  <a:pt x="580" y="2"/>
                </a:lnTo>
                <a:lnTo>
                  <a:pt x="568" y="1"/>
                </a:lnTo>
                <a:lnTo>
                  <a:pt x="555" y="0"/>
                </a:lnTo>
                <a:lnTo>
                  <a:pt x="555" y="0"/>
                </a:lnTo>
                <a:lnTo>
                  <a:pt x="543" y="1"/>
                </a:lnTo>
                <a:lnTo>
                  <a:pt x="531" y="2"/>
                </a:lnTo>
                <a:lnTo>
                  <a:pt x="520" y="6"/>
                </a:lnTo>
                <a:lnTo>
                  <a:pt x="508" y="9"/>
                </a:lnTo>
                <a:lnTo>
                  <a:pt x="497" y="14"/>
                </a:lnTo>
                <a:lnTo>
                  <a:pt x="488" y="21"/>
                </a:lnTo>
                <a:lnTo>
                  <a:pt x="478" y="28"/>
                </a:lnTo>
                <a:lnTo>
                  <a:pt x="470" y="35"/>
                </a:lnTo>
                <a:lnTo>
                  <a:pt x="462" y="43"/>
                </a:lnTo>
                <a:lnTo>
                  <a:pt x="455" y="53"/>
                </a:lnTo>
                <a:lnTo>
                  <a:pt x="449" y="64"/>
                </a:lnTo>
                <a:lnTo>
                  <a:pt x="443" y="74"/>
                </a:lnTo>
                <a:lnTo>
                  <a:pt x="440" y="85"/>
                </a:lnTo>
                <a:lnTo>
                  <a:pt x="436" y="97"/>
                </a:lnTo>
                <a:lnTo>
                  <a:pt x="435" y="108"/>
                </a:lnTo>
                <a:lnTo>
                  <a:pt x="434" y="121"/>
                </a:lnTo>
                <a:lnTo>
                  <a:pt x="434" y="121"/>
                </a:lnTo>
                <a:lnTo>
                  <a:pt x="435" y="134"/>
                </a:lnTo>
                <a:lnTo>
                  <a:pt x="436" y="146"/>
                </a:lnTo>
                <a:lnTo>
                  <a:pt x="440" y="158"/>
                </a:lnTo>
                <a:lnTo>
                  <a:pt x="443" y="168"/>
                </a:lnTo>
                <a:lnTo>
                  <a:pt x="449" y="179"/>
                </a:lnTo>
                <a:lnTo>
                  <a:pt x="455" y="190"/>
                </a:lnTo>
                <a:lnTo>
                  <a:pt x="462" y="199"/>
                </a:lnTo>
                <a:lnTo>
                  <a:pt x="470" y="207"/>
                </a:lnTo>
                <a:lnTo>
                  <a:pt x="478" y="214"/>
                </a:lnTo>
                <a:lnTo>
                  <a:pt x="488" y="222"/>
                </a:lnTo>
                <a:lnTo>
                  <a:pt x="497" y="229"/>
                </a:lnTo>
                <a:lnTo>
                  <a:pt x="508" y="233"/>
                </a:lnTo>
                <a:lnTo>
                  <a:pt x="520" y="237"/>
                </a:lnTo>
                <a:lnTo>
                  <a:pt x="531" y="240"/>
                </a:lnTo>
                <a:lnTo>
                  <a:pt x="543" y="242"/>
                </a:lnTo>
                <a:lnTo>
                  <a:pt x="555" y="243"/>
                </a:lnTo>
                <a:lnTo>
                  <a:pt x="555" y="24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9"/>
          <p:cNvSpPr>
            <a:spLocks noChangeAspect="1" noEditPoints="1"/>
          </p:cNvSpPr>
          <p:nvPr/>
        </p:nvSpPr>
        <p:spPr bwMode="auto">
          <a:xfrm>
            <a:off x="4628964" y="1232756"/>
            <a:ext cx="667754" cy="1080000"/>
          </a:xfrm>
          <a:custGeom>
            <a:avLst/>
            <a:gdLst>
              <a:gd name="T0" fmla="*/ 413 w 932"/>
              <a:gd name="T1" fmla="*/ 905 h 1509"/>
              <a:gd name="T2" fmla="*/ 463 w 932"/>
              <a:gd name="T3" fmla="*/ 951 h 1509"/>
              <a:gd name="T4" fmla="*/ 474 w 932"/>
              <a:gd name="T5" fmla="*/ 881 h 1509"/>
              <a:gd name="T6" fmla="*/ 474 w 932"/>
              <a:gd name="T7" fmla="*/ 0 h 1509"/>
              <a:gd name="T8" fmla="*/ 311 w 932"/>
              <a:gd name="T9" fmla="*/ 21 h 1509"/>
              <a:gd name="T10" fmla="*/ 159 w 932"/>
              <a:gd name="T11" fmla="*/ 106 h 1509"/>
              <a:gd name="T12" fmla="*/ 52 w 932"/>
              <a:gd name="T13" fmla="*/ 244 h 1509"/>
              <a:gd name="T14" fmla="*/ 2 w 932"/>
              <a:gd name="T15" fmla="*/ 418 h 1509"/>
              <a:gd name="T16" fmla="*/ 12 w 932"/>
              <a:gd name="T17" fmla="*/ 606 h 1509"/>
              <a:gd name="T18" fmla="*/ 123 w 932"/>
              <a:gd name="T19" fmla="*/ 819 h 1509"/>
              <a:gd name="T20" fmla="*/ 214 w 932"/>
              <a:gd name="T21" fmla="*/ 997 h 1509"/>
              <a:gd name="T22" fmla="*/ 241 w 932"/>
              <a:gd name="T23" fmla="*/ 1429 h 1509"/>
              <a:gd name="T24" fmla="*/ 356 w 932"/>
              <a:gd name="T25" fmla="*/ 1496 h 1509"/>
              <a:gd name="T26" fmla="*/ 517 w 932"/>
              <a:gd name="T27" fmla="*/ 1506 h 1509"/>
              <a:gd name="T28" fmla="*/ 660 w 932"/>
              <a:gd name="T29" fmla="*/ 1460 h 1509"/>
              <a:gd name="T30" fmla="*/ 703 w 932"/>
              <a:gd name="T31" fmla="*/ 1049 h 1509"/>
              <a:gd name="T32" fmla="*/ 763 w 932"/>
              <a:gd name="T33" fmla="*/ 928 h 1509"/>
              <a:gd name="T34" fmla="*/ 894 w 932"/>
              <a:gd name="T35" fmla="*/ 657 h 1509"/>
              <a:gd name="T36" fmla="*/ 932 w 932"/>
              <a:gd name="T37" fmla="*/ 467 h 1509"/>
              <a:gd name="T38" fmla="*/ 896 w 932"/>
              <a:gd name="T39" fmla="*/ 285 h 1509"/>
              <a:gd name="T40" fmla="*/ 800 w 932"/>
              <a:gd name="T41" fmla="*/ 137 h 1509"/>
              <a:gd name="T42" fmla="*/ 653 w 932"/>
              <a:gd name="T43" fmla="*/ 36 h 1509"/>
              <a:gd name="T44" fmla="*/ 474 w 932"/>
              <a:gd name="T45" fmla="*/ 0 h 1509"/>
              <a:gd name="T46" fmla="*/ 301 w 932"/>
              <a:gd name="T47" fmla="*/ 1387 h 1509"/>
              <a:gd name="T48" fmla="*/ 297 w 932"/>
              <a:gd name="T49" fmla="*/ 1350 h 1509"/>
              <a:gd name="T50" fmla="*/ 622 w 932"/>
              <a:gd name="T51" fmla="*/ 1338 h 1509"/>
              <a:gd name="T52" fmla="*/ 645 w 932"/>
              <a:gd name="T53" fmla="*/ 1367 h 1509"/>
              <a:gd name="T54" fmla="*/ 616 w 932"/>
              <a:gd name="T55" fmla="*/ 1395 h 1509"/>
              <a:gd name="T56" fmla="*/ 301 w 932"/>
              <a:gd name="T57" fmla="*/ 1270 h 1509"/>
              <a:gd name="T58" fmla="*/ 297 w 932"/>
              <a:gd name="T59" fmla="*/ 1233 h 1509"/>
              <a:gd name="T60" fmla="*/ 622 w 932"/>
              <a:gd name="T61" fmla="*/ 1222 h 1509"/>
              <a:gd name="T62" fmla="*/ 645 w 932"/>
              <a:gd name="T63" fmla="*/ 1250 h 1509"/>
              <a:gd name="T64" fmla="*/ 616 w 932"/>
              <a:gd name="T65" fmla="*/ 1279 h 1509"/>
              <a:gd name="T66" fmla="*/ 301 w 932"/>
              <a:gd name="T67" fmla="*/ 1154 h 1509"/>
              <a:gd name="T68" fmla="*/ 297 w 932"/>
              <a:gd name="T69" fmla="*/ 1117 h 1509"/>
              <a:gd name="T70" fmla="*/ 622 w 932"/>
              <a:gd name="T71" fmla="*/ 1105 h 1509"/>
              <a:gd name="T72" fmla="*/ 645 w 932"/>
              <a:gd name="T73" fmla="*/ 1133 h 1509"/>
              <a:gd name="T74" fmla="*/ 616 w 932"/>
              <a:gd name="T75" fmla="*/ 1163 h 1509"/>
              <a:gd name="T76" fmla="*/ 501 w 932"/>
              <a:gd name="T77" fmla="*/ 831 h 1509"/>
              <a:gd name="T78" fmla="*/ 476 w 932"/>
              <a:gd name="T79" fmla="*/ 994 h 1509"/>
              <a:gd name="T80" fmla="*/ 455 w 932"/>
              <a:gd name="T81" fmla="*/ 1049 h 1509"/>
              <a:gd name="T82" fmla="*/ 393 w 932"/>
              <a:gd name="T83" fmla="*/ 911 h 1509"/>
              <a:gd name="T84" fmla="*/ 322 w 932"/>
              <a:gd name="T85" fmla="*/ 679 h 1509"/>
              <a:gd name="T86" fmla="*/ 229 w 932"/>
              <a:gd name="T87" fmla="*/ 408 h 1509"/>
              <a:gd name="T88" fmla="*/ 348 w 932"/>
              <a:gd name="T89" fmla="*/ 434 h 1509"/>
              <a:gd name="T90" fmla="*/ 546 w 932"/>
              <a:gd name="T91" fmla="*/ 466 h 1509"/>
              <a:gd name="T92" fmla="*/ 636 w 932"/>
              <a:gd name="T93" fmla="*/ 424 h 1509"/>
              <a:gd name="T94" fmla="*/ 642 w 932"/>
              <a:gd name="T95" fmla="*/ 460 h 1509"/>
              <a:gd name="T96" fmla="*/ 482 w 932"/>
              <a:gd name="T97" fmla="*/ 520 h 1509"/>
              <a:gd name="T98" fmla="*/ 395 w 932"/>
              <a:gd name="T99" fmla="*/ 522 h 1509"/>
              <a:gd name="T100" fmla="*/ 324 w 932"/>
              <a:gd name="T101" fmla="*/ 503 h 1509"/>
              <a:gd name="T102" fmla="*/ 303 w 932"/>
              <a:gd name="T103" fmla="*/ 551 h 1509"/>
              <a:gd name="T104" fmla="*/ 471 w 932"/>
              <a:gd name="T105" fmla="*/ 848 h 1509"/>
              <a:gd name="T106" fmla="*/ 472 w 932"/>
              <a:gd name="T107" fmla="*/ 798 h 1509"/>
              <a:gd name="T108" fmla="*/ 576 w 932"/>
              <a:gd name="T109" fmla="*/ 529 h 1509"/>
              <a:gd name="T110" fmla="*/ 566 w 932"/>
              <a:gd name="T111" fmla="*/ 502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32" h="1509">
                <a:moveTo>
                  <a:pt x="432" y="867"/>
                </a:moveTo>
                <a:lnTo>
                  <a:pt x="432" y="867"/>
                </a:lnTo>
                <a:lnTo>
                  <a:pt x="422" y="870"/>
                </a:lnTo>
                <a:lnTo>
                  <a:pt x="416" y="875"/>
                </a:lnTo>
                <a:lnTo>
                  <a:pt x="412" y="882"/>
                </a:lnTo>
                <a:lnTo>
                  <a:pt x="410" y="889"/>
                </a:lnTo>
                <a:lnTo>
                  <a:pt x="410" y="897"/>
                </a:lnTo>
                <a:lnTo>
                  <a:pt x="413" y="905"/>
                </a:lnTo>
                <a:lnTo>
                  <a:pt x="415" y="914"/>
                </a:lnTo>
                <a:lnTo>
                  <a:pt x="420" y="923"/>
                </a:lnTo>
                <a:lnTo>
                  <a:pt x="429" y="940"/>
                </a:lnTo>
                <a:lnTo>
                  <a:pt x="440" y="955"/>
                </a:lnTo>
                <a:lnTo>
                  <a:pt x="452" y="968"/>
                </a:lnTo>
                <a:lnTo>
                  <a:pt x="452" y="968"/>
                </a:lnTo>
                <a:lnTo>
                  <a:pt x="458" y="960"/>
                </a:lnTo>
                <a:lnTo>
                  <a:pt x="463" y="951"/>
                </a:lnTo>
                <a:lnTo>
                  <a:pt x="469" y="942"/>
                </a:lnTo>
                <a:lnTo>
                  <a:pt x="473" y="933"/>
                </a:lnTo>
                <a:lnTo>
                  <a:pt x="475" y="922"/>
                </a:lnTo>
                <a:lnTo>
                  <a:pt x="478" y="914"/>
                </a:lnTo>
                <a:lnTo>
                  <a:pt x="479" y="904"/>
                </a:lnTo>
                <a:lnTo>
                  <a:pt x="478" y="896"/>
                </a:lnTo>
                <a:lnTo>
                  <a:pt x="476" y="888"/>
                </a:lnTo>
                <a:lnTo>
                  <a:pt x="474" y="881"/>
                </a:lnTo>
                <a:lnTo>
                  <a:pt x="469" y="875"/>
                </a:lnTo>
                <a:lnTo>
                  <a:pt x="465" y="870"/>
                </a:lnTo>
                <a:lnTo>
                  <a:pt x="459" y="867"/>
                </a:lnTo>
                <a:lnTo>
                  <a:pt x="451" y="865"/>
                </a:lnTo>
                <a:lnTo>
                  <a:pt x="442" y="865"/>
                </a:lnTo>
                <a:lnTo>
                  <a:pt x="432" y="867"/>
                </a:lnTo>
                <a:lnTo>
                  <a:pt x="432" y="867"/>
                </a:lnTo>
                <a:close/>
                <a:moveTo>
                  <a:pt x="474" y="0"/>
                </a:moveTo>
                <a:lnTo>
                  <a:pt x="448" y="0"/>
                </a:lnTo>
                <a:lnTo>
                  <a:pt x="448" y="0"/>
                </a:lnTo>
                <a:lnTo>
                  <a:pt x="425" y="1"/>
                </a:lnTo>
                <a:lnTo>
                  <a:pt x="401" y="2"/>
                </a:lnTo>
                <a:lnTo>
                  <a:pt x="377" y="6"/>
                </a:lnTo>
                <a:lnTo>
                  <a:pt x="355" y="9"/>
                </a:lnTo>
                <a:lnTo>
                  <a:pt x="333" y="14"/>
                </a:lnTo>
                <a:lnTo>
                  <a:pt x="311" y="21"/>
                </a:lnTo>
                <a:lnTo>
                  <a:pt x="290" y="28"/>
                </a:lnTo>
                <a:lnTo>
                  <a:pt x="270" y="36"/>
                </a:lnTo>
                <a:lnTo>
                  <a:pt x="250" y="46"/>
                </a:lnTo>
                <a:lnTo>
                  <a:pt x="230" y="56"/>
                </a:lnTo>
                <a:lnTo>
                  <a:pt x="211" y="67"/>
                </a:lnTo>
                <a:lnTo>
                  <a:pt x="193" y="80"/>
                </a:lnTo>
                <a:lnTo>
                  <a:pt x="176" y="93"/>
                </a:lnTo>
                <a:lnTo>
                  <a:pt x="159" y="106"/>
                </a:lnTo>
                <a:lnTo>
                  <a:pt x="143" y="121"/>
                </a:lnTo>
                <a:lnTo>
                  <a:pt x="127" y="137"/>
                </a:lnTo>
                <a:lnTo>
                  <a:pt x="113" y="153"/>
                </a:lnTo>
                <a:lnTo>
                  <a:pt x="99" y="170"/>
                </a:lnTo>
                <a:lnTo>
                  <a:pt x="86" y="187"/>
                </a:lnTo>
                <a:lnTo>
                  <a:pt x="74" y="206"/>
                </a:lnTo>
                <a:lnTo>
                  <a:pt x="63" y="225"/>
                </a:lnTo>
                <a:lnTo>
                  <a:pt x="52" y="244"/>
                </a:lnTo>
                <a:lnTo>
                  <a:pt x="43" y="264"/>
                </a:lnTo>
                <a:lnTo>
                  <a:pt x="34" y="285"/>
                </a:lnTo>
                <a:lnTo>
                  <a:pt x="26" y="306"/>
                </a:lnTo>
                <a:lnTo>
                  <a:pt x="19" y="328"/>
                </a:lnTo>
                <a:lnTo>
                  <a:pt x="13" y="350"/>
                </a:lnTo>
                <a:lnTo>
                  <a:pt x="8" y="372"/>
                </a:lnTo>
                <a:lnTo>
                  <a:pt x="5" y="396"/>
                </a:lnTo>
                <a:lnTo>
                  <a:pt x="2" y="418"/>
                </a:lnTo>
                <a:lnTo>
                  <a:pt x="0" y="443"/>
                </a:lnTo>
                <a:lnTo>
                  <a:pt x="0" y="467"/>
                </a:lnTo>
                <a:lnTo>
                  <a:pt x="0" y="467"/>
                </a:lnTo>
                <a:lnTo>
                  <a:pt x="0" y="495"/>
                </a:lnTo>
                <a:lnTo>
                  <a:pt x="1" y="523"/>
                </a:lnTo>
                <a:lnTo>
                  <a:pt x="4" y="552"/>
                </a:lnTo>
                <a:lnTo>
                  <a:pt x="7" y="579"/>
                </a:lnTo>
                <a:lnTo>
                  <a:pt x="12" y="606"/>
                </a:lnTo>
                <a:lnTo>
                  <a:pt x="19" y="632"/>
                </a:lnTo>
                <a:lnTo>
                  <a:pt x="28" y="657"/>
                </a:lnTo>
                <a:lnTo>
                  <a:pt x="39" y="681"/>
                </a:lnTo>
                <a:lnTo>
                  <a:pt x="39" y="681"/>
                </a:lnTo>
                <a:lnTo>
                  <a:pt x="51" y="701"/>
                </a:lnTo>
                <a:lnTo>
                  <a:pt x="66" y="725"/>
                </a:lnTo>
                <a:lnTo>
                  <a:pt x="103" y="785"/>
                </a:lnTo>
                <a:lnTo>
                  <a:pt x="123" y="819"/>
                </a:lnTo>
                <a:lnTo>
                  <a:pt x="143" y="855"/>
                </a:lnTo>
                <a:lnTo>
                  <a:pt x="160" y="891"/>
                </a:lnTo>
                <a:lnTo>
                  <a:pt x="177" y="928"/>
                </a:lnTo>
                <a:lnTo>
                  <a:pt x="177" y="928"/>
                </a:lnTo>
                <a:lnTo>
                  <a:pt x="185" y="941"/>
                </a:lnTo>
                <a:lnTo>
                  <a:pt x="193" y="955"/>
                </a:lnTo>
                <a:lnTo>
                  <a:pt x="203" y="974"/>
                </a:lnTo>
                <a:lnTo>
                  <a:pt x="214" y="997"/>
                </a:lnTo>
                <a:lnTo>
                  <a:pt x="222" y="1025"/>
                </a:lnTo>
                <a:lnTo>
                  <a:pt x="226" y="1039"/>
                </a:lnTo>
                <a:lnTo>
                  <a:pt x="229" y="1054"/>
                </a:lnTo>
                <a:lnTo>
                  <a:pt x="231" y="1069"/>
                </a:lnTo>
                <a:lnTo>
                  <a:pt x="232" y="1086"/>
                </a:lnTo>
                <a:lnTo>
                  <a:pt x="238" y="1426"/>
                </a:lnTo>
                <a:lnTo>
                  <a:pt x="238" y="1426"/>
                </a:lnTo>
                <a:lnTo>
                  <a:pt x="241" y="1429"/>
                </a:lnTo>
                <a:lnTo>
                  <a:pt x="250" y="1439"/>
                </a:lnTo>
                <a:lnTo>
                  <a:pt x="265" y="1451"/>
                </a:lnTo>
                <a:lnTo>
                  <a:pt x="276" y="1460"/>
                </a:lnTo>
                <a:lnTo>
                  <a:pt x="289" y="1467"/>
                </a:lnTo>
                <a:lnTo>
                  <a:pt x="302" y="1475"/>
                </a:lnTo>
                <a:lnTo>
                  <a:pt x="318" y="1482"/>
                </a:lnTo>
                <a:lnTo>
                  <a:pt x="336" y="1489"/>
                </a:lnTo>
                <a:lnTo>
                  <a:pt x="356" y="1496"/>
                </a:lnTo>
                <a:lnTo>
                  <a:pt x="379" y="1501"/>
                </a:lnTo>
                <a:lnTo>
                  <a:pt x="403" y="1506"/>
                </a:lnTo>
                <a:lnTo>
                  <a:pt x="430" y="1508"/>
                </a:lnTo>
                <a:lnTo>
                  <a:pt x="459" y="1509"/>
                </a:lnTo>
                <a:lnTo>
                  <a:pt x="463" y="1509"/>
                </a:lnTo>
                <a:lnTo>
                  <a:pt x="463" y="1509"/>
                </a:lnTo>
                <a:lnTo>
                  <a:pt x="491" y="1508"/>
                </a:lnTo>
                <a:lnTo>
                  <a:pt x="517" y="1506"/>
                </a:lnTo>
                <a:lnTo>
                  <a:pt x="541" y="1502"/>
                </a:lnTo>
                <a:lnTo>
                  <a:pt x="564" y="1497"/>
                </a:lnTo>
                <a:lnTo>
                  <a:pt x="584" y="1493"/>
                </a:lnTo>
                <a:lnTo>
                  <a:pt x="603" y="1487"/>
                </a:lnTo>
                <a:lnTo>
                  <a:pt x="620" y="1480"/>
                </a:lnTo>
                <a:lnTo>
                  <a:pt x="636" y="1473"/>
                </a:lnTo>
                <a:lnTo>
                  <a:pt x="649" y="1466"/>
                </a:lnTo>
                <a:lnTo>
                  <a:pt x="660" y="1460"/>
                </a:lnTo>
                <a:lnTo>
                  <a:pt x="679" y="1448"/>
                </a:lnTo>
                <a:lnTo>
                  <a:pt x="690" y="1440"/>
                </a:lnTo>
                <a:lnTo>
                  <a:pt x="693" y="1436"/>
                </a:lnTo>
                <a:lnTo>
                  <a:pt x="696" y="1095"/>
                </a:lnTo>
                <a:lnTo>
                  <a:pt x="696" y="1095"/>
                </a:lnTo>
                <a:lnTo>
                  <a:pt x="697" y="1080"/>
                </a:lnTo>
                <a:lnTo>
                  <a:pt x="699" y="1065"/>
                </a:lnTo>
                <a:lnTo>
                  <a:pt x="703" y="1049"/>
                </a:lnTo>
                <a:lnTo>
                  <a:pt x="708" y="1035"/>
                </a:lnTo>
                <a:lnTo>
                  <a:pt x="712" y="1021"/>
                </a:lnTo>
                <a:lnTo>
                  <a:pt x="718" y="1007"/>
                </a:lnTo>
                <a:lnTo>
                  <a:pt x="730" y="981"/>
                </a:lnTo>
                <a:lnTo>
                  <a:pt x="743" y="960"/>
                </a:lnTo>
                <a:lnTo>
                  <a:pt x="754" y="943"/>
                </a:lnTo>
                <a:lnTo>
                  <a:pt x="763" y="928"/>
                </a:lnTo>
                <a:lnTo>
                  <a:pt x="763" y="928"/>
                </a:lnTo>
                <a:lnTo>
                  <a:pt x="778" y="891"/>
                </a:lnTo>
                <a:lnTo>
                  <a:pt x="795" y="855"/>
                </a:lnTo>
                <a:lnTo>
                  <a:pt x="811" y="819"/>
                </a:lnTo>
                <a:lnTo>
                  <a:pt x="829" y="785"/>
                </a:lnTo>
                <a:lnTo>
                  <a:pt x="860" y="725"/>
                </a:lnTo>
                <a:lnTo>
                  <a:pt x="883" y="681"/>
                </a:lnTo>
                <a:lnTo>
                  <a:pt x="883" y="681"/>
                </a:lnTo>
                <a:lnTo>
                  <a:pt x="894" y="657"/>
                </a:lnTo>
                <a:lnTo>
                  <a:pt x="904" y="632"/>
                </a:lnTo>
                <a:lnTo>
                  <a:pt x="913" y="606"/>
                </a:lnTo>
                <a:lnTo>
                  <a:pt x="920" y="579"/>
                </a:lnTo>
                <a:lnTo>
                  <a:pt x="925" y="552"/>
                </a:lnTo>
                <a:lnTo>
                  <a:pt x="928" y="523"/>
                </a:lnTo>
                <a:lnTo>
                  <a:pt x="930" y="495"/>
                </a:lnTo>
                <a:lnTo>
                  <a:pt x="932" y="467"/>
                </a:lnTo>
                <a:lnTo>
                  <a:pt x="932" y="467"/>
                </a:lnTo>
                <a:lnTo>
                  <a:pt x="930" y="443"/>
                </a:lnTo>
                <a:lnTo>
                  <a:pt x="929" y="418"/>
                </a:lnTo>
                <a:lnTo>
                  <a:pt x="926" y="396"/>
                </a:lnTo>
                <a:lnTo>
                  <a:pt x="922" y="372"/>
                </a:lnTo>
                <a:lnTo>
                  <a:pt x="917" y="350"/>
                </a:lnTo>
                <a:lnTo>
                  <a:pt x="910" y="328"/>
                </a:lnTo>
                <a:lnTo>
                  <a:pt x="903" y="306"/>
                </a:lnTo>
                <a:lnTo>
                  <a:pt x="896" y="285"/>
                </a:lnTo>
                <a:lnTo>
                  <a:pt x="887" y="264"/>
                </a:lnTo>
                <a:lnTo>
                  <a:pt x="877" y="244"/>
                </a:lnTo>
                <a:lnTo>
                  <a:pt x="866" y="225"/>
                </a:lnTo>
                <a:lnTo>
                  <a:pt x="854" y="206"/>
                </a:lnTo>
                <a:lnTo>
                  <a:pt x="842" y="187"/>
                </a:lnTo>
                <a:lnTo>
                  <a:pt x="828" y="170"/>
                </a:lnTo>
                <a:lnTo>
                  <a:pt x="814" y="153"/>
                </a:lnTo>
                <a:lnTo>
                  <a:pt x="800" y="137"/>
                </a:lnTo>
                <a:lnTo>
                  <a:pt x="783" y="121"/>
                </a:lnTo>
                <a:lnTo>
                  <a:pt x="767" y="106"/>
                </a:lnTo>
                <a:lnTo>
                  <a:pt x="750" y="93"/>
                </a:lnTo>
                <a:lnTo>
                  <a:pt x="731" y="80"/>
                </a:lnTo>
                <a:lnTo>
                  <a:pt x="713" y="67"/>
                </a:lnTo>
                <a:lnTo>
                  <a:pt x="693" y="56"/>
                </a:lnTo>
                <a:lnTo>
                  <a:pt x="675" y="46"/>
                </a:lnTo>
                <a:lnTo>
                  <a:pt x="653" y="36"/>
                </a:lnTo>
                <a:lnTo>
                  <a:pt x="633" y="28"/>
                </a:lnTo>
                <a:lnTo>
                  <a:pt x="612" y="21"/>
                </a:lnTo>
                <a:lnTo>
                  <a:pt x="590" y="14"/>
                </a:lnTo>
                <a:lnTo>
                  <a:pt x="567" y="9"/>
                </a:lnTo>
                <a:lnTo>
                  <a:pt x="545" y="6"/>
                </a:lnTo>
                <a:lnTo>
                  <a:pt x="521" y="2"/>
                </a:lnTo>
                <a:lnTo>
                  <a:pt x="498" y="1"/>
                </a:lnTo>
                <a:lnTo>
                  <a:pt x="474" y="0"/>
                </a:lnTo>
                <a:lnTo>
                  <a:pt x="474" y="0"/>
                </a:lnTo>
                <a:close/>
                <a:moveTo>
                  <a:pt x="616" y="1395"/>
                </a:moveTo>
                <a:lnTo>
                  <a:pt x="322" y="1395"/>
                </a:lnTo>
                <a:lnTo>
                  <a:pt x="322" y="1395"/>
                </a:lnTo>
                <a:lnTo>
                  <a:pt x="316" y="1395"/>
                </a:lnTo>
                <a:lnTo>
                  <a:pt x="310" y="1393"/>
                </a:lnTo>
                <a:lnTo>
                  <a:pt x="305" y="1390"/>
                </a:lnTo>
                <a:lnTo>
                  <a:pt x="301" y="1387"/>
                </a:lnTo>
                <a:lnTo>
                  <a:pt x="297" y="1383"/>
                </a:lnTo>
                <a:lnTo>
                  <a:pt x="295" y="1377"/>
                </a:lnTo>
                <a:lnTo>
                  <a:pt x="293" y="1372"/>
                </a:lnTo>
                <a:lnTo>
                  <a:pt x="293" y="1367"/>
                </a:lnTo>
                <a:lnTo>
                  <a:pt x="293" y="1367"/>
                </a:lnTo>
                <a:lnTo>
                  <a:pt x="293" y="1361"/>
                </a:lnTo>
                <a:lnTo>
                  <a:pt x="295" y="1355"/>
                </a:lnTo>
                <a:lnTo>
                  <a:pt x="297" y="1350"/>
                </a:lnTo>
                <a:lnTo>
                  <a:pt x="301" y="1345"/>
                </a:lnTo>
                <a:lnTo>
                  <a:pt x="305" y="1342"/>
                </a:lnTo>
                <a:lnTo>
                  <a:pt x="310" y="1339"/>
                </a:lnTo>
                <a:lnTo>
                  <a:pt x="316" y="1338"/>
                </a:lnTo>
                <a:lnTo>
                  <a:pt x="322" y="1337"/>
                </a:lnTo>
                <a:lnTo>
                  <a:pt x="616" y="1337"/>
                </a:lnTo>
                <a:lnTo>
                  <a:pt x="616" y="1337"/>
                </a:lnTo>
                <a:lnTo>
                  <a:pt x="622" y="1338"/>
                </a:lnTo>
                <a:lnTo>
                  <a:pt x="627" y="1339"/>
                </a:lnTo>
                <a:lnTo>
                  <a:pt x="632" y="1342"/>
                </a:lnTo>
                <a:lnTo>
                  <a:pt x="637" y="1345"/>
                </a:lnTo>
                <a:lnTo>
                  <a:pt x="640" y="1350"/>
                </a:lnTo>
                <a:lnTo>
                  <a:pt x="643" y="1355"/>
                </a:lnTo>
                <a:lnTo>
                  <a:pt x="645" y="1361"/>
                </a:lnTo>
                <a:lnTo>
                  <a:pt x="645" y="1367"/>
                </a:lnTo>
                <a:lnTo>
                  <a:pt x="645" y="1367"/>
                </a:lnTo>
                <a:lnTo>
                  <a:pt x="645" y="1372"/>
                </a:lnTo>
                <a:lnTo>
                  <a:pt x="643" y="1377"/>
                </a:lnTo>
                <a:lnTo>
                  <a:pt x="640" y="1383"/>
                </a:lnTo>
                <a:lnTo>
                  <a:pt x="637" y="1387"/>
                </a:lnTo>
                <a:lnTo>
                  <a:pt x="632" y="1390"/>
                </a:lnTo>
                <a:lnTo>
                  <a:pt x="627" y="1393"/>
                </a:lnTo>
                <a:lnTo>
                  <a:pt x="622" y="1395"/>
                </a:lnTo>
                <a:lnTo>
                  <a:pt x="616" y="1395"/>
                </a:lnTo>
                <a:lnTo>
                  <a:pt x="616" y="1395"/>
                </a:lnTo>
                <a:close/>
                <a:moveTo>
                  <a:pt x="616" y="1279"/>
                </a:moveTo>
                <a:lnTo>
                  <a:pt x="322" y="1279"/>
                </a:lnTo>
                <a:lnTo>
                  <a:pt x="322" y="1279"/>
                </a:lnTo>
                <a:lnTo>
                  <a:pt x="316" y="1278"/>
                </a:lnTo>
                <a:lnTo>
                  <a:pt x="310" y="1277"/>
                </a:lnTo>
                <a:lnTo>
                  <a:pt x="305" y="1273"/>
                </a:lnTo>
                <a:lnTo>
                  <a:pt x="301" y="1270"/>
                </a:lnTo>
                <a:lnTo>
                  <a:pt x="297" y="1266"/>
                </a:lnTo>
                <a:lnTo>
                  <a:pt x="295" y="1262"/>
                </a:lnTo>
                <a:lnTo>
                  <a:pt x="293" y="1256"/>
                </a:lnTo>
                <a:lnTo>
                  <a:pt x="293" y="1250"/>
                </a:lnTo>
                <a:lnTo>
                  <a:pt x="293" y="1250"/>
                </a:lnTo>
                <a:lnTo>
                  <a:pt x="293" y="1244"/>
                </a:lnTo>
                <a:lnTo>
                  <a:pt x="295" y="1238"/>
                </a:lnTo>
                <a:lnTo>
                  <a:pt x="297" y="1233"/>
                </a:lnTo>
                <a:lnTo>
                  <a:pt x="301" y="1230"/>
                </a:lnTo>
                <a:lnTo>
                  <a:pt x="305" y="1226"/>
                </a:lnTo>
                <a:lnTo>
                  <a:pt x="310" y="1223"/>
                </a:lnTo>
                <a:lnTo>
                  <a:pt x="316" y="1222"/>
                </a:lnTo>
                <a:lnTo>
                  <a:pt x="322" y="1220"/>
                </a:lnTo>
                <a:lnTo>
                  <a:pt x="616" y="1220"/>
                </a:lnTo>
                <a:lnTo>
                  <a:pt x="616" y="1220"/>
                </a:lnTo>
                <a:lnTo>
                  <a:pt x="622" y="1222"/>
                </a:lnTo>
                <a:lnTo>
                  <a:pt x="627" y="1223"/>
                </a:lnTo>
                <a:lnTo>
                  <a:pt x="632" y="1226"/>
                </a:lnTo>
                <a:lnTo>
                  <a:pt x="637" y="1230"/>
                </a:lnTo>
                <a:lnTo>
                  <a:pt x="640" y="1233"/>
                </a:lnTo>
                <a:lnTo>
                  <a:pt x="643" y="1238"/>
                </a:lnTo>
                <a:lnTo>
                  <a:pt x="645" y="1244"/>
                </a:lnTo>
                <a:lnTo>
                  <a:pt x="645" y="1250"/>
                </a:lnTo>
                <a:lnTo>
                  <a:pt x="645" y="1250"/>
                </a:lnTo>
                <a:lnTo>
                  <a:pt x="645" y="1256"/>
                </a:lnTo>
                <a:lnTo>
                  <a:pt x="643" y="1262"/>
                </a:lnTo>
                <a:lnTo>
                  <a:pt x="640" y="1266"/>
                </a:lnTo>
                <a:lnTo>
                  <a:pt x="637" y="1270"/>
                </a:lnTo>
                <a:lnTo>
                  <a:pt x="632" y="1273"/>
                </a:lnTo>
                <a:lnTo>
                  <a:pt x="627" y="1277"/>
                </a:lnTo>
                <a:lnTo>
                  <a:pt x="622" y="1278"/>
                </a:lnTo>
                <a:lnTo>
                  <a:pt x="616" y="1279"/>
                </a:lnTo>
                <a:lnTo>
                  <a:pt x="616" y="1279"/>
                </a:lnTo>
                <a:close/>
                <a:moveTo>
                  <a:pt x="616" y="1163"/>
                </a:moveTo>
                <a:lnTo>
                  <a:pt x="322" y="1163"/>
                </a:lnTo>
                <a:lnTo>
                  <a:pt x="322" y="1163"/>
                </a:lnTo>
                <a:lnTo>
                  <a:pt x="316" y="1161"/>
                </a:lnTo>
                <a:lnTo>
                  <a:pt x="310" y="1160"/>
                </a:lnTo>
                <a:lnTo>
                  <a:pt x="305" y="1158"/>
                </a:lnTo>
                <a:lnTo>
                  <a:pt x="301" y="1154"/>
                </a:lnTo>
                <a:lnTo>
                  <a:pt x="297" y="1150"/>
                </a:lnTo>
                <a:lnTo>
                  <a:pt x="295" y="1145"/>
                </a:lnTo>
                <a:lnTo>
                  <a:pt x="293" y="1139"/>
                </a:lnTo>
                <a:lnTo>
                  <a:pt x="293" y="1133"/>
                </a:lnTo>
                <a:lnTo>
                  <a:pt x="293" y="1133"/>
                </a:lnTo>
                <a:lnTo>
                  <a:pt x="293" y="1127"/>
                </a:lnTo>
                <a:lnTo>
                  <a:pt x="295" y="1122"/>
                </a:lnTo>
                <a:lnTo>
                  <a:pt x="297" y="1117"/>
                </a:lnTo>
                <a:lnTo>
                  <a:pt x="301" y="1113"/>
                </a:lnTo>
                <a:lnTo>
                  <a:pt x="305" y="1110"/>
                </a:lnTo>
                <a:lnTo>
                  <a:pt x="310" y="1107"/>
                </a:lnTo>
                <a:lnTo>
                  <a:pt x="316" y="1105"/>
                </a:lnTo>
                <a:lnTo>
                  <a:pt x="322" y="1105"/>
                </a:lnTo>
                <a:lnTo>
                  <a:pt x="616" y="1105"/>
                </a:lnTo>
                <a:lnTo>
                  <a:pt x="616" y="1105"/>
                </a:lnTo>
                <a:lnTo>
                  <a:pt x="622" y="1105"/>
                </a:lnTo>
                <a:lnTo>
                  <a:pt x="627" y="1107"/>
                </a:lnTo>
                <a:lnTo>
                  <a:pt x="632" y="1110"/>
                </a:lnTo>
                <a:lnTo>
                  <a:pt x="637" y="1113"/>
                </a:lnTo>
                <a:lnTo>
                  <a:pt x="640" y="1117"/>
                </a:lnTo>
                <a:lnTo>
                  <a:pt x="643" y="1122"/>
                </a:lnTo>
                <a:lnTo>
                  <a:pt x="645" y="1127"/>
                </a:lnTo>
                <a:lnTo>
                  <a:pt x="645" y="1133"/>
                </a:lnTo>
                <a:lnTo>
                  <a:pt x="645" y="1133"/>
                </a:lnTo>
                <a:lnTo>
                  <a:pt x="645" y="1139"/>
                </a:lnTo>
                <a:lnTo>
                  <a:pt x="643" y="1145"/>
                </a:lnTo>
                <a:lnTo>
                  <a:pt x="640" y="1150"/>
                </a:lnTo>
                <a:lnTo>
                  <a:pt x="637" y="1154"/>
                </a:lnTo>
                <a:lnTo>
                  <a:pt x="632" y="1158"/>
                </a:lnTo>
                <a:lnTo>
                  <a:pt x="627" y="1160"/>
                </a:lnTo>
                <a:lnTo>
                  <a:pt x="622" y="1161"/>
                </a:lnTo>
                <a:lnTo>
                  <a:pt x="616" y="1163"/>
                </a:lnTo>
                <a:lnTo>
                  <a:pt x="616" y="1163"/>
                </a:lnTo>
                <a:close/>
                <a:moveTo>
                  <a:pt x="642" y="460"/>
                </a:moveTo>
                <a:lnTo>
                  <a:pt x="642" y="460"/>
                </a:lnTo>
                <a:lnTo>
                  <a:pt x="616" y="525"/>
                </a:lnTo>
                <a:lnTo>
                  <a:pt x="588" y="592"/>
                </a:lnTo>
                <a:lnTo>
                  <a:pt x="559" y="672"/>
                </a:lnTo>
                <a:lnTo>
                  <a:pt x="528" y="755"/>
                </a:lnTo>
                <a:lnTo>
                  <a:pt x="501" y="831"/>
                </a:lnTo>
                <a:lnTo>
                  <a:pt x="491" y="865"/>
                </a:lnTo>
                <a:lnTo>
                  <a:pt x="482" y="895"/>
                </a:lnTo>
                <a:lnTo>
                  <a:pt x="478" y="918"/>
                </a:lnTo>
                <a:lnTo>
                  <a:pt x="476" y="927"/>
                </a:lnTo>
                <a:lnTo>
                  <a:pt x="475" y="935"/>
                </a:lnTo>
                <a:lnTo>
                  <a:pt x="475" y="935"/>
                </a:lnTo>
                <a:lnTo>
                  <a:pt x="476" y="966"/>
                </a:lnTo>
                <a:lnTo>
                  <a:pt x="476" y="994"/>
                </a:lnTo>
                <a:lnTo>
                  <a:pt x="475" y="1008"/>
                </a:lnTo>
                <a:lnTo>
                  <a:pt x="473" y="1022"/>
                </a:lnTo>
                <a:lnTo>
                  <a:pt x="471" y="1034"/>
                </a:lnTo>
                <a:lnTo>
                  <a:pt x="467" y="1042"/>
                </a:lnTo>
                <a:lnTo>
                  <a:pt x="465" y="1046"/>
                </a:lnTo>
                <a:lnTo>
                  <a:pt x="461" y="1048"/>
                </a:lnTo>
                <a:lnTo>
                  <a:pt x="459" y="1049"/>
                </a:lnTo>
                <a:lnTo>
                  <a:pt x="455" y="1049"/>
                </a:lnTo>
                <a:lnTo>
                  <a:pt x="452" y="1048"/>
                </a:lnTo>
                <a:lnTo>
                  <a:pt x="447" y="1045"/>
                </a:lnTo>
                <a:lnTo>
                  <a:pt x="442" y="1041"/>
                </a:lnTo>
                <a:lnTo>
                  <a:pt x="438" y="1035"/>
                </a:lnTo>
                <a:lnTo>
                  <a:pt x="426" y="1018"/>
                </a:lnTo>
                <a:lnTo>
                  <a:pt x="413" y="993"/>
                </a:lnTo>
                <a:lnTo>
                  <a:pt x="413" y="993"/>
                </a:lnTo>
                <a:lnTo>
                  <a:pt x="393" y="911"/>
                </a:lnTo>
                <a:lnTo>
                  <a:pt x="380" y="850"/>
                </a:lnTo>
                <a:lnTo>
                  <a:pt x="375" y="824"/>
                </a:lnTo>
                <a:lnTo>
                  <a:pt x="374" y="809"/>
                </a:lnTo>
                <a:lnTo>
                  <a:pt x="374" y="809"/>
                </a:lnTo>
                <a:lnTo>
                  <a:pt x="372" y="799"/>
                </a:lnTo>
                <a:lnTo>
                  <a:pt x="367" y="784"/>
                </a:lnTo>
                <a:lnTo>
                  <a:pt x="348" y="739"/>
                </a:lnTo>
                <a:lnTo>
                  <a:pt x="322" y="679"/>
                </a:lnTo>
                <a:lnTo>
                  <a:pt x="291" y="612"/>
                </a:lnTo>
                <a:lnTo>
                  <a:pt x="260" y="545"/>
                </a:lnTo>
                <a:lnTo>
                  <a:pt x="230" y="485"/>
                </a:lnTo>
                <a:lnTo>
                  <a:pt x="208" y="440"/>
                </a:lnTo>
                <a:lnTo>
                  <a:pt x="195" y="415"/>
                </a:lnTo>
                <a:lnTo>
                  <a:pt x="195" y="415"/>
                </a:lnTo>
                <a:lnTo>
                  <a:pt x="204" y="413"/>
                </a:lnTo>
                <a:lnTo>
                  <a:pt x="229" y="408"/>
                </a:lnTo>
                <a:lnTo>
                  <a:pt x="243" y="405"/>
                </a:lnTo>
                <a:lnTo>
                  <a:pt x="257" y="405"/>
                </a:lnTo>
                <a:lnTo>
                  <a:pt x="271" y="407"/>
                </a:lnTo>
                <a:lnTo>
                  <a:pt x="276" y="408"/>
                </a:lnTo>
                <a:lnTo>
                  <a:pt x="282" y="410"/>
                </a:lnTo>
                <a:lnTo>
                  <a:pt x="282" y="410"/>
                </a:lnTo>
                <a:lnTo>
                  <a:pt x="314" y="422"/>
                </a:lnTo>
                <a:lnTo>
                  <a:pt x="348" y="434"/>
                </a:lnTo>
                <a:lnTo>
                  <a:pt x="390" y="447"/>
                </a:lnTo>
                <a:lnTo>
                  <a:pt x="435" y="457"/>
                </a:lnTo>
                <a:lnTo>
                  <a:pt x="458" y="462"/>
                </a:lnTo>
                <a:lnTo>
                  <a:pt x="480" y="466"/>
                </a:lnTo>
                <a:lnTo>
                  <a:pt x="501" y="468"/>
                </a:lnTo>
                <a:lnTo>
                  <a:pt x="520" y="469"/>
                </a:lnTo>
                <a:lnTo>
                  <a:pt x="538" y="467"/>
                </a:lnTo>
                <a:lnTo>
                  <a:pt x="546" y="466"/>
                </a:lnTo>
                <a:lnTo>
                  <a:pt x="553" y="464"/>
                </a:lnTo>
                <a:lnTo>
                  <a:pt x="553" y="464"/>
                </a:lnTo>
                <a:lnTo>
                  <a:pt x="572" y="451"/>
                </a:lnTo>
                <a:lnTo>
                  <a:pt x="590" y="441"/>
                </a:lnTo>
                <a:lnTo>
                  <a:pt x="610" y="431"/>
                </a:lnTo>
                <a:lnTo>
                  <a:pt x="620" y="427"/>
                </a:lnTo>
                <a:lnTo>
                  <a:pt x="629" y="424"/>
                </a:lnTo>
                <a:lnTo>
                  <a:pt x="636" y="424"/>
                </a:lnTo>
                <a:lnTo>
                  <a:pt x="642" y="426"/>
                </a:lnTo>
                <a:lnTo>
                  <a:pt x="644" y="427"/>
                </a:lnTo>
                <a:lnTo>
                  <a:pt x="646" y="429"/>
                </a:lnTo>
                <a:lnTo>
                  <a:pt x="647" y="433"/>
                </a:lnTo>
                <a:lnTo>
                  <a:pt x="647" y="436"/>
                </a:lnTo>
                <a:lnTo>
                  <a:pt x="646" y="447"/>
                </a:lnTo>
                <a:lnTo>
                  <a:pt x="642" y="460"/>
                </a:lnTo>
                <a:lnTo>
                  <a:pt x="642" y="460"/>
                </a:lnTo>
                <a:close/>
                <a:moveTo>
                  <a:pt x="553" y="508"/>
                </a:moveTo>
                <a:lnTo>
                  <a:pt x="553" y="508"/>
                </a:lnTo>
                <a:lnTo>
                  <a:pt x="545" y="512"/>
                </a:lnTo>
                <a:lnTo>
                  <a:pt x="538" y="515"/>
                </a:lnTo>
                <a:lnTo>
                  <a:pt x="522" y="519"/>
                </a:lnTo>
                <a:lnTo>
                  <a:pt x="508" y="521"/>
                </a:lnTo>
                <a:lnTo>
                  <a:pt x="495" y="521"/>
                </a:lnTo>
                <a:lnTo>
                  <a:pt x="482" y="520"/>
                </a:lnTo>
                <a:lnTo>
                  <a:pt x="472" y="519"/>
                </a:lnTo>
                <a:lnTo>
                  <a:pt x="461" y="516"/>
                </a:lnTo>
                <a:lnTo>
                  <a:pt x="452" y="516"/>
                </a:lnTo>
                <a:lnTo>
                  <a:pt x="452" y="516"/>
                </a:lnTo>
                <a:lnTo>
                  <a:pt x="440" y="516"/>
                </a:lnTo>
                <a:lnTo>
                  <a:pt x="427" y="519"/>
                </a:lnTo>
                <a:lnTo>
                  <a:pt x="412" y="521"/>
                </a:lnTo>
                <a:lnTo>
                  <a:pt x="395" y="522"/>
                </a:lnTo>
                <a:lnTo>
                  <a:pt x="379" y="523"/>
                </a:lnTo>
                <a:lnTo>
                  <a:pt x="362" y="522"/>
                </a:lnTo>
                <a:lnTo>
                  <a:pt x="354" y="521"/>
                </a:lnTo>
                <a:lnTo>
                  <a:pt x="347" y="519"/>
                </a:lnTo>
                <a:lnTo>
                  <a:pt x="341" y="515"/>
                </a:lnTo>
                <a:lnTo>
                  <a:pt x="335" y="512"/>
                </a:lnTo>
                <a:lnTo>
                  <a:pt x="335" y="512"/>
                </a:lnTo>
                <a:lnTo>
                  <a:pt x="324" y="503"/>
                </a:lnTo>
                <a:lnTo>
                  <a:pt x="314" y="499"/>
                </a:lnTo>
                <a:lnTo>
                  <a:pt x="303" y="495"/>
                </a:lnTo>
                <a:lnTo>
                  <a:pt x="295" y="493"/>
                </a:lnTo>
                <a:lnTo>
                  <a:pt x="288" y="493"/>
                </a:lnTo>
                <a:lnTo>
                  <a:pt x="282" y="493"/>
                </a:lnTo>
                <a:lnTo>
                  <a:pt x="277" y="493"/>
                </a:lnTo>
                <a:lnTo>
                  <a:pt x="277" y="493"/>
                </a:lnTo>
                <a:lnTo>
                  <a:pt x="303" y="551"/>
                </a:lnTo>
                <a:lnTo>
                  <a:pt x="353" y="653"/>
                </a:lnTo>
                <a:lnTo>
                  <a:pt x="422" y="793"/>
                </a:lnTo>
                <a:lnTo>
                  <a:pt x="422" y="793"/>
                </a:lnTo>
                <a:lnTo>
                  <a:pt x="438" y="815"/>
                </a:lnTo>
                <a:lnTo>
                  <a:pt x="451" y="831"/>
                </a:lnTo>
                <a:lnTo>
                  <a:pt x="460" y="841"/>
                </a:lnTo>
                <a:lnTo>
                  <a:pt x="468" y="847"/>
                </a:lnTo>
                <a:lnTo>
                  <a:pt x="471" y="848"/>
                </a:lnTo>
                <a:lnTo>
                  <a:pt x="473" y="848"/>
                </a:lnTo>
                <a:lnTo>
                  <a:pt x="475" y="848"/>
                </a:lnTo>
                <a:lnTo>
                  <a:pt x="476" y="847"/>
                </a:lnTo>
                <a:lnTo>
                  <a:pt x="478" y="842"/>
                </a:lnTo>
                <a:lnTo>
                  <a:pt x="478" y="835"/>
                </a:lnTo>
                <a:lnTo>
                  <a:pt x="478" y="826"/>
                </a:lnTo>
                <a:lnTo>
                  <a:pt x="475" y="817"/>
                </a:lnTo>
                <a:lnTo>
                  <a:pt x="472" y="798"/>
                </a:lnTo>
                <a:lnTo>
                  <a:pt x="465" y="777"/>
                </a:lnTo>
                <a:lnTo>
                  <a:pt x="465" y="777"/>
                </a:lnTo>
                <a:lnTo>
                  <a:pt x="474" y="760"/>
                </a:lnTo>
                <a:lnTo>
                  <a:pt x="488" y="730"/>
                </a:lnTo>
                <a:lnTo>
                  <a:pt x="525" y="648"/>
                </a:lnTo>
                <a:lnTo>
                  <a:pt x="572" y="536"/>
                </a:lnTo>
                <a:lnTo>
                  <a:pt x="572" y="536"/>
                </a:lnTo>
                <a:lnTo>
                  <a:pt x="576" y="529"/>
                </a:lnTo>
                <a:lnTo>
                  <a:pt x="578" y="521"/>
                </a:lnTo>
                <a:lnTo>
                  <a:pt x="579" y="513"/>
                </a:lnTo>
                <a:lnTo>
                  <a:pt x="579" y="509"/>
                </a:lnTo>
                <a:lnTo>
                  <a:pt x="578" y="506"/>
                </a:lnTo>
                <a:lnTo>
                  <a:pt x="577" y="503"/>
                </a:lnTo>
                <a:lnTo>
                  <a:pt x="574" y="502"/>
                </a:lnTo>
                <a:lnTo>
                  <a:pt x="571" y="501"/>
                </a:lnTo>
                <a:lnTo>
                  <a:pt x="566" y="502"/>
                </a:lnTo>
                <a:lnTo>
                  <a:pt x="560" y="505"/>
                </a:lnTo>
                <a:lnTo>
                  <a:pt x="553" y="508"/>
                </a:lnTo>
                <a:lnTo>
                  <a:pt x="553" y="5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0"/>
          <p:cNvSpPr>
            <a:spLocks noChangeAspect="1"/>
          </p:cNvSpPr>
          <p:nvPr/>
        </p:nvSpPr>
        <p:spPr bwMode="auto">
          <a:xfrm>
            <a:off x="6069244" y="1450569"/>
            <a:ext cx="1080000" cy="646283"/>
          </a:xfrm>
          <a:custGeom>
            <a:avLst/>
            <a:gdLst>
              <a:gd name="T0" fmla="*/ 315 w 1509"/>
              <a:gd name="T1" fmla="*/ 902 h 905"/>
              <a:gd name="T2" fmla="*/ 247 w 1509"/>
              <a:gd name="T3" fmla="*/ 887 h 905"/>
              <a:gd name="T4" fmla="*/ 184 w 1509"/>
              <a:gd name="T5" fmla="*/ 861 h 905"/>
              <a:gd name="T6" fmla="*/ 127 w 1509"/>
              <a:gd name="T7" fmla="*/ 822 h 905"/>
              <a:gd name="T8" fmla="*/ 80 w 1509"/>
              <a:gd name="T9" fmla="*/ 774 h 905"/>
              <a:gd name="T10" fmla="*/ 43 w 1509"/>
              <a:gd name="T11" fmla="*/ 717 h 905"/>
              <a:gd name="T12" fmla="*/ 15 w 1509"/>
              <a:gd name="T13" fmla="*/ 654 h 905"/>
              <a:gd name="T14" fmla="*/ 2 w 1509"/>
              <a:gd name="T15" fmla="*/ 585 h 905"/>
              <a:gd name="T16" fmla="*/ 0 w 1509"/>
              <a:gd name="T17" fmla="*/ 531 h 905"/>
              <a:gd name="T18" fmla="*/ 10 w 1509"/>
              <a:gd name="T19" fmla="*/ 463 h 905"/>
              <a:gd name="T20" fmla="*/ 30 w 1509"/>
              <a:gd name="T21" fmla="*/ 398 h 905"/>
              <a:gd name="T22" fmla="*/ 61 w 1509"/>
              <a:gd name="T23" fmla="*/ 341 h 905"/>
              <a:gd name="T24" fmla="*/ 101 w 1509"/>
              <a:gd name="T25" fmla="*/ 292 h 905"/>
              <a:gd name="T26" fmla="*/ 151 w 1509"/>
              <a:gd name="T27" fmla="*/ 253 h 905"/>
              <a:gd name="T28" fmla="*/ 209 w 1509"/>
              <a:gd name="T29" fmla="*/ 224 h 905"/>
              <a:gd name="T30" fmla="*/ 274 w 1509"/>
              <a:gd name="T31" fmla="*/ 207 h 905"/>
              <a:gd name="T32" fmla="*/ 327 w 1509"/>
              <a:gd name="T33" fmla="*/ 203 h 905"/>
              <a:gd name="T34" fmla="*/ 314 w 1509"/>
              <a:gd name="T35" fmla="*/ 239 h 905"/>
              <a:gd name="T36" fmla="*/ 301 w 1509"/>
              <a:gd name="T37" fmla="*/ 399 h 905"/>
              <a:gd name="T38" fmla="*/ 329 w 1509"/>
              <a:gd name="T39" fmla="*/ 308 h 905"/>
              <a:gd name="T40" fmla="*/ 354 w 1509"/>
              <a:gd name="T41" fmla="*/ 250 h 905"/>
              <a:gd name="T42" fmla="*/ 434 w 1509"/>
              <a:gd name="T43" fmla="*/ 127 h 905"/>
              <a:gd name="T44" fmla="*/ 522 w 1509"/>
              <a:gd name="T45" fmla="*/ 50 h 905"/>
              <a:gd name="T46" fmla="*/ 620 w 1509"/>
              <a:gd name="T47" fmla="*/ 11 h 905"/>
              <a:gd name="T48" fmla="*/ 728 w 1509"/>
              <a:gd name="T49" fmla="*/ 0 h 905"/>
              <a:gd name="T50" fmla="*/ 811 w 1509"/>
              <a:gd name="T51" fmla="*/ 9 h 905"/>
              <a:gd name="T52" fmla="*/ 917 w 1509"/>
              <a:gd name="T53" fmla="*/ 49 h 905"/>
              <a:gd name="T54" fmla="*/ 1003 w 1509"/>
              <a:gd name="T55" fmla="*/ 118 h 905"/>
              <a:gd name="T56" fmla="*/ 1034 w 1509"/>
              <a:gd name="T57" fmla="*/ 163 h 905"/>
              <a:gd name="T58" fmla="*/ 1053 w 1509"/>
              <a:gd name="T59" fmla="*/ 215 h 905"/>
              <a:gd name="T60" fmla="*/ 1061 w 1509"/>
              <a:gd name="T61" fmla="*/ 259 h 905"/>
              <a:gd name="T62" fmla="*/ 1061 w 1509"/>
              <a:gd name="T63" fmla="*/ 361 h 905"/>
              <a:gd name="T64" fmla="*/ 1052 w 1509"/>
              <a:gd name="T65" fmla="*/ 417 h 905"/>
              <a:gd name="T66" fmla="*/ 1081 w 1509"/>
              <a:gd name="T67" fmla="*/ 380 h 905"/>
              <a:gd name="T68" fmla="*/ 1103 w 1509"/>
              <a:gd name="T69" fmla="*/ 322 h 905"/>
              <a:gd name="T70" fmla="*/ 1103 w 1509"/>
              <a:gd name="T71" fmla="*/ 247 h 905"/>
              <a:gd name="T72" fmla="*/ 1085 w 1509"/>
              <a:gd name="T73" fmla="*/ 180 h 905"/>
              <a:gd name="T74" fmla="*/ 1117 w 1509"/>
              <a:gd name="T75" fmla="*/ 162 h 905"/>
              <a:gd name="T76" fmla="*/ 1165 w 1509"/>
              <a:gd name="T77" fmla="*/ 151 h 905"/>
              <a:gd name="T78" fmla="*/ 1211 w 1509"/>
              <a:gd name="T79" fmla="*/ 152 h 905"/>
              <a:gd name="T80" fmla="*/ 1277 w 1509"/>
              <a:gd name="T81" fmla="*/ 168 h 905"/>
              <a:gd name="T82" fmla="*/ 1336 w 1509"/>
              <a:gd name="T83" fmla="*/ 196 h 905"/>
              <a:gd name="T84" fmla="*/ 1389 w 1509"/>
              <a:gd name="T85" fmla="*/ 235 h 905"/>
              <a:gd name="T86" fmla="*/ 1434 w 1509"/>
              <a:gd name="T87" fmla="*/ 285 h 905"/>
              <a:gd name="T88" fmla="*/ 1469 w 1509"/>
              <a:gd name="T89" fmla="*/ 342 h 905"/>
              <a:gd name="T90" fmla="*/ 1495 w 1509"/>
              <a:gd name="T91" fmla="*/ 405 h 905"/>
              <a:gd name="T92" fmla="*/ 1508 w 1509"/>
              <a:gd name="T93" fmla="*/ 473 h 905"/>
              <a:gd name="T94" fmla="*/ 1509 w 1509"/>
              <a:gd name="T95" fmla="*/ 525 h 905"/>
              <a:gd name="T96" fmla="*/ 1499 w 1509"/>
              <a:gd name="T97" fmla="*/ 596 h 905"/>
              <a:gd name="T98" fmla="*/ 1475 w 1509"/>
              <a:gd name="T99" fmla="*/ 665 h 905"/>
              <a:gd name="T100" fmla="*/ 1439 w 1509"/>
              <a:gd name="T101" fmla="*/ 730 h 905"/>
              <a:gd name="T102" fmla="*/ 1387 w 1509"/>
              <a:gd name="T103" fmla="*/ 789 h 905"/>
              <a:gd name="T104" fmla="*/ 1322 w 1509"/>
              <a:gd name="T105" fmla="*/ 839 h 905"/>
              <a:gd name="T106" fmla="*/ 1243 w 1509"/>
              <a:gd name="T107" fmla="*/ 875 h 905"/>
              <a:gd name="T108" fmla="*/ 1147 w 1509"/>
              <a:gd name="T109" fmla="*/ 898 h 905"/>
              <a:gd name="T110" fmla="*/ 1067 w 1509"/>
              <a:gd name="T111" fmla="*/ 902 h 905"/>
              <a:gd name="T112" fmla="*/ 991 w 1509"/>
              <a:gd name="T113" fmla="*/ 897 h 905"/>
              <a:gd name="T114" fmla="*/ 874 w 1509"/>
              <a:gd name="T115" fmla="*/ 865 h 905"/>
              <a:gd name="T116" fmla="*/ 750 w 1509"/>
              <a:gd name="T117" fmla="*/ 853 h 905"/>
              <a:gd name="T118" fmla="*/ 639 w 1509"/>
              <a:gd name="T119" fmla="*/ 867 h 905"/>
              <a:gd name="T120" fmla="*/ 535 w 1509"/>
              <a:gd name="T121" fmla="*/ 894 h 905"/>
              <a:gd name="T122" fmla="*/ 417 w 1509"/>
              <a:gd name="T123" fmla="*/ 905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09" h="905">
                <a:moveTo>
                  <a:pt x="351" y="904"/>
                </a:moveTo>
                <a:lnTo>
                  <a:pt x="351" y="904"/>
                </a:lnTo>
                <a:lnTo>
                  <a:pt x="333" y="904"/>
                </a:lnTo>
                <a:lnTo>
                  <a:pt x="315" y="902"/>
                </a:lnTo>
                <a:lnTo>
                  <a:pt x="297" y="900"/>
                </a:lnTo>
                <a:lnTo>
                  <a:pt x="281" y="897"/>
                </a:lnTo>
                <a:lnTo>
                  <a:pt x="263" y="893"/>
                </a:lnTo>
                <a:lnTo>
                  <a:pt x="247" y="887"/>
                </a:lnTo>
                <a:lnTo>
                  <a:pt x="230" y="882"/>
                </a:lnTo>
                <a:lnTo>
                  <a:pt x="215" y="875"/>
                </a:lnTo>
                <a:lnTo>
                  <a:pt x="199" y="868"/>
                </a:lnTo>
                <a:lnTo>
                  <a:pt x="184" y="861"/>
                </a:lnTo>
                <a:lnTo>
                  <a:pt x="169" y="852"/>
                </a:lnTo>
                <a:lnTo>
                  <a:pt x="155" y="842"/>
                </a:lnTo>
                <a:lnTo>
                  <a:pt x="142" y="833"/>
                </a:lnTo>
                <a:lnTo>
                  <a:pt x="127" y="822"/>
                </a:lnTo>
                <a:lnTo>
                  <a:pt x="116" y="812"/>
                </a:lnTo>
                <a:lnTo>
                  <a:pt x="103" y="800"/>
                </a:lnTo>
                <a:lnTo>
                  <a:pt x="91" y="787"/>
                </a:lnTo>
                <a:lnTo>
                  <a:pt x="80" y="774"/>
                </a:lnTo>
                <a:lnTo>
                  <a:pt x="70" y="761"/>
                </a:lnTo>
                <a:lnTo>
                  <a:pt x="60" y="747"/>
                </a:lnTo>
                <a:lnTo>
                  <a:pt x="51" y="733"/>
                </a:lnTo>
                <a:lnTo>
                  <a:pt x="43" y="717"/>
                </a:lnTo>
                <a:lnTo>
                  <a:pt x="34" y="702"/>
                </a:lnTo>
                <a:lnTo>
                  <a:pt x="27" y="687"/>
                </a:lnTo>
                <a:lnTo>
                  <a:pt x="21" y="670"/>
                </a:lnTo>
                <a:lnTo>
                  <a:pt x="15" y="654"/>
                </a:lnTo>
                <a:lnTo>
                  <a:pt x="11" y="637"/>
                </a:lnTo>
                <a:lnTo>
                  <a:pt x="7" y="621"/>
                </a:lnTo>
                <a:lnTo>
                  <a:pt x="4" y="603"/>
                </a:lnTo>
                <a:lnTo>
                  <a:pt x="2" y="585"/>
                </a:lnTo>
                <a:lnTo>
                  <a:pt x="0" y="568"/>
                </a:lnTo>
                <a:lnTo>
                  <a:pt x="0" y="550"/>
                </a:lnTo>
                <a:lnTo>
                  <a:pt x="0" y="550"/>
                </a:lnTo>
                <a:lnTo>
                  <a:pt x="0" y="531"/>
                </a:lnTo>
                <a:lnTo>
                  <a:pt x="1" y="513"/>
                </a:lnTo>
                <a:lnTo>
                  <a:pt x="4" y="496"/>
                </a:lnTo>
                <a:lnTo>
                  <a:pt x="6" y="479"/>
                </a:lnTo>
                <a:lnTo>
                  <a:pt x="10" y="463"/>
                </a:lnTo>
                <a:lnTo>
                  <a:pt x="13" y="446"/>
                </a:lnTo>
                <a:lnTo>
                  <a:pt x="19" y="430"/>
                </a:lnTo>
                <a:lnTo>
                  <a:pt x="24" y="413"/>
                </a:lnTo>
                <a:lnTo>
                  <a:pt x="30" y="398"/>
                </a:lnTo>
                <a:lnTo>
                  <a:pt x="37" y="384"/>
                </a:lnTo>
                <a:lnTo>
                  <a:pt x="44" y="368"/>
                </a:lnTo>
                <a:lnTo>
                  <a:pt x="52" y="354"/>
                </a:lnTo>
                <a:lnTo>
                  <a:pt x="61" y="341"/>
                </a:lnTo>
                <a:lnTo>
                  <a:pt x="71" y="328"/>
                </a:lnTo>
                <a:lnTo>
                  <a:pt x="80" y="315"/>
                </a:lnTo>
                <a:lnTo>
                  <a:pt x="91" y="303"/>
                </a:lnTo>
                <a:lnTo>
                  <a:pt x="101" y="292"/>
                </a:lnTo>
                <a:lnTo>
                  <a:pt x="113" y="281"/>
                </a:lnTo>
                <a:lnTo>
                  <a:pt x="125" y="272"/>
                </a:lnTo>
                <a:lnTo>
                  <a:pt x="138" y="262"/>
                </a:lnTo>
                <a:lnTo>
                  <a:pt x="151" y="253"/>
                </a:lnTo>
                <a:lnTo>
                  <a:pt x="165" y="244"/>
                </a:lnTo>
                <a:lnTo>
                  <a:pt x="179" y="237"/>
                </a:lnTo>
                <a:lnTo>
                  <a:pt x="193" y="230"/>
                </a:lnTo>
                <a:lnTo>
                  <a:pt x="209" y="224"/>
                </a:lnTo>
                <a:lnTo>
                  <a:pt x="224" y="219"/>
                </a:lnTo>
                <a:lnTo>
                  <a:pt x="241" y="214"/>
                </a:lnTo>
                <a:lnTo>
                  <a:pt x="257" y="210"/>
                </a:lnTo>
                <a:lnTo>
                  <a:pt x="274" y="207"/>
                </a:lnTo>
                <a:lnTo>
                  <a:pt x="291" y="204"/>
                </a:lnTo>
                <a:lnTo>
                  <a:pt x="309" y="203"/>
                </a:lnTo>
                <a:lnTo>
                  <a:pt x="327" y="203"/>
                </a:lnTo>
                <a:lnTo>
                  <a:pt x="327" y="203"/>
                </a:lnTo>
                <a:lnTo>
                  <a:pt x="326" y="204"/>
                </a:lnTo>
                <a:lnTo>
                  <a:pt x="322" y="210"/>
                </a:lnTo>
                <a:lnTo>
                  <a:pt x="318" y="221"/>
                </a:lnTo>
                <a:lnTo>
                  <a:pt x="314" y="239"/>
                </a:lnTo>
                <a:lnTo>
                  <a:pt x="309" y="264"/>
                </a:lnTo>
                <a:lnTo>
                  <a:pt x="304" y="299"/>
                </a:lnTo>
                <a:lnTo>
                  <a:pt x="302" y="342"/>
                </a:lnTo>
                <a:lnTo>
                  <a:pt x="301" y="399"/>
                </a:lnTo>
                <a:lnTo>
                  <a:pt x="301" y="399"/>
                </a:lnTo>
                <a:lnTo>
                  <a:pt x="310" y="364"/>
                </a:lnTo>
                <a:lnTo>
                  <a:pt x="321" y="333"/>
                </a:lnTo>
                <a:lnTo>
                  <a:pt x="329" y="308"/>
                </a:lnTo>
                <a:lnTo>
                  <a:pt x="337" y="287"/>
                </a:lnTo>
                <a:lnTo>
                  <a:pt x="349" y="260"/>
                </a:lnTo>
                <a:lnTo>
                  <a:pt x="354" y="250"/>
                </a:lnTo>
                <a:lnTo>
                  <a:pt x="354" y="250"/>
                </a:lnTo>
                <a:lnTo>
                  <a:pt x="374" y="215"/>
                </a:lnTo>
                <a:lnTo>
                  <a:pt x="393" y="182"/>
                </a:lnTo>
                <a:lnTo>
                  <a:pt x="414" y="152"/>
                </a:lnTo>
                <a:lnTo>
                  <a:pt x="434" y="127"/>
                </a:lnTo>
                <a:lnTo>
                  <a:pt x="455" y="104"/>
                </a:lnTo>
                <a:lnTo>
                  <a:pt x="478" y="83"/>
                </a:lnTo>
                <a:lnTo>
                  <a:pt x="500" y="65"/>
                </a:lnTo>
                <a:lnTo>
                  <a:pt x="522" y="50"/>
                </a:lnTo>
                <a:lnTo>
                  <a:pt x="546" y="37"/>
                </a:lnTo>
                <a:lnTo>
                  <a:pt x="571" y="26"/>
                </a:lnTo>
                <a:lnTo>
                  <a:pt x="596" y="18"/>
                </a:lnTo>
                <a:lnTo>
                  <a:pt x="620" y="11"/>
                </a:lnTo>
                <a:lnTo>
                  <a:pt x="646" y="6"/>
                </a:lnTo>
                <a:lnTo>
                  <a:pt x="672" y="3"/>
                </a:lnTo>
                <a:lnTo>
                  <a:pt x="699" y="0"/>
                </a:lnTo>
                <a:lnTo>
                  <a:pt x="728" y="0"/>
                </a:lnTo>
                <a:lnTo>
                  <a:pt x="728" y="0"/>
                </a:lnTo>
                <a:lnTo>
                  <a:pt x="755" y="0"/>
                </a:lnTo>
                <a:lnTo>
                  <a:pt x="783" y="4"/>
                </a:lnTo>
                <a:lnTo>
                  <a:pt x="811" y="9"/>
                </a:lnTo>
                <a:lnTo>
                  <a:pt x="838" y="16"/>
                </a:lnTo>
                <a:lnTo>
                  <a:pt x="866" y="25"/>
                </a:lnTo>
                <a:lnTo>
                  <a:pt x="893" y="36"/>
                </a:lnTo>
                <a:lnTo>
                  <a:pt x="917" y="49"/>
                </a:lnTo>
                <a:lnTo>
                  <a:pt x="941" y="64"/>
                </a:lnTo>
                <a:lnTo>
                  <a:pt x="963" y="81"/>
                </a:lnTo>
                <a:lnTo>
                  <a:pt x="985" y="98"/>
                </a:lnTo>
                <a:lnTo>
                  <a:pt x="1003" y="118"/>
                </a:lnTo>
                <a:lnTo>
                  <a:pt x="1012" y="129"/>
                </a:lnTo>
                <a:lnTo>
                  <a:pt x="1020" y="139"/>
                </a:lnTo>
                <a:lnTo>
                  <a:pt x="1027" y="151"/>
                </a:lnTo>
                <a:lnTo>
                  <a:pt x="1034" y="163"/>
                </a:lnTo>
                <a:lnTo>
                  <a:pt x="1040" y="175"/>
                </a:lnTo>
                <a:lnTo>
                  <a:pt x="1045" y="188"/>
                </a:lnTo>
                <a:lnTo>
                  <a:pt x="1049" y="201"/>
                </a:lnTo>
                <a:lnTo>
                  <a:pt x="1053" y="215"/>
                </a:lnTo>
                <a:lnTo>
                  <a:pt x="1057" y="228"/>
                </a:lnTo>
                <a:lnTo>
                  <a:pt x="1058" y="242"/>
                </a:lnTo>
                <a:lnTo>
                  <a:pt x="1058" y="242"/>
                </a:lnTo>
                <a:lnTo>
                  <a:pt x="1061" y="259"/>
                </a:lnTo>
                <a:lnTo>
                  <a:pt x="1062" y="275"/>
                </a:lnTo>
                <a:lnTo>
                  <a:pt x="1065" y="306"/>
                </a:lnTo>
                <a:lnTo>
                  <a:pt x="1064" y="335"/>
                </a:lnTo>
                <a:lnTo>
                  <a:pt x="1061" y="361"/>
                </a:lnTo>
                <a:lnTo>
                  <a:pt x="1059" y="384"/>
                </a:lnTo>
                <a:lnTo>
                  <a:pt x="1055" y="401"/>
                </a:lnTo>
                <a:lnTo>
                  <a:pt x="1052" y="417"/>
                </a:lnTo>
                <a:lnTo>
                  <a:pt x="1052" y="417"/>
                </a:lnTo>
                <a:lnTo>
                  <a:pt x="1061" y="407"/>
                </a:lnTo>
                <a:lnTo>
                  <a:pt x="1068" y="399"/>
                </a:lnTo>
                <a:lnTo>
                  <a:pt x="1075" y="389"/>
                </a:lnTo>
                <a:lnTo>
                  <a:pt x="1081" y="380"/>
                </a:lnTo>
                <a:lnTo>
                  <a:pt x="1086" y="371"/>
                </a:lnTo>
                <a:lnTo>
                  <a:pt x="1091" y="361"/>
                </a:lnTo>
                <a:lnTo>
                  <a:pt x="1098" y="341"/>
                </a:lnTo>
                <a:lnTo>
                  <a:pt x="1103" y="322"/>
                </a:lnTo>
                <a:lnTo>
                  <a:pt x="1105" y="302"/>
                </a:lnTo>
                <a:lnTo>
                  <a:pt x="1105" y="283"/>
                </a:lnTo>
                <a:lnTo>
                  <a:pt x="1105" y="264"/>
                </a:lnTo>
                <a:lnTo>
                  <a:pt x="1103" y="247"/>
                </a:lnTo>
                <a:lnTo>
                  <a:pt x="1100" y="231"/>
                </a:lnTo>
                <a:lnTo>
                  <a:pt x="1093" y="204"/>
                </a:lnTo>
                <a:lnTo>
                  <a:pt x="1087" y="187"/>
                </a:lnTo>
                <a:lnTo>
                  <a:pt x="1085" y="180"/>
                </a:lnTo>
                <a:lnTo>
                  <a:pt x="1085" y="180"/>
                </a:lnTo>
                <a:lnTo>
                  <a:pt x="1094" y="173"/>
                </a:lnTo>
                <a:lnTo>
                  <a:pt x="1105" y="167"/>
                </a:lnTo>
                <a:lnTo>
                  <a:pt x="1117" y="162"/>
                </a:lnTo>
                <a:lnTo>
                  <a:pt x="1128" y="157"/>
                </a:lnTo>
                <a:lnTo>
                  <a:pt x="1140" y="155"/>
                </a:lnTo>
                <a:lnTo>
                  <a:pt x="1152" y="152"/>
                </a:lnTo>
                <a:lnTo>
                  <a:pt x="1165" y="151"/>
                </a:lnTo>
                <a:lnTo>
                  <a:pt x="1177" y="150"/>
                </a:lnTo>
                <a:lnTo>
                  <a:pt x="1177" y="150"/>
                </a:lnTo>
                <a:lnTo>
                  <a:pt x="1195" y="151"/>
                </a:lnTo>
                <a:lnTo>
                  <a:pt x="1211" y="152"/>
                </a:lnTo>
                <a:lnTo>
                  <a:pt x="1228" y="155"/>
                </a:lnTo>
                <a:lnTo>
                  <a:pt x="1244" y="158"/>
                </a:lnTo>
                <a:lnTo>
                  <a:pt x="1261" y="162"/>
                </a:lnTo>
                <a:lnTo>
                  <a:pt x="1277" y="168"/>
                </a:lnTo>
                <a:lnTo>
                  <a:pt x="1292" y="174"/>
                </a:lnTo>
                <a:lnTo>
                  <a:pt x="1308" y="180"/>
                </a:lnTo>
                <a:lnTo>
                  <a:pt x="1322" y="188"/>
                </a:lnTo>
                <a:lnTo>
                  <a:pt x="1336" y="196"/>
                </a:lnTo>
                <a:lnTo>
                  <a:pt x="1350" y="204"/>
                </a:lnTo>
                <a:lnTo>
                  <a:pt x="1364" y="214"/>
                </a:lnTo>
                <a:lnTo>
                  <a:pt x="1377" y="224"/>
                </a:lnTo>
                <a:lnTo>
                  <a:pt x="1389" y="235"/>
                </a:lnTo>
                <a:lnTo>
                  <a:pt x="1402" y="247"/>
                </a:lnTo>
                <a:lnTo>
                  <a:pt x="1413" y="259"/>
                </a:lnTo>
                <a:lnTo>
                  <a:pt x="1424" y="272"/>
                </a:lnTo>
                <a:lnTo>
                  <a:pt x="1434" y="285"/>
                </a:lnTo>
                <a:lnTo>
                  <a:pt x="1444" y="299"/>
                </a:lnTo>
                <a:lnTo>
                  <a:pt x="1454" y="313"/>
                </a:lnTo>
                <a:lnTo>
                  <a:pt x="1462" y="327"/>
                </a:lnTo>
                <a:lnTo>
                  <a:pt x="1469" y="342"/>
                </a:lnTo>
                <a:lnTo>
                  <a:pt x="1477" y="358"/>
                </a:lnTo>
                <a:lnTo>
                  <a:pt x="1483" y="373"/>
                </a:lnTo>
                <a:lnTo>
                  <a:pt x="1489" y="389"/>
                </a:lnTo>
                <a:lnTo>
                  <a:pt x="1495" y="405"/>
                </a:lnTo>
                <a:lnTo>
                  <a:pt x="1499" y="421"/>
                </a:lnTo>
                <a:lnTo>
                  <a:pt x="1502" y="439"/>
                </a:lnTo>
                <a:lnTo>
                  <a:pt x="1506" y="456"/>
                </a:lnTo>
                <a:lnTo>
                  <a:pt x="1508" y="473"/>
                </a:lnTo>
                <a:lnTo>
                  <a:pt x="1509" y="490"/>
                </a:lnTo>
                <a:lnTo>
                  <a:pt x="1509" y="507"/>
                </a:lnTo>
                <a:lnTo>
                  <a:pt x="1509" y="507"/>
                </a:lnTo>
                <a:lnTo>
                  <a:pt x="1509" y="525"/>
                </a:lnTo>
                <a:lnTo>
                  <a:pt x="1508" y="543"/>
                </a:lnTo>
                <a:lnTo>
                  <a:pt x="1506" y="560"/>
                </a:lnTo>
                <a:lnTo>
                  <a:pt x="1502" y="578"/>
                </a:lnTo>
                <a:lnTo>
                  <a:pt x="1499" y="596"/>
                </a:lnTo>
                <a:lnTo>
                  <a:pt x="1494" y="614"/>
                </a:lnTo>
                <a:lnTo>
                  <a:pt x="1489" y="631"/>
                </a:lnTo>
                <a:lnTo>
                  <a:pt x="1482" y="648"/>
                </a:lnTo>
                <a:lnTo>
                  <a:pt x="1475" y="665"/>
                </a:lnTo>
                <a:lnTo>
                  <a:pt x="1468" y="682"/>
                </a:lnTo>
                <a:lnTo>
                  <a:pt x="1459" y="698"/>
                </a:lnTo>
                <a:lnTo>
                  <a:pt x="1449" y="715"/>
                </a:lnTo>
                <a:lnTo>
                  <a:pt x="1439" y="730"/>
                </a:lnTo>
                <a:lnTo>
                  <a:pt x="1427" y="746"/>
                </a:lnTo>
                <a:lnTo>
                  <a:pt x="1415" y="761"/>
                </a:lnTo>
                <a:lnTo>
                  <a:pt x="1401" y="775"/>
                </a:lnTo>
                <a:lnTo>
                  <a:pt x="1387" y="789"/>
                </a:lnTo>
                <a:lnTo>
                  <a:pt x="1373" y="802"/>
                </a:lnTo>
                <a:lnTo>
                  <a:pt x="1356" y="815"/>
                </a:lnTo>
                <a:lnTo>
                  <a:pt x="1340" y="827"/>
                </a:lnTo>
                <a:lnTo>
                  <a:pt x="1322" y="839"/>
                </a:lnTo>
                <a:lnTo>
                  <a:pt x="1303" y="848"/>
                </a:lnTo>
                <a:lnTo>
                  <a:pt x="1284" y="859"/>
                </a:lnTo>
                <a:lnTo>
                  <a:pt x="1264" y="867"/>
                </a:lnTo>
                <a:lnTo>
                  <a:pt x="1243" y="875"/>
                </a:lnTo>
                <a:lnTo>
                  <a:pt x="1220" y="882"/>
                </a:lnTo>
                <a:lnTo>
                  <a:pt x="1197" y="888"/>
                </a:lnTo>
                <a:lnTo>
                  <a:pt x="1173" y="893"/>
                </a:lnTo>
                <a:lnTo>
                  <a:pt x="1147" y="898"/>
                </a:lnTo>
                <a:lnTo>
                  <a:pt x="1123" y="900"/>
                </a:lnTo>
                <a:lnTo>
                  <a:pt x="1095" y="902"/>
                </a:lnTo>
                <a:lnTo>
                  <a:pt x="1067" y="902"/>
                </a:lnTo>
                <a:lnTo>
                  <a:pt x="1067" y="902"/>
                </a:lnTo>
                <a:lnTo>
                  <a:pt x="1046" y="904"/>
                </a:lnTo>
                <a:lnTo>
                  <a:pt x="1027" y="902"/>
                </a:lnTo>
                <a:lnTo>
                  <a:pt x="1008" y="900"/>
                </a:lnTo>
                <a:lnTo>
                  <a:pt x="991" y="897"/>
                </a:lnTo>
                <a:lnTo>
                  <a:pt x="956" y="886"/>
                </a:lnTo>
                <a:lnTo>
                  <a:pt x="919" y="875"/>
                </a:lnTo>
                <a:lnTo>
                  <a:pt x="897" y="869"/>
                </a:lnTo>
                <a:lnTo>
                  <a:pt x="874" y="865"/>
                </a:lnTo>
                <a:lnTo>
                  <a:pt x="848" y="860"/>
                </a:lnTo>
                <a:lnTo>
                  <a:pt x="818" y="856"/>
                </a:lnTo>
                <a:lnTo>
                  <a:pt x="787" y="854"/>
                </a:lnTo>
                <a:lnTo>
                  <a:pt x="750" y="853"/>
                </a:lnTo>
                <a:lnTo>
                  <a:pt x="709" y="854"/>
                </a:lnTo>
                <a:lnTo>
                  <a:pt x="663" y="856"/>
                </a:lnTo>
                <a:lnTo>
                  <a:pt x="663" y="856"/>
                </a:lnTo>
                <a:lnTo>
                  <a:pt x="639" y="867"/>
                </a:lnTo>
                <a:lnTo>
                  <a:pt x="614" y="875"/>
                </a:lnTo>
                <a:lnTo>
                  <a:pt x="588" y="884"/>
                </a:lnTo>
                <a:lnTo>
                  <a:pt x="563" y="890"/>
                </a:lnTo>
                <a:lnTo>
                  <a:pt x="535" y="894"/>
                </a:lnTo>
                <a:lnTo>
                  <a:pt x="511" y="898"/>
                </a:lnTo>
                <a:lnTo>
                  <a:pt x="485" y="900"/>
                </a:lnTo>
                <a:lnTo>
                  <a:pt x="461" y="902"/>
                </a:lnTo>
                <a:lnTo>
                  <a:pt x="417" y="905"/>
                </a:lnTo>
                <a:lnTo>
                  <a:pt x="382" y="905"/>
                </a:lnTo>
                <a:lnTo>
                  <a:pt x="351" y="904"/>
                </a:lnTo>
                <a:lnTo>
                  <a:pt x="351" y="9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1"/>
          <p:cNvSpPr>
            <a:spLocks noChangeAspect="1" noEditPoints="1"/>
          </p:cNvSpPr>
          <p:nvPr/>
        </p:nvSpPr>
        <p:spPr bwMode="auto">
          <a:xfrm>
            <a:off x="7725308" y="1412776"/>
            <a:ext cx="1080000" cy="719285"/>
          </a:xfrm>
          <a:custGeom>
            <a:avLst/>
            <a:gdLst>
              <a:gd name="T0" fmla="*/ 1143 w 1509"/>
              <a:gd name="T1" fmla="*/ 155 h 1004"/>
              <a:gd name="T2" fmla="*/ 1087 w 1509"/>
              <a:gd name="T3" fmla="*/ 181 h 1004"/>
              <a:gd name="T4" fmla="*/ 1104 w 1509"/>
              <a:gd name="T5" fmla="*/ 244 h 1004"/>
              <a:gd name="T6" fmla="*/ 1099 w 1509"/>
              <a:gd name="T7" fmla="*/ 334 h 1004"/>
              <a:gd name="T8" fmla="*/ 1065 w 1509"/>
              <a:gd name="T9" fmla="*/ 396 h 1004"/>
              <a:gd name="T10" fmla="*/ 1064 w 1509"/>
              <a:gd name="T11" fmla="*/ 355 h 1004"/>
              <a:gd name="T12" fmla="*/ 1058 w 1509"/>
              <a:gd name="T13" fmla="*/ 243 h 1004"/>
              <a:gd name="T14" fmla="*/ 1045 w 1509"/>
              <a:gd name="T15" fmla="*/ 188 h 1004"/>
              <a:gd name="T16" fmla="*/ 1012 w 1509"/>
              <a:gd name="T17" fmla="*/ 129 h 1004"/>
              <a:gd name="T18" fmla="*/ 918 w 1509"/>
              <a:gd name="T19" fmla="*/ 50 h 1004"/>
              <a:gd name="T20" fmla="*/ 783 w 1509"/>
              <a:gd name="T21" fmla="*/ 5 h 1004"/>
              <a:gd name="T22" fmla="*/ 672 w 1509"/>
              <a:gd name="T23" fmla="*/ 3 h 1004"/>
              <a:gd name="T24" fmla="*/ 546 w 1509"/>
              <a:gd name="T25" fmla="*/ 38 h 1004"/>
              <a:gd name="T26" fmla="*/ 434 w 1509"/>
              <a:gd name="T27" fmla="*/ 128 h 1004"/>
              <a:gd name="T28" fmla="*/ 354 w 1509"/>
              <a:gd name="T29" fmla="*/ 250 h 1004"/>
              <a:gd name="T30" fmla="*/ 310 w 1509"/>
              <a:gd name="T31" fmla="*/ 363 h 1004"/>
              <a:gd name="T32" fmla="*/ 308 w 1509"/>
              <a:gd name="T33" fmla="*/ 264 h 1004"/>
              <a:gd name="T34" fmla="*/ 324 w 1509"/>
              <a:gd name="T35" fmla="*/ 203 h 1004"/>
              <a:gd name="T36" fmla="*/ 255 w 1509"/>
              <a:gd name="T37" fmla="*/ 210 h 1004"/>
              <a:gd name="T38" fmla="*/ 177 w 1509"/>
              <a:gd name="T39" fmla="*/ 237 h 1004"/>
              <a:gd name="T40" fmla="*/ 112 w 1509"/>
              <a:gd name="T41" fmla="*/ 282 h 1004"/>
              <a:gd name="T42" fmla="*/ 60 w 1509"/>
              <a:gd name="T43" fmla="*/ 341 h 1004"/>
              <a:gd name="T44" fmla="*/ 24 w 1509"/>
              <a:gd name="T45" fmla="*/ 414 h 1004"/>
              <a:gd name="T46" fmla="*/ 4 w 1509"/>
              <a:gd name="T47" fmla="*/ 497 h 1004"/>
              <a:gd name="T48" fmla="*/ 0 w 1509"/>
              <a:gd name="T49" fmla="*/ 567 h 1004"/>
              <a:gd name="T50" fmla="*/ 16 w 1509"/>
              <a:gd name="T51" fmla="*/ 655 h 1004"/>
              <a:gd name="T52" fmla="*/ 51 w 1509"/>
              <a:gd name="T53" fmla="*/ 732 h 1004"/>
              <a:gd name="T54" fmla="*/ 103 w 1509"/>
              <a:gd name="T55" fmla="*/ 800 h 1004"/>
              <a:gd name="T56" fmla="*/ 169 w 1509"/>
              <a:gd name="T57" fmla="*/ 853 h 1004"/>
              <a:gd name="T58" fmla="*/ 247 w 1509"/>
              <a:gd name="T59" fmla="*/ 888 h 1004"/>
              <a:gd name="T60" fmla="*/ 333 w 1509"/>
              <a:gd name="T61" fmla="*/ 903 h 1004"/>
              <a:gd name="T62" fmla="*/ 461 w 1509"/>
              <a:gd name="T63" fmla="*/ 902 h 1004"/>
              <a:gd name="T64" fmla="*/ 589 w 1509"/>
              <a:gd name="T65" fmla="*/ 883 h 1004"/>
              <a:gd name="T66" fmla="*/ 660 w 1509"/>
              <a:gd name="T67" fmla="*/ 849 h 1004"/>
              <a:gd name="T68" fmla="*/ 755 w 1509"/>
              <a:gd name="T69" fmla="*/ 499 h 1004"/>
              <a:gd name="T70" fmla="*/ 856 w 1509"/>
              <a:gd name="T71" fmla="*/ 863 h 1004"/>
              <a:gd name="T72" fmla="*/ 968 w 1509"/>
              <a:gd name="T73" fmla="*/ 898 h 1004"/>
              <a:gd name="T74" fmla="*/ 1067 w 1509"/>
              <a:gd name="T75" fmla="*/ 903 h 1004"/>
              <a:gd name="T76" fmla="*/ 1197 w 1509"/>
              <a:gd name="T77" fmla="*/ 888 h 1004"/>
              <a:gd name="T78" fmla="*/ 1303 w 1509"/>
              <a:gd name="T79" fmla="*/ 849 h 1004"/>
              <a:gd name="T80" fmla="*/ 1387 w 1509"/>
              <a:gd name="T81" fmla="*/ 789 h 1004"/>
              <a:gd name="T82" fmla="*/ 1449 w 1509"/>
              <a:gd name="T83" fmla="*/ 715 h 1004"/>
              <a:gd name="T84" fmla="*/ 1489 w 1509"/>
              <a:gd name="T85" fmla="*/ 631 h 1004"/>
              <a:gd name="T86" fmla="*/ 1508 w 1509"/>
              <a:gd name="T87" fmla="*/ 544 h 1004"/>
              <a:gd name="T88" fmla="*/ 1508 w 1509"/>
              <a:gd name="T89" fmla="*/ 473 h 1004"/>
              <a:gd name="T90" fmla="*/ 1489 w 1509"/>
              <a:gd name="T91" fmla="*/ 389 h 1004"/>
              <a:gd name="T92" fmla="*/ 1454 w 1509"/>
              <a:gd name="T93" fmla="*/ 313 h 1004"/>
              <a:gd name="T94" fmla="*/ 1403 w 1509"/>
              <a:gd name="T95" fmla="*/ 247 h 1004"/>
              <a:gd name="T96" fmla="*/ 1338 w 1509"/>
              <a:gd name="T97" fmla="*/ 196 h 1004"/>
              <a:gd name="T98" fmla="*/ 1263 w 1509"/>
              <a:gd name="T99" fmla="*/ 163 h 1004"/>
              <a:gd name="T100" fmla="*/ 1179 w 1509"/>
              <a:gd name="T101" fmla="*/ 151 h 1004"/>
              <a:gd name="T102" fmla="*/ 558 w 1509"/>
              <a:gd name="T103" fmla="*/ 753 h 1004"/>
              <a:gd name="T104" fmla="*/ 709 w 1509"/>
              <a:gd name="T105" fmla="*/ 973 h 1004"/>
              <a:gd name="T106" fmla="*/ 728 w 1509"/>
              <a:gd name="T107" fmla="*/ 998 h 1004"/>
              <a:gd name="T108" fmla="*/ 760 w 1509"/>
              <a:gd name="T109" fmla="*/ 1004 h 1004"/>
              <a:gd name="T110" fmla="*/ 793 w 1509"/>
              <a:gd name="T111" fmla="*/ 992 h 1004"/>
              <a:gd name="T112" fmla="*/ 804 w 1509"/>
              <a:gd name="T113" fmla="*/ 960 h 10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09" h="1004">
                <a:moveTo>
                  <a:pt x="1179" y="151"/>
                </a:moveTo>
                <a:lnTo>
                  <a:pt x="1179" y="151"/>
                </a:lnTo>
                <a:lnTo>
                  <a:pt x="1167" y="151"/>
                </a:lnTo>
                <a:lnTo>
                  <a:pt x="1155" y="152"/>
                </a:lnTo>
                <a:lnTo>
                  <a:pt x="1143" y="155"/>
                </a:lnTo>
                <a:lnTo>
                  <a:pt x="1130" y="158"/>
                </a:lnTo>
                <a:lnTo>
                  <a:pt x="1118" y="162"/>
                </a:lnTo>
                <a:lnTo>
                  <a:pt x="1107" y="168"/>
                </a:lnTo>
                <a:lnTo>
                  <a:pt x="1097" y="174"/>
                </a:lnTo>
                <a:lnTo>
                  <a:pt x="1087" y="181"/>
                </a:lnTo>
                <a:lnTo>
                  <a:pt x="1087" y="181"/>
                </a:lnTo>
                <a:lnTo>
                  <a:pt x="1090" y="186"/>
                </a:lnTo>
                <a:lnTo>
                  <a:pt x="1094" y="203"/>
                </a:lnTo>
                <a:lnTo>
                  <a:pt x="1100" y="229"/>
                </a:lnTo>
                <a:lnTo>
                  <a:pt x="1104" y="244"/>
                </a:lnTo>
                <a:lnTo>
                  <a:pt x="1105" y="261"/>
                </a:lnTo>
                <a:lnTo>
                  <a:pt x="1106" y="278"/>
                </a:lnTo>
                <a:lnTo>
                  <a:pt x="1105" y="296"/>
                </a:lnTo>
                <a:lnTo>
                  <a:pt x="1103" y="315"/>
                </a:lnTo>
                <a:lnTo>
                  <a:pt x="1099" y="334"/>
                </a:lnTo>
                <a:lnTo>
                  <a:pt x="1092" y="352"/>
                </a:lnTo>
                <a:lnTo>
                  <a:pt x="1084" y="370"/>
                </a:lnTo>
                <a:lnTo>
                  <a:pt x="1078" y="379"/>
                </a:lnTo>
                <a:lnTo>
                  <a:pt x="1072" y="388"/>
                </a:lnTo>
                <a:lnTo>
                  <a:pt x="1065" y="396"/>
                </a:lnTo>
                <a:lnTo>
                  <a:pt x="1057" y="403"/>
                </a:lnTo>
                <a:lnTo>
                  <a:pt x="1057" y="403"/>
                </a:lnTo>
                <a:lnTo>
                  <a:pt x="1059" y="390"/>
                </a:lnTo>
                <a:lnTo>
                  <a:pt x="1061" y="375"/>
                </a:lnTo>
                <a:lnTo>
                  <a:pt x="1064" y="355"/>
                </a:lnTo>
                <a:lnTo>
                  <a:pt x="1065" y="332"/>
                </a:lnTo>
                <a:lnTo>
                  <a:pt x="1065" y="304"/>
                </a:lnTo>
                <a:lnTo>
                  <a:pt x="1063" y="274"/>
                </a:lnTo>
                <a:lnTo>
                  <a:pt x="1061" y="258"/>
                </a:lnTo>
                <a:lnTo>
                  <a:pt x="1058" y="243"/>
                </a:lnTo>
                <a:lnTo>
                  <a:pt x="1058" y="243"/>
                </a:lnTo>
                <a:lnTo>
                  <a:pt x="1057" y="229"/>
                </a:lnTo>
                <a:lnTo>
                  <a:pt x="1053" y="215"/>
                </a:lnTo>
                <a:lnTo>
                  <a:pt x="1050" y="202"/>
                </a:lnTo>
                <a:lnTo>
                  <a:pt x="1045" y="188"/>
                </a:lnTo>
                <a:lnTo>
                  <a:pt x="1040" y="176"/>
                </a:lnTo>
                <a:lnTo>
                  <a:pt x="1034" y="163"/>
                </a:lnTo>
                <a:lnTo>
                  <a:pt x="1027" y="151"/>
                </a:lnTo>
                <a:lnTo>
                  <a:pt x="1020" y="140"/>
                </a:lnTo>
                <a:lnTo>
                  <a:pt x="1012" y="129"/>
                </a:lnTo>
                <a:lnTo>
                  <a:pt x="1004" y="118"/>
                </a:lnTo>
                <a:lnTo>
                  <a:pt x="985" y="98"/>
                </a:lnTo>
                <a:lnTo>
                  <a:pt x="964" y="80"/>
                </a:lnTo>
                <a:lnTo>
                  <a:pt x="941" y="64"/>
                </a:lnTo>
                <a:lnTo>
                  <a:pt x="918" y="50"/>
                </a:lnTo>
                <a:lnTo>
                  <a:pt x="893" y="37"/>
                </a:lnTo>
                <a:lnTo>
                  <a:pt x="866" y="26"/>
                </a:lnTo>
                <a:lnTo>
                  <a:pt x="839" y="17"/>
                </a:lnTo>
                <a:lnTo>
                  <a:pt x="811" y="10"/>
                </a:lnTo>
                <a:lnTo>
                  <a:pt x="783" y="5"/>
                </a:lnTo>
                <a:lnTo>
                  <a:pt x="755" y="1"/>
                </a:lnTo>
                <a:lnTo>
                  <a:pt x="728" y="0"/>
                </a:lnTo>
                <a:lnTo>
                  <a:pt x="728" y="0"/>
                </a:lnTo>
                <a:lnTo>
                  <a:pt x="699" y="1"/>
                </a:lnTo>
                <a:lnTo>
                  <a:pt x="672" y="3"/>
                </a:lnTo>
                <a:lnTo>
                  <a:pt x="646" y="6"/>
                </a:lnTo>
                <a:lnTo>
                  <a:pt x="620" y="11"/>
                </a:lnTo>
                <a:lnTo>
                  <a:pt x="596" y="18"/>
                </a:lnTo>
                <a:lnTo>
                  <a:pt x="571" y="27"/>
                </a:lnTo>
                <a:lnTo>
                  <a:pt x="546" y="38"/>
                </a:lnTo>
                <a:lnTo>
                  <a:pt x="523" y="51"/>
                </a:lnTo>
                <a:lnTo>
                  <a:pt x="500" y="66"/>
                </a:lnTo>
                <a:lnTo>
                  <a:pt x="478" y="84"/>
                </a:lnTo>
                <a:lnTo>
                  <a:pt x="455" y="104"/>
                </a:lnTo>
                <a:lnTo>
                  <a:pt x="434" y="128"/>
                </a:lnTo>
                <a:lnTo>
                  <a:pt x="414" y="153"/>
                </a:lnTo>
                <a:lnTo>
                  <a:pt x="393" y="183"/>
                </a:lnTo>
                <a:lnTo>
                  <a:pt x="374" y="215"/>
                </a:lnTo>
                <a:lnTo>
                  <a:pt x="354" y="250"/>
                </a:lnTo>
                <a:lnTo>
                  <a:pt x="354" y="250"/>
                </a:lnTo>
                <a:lnTo>
                  <a:pt x="349" y="260"/>
                </a:lnTo>
                <a:lnTo>
                  <a:pt x="337" y="287"/>
                </a:lnTo>
                <a:lnTo>
                  <a:pt x="329" y="308"/>
                </a:lnTo>
                <a:lnTo>
                  <a:pt x="321" y="334"/>
                </a:lnTo>
                <a:lnTo>
                  <a:pt x="310" y="363"/>
                </a:lnTo>
                <a:lnTo>
                  <a:pt x="301" y="399"/>
                </a:lnTo>
                <a:lnTo>
                  <a:pt x="301" y="399"/>
                </a:lnTo>
                <a:lnTo>
                  <a:pt x="302" y="343"/>
                </a:lnTo>
                <a:lnTo>
                  <a:pt x="304" y="299"/>
                </a:lnTo>
                <a:lnTo>
                  <a:pt x="308" y="264"/>
                </a:lnTo>
                <a:lnTo>
                  <a:pt x="313" y="240"/>
                </a:lnTo>
                <a:lnTo>
                  <a:pt x="317" y="222"/>
                </a:lnTo>
                <a:lnTo>
                  <a:pt x="321" y="211"/>
                </a:lnTo>
                <a:lnTo>
                  <a:pt x="323" y="205"/>
                </a:lnTo>
                <a:lnTo>
                  <a:pt x="324" y="203"/>
                </a:lnTo>
                <a:lnTo>
                  <a:pt x="324" y="203"/>
                </a:lnTo>
                <a:lnTo>
                  <a:pt x="307" y="204"/>
                </a:lnTo>
                <a:lnTo>
                  <a:pt x="289" y="205"/>
                </a:lnTo>
                <a:lnTo>
                  <a:pt x="271" y="208"/>
                </a:lnTo>
                <a:lnTo>
                  <a:pt x="255" y="210"/>
                </a:lnTo>
                <a:lnTo>
                  <a:pt x="238" y="214"/>
                </a:lnTo>
                <a:lnTo>
                  <a:pt x="223" y="218"/>
                </a:lnTo>
                <a:lnTo>
                  <a:pt x="208" y="224"/>
                </a:lnTo>
                <a:lnTo>
                  <a:pt x="192" y="230"/>
                </a:lnTo>
                <a:lnTo>
                  <a:pt x="177" y="237"/>
                </a:lnTo>
                <a:lnTo>
                  <a:pt x="163" y="244"/>
                </a:lnTo>
                <a:lnTo>
                  <a:pt x="150" y="253"/>
                </a:lnTo>
                <a:lnTo>
                  <a:pt x="137" y="262"/>
                </a:lnTo>
                <a:lnTo>
                  <a:pt x="124" y="271"/>
                </a:lnTo>
                <a:lnTo>
                  <a:pt x="112" y="282"/>
                </a:lnTo>
                <a:lnTo>
                  <a:pt x="100" y="293"/>
                </a:lnTo>
                <a:lnTo>
                  <a:pt x="90" y="304"/>
                </a:lnTo>
                <a:lnTo>
                  <a:pt x="79" y="316"/>
                </a:lnTo>
                <a:lnTo>
                  <a:pt x="70" y="328"/>
                </a:lnTo>
                <a:lnTo>
                  <a:pt x="60" y="341"/>
                </a:lnTo>
                <a:lnTo>
                  <a:pt x="52" y="355"/>
                </a:lnTo>
                <a:lnTo>
                  <a:pt x="44" y="369"/>
                </a:lnTo>
                <a:lnTo>
                  <a:pt x="37" y="383"/>
                </a:lnTo>
                <a:lnTo>
                  <a:pt x="30" y="399"/>
                </a:lnTo>
                <a:lnTo>
                  <a:pt x="24" y="414"/>
                </a:lnTo>
                <a:lnTo>
                  <a:pt x="18" y="429"/>
                </a:lnTo>
                <a:lnTo>
                  <a:pt x="13" y="446"/>
                </a:lnTo>
                <a:lnTo>
                  <a:pt x="10" y="462"/>
                </a:lnTo>
                <a:lnTo>
                  <a:pt x="6" y="479"/>
                </a:lnTo>
                <a:lnTo>
                  <a:pt x="4" y="497"/>
                </a:lnTo>
                <a:lnTo>
                  <a:pt x="1" y="514"/>
                </a:lnTo>
                <a:lnTo>
                  <a:pt x="0" y="532"/>
                </a:lnTo>
                <a:lnTo>
                  <a:pt x="0" y="550"/>
                </a:lnTo>
                <a:lnTo>
                  <a:pt x="0" y="550"/>
                </a:lnTo>
                <a:lnTo>
                  <a:pt x="0" y="567"/>
                </a:lnTo>
                <a:lnTo>
                  <a:pt x="3" y="586"/>
                </a:lnTo>
                <a:lnTo>
                  <a:pt x="4" y="604"/>
                </a:lnTo>
                <a:lnTo>
                  <a:pt x="7" y="620"/>
                </a:lnTo>
                <a:lnTo>
                  <a:pt x="11" y="638"/>
                </a:lnTo>
                <a:lnTo>
                  <a:pt x="16" y="655"/>
                </a:lnTo>
                <a:lnTo>
                  <a:pt x="21" y="671"/>
                </a:lnTo>
                <a:lnTo>
                  <a:pt x="27" y="686"/>
                </a:lnTo>
                <a:lnTo>
                  <a:pt x="34" y="703"/>
                </a:lnTo>
                <a:lnTo>
                  <a:pt x="43" y="718"/>
                </a:lnTo>
                <a:lnTo>
                  <a:pt x="51" y="732"/>
                </a:lnTo>
                <a:lnTo>
                  <a:pt x="60" y="747"/>
                </a:lnTo>
                <a:lnTo>
                  <a:pt x="70" y="761"/>
                </a:lnTo>
                <a:lnTo>
                  <a:pt x="80" y="775"/>
                </a:lnTo>
                <a:lnTo>
                  <a:pt x="91" y="788"/>
                </a:lnTo>
                <a:lnTo>
                  <a:pt x="103" y="800"/>
                </a:lnTo>
                <a:lnTo>
                  <a:pt x="116" y="811"/>
                </a:lnTo>
                <a:lnTo>
                  <a:pt x="128" y="822"/>
                </a:lnTo>
                <a:lnTo>
                  <a:pt x="142" y="833"/>
                </a:lnTo>
                <a:lnTo>
                  <a:pt x="155" y="843"/>
                </a:lnTo>
                <a:lnTo>
                  <a:pt x="169" y="853"/>
                </a:lnTo>
                <a:lnTo>
                  <a:pt x="184" y="861"/>
                </a:lnTo>
                <a:lnTo>
                  <a:pt x="199" y="869"/>
                </a:lnTo>
                <a:lnTo>
                  <a:pt x="215" y="876"/>
                </a:lnTo>
                <a:lnTo>
                  <a:pt x="230" y="882"/>
                </a:lnTo>
                <a:lnTo>
                  <a:pt x="247" y="888"/>
                </a:lnTo>
                <a:lnTo>
                  <a:pt x="263" y="893"/>
                </a:lnTo>
                <a:lnTo>
                  <a:pt x="281" y="896"/>
                </a:lnTo>
                <a:lnTo>
                  <a:pt x="297" y="900"/>
                </a:lnTo>
                <a:lnTo>
                  <a:pt x="315" y="902"/>
                </a:lnTo>
                <a:lnTo>
                  <a:pt x="333" y="903"/>
                </a:lnTo>
                <a:lnTo>
                  <a:pt x="352" y="903"/>
                </a:lnTo>
                <a:lnTo>
                  <a:pt x="352" y="903"/>
                </a:lnTo>
                <a:lnTo>
                  <a:pt x="382" y="905"/>
                </a:lnTo>
                <a:lnTo>
                  <a:pt x="418" y="905"/>
                </a:lnTo>
                <a:lnTo>
                  <a:pt x="461" y="902"/>
                </a:lnTo>
                <a:lnTo>
                  <a:pt x="485" y="901"/>
                </a:lnTo>
                <a:lnTo>
                  <a:pt x="511" y="898"/>
                </a:lnTo>
                <a:lnTo>
                  <a:pt x="535" y="894"/>
                </a:lnTo>
                <a:lnTo>
                  <a:pt x="563" y="889"/>
                </a:lnTo>
                <a:lnTo>
                  <a:pt x="589" y="883"/>
                </a:lnTo>
                <a:lnTo>
                  <a:pt x="614" y="876"/>
                </a:lnTo>
                <a:lnTo>
                  <a:pt x="639" y="867"/>
                </a:lnTo>
                <a:lnTo>
                  <a:pt x="663" y="856"/>
                </a:lnTo>
                <a:lnTo>
                  <a:pt x="663" y="856"/>
                </a:lnTo>
                <a:lnTo>
                  <a:pt x="660" y="849"/>
                </a:lnTo>
                <a:lnTo>
                  <a:pt x="658" y="840"/>
                </a:lnTo>
                <a:lnTo>
                  <a:pt x="655" y="814"/>
                </a:lnTo>
                <a:lnTo>
                  <a:pt x="653" y="782"/>
                </a:lnTo>
                <a:lnTo>
                  <a:pt x="480" y="778"/>
                </a:lnTo>
                <a:lnTo>
                  <a:pt x="755" y="499"/>
                </a:lnTo>
                <a:lnTo>
                  <a:pt x="1033" y="780"/>
                </a:lnTo>
                <a:lnTo>
                  <a:pt x="856" y="780"/>
                </a:lnTo>
                <a:lnTo>
                  <a:pt x="856" y="780"/>
                </a:lnTo>
                <a:lnTo>
                  <a:pt x="856" y="829"/>
                </a:lnTo>
                <a:lnTo>
                  <a:pt x="856" y="863"/>
                </a:lnTo>
                <a:lnTo>
                  <a:pt x="857" y="875"/>
                </a:lnTo>
                <a:lnTo>
                  <a:pt x="857" y="880"/>
                </a:lnTo>
                <a:lnTo>
                  <a:pt x="857" y="880"/>
                </a:lnTo>
                <a:lnTo>
                  <a:pt x="913" y="889"/>
                </a:lnTo>
                <a:lnTo>
                  <a:pt x="968" y="898"/>
                </a:lnTo>
                <a:lnTo>
                  <a:pt x="995" y="901"/>
                </a:lnTo>
                <a:lnTo>
                  <a:pt x="1021" y="902"/>
                </a:lnTo>
                <a:lnTo>
                  <a:pt x="1046" y="903"/>
                </a:lnTo>
                <a:lnTo>
                  <a:pt x="1067" y="903"/>
                </a:lnTo>
                <a:lnTo>
                  <a:pt x="1067" y="903"/>
                </a:lnTo>
                <a:lnTo>
                  <a:pt x="1096" y="902"/>
                </a:lnTo>
                <a:lnTo>
                  <a:pt x="1122" y="901"/>
                </a:lnTo>
                <a:lnTo>
                  <a:pt x="1147" y="898"/>
                </a:lnTo>
                <a:lnTo>
                  <a:pt x="1173" y="894"/>
                </a:lnTo>
                <a:lnTo>
                  <a:pt x="1197" y="888"/>
                </a:lnTo>
                <a:lnTo>
                  <a:pt x="1221" y="882"/>
                </a:lnTo>
                <a:lnTo>
                  <a:pt x="1243" y="875"/>
                </a:lnTo>
                <a:lnTo>
                  <a:pt x="1264" y="868"/>
                </a:lnTo>
                <a:lnTo>
                  <a:pt x="1284" y="859"/>
                </a:lnTo>
                <a:lnTo>
                  <a:pt x="1303" y="849"/>
                </a:lnTo>
                <a:lnTo>
                  <a:pt x="1322" y="839"/>
                </a:lnTo>
                <a:lnTo>
                  <a:pt x="1340" y="827"/>
                </a:lnTo>
                <a:lnTo>
                  <a:pt x="1356" y="815"/>
                </a:lnTo>
                <a:lnTo>
                  <a:pt x="1373" y="803"/>
                </a:lnTo>
                <a:lnTo>
                  <a:pt x="1387" y="789"/>
                </a:lnTo>
                <a:lnTo>
                  <a:pt x="1401" y="776"/>
                </a:lnTo>
                <a:lnTo>
                  <a:pt x="1415" y="761"/>
                </a:lnTo>
                <a:lnTo>
                  <a:pt x="1427" y="747"/>
                </a:lnTo>
                <a:lnTo>
                  <a:pt x="1439" y="731"/>
                </a:lnTo>
                <a:lnTo>
                  <a:pt x="1449" y="715"/>
                </a:lnTo>
                <a:lnTo>
                  <a:pt x="1459" y="699"/>
                </a:lnTo>
                <a:lnTo>
                  <a:pt x="1468" y="683"/>
                </a:lnTo>
                <a:lnTo>
                  <a:pt x="1475" y="665"/>
                </a:lnTo>
                <a:lnTo>
                  <a:pt x="1482" y="649"/>
                </a:lnTo>
                <a:lnTo>
                  <a:pt x="1489" y="631"/>
                </a:lnTo>
                <a:lnTo>
                  <a:pt x="1494" y="613"/>
                </a:lnTo>
                <a:lnTo>
                  <a:pt x="1499" y="597"/>
                </a:lnTo>
                <a:lnTo>
                  <a:pt x="1502" y="579"/>
                </a:lnTo>
                <a:lnTo>
                  <a:pt x="1506" y="561"/>
                </a:lnTo>
                <a:lnTo>
                  <a:pt x="1508" y="544"/>
                </a:lnTo>
                <a:lnTo>
                  <a:pt x="1509" y="526"/>
                </a:lnTo>
                <a:lnTo>
                  <a:pt x="1509" y="508"/>
                </a:lnTo>
                <a:lnTo>
                  <a:pt x="1509" y="508"/>
                </a:lnTo>
                <a:lnTo>
                  <a:pt x="1509" y="491"/>
                </a:lnTo>
                <a:lnTo>
                  <a:pt x="1508" y="473"/>
                </a:lnTo>
                <a:lnTo>
                  <a:pt x="1506" y="457"/>
                </a:lnTo>
                <a:lnTo>
                  <a:pt x="1502" y="439"/>
                </a:lnTo>
                <a:lnTo>
                  <a:pt x="1499" y="422"/>
                </a:lnTo>
                <a:lnTo>
                  <a:pt x="1495" y="406"/>
                </a:lnTo>
                <a:lnTo>
                  <a:pt x="1489" y="389"/>
                </a:lnTo>
                <a:lnTo>
                  <a:pt x="1484" y="373"/>
                </a:lnTo>
                <a:lnTo>
                  <a:pt x="1478" y="357"/>
                </a:lnTo>
                <a:lnTo>
                  <a:pt x="1471" y="342"/>
                </a:lnTo>
                <a:lnTo>
                  <a:pt x="1462" y="327"/>
                </a:lnTo>
                <a:lnTo>
                  <a:pt x="1454" y="313"/>
                </a:lnTo>
                <a:lnTo>
                  <a:pt x="1445" y="299"/>
                </a:lnTo>
                <a:lnTo>
                  <a:pt x="1435" y="286"/>
                </a:lnTo>
                <a:lnTo>
                  <a:pt x="1425" y="271"/>
                </a:lnTo>
                <a:lnTo>
                  <a:pt x="1414" y="260"/>
                </a:lnTo>
                <a:lnTo>
                  <a:pt x="1403" y="247"/>
                </a:lnTo>
                <a:lnTo>
                  <a:pt x="1390" y="236"/>
                </a:lnTo>
                <a:lnTo>
                  <a:pt x="1379" y="224"/>
                </a:lnTo>
                <a:lnTo>
                  <a:pt x="1366" y="215"/>
                </a:lnTo>
                <a:lnTo>
                  <a:pt x="1353" y="205"/>
                </a:lnTo>
                <a:lnTo>
                  <a:pt x="1338" y="196"/>
                </a:lnTo>
                <a:lnTo>
                  <a:pt x="1324" y="188"/>
                </a:lnTo>
                <a:lnTo>
                  <a:pt x="1309" y="181"/>
                </a:lnTo>
                <a:lnTo>
                  <a:pt x="1294" y="174"/>
                </a:lnTo>
                <a:lnTo>
                  <a:pt x="1278" y="168"/>
                </a:lnTo>
                <a:lnTo>
                  <a:pt x="1263" y="163"/>
                </a:lnTo>
                <a:lnTo>
                  <a:pt x="1246" y="158"/>
                </a:lnTo>
                <a:lnTo>
                  <a:pt x="1230" y="155"/>
                </a:lnTo>
                <a:lnTo>
                  <a:pt x="1213" y="152"/>
                </a:lnTo>
                <a:lnTo>
                  <a:pt x="1196" y="151"/>
                </a:lnTo>
                <a:lnTo>
                  <a:pt x="1179" y="151"/>
                </a:lnTo>
                <a:lnTo>
                  <a:pt x="1179" y="151"/>
                </a:lnTo>
                <a:close/>
                <a:moveTo>
                  <a:pt x="804" y="753"/>
                </a:moveTo>
                <a:lnTo>
                  <a:pt x="958" y="753"/>
                </a:lnTo>
                <a:lnTo>
                  <a:pt x="758" y="553"/>
                </a:lnTo>
                <a:lnTo>
                  <a:pt x="558" y="753"/>
                </a:lnTo>
                <a:lnTo>
                  <a:pt x="705" y="753"/>
                </a:lnTo>
                <a:lnTo>
                  <a:pt x="706" y="955"/>
                </a:lnTo>
                <a:lnTo>
                  <a:pt x="706" y="955"/>
                </a:lnTo>
                <a:lnTo>
                  <a:pt x="708" y="965"/>
                </a:lnTo>
                <a:lnTo>
                  <a:pt x="709" y="973"/>
                </a:lnTo>
                <a:lnTo>
                  <a:pt x="711" y="980"/>
                </a:lnTo>
                <a:lnTo>
                  <a:pt x="715" y="986"/>
                </a:lnTo>
                <a:lnTo>
                  <a:pt x="718" y="991"/>
                </a:lnTo>
                <a:lnTo>
                  <a:pt x="723" y="995"/>
                </a:lnTo>
                <a:lnTo>
                  <a:pt x="728" y="998"/>
                </a:lnTo>
                <a:lnTo>
                  <a:pt x="734" y="1000"/>
                </a:lnTo>
                <a:lnTo>
                  <a:pt x="743" y="1003"/>
                </a:lnTo>
                <a:lnTo>
                  <a:pt x="751" y="1004"/>
                </a:lnTo>
                <a:lnTo>
                  <a:pt x="760" y="1004"/>
                </a:lnTo>
                <a:lnTo>
                  <a:pt x="760" y="1004"/>
                </a:lnTo>
                <a:lnTo>
                  <a:pt x="769" y="1003"/>
                </a:lnTo>
                <a:lnTo>
                  <a:pt x="776" y="1001"/>
                </a:lnTo>
                <a:lnTo>
                  <a:pt x="783" y="999"/>
                </a:lnTo>
                <a:lnTo>
                  <a:pt x="789" y="995"/>
                </a:lnTo>
                <a:lnTo>
                  <a:pt x="793" y="992"/>
                </a:lnTo>
                <a:lnTo>
                  <a:pt x="796" y="987"/>
                </a:lnTo>
                <a:lnTo>
                  <a:pt x="800" y="982"/>
                </a:lnTo>
                <a:lnTo>
                  <a:pt x="801" y="978"/>
                </a:lnTo>
                <a:lnTo>
                  <a:pt x="803" y="968"/>
                </a:lnTo>
                <a:lnTo>
                  <a:pt x="804" y="960"/>
                </a:lnTo>
                <a:lnTo>
                  <a:pt x="804" y="952"/>
                </a:lnTo>
                <a:lnTo>
                  <a:pt x="804" y="75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2"/>
          <p:cNvSpPr>
            <a:spLocks noChangeAspect="1" noEditPoints="1"/>
          </p:cNvSpPr>
          <p:nvPr/>
        </p:nvSpPr>
        <p:spPr bwMode="auto">
          <a:xfrm>
            <a:off x="1100572" y="2996952"/>
            <a:ext cx="1080000" cy="820715"/>
          </a:xfrm>
          <a:custGeom>
            <a:avLst/>
            <a:gdLst>
              <a:gd name="T0" fmla="*/ 1143 w 1510"/>
              <a:gd name="T1" fmla="*/ 155 h 1148"/>
              <a:gd name="T2" fmla="*/ 1090 w 1510"/>
              <a:gd name="T3" fmla="*/ 181 h 1148"/>
              <a:gd name="T4" fmla="*/ 1105 w 1510"/>
              <a:gd name="T5" fmla="*/ 245 h 1148"/>
              <a:gd name="T6" fmla="*/ 1099 w 1510"/>
              <a:gd name="T7" fmla="*/ 339 h 1148"/>
              <a:gd name="T8" fmla="*/ 1064 w 1510"/>
              <a:gd name="T9" fmla="*/ 408 h 1148"/>
              <a:gd name="T10" fmla="*/ 1063 w 1510"/>
              <a:gd name="T11" fmla="*/ 362 h 1148"/>
              <a:gd name="T12" fmla="*/ 1057 w 1510"/>
              <a:gd name="T13" fmla="*/ 243 h 1148"/>
              <a:gd name="T14" fmla="*/ 1044 w 1510"/>
              <a:gd name="T15" fmla="*/ 189 h 1148"/>
              <a:gd name="T16" fmla="*/ 1011 w 1510"/>
              <a:gd name="T17" fmla="*/ 130 h 1148"/>
              <a:gd name="T18" fmla="*/ 916 w 1510"/>
              <a:gd name="T19" fmla="*/ 50 h 1148"/>
              <a:gd name="T20" fmla="*/ 782 w 1510"/>
              <a:gd name="T21" fmla="*/ 5 h 1148"/>
              <a:gd name="T22" fmla="*/ 671 w 1510"/>
              <a:gd name="T23" fmla="*/ 3 h 1148"/>
              <a:gd name="T24" fmla="*/ 545 w 1510"/>
              <a:gd name="T25" fmla="*/ 38 h 1148"/>
              <a:gd name="T26" fmla="*/ 432 w 1510"/>
              <a:gd name="T27" fmla="*/ 128 h 1148"/>
              <a:gd name="T28" fmla="*/ 352 w 1510"/>
              <a:gd name="T29" fmla="*/ 251 h 1148"/>
              <a:gd name="T30" fmla="*/ 308 w 1510"/>
              <a:gd name="T31" fmla="*/ 365 h 1148"/>
              <a:gd name="T32" fmla="*/ 306 w 1510"/>
              <a:gd name="T33" fmla="*/ 265 h 1148"/>
              <a:gd name="T34" fmla="*/ 322 w 1510"/>
              <a:gd name="T35" fmla="*/ 204 h 1148"/>
              <a:gd name="T36" fmla="*/ 253 w 1510"/>
              <a:gd name="T37" fmla="*/ 211 h 1148"/>
              <a:gd name="T38" fmla="*/ 176 w 1510"/>
              <a:gd name="T39" fmla="*/ 237 h 1148"/>
              <a:gd name="T40" fmla="*/ 111 w 1510"/>
              <a:gd name="T41" fmla="*/ 282 h 1148"/>
              <a:gd name="T42" fmla="*/ 59 w 1510"/>
              <a:gd name="T43" fmla="*/ 342 h 1148"/>
              <a:gd name="T44" fmla="*/ 23 w 1510"/>
              <a:gd name="T45" fmla="*/ 415 h 1148"/>
              <a:gd name="T46" fmla="*/ 4 w 1510"/>
              <a:gd name="T47" fmla="*/ 498 h 1148"/>
              <a:gd name="T48" fmla="*/ 0 w 1510"/>
              <a:gd name="T49" fmla="*/ 569 h 1148"/>
              <a:gd name="T50" fmla="*/ 16 w 1510"/>
              <a:gd name="T51" fmla="*/ 656 h 1148"/>
              <a:gd name="T52" fmla="*/ 50 w 1510"/>
              <a:gd name="T53" fmla="*/ 735 h 1148"/>
              <a:gd name="T54" fmla="*/ 102 w 1510"/>
              <a:gd name="T55" fmla="*/ 801 h 1148"/>
              <a:gd name="T56" fmla="*/ 168 w 1510"/>
              <a:gd name="T57" fmla="*/ 854 h 1148"/>
              <a:gd name="T58" fmla="*/ 244 w 1510"/>
              <a:gd name="T59" fmla="*/ 889 h 1148"/>
              <a:gd name="T60" fmla="*/ 330 w 1510"/>
              <a:gd name="T61" fmla="*/ 906 h 1148"/>
              <a:gd name="T62" fmla="*/ 467 w 1510"/>
              <a:gd name="T63" fmla="*/ 905 h 1148"/>
              <a:gd name="T64" fmla="*/ 602 w 1510"/>
              <a:gd name="T65" fmla="*/ 885 h 1148"/>
              <a:gd name="T66" fmla="*/ 676 w 1510"/>
              <a:gd name="T67" fmla="*/ 755 h 1148"/>
              <a:gd name="T68" fmla="*/ 682 w 1510"/>
              <a:gd name="T69" fmla="*/ 725 h 1148"/>
              <a:gd name="T70" fmla="*/ 708 w 1510"/>
              <a:gd name="T71" fmla="*/ 692 h 1148"/>
              <a:gd name="T72" fmla="*/ 753 w 1510"/>
              <a:gd name="T73" fmla="*/ 681 h 1148"/>
              <a:gd name="T74" fmla="*/ 806 w 1510"/>
              <a:gd name="T75" fmla="*/ 698 h 1148"/>
              <a:gd name="T76" fmla="*/ 829 w 1510"/>
              <a:gd name="T77" fmla="*/ 741 h 1148"/>
              <a:gd name="T78" fmla="*/ 889 w 1510"/>
              <a:gd name="T79" fmla="*/ 892 h 1148"/>
              <a:gd name="T80" fmla="*/ 1066 w 1510"/>
              <a:gd name="T81" fmla="*/ 905 h 1148"/>
              <a:gd name="T82" fmla="*/ 1172 w 1510"/>
              <a:gd name="T83" fmla="*/ 895 h 1148"/>
              <a:gd name="T84" fmla="*/ 1283 w 1510"/>
              <a:gd name="T85" fmla="*/ 861 h 1148"/>
              <a:gd name="T86" fmla="*/ 1373 w 1510"/>
              <a:gd name="T87" fmla="*/ 804 h 1148"/>
              <a:gd name="T88" fmla="*/ 1439 w 1510"/>
              <a:gd name="T89" fmla="*/ 732 h 1148"/>
              <a:gd name="T90" fmla="*/ 1482 w 1510"/>
              <a:gd name="T91" fmla="*/ 650 h 1148"/>
              <a:gd name="T92" fmla="*/ 1506 w 1510"/>
              <a:gd name="T93" fmla="*/ 563 h 1148"/>
              <a:gd name="T94" fmla="*/ 1510 w 1510"/>
              <a:gd name="T95" fmla="*/ 492 h 1148"/>
              <a:gd name="T96" fmla="*/ 1495 w 1510"/>
              <a:gd name="T97" fmla="*/ 407 h 1148"/>
              <a:gd name="T98" fmla="*/ 1462 w 1510"/>
              <a:gd name="T99" fmla="*/ 328 h 1148"/>
              <a:gd name="T100" fmla="*/ 1414 w 1510"/>
              <a:gd name="T101" fmla="*/ 260 h 1148"/>
              <a:gd name="T102" fmla="*/ 1352 w 1510"/>
              <a:gd name="T103" fmla="*/ 205 h 1148"/>
              <a:gd name="T104" fmla="*/ 1278 w 1510"/>
              <a:gd name="T105" fmla="*/ 168 h 1148"/>
              <a:gd name="T106" fmla="*/ 1196 w 1510"/>
              <a:gd name="T107" fmla="*/ 151 h 1148"/>
              <a:gd name="T108" fmla="*/ 802 w 1510"/>
              <a:gd name="T109" fmla="*/ 741 h 1148"/>
              <a:gd name="T110" fmla="*/ 786 w 1510"/>
              <a:gd name="T111" fmla="*/ 714 h 1148"/>
              <a:gd name="T112" fmla="*/ 756 w 1510"/>
              <a:gd name="T113" fmla="*/ 707 h 1148"/>
              <a:gd name="T114" fmla="*/ 717 w 1510"/>
              <a:gd name="T115" fmla="*/ 718 h 1148"/>
              <a:gd name="T116" fmla="*/ 705 w 1510"/>
              <a:gd name="T117" fmla="*/ 744 h 1148"/>
              <a:gd name="T118" fmla="*/ 802 w 1510"/>
              <a:gd name="T119" fmla="*/ 933 h 1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10" h="1148">
                <a:moveTo>
                  <a:pt x="1178" y="151"/>
                </a:moveTo>
                <a:lnTo>
                  <a:pt x="1178" y="151"/>
                </a:lnTo>
                <a:lnTo>
                  <a:pt x="1166" y="151"/>
                </a:lnTo>
                <a:lnTo>
                  <a:pt x="1155" y="152"/>
                </a:lnTo>
                <a:lnTo>
                  <a:pt x="1143" y="155"/>
                </a:lnTo>
                <a:lnTo>
                  <a:pt x="1131" y="158"/>
                </a:lnTo>
                <a:lnTo>
                  <a:pt x="1119" y="162"/>
                </a:lnTo>
                <a:lnTo>
                  <a:pt x="1109" y="168"/>
                </a:lnTo>
                <a:lnTo>
                  <a:pt x="1099" y="174"/>
                </a:lnTo>
                <a:lnTo>
                  <a:pt x="1090" y="181"/>
                </a:lnTo>
                <a:lnTo>
                  <a:pt x="1090" y="181"/>
                </a:lnTo>
                <a:lnTo>
                  <a:pt x="1092" y="186"/>
                </a:lnTo>
                <a:lnTo>
                  <a:pt x="1097" y="204"/>
                </a:lnTo>
                <a:lnTo>
                  <a:pt x="1103" y="229"/>
                </a:lnTo>
                <a:lnTo>
                  <a:pt x="1105" y="245"/>
                </a:lnTo>
                <a:lnTo>
                  <a:pt x="1106" y="262"/>
                </a:lnTo>
                <a:lnTo>
                  <a:pt x="1107" y="280"/>
                </a:lnTo>
                <a:lnTo>
                  <a:pt x="1106" y="299"/>
                </a:lnTo>
                <a:lnTo>
                  <a:pt x="1104" y="319"/>
                </a:lnTo>
                <a:lnTo>
                  <a:pt x="1099" y="339"/>
                </a:lnTo>
                <a:lnTo>
                  <a:pt x="1092" y="359"/>
                </a:lnTo>
                <a:lnTo>
                  <a:pt x="1084" y="379"/>
                </a:lnTo>
                <a:lnTo>
                  <a:pt x="1078" y="388"/>
                </a:lnTo>
                <a:lnTo>
                  <a:pt x="1071" y="399"/>
                </a:lnTo>
                <a:lnTo>
                  <a:pt x="1064" y="408"/>
                </a:lnTo>
                <a:lnTo>
                  <a:pt x="1056" y="418"/>
                </a:lnTo>
                <a:lnTo>
                  <a:pt x="1056" y="418"/>
                </a:lnTo>
                <a:lnTo>
                  <a:pt x="1058" y="402"/>
                </a:lnTo>
                <a:lnTo>
                  <a:pt x="1060" y="385"/>
                </a:lnTo>
                <a:lnTo>
                  <a:pt x="1063" y="362"/>
                </a:lnTo>
                <a:lnTo>
                  <a:pt x="1064" y="336"/>
                </a:lnTo>
                <a:lnTo>
                  <a:pt x="1064" y="307"/>
                </a:lnTo>
                <a:lnTo>
                  <a:pt x="1063" y="275"/>
                </a:lnTo>
                <a:lnTo>
                  <a:pt x="1060" y="260"/>
                </a:lnTo>
                <a:lnTo>
                  <a:pt x="1057" y="243"/>
                </a:lnTo>
                <a:lnTo>
                  <a:pt x="1057" y="243"/>
                </a:lnTo>
                <a:lnTo>
                  <a:pt x="1056" y="229"/>
                </a:lnTo>
                <a:lnTo>
                  <a:pt x="1052" y="215"/>
                </a:lnTo>
                <a:lnTo>
                  <a:pt x="1049" y="202"/>
                </a:lnTo>
                <a:lnTo>
                  <a:pt x="1044" y="189"/>
                </a:lnTo>
                <a:lnTo>
                  <a:pt x="1039" y="176"/>
                </a:lnTo>
                <a:lnTo>
                  <a:pt x="1033" y="164"/>
                </a:lnTo>
                <a:lnTo>
                  <a:pt x="1026" y="152"/>
                </a:lnTo>
                <a:lnTo>
                  <a:pt x="1019" y="140"/>
                </a:lnTo>
                <a:lnTo>
                  <a:pt x="1011" y="130"/>
                </a:lnTo>
                <a:lnTo>
                  <a:pt x="1003" y="119"/>
                </a:lnTo>
                <a:lnTo>
                  <a:pt x="984" y="99"/>
                </a:lnTo>
                <a:lnTo>
                  <a:pt x="964" y="80"/>
                </a:lnTo>
                <a:lnTo>
                  <a:pt x="940" y="64"/>
                </a:lnTo>
                <a:lnTo>
                  <a:pt x="916" y="50"/>
                </a:lnTo>
                <a:lnTo>
                  <a:pt x="891" y="37"/>
                </a:lnTo>
                <a:lnTo>
                  <a:pt x="865" y="26"/>
                </a:lnTo>
                <a:lnTo>
                  <a:pt x="837" y="17"/>
                </a:lnTo>
                <a:lnTo>
                  <a:pt x="809" y="10"/>
                </a:lnTo>
                <a:lnTo>
                  <a:pt x="782" y="5"/>
                </a:lnTo>
                <a:lnTo>
                  <a:pt x="754" y="1"/>
                </a:lnTo>
                <a:lnTo>
                  <a:pt x="725" y="0"/>
                </a:lnTo>
                <a:lnTo>
                  <a:pt x="725" y="0"/>
                </a:lnTo>
                <a:lnTo>
                  <a:pt x="698" y="1"/>
                </a:lnTo>
                <a:lnTo>
                  <a:pt x="671" y="3"/>
                </a:lnTo>
                <a:lnTo>
                  <a:pt x="644" y="6"/>
                </a:lnTo>
                <a:lnTo>
                  <a:pt x="618" y="11"/>
                </a:lnTo>
                <a:lnTo>
                  <a:pt x="593" y="18"/>
                </a:lnTo>
                <a:lnTo>
                  <a:pt x="569" y="27"/>
                </a:lnTo>
                <a:lnTo>
                  <a:pt x="545" y="38"/>
                </a:lnTo>
                <a:lnTo>
                  <a:pt x="521" y="51"/>
                </a:lnTo>
                <a:lnTo>
                  <a:pt x="498" y="66"/>
                </a:lnTo>
                <a:lnTo>
                  <a:pt x="475" y="84"/>
                </a:lnTo>
                <a:lnTo>
                  <a:pt x="453" y="104"/>
                </a:lnTo>
                <a:lnTo>
                  <a:pt x="432" y="128"/>
                </a:lnTo>
                <a:lnTo>
                  <a:pt x="412" y="153"/>
                </a:lnTo>
                <a:lnTo>
                  <a:pt x="391" y="183"/>
                </a:lnTo>
                <a:lnTo>
                  <a:pt x="372" y="215"/>
                </a:lnTo>
                <a:lnTo>
                  <a:pt x="352" y="251"/>
                </a:lnTo>
                <a:lnTo>
                  <a:pt x="352" y="251"/>
                </a:lnTo>
                <a:lnTo>
                  <a:pt x="347" y="261"/>
                </a:lnTo>
                <a:lnTo>
                  <a:pt x="335" y="288"/>
                </a:lnTo>
                <a:lnTo>
                  <a:pt x="327" y="309"/>
                </a:lnTo>
                <a:lnTo>
                  <a:pt x="317" y="334"/>
                </a:lnTo>
                <a:lnTo>
                  <a:pt x="308" y="365"/>
                </a:lnTo>
                <a:lnTo>
                  <a:pt x="299" y="400"/>
                </a:lnTo>
                <a:lnTo>
                  <a:pt x="299" y="400"/>
                </a:lnTo>
                <a:lnTo>
                  <a:pt x="300" y="343"/>
                </a:lnTo>
                <a:lnTo>
                  <a:pt x="302" y="300"/>
                </a:lnTo>
                <a:lnTo>
                  <a:pt x="306" y="265"/>
                </a:lnTo>
                <a:lnTo>
                  <a:pt x="310" y="240"/>
                </a:lnTo>
                <a:lnTo>
                  <a:pt x="315" y="222"/>
                </a:lnTo>
                <a:lnTo>
                  <a:pt x="319" y="211"/>
                </a:lnTo>
                <a:lnTo>
                  <a:pt x="321" y="205"/>
                </a:lnTo>
                <a:lnTo>
                  <a:pt x="322" y="204"/>
                </a:lnTo>
                <a:lnTo>
                  <a:pt x="322" y="204"/>
                </a:lnTo>
                <a:lnTo>
                  <a:pt x="305" y="204"/>
                </a:lnTo>
                <a:lnTo>
                  <a:pt x="287" y="205"/>
                </a:lnTo>
                <a:lnTo>
                  <a:pt x="269" y="208"/>
                </a:lnTo>
                <a:lnTo>
                  <a:pt x="253" y="211"/>
                </a:lnTo>
                <a:lnTo>
                  <a:pt x="236" y="215"/>
                </a:lnTo>
                <a:lnTo>
                  <a:pt x="221" y="220"/>
                </a:lnTo>
                <a:lnTo>
                  <a:pt x="205" y="224"/>
                </a:lnTo>
                <a:lnTo>
                  <a:pt x="190" y="231"/>
                </a:lnTo>
                <a:lnTo>
                  <a:pt x="176" y="237"/>
                </a:lnTo>
                <a:lnTo>
                  <a:pt x="162" y="245"/>
                </a:lnTo>
                <a:lnTo>
                  <a:pt x="148" y="254"/>
                </a:lnTo>
                <a:lnTo>
                  <a:pt x="135" y="262"/>
                </a:lnTo>
                <a:lnTo>
                  <a:pt x="123" y="273"/>
                </a:lnTo>
                <a:lnTo>
                  <a:pt x="111" y="282"/>
                </a:lnTo>
                <a:lnTo>
                  <a:pt x="99" y="293"/>
                </a:lnTo>
                <a:lnTo>
                  <a:pt x="89" y="304"/>
                </a:lnTo>
                <a:lnTo>
                  <a:pt x="78" y="316"/>
                </a:lnTo>
                <a:lnTo>
                  <a:pt x="69" y="329"/>
                </a:lnTo>
                <a:lnTo>
                  <a:pt x="59" y="342"/>
                </a:lnTo>
                <a:lnTo>
                  <a:pt x="51" y="356"/>
                </a:lnTo>
                <a:lnTo>
                  <a:pt x="43" y="369"/>
                </a:lnTo>
                <a:lnTo>
                  <a:pt x="36" y="385"/>
                </a:lnTo>
                <a:lnTo>
                  <a:pt x="30" y="399"/>
                </a:lnTo>
                <a:lnTo>
                  <a:pt x="23" y="415"/>
                </a:lnTo>
                <a:lnTo>
                  <a:pt x="18" y="431"/>
                </a:lnTo>
                <a:lnTo>
                  <a:pt x="13" y="447"/>
                </a:lnTo>
                <a:lnTo>
                  <a:pt x="10" y="464"/>
                </a:lnTo>
                <a:lnTo>
                  <a:pt x="6" y="480"/>
                </a:lnTo>
                <a:lnTo>
                  <a:pt x="4" y="498"/>
                </a:lnTo>
                <a:lnTo>
                  <a:pt x="1" y="515"/>
                </a:lnTo>
                <a:lnTo>
                  <a:pt x="0" y="533"/>
                </a:lnTo>
                <a:lnTo>
                  <a:pt x="0" y="551"/>
                </a:lnTo>
                <a:lnTo>
                  <a:pt x="0" y="551"/>
                </a:lnTo>
                <a:lnTo>
                  <a:pt x="0" y="569"/>
                </a:lnTo>
                <a:lnTo>
                  <a:pt x="3" y="587"/>
                </a:lnTo>
                <a:lnTo>
                  <a:pt x="4" y="605"/>
                </a:lnTo>
                <a:lnTo>
                  <a:pt x="7" y="622"/>
                </a:lnTo>
                <a:lnTo>
                  <a:pt x="11" y="639"/>
                </a:lnTo>
                <a:lnTo>
                  <a:pt x="16" y="656"/>
                </a:lnTo>
                <a:lnTo>
                  <a:pt x="22" y="672"/>
                </a:lnTo>
                <a:lnTo>
                  <a:pt x="27" y="689"/>
                </a:lnTo>
                <a:lnTo>
                  <a:pt x="34" y="704"/>
                </a:lnTo>
                <a:lnTo>
                  <a:pt x="42" y="720"/>
                </a:lnTo>
                <a:lnTo>
                  <a:pt x="50" y="735"/>
                </a:lnTo>
                <a:lnTo>
                  <a:pt x="59" y="749"/>
                </a:lnTo>
                <a:lnTo>
                  <a:pt x="69" y="763"/>
                </a:lnTo>
                <a:lnTo>
                  <a:pt x="79" y="776"/>
                </a:lnTo>
                <a:lnTo>
                  <a:pt x="90" y="789"/>
                </a:lnTo>
                <a:lnTo>
                  <a:pt x="102" y="801"/>
                </a:lnTo>
                <a:lnTo>
                  <a:pt x="113" y="813"/>
                </a:lnTo>
                <a:lnTo>
                  <a:pt x="126" y="824"/>
                </a:lnTo>
                <a:lnTo>
                  <a:pt x="139" y="835"/>
                </a:lnTo>
                <a:lnTo>
                  <a:pt x="154" y="845"/>
                </a:lnTo>
                <a:lnTo>
                  <a:pt x="168" y="854"/>
                </a:lnTo>
                <a:lnTo>
                  <a:pt x="182" y="862"/>
                </a:lnTo>
                <a:lnTo>
                  <a:pt x="197" y="870"/>
                </a:lnTo>
                <a:lnTo>
                  <a:pt x="213" y="878"/>
                </a:lnTo>
                <a:lnTo>
                  <a:pt x="228" y="885"/>
                </a:lnTo>
                <a:lnTo>
                  <a:pt x="244" y="889"/>
                </a:lnTo>
                <a:lnTo>
                  <a:pt x="261" y="895"/>
                </a:lnTo>
                <a:lnTo>
                  <a:pt x="279" y="899"/>
                </a:lnTo>
                <a:lnTo>
                  <a:pt x="295" y="902"/>
                </a:lnTo>
                <a:lnTo>
                  <a:pt x="313" y="905"/>
                </a:lnTo>
                <a:lnTo>
                  <a:pt x="330" y="906"/>
                </a:lnTo>
                <a:lnTo>
                  <a:pt x="349" y="906"/>
                </a:lnTo>
                <a:lnTo>
                  <a:pt x="349" y="906"/>
                </a:lnTo>
                <a:lnTo>
                  <a:pt x="384" y="907"/>
                </a:lnTo>
                <a:lnTo>
                  <a:pt x="421" y="907"/>
                </a:lnTo>
                <a:lnTo>
                  <a:pt x="467" y="905"/>
                </a:lnTo>
                <a:lnTo>
                  <a:pt x="493" y="902"/>
                </a:lnTo>
                <a:lnTo>
                  <a:pt x="520" y="900"/>
                </a:lnTo>
                <a:lnTo>
                  <a:pt x="547" y="896"/>
                </a:lnTo>
                <a:lnTo>
                  <a:pt x="575" y="892"/>
                </a:lnTo>
                <a:lnTo>
                  <a:pt x="602" y="885"/>
                </a:lnTo>
                <a:lnTo>
                  <a:pt x="629" y="878"/>
                </a:lnTo>
                <a:lnTo>
                  <a:pt x="655" y="869"/>
                </a:lnTo>
                <a:lnTo>
                  <a:pt x="678" y="859"/>
                </a:lnTo>
                <a:lnTo>
                  <a:pt x="678" y="859"/>
                </a:lnTo>
                <a:lnTo>
                  <a:pt x="676" y="755"/>
                </a:lnTo>
                <a:lnTo>
                  <a:pt x="676" y="755"/>
                </a:lnTo>
                <a:lnTo>
                  <a:pt x="676" y="753"/>
                </a:lnTo>
                <a:lnTo>
                  <a:pt x="677" y="743"/>
                </a:lnTo>
                <a:lnTo>
                  <a:pt x="679" y="731"/>
                </a:lnTo>
                <a:lnTo>
                  <a:pt x="682" y="725"/>
                </a:lnTo>
                <a:lnTo>
                  <a:pt x="685" y="718"/>
                </a:lnTo>
                <a:lnTo>
                  <a:pt x="689" y="711"/>
                </a:lnTo>
                <a:lnTo>
                  <a:pt x="695" y="704"/>
                </a:lnTo>
                <a:lnTo>
                  <a:pt x="701" y="698"/>
                </a:lnTo>
                <a:lnTo>
                  <a:pt x="708" y="692"/>
                </a:lnTo>
                <a:lnTo>
                  <a:pt x="716" y="688"/>
                </a:lnTo>
                <a:lnTo>
                  <a:pt x="727" y="684"/>
                </a:lnTo>
                <a:lnTo>
                  <a:pt x="738" y="682"/>
                </a:lnTo>
                <a:lnTo>
                  <a:pt x="753" y="681"/>
                </a:lnTo>
                <a:lnTo>
                  <a:pt x="753" y="681"/>
                </a:lnTo>
                <a:lnTo>
                  <a:pt x="764" y="682"/>
                </a:lnTo>
                <a:lnTo>
                  <a:pt x="777" y="684"/>
                </a:lnTo>
                <a:lnTo>
                  <a:pt x="791" y="689"/>
                </a:lnTo>
                <a:lnTo>
                  <a:pt x="799" y="694"/>
                </a:lnTo>
                <a:lnTo>
                  <a:pt x="806" y="698"/>
                </a:lnTo>
                <a:lnTo>
                  <a:pt x="813" y="704"/>
                </a:lnTo>
                <a:lnTo>
                  <a:pt x="819" y="711"/>
                </a:lnTo>
                <a:lnTo>
                  <a:pt x="823" y="720"/>
                </a:lnTo>
                <a:lnTo>
                  <a:pt x="827" y="729"/>
                </a:lnTo>
                <a:lnTo>
                  <a:pt x="829" y="741"/>
                </a:lnTo>
                <a:lnTo>
                  <a:pt x="830" y="754"/>
                </a:lnTo>
                <a:lnTo>
                  <a:pt x="830" y="754"/>
                </a:lnTo>
                <a:lnTo>
                  <a:pt x="830" y="881"/>
                </a:lnTo>
                <a:lnTo>
                  <a:pt x="830" y="881"/>
                </a:lnTo>
                <a:lnTo>
                  <a:pt x="889" y="892"/>
                </a:lnTo>
                <a:lnTo>
                  <a:pt x="954" y="900"/>
                </a:lnTo>
                <a:lnTo>
                  <a:pt x="986" y="902"/>
                </a:lnTo>
                <a:lnTo>
                  <a:pt x="1017" y="905"/>
                </a:lnTo>
                <a:lnTo>
                  <a:pt x="1044" y="906"/>
                </a:lnTo>
                <a:lnTo>
                  <a:pt x="1066" y="905"/>
                </a:lnTo>
                <a:lnTo>
                  <a:pt x="1066" y="905"/>
                </a:lnTo>
                <a:lnTo>
                  <a:pt x="1095" y="905"/>
                </a:lnTo>
                <a:lnTo>
                  <a:pt x="1122" y="902"/>
                </a:lnTo>
                <a:lnTo>
                  <a:pt x="1148" y="900"/>
                </a:lnTo>
                <a:lnTo>
                  <a:pt x="1172" y="895"/>
                </a:lnTo>
                <a:lnTo>
                  <a:pt x="1197" y="891"/>
                </a:lnTo>
                <a:lnTo>
                  <a:pt x="1219" y="885"/>
                </a:lnTo>
                <a:lnTo>
                  <a:pt x="1242" y="878"/>
                </a:lnTo>
                <a:lnTo>
                  <a:pt x="1263" y="869"/>
                </a:lnTo>
                <a:lnTo>
                  <a:pt x="1283" y="861"/>
                </a:lnTo>
                <a:lnTo>
                  <a:pt x="1303" y="850"/>
                </a:lnTo>
                <a:lnTo>
                  <a:pt x="1322" y="840"/>
                </a:lnTo>
                <a:lnTo>
                  <a:pt x="1340" y="829"/>
                </a:lnTo>
                <a:lnTo>
                  <a:pt x="1356" y="817"/>
                </a:lnTo>
                <a:lnTo>
                  <a:pt x="1373" y="804"/>
                </a:lnTo>
                <a:lnTo>
                  <a:pt x="1387" y="791"/>
                </a:lnTo>
                <a:lnTo>
                  <a:pt x="1401" y="777"/>
                </a:lnTo>
                <a:lnTo>
                  <a:pt x="1414" y="763"/>
                </a:lnTo>
                <a:lnTo>
                  <a:pt x="1427" y="748"/>
                </a:lnTo>
                <a:lnTo>
                  <a:pt x="1439" y="732"/>
                </a:lnTo>
                <a:lnTo>
                  <a:pt x="1449" y="717"/>
                </a:lnTo>
                <a:lnTo>
                  <a:pt x="1459" y="701"/>
                </a:lnTo>
                <a:lnTo>
                  <a:pt x="1467" y="684"/>
                </a:lnTo>
                <a:lnTo>
                  <a:pt x="1475" y="668"/>
                </a:lnTo>
                <a:lnTo>
                  <a:pt x="1482" y="650"/>
                </a:lnTo>
                <a:lnTo>
                  <a:pt x="1490" y="632"/>
                </a:lnTo>
                <a:lnTo>
                  <a:pt x="1494" y="616"/>
                </a:lnTo>
                <a:lnTo>
                  <a:pt x="1499" y="598"/>
                </a:lnTo>
                <a:lnTo>
                  <a:pt x="1502" y="580"/>
                </a:lnTo>
                <a:lnTo>
                  <a:pt x="1506" y="563"/>
                </a:lnTo>
                <a:lnTo>
                  <a:pt x="1508" y="545"/>
                </a:lnTo>
                <a:lnTo>
                  <a:pt x="1510" y="527"/>
                </a:lnTo>
                <a:lnTo>
                  <a:pt x="1510" y="510"/>
                </a:lnTo>
                <a:lnTo>
                  <a:pt x="1510" y="510"/>
                </a:lnTo>
                <a:lnTo>
                  <a:pt x="1510" y="492"/>
                </a:lnTo>
                <a:lnTo>
                  <a:pt x="1508" y="474"/>
                </a:lnTo>
                <a:lnTo>
                  <a:pt x="1506" y="457"/>
                </a:lnTo>
                <a:lnTo>
                  <a:pt x="1502" y="440"/>
                </a:lnTo>
                <a:lnTo>
                  <a:pt x="1499" y="424"/>
                </a:lnTo>
                <a:lnTo>
                  <a:pt x="1495" y="407"/>
                </a:lnTo>
                <a:lnTo>
                  <a:pt x="1490" y="390"/>
                </a:lnTo>
                <a:lnTo>
                  <a:pt x="1484" y="374"/>
                </a:lnTo>
                <a:lnTo>
                  <a:pt x="1478" y="359"/>
                </a:lnTo>
                <a:lnTo>
                  <a:pt x="1471" y="343"/>
                </a:lnTo>
                <a:lnTo>
                  <a:pt x="1462" y="328"/>
                </a:lnTo>
                <a:lnTo>
                  <a:pt x="1454" y="314"/>
                </a:lnTo>
                <a:lnTo>
                  <a:pt x="1445" y="300"/>
                </a:lnTo>
                <a:lnTo>
                  <a:pt x="1435" y="286"/>
                </a:lnTo>
                <a:lnTo>
                  <a:pt x="1425" y="273"/>
                </a:lnTo>
                <a:lnTo>
                  <a:pt x="1414" y="260"/>
                </a:lnTo>
                <a:lnTo>
                  <a:pt x="1402" y="248"/>
                </a:lnTo>
                <a:lnTo>
                  <a:pt x="1390" y="236"/>
                </a:lnTo>
                <a:lnTo>
                  <a:pt x="1379" y="225"/>
                </a:lnTo>
                <a:lnTo>
                  <a:pt x="1366" y="215"/>
                </a:lnTo>
                <a:lnTo>
                  <a:pt x="1352" y="205"/>
                </a:lnTo>
                <a:lnTo>
                  <a:pt x="1339" y="196"/>
                </a:lnTo>
                <a:lnTo>
                  <a:pt x="1323" y="188"/>
                </a:lnTo>
                <a:lnTo>
                  <a:pt x="1309" y="181"/>
                </a:lnTo>
                <a:lnTo>
                  <a:pt x="1294" y="174"/>
                </a:lnTo>
                <a:lnTo>
                  <a:pt x="1278" y="168"/>
                </a:lnTo>
                <a:lnTo>
                  <a:pt x="1262" y="163"/>
                </a:lnTo>
                <a:lnTo>
                  <a:pt x="1247" y="158"/>
                </a:lnTo>
                <a:lnTo>
                  <a:pt x="1230" y="156"/>
                </a:lnTo>
                <a:lnTo>
                  <a:pt x="1212" y="153"/>
                </a:lnTo>
                <a:lnTo>
                  <a:pt x="1196" y="151"/>
                </a:lnTo>
                <a:lnTo>
                  <a:pt x="1178" y="151"/>
                </a:lnTo>
                <a:lnTo>
                  <a:pt x="1178" y="151"/>
                </a:lnTo>
                <a:close/>
                <a:moveTo>
                  <a:pt x="802" y="747"/>
                </a:moveTo>
                <a:lnTo>
                  <a:pt x="802" y="747"/>
                </a:lnTo>
                <a:lnTo>
                  <a:pt x="802" y="741"/>
                </a:lnTo>
                <a:lnTo>
                  <a:pt x="801" y="735"/>
                </a:lnTo>
                <a:lnTo>
                  <a:pt x="799" y="727"/>
                </a:lnTo>
                <a:lnTo>
                  <a:pt x="794" y="720"/>
                </a:lnTo>
                <a:lnTo>
                  <a:pt x="790" y="716"/>
                </a:lnTo>
                <a:lnTo>
                  <a:pt x="786" y="714"/>
                </a:lnTo>
                <a:lnTo>
                  <a:pt x="780" y="710"/>
                </a:lnTo>
                <a:lnTo>
                  <a:pt x="773" y="709"/>
                </a:lnTo>
                <a:lnTo>
                  <a:pt x="766" y="708"/>
                </a:lnTo>
                <a:lnTo>
                  <a:pt x="756" y="707"/>
                </a:lnTo>
                <a:lnTo>
                  <a:pt x="756" y="707"/>
                </a:lnTo>
                <a:lnTo>
                  <a:pt x="748" y="708"/>
                </a:lnTo>
                <a:lnTo>
                  <a:pt x="740" y="709"/>
                </a:lnTo>
                <a:lnTo>
                  <a:pt x="730" y="711"/>
                </a:lnTo>
                <a:lnTo>
                  <a:pt x="721" y="715"/>
                </a:lnTo>
                <a:lnTo>
                  <a:pt x="717" y="718"/>
                </a:lnTo>
                <a:lnTo>
                  <a:pt x="712" y="722"/>
                </a:lnTo>
                <a:lnTo>
                  <a:pt x="710" y="727"/>
                </a:lnTo>
                <a:lnTo>
                  <a:pt x="707" y="731"/>
                </a:lnTo>
                <a:lnTo>
                  <a:pt x="705" y="737"/>
                </a:lnTo>
                <a:lnTo>
                  <a:pt x="705" y="744"/>
                </a:lnTo>
                <a:lnTo>
                  <a:pt x="705" y="933"/>
                </a:lnTo>
                <a:lnTo>
                  <a:pt x="556" y="934"/>
                </a:lnTo>
                <a:lnTo>
                  <a:pt x="757" y="1148"/>
                </a:lnTo>
                <a:lnTo>
                  <a:pt x="957" y="934"/>
                </a:lnTo>
                <a:lnTo>
                  <a:pt x="802" y="933"/>
                </a:lnTo>
                <a:lnTo>
                  <a:pt x="802" y="7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3"/>
          <p:cNvSpPr>
            <a:spLocks noChangeAspect="1" noEditPoints="1"/>
          </p:cNvSpPr>
          <p:nvPr/>
        </p:nvSpPr>
        <p:spPr bwMode="auto">
          <a:xfrm>
            <a:off x="2900772" y="2888940"/>
            <a:ext cx="741429" cy="1080000"/>
          </a:xfrm>
          <a:custGeom>
            <a:avLst/>
            <a:gdLst>
              <a:gd name="T0" fmla="*/ 125 w 1039"/>
              <a:gd name="T1" fmla="*/ 570 h 1510"/>
              <a:gd name="T2" fmla="*/ 69 w 1039"/>
              <a:gd name="T3" fmla="*/ 546 h 1510"/>
              <a:gd name="T4" fmla="*/ 28 w 1039"/>
              <a:gd name="T5" fmla="*/ 504 h 1510"/>
              <a:gd name="T6" fmla="*/ 4 w 1039"/>
              <a:gd name="T7" fmla="*/ 448 h 1510"/>
              <a:gd name="T8" fmla="*/ 0 w 1039"/>
              <a:gd name="T9" fmla="*/ 156 h 1510"/>
              <a:gd name="T10" fmla="*/ 12 w 1039"/>
              <a:gd name="T11" fmla="*/ 96 h 1510"/>
              <a:gd name="T12" fmla="*/ 46 w 1039"/>
              <a:gd name="T13" fmla="*/ 46 h 1510"/>
              <a:gd name="T14" fmla="*/ 96 w 1039"/>
              <a:gd name="T15" fmla="*/ 12 h 1510"/>
              <a:gd name="T16" fmla="*/ 156 w 1039"/>
              <a:gd name="T17" fmla="*/ 0 h 1510"/>
              <a:gd name="T18" fmla="*/ 914 w 1039"/>
              <a:gd name="T19" fmla="*/ 4 h 1510"/>
              <a:gd name="T20" fmla="*/ 971 w 1039"/>
              <a:gd name="T21" fmla="*/ 27 h 1510"/>
              <a:gd name="T22" fmla="*/ 1012 w 1039"/>
              <a:gd name="T23" fmla="*/ 69 h 1510"/>
              <a:gd name="T24" fmla="*/ 1036 w 1039"/>
              <a:gd name="T25" fmla="*/ 125 h 1510"/>
              <a:gd name="T26" fmla="*/ 1039 w 1039"/>
              <a:gd name="T27" fmla="*/ 416 h 1510"/>
              <a:gd name="T28" fmla="*/ 1027 w 1039"/>
              <a:gd name="T29" fmla="*/ 478 h 1510"/>
              <a:gd name="T30" fmla="*/ 993 w 1039"/>
              <a:gd name="T31" fmla="*/ 527 h 1510"/>
              <a:gd name="T32" fmla="*/ 944 w 1039"/>
              <a:gd name="T33" fmla="*/ 560 h 1510"/>
              <a:gd name="T34" fmla="*/ 884 w 1039"/>
              <a:gd name="T35" fmla="*/ 573 h 1510"/>
              <a:gd name="T36" fmla="*/ 842 w 1039"/>
              <a:gd name="T37" fmla="*/ 789 h 1510"/>
              <a:gd name="T38" fmla="*/ 874 w 1039"/>
              <a:gd name="T39" fmla="*/ 822 h 1510"/>
              <a:gd name="T40" fmla="*/ 884 w 1039"/>
              <a:gd name="T41" fmla="*/ 859 h 1510"/>
              <a:gd name="T42" fmla="*/ 876 w 1039"/>
              <a:gd name="T43" fmla="*/ 889 h 1510"/>
              <a:gd name="T44" fmla="*/ 860 w 1039"/>
              <a:gd name="T45" fmla="*/ 914 h 1510"/>
              <a:gd name="T46" fmla="*/ 835 w 1039"/>
              <a:gd name="T47" fmla="*/ 931 h 1510"/>
              <a:gd name="T48" fmla="*/ 805 w 1039"/>
              <a:gd name="T49" fmla="*/ 936 h 1510"/>
              <a:gd name="T50" fmla="*/ 781 w 1039"/>
              <a:gd name="T51" fmla="*/ 933 h 1510"/>
              <a:gd name="T52" fmla="*/ 754 w 1039"/>
              <a:gd name="T53" fmla="*/ 919 h 1510"/>
              <a:gd name="T54" fmla="*/ 735 w 1039"/>
              <a:gd name="T55" fmla="*/ 895 h 1510"/>
              <a:gd name="T56" fmla="*/ 726 w 1039"/>
              <a:gd name="T57" fmla="*/ 866 h 1510"/>
              <a:gd name="T58" fmla="*/ 729 w 1039"/>
              <a:gd name="T59" fmla="*/ 834 h 1510"/>
              <a:gd name="T60" fmla="*/ 757 w 1039"/>
              <a:gd name="T61" fmla="*/ 795 h 1510"/>
              <a:gd name="T62" fmla="*/ 156 w 1039"/>
              <a:gd name="T63" fmla="*/ 573 h 1510"/>
              <a:gd name="T64" fmla="*/ 592 w 1039"/>
              <a:gd name="T65" fmla="*/ 1306 h 1510"/>
              <a:gd name="T66" fmla="*/ 670 w 1039"/>
              <a:gd name="T67" fmla="*/ 1323 h 1510"/>
              <a:gd name="T68" fmla="*/ 731 w 1039"/>
              <a:gd name="T69" fmla="*/ 1352 h 1510"/>
              <a:gd name="T70" fmla="*/ 769 w 1039"/>
              <a:gd name="T71" fmla="*/ 1386 h 1510"/>
              <a:gd name="T72" fmla="*/ 779 w 1039"/>
              <a:gd name="T73" fmla="*/ 1414 h 1510"/>
              <a:gd name="T74" fmla="*/ 760 w 1039"/>
              <a:gd name="T75" fmla="*/ 1453 h 1510"/>
              <a:gd name="T76" fmla="*/ 706 w 1039"/>
              <a:gd name="T77" fmla="*/ 1484 h 1510"/>
              <a:gd name="T78" fmla="*/ 617 w 1039"/>
              <a:gd name="T79" fmla="*/ 1503 h 1510"/>
              <a:gd name="T80" fmla="*/ 497 w 1039"/>
              <a:gd name="T81" fmla="*/ 1510 h 1510"/>
              <a:gd name="T82" fmla="*/ 399 w 1039"/>
              <a:gd name="T83" fmla="*/ 1505 h 1510"/>
              <a:gd name="T84" fmla="*/ 299 w 1039"/>
              <a:gd name="T85" fmla="*/ 1486 h 1510"/>
              <a:gd name="T86" fmla="*/ 235 w 1039"/>
              <a:gd name="T87" fmla="*/ 1455 h 1510"/>
              <a:gd name="T88" fmla="*/ 208 w 1039"/>
              <a:gd name="T89" fmla="*/ 1416 h 1510"/>
              <a:gd name="T90" fmla="*/ 210 w 1039"/>
              <a:gd name="T91" fmla="*/ 1387 h 1510"/>
              <a:gd name="T92" fmla="*/ 243 w 1039"/>
              <a:gd name="T93" fmla="*/ 1354 h 1510"/>
              <a:gd name="T94" fmla="*/ 300 w 1039"/>
              <a:gd name="T95" fmla="*/ 1326 h 1510"/>
              <a:gd name="T96" fmla="*/ 374 w 1039"/>
              <a:gd name="T97" fmla="*/ 1306 h 1510"/>
              <a:gd name="T98" fmla="*/ 571 w 1039"/>
              <a:gd name="T99" fmla="*/ 626 h 1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039" h="1510">
                <a:moveTo>
                  <a:pt x="156" y="573"/>
                </a:moveTo>
                <a:lnTo>
                  <a:pt x="156" y="573"/>
                </a:lnTo>
                <a:lnTo>
                  <a:pt x="141" y="572"/>
                </a:lnTo>
                <a:lnTo>
                  <a:pt x="125" y="570"/>
                </a:lnTo>
                <a:lnTo>
                  <a:pt x="110" y="566"/>
                </a:lnTo>
                <a:lnTo>
                  <a:pt x="96" y="560"/>
                </a:lnTo>
                <a:lnTo>
                  <a:pt x="82" y="554"/>
                </a:lnTo>
                <a:lnTo>
                  <a:pt x="69" y="546"/>
                </a:lnTo>
                <a:lnTo>
                  <a:pt x="57" y="537"/>
                </a:lnTo>
                <a:lnTo>
                  <a:pt x="46" y="527"/>
                </a:lnTo>
                <a:lnTo>
                  <a:pt x="36" y="515"/>
                </a:lnTo>
                <a:lnTo>
                  <a:pt x="28" y="504"/>
                </a:lnTo>
                <a:lnTo>
                  <a:pt x="19" y="491"/>
                </a:lnTo>
                <a:lnTo>
                  <a:pt x="12" y="478"/>
                </a:lnTo>
                <a:lnTo>
                  <a:pt x="7" y="462"/>
                </a:lnTo>
                <a:lnTo>
                  <a:pt x="4" y="448"/>
                </a:lnTo>
                <a:lnTo>
                  <a:pt x="2" y="433"/>
                </a:lnTo>
                <a:lnTo>
                  <a:pt x="0" y="416"/>
                </a:lnTo>
                <a:lnTo>
                  <a:pt x="0" y="156"/>
                </a:lnTo>
                <a:lnTo>
                  <a:pt x="0" y="156"/>
                </a:lnTo>
                <a:lnTo>
                  <a:pt x="2" y="140"/>
                </a:lnTo>
                <a:lnTo>
                  <a:pt x="4" y="125"/>
                </a:lnTo>
                <a:lnTo>
                  <a:pt x="7" y="110"/>
                </a:lnTo>
                <a:lnTo>
                  <a:pt x="12" y="96"/>
                </a:lnTo>
                <a:lnTo>
                  <a:pt x="19" y="82"/>
                </a:lnTo>
                <a:lnTo>
                  <a:pt x="28" y="69"/>
                </a:lnTo>
                <a:lnTo>
                  <a:pt x="36" y="57"/>
                </a:lnTo>
                <a:lnTo>
                  <a:pt x="46" y="46"/>
                </a:lnTo>
                <a:lnTo>
                  <a:pt x="57" y="36"/>
                </a:lnTo>
                <a:lnTo>
                  <a:pt x="69" y="27"/>
                </a:lnTo>
                <a:lnTo>
                  <a:pt x="82" y="19"/>
                </a:lnTo>
                <a:lnTo>
                  <a:pt x="96" y="12"/>
                </a:lnTo>
                <a:lnTo>
                  <a:pt x="110" y="7"/>
                </a:lnTo>
                <a:lnTo>
                  <a:pt x="125" y="4"/>
                </a:lnTo>
                <a:lnTo>
                  <a:pt x="141" y="1"/>
                </a:lnTo>
                <a:lnTo>
                  <a:pt x="156" y="0"/>
                </a:lnTo>
                <a:lnTo>
                  <a:pt x="884" y="0"/>
                </a:lnTo>
                <a:lnTo>
                  <a:pt x="884" y="0"/>
                </a:lnTo>
                <a:lnTo>
                  <a:pt x="899" y="1"/>
                </a:lnTo>
                <a:lnTo>
                  <a:pt x="914" y="4"/>
                </a:lnTo>
                <a:lnTo>
                  <a:pt x="930" y="7"/>
                </a:lnTo>
                <a:lnTo>
                  <a:pt x="944" y="12"/>
                </a:lnTo>
                <a:lnTo>
                  <a:pt x="958" y="19"/>
                </a:lnTo>
                <a:lnTo>
                  <a:pt x="971" y="27"/>
                </a:lnTo>
                <a:lnTo>
                  <a:pt x="983" y="36"/>
                </a:lnTo>
                <a:lnTo>
                  <a:pt x="993" y="46"/>
                </a:lnTo>
                <a:lnTo>
                  <a:pt x="1004" y="57"/>
                </a:lnTo>
                <a:lnTo>
                  <a:pt x="1012" y="69"/>
                </a:lnTo>
                <a:lnTo>
                  <a:pt x="1020" y="82"/>
                </a:lnTo>
                <a:lnTo>
                  <a:pt x="1027" y="96"/>
                </a:lnTo>
                <a:lnTo>
                  <a:pt x="1032" y="110"/>
                </a:lnTo>
                <a:lnTo>
                  <a:pt x="1036" y="125"/>
                </a:lnTo>
                <a:lnTo>
                  <a:pt x="1038" y="140"/>
                </a:lnTo>
                <a:lnTo>
                  <a:pt x="1039" y="156"/>
                </a:lnTo>
                <a:lnTo>
                  <a:pt x="1039" y="416"/>
                </a:lnTo>
                <a:lnTo>
                  <a:pt x="1039" y="416"/>
                </a:lnTo>
                <a:lnTo>
                  <a:pt x="1038" y="433"/>
                </a:lnTo>
                <a:lnTo>
                  <a:pt x="1036" y="448"/>
                </a:lnTo>
                <a:lnTo>
                  <a:pt x="1032" y="462"/>
                </a:lnTo>
                <a:lnTo>
                  <a:pt x="1027" y="478"/>
                </a:lnTo>
                <a:lnTo>
                  <a:pt x="1020" y="491"/>
                </a:lnTo>
                <a:lnTo>
                  <a:pt x="1012" y="504"/>
                </a:lnTo>
                <a:lnTo>
                  <a:pt x="1004" y="515"/>
                </a:lnTo>
                <a:lnTo>
                  <a:pt x="993" y="527"/>
                </a:lnTo>
                <a:lnTo>
                  <a:pt x="983" y="537"/>
                </a:lnTo>
                <a:lnTo>
                  <a:pt x="971" y="546"/>
                </a:lnTo>
                <a:lnTo>
                  <a:pt x="958" y="554"/>
                </a:lnTo>
                <a:lnTo>
                  <a:pt x="944" y="560"/>
                </a:lnTo>
                <a:lnTo>
                  <a:pt x="930" y="566"/>
                </a:lnTo>
                <a:lnTo>
                  <a:pt x="914" y="570"/>
                </a:lnTo>
                <a:lnTo>
                  <a:pt x="899" y="572"/>
                </a:lnTo>
                <a:lnTo>
                  <a:pt x="884" y="573"/>
                </a:lnTo>
                <a:lnTo>
                  <a:pt x="832" y="573"/>
                </a:lnTo>
                <a:lnTo>
                  <a:pt x="832" y="784"/>
                </a:lnTo>
                <a:lnTo>
                  <a:pt x="832" y="784"/>
                </a:lnTo>
                <a:lnTo>
                  <a:pt x="842" y="789"/>
                </a:lnTo>
                <a:lnTo>
                  <a:pt x="852" y="795"/>
                </a:lnTo>
                <a:lnTo>
                  <a:pt x="861" y="803"/>
                </a:lnTo>
                <a:lnTo>
                  <a:pt x="868" y="813"/>
                </a:lnTo>
                <a:lnTo>
                  <a:pt x="874" y="822"/>
                </a:lnTo>
                <a:lnTo>
                  <a:pt x="879" y="834"/>
                </a:lnTo>
                <a:lnTo>
                  <a:pt x="882" y="846"/>
                </a:lnTo>
                <a:lnTo>
                  <a:pt x="884" y="859"/>
                </a:lnTo>
                <a:lnTo>
                  <a:pt x="884" y="859"/>
                </a:lnTo>
                <a:lnTo>
                  <a:pt x="882" y="866"/>
                </a:lnTo>
                <a:lnTo>
                  <a:pt x="881" y="874"/>
                </a:lnTo>
                <a:lnTo>
                  <a:pt x="880" y="881"/>
                </a:lnTo>
                <a:lnTo>
                  <a:pt x="876" y="889"/>
                </a:lnTo>
                <a:lnTo>
                  <a:pt x="873" y="895"/>
                </a:lnTo>
                <a:lnTo>
                  <a:pt x="869" y="902"/>
                </a:lnTo>
                <a:lnTo>
                  <a:pt x="865" y="908"/>
                </a:lnTo>
                <a:lnTo>
                  <a:pt x="860" y="914"/>
                </a:lnTo>
                <a:lnTo>
                  <a:pt x="854" y="919"/>
                </a:lnTo>
                <a:lnTo>
                  <a:pt x="848" y="924"/>
                </a:lnTo>
                <a:lnTo>
                  <a:pt x="841" y="927"/>
                </a:lnTo>
                <a:lnTo>
                  <a:pt x="835" y="931"/>
                </a:lnTo>
                <a:lnTo>
                  <a:pt x="828" y="933"/>
                </a:lnTo>
                <a:lnTo>
                  <a:pt x="820" y="935"/>
                </a:lnTo>
                <a:lnTo>
                  <a:pt x="812" y="936"/>
                </a:lnTo>
                <a:lnTo>
                  <a:pt x="805" y="936"/>
                </a:lnTo>
                <a:lnTo>
                  <a:pt x="805" y="936"/>
                </a:lnTo>
                <a:lnTo>
                  <a:pt x="796" y="936"/>
                </a:lnTo>
                <a:lnTo>
                  <a:pt x="788" y="935"/>
                </a:lnTo>
                <a:lnTo>
                  <a:pt x="781" y="933"/>
                </a:lnTo>
                <a:lnTo>
                  <a:pt x="774" y="931"/>
                </a:lnTo>
                <a:lnTo>
                  <a:pt x="767" y="927"/>
                </a:lnTo>
                <a:lnTo>
                  <a:pt x="760" y="924"/>
                </a:lnTo>
                <a:lnTo>
                  <a:pt x="754" y="919"/>
                </a:lnTo>
                <a:lnTo>
                  <a:pt x="748" y="914"/>
                </a:lnTo>
                <a:lnTo>
                  <a:pt x="743" y="908"/>
                </a:lnTo>
                <a:lnTo>
                  <a:pt x="739" y="902"/>
                </a:lnTo>
                <a:lnTo>
                  <a:pt x="735" y="895"/>
                </a:lnTo>
                <a:lnTo>
                  <a:pt x="731" y="889"/>
                </a:lnTo>
                <a:lnTo>
                  <a:pt x="729" y="881"/>
                </a:lnTo>
                <a:lnTo>
                  <a:pt x="727" y="874"/>
                </a:lnTo>
                <a:lnTo>
                  <a:pt x="726" y="866"/>
                </a:lnTo>
                <a:lnTo>
                  <a:pt x="726" y="859"/>
                </a:lnTo>
                <a:lnTo>
                  <a:pt x="726" y="859"/>
                </a:lnTo>
                <a:lnTo>
                  <a:pt x="727" y="846"/>
                </a:lnTo>
                <a:lnTo>
                  <a:pt x="729" y="834"/>
                </a:lnTo>
                <a:lnTo>
                  <a:pt x="734" y="822"/>
                </a:lnTo>
                <a:lnTo>
                  <a:pt x="741" y="813"/>
                </a:lnTo>
                <a:lnTo>
                  <a:pt x="748" y="803"/>
                </a:lnTo>
                <a:lnTo>
                  <a:pt x="757" y="795"/>
                </a:lnTo>
                <a:lnTo>
                  <a:pt x="768" y="789"/>
                </a:lnTo>
                <a:lnTo>
                  <a:pt x="779" y="784"/>
                </a:lnTo>
                <a:lnTo>
                  <a:pt x="779" y="573"/>
                </a:lnTo>
                <a:lnTo>
                  <a:pt x="156" y="573"/>
                </a:lnTo>
                <a:close/>
                <a:moveTo>
                  <a:pt x="571" y="626"/>
                </a:moveTo>
                <a:lnTo>
                  <a:pt x="571" y="1303"/>
                </a:lnTo>
                <a:lnTo>
                  <a:pt x="571" y="1303"/>
                </a:lnTo>
                <a:lnTo>
                  <a:pt x="592" y="1306"/>
                </a:lnTo>
                <a:lnTo>
                  <a:pt x="614" y="1309"/>
                </a:lnTo>
                <a:lnTo>
                  <a:pt x="634" y="1313"/>
                </a:lnTo>
                <a:lnTo>
                  <a:pt x="652" y="1317"/>
                </a:lnTo>
                <a:lnTo>
                  <a:pt x="670" y="1323"/>
                </a:lnTo>
                <a:lnTo>
                  <a:pt x="688" y="1329"/>
                </a:lnTo>
                <a:lnTo>
                  <a:pt x="704" y="1336"/>
                </a:lnTo>
                <a:lnTo>
                  <a:pt x="718" y="1343"/>
                </a:lnTo>
                <a:lnTo>
                  <a:pt x="731" y="1352"/>
                </a:lnTo>
                <a:lnTo>
                  <a:pt x="743" y="1360"/>
                </a:lnTo>
                <a:lnTo>
                  <a:pt x="754" y="1368"/>
                </a:lnTo>
                <a:lnTo>
                  <a:pt x="763" y="1378"/>
                </a:lnTo>
                <a:lnTo>
                  <a:pt x="769" y="1386"/>
                </a:lnTo>
                <a:lnTo>
                  <a:pt x="775" y="1395"/>
                </a:lnTo>
                <a:lnTo>
                  <a:pt x="777" y="1405"/>
                </a:lnTo>
                <a:lnTo>
                  <a:pt x="779" y="1414"/>
                </a:lnTo>
                <a:lnTo>
                  <a:pt x="779" y="1414"/>
                </a:lnTo>
                <a:lnTo>
                  <a:pt x="777" y="1425"/>
                </a:lnTo>
                <a:lnTo>
                  <a:pt x="774" y="1435"/>
                </a:lnTo>
                <a:lnTo>
                  <a:pt x="768" y="1445"/>
                </a:lnTo>
                <a:lnTo>
                  <a:pt x="760" y="1453"/>
                </a:lnTo>
                <a:lnTo>
                  <a:pt x="750" y="1461"/>
                </a:lnTo>
                <a:lnTo>
                  <a:pt x="737" y="1470"/>
                </a:lnTo>
                <a:lnTo>
                  <a:pt x="722" y="1477"/>
                </a:lnTo>
                <a:lnTo>
                  <a:pt x="706" y="1484"/>
                </a:lnTo>
                <a:lnTo>
                  <a:pt x="687" y="1490"/>
                </a:lnTo>
                <a:lnTo>
                  <a:pt x="665" y="1494"/>
                </a:lnTo>
                <a:lnTo>
                  <a:pt x="642" y="1499"/>
                </a:lnTo>
                <a:lnTo>
                  <a:pt x="617" y="1503"/>
                </a:lnTo>
                <a:lnTo>
                  <a:pt x="590" y="1506"/>
                </a:lnTo>
                <a:lnTo>
                  <a:pt x="560" y="1508"/>
                </a:lnTo>
                <a:lnTo>
                  <a:pt x="530" y="1510"/>
                </a:lnTo>
                <a:lnTo>
                  <a:pt x="497" y="1510"/>
                </a:lnTo>
                <a:lnTo>
                  <a:pt x="497" y="1510"/>
                </a:lnTo>
                <a:lnTo>
                  <a:pt x="461" y="1510"/>
                </a:lnTo>
                <a:lnTo>
                  <a:pt x="428" y="1507"/>
                </a:lnTo>
                <a:lnTo>
                  <a:pt x="399" y="1505"/>
                </a:lnTo>
                <a:lnTo>
                  <a:pt x="369" y="1501"/>
                </a:lnTo>
                <a:lnTo>
                  <a:pt x="344" y="1497"/>
                </a:lnTo>
                <a:lnTo>
                  <a:pt x="320" y="1492"/>
                </a:lnTo>
                <a:lnTo>
                  <a:pt x="299" y="1486"/>
                </a:lnTo>
                <a:lnTo>
                  <a:pt x="279" y="1479"/>
                </a:lnTo>
                <a:lnTo>
                  <a:pt x="262" y="1472"/>
                </a:lnTo>
                <a:lnTo>
                  <a:pt x="247" y="1464"/>
                </a:lnTo>
                <a:lnTo>
                  <a:pt x="235" y="1455"/>
                </a:lnTo>
                <a:lnTo>
                  <a:pt x="224" y="1446"/>
                </a:lnTo>
                <a:lnTo>
                  <a:pt x="216" y="1436"/>
                </a:lnTo>
                <a:lnTo>
                  <a:pt x="211" y="1427"/>
                </a:lnTo>
                <a:lnTo>
                  <a:pt x="208" y="1416"/>
                </a:lnTo>
                <a:lnTo>
                  <a:pt x="207" y="1406"/>
                </a:lnTo>
                <a:lnTo>
                  <a:pt x="207" y="1406"/>
                </a:lnTo>
                <a:lnTo>
                  <a:pt x="208" y="1396"/>
                </a:lnTo>
                <a:lnTo>
                  <a:pt x="210" y="1387"/>
                </a:lnTo>
                <a:lnTo>
                  <a:pt x="216" y="1379"/>
                </a:lnTo>
                <a:lnTo>
                  <a:pt x="223" y="1370"/>
                </a:lnTo>
                <a:lnTo>
                  <a:pt x="233" y="1361"/>
                </a:lnTo>
                <a:lnTo>
                  <a:pt x="243" y="1354"/>
                </a:lnTo>
                <a:lnTo>
                  <a:pt x="255" y="1346"/>
                </a:lnTo>
                <a:lnTo>
                  <a:pt x="268" y="1339"/>
                </a:lnTo>
                <a:lnTo>
                  <a:pt x="283" y="1332"/>
                </a:lnTo>
                <a:lnTo>
                  <a:pt x="300" y="1326"/>
                </a:lnTo>
                <a:lnTo>
                  <a:pt x="316" y="1320"/>
                </a:lnTo>
                <a:lnTo>
                  <a:pt x="335" y="1314"/>
                </a:lnTo>
                <a:lnTo>
                  <a:pt x="354" y="1309"/>
                </a:lnTo>
                <a:lnTo>
                  <a:pt x="374" y="1306"/>
                </a:lnTo>
                <a:lnTo>
                  <a:pt x="394" y="1302"/>
                </a:lnTo>
                <a:lnTo>
                  <a:pt x="415" y="1300"/>
                </a:lnTo>
                <a:lnTo>
                  <a:pt x="417" y="626"/>
                </a:lnTo>
                <a:lnTo>
                  <a:pt x="571" y="6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4"/>
          <p:cNvSpPr>
            <a:spLocks noChangeAspect="1" noEditPoints="1"/>
          </p:cNvSpPr>
          <p:nvPr/>
        </p:nvSpPr>
        <p:spPr bwMode="auto">
          <a:xfrm>
            <a:off x="4412940" y="3123878"/>
            <a:ext cx="1080000" cy="639841"/>
          </a:xfrm>
          <a:custGeom>
            <a:avLst/>
            <a:gdLst>
              <a:gd name="T0" fmla="*/ 1338 w 1509"/>
              <a:gd name="T1" fmla="*/ 310 h 894"/>
              <a:gd name="T2" fmla="*/ 1218 w 1509"/>
              <a:gd name="T3" fmla="*/ 184 h 894"/>
              <a:gd name="T4" fmla="*/ 1103 w 1509"/>
              <a:gd name="T5" fmla="*/ 100 h 894"/>
              <a:gd name="T6" fmla="*/ 961 w 1509"/>
              <a:gd name="T7" fmla="*/ 34 h 894"/>
              <a:gd name="T8" fmla="*/ 787 w 1509"/>
              <a:gd name="T9" fmla="*/ 1 h 894"/>
              <a:gd name="T10" fmla="*/ 640 w 1509"/>
              <a:gd name="T11" fmla="*/ 10 h 894"/>
              <a:gd name="T12" fmla="*/ 478 w 1509"/>
              <a:gd name="T13" fmla="*/ 58 h 894"/>
              <a:gd name="T14" fmla="*/ 346 w 1509"/>
              <a:gd name="T15" fmla="*/ 133 h 894"/>
              <a:gd name="T16" fmla="*/ 245 w 1509"/>
              <a:gd name="T17" fmla="*/ 218 h 894"/>
              <a:gd name="T18" fmla="*/ 132 w 1509"/>
              <a:gd name="T19" fmla="*/ 352 h 894"/>
              <a:gd name="T20" fmla="*/ 83 w 1509"/>
              <a:gd name="T21" fmla="*/ 401 h 894"/>
              <a:gd name="T22" fmla="*/ 0 w 1509"/>
              <a:gd name="T23" fmla="*/ 447 h 894"/>
              <a:gd name="T24" fmla="*/ 63 w 1509"/>
              <a:gd name="T25" fmla="*/ 479 h 894"/>
              <a:gd name="T26" fmla="*/ 121 w 1509"/>
              <a:gd name="T27" fmla="*/ 526 h 894"/>
              <a:gd name="T28" fmla="*/ 212 w 1509"/>
              <a:gd name="T29" fmla="*/ 643 h 894"/>
              <a:gd name="T30" fmla="*/ 324 w 1509"/>
              <a:gd name="T31" fmla="*/ 744 h 894"/>
              <a:gd name="T32" fmla="*/ 450 w 1509"/>
              <a:gd name="T33" fmla="*/ 823 h 894"/>
              <a:gd name="T34" fmla="*/ 605 w 1509"/>
              <a:gd name="T35" fmla="*/ 878 h 894"/>
              <a:gd name="T36" fmla="*/ 750 w 1509"/>
              <a:gd name="T37" fmla="*/ 894 h 894"/>
              <a:gd name="T38" fmla="*/ 928 w 1509"/>
              <a:gd name="T39" fmla="*/ 869 h 894"/>
              <a:gd name="T40" fmla="*/ 1077 w 1509"/>
              <a:gd name="T41" fmla="*/ 808 h 894"/>
              <a:gd name="T42" fmla="*/ 1198 w 1509"/>
              <a:gd name="T43" fmla="*/ 727 h 894"/>
              <a:gd name="T44" fmla="*/ 1316 w 1509"/>
              <a:gd name="T45" fmla="*/ 611 h 894"/>
              <a:gd name="T46" fmla="*/ 1378 w 1509"/>
              <a:gd name="T47" fmla="*/ 526 h 894"/>
              <a:gd name="T48" fmla="*/ 1461 w 1509"/>
              <a:gd name="T49" fmla="*/ 468 h 894"/>
              <a:gd name="T50" fmla="*/ 1495 w 1509"/>
              <a:gd name="T51" fmla="*/ 441 h 894"/>
              <a:gd name="T52" fmla="*/ 1397 w 1509"/>
              <a:gd name="T53" fmla="*/ 386 h 894"/>
              <a:gd name="T54" fmla="*/ 753 w 1509"/>
              <a:gd name="T55" fmla="*/ 648 h 894"/>
              <a:gd name="T56" fmla="*/ 658 w 1509"/>
              <a:gd name="T57" fmla="*/ 624 h 894"/>
              <a:gd name="T58" fmla="*/ 587 w 1509"/>
              <a:gd name="T59" fmla="*/ 559 h 894"/>
              <a:gd name="T60" fmla="*/ 554 w 1509"/>
              <a:gd name="T61" fmla="*/ 468 h 894"/>
              <a:gd name="T62" fmla="*/ 562 w 1509"/>
              <a:gd name="T63" fmla="*/ 388 h 894"/>
              <a:gd name="T64" fmla="*/ 612 w 1509"/>
              <a:gd name="T65" fmla="*/ 306 h 894"/>
              <a:gd name="T66" fmla="*/ 694 w 1509"/>
              <a:gd name="T67" fmla="*/ 256 h 894"/>
              <a:gd name="T68" fmla="*/ 774 w 1509"/>
              <a:gd name="T69" fmla="*/ 248 h 894"/>
              <a:gd name="T70" fmla="*/ 865 w 1509"/>
              <a:gd name="T71" fmla="*/ 281 h 894"/>
              <a:gd name="T72" fmla="*/ 930 w 1509"/>
              <a:gd name="T73" fmla="*/ 352 h 894"/>
              <a:gd name="T74" fmla="*/ 954 w 1509"/>
              <a:gd name="T75" fmla="*/ 447 h 894"/>
              <a:gd name="T76" fmla="*/ 938 w 1509"/>
              <a:gd name="T77" fmla="*/ 525 h 894"/>
              <a:gd name="T78" fmla="*/ 882 w 1509"/>
              <a:gd name="T79" fmla="*/ 603 h 894"/>
              <a:gd name="T80" fmla="*/ 794 w 1509"/>
              <a:gd name="T81" fmla="*/ 644 h 894"/>
              <a:gd name="T82" fmla="*/ 754 w 1509"/>
              <a:gd name="T83" fmla="*/ 347 h 894"/>
              <a:gd name="T84" fmla="*/ 707 w 1509"/>
              <a:gd name="T85" fmla="*/ 359 h 894"/>
              <a:gd name="T86" fmla="*/ 672 w 1509"/>
              <a:gd name="T87" fmla="*/ 392 h 894"/>
              <a:gd name="T88" fmla="*/ 655 w 1509"/>
              <a:gd name="T89" fmla="*/ 436 h 894"/>
              <a:gd name="T90" fmla="*/ 659 w 1509"/>
              <a:gd name="T91" fmla="*/ 477 h 894"/>
              <a:gd name="T92" fmla="*/ 684 w 1509"/>
              <a:gd name="T93" fmla="*/ 518 h 894"/>
              <a:gd name="T94" fmla="*/ 725 w 1509"/>
              <a:gd name="T95" fmla="*/ 543 h 894"/>
              <a:gd name="T96" fmla="*/ 765 w 1509"/>
              <a:gd name="T97" fmla="*/ 546 h 894"/>
              <a:gd name="T98" fmla="*/ 811 w 1509"/>
              <a:gd name="T99" fmla="*/ 530 h 894"/>
              <a:gd name="T100" fmla="*/ 843 w 1509"/>
              <a:gd name="T101" fmla="*/ 494 h 894"/>
              <a:gd name="T102" fmla="*/ 855 w 1509"/>
              <a:gd name="T103" fmla="*/ 447 h 894"/>
              <a:gd name="T104" fmla="*/ 846 w 1509"/>
              <a:gd name="T105" fmla="*/ 408 h 894"/>
              <a:gd name="T106" fmla="*/ 818 w 1509"/>
              <a:gd name="T107" fmla="*/ 370 h 894"/>
              <a:gd name="T108" fmla="*/ 774 w 1509"/>
              <a:gd name="T109" fmla="*/ 349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509" h="894">
                <a:moveTo>
                  <a:pt x="1378" y="368"/>
                </a:moveTo>
                <a:lnTo>
                  <a:pt x="1378" y="368"/>
                </a:lnTo>
                <a:lnTo>
                  <a:pt x="1368" y="352"/>
                </a:lnTo>
                <a:lnTo>
                  <a:pt x="1356" y="334"/>
                </a:lnTo>
                <a:lnTo>
                  <a:pt x="1338" y="310"/>
                </a:lnTo>
                <a:lnTo>
                  <a:pt x="1316" y="282"/>
                </a:lnTo>
                <a:lnTo>
                  <a:pt x="1287" y="251"/>
                </a:lnTo>
                <a:lnTo>
                  <a:pt x="1255" y="218"/>
                </a:lnTo>
                <a:lnTo>
                  <a:pt x="1238" y="201"/>
                </a:lnTo>
                <a:lnTo>
                  <a:pt x="1218" y="184"/>
                </a:lnTo>
                <a:lnTo>
                  <a:pt x="1198" y="166"/>
                </a:lnTo>
                <a:lnTo>
                  <a:pt x="1176" y="150"/>
                </a:lnTo>
                <a:lnTo>
                  <a:pt x="1153" y="133"/>
                </a:lnTo>
                <a:lnTo>
                  <a:pt x="1129" y="117"/>
                </a:lnTo>
                <a:lnTo>
                  <a:pt x="1103" y="100"/>
                </a:lnTo>
                <a:lnTo>
                  <a:pt x="1077" y="85"/>
                </a:lnTo>
                <a:lnTo>
                  <a:pt x="1050" y="71"/>
                </a:lnTo>
                <a:lnTo>
                  <a:pt x="1021" y="58"/>
                </a:lnTo>
                <a:lnTo>
                  <a:pt x="991" y="45"/>
                </a:lnTo>
                <a:lnTo>
                  <a:pt x="961" y="34"/>
                </a:lnTo>
                <a:lnTo>
                  <a:pt x="928" y="24"/>
                </a:lnTo>
                <a:lnTo>
                  <a:pt x="895" y="15"/>
                </a:lnTo>
                <a:lnTo>
                  <a:pt x="860" y="10"/>
                </a:lnTo>
                <a:lnTo>
                  <a:pt x="825" y="5"/>
                </a:lnTo>
                <a:lnTo>
                  <a:pt x="787" y="1"/>
                </a:lnTo>
                <a:lnTo>
                  <a:pt x="750" y="0"/>
                </a:lnTo>
                <a:lnTo>
                  <a:pt x="750" y="0"/>
                </a:lnTo>
                <a:lnTo>
                  <a:pt x="712" y="1"/>
                </a:lnTo>
                <a:lnTo>
                  <a:pt x="675" y="5"/>
                </a:lnTo>
                <a:lnTo>
                  <a:pt x="640" y="10"/>
                </a:lnTo>
                <a:lnTo>
                  <a:pt x="605" y="15"/>
                </a:lnTo>
                <a:lnTo>
                  <a:pt x="572" y="24"/>
                </a:lnTo>
                <a:lnTo>
                  <a:pt x="540" y="34"/>
                </a:lnTo>
                <a:lnTo>
                  <a:pt x="508" y="45"/>
                </a:lnTo>
                <a:lnTo>
                  <a:pt x="478" y="58"/>
                </a:lnTo>
                <a:lnTo>
                  <a:pt x="450" y="71"/>
                </a:lnTo>
                <a:lnTo>
                  <a:pt x="422" y="85"/>
                </a:lnTo>
                <a:lnTo>
                  <a:pt x="396" y="100"/>
                </a:lnTo>
                <a:lnTo>
                  <a:pt x="371" y="117"/>
                </a:lnTo>
                <a:lnTo>
                  <a:pt x="346" y="133"/>
                </a:lnTo>
                <a:lnTo>
                  <a:pt x="324" y="150"/>
                </a:lnTo>
                <a:lnTo>
                  <a:pt x="302" y="166"/>
                </a:lnTo>
                <a:lnTo>
                  <a:pt x="282" y="184"/>
                </a:lnTo>
                <a:lnTo>
                  <a:pt x="263" y="201"/>
                </a:lnTo>
                <a:lnTo>
                  <a:pt x="245" y="218"/>
                </a:lnTo>
                <a:lnTo>
                  <a:pt x="212" y="251"/>
                </a:lnTo>
                <a:lnTo>
                  <a:pt x="185" y="282"/>
                </a:lnTo>
                <a:lnTo>
                  <a:pt x="162" y="310"/>
                </a:lnTo>
                <a:lnTo>
                  <a:pt x="145" y="334"/>
                </a:lnTo>
                <a:lnTo>
                  <a:pt x="132" y="352"/>
                </a:lnTo>
                <a:lnTo>
                  <a:pt x="121" y="368"/>
                </a:lnTo>
                <a:lnTo>
                  <a:pt x="121" y="368"/>
                </a:lnTo>
                <a:lnTo>
                  <a:pt x="113" y="376"/>
                </a:lnTo>
                <a:lnTo>
                  <a:pt x="104" y="386"/>
                </a:lnTo>
                <a:lnTo>
                  <a:pt x="83" y="401"/>
                </a:lnTo>
                <a:lnTo>
                  <a:pt x="63" y="414"/>
                </a:lnTo>
                <a:lnTo>
                  <a:pt x="45" y="426"/>
                </a:lnTo>
                <a:lnTo>
                  <a:pt x="27" y="435"/>
                </a:lnTo>
                <a:lnTo>
                  <a:pt x="13" y="441"/>
                </a:lnTo>
                <a:lnTo>
                  <a:pt x="0" y="447"/>
                </a:lnTo>
                <a:lnTo>
                  <a:pt x="0" y="447"/>
                </a:lnTo>
                <a:lnTo>
                  <a:pt x="13" y="452"/>
                </a:lnTo>
                <a:lnTo>
                  <a:pt x="27" y="459"/>
                </a:lnTo>
                <a:lnTo>
                  <a:pt x="45" y="468"/>
                </a:lnTo>
                <a:lnTo>
                  <a:pt x="63" y="479"/>
                </a:lnTo>
                <a:lnTo>
                  <a:pt x="83" y="493"/>
                </a:lnTo>
                <a:lnTo>
                  <a:pt x="104" y="508"/>
                </a:lnTo>
                <a:lnTo>
                  <a:pt x="113" y="517"/>
                </a:lnTo>
                <a:lnTo>
                  <a:pt x="121" y="526"/>
                </a:lnTo>
                <a:lnTo>
                  <a:pt x="121" y="526"/>
                </a:lnTo>
                <a:lnTo>
                  <a:pt x="132" y="541"/>
                </a:lnTo>
                <a:lnTo>
                  <a:pt x="145" y="560"/>
                </a:lnTo>
                <a:lnTo>
                  <a:pt x="162" y="584"/>
                </a:lnTo>
                <a:lnTo>
                  <a:pt x="185" y="611"/>
                </a:lnTo>
                <a:lnTo>
                  <a:pt x="212" y="643"/>
                </a:lnTo>
                <a:lnTo>
                  <a:pt x="245" y="676"/>
                </a:lnTo>
                <a:lnTo>
                  <a:pt x="263" y="692"/>
                </a:lnTo>
                <a:lnTo>
                  <a:pt x="282" y="710"/>
                </a:lnTo>
                <a:lnTo>
                  <a:pt x="302" y="727"/>
                </a:lnTo>
                <a:lnTo>
                  <a:pt x="324" y="744"/>
                </a:lnTo>
                <a:lnTo>
                  <a:pt x="346" y="761"/>
                </a:lnTo>
                <a:lnTo>
                  <a:pt x="371" y="777"/>
                </a:lnTo>
                <a:lnTo>
                  <a:pt x="396" y="793"/>
                </a:lnTo>
                <a:lnTo>
                  <a:pt x="422" y="808"/>
                </a:lnTo>
                <a:lnTo>
                  <a:pt x="450" y="823"/>
                </a:lnTo>
                <a:lnTo>
                  <a:pt x="478" y="836"/>
                </a:lnTo>
                <a:lnTo>
                  <a:pt x="508" y="848"/>
                </a:lnTo>
                <a:lnTo>
                  <a:pt x="540" y="860"/>
                </a:lnTo>
                <a:lnTo>
                  <a:pt x="572" y="869"/>
                </a:lnTo>
                <a:lnTo>
                  <a:pt x="605" y="878"/>
                </a:lnTo>
                <a:lnTo>
                  <a:pt x="640" y="885"/>
                </a:lnTo>
                <a:lnTo>
                  <a:pt x="675" y="889"/>
                </a:lnTo>
                <a:lnTo>
                  <a:pt x="712" y="893"/>
                </a:lnTo>
                <a:lnTo>
                  <a:pt x="750" y="894"/>
                </a:lnTo>
                <a:lnTo>
                  <a:pt x="750" y="894"/>
                </a:lnTo>
                <a:lnTo>
                  <a:pt x="787" y="893"/>
                </a:lnTo>
                <a:lnTo>
                  <a:pt x="825" y="889"/>
                </a:lnTo>
                <a:lnTo>
                  <a:pt x="860" y="885"/>
                </a:lnTo>
                <a:lnTo>
                  <a:pt x="895" y="878"/>
                </a:lnTo>
                <a:lnTo>
                  <a:pt x="928" y="869"/>
                </a:lnTo>
                <a:lnTo>
                  <a:pt x="961" y="860"/>
                </a:lnTo>
                <a:lnTo>
                  <a:pt x="991" y="848"/>
                </a:lnTo>
                <a:lnTo>
                  <a:pt x="1021" y="836"/>
                </a:lnTo>
                <a:lnTo>
                  <a:pt x="1050" y="823"/>
                </a:lnTo>
                <a:lnTo>
                  <a:pt x="1077" y="808"/>
                </a:lnTo>
                <a:lnTo>
                  <a:pt x="1103" y="793"/>
                </a:lnTo>
                <a:lnTo>
                  <a:pt x="1129" y="777"/>
                </a:lnTo>
                <a:lnTo>
                  <a:pt x="1153" y="761"/>
                </a:lnTo>
                <a:lnTo>
                  <a:pt x="1176" y="744"/>
                </a:lnTo>
                <a:lnTo>
                  <a:pt x="1198" y="727"/>
                </a:lnTo>
                <a:lnTo>
                  <a:pt x="1218" y="710"/>
                </a:lnTo>
                <a:lnTo>
                  <a:pt x="1238" y="692"/>
                </a:lnTo>
                <a:lnTo>
                  <a:pt x="1255" y="676"/>
                </a:lnTo>
                <a:lnTo>
                  <a:pt x="1287" y="643"/>
                </a:lnTo>
                <a:lnTo>
                  <a:pt x="1316" y="611"/>
                </a:lnTo>
                <a:lnTo>
                  <a:pt x="1338" y="584"/>
                </a:lnTo>
                <a:lnTo>
                  <a:pt x="1356" y="560"/>
                </a:lnTo>
                <a:lnTo>
                  <a:pt x="1368" y="541"/>
                </a:lnTo>
                <a:lnTo>
                  <a:pt x="1378" y="526"/>
                </a:lnTo>
                <a:lnTo>
                  <a:pt x="1378" y="526"/>
                </a:lnTo>
                <a:lnTo>
                  <a:pt x="1388" y="517"/>
                </a:lnTo>
                <a:lnTo>
                  <a:pt x="1397" y="508"/>
                </a:lnTo>
                <a:lnTo>
                  <a:pt x="1417" y="493"/>
                </a:lnTo>
                <a:lnTo>
                  <a:pt x="1439" y="479"/>
                </a:lnTo>
                <a:lnTo>
                  <a:pt x="1461" y="468"/>
                </a:lnTo>
                <a:lnTo>
                  <a:pt x="1480" y="459"/>
                </a:lnTo>
                <a:lnTo>
                  <a:pt x="1495" y="452"/>
                </a:lnTo>
                <a:lnTo>
                  <a:pt x="1509" y="447"/>
                </a:lnTo>
                <a:lnTo>
                  <a:pt x="1509" y="447"/>
                </a:lnTo>
                <a:lnTo>
                  <a:pt x="1495" y="441"/>
                </a:lnTo>
                <a:lnTo>
                  <a:pt x="1480" y="435"/>
                </a:lnTo>
                <a:lnTo>
                  <a:pt x="1461" y="426"/>
                </a:lnTo>
                <a:lnTo>
                  <a:pt x="1439" y="414"/>
                </a:lnTo>
                <a:lnTo>
                  <a:pt x="1417" y="401"/>
                </a:lnTo>
                <a:lnTo>
                  <a:pt x="1397" y="386"/>
                </a:lnTo>
                <a:lnTo>
                  <a:pt x="1388" y="376"/>
                </a:lnTo>
                <a:lnTo>
                  <a:pt x="1378" y="368"/>
                </a:lnTo>
                <a:lnTo>
                  <a:pt x="1378" y="368"/>
                </a:lnTo>
                <a:close/>
                <a:moveTo>
                  <a:pt x="753" y="648"/>
                </a:moveTo>
                <a:lnTo>
                  <a:pt x="753" y="648"/>
                </a:lnTo>
                <a:lnTo>
                  <a:pt x="733" y="648"/>
                </a:lnTo>
                <a:lnTo>
                  <a:pt x="713" y="644"/>
                </a:lnTo>
                <a:lnTo>
                  <a:pt x="694" y="639"/>
                </a:lnTo>
                <a:lnTo>
                  <a:pt x="675" y="632"/>
                </a:lnTo>
                <a:lnTo>
                  <a:pt x="658" y="624"/>
                </a:lnTo>
                <a:lnTo>
                  <a:pt x="641" y="613"/>
                </a:lnTo>
                <a:lnTo>
                  <a:pt x="626" y="603"/>
                </a:lnTo>
                <a:lnTo>
                  <a:pt x="612" y="590"/>
                </a:lnTo>
                <a:lnTo>
                  <a:pt x="599" y="576"/>
                </a:lnTo>
                <a:lnTo>
                  <a:pt x="587" y="559"/>
                </a:lnTo>
                <a:lnTo>
                  <a:pt x="578" y="543"/>
                </a:lnTo>
                <a:lnTo>
                  <a:pt x="568" y="525"/>
                </a:lnTo>
                <a:lnTo>
                  <a:pt x="562" y="507"/>
                </a:lnTo>
                <a:lnTo>
                  <a:pt x="556" y="488"/>
                </a:lnTo>
                <a:lnTo>
                  <a:pt x="554" y="468"/>
                </a:lnTo>
                <a:lnTo>
                  <a:pt x="553" y="447"/>
                </a:lnTo>
                <a:lnTo>
                  <a:pt x="553" y="447"/>
                </a:lnTo>
                <a:lnTo>
                  <a:pt x="554" y="427"/>
                </a:lnTo>
                <a:lnTo>
                  <a:pt x="556" y="407"/>
                </a:lnTo>
                <a:lnTo>
                  <a:pt x="562" y="388"/>
                </a:lnTo>
                <a:lnTo>
                  <a:pt x="568" y="369"/>
                </a:lnTo>
                <a:lnTo>
                  <a:pt x="578" y="352"/>
                </a:lnTo>
                <a:lnTo>
                  <a:pt x="587" y="335"/>
                </a:lnTo>
                <a:lnTo>
                  <a:pt x="599" y="320"/>
                </a:lnTo>
                <a:lnTo>
                  <a:pt x="612" y="306"/>
                </a:lnTo>
                <a:lnTo>
                  <a:pt x="626" y="293"/>
                </a:lnTo>
                <a:lnTo>
                  <a:pt x="641" y="281"/>
                </a:lnTo>
                <a:lnTo>
                  <a:pt x="658" y="271"/>
                </a:lnTo>
                <a:lnTo>
                  <a:pt x="675" y="262"/>
                </a:lnTo>
                <a:lnTo>
                  <a:pt x="694" y="256"/>
                </a:lnTo>
                <a:lnTo>
                  <a:pt x="713" y="250"/>
                </a:lnTo>
                <a:lnTo>
                  <a:pt x="733" y="248"/>
                </a:lnTo>
                <a:lnTo>
                  <a:pt x="753" y="247"/>
                </a:lnTo>
                <a:lnTo>
                  <a:pt x="753" y="247"/>
                </a:lnTo>
                <a:lnTo>
                  <a:pt x="774" y="248"/>
                </a:lnTo>
                <a:lnTo>
                  <a:pt x="794" y="250"/>
                </a:lnTo>
                <a:lnTo>
                  <a:pt x="813" y="256"/>
                </a:lnTo>
                <a:lnTo>
                  <a:pt x="832" y="262"/>
                </a:lnTo>
                <a:lnTo>
                  <a:pt x="849" y="271"/>
                </a:lnTo>
                <a:lnTo>
                  <a:pt x="865" y="281"/>
                </a:lnTo>
                <a:lnTo>
                  <a:pt x="882" y="293"/>
                </a:lnTo>
                <a:lnTo>
                  <a:pt x="896" y="306"/>
                </a:lnTo>
                <a:lnTo>
                  <a:pt x="909" y="320"/>
                </a:lnTo>
                <a:lnTo>
                  <a:pt x="919" y="335"/>
                </a:lnTo>
                <a:lnTo>
                  <a:pt x="930" y="352"/>
                </a:lnTo>
                <a:lnTo>
                  <a:pt x="938" y="369"/>
                </a:lnTo>
                <a:lnTo>
                  <a:pt x="945" y="388"/>
                </a:lnTo>
                <a:lnTo>
                  <a:pt x="950" y="407"/>
                </a:lnTo>
                <a:lnTo>
                  <a:pt x="954" y="427"/>
                </a:lnTo>
                <a:lnTo>
                  <a:pt x="954" y="447"/>
                </a:lnTo>
                <a:lnTo>
                  <a:pt x="954" y="447"/>
                </a:lnTo>
                <a:lnTo>
                  <a:pt x="954" y="468"/>
                </a:lnTo>
                <a:lnTo>
                  <a:pt x="950" y="488"/>
                </a:lnTo>
                <a:lnTo>
                  <a:pt x="945" y="507"/>
                </a:lnTo>
                <a:lnTo>
                  <a:pt x="938" y="525"/>
                </a:lnTo>
                <a:lnTo>
                  <a:pt x="930" y="543"/>
                </a:lnTo>
                <a:lnTo>
                  <a:pt x="919" y="559"/>
                </a:lnTo>
                <a:lnTo>
                  <a:pt x="909" y="576"/>
                </a:lnTo>
                <a:lnTo>
                  <a:pt x="896" y="590"/>
                </a:lnTo>
                <a:lnTo>
                  <a:pt x="882" y="603"/>
                </a:lnTo>
                <a:lnTo>
                  <a:pt x="865" y="613"/>
                </a:lnTo>
                <a:lnTo>
                  <a:pt x="849" y="624"/>
                </a:lnTo>
                <a:lnTo>
                  <a:pt x="832" y="632"/>
                </a:lnTo>
                <a:lnTo>
                  <a:pt x="813" y="639"/>
                </a:lnTo>
                <a:lnTo>
                  <a:pt x="794" y="644"/>
                </a:lnTo>
                <a:lnTo>
                  <a:pt x="774" y="648"/>
                </a:lnTo>
                <a:lnTo>
                  <a:pt x="753" y="648"/>
                </a:lnTo>
                <a:lnTo>
                  <a:pt x="753" y="648"/>
                </a:lnTo>
                <a:close/>
                <a:moveTo>
                  <a:pt x="754" y="347"/>
                </a:moveTo>
                <a:lnTo>
                  <a:pt x="754" y="347"/>
                </a:lnTo>
                <a:lnTo>
                  <a:pt x="745" y="348"/>
                </a:lnTo>
                <a:lnTo>
                  <a:pt x="734" y="349"/>
                </a:lnTo>
                <a:lnTo>
                  <a:pt x="725" y="352"/>
                </a:lnTo>
                <a:lnTo>
                  <a:pt x="715" y="355"/>
                </a:lnTo>
                <a:lnTo>
                  <a:pt x="707" y="359"/>
                </a:lnTo>
                <a:lnTo>
                  <a:pt x="699" y="365"/>
                </a:lnTo>
                <a:lnTo>
                  <a:pt x="691" y="370"/>
                </a:lnTo>
                <a:lnTo>
                  <a:pt x="684" y="376"/>
                </a:lnTo>
                <a:lnTo>
                  <a:pt x="678" y="383"/>
                </a:lnTo>
                <a:lnTo>
                  <a:pt x="672" y="392"/>
                </a:lnTo>
                <a:lnTo>
                  <a:pt x="667" y="399"/>
                </a:lnTo>
                <a:lnTo>
                  <a:pt x="662" y="408"/>
                </a:lnTo>
                <a:lnTo>
                  <a:pt x="659" y="418"/>
                </a:lnTo>
                <a:lnTo>
                  <a:pt x="657" y="427"/>
                </a:lnTo>
                <a:lnTo>
                  <a:pt x="655" y="436"/>
                </a:lnTo>
                <a:lnTo>
                  <a:pt x="655" y="447"/>
                </a:lnTo>
                <a:lnTo>
                  <a:pt x="655" y="447"/>
                </a:lnTo>
                <a:lnTo>
                  <a:pt x="655" y="458"/>
                </a:lnTo>
                <a:lnTo>
                  <a:pt x="657" y="467"/>
                </a:lnTo>
                <a:lnTo>
                  <a:pt x="659" y="477"/>
                </a:lnTo>
                <a:lnTo>
                  <a:pt x="662" y="486"/>
                </a:lnTo>
                <a:lnTo>
                  <a:pt x="667" y="494"/>
                </a:lnTo>
                <a:lnTo>
                  <a:pt x="672" y="503"/>
                </a:lnTo>
                <a:lnTo>
                  <a:pt x="678" y="511"/>
                </a:lnTo>
                <a:lnTo>
                  <a:pt x="684" y="518"/>
                </a:lnTo>
                <a:lnTo>
                  <a:pt x="691" y="524"/>
                </a:lnTo>
                <a:lnTo>
                  <a:pt x="699" y="530"/>
                </a:lnTo>
                <a:lnTo>
                  <a:pt x="707" y="534"/>
                </a:lnTo>
                <a:lnTo>
                  <a:pt x="715" y="539"/>
                </a:lnTo>
                <a:lnTo>
                  <a:pt x="725" y="543"/>
                </a:lnTo>
                <a:lnTo>
                  <a:pt x="734" y="545"/>
                </a:lnTo>
                <a:lnTo>
                  <a:pt x="745" y="546"/>
                </a:lnTo>
                <a:lnTo>
                  <a:pt x="754" y="547"/>
                </a:lnTo>
                <a:lnTo>
                  <a:pt x="754" y="547"/>
                </a:lnTo>
                <a:lnTo>
                  <a:pt x="765" y="546"/>
                </a:lnTo>
                <a:lnTo>
                  <a:pt x="774" y="545"/>
                </a:lnTo>
                <a:lnTo>
                  <a:pt x="784" y="543"/>
                </a:lnTo>
                <a:lnTo>
                  <a:pt x="793" y="539"/>
                </a:lnTo>
                <a:lnTo>
                  <a:pt x="803" y="534"/>
                </a:lnTo>
                <a:lnTo>
                  <a:pt x="811" y="530"/>
                </a:lnTo>
                <a:lnTo>
                  <a:pt x="818" y="524"/>
                </a:lnTo>
                <a:lnTo>
                  <a:pt x="825" y="518"/>
                </a:lnTo>
                <a:lnTo>
                  <a:pt x="832" y="511"/>
                </a:lnTo>
                <a:lnTo>
                  <a:pt x="838" y="503"/>
                </a:lnTo>
                <a:lnTo>
                  <a:pt x="843" y="494"/>
                </a:lnTo>
                <a:lnTo>
                  <a:pt x="846" y="486"/>
                </a:lnTo>
                <a:lnTo>
                  <a:pt x="850" y="477"/>
                </a:lnTo>
                <a:lnTo>
                  <a:pt x="852" y="467"/>
                </a:lnTo>
                <a:lnTo>
                  <a:pt x="855" y="458"/>
                </a:lnTo>
                <a:lnTo>
                  <a:pt x="855" y="447"/>
                </a:lnTo>
                <a:lnTo>
                  <a:pt x="855" y="447"/>
                </a:lnTo>
                <a:lnTo>
                  <a:pt x="855" y="436"/>
                </a:lnTo>
                <a:lnTo>
                  <a:pt x="852" y="427"/>
                </a:lnTo>
                <a:lnTo>
                  <a:pt x="850" y="418"/>
                </a:lnTo>
                <a:lnTo>
                  <a:pt x="846" y="408"/>
                </a:lnTo>
                <a:lnTo>
                  <a:pt x="843" y="399"/>
                </a:lnTo>
                <a:lnTo>
                  <a:pt x="838" y="392"/>
                </a:lnTo>
                <a:lnTo>
                  <a:pt x="832" y="383"/>
                </a:lnTo>
                <a:lnTo>
                  <a:pt x="825" y="376"/>
                </a:lnTo>
                <a:lnTo>
                  <a:pt x="818" y="370"/>
                </a:lnTo>
                <a:lnTo>
                  <a:pt x="811" y="365"/>
                </a:lnTo>
                <a:lnTo>
                  <a:pt x="803" y="359"/>
                </a:lnTo>
                <a:lnTo>
                  <a:pt x="793" y="355"/>
                </a:lnTo>
                <a:lnTo>
                  <a:pt x="784" y="352"/>
                </a:lnTo>
                <a:lnTo>
                  <a:pt x="774" y="349"/>
                </a:lnTo>
                <a:lnTo>
                  <a:pt x="765" y="348"/>
                </a:lnTo>
                <a:lnTo>
                  <a:pt x="754" y="347"/>
                </a:lnTo>
                <a:lnTo>
                  <a:pt x="754" y="3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15"/>
          <p:cNvSpPr>
            <a:spLocks noChangeAspect="1"/>
          </p:cNvSpPr>
          <p:nvPr/>
        </p:nvSpPr>
        <p:spPr bwMode="auto">
          <a:xfrm>
            <a:off x="6321152" y="2888940"/>
            <a:ext cx="541073" cy="1080000"/>
          </a:xfrm>
          <a:custGeom>
            <a:avLst/>
            <a:gdLst>
              <a:gd name="T0" fmla="*/ 553 w 755"/>
              <a:gd name="T1" fmla="*/ 0 h 1509"/>
              <a:gd name="T2" fmla="*/ 574 w 755"/>
              <a:gd name="T3" fmla="*/ 1 h 1509"/>
              <a:gd name="T4" fmla="*/ 613 w 755"/>
              <a:gd name="T5" fmla="*/ 9 h 1509"/>
              <a:gd name="T6" fmla="*/ 650 w 755"/>
              <a:gd name="T7" fmla="*/ 24 h 1509"/>
              <a:gd name="T8" fmla="*/ 682 w 755"/>
              <a:gd name="T9" fmla="*/ 46 h 1509"/>
              <a:gd name="T10" fmla="*/ 709 w 755"/>
              <a:gd name="T11" fmla="*/ 73 h 1509"/>
              <a:gd name="T12" fmla="*/ 730 w 755"/>
              <a:gd name="T13" fmla="*/ 105 h 1509"/>
              <a:gd name="T14" fmla="*/ 745 w 755"/>
              <a:gd name="T15" fmla="*/ 141 h 1509"/>
              <a:gd name="T16" fmla="*/ 754 w 755"/>
              <a:gd name="T17" fmla="*/ 180 h 1509"/>
              <a:gd name="T18" fmla="*/ 755 w 755"/>
              <a:gd name="T19" fmla="*/ 855 h 1509"/>
              <a:gd name="T20" fmla="*/ 754 w 755"/>
              <a:gd name="T21" fmla="*/ 875 h 1509"/>
              <a:gd name="T22" fmla="*/ 745 w 755"/>
              <a:gd name="T23" fmla="*/ 915 h 1509"/>
              <a:gd name="T24" fmla="*/ 730 w 755"/>
              <a:gd name="T25" fmla="*/ 950 h 1509"/>
              <a:gd name="T26" fmla="*/ 709 w 755"/>
              <a:gd name="T27" fmla="*/ 982 h 1509"/>
              <a:gd name="T28" fmla="*/ 682 w 755"/>
              <a:gd name="T29" fmla="*/ 1009 h 1509"/>
              <a:gd name="T30" fmla="*/ 650 w 755"/>
              <a:gd name="T31" fmla="*/ 1031 h 1509"/>
              <a:gd name="T32" fmla="*/ 613 w 755"/>
              <a:gd name="T33" fmla="*/ 1047 h 1509"/>
              <a:gd name="T34" fmla="*/ 574 w 755"/>
              <a:gd name="T35" fmla="*/ 1054 h 1509"/>
              <a:gd name="T36" fmla="*/ 453 w 755"/>
              <a:gd name="T37" fmla="*/ 1055 h 1509"/>
              <a:gd name="T38" fmla="*/ 453 w 755"/>
              <a:gd name="T39" fmla="*/ 1451 h 1509"/>
              <a:gd name="T40" fmla="*/ 450 w 755"/>
              <a:gd name="T41" fmla="*/ 1468 h 1509"/>
              <a:gd name="T42" fmla="*/ 441 w 755"/>
              <a:gd name="T43" fmla="*/ 1481 h 1509"/>
              <a:gd name="T44" fmla="*/ 429 w 755"/>
              <a:gd name="T45" fmla="*/ 1491 h 1509"/>
              <a:gd name="T46" fmla="*/ 416 w 755"/>
              <a:gd name="T47" fmla="*/ 1498 h 1509"/>
              <a:gd name="T48" fmla="*/ 390 w 755"/>
              <a:gd name="T49" fmla="*/ 1507 h 1509"/>
              <a:gd name="T50" fmla="*/ 380 w 755"/>
              <a:gd name="T51" fmla="*/ 1509 h 1509"/>
              <a:gd name="T52" fmla="*/ 361 w 755"/>
              <a:gd name="T53" fmla="*/ 1507 h 1509"/>
              <a:gd name="T54" fmla="*/ 344 w 755"/>
              <a:gd name="T55" fmla="*/ 1501 h 1509"/>
              <a:gd name="T56" fmla="*/ 331 w 755"/>
              <a:gd name="T57" fmla="*/ 1491 h 1509"/>
              <a:gd name="T58" fmla="*/ 313 w 755"/>
              <a:gd name="T59" fmla="*/ 1471 h 1509"/>
              <a:gd name="T60" fmla="*/ 302 w 755"/>
              <a:gd name="T61" fmla="*/ 1455 h 1509"/>
              <a:gd name="T62" fmla="*/ 202 w 755"/>
              <a:gd name="T63" fmla="*/ 1055 h 1509"/>
              <a:gd name="T64" fmla="*/ 182 w 755"/>
              <a:gd name="T65" fmla="*/ 1054 h 1509"/>
              <a:gd name="T66" fmla="*/ 142 w 755"/>
              <a:gd name="T67" fmla="*/ 1047 h 1509"/>
              <a:gd name="T68" fmla="*/ 106 w 755"/>
              <a:gd name="T69" fmla="*/ 1031 h 1509"/>
              <a:gd name="T70" fmla="*/ 74 w 755"/>
              <a:gd name="T71" fmla="*/ 1009 h 1509"/>
              <a:gd name="T72" fmla="*/ 46 w 755"/>
              <a:gd name="T73" fmla="*/ 982 h 1509"/>
              <a:gd name="T74" fmla="*/ 25 w 755"/>
              <a:gd name="T75" fmla="*/ 950 h 1509"/>
              <a:gd name="T76" fmla="*/ 10 w 755"/>
              <a:gd name="T77" fmla="*/ 915 h 1509"/>
              <a:gd name="T78" fmla="*/ 1 w 755"/>
              <a:gd name="T79" fmla="*/ 875 h 1509"/>
              <a:gd name="T80" fmla="*/ 0 w 755"/>
              <a:gd name="T81" fmla="*/ 201 h 1509"/>
              <a:gd name="T82" fmla="*/ 1 w 755"/>
              <a:gd name="T83" fmla="*/ 180 h 1509"/>
              <a:gd name="T84" fmla="*/ 10 w 755"/>
              <a:gd name="T85" fmla="*/ 141 h 1509"/>
              <a:gd name="T86" fmla="*/ 25 w 755"/>
              <a:gd name="T87" fmla="*/ 105 h 1509"/>
              <a:gd name="T88" fmla="*/ 46 w 755"/>
              <a:gd name="T89" fmla="*/ 73 h 1509"/>
              <a:gd name="T90" fmla="*/ 74 w 755"/>
              <a:gd name="T91" fmla="*/ 46 h 1509"/>
              <a:gd name="T92" fmla="*/ 106 w 755"/>
              <a:gd name="T93" fmla="*/ 24 h 1509"/>
              <a:gd name="T94" fmla="*/ 142 w 755"/>
              <a:gd name="T95" fmla="*/ 9 h 1509"/>
              <a:gd name="T96" fmla="*/ 182 w 755"/>
              <a:gd name="T97" fmla="*/ 1 h 1509"/>
              <a:gd name="T98" fmla="*/ 202 w 755"/>
              <a:gd name="T99" fmla="*/ 0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55" h="1509">
                <a:moveTo>
                  <a:pt x="202" y="0"/>
                </a:moveTo>
                <a:lnTo>
                  <a:pt x="553" y="0"/>
                </a:lnTo>
                <a:lnTo>
                  <a:pt x="553" y="0"/>
                </a:lnTo>
                <a:lnTo>
                  <a:pt x="574" y="1"/>
                </a:lnTo>
                <a:lnTo>
                  <a:pt x="594" y="3"/>
                </a:lnTo>
                <a:lnTo>
                  <a:pt x="613" y="9"/>
                </a:lnTo>
                <a:lnTo>
                  <a:pt x="632" y="15"/>
                </a:lnTo>
                <a:lnTo>
                  <a:pt x="650" y="24"/>
                </a:lnTo>
                <a:lnTo>
                  <a:pt x="666" y="34"/>
                </a:lnTo>
                <a:lnTo>
                  <a:pt x="682" y="46"/>
                </a:lnTo>
                <a:lnTo>
                  <a:pt x="696" y="59"/>
                </a:lnTo>
                <a:lnTo>
                  <a:pt x="709" y="73"/>
                </a:lnTo>
                <a:lnTo>
                  <a:pt x="721" y="88"/>
                </a:lnTo>
                <a:lnTo>
                  <a:pt x="730" y="105"/>
                </a:lnTo>
                <a:lnTo>
                  <a:pt x="739" y="122"/>
                </a:lnTo>
                <a:lnTo>
                  <a:pt x="745" y="141"/>
                </a:lnTo>
                <a:lnTo>
                  <a:pt x="751" y="160"/>
                </a:lnTo>
                <a:lnTo>
                  <a:pt x="754" y="180"/>
                </a:lnTo>
                <a:lnTo>
                  <a:pt x="755" y="201"/>
                </a:lnTo>
                <a:lnTo>
                  <a:pt x="755" y="855"/>
                </a:lnTo>
                <a:lnTo>
                  <a:pt x="755" y="855"/>
                </a:lnTo>
                <a:lnTo>
                  <a:pt x="754" y="875"/>
                </a:lnTo>
                <a:lnTo>
                  <a:pt x="751" y="895"/>
                </a:lnTo>
                <a:lnTo>
                  <a:pt x="745" y="915"/>
                </a:lnTo>
                <a:lnTo>
                  <a:pt x="739" y="932"/>
                </a:lnTo>
                <a:lnTo>
                  <a:pt x="730" y="950"/>
                </a:lnTo>
                <a:lnTo>
                  <a:pt x="721" y="967"/>
                </a:lnTo>
                <a:lnTo>
                  <a:pt x="709" y="982"/>
                </a:lnTo>
                <a:lnTo>
                  <a:pt x="696" y="996"/>
                </a:lnTo>
                <a:lnTo>
                  <a:pt x="682" y="1009"/>
                </a:lnTo>
                <a:lnTo>
                  <a:pt x="666" y="1021"/>
                </a:lnTo>
                <a:lnTo>
                  <a:pt x="650" y="1031"/>
                </a:lnTo>
                <a:lnTo>
                  <a:pt x="632" y="1040"/>
                </a:lnTo>
                <a:lnTo>
                  <a:pt x="613" y="1047"/>
                </a:lnTo>
                <a:lnTo>
                  <a:pt x="594" y="1052"/>
                </a:lnTo>
                <a:lnTo>
                  <a:pt x="574" y="1054"/>
                </a:lnTo>
                <a:lnTo>
                  <a:pt x="553" y="1055"/>
                </a:lnTo>
                <a:lnTo>
                  <a:pt x="453" y="1055"/>
                </a:lnTo>
                <a:lnTo>
                  <a:pt x="453" y="1451"/>
                </a:lnTo>
                <a:lnTo>
                  <a:pt x="453" y="1451"/>
                </a:lnTo>
                <a:lnTo>
                  <a:pt x="453" y="1460"/>
                </a:lnTo>
                <a:lnTo>
                  <a:pt x="450" y="1468"/>
                </a:lnTo>
                <a:lnTo>
                  <a:pt x="446" y="1475"/>
                </a:lnTo>
                <a:lnTo>
                  <a:pt x="441" y="1481"/>
                </a:lnTo>
                <a:lnTo>
                  <a:pt x="436" y="1487"/>
                </a:lnTo>
                <a:lnTo>
                  <a:pt x="429" y="1491"/>
                </a:lnTo>
                <a:lnTo>
                  <a:pt x="423" y="1495"/>
                </a:lnTo>
                <a:lnTo>
                  <a:pt x="416" y="1498"/>
                </a:lnTo>
                <a:lnTo>
                  <a:pt x="402" y="1504"/>
                </a:lnTo>
                <a:lnTo>
                  <a:pt x="390" y="1507"/>
                </a:lnTo>
                <a:lnTo>
                  <a:pt x="380" y="1509"/>
                </a:lnTo>
                <a:lnTo>
                  <a:pt x="380" y="1509"/>
                </a:lnTo>
                <a:lnTo>
                  <a:pt x="369" y="1508"/>
                </a:lnTo>
                <a:lnTo>
                  <a:pt x="361" y="1507"/>
                </a:lnTo>
                <a:lnTo>
                  <a:pt x="353" y="1504"/>
                </a:lnTo>
                <a:lnTo>
                  <a:pt x="344" y="1501"/>
                </a:lnTo>
                <a:lnTo>
                  <a:pt x="337" y="1496"/>
                </a:lnTo>
                <a:lnTo>
                  <a:pt x="331" y="1491"/>
                </a:lnTo>
                <a:lnTo>
                  <a:pt x="321" y="1482"/>
                </a:lnTo>
                <a:lnTo>
                  <a:pt x="313" y="1471"/>
                </a:lnTo>
                <a:lnTo>
                  <a:pt x="307" y="1463"/>
                </a:lnTo>
                <a:lnTo>
                  <a:pt x="302" y="1455"/>
                </a:lnTo>
                <a:lnTo>
                  <a:pt x="302" y="1055"/>
                </a:lnTo>
                <a:lnTo>
                  <a:pt x="202" y="1055"/>
                </a:lnTo>
                <a:lnTo>
                  <a:pt x="202" y="1055"/>
                </a:lnTo>
                <a:lnTo>
                  <a:pt x="182" y="1054"/>
                </a:lnTo>
                <a:lnTo>
                  <a:pt x="162" y="1052"/>
                </a:lnTo>
                <a:lnTo>
                  <a:pt x="142" y="1047"/>
                </a:lnTo>
                <a:lnTo>
                  <a:pt x="124" y="1040"/>
                </a:lnTo>
                <a:lnTo>
                  <a:pt x="106" y="1031"/>
                </a:lnTo>
                <a:lnTo>
                  <a:pt x="90" y="1021"/>
                </a:lnTo>
                <a:lnTo>
                  <a:pt x="74" y="1009"/>
                </a:lnTo>
                <a:lnTo>
                  <a:pt x="59" y="996"/>
                </a:lnTo>
                <a:lnTo>
                  <a:pt x="46" y="982"/>
                </a:lnTo>
                <a:lnTo>
                  <a:pt x="35" y="967"/>
                </a:lnTo>
                <a:lnTo>
                  <a:pt x="25" y="950"/>
                </a:lnTo>
                <a:lnTo>
                  <a:pt x="17" y="932"/>
                </a:lnTo>
                <a:lnTo>
                  <a:pt x="10" y="915"/>
                </a:lnTo>
                <a:lnTo>
                  <a:pt x="5" y="895"/>
                </a:lnTo>
                <a:lnTo>
                  <a:pt x="1" y="875"/>
                </a:lnTo>
                <a:lnTo>
                  <a:pt x="0" y="855"/>
                </a:lnTo>
                <a:lnTo>
                  <a:pt x="0" y="201"/>
                </a:lnTo>
                <a:lnTo>
                  <a:pt x="0" y="201"/>
                </a:lnTo>
                <a:lnTo>
                  <a:pt x="1" y="180"/>
                </a:lnTo>
                <a:lnTo>
                  <a:pt x="5" y="160"/>
                </a:lnTo>
                <a:lnTo>
                  <a:pt x="10" y="141"/>
                </a:lnTo>
                <a:lnTo>
                  <a:pt x="17" y="122"/>
                </a:lnTo>
                <a:lnTo>
                  <a:pt x="25" y="105"/>
                </a:lnTo>
                <a:lnTo>
                  <a:pt x="35" y="88"/>
                </a:lnTo>
                <a:lnTo>
                  <a:pt x="46" y="73"/>
                </a:lnTo>
                <a:lnTo>
                  <a:pt x="59" y="59"/>
                </a:lnTo>
                <a:lnTo>
                  <a:pt x="74" y="46"/>
                </a:lnTo>
                <a:lnTo>
                  <a:pt x="90" y="34"/>
                </a:lnTo>
                <a:lnTo>
                  <a:pt x="106" y="24"/>
                </a:lnTo>
                <a:lnTo>
                  <a:pt x="124" y="15"/>
                </a:lnTo>
                <a:lnTo>
                  <a:pt x="142" y="9"/>
                </a:lnTo>
                <a:lnTo>
                  <a:pt x="162" y="3"/>
                </a:lnTo>
                <a:lnTo>
                  <a:pt x="182" y="1"/>
                </a:lnTo>
                <a:lnTo>
                  <a:pt x="202" y="0"/>
                </a:lnTo>
                <a:lnTo>
                  <a:pt x="20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7" name="Freeform 16"/>
          <p:cNvSpPr>
            <a:spLocks noChangeAspect="1" noEditPoints="1"/>
          </p:cNvSpPr>
          <p:nvPr/>
        </p:nvSpPr>
        <p:spPr bwMode="auto">
          <a:xfrm>
            <a:off x="7912566" y="2888940"/>
            <a:ext cx="712842" cy="1080000"/>
          </a:xfrm>
          <a:custGeom>
            <a:avLst/>
            <a:gdLst>
              <a:gd name="T0" fmla="*/ 995 w 995"/>
              <a:gd name="T1" fmla="*/ 467 h 1509"/>
              <a:gd name="T2" fmla="*/ 991 w 995"/>
              <a:gd name="T3" fmla="*/ 425 h 1509"/>
              <a:gd name="T4" fmla="*/ 976 w 995"/>
              <a:gd name="T5" fmla="*/ 366 h 1509"/>
              <a:gd name="T6" fmla="*/ 950 w 995"/>
              <a:gd name="T7" fmla="*/ 313 h 1509"/>
              <a:gd name="T8" fmla="*/ 912 w 995"/>
              <a:gd name="T9" fmla="*/ 267 h 1509"/>
              <a:gd name="T10" fmla="*/ 866 w 995"/>
              <a:gd name="T11" fmla="*/ 233 h 1509"/>
              <a:gd name="T12" fmla="*/ 831 w 995"/>
              <a:gd name="T13" fmla="*/ 217 h 1509"/>
              <a:gd name="T14" fmla="*/ 826 w 995"/>
              <a:gd name="T15" fmla="*/ 266 h 1509"/>
              <a:gd name="T16" fmla="*/ 817 w 995"/>
              <a:gd name="T17" fmla="*/ 307 h 1509"/>
              <a:gd name="T18" fmla="*/ 784 w 995"/>
              <a:gd name="T19" fmla="*/ 372 h 1509"/>
              <a:gd name="T20" fmla="*/ 740 w 995"/>
              <a:gd name="T21" fmla="*/ 416 h 1509"/>
              <a:gd name="T22" fmla="*/ 693 w 995"/>
              <a:gd name="T23" fmla="*/ 444 h 1509"/>
              <a:gd name="T24" fmla="*/ 636 w 995"/>
              <a:gd name="T25" fmla="*/ 465 h 1509"/>
              <a:gd name="T26" fmla="*/ 483 w 995"/>
              <a:gd name="T27" fmla="*/ 464 h 1509"/>
              <a:gd name="T28" fmla="*/ 495 w 995"/>
              <a:gd name="T29" fmla="*/ 411 h 1509"/>
              <a:gd name="T30" fmla="*/ 495 w 995"/>
              <a:gd name="T31" fmla="*/ 379 h 1509"/>
              <a:gd name="T32" fmla="*/ 483 w 995"/>
              <a:gd name="T33" fmla="*/ 322 h 1509"/>
              <a:gd name="T34" fmla="*/ 450 w 995"/>
              <a:gd name="T35" fmla="*/ 261 h 1509"/>
              <a:gd name="T36" fmla="*/ 399 w 995"/>
              <a:gd name="T37" fmla="*/ 213 h 1509"/>
              <a:gd name="T38" fmla="*/ 336 w 995"/>
              <a:gd name="T39" fmla="*/ 180 h 1509"/>
              <a:gd name="T40" fmla="*/ 265 w 995"/>
              <a:gd name="T41" fmla="*/ 164 h 1509"/>
              <a:gd name="T42" fmla="*/ 215 w 995"/>
              <a:gd name="T43" fmla="*/ 164 h 1509"/>
              <a:gd name="T44" fmla="*/ 146 w 995"/>
              <a:gd name="T45" fmla="*/ 180 h 1509"/>
              <a:gd name="T46" fmla="*/ 87 w 995"/>
              <a:gd name="T47" fmla="*/ 213 h 1509"/>
              <a:gd name="T48" fmla="*/ 41 w 995"/>
              <a:gd name="T49" fmla="*/ 261 h 1509"/>
              <a:gd name="T50" fmla="*/ 10 w 995"/>
              <a:gd name="T51" fmla="*/ 322 h 1509"/>
              <a:gd name="T52" fmla="*/ 0 w 995"/>
              <a:gd name="T53" fmla="*/ 392 h 1509"/>
              <a:gd name="T54" fmla="*/ 3 w 995"/>
              <a:gd name="T55" fmla="*/ 429 h 1509"/>
              <a:gd name="T56" fmla="*/ 11 w 995"/>
              <a:gd name="T57" fmla="*/ 465 h 1509"/>
              <a:gd name="T58" fmla="*/ 534 w 995"/>
              <a:gd name="T59" fmla="*/ 437 h 1509"/>
              <a:gd name="T60" fmla="*/ 581 w 995"/>
              <a:gd name="T61" fmla="*/ 432 h 1509"/>
              <a:gd name="T62" fmla="*/ 647 w 995"/>
              <a:gd name="T63" fmla="*/ 410 h 1509"/>
              <a:gd name="T64" fmla="*/ 701 w 995"/>
              <a:gd name="T65" fmla="*/ 370 h 1509"/>
              <a:gd name="T66" fmla="*/ 742 w 995"/>
              <a:gd name="T67" fmla="*/ 317 h 1509"/>
              <a:gd name="T68" fmla="*/ 767 w 995"/>
              <a:gd name="T69" fmla="*/ 253 h 1509"/>
              <a:gd name="T70" fmla="*/ 772 w 995"/>
              <a:gd name="T71" fmla="*/ 206 h 1509"/>
              <a:gd name="T72" fmla="*/ 761 w 995"/>
              <a:gd name="T73" fmla="*/ 139 h 1509"/>
              <a:gd name="T74" fmla="*/ 732 w 995"/>
              <a:gd name="T75" fmla="*/ 85 h 1509"/>
              <a:gd name="T76" fmla="*/ 687 w 995"/>
              <a:gd name="T77" fmla="*/ 42 h 1509"/>
              <a:gd name="T78" fmla="*/ 630 w 995"/>
              <a:gd name="T79" fmla="*/ 14 h 1509"/>
              <a:gd name="T80" fmla="*/ 563 w 995"/>
              <a:gd name="T81" fmla="*/ 1 h 1509"/>
              <a:gd name="T82" fmla="*/ 521 w 995"/>
              <a:gd name="T83" fmla="*/ 0 h 1509"/>
              <a:gd name="T84" fmla="*/ 469 w 995"/>
              <a:gd name="T85" fmla="*/ 7 h 1509"/>
              <a:gd name="T86" fmla="*/ 422 w 995"/>
              <a:gd name="T87" fmla="*/ 21 h 1509"/>
              <a:gd name="T88" fmla="*/ 382 w 995"/>
              <a:gd name="T89" fmla="*/ 43 h 1509"/>
              <a:gd name="T90" fmla="*/ 347 w 995"/>
              <a:gd name="T91" fmla="*/ 76 h 1509"/>
              <a:gd name="T92" fmla="*/ 324 w 995"/>
              <a:gd name="T93" fmla="*/ 119 h 1509"/>
              <a:gd name="T94" fmla="*/ 360 w 995"/>
              <a:gd name="T95" fmla="*/ 126 h 1509"/>
              <a:gd name="T96" fmla="*/ 409 w 995"/>
              <a:gd name="T97" fmla="*/ 141 h 1509"/>
              <a:gd name="T98" fmla="*/ 449 w 995"/>
              <a:gd name="T99" fmla="*/ 162 h 1509"/>
              <a:gd name="T100" fmla="*/ 481 w 995"/>
              <a:gd name="T101" fmla="*/ 191 h 1509"/>
              <a:gd name="T102" fmla="*/ 505 w 995"/>
              <a:gd name="T103" fmla="*/ 222 h 1509"/>
              <a:gd name="T104" fmla="*/ 523 w 995"/>
              <a:gd name="T105" fmla="*/ 258 h 1509"/>
              <a:gd name="T106" fmla="*/ 541 w 995"/>
              <a:gd name="T107" fmla="*/ 319 h 1509"/>
              <a:gd name="T108" fmla="*/ 542 w 995"/>
              <a:gd name="T109" fmla="*/ 392 h 1509"/>
              <a:gd name="T110" fmla="*/ 534 w 995"/>
              <a:gd name="T111" fmla="*/ 437 h 1509"/>
              <a:gd name="T112" fmla="*/ 4 w 995"/>
              <a:gd name="T113" fmla="*/ 522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95" h="1509">
                <a:moveTo>
                  <a:pt x="636" y="465"/>
                </a:moveTo>
                <a:lnTo>
                  <a:pt x="636" y="465"/>
                </a:lnTo>
                <a:lnTo>
                  <a:pt x="995" y="467"/>
                </a:lnTo>
                <a:lnTo>
                  <a:pt x="995" y="467"/>
                </a:lnTo>
                <a:lnTo>
                  <a:pt x="994" y="445"/>
                </a:lnTo>
                <a:lnTo>
                  <a:pt x="991" y="425"/>
                </a:lnTo>
                <a:lnTo>
                  <a:pt x="988" y="405"/>
                </a:lnTo>
                <a:lnTo>
                  <a:pt x="983" y="385"/>
                </a:lnTo>
                <a:lnTo>
                  <a:pt x="976" y="366"/>
                </a:lnTo>
                <a:lnTo>
                  <a:pt x="969" y="347"/>
                </a:lnTo>
                <a:lnTo>
                  <a:pt x="959" y="330"/>
                </a:lnTo>
                <a:lnTo>
                  <a:pt x="950" y="313"/>
                </a:lnTo>
                <a:lnTo>
                  <a:pt x="938" y="297"/>
                </a:lnTo>
                <a:lnTo>
                  <a:pt x="925" y="281"/>
                </a:lnTo>
                <a:lnTo>
                  <a:pt x="912" y="267"/>
                </a:lnTo>
                <a:lnTo>
                  <a:pt x="898" y="254"/>
                </a:lnTo>
                <a:lnTo>
                  <a:pt x="883" y="243"/>
                </a:lnTo>
                <a:lnTo>
                  <a:pt x="866" y="233"/>
                </a:lnTo>
                <a:lnTo>
                  <a:pt x="849" y="224"/>
                </a:lnTo>
                <a:lnTo>
                  <a:pt x="831" y="217"/>
                </a:lnTo>
                <a:lnTo>
                  <a:pt x="831" y="217"/>
                </a:lnTo>
                <a:lnTo>
                  <a:pt x="830" y="234"/>
                </a:lnTo>
                <a:lnTo>
                  <a:pt x="828" y="251"/>
                </a:lnTo>
                <a:lnTo>
                  <a:pt x="826" y="266"/>
                </a:lnTo>
                <a:lnTo>
                  <a:pt x="824" y="280"/>
                </a:lnTo>
                <a:lnTo>
                  <a:pt x="820" y="294"/>
                </a:lnTo>
                <a:lnTo>
                  <a:pt x="817" y="307"/>
                </a:lnTo>
                <a:lnTo>
                  <a:pt x="807" y="332"/>
                </a:lnTo>
                <a:lnTo>
                  <a:pt x="795" y="353"/>
                </a:lnTo>
                <a:lnTo>
                  <a:pt x="784" y="372"/>
                </a:lnTo>
                <a:lnTo>
                  <a:pt x="770" y="389"/>
                </a:lnTo>
                <a:lnTo>
                  <a:pt x="755" y="404"/>
                </a:lnTo>
                <a:lnTo>
                  <a:pt x="740" y="416"/>
                </a:lnTo>
                <a:lnTo>
                  <a:pt x="725" y="428"/>
                </a:lnTo>
                <a:lnTo>
                  <a:pt x="709" y="436"/>
                </a:lnTo>
                <a:lnTo>
                  <a:pt x="693" y="444"/>
                </a:lnTo>
                <a:lnTo>
                  <a:pt x="678" y="451"/>
                </a:lnTo>
                <a:lnTo>
                  <a:pt x="663" y="456"/>
                </a:lnTo>
                <a:lnTo>
                  <a:pt x="636" y="465"/>
                </a:lnTo>
                <a:lnTo>
                  <a:pt x="636" y="465"/>
                </a:lnTo>
                <a:close/>
                <a:moveTo>
                  <a:pt x="483" y="464"/>
                </a:moveTo>
                <a:lnTo>
                  <a:pt x="483" y="464"/>
                </a:lnTo>
                <a:lnTo>
                  <a:pt x="488" y="447"/>
                </a:lnTo>
                <a:lnTo>
                  <a:pt x="492" y="429"/>
                </a:lnTo>
                <a:lnTo>
                  <a:pt x="495" y="411"/>
                </a:lnTo>
                <a:lnTo>
                  <a:pt x="496" y="392"/>
                </a:lnTo>
                <a:lnTo>
                  <a:pt x="496" y="392"/>
                </a:lnTo>
                <a:lnTo>
                  <a:pt x="495" y="379"/>
                </a:lnTo>
                <a:lnTo>
                  <a:pt x="494" y="368"/>
                </a:lnTo>
                <a:lnTo>
                  <a:pt x="490" y="344"/>
                </a:lnTo>
                <a:lnTo>
                  <a:pt x="483" y="322"/>
                </a:lnTo>
                <a:lnTo>
                  <a:pt x="474" y="300"/>
                </a:lnTo>
                <a:lnTo>
                  <a:pt x="463" y="280"/>
                </a:lnTo>
                <a:lnTo>
                  <a:pt x="450" y="261"/>
                </a:lnTo>
                <a:lnTo>
                  <a:pt x="435" y="244"/>
                </a:lnTo>
                <a:lnTo>
                  <a:pt x="417" y="227"/>
                </a:lnTo>
                <a:lnTo>
                  <a:pt x="399" y="213"/>
                </a:lnTo>
                <a:lnTo>
                  <a:pt x="379" y="200"/>
                </a:lnTo>
                <a:lnTo>
                  <a:pt x="358" y="189"/>
                </a:lnTo>
                <a:lnTo>
                  <a:pt x="336" y="180"/>
                </a:lnTo>
                <a:lnTo>
                  <a:pt x="312" y="173"/>
                </a:lnTo>
                <a:lnTo>
                  <a:pt x="288" y="167"/>
                </a:lnTo>
                <a:lnTo>
                  <a:pt x="265" y="164"/>
                </a:lnTo>
                <a:lnTo>
                  <a:pt x="240" y="162"/>
                </a:lnTo>
                <a:lnTo>
                  <a:pt x="240" y="162"/>
                </a:lnTo>
                <a:lnTo>
                  <a:pt x="215" y="164"/>
                </a:lnTo>
                <a:lnTo>
                  <a:pt x="192" y="167"/>
                </a:lnTo>
                <a:lnTo>
                  <a:pt x="168" y="173"/>
                </a:lnTo>
                <a:lnTo>
                  <a:pt x="146" y="180"/>
                </a:lnTo>
                <a:lnTo>
                  <a:pt x="126" y="189"/>
                </a:lnTo>
                <a:lnTo>
                  <a:pt x="106" y="200"/>
                </a:lnTo>
                <a:lnTo>
                  <a:pt x="87" y="213"/>
                </a:lnTo>
                <a:lnTo>
                  <a:pt x="70" y="227"/>
                </a:lnTo>
                <a:lnTo>
                  <a:pt x="55" y="244"/>
                </a:lnTo>
                <a:lnTo>
                  <a:pt x="41" y="261"/>
                </a:lnTo>
                <a:lnTo>
                  <a:pt x="29" y="280"/>
                </a:lnTo>
                <a:lnTo>
                  <a:pt x="18" y="300"/>
                </a:lnTo>
                <a:lnTo>
                  <a:pt x="10" y="322"/>
                </a:lnTo>
                <a:lnTo>
                  <a:pt x="4" y="344"/>
                </a:lnTo>
                <a:lnTo>
                  <a:pt x="1" y="368"/>
                </a:lnTo>
                <a:lnTo>
                  <a:pt x="0" y="392"/>
                </a:lnTo>
                <a:lnTo>
                  <a:pt x="0" y="392"/>
                </a:lnTo>
                <a:lnTo>
                  <a:pt x="1" y="411"/>
                </a:lnTo>
                <a:lnTo>
                  <a:pt x="3" y="429"/>
                </a:lnTo>
                <a:lnTo>
                  <a:pt x="7" y="448"/>
                </a:lnTo>
                <a:lnTo>
                  <a:pt x="11" y="465"/>
                </a:lnTo>
                <a:lnTo>
                  <a:pt x="11" y="465"/>
                </a:lnTo>
                <a:lnTo>
                  <a:pt x="483" y="464"/>
                </a:lnTo>
                <a:lnTo>
                  <a:pt x="483" y="464"/>
                </a:lnTo>
                <a:close/>
                <a:moveTo>
                  <a:pt x="534" y="437"/>
                </a:moveTo>
                <a:lnTo>
                  <a:pt x="534" y="437"/>
                </a:lnTo>
                <a:lnTo>
                  <a:pt x="558" y="436"/>
                </a:lnTo>
                <a:lnTo>
                  <a:pt x="581" y="432"/>
                </a:lnTo>
                <a:lnTo>
                  <a:pt x="604" y="427"/>
                </a:lnTo>
                <a:lnTo>
                  <a:pt x="626" y="419"/>
                </a:lnTo>
                <a:lnTo>
                  <a:pt x="647" y="410"/>
                </a:lnTo>
                <a:lnTo>
                  <a:pt x="666" y="398"/>
                </a:lnTo>
                <a:lnTo>
                  <a:pt x="685" y="385"/>
                </a:lnTo>
                <a:lnTo>
                  <a:pt x="701" y="370"/>
                </a:lnTo>
                <a:lnTo>
                  <a:pt x="716" y="353"/>
                </a:lnTo>
                <a:lnTo>
                  <a:pt x="731" y="336"/>
                </a:lnTo>
                <a:lnTo>
                  <a:pt x="742" y="317"/>
                </a:lnTo>
                <a:lnTo>
                  <a:pt x="753" y="297"/>
                </a:lnTo>
                <a:lnTo>
                  <a:pt x="761" y="276"/>
                </a:lnTo>
                <a:lnTo>
                  <a:pt x="767" y="253"/>
                </a:lnTo>
                <a:lnTo>
                  <a:pt x="771" y="230"/>
                </a:lnTo>
                <a:lnTo>
                  <a:pt x="772" y="206"/>
                </a:lnTo>
                <a:lnTo>
                  <a:pt x="772" y="206"/>
                </a:lnTo>
                <a:lnTo>
                  <a:pt x="771" y="182"/>
                </a:lnTo>
                <a:lnTo>
                  <a:pt x="767" y="160"/>
                </a:lnTo>
                <a:lnTo>
                  <a:pt x="761" y="139"/>
                </a:lnTo>
                <a:lnTo>
                  <a:pt x="754" y="120"/>
                </a:lnTo>
                <a:lnTo>
                  <a:pt x="744" y="101"/>
                </a:lnTo>
                <a:lnTo>
                  <a:pt x="732" y="85"/>
                </a:lnTo>
                <a:lnTo>
                  <a:pt x="719" y="69"/>
                </a:lnTo>
                <a:lnTo>
                  <a:pt x="703" y="55"/>
                </a:lnTo>
                <a:lnTo>
                  <a:pt x="687" y="42"/>
                </a:lnTo>
                <a:lnTo>
                  <a:pt x="669" y="31"/>
                </a:lnTo>
                <a:lnTo>
                  <a:pt x="650" y="22"/>
                </a:lnTo>
                <a:lnTo>
                  <a:pt x="630" y="14"/>
                </a:lnTo>
                <a:lnTo>
                  <a:pt x="609" y="8"/>
                </a:lnTo>
                <a:lnTo>
                  <a:pt x="587" y="3"/>
                </a:lnTo>
                <a:lnTo>
                  <a:pt x="563" y="1"/>
                </a:lnTo>
                <a:lnTo>
                  <a:pt x="540" y="0"/>
                </a:lnTo>
                <a:lnTo>
                  <a:pt x="540" y="0"/>
                </a:lnTo>
                <a:lnTo>
                  <a:pt x="521" y="0"/>
                </a:lnTo>
                <a:lnTo>
                  <a:pt x="503" y="1"/>
                </a:lnTo>
                <a:lnTo>
                  <a:pt x="487" y="3"/>
                </a:lnTo>
                <a:lnTo>
                  <a:pt x="469" y="7"/>
                </a:lnTo>
                <a:lnTo>
                  <a:pt x="452" y="10"/>
                </a:lnTo>
                <a:lnTo>
                  <a:pt x="437" y="15"/>
                </a:lnTo>
                <a:lnTo>
                  <a:pt x="422" y="21"/>
                </a:lnTo>
                <a:lnTo>
                  <a:pt x="408" y="28"/>
                </a:lnTo>
                <a:lnTo>
                  <a:pt x="393" y="35"/>
                </a:lnTo>
                <a:lnTo>
                  <a:pt x="382" y="43"/>
                </a:lnTo>
                <a:lnTo>
                  <a:pt x="369" y="54"/>
                </a:lnTo>
                <a:lnTo>
                  <a:pt x="358" y="64"/>
                </a:lnTo>
                <a:lnTo>
                  <a:pt x="347" y="76"/>
                </a:lnTo>
                <a:lnTo>
                  <a:pt x="338" y="89"/>
                </a:lnTo>
                <a:lnTo>
                  <a:pt x="331" y="103"/>
                </a:lnTo>
                <a:lnTo>
                  <a:pt x="324" y="119"/>
                </a:lnTo>
                <a:lnTo>
                  <a:pt x="324" y="119"/>
                </a:lnTo>
                <a:lnTo>
                  <a:pt x="343" y="122"/>
                </a:lnTo>
                <a:lnTo>
                  <a:pt x="360" y="126"/>
                </a:lnTo>
                <a:lnTo>
                  <a:pt x="378" y="129"/>
                </a:lnTo>
                <a:lnTo>
                  <a:pt x="393" y="135"/>
                </a:lnTo>
                <a:lnTo>
                  <a:pt x="409" y="141"/>
                </a:lnTo>
                <a:lnTo>
                  <a:pt x="423" y="147"/>
                </a:lnTo>
                <a:lnTo>
                  <a:pt x="436" y="155"/>
                </a:lnTo>
                <a:lnTo>
                  <a:pt x="449" y="162"/>
                </a:lnTo>
                <a:lnTo>
                  <a:pt x="461" y="172"/>
                </a:lnTo>
                <a:lnTo>
                  <a:pt x="471" y="181"/>
                </a:lnTo>
                <a:lnTo>
                  <a:pt x="481" y="191"/>
                </a:lnTo>
                <a:lnTo>
                  <a:pt x="490" y="201"/>
                </a:lnTo>
                <a:lnTo>
                  <a:pt x="498" y="212"/>
                </a:lnTo>
                <a:lnTo>
                  <a:pt x="505" y="222"/>
                </a:lnTo>
                <a:lnTo>
                  <a:pt x="512" y="234"/>
                </a:lnTo>
                <a:lnTo>
                  <a:pt x="518" y="245"/>
                </a:lnTo>
                <a:lnTo>
                  <a:pt x="523" y="258"/>
                </a:lnTo>
                <a:lnTo>
                  <a:pt x="528" y="270"/>
                </a:lnTo>
                <a:lnTo>
                  <a:pt x="536" y="294"/>
                </a:lnTo>
                <a:lnTo>
                  <a:pt x="541" y="319"/>
                </a:lnTo>
                <a:lnTo>
                  <a:pt x="543" y="344"/>
                </a:lnTo>
                <a:lnTo>
                  <a:pt x="543" y="369"/>
                </a:lnTo>
                <a:lnTo>
                  <a:pt x="542" y="392"/>
                </a:lnTo>
                <a:lnTo>
                  <a:pt x="538" y="416"/>
                </a:lnTo>
                <a:lnTo>
                  <a:pt x="534" y="437"/>
                </a:lnTo>
                <a:lnTo>
                  <a:pt x="534" y="437"/>
                </a:lnTo>
                <a:close/>
                <a:moveTo>
                  <a:pt x="498" y="1509"/>
                </a:moveTo>
                <a:lnTo>
                  <a:pt x="989" y="522"/>
                </a:lnTo>
                <a:lnTo>
                  <a:pt x="4" y="522"/>
                </a:lnTo>
                <a:lnTo>
                  <a:pt x="498" y="15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8" name="Freeform 17"/>
          <p:cNvSpPr>
            <a:spLocks noChangeAspect="1"/>
          </p:cNvSpPr>
          <p:nvPr/>
        </p:nvSpPr>
        <p:spPr bwMode="auto">
          <a:xfrm>
            <a:off x="1148426" y="4545124"/>
            <a:ext cx="996262" cy="1080000"/>
          </a:xfrm>
          <a:custGeom>
            <a:avLst/>
            <a:gdLst>
              <a:gd name="T0" fmla="*/ 37 w 1394"/>
              <a:gd name="T1" fmla="*/ 452 h 1509"/>
              <a:gd name="T2" fmla="*/ 0 w 1394"/>
              <a:gd name="T3" fmla="*/ 329 h 1509"/>
              <a:gd name="T4" fmla="*/ 18 w 1394"/>
              <a:gd name="T5" fmla="*/ 227 h 1509"/>
              <a:gd name="T6" fmla="*/ 77 w 1394"/>
              <a:gd name="T7" fmla="*/ 133 h 1509"/>
              <a:gd name="T8" fmla="*/ 152 w 1394"/>
              <a:gd name="T9" fmla="*/ 67 h 1509"/>
              <a:gd name="T10" fmla="*/ 266 w 1394"/>
              <a:gd name="T11" fmla="*/ 11 h 1509"/>
              <a:gd name="T12" fmla="*/ 366 w 1394"/>
              <a:gd name="T13" fmla="*/ 0 h 1509"/>
              <a:gd name="T14" fmla="*/ 498 w 1394"/>
              <a:gd name="T15" fmla="*/ 35 h 1509"/>
              <a:gd name="T16" fmla="*/ 1348 w 1394"/>
              <a:gd name="T17" fmla="*/ 944 h 1509"/>
              <a:gd name="T18" fmla="*/ 1393 w 1394"/>
              <a:gd name="T19" fmla="*/ 1068 h 1509"/>
              <a:gd name="T20" fmla="*/ 1382 w 1394"/>
              <a:gd name="T21" fmla="*/ 1189 h 1509"/>
              <a:gd name="T22" fmla="*/ 1314 w 1394"/>
              <a:gd name="T23" fmla="*/ 1347 h 1509"/>
              <a:gd name="T24" fmla="*/ 1242 w 1394"/>
              <a:gd name="T25" fmla="*/ 1428 h 1509"/>
              <a:gd name="T26" fmla="*/ 1127 w 1394"/>
              <a:gd name="T27" fmla="*/ 1490 h 1509"/>
              <a:gd name="T28" fmla="*/ 1023 w 1394"/>
              <a:gd name="T29" fmla="*/ 1509 h 1509"/>
              <a:gd name="T30" fmla="*/ 879 w 1394"/>
              <a:gd name="T31" fmla="*/ 1487 h 1509"/>
              <a:gd name="T32" fmla="*/ 182 w 1394"/>
              <a:gd name="T33" fmla="*/ 839 h 1509"/>
              <a:gd name="T34" fmla="*/ 159 w 1394"/>
              <a:gd name="T35" fmla="*/ 785 h 1509"/>
              <a:gd name="T36" fmla="*/ 183 w 1394"/>
              <a:gd name="T37" fmla="*/ 733 h 1509"/>
              <a:gd name="T38" fmla="*/ 240 w 1394"/>
              <a:gd name="T39" fmla="*/ 731 h 1509"/>
              <a:gd name="T40" fmla="*/ 863 w 1394"/>
              <a:gd name="T41" fmla="*/ 1324 h 1509"/>
              <a:gd name="T42" fmla="*/ 949 w 1394"/>
              <a:gd name="T43" fmla="*/ 1383 h 1509"/>
              <a:gd name="T44" fmla="*/ 1041 w 1394"/>
              <a:gd name="T45" fmla="*/ 1401 h 1509"/>
              <a:gd name="T46" fmla="*/ 1125 w 1394"/>
              <a:gd name="T47" fmla="*/ 1377 h 1509"/>
              <a:gd name="T48" fmla="*/ 1199 w 1394"/>
              <a:gd name="T49" fmla="*/ 1317 h 1509"/>
              <a:gd name="T50" fmla="*/ 1250 w 1394"/>
              <a:gd name="T51" fmla="*/ 1254 h 1509"/>
              <a:gd name="T52" fmla="*/ 1274 w 1394"/>
              <a:gd name="T53" fmla="*/ 1174 h 1509"/>
              <a:gd name="T54" fmla="*/ 1261 w 1394"/>
              <a:gd name="T55" fmla="*/ 1050 h 1509"/>
              <a:gd name="T56" fmla="*/ 467 w 1394"/>
              <a:gd name="T57" fmla="*/ 167 h 1509"/>
              <a:gd name="T58" fmla="*/ 387 w 1394"/>
              <a:gd name="T59" fmla="*/ 127 h 1509"/>
              <a:gd name="T60" fmla="*/ 317 w 1394"/>
              <a:gd name="T61" fmla="*/ 128 h 1509"/>
              <a:gd name="T62" fmla="*/ 225 w 1394"/>
              <a:gd name="T63" fmla="*/ 178 h 1509"/>
              <a:gd name="T64" fmla="*/ 165 w 1394"/>
              <a:gd name="T65" fmla="*/ 232 h 1509"/>
              <a:gd name="T66" fmla="*/ 126 w 1394"/>
              <a:gd name="T67" fmla="*/ 294 h 1509"/>
              <a:gd name="T68" fmla="*/ 125 w 1394"/>
              <a:gd name="T69" fmla="*/ 359 h 1509"/>
              <a:gd name="T70" fmla="*/ 166 w 1394"/>
              <a:gd name="T71" fmla="*/ 431 h 1509"/>
              <a:gd name="T72" fmla="*/ 714 w 1394"/>
              <a:gd name="T73" fmla="*/ 976 h 1509"/>
              <a:gd name="T74" fmla="*/ 767 w 1394"/>
              <a:gd name="T75" fmla="*/ 1007 h 1509"/>
              <a:gd name="T76" fmla="*/ 844 w 1394"/>
              <a:gd name="T77" fmla="*/ 1000 h 1509"/>
              <a:gd name="T78" fmla="*/ 892 w 1394"/>
              <a:gd name="T79" fmla="*/ 968 h 1509"/>
              <a:gd name="T80" fmla="*/ 909 w 1394"/>
              <a:gd name="T81" fmla="*/ 925 h 1509"/>
              <a:gd name="T82" fmla="*/ 882 w 1394"/>
              <a:gd name="T83" fmla="*/ 849 h 1509"/>
              <a:gd name="T84" fmla="*/ 517 w 1394"/>
              <a:gd name="T85" fmla="*/ 478 h 1509"/>
              <a:gd name="T86" fmla="*/ 486 w 1394"/>
              <a:gd name="T87" fmla="*/ 432 h 1509"/>
              <a:gd name="T88" fmla="*/ 499 w 1394"/>
              <a:gd name="T89" fmla="*/ 386 h 1509"/>
              <a:gd name="T90" fmla="*/ 544 w 1394"/>
              <a:gd name="T91" fmla="*/ 369 h 1509"/>
              <a:gd name="T92" fmla="*/ 596 w 1394"/>
              <a:gd name="T93" fmla="*/ 391 h 1509"/>
              <a:gd name="T94" fmla="*/ 941 w 1394"/>
              <a:gd name="T95" fmla="*/ 737 h 1509"/>
              <a:gd name="T96" fmla="*/ 992 w 1394"/>
              <a:gd name="T97" fmla="*/ 804 h 1509"/>
              <a:gd name="T98" fmla="*/ 1023 w 1394"/>
              <a:gd name="T99" fmla="*/ 904 h 1509"/>
              <a:gd name="T100" fmla="*/ 1010 w 1394"/>
              <a:gd name="T101" fmla="*/ 982 h 1509"/>
              <a:gd name="T102" fmla="*/ 961 w 1394"/>
              <a:gd name="T103" fmla="*/ 1046 h 1509"/>
              <a:gd name="T104" fmla="*/ 875 w 1394"/>
              <a:gd name="T105" fmla="*/ 1097 h 1509"/>
              <a:gd name="T106" fmla="*/ 773 w 1394"/>
              <a:gd name="T107" fmla="*/ 1116 h 1509"/>
              <a:gd name="T108" fmla="*/ 683 w 1394"/>
              <a:gd name="T109" fmla="*/ 1089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94" h="1509">
                <a:moveTo>
                  <a:pt x="108" y="542"/>
                </a:moveTo>
                <a:lnTo>
                  <a:pt x="108" y="542"/>
                </a:lnTo>
                <a:lnTo>
                  <a:pt x="86" y="520"/>
                </a:lnTo>
                <a:lnTo>
                  <a:pt x="67" y="496"/>
                </a:lnTo>
                <a:lnTo>
                  <a:pt x="51" y="474"/>
                </a:lnTo>
                <a:lnTo>
                  <a:pt x="37" y="452"/>
                </a:lnTo>
                <a:lnTo>
                  <a:pt x="26" y="430"/>
                </a:lnTo>
                <a:lnTo>
                  <a:pt x="17" y="409"/>
                </a:lnTo>
                <a:lnTo>
                  <a:pt x="10" y="389"/>
                </a:lnTo>
                <a:lnTo>
                  <a:pt x="5" y="368"/>
                </a:lnTo>
                <a:lnTo>
                  <a:pt x="1" y="349"/>
                </a:lnTo>
                <a:lnTo>
                  <a:pt x="0" y="329"/>
                </a:lnTo>
                <a:lnTo>
                  <a:pt x="0" y="311"/>
                </a:lnTo>
                <a:lnTo>
                  <a:pt x="1" y="292"/>
                </a:lnTo>
                <a:lnTo>
                  <a:pt x="4" y="276"/>
                </a:lnTo>
                <a:lnTo>
                  <a:pt x="7" y="258"/>
                </a:lnTo>
                <a:lnTo>
                  <a:pt x="12" y="243"/>
                </a:lnTo>
                <a:lnTo>
                  <a:pt x="18" y="227"/>
                </a:lnTo>
                <a:lnTo>
                  <a:pt x="24" y="212"/>
                </a:lnTo>
                <a:lnTo>
                  <a:pt x="31" y="198"/>
                </a:lnTo>
                <a:lnTo>
                  <a:pt x="39" y="185"/>
                </a:lnTo>
                <a:lnTo>
                  <a:pt x="46" y="173"/>
                </a:lnTo>
                <a:lnTo>
                  <a:pt x="62" y="151"/>
                </a:lnTo>
                <a:lnTo>
                  <a:pt x="77" y="133"/>
                </a:lnTo>
                <a:lnTo>
                  <a:pt x="91" y="118"/>
                </a:lnTo>
                <a:lnTo>
                  <a:pt x="103" y="107"/>
                </a:lnTo>
                <a:lnTo>
                  <a:pt x="113" y="97"/>
                </a:lnTo>
                <a:lnTo>
                  <a:pt x="113" y="97"/>
                </a:lnTo>
                <a:lnTo>
                  <a:pt x="132" y="81"/>
                </a:lnTo>
                <a:lnTo>
                  <a:pt x="152" y="67"/>
                </a:lnTo>
                <a:lnTo>
                  <a:pt x="172" y="54"/>
                </a:lnTo>
                <a:lnTo>
                  <a:pt x="191" y="42"/>
                </a:lnTo>
                <a:lnTo>
                  <a:pt x="210" y="33"/>
                </a:lnTo>
                <a:lnTo>
                  <a:pt x="229" y="24"/>
                </a:lnTo>
                <a:lnTo>
                  <a:pt x="248" y="17"/>
                </a:lnTo>
                <a:lnTo>
                  <a:pt x="266" y="11"/>
                </a:lnTo>
                <a:lnTo>
                  <a:pt x="283" y="7"/>
                </a:lnTo>
                <a:lnTo>
                  <a:pt x="301" y="4"/>
                </a:lnTo>
                <a:lnTo>
                  <a:pt x="317" y="2"/>
                </a:lnTo>
                <a:lnTo>
                  <a:pt x="334" y="0"/>
                </a:lnTo>
                <a:lnTo>
                  <a:pt x="350" y="0"/>
                </a:lnTo>
                <a:lnTo>
                  <a:pt x="366" y="0"/>
                </a:lnTo>
                <a:lnTo>
                  <a:pt x="394" y="2"/>
                </a:lnTo>
                <a:lnTo>
                  <a:pt x="421" y="7"/>
                </a:lnTo>
                <a:lnTo>
                  <a:pt x="445" y="14"/>
                </a:lnTo>
                <a:lnTo>
                  <a:pt x="466" y="21"/>
                </a:lnTo>
                <a:lnTo>
                  <a:pt x="484" y="28"/>
                </a:lnTo>
                <a:lnTo>
                  <a:pt x="498" y="35"/>
                </a:lnTo>
                <a:lnTo>
                  <a:pt x="507" y="41"/>
                </a:lnTo>
                <a:lnTo>
                  <a:pt x="517" y="46"/>
                </a:lnTo>
                <a:lnTo>
                  <a:pt x="1317" y="905"/>
                </a:lnTo>
                <a:lnTo>
                  <a:pt x="1317" y="905"/>
                </a:lnTo>
                <a:lnTo>
                  <a:pt x="1334" y="925"/>
                </a:lnTo>
                <a:lnTo>
                  <a:pt x="1348" y="944"/>
                </a:lnTo>
                <a:lnTo>
                  <a:pt x="1361" y="964"/>
                </a:lnTo>
                <a:lnTo>
                  <a:pt x="1370" y="985"/>
                </a:lnTo>
                <a:lnTo>
                  <a:pt x="1379" y="1006"/>
                </a:lnTo>
                <a:lnTo>
                  <a:pt x="1385" y="1027"/>
                </a:lnTo>
                <a:lnTo>
                  <a:pt x="1389" y="1047"/>
                </a:lnTo>
                <a:lnTo>
                  <a:pt x="1393" y="1068"/>
                </a:lnTo>
                <a:lnTo>
                  <a:pt x="1394" y="1089"/>
                </a:lnTo>
                <a:lnTo>
                  <a:pt x="1394" y="1109"/>
                </a:lnTo>
                <a:lnTo>
                  <a:pt x="1393" y="1131"/>
                </a:lnTo>
                <a:lnTo>
                  <a:pt x="1390" y="1151"/>
                </a:lnTo>
                <a:lnTo>
                  <a:pt x="1387" y="1171"/>
                </a:lnTo>
                <a:lnTo>
                  <a:pt x="1382" y="1189"/>
                </a:lnTo>
                <a:lnTo>
                  <a:pt x="1377" y="1208"/>
                </a:lnTo>
                <a:lnTo>
                  <a:pt x="1372" y="1227"/>
                </a:lnTo>
                <a:lnTo>
                  <a:pt x="1357" y="1263"/>
                </a:lnTo>
                <a:lnTo>
                  <a:pt x="1343" y="1294"/>
                </a:lnTo>
                <a:lnTo>
                  <a:pt x="1328" y="1323"/>
                </a:lnTo>
                <a:lnTo>
                  <a:pt x="1314" y="1347"/>
                </a:lnTo>
                <a:lnTo>
                  <a:pt x="1301" y="1368"/>
                </a:lnTo>
                <a:lnTo>
                  <a:pt x="1290" y="1383"/>
                </a:lnTo>
                <a:lnTo>
                  <a:pt x="1282" y="1396"/>
                </a:lnTo>
                <a:lnTo>
                  <a:pt x="1282" y="1396"/>
                </a:lnTo>
                <a:lnTo>
                  <a:pt x="1262" y="1412"/>
                </a:lnTo>
                <a:lnTo>
                  <a:pt x="1242" y="1428"/>
                </a:lnTo>
                <a:lnTo>
                  <a:pt x="1223" y="1442"/>
                </a:lnTo>
                <a:lnTo>
                  <a:pt x="1203" y="1455"/>
                </a:lnTo>
                <a:lnTo>
                  <a:pt x="1184" y="1465"/>
                </a:lnTo>
                <a:lnTo>
                  <a:pt x="1164" y="1475"/>
                </a:lnTo>
                <a:lnTo>
                  <a:pt x="1145" y="1483"/>
                </a:lnTo>
                <a:lnTo>
                  <a:pt x="1127" y="1490"/>
                </a:lnTo>
                <a:lnTo>
                  <a:pt x="1109" y="1495"/>
                </a:lnTo>
                <a:lnTo>
                  <a:pt x="1091" y="1500"/>
                </a:lnTo>
                <a:lnTo>
                  <a:pt x="1073" y="1503"/>
                </a:lnTo>
                <a:lnTo>
                  <a:pt x="1056" y="1506"/>
                </a:lnTo>
                <a:lnTo>
                  <a:pt x="1039" y="1508"/>
                </a:lnTo>
                <a:lnTo>
                  <a:pt x="1023" y="1509"/>
                </a:lnTo>
                <a:lnTo>
                  <a:pt x="991" y="1509"/>
                </a:lnTo>
                <a:lnTo>
                  <a:pt x="962" y="1507"/>
                </a:lnTo>
                <a:lnTo>
                  <a:pt x="936" y="1502"/>
                </a:lnTo>
                <a:lnTo>
                  <a:pt x="914" y="1497"/>
                </a:lnTo>
                <a:lnTo>
                  <a:pt x="895" y="1491"/>
                </a:lnTo>
                <a:lnTo>
                  <a:pt x="879" y="1487"/>
                </a:lnTo>
                <a:lnTo>
                  <a:pt x="868" y="1482"/>
                </a:lnTo>
                <a:lnTo>
                  <a:pt x="859" y="1477"/>
                </a:lnTo>
                <a:lnTo>
                  <a:pt x="200" y="857"/>
                </a:lnTo>
                <a:lnTo>
                  <a:pt x="200" y="857"/>
                </a:lnTo>
                <a:lnTo>
                  <a:pt x="190" y="849"/>
                </a:lnTo>
                <a:lnTo>
                  <a:pt x="182" y="839"/>
                </a:lnTo>
                <a:lnTo>
                  <a:pt x="175" y="830"/>
                </a:lnTo>
                <a:lnTo>
                  <a:pt x="170" y="820"/>
                </a:lnTo>
                <a:lnTo>
                  <a:pt x="165" y="811"/>
                </a:lnTo>
                <a:lnTo>
                  <a:pt x="163" y="803"/>
                </a:lnTo>
                <a:lnTo>
                  <a:pt x="161" y="793"/>
                </a:lnTo>
                <a:lnTo>
                  <a:pt x="159" y="785"/>
                </a:lnTo>
                <a:lnTo>
                  <a:pt x="159" y="771"/>
                </a:lnTo>
                <a:lnTo>
                  <a:pt x="161" y="759"/>
                </a:lnTo>
                <a:lnTo>
                  <a:pt x="163" y="748"/>
                </a:lnTo>
                <a:lnTo>
                  <a:pt x="163" y="748"/>
                </a:lnTo>
                <a:lnTo>
                  <a:pt x="174" y="739"/>
                </a:lnTo>
                <a:lnTo>
                  <a:pt x="183" y="733"/>
                </a:lnTo>
                <a:lnTo>
                  <a:pt x="194" y="728"/>
                </a:lnTo>
                <a:lnTo>
                  <a:pt x="204" y="726"/>
                </a:lnTo>
                <a:lnTo>
                  <a:pt x="214" y="726"/>
                </a:lnTo>
                <a:lnTo>
                  <a:pt x="223" y="726"/>
                </a:lnTo>
                <a:lnTo>
                  <a:pt x="231" y="728"/>
                </a:lnTo>
                <a:lnTo>
                  <a:pt x="240" y="731"/>
                </a:lnTo>
                <a:lnTo>
                  <a:pt x="248" y="734"/>
                </a:lnTo>
                <a:lnTo>
                  <a:pt x="254" y="738"/>
                </a:lnTo>
                <a:lnTo>
                  <a:pt x="266" y="745"/>
                </a:lnTo>
                <a:lnTo>
                  <a:pt x="273" y="751"/>
                </a:lnTo>
                <a:lnTo>
                  <a:pt x="275" y="753"/>
                </a:lnTo>
                <a:lnTo>
                  <a:pt x="863" y="1324"/>
                </a:lnTo>
                <a:lnTo>
                  <a:pt x="863" y="1324"/>
                </a:lnTo>
                <a:lnTo>
                  <a:pt x="881" y="1340"/>
                </a:lnTo>
                <a:lnTo>
                  <a:pt x="899" y="1353"/>
                </a:lnTo>
                <a:lnTo>
                  <a:pt x="916" y="1365"/>
                </a:lnTo>
                <a:lnTo>
                  <a:pt x="933" y="1375"/>
                </a:lnTo>
                <a:lnTo>
                  <a:pt x="949" y="1383"/>
                </a:lnTo>
                <a:lnTo>
                  <a:pt x="966" y="1389"/>
                </a:lnTo>
                <a:lnTo>
                  <a:pt x="982" y="1393"/>
                </a:lnTo>
                <a:lnTo>
                  <a:pt x="998" y="1397"/>
                </a:lnTo>
                <a:lnTo>
                  <a:pt x="1012" y="1399"/>
                </a:lnTo>
                <a:lnTo>
                  <a:pt x="1027" y="1401"/>
                </a:lnTo>
                <a:lnTo>
                  <a:pt x="1041" y="1401"/>
                </a:lnTo>
                <a:lnTo>
                  <a:pt x="1054" y="1399"/>
                </a:lnTo>
                <a:lnTo>
                  <a:pt x="1067" y="1397"/>
                </a:lnTo>
                <a:lnTo>
                  <a:pt x="1080" y="1395"/>
                </a:lnTo>
                <a:lnTo>
                  <a:pt x="1092" y="1391"/>
                </a:lnTo>
                <a:lnTo>
                  <a:pt x="1104" y="1386"/>
                </a:lnTo>
                <a:lnTo>
                  <a:pt x="1125" y="1377"/>
                </a:lnTo>
                <a:lnTo>
                  <a:pt x="1144" y="1366"/>
                </a:lnTo>
                <a:lnTo>
                  <a:pt x="1160" y="1355"/>
                </a:lnTo>
                <a:lnTo>
                  <a:pt x="1175" y="1343"/>
                </a:lnTo>
                <a:lnTo>
                  <a:pt x="1185" y="1333"/>
                </a:lnTo>
                <a:lnTo>
                  <a:pt x="1192" y="1325"/>
                </a:lnTo>
                <a:lnTo>
                  <a:pt x="1199" y="1317"/>
                </a:lnTo>
                <a:lnTo>
                  <a:pt x="1199" y="1317"/>
                </a:lnTo>
                <a:lnTo>
                  <a:pt x="1212" y="1305"/>
                </a:lnTo>
                <a:lnTo>
                  <a:pt x="1223" y="1292"/>
                </a:lnTo>
                <a:lnTo>
                  <a:pt x="1234" y="1280"/>
                </a:lnTo>
                <a:lnTo>
                  <a:pt x="1242" y="1267"/>
                </a:lnTo>
                <a:lnTo>
                  <a:pt x="1250" y="1254"/>
                </a:lnTo>
                <a:lnTo>
                  <a:pt x="1256" y="1240"/>
                </a:lnTo>
                <a:lnTo>
                  <a:pt x="1262" y="1227"/>
                </a:lnTo>
                <a:lnTo>
                  <a:pt x="1265" y="1214"/>
                </a:lnTo>
                <a:lnTo>
                  <a:pt x="1269" y="1201"/>
                </a:lnTo>
                <a:lnTo>
                  <a:pt x="1273" y="1187"/>
                </a:lnTo>
                <a:lnTo>
                  <a:pt x="1274" y="1174"/>
                </a:lnTo>
                <a:lnTo>
                  <a:pt x="1275" y="1161"/>
                </a:lnTo>
                <a:lnTo>
                  <a:pt x="1276" y="1136"/>
                </a:lnTo>
                <a:lnTo>
                  <a:pt x="1274" y="1112"/>
                </a:lnTo>
                <a:lnTo>
                  <a:pt x="1270" y="1089"/>
                </a:lnTo>
                <a:lnTo>
                  <a:pt x="1265" y="1069"/>
                </a:lnTo>
                <a:lnTo>
                  <a:pt x="1261" y="1050"/>
                </a:lnTo>
                <a:lnTo>
                  <a:pt x="1255" y="1034"/>
                </a:lnTo>
                <a:lnTo>
                  <a:pt x="1245" y="1011"/>
                </a:lnTo>
                <a:lnTo>
                  <a:pt x="1242" y="1003"/>
                </a:lnTo>
                <a:lnTo>
                  <a:pt x="481" y="179"/>
                </a:lnTo>
                <a:lnTo>
                  <a:pt x="481" y="179"/>
                </a:lnTo>
                <a:lnTo>
                  <a:pt x="467" y="167"/>
                </a:lnTo>
                <a:lnTo>
                  <a:pt x="453" y="156"/>
                </a:lnTo>
                <a:lnTo>
                  <a:pt x="440" y="148"/>
                </a:lnTo>
                <a:lnTo>
                  <a:pt x="426" y="141"/>
                </a:lnTo>
                <a:lnTo>
                  <a:pt x="413" y="135"/>
                </a:lnTo>
                <a:lnTo>
                  <a:pt x="400" y="131"/>
                </a:lnTo>
                <a:lnTo>
                  <a:pt x="387" y="127"/>
                </a:lnTo>
                <a:lnTo>
                  <a:pt x="375" y="126"/>
                </a:lnTo>
                <a:lnTo>
                  <a:pt x="362" y="125"/>
                </a:lnTo>
                <a:lnTo>
                  <a:pt x="350" y="123"/>
                </a:lnTo>
                <a:lnTo>
                  <a:pt x="339" y="125"/>
                </a:lnTo>
                <a:lnTo>
                  <a:pt x="328" y="126"/>
                </a:lnTo>
                <a:lnTo>
                  <a:pt x="317" y="128"/>
                </a:lnTo>
                <a:lnTo>
                  <a:pt x="307" y="132"/>
                </a:lnTo>
                <a:lnTo>
                  <a:pt x="287" y="139"/>
                </a:lnTo>
                <a:lnTo>
                  <a:pt x="268" y="148"/>
                </a:lnTo>
                <a:lnTo>
                  <a:pt x="253" y="158"/>
                </a:lnTo>
                <a:lnTo>
                  <a:pt x="238" y="168"/>
                </a:lnTo>
                <a:lnTo>
                  <a:pt x="225" y="178"/>
                </a:lnTo>
                <a:lnTo>
                  <a:pt x="209" y="193"/>
                </a:lnTo>
                <a:lnTo>
                  <a:pt x="203" y="200"/>
                </a:lnTo>
                <a:lnTo>
                  <a:pt x="203" y="200"/>
                </a:lnTo>
                <a:lnTo>
                  <a:pt x="189" y="211"/>
                </a:lnTo>
                <a:lnTo>
                  <a:pt x="177" y="221"/>
                </a:lnTo>
                <a:lnTo>
                  <a:pt x="165" y="232"/>
                </a:lnTo>
                <a:lnTo>
                  <a:pt x="156" y="243"/>
                </a:lnTo>
                <a:lnTo>
                  <a:pt x="148" y="253"/>
                </a:lnTo>
                <a:lnTo>
                  <a:pt x="141" y="264"/>
                </a:lnTo>
                <a:lnTo>
                  <a:pt x="135" y="274"/>
                </a:lnTo>
                <a:lnTo>
                  <a:pt x="130" y="285"/>
                </a:lnTo>
                <a:lnTo>
                  <a:pt x="126" y="294"/>
                </a:lnTo>
                <a:lnTo>
                  <a:pt x="124" y="305"/>
                </a:lnTo>
                <a:lnTo>
                  <a:pt x="123" y="314"/>
                </a:lnTo>
                <a:lnTo>
                  <a:pt x="122" y="324"/>
                </a:lnTo>
                <a:lnTo>
                  <a:pt x="122" y="333"/>
                </a:lnTo>
                <a:lnTo>
                  <a:pt x="122" y="342"/>
                </a:lnTo>
                <a:lnTo>
                  <a:pt x="125" y="359"/>
                </a:lnTo>
                <a:lnTo>
                  <a:pt x="130" y="375"/>
                </a:lnTo>
                <a:lnTo>
                  <a:pt x="136" y="389"/>
                </a:lnTo>
                <a:lnTo>
                  <a:pt x="143" y="402"/>
                </a:lnTo>
                <a:lnTo>
                  <a:pt x="150" y="411"/>
                </a:lnTo>
                <a:lnTo>
                  <a:pt x="162" y="427"/>
                </a:lnTo>
                <a:lnTo>
                  <a:pt x="166" y="431"/>
                </a:lnTo>
                <a:lnTo>
                  <a:pt x="677" y="932"/>
                </a:lnTo>
                <a:lnTo>
                  <a:pt x="677" y="932"/>
                </a:lnTo>
                <a:lnTo>
                  <a:pt x="686" y="945"/>
                </a:lnTo>
                <a:lnTo>
                  <a:pt x="695" y="957"/>
                </a:lnTo>
                <a:lnTo>
                  <a:pt x="704" y="967"/>
                </a:lnTo>
                <a:lnTo>
                  <a:pt x="714" y="976"/>
                </a:lnTo>
                <a:lnTo>
                  <a:pt x="722" y="983"/>
                </a:lnTo>
                <a:lnTo>
                  <a:pt x="731" y="990"/>
                </a:lnTo>
                <a:lnTo>
                  <a:pt x="741" y="996"/>
                </a:lnTo>
                <a:lnTo>
                  <a:pt x="749" y="1001"/>
                </a:lnTo>
                <a:lnTo>
                  <a:pt x="758" y="1004"/>
                </a:lnTo>
                <a:lnTo>
                  <a:pt x="767" y="1007"/>
                </a:lnTo>
                <a:lnTo>
                  <a:pt x="776" y="1009"/>
                </a:lnTo>
                <a:lnTo>
                  <a:pt x="784" y="1010"/>
                </a:lnTo>
                <a:lnTo>
                  <a:pt x="801" y="1010"/>
                </a:lnTo>
                <a:lnTo>
                  <a:pt x="816" y="1008"/>
                </a:lnTo>
                <a:lnTo>
                  <a:pt x="832" y="1004"/>
                </a:lnTo>
                <a:lnTo>
                  <a:pt x="844" y="1000"/>
                </a:lnTo>
                <a:lnTo>
                  <a:pt x="856" y="995"/>
                </a:lnTo>
                <a:lnTo>
                  <a:pt x="866" y="989"/>
                </a:lnTo>
                <a:lnTo>
                  <a:pt x="880" y="980"/>
                </a:lnTo>
                <a:lnTo>
                  <a:pt x="886" y="975"/>
                </a:lnTo>
                <a:lnTo>
                  <a:pt x="886" y="975"/>
                </a:lnTo>
                <a:lnTo>
                  <a:pt x="892" y="968"/>
                </a:lnTo>
                <a:lnTo>
                  <a:pt x="898" y="962"/>
                </a:lnTo>
                <a:lnTo>
                  <a:pt x="901" y="955"/>
                </a:lnTo>
                <a:lnTo>
                  <a:pt x="905" y="948"/>
                </a:lnTo>
                <a:lnTo>
                  <a:pt x="907" y="941"/>
                </a:lnTo>
                <a:lnTo>
                  <a:pt x="908" y="932"/>
                </a:lnTo>
                <a:lnTo>
                  <a:pt x="909" y="925"/>
                </a:lnTo>
                <a:lnTo>
                  <a:pt x="909" y="918"/>
                </a:lnTo>
                <a:lnTo>
                  <a:pt x="907" y="903"/>
                </a:lnTo>
                <a:lnTo>
                  <a:pt x="903" y="889"/>
                </a:lnTo>
                <a:lnTo>
                  <a:pt x="898" y="875"/>
                </a:lnTo>
                <a:lnTo>
                  <a:pt x="890" y="860"/>
                </a:lnTo>
                <a:lnTo>
                  <a:pt x="882" y="849"/>
                </a:lnTo>
                <a:lnTo>
                  <a:pt x="874" y="837"/>
                </a:lnTo>
                <a:lnTo>
                  <a:pt x="857" y="817"/>
                </a:lnTo>
                <a:lnTo>
                  <a:pt x="846" y="804"/>
                </a:lnTo>
                <a:lnTo>
                  <a:pt x="840" y="799"/>
                </a:lnTo>
                <a:lnTo>
                  <a:pt x="517" y="478"/>
                </a:lnTo>
                <a:lnTo>
                  <a:pt x="517" y="478"/>
                </a:lnTo>
                <a:lnTo>
                  <a:pt x="507" y="470"/>
                </a:lnTo>
                <a:lnTo>
                  <a:pt x="500" y="461"/>
                </a:lnTo>
                <a:lnTo>
                  <a:pt x="494" y="454"/>
                </a:lnTo>
                <a:lnTo>
                  <a:pt x="491" y="445"/>
                </a:lnTo>
                <a:lnTo>
                  <a:pt x="487" y="438"/>
                </a:lnTo>
                <a:lnTo>
                  <a:pt x="486" y="432"/>
                </a:lnTo>
                <a:lnTo>
                  <a:pt x="485" y="425"/>
                </a:lnTo>
                <a:lnTo>
                  <a:pt x="485" y="419"/>
                </a:lnTo>
                <a:lnTo>
                  <a:pt x="487" y="409"/>
                </a:lnTo>
                <a:lnTo>
                  <a:pt x="491" y="399"/>
                </a:lnTo>
                <a:lnTo>
                  <a:pt x="494" y="392"/>
                </a:lnTo>
                <a:lnTo>
                  <a:pt x="499" y="386"/>
                </a:lnTo>
                <a:lnTo>
                  <a:pt x="499" y="386"/>
                </a:lnTo>
                <a:lnTo>
                  <a:pt x="508" y="379"/>
                </a:lnTo>
                <a:lnTo>
                  <a:pt x="518" y="375"/>
                </a:lnTo>
                <a:lnTo>
                  <a:pt x="527" y="371"/>
                </a:lnTo>
                <a:lnTo>
                  <a:pt x="536" y="370"/>
                </a:lnTo>
                <a:lnTo>
                  <a:pt x="544" y="369"/>
                </a:lnTo>
                <a:lnTo>
                  <a:pt x="552" y="370"/>
                </a:lnTo>
                <a:lnTo>
                  <a:pt x="560" y="371"/>
                </a:lnTo>
                <a:lnTo>
                  <a:pt x="566" y="373"/>
                </a:lnTo>
                <a:lnTo>
                  <a:pt x="578" y="378"/>
                </a:lnTo>
                <a:lnTo>
                  <a:pt x="587" y="385"/>
                </a:lnTo>
                <a:lnTo>
                  <a:pt x="596" y="391"/>
                </a:lnTo>
                <a:lnTo>
                  <a:pt x="596" y="391"/>
                </a:lnTo>
                <a:lnTo>
                  <a:pt x="648" y="444"/>
                </a:lnTo>
                <a:lnTo>
                  <a:pt x="763" y="562"/>
                </a:lnTo>
                <a:lnTo>
                  <a:pt x="885" y="682"/>
                </a:lnTo>
                <a:lnTo>
                  <a:pt x="927" y="724"/>
                </a:lnTo>
                <a:lnTo>
                  <a:pt x="941" y="737"/>
                </a:lnTo>
                <a:lnTo>
                  <a:pt x="949" y="743"/>
                </a:lnTo>
                <a:lnTo>
                  <a:pt x="949" y="743"/>
                </a:lnTo>
                <a:lnTo>
                  <a:pt x="957" y="750"/>
                </a:lnTo>
                <a:lnTo>
                  <a:pt x="972" y="771"/>
                </a:lnTo>
                <a:lnTo>
                  <a:pt x="981" y="786"/>
                </a:lnTo>
                <a:lnTo>
                  <a:pt x="992" y="804"/>
                </a:lnTo>
                <a:lnTo>
                  <a:pt x="1001" y="823"/>
                </a:lnTo>
                <a:lnTo>
                  <a:pt x="1011" y="845"/>
                </a:lnTo>
                <a:lnTo>
                  <a:pt x="1018" y="868"/>
                </a:lnTo>
                <a:lnTo>
                  <a:pt x="1020" y="879"/>
                </a:lnTo>
                <a:lnTo>
                  <a:pt x="1021" y="892"/>
                </a:lnTo>
                <a:lnTo>
                  <a:pt x="1023" y="904"/>
                </a:lnTo>
                <a:lnTo>
                  <a:pt x="1024" y="917"/>
                </a:lnTo>
                <a:lnTo>
                  <a:pt x="1023" y="930"/>
                </a:lnTo>
                <a:lnTo>
                  <a:pt x="1021" y="943"/>
                </a:lnTo>
                <a:lnTo>
                  <a:pt x="1019" y="956"/>
                </a:lnTo>
                <a:lnTo>
                  <a:pt x="1014" y="969"/>
                </a:lnTo>
                <a:lnTo>
                  <a:pt x="1010" y="982"/>
                </a:lnTo>
                <a:lnTo>
                  <a:pt x="1002" y="995"/>
                </a:lnTo>
                <a:lnTo>
                  <a:pt x="995" y="1008"/>
                </a:lnTo>
                <a:lnTo>
                  <a:pt x="985" y="1021"/>
                </a:lnTo>
                <a:lnTo>
                  <a:pt x="974" y="1034"/>
                </a:lnTo>
                <a:lnTo>
                  <a:pt x="961" y="1046"/>
                </a:lnTo>
                <a:lnTo>
                  <a:pt x="961" y="1046"/>
                </a:lnTo>
                <a:lnTo>
                  <a:pt x="953" y="1053"/>
                </a:lnTo>
                <a:lnTo>
                  <a:pt x="944" y="1060"/>
                </a:lnTo>
                <a:lnTo>
                  <a:pt x="931" y="1069"/>
                </a:lnTo>
                <a:lnTo>
                  <a:pt x="915" y="1079"/>
                </a:lnTo>
                <a:lnTo>
                  <a:pt x="896" y="1088"/>
                </a:lnTo>
                <a:lnTo>
                  <a:pt x="875" y="1097"/>
                </a:lnTo>
                <a:lnTo>
                  <a:pt x="853" y="1106"/>
                </a:lnTo>
                <a:lnTo>
                  <a:pt x="827" y="1113"/>
                </a:lnTo>
                <a:lnTo>
                  <a:pt x="814" y="1114"/>
                </a:lnTo>
                <a:lnTo>
                  <a:pt x="801" y="1116"/>
                </a:lnTo>
                <a:lnTo>
                  <a:pt x="787" y="1116"/>
                </a:lnTo>
                <a:lnTo>
                  <a:pt x="773" y="1116"/>
                </a:lnTo>
                <a:lnTo>
                  <a:pt x="757" y="1115"/>
                </a:lnTo>
                <a:lnTo>
                  <a:pt x="743" y="1112"/>
                </a:lnTo>
                <a:lnTo>
                  <a:pt x="728" y="1108"/>
                </a:lnTo>
                <a:lnTo>
                  <a:pt x="714" y="1103"/>
                </a:lnTo>
                <a:lnTo>
                  <a:pt x="698" y="1097"/>
                </a:lnTo>
                <a:lnTo>
                  <a:pt x="683" y="1089"/>
                </a:lnTo>
                <a:lnTo>
                  <a:pt x="668" y="1080"/>
                </a:lnTo>
                <a:lnTo>
                  <a:pt x="652" y="1069"/>
                </a:lnTo>
                <a:lnTo>
                  <a:pt x="637" y="1056"/>
                </a:lnTo>
                <a:lnTo>
                  <a:pt x="622" y="1041"/>
                </a:lnTo>
                <a:lnTo>
                  <a:pt x="108" y="54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9" name="Freeform 18"/>
          <p:cNvSpPr>
            <a:spLocks noChangeAspect="1" noEditPoints="1"/>
          </p:cNvSpPr>
          <p:nvPr/>
        </p:nvSpPr>
        <p:spPr bwMode="auto">
          <a:xfrm>
            <a:off x="3078625" y="4545244"/>
            <a:ext cx="470219" cy="1080000"/>
          </a:xfrm>
          <a:custGeom>
            <a:avLst/>
            <a:gdLst>
              <a:gd name="T0" fmla="*/ 521 w 657"/>
              <a:gd name="T1" fmla="*/ 740 h 1509"/>
              <a:gd name="T2" fmla="*/ 611 w 657"/>
              <a:gd name="T3" fmla="*/ 557 h 1509"/>
              <a:gd name="T4" fmla="*/ 654 w 657"/>
              <a:gd name="T5" fmla="*/ 419 h 1509"/>
              <a:gd name="T6" fmla="*/ 652 w 657"/>
              <a:gd name="T7" fmla="*/ 347 h 1509"/>
              <a:gd name="T8" fmla="*/ 626 w 657"/>
              <a:gd name="T9" fmla="*/ 289 h 1509"/>
              <a:gd name="T10" fmla="*/ 573 w 657"/>
              <a:gd name="T11" fmla="*/ 256 h 1509"/>
              <a:gd name="T12" fmla="*/ 473 w 657"/>
              <a:gd name="T13" fmla="*/ 257 h 1509"/>
              <a:gd name="T14" fmla="*/ 335 w 657"/>
              <a:gd name="T15" fmla="*/ 318 h 1509"/>
              <a:gd name="T16" fmla="*/ 165 w 657"/>
              <a:gd name="T17" fmla="*/ 425 h 1509"/>
              <a:gd name="T18" fmla="*/ 96 w 657"/>
              <a:gd name="T19" fmla="*/ 517 h 1509"/>
              <a:gd name="T20" fmla="*/ 57 w 657"/>
              <a:gd name="T21" fmla="*/ 618 h 1509"/>
              <a:gd name="T22" fmla="*/ 53 w 657"/>
              <a:gd name="T23" fmla="*/ 704 h 1509"/>
              <a:gd name="T24" fmla="*/ 97 w 657"/>
              <a:gd name="T25" fmla="*/ 804 h 1509"/>
              <a:gd name="T26" fmla="*/ 195 w 657"/>
              <a:gd name="T27" fmla="*/ 941 h 1509"/>
              <a:gd name="T28" fmla="*/ 228 w 657"/>
              <a:gd name="T29" fmla="*/ 1037 h 1509"/>
              <a:gd name="T30" fmla="*/ 231 w 657"/>
              <a:gd name="T31" fmla="*/ 1267 h 1509"/>
              <a:gd name="T32" fmla="*/ 255 w 657"/>
              <a:gd name="T33" fmla="*/ 1385 h 1509"/>
              <a:gd name="T34" fmla="*/ 320 w 657"/>
              <a:gd name="T35" fmla="*/ 1474 h 1509"/>
              <a:gd name="T36" fmla="*/ 449 w 657"/>
              <a:gd name="T37" fmla="*/ 1509 h 1509"/>
              <a:gd name="T38" fmla="*/ 534 w 657"/>
              <a:gd name="T39" fmla="*/ 1484 h 1509"/>
              <a:gd name="T40" fmla="*/ 608 w 657"/>
              <a:gd name="T41" fmla="*/ 1428 h 1509"/>
              <a:gd name="T42" fmla="*/ 647 w 657"/>
              <a:gd name="T43" fmla="*/ 1351 h 1509"/>
              <a:gd name="T44" fmla="*/ 656 w 657"/>
              <a:gd name="T45" fmla="*/ 1260 h 1509"/>
              <a:gd name="T46" fmla="*/ 631 w 657"/>
              <a:gd name="T47" fmla="*/ 1141 h 1509"/>
              <a:gd name="T48" fmla="*/ 532 w 657"/>
              <a:gd name="T49" fmla="*/ 957 h 1509"/>
              <a:gd name="T50" fmla="*/ 501 w 657"/>
              <a:gd name="T51" fmla="*/ 853 h 1509"/>
              <a:gd name="T52" fmla="*/ 584 w 657"/>
              <a:gd name="T53" fmla="*/ 200 h 1509"/>
              <a:gd name="T54" fmla="*/ 627 w 657"/>
              <a:gd name="T55" fmla="*/ 178 h 1509"/>
              <a:gd name="T56" fmla="*/ 653 w 657"/>
              <a:gd name="T57" fmla="*/ 128 h 1509"/>
              <a:gd name="T58" fmla="*/ 654 w 657"/>
              <a:gd name="T59" fmla="*/ 76 h 1509"/>
              <a:gd name="T60" fmla="*/ 633 w 657"/>
              <a:gd name="T61" fmla="*/ 27 h 1509"/>
              <a:gd name="T62" fmla="*/ 592 w 657"/>
              <a:gd name="T63" fmla="*/ 2 h 1509"/>
              <a:gd name="T64" fmla="*/ 553 w 657"/>
              <a:gd name="T65" fmla="*/ 3 h 1509"/>
              <a:gd name="T66" fmla="*/ 519 w 657"/>
              <a:gd name="T67" fmla="*/ 34 h 1509"/>
              <a:gd name="T68" fmla="*/ 504 w 657"/>
              <a:gd name="T69" fmla="*/ 97 h 1509"/>
              <a:gd name="T70" fmla="*/ 524 w 657"/>
              <a:gd name="T71" fmla="*/ 171 h 1509"/>
              <a:gd name="T72" fmla="*/ 560 w 657"/>
              <a:gd name="T73" fmla="*/ 199 h 1509"/>
              <a:gd name="T74" fmla="*/ 410 w 657"/>
              <a:gd name="T75" fmla="*/ 199 h 1509"/>
              <a:gd name="T76" fmla="*/ 452 w 657"/>
              <a:gd name="T77" fmla="*/ 155 h 1509"/>
              <a:gd name="T78" fmla="*/ 448 w 657"/>
              <a:gd name="T79" fmla="*/ 82 h 1509"/>
              <a:gd name="T80" fmla="*/ 412 w 657"/>
              <a:gd name="T81" fmla="*/ 48 h 1509"/>
              <a:gd name="T82" fmla="*/ 386 w 657"/>
              <a:gd name="T83" fmla="*/ 54 h 1509"/>
              <a:gd name="T84" fmla="*/ 351 w 657"/>
              <a:gd name="T85" fmla="*/ 126 h 1509"/>
              <a:gd name="T86" fmla="*/ 375 w 657"/>
              <a:gd name="T87" fmla="*/ 187 h 1509"/>
              <a:gd name="T88" fmla="*/ 251 w 657"/>
              <a:gd name="T89" fmla="*/ 254 h 1509"/>
              <a:gd name="T90" fmla="*/ 294 w 657"/>
              <a:gd name="T91" fmla="*/ 231 h 1509"/>
              <a:gd name="T92" fmla="*/ 298 w 657"/>
              <a:gd name="T93" fmla="*/ 181 h 1509"/>
              <a:gd name="T94" fmla="*/ 251 w 657"/>
              <a:gd name="T95" fmla="*/ 149 h 1509"/>
              <a:gd name="T96" fmla="*/ 210 w 657"/>
              <a:gd name="T97" fmla="*/ 173 h 1509"/>
              <a:gd name="T98" fmla="*/ 205 w 657"/>
              <a:gd name="T99" fmla="*/ 222 h 1509"/>
              <a:gd name="T100" fmla="*/ 251 w 657"/>
              <a:gd name="T101" fmla="*/ 254 h 1509"/>
              <a:gd name="T102" fmla="*/ 130 w 657"/>
              <a:gd name="T103" fmla="*/ 342 h 1509"/>
              <a:gd name="T104" fmla="*/ 152 w 657"/>
              <a:gd name="T105" fmla="*/ 299 h 1509"/>
              <a:gd name="T106" fmla="*/ 120 w 657"/>
              <a:gd name="T107" fmla="*/ 252 h 1509"/>
              <a:gd name="T108" fmla="*/ 72 w 657"/>
              <a:gd name="T109" fmla="*/ 257 h 1509"/>
              <a:gd name="T110" fmla="*/ 50 w 657"/>
              <a:gd name="T111" fmla="*/ 299 h 1509"/>
              <a:gd name="T112" fmla="*/ 81 w 657"/>
              <a:gd name="T113" fmla="*/ 346 h 1509"/>
              <a:gd name="T114" fmla="*/ 20 w 657"/>
              <a:gd name="T115" fmla="*/ 401 h 1509"/>
              <a:gd name="T116" fmla="*/ 0 w 657"/>
              <a:gd name="T117" fmla="*/ 422 h 1509"/>
              <a:gd name="T118" fmla="*/ 7 w 657"/>
              <a:gd name="T119" fmla="*/ 444 h 1509"/>
              <a:gd name="T120" fmla="*/ 31 w 657"/>
              <a:gd name="T121" fmla="*/ 451 h 1509"/>
              <a:gd name="T122" fmla="*/ 51 w 657"/>
              <a:gd name="T123" fmla="*/ 431 h 1509"/>
              <a:gd name="T124" fmla="*/ 44 w 657"/>
              <a:gd name="T125" fmla="*/ 408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57" h="1509">
                <a:moveTo>
                  <a:pt x="502" y="825"/>
                </a:moveTo>
                <a:lnTo>
                  <a:pt x="502" y="825"/>
                </a:lnTo>
                <a:lnTo>
                  <a:pt x="504" y="811"/>
                </a:lnTo>
                <a:lnTo>
                  <a:pt x="506" y="797"/>
                </a:lnTo>
                <a:lnTo>
                  <a:pt x="513" y="768"/>
                </a:lnTo>
                <a:lnTo>
                  <a:pt x="521" y="740"/>
                </a:lnTo>
                <a:lnTo>
                  <a:pt x="532" y="714"/>
                </a:lnTo>
                <a:lnTo>
                  <a:pt x="544" y="687"/>
                </a:lnTo>
                <a:lnTo>
                  <a:pt x="557" y="661"/>
                </a:lnTo>
                <a:lnTo>
                  <a:pt x="585" y="609"/>
                </a:lnTo>
                <a:lnTo>
                  <a:pt x="598" y="583"/>
                </a:lnTo>
                <a:lnTo>
                  <a:pt x="611" y="557"/>
                </a:lnTo>
                <a:lnTo>
                  <a:pt x="624" y="531"/>
                </a:lnTo>
                <a:lnTo>
                  <a:pt x="634" y="504"/>
                </a:lnTo>
                <a:lnTo>
                  <a:pt x="644" y="476"/>
                </a:lnTo>
                <a:lnTo>
                  <a:pt x="650" y="448"/>
                </a:lnTo>
                <a:lnTo>
                  <a:pt x="653" y="434"/>
                </a:lnTo>
                <a:lnTo>
                  <a:pt x="654" y="419"/>
                </a:lnTo>
                <a:lnTo>
                  <a:pt x="656" y="404"/>
                </a:lnTo>
                <a:lnTo>
                  <a:pt x="657" y="389"/>
                </a:lnTo>
                <a:lnTo>
                  <a:pt x="657" y="389"/>
                </a:lnTo>
                <a:lnTo>
                  <a:pt x="656" y="373"/>
                </a:lnTo>
                <a:lnTo>
                  <a:pt x="654" y="360"/>
                </a:lnTo>
                <a:lnTo>
                  <a:pt x="652" y="347"/>
                </a:lnTo>
                <a:lnTo>
                  <a:pt x="650" y="336"/>
                </a:lnTo>
                <a:lnTo>
                  <a:pt x="646" y="324"/>
                </a:lnTo>
                <a:lnTo>
                  <a:pt x="642" y="314"/>
                </a:lnTo>
                <a:lnTo>
                  <a:pt x="637" y="305"/>
                </a:lnTo>
                <a:lnTo>
                  <a:pt x="632" y="297"/>
                </a:lnTo>
                <a:lnTo>
                  <a:pt x="626" y="289"/>
                </a:lnTo>
                <a:lnTo>
                  <a:pt x="619" y="283"/>
                </a:lnTo>
                <a:lnTo>
                  <a:pt x="613" y="276"/>
                </a:lnTo>
                <a:lnTo>
                  <a:pt x="605" y="271"/>
                </a:lnTo>
                <a:lnTo>
                  <a:pt x="598" y="266"/>
                </a:lnTo>
                <a:lnTo>
                  <a:pt x="590" y="263"/>
                </a:lnTo>
                <a:lnTo>
                  <a:pt x="573" y="256"/>
                </a:lnTo>
                <a:lnTo>
                  <a:pt x="557" y="252"/>
                </a:lnTo>
                <a:lnTo>
                  <a:pt x="539" y="250"/>
                </a:lnTo>
                <a:lnTo>
                  <a:pt x="521" y="250"/>
                </a:lnTo>
                <a:lnTo>
                  <a:pt x="505" y="251"/>
                </a:lnTo>
                <a:lnTo>
                  <a:pt x="488" y="253"/>
                </a:lnTo>
                <a:lnTo>
                  <a:pt x="473" y="257"/>
                </a:lnTo>
                <a:lnTo>
                  <a:pt x="459" y="260"/>
                </a:lnTo>
                <a:lnTo>
                  <a:pt x="446" y="265"/>
                </a:lnTo>
                <a:lnTo>
                  <a:pt x="446" y="265"/>
                </a:lnTo>
                <a:lnTo>
                  <a:pt x="417" y="278"/>
                </a:lnTo>
                <a:lnTo>
                  <a:pt x="380" y="296"/>
                </a:lnTo>
                <a:lnTo>
                  <a:pt x="335" y="318"/>
                </a:lnTo>
                <a:lnTo>
                  <a:pt x="288" y="344"/>
                </a:lnTo>
                <a:lnTo>
                  <a:pt x="242" y="371"/>
                </a:lnTo>
                <a:lnTo>
                  <a:pt x="219" y="385"/>
                </a:lnTo>
                <a:lnTo>
                  <a:pt x="199" y="398"/>
                </a:lnTo>
                <a:lnTo>
                  <a:pt x="182" y="412"/>
                </a:lnTo>
                <a:lnTo>
                  <a:pt x="165" y="425"/>
                </a:lnTo>
                <a:lnTo>
                  <a:pt x="152" y="438"/>
                </a:lnTo>
                <a:lnTo>
                  <a:pt x="143" y="451"/>
                </a:lnTo>
                <a:lnTo>
                  <a:pt x="143" y="451"/>
                </a:lnTo>
                <a:lnTo>
                  <a:pt x="126" y="474"/>
                </a:lnTo>
                <a:lnTo>
                  <a:pt x="111" y="495"/>
                </a:lnTo>
                <a:lnTo>
                  <a:pt x="96" y="517"/>
                </a:lnTo>
                <a:lnTo>
                  <a:pt x="81" y="542"/>
                </a:lnTo>
                <a:lnTo>
                  <a:pt x="76" y="555"/>
                </a:lnTo>
                <a:lnTo>
                  <a:pt x="70" y="569"/>
                </a:lnTo>
                <a:lnTo>
                  <a:pt x="64" y="583"/>
                </a:lnTo>
                <a:lnTo>
                  <a:pt x="60" y="600"/>
                </a:lnTo>
                <a:lnTo>
                  <a:pt x="57" y="618"/>
                </a:lnTo>
                <a:lnTo>
                  <a:pt x="54" y="636"/>
                </a:lnTo>
                <a:lnTo>
                  <a:pt x="52" y="658"/>
                </a:lnTo>
                <a:lnTo>
                  <a:pt x="52" y="680"/>
                </a:lnTo>
                <a:lnTo>
                  <a:pt x="52" y="680"/>
                </a:lnTo>
                <a:lnTo>
                  <a:pt x="52" y="692"/>
                </a:lnTo>
                <a:lnTo>
                  <a:pt x="53" y="704"/>
                </a:lnTo>
                <a:lnTo>
                  <a:pt x="55" y="714"/>
                </a:lnTo>
                <a:lnTo>
                  <a:pt x="58" y="725"/>
                </a:lnTo>
                <a:lnTo>
                  <a:pt x="65" y="746"/>
                </a:lnTo>
                <a:lnTo>
                  <a:pt x="73" y="766"/>
                </a:lnTo>
                <a:lnTo>
                  <a:pt x="84" y="785"/>
                </a:lnTo>
                <a:lnTo>
                  <a:pt x="97" y="804"/>
                </a:lnTo>
                <a:lnTo>
                  <a:pt x="110" y="823"/>
                </a:lnTo>
                <a:lnTo>
                  <a:pt x="124" y="842"/>
                </a:lnTo>
                <a:lnTo>
                  <a:pt x="153" y="879"/>
                </a:lnTo>
                <a:lnTo>
                  <a:pt x="168" y="899"/>
                </a:lnTo>
                <a:lnTo>
                  <a:pt x="182" y="919"/>
                </a:lnTo>
                <a:lnTo>
                  <a:pt x="195" y="941"/>
                </a:lnTo>
                <a:lnTo>
                  <a:pt x="205" y="963"/>
                </a:lnTo>
                <a:lnTo>
                  <a:pt x="216" y="985"/>
                </a:lnTo>
                <a:lnTo>
                  <a:pt x="223" y="1010"/>
                </a:lnTo>
                <a:lnTo>
                  <a:pt x="223" y="1010"/>
                </a:lnTo>
                <a:lnTo>
                  <a:pt x="225" y="1023"/>
                </a:lnTo>
                <a:lnTo>
                  <a:pt x="228" y="1037"/>
                </a:lnTo>
                <a:lnTo>
                  <a:pt x="230" y="1069"/>
                </a:lnTo>
                <a:lnTo>
                  <a:pt x="230" y="1105"/>
                </a:lnTo>
                <a:lnTo>
                  <a:pt x="230" y="1143"/>
                </a:lnTo>
                <a:lnTo>
                  <a:pt x="229" y="1184"/>
                </a:lnTo>
                <a:lnTo>
                  <a:pt x="230" y="1225"/>
                </a:lnTo>
                <a:lnTo>
                  <a:pt x="231" y="1267"/>
                </a:lnTo>
                <a:lnTo>
                  <a:pt x="234" y="1287"/>
                </a:lnTo>
                <a:lnTo>
                  <a:pt x="236" y="1309"/>
                </a:lnTo>
                <a:lnTo>
                  <a:pt x="239" y="1329"/>
                </a:lnTo>
                <a:lnTo>
                  <a:pt x="243" y="1349"/>
                </a:lnTo>
                <a:lnTo>
                  <a:pt x="249" y="1368"/>
                </a:lnTo>
                <a:lnTo>
                  <a:pt x="255" y="1385"/>
                </a:lnTo>
                <a:lnTo>
                  <a:pt x="262" y="1403"/>
                </a:lnTo>
                <a:lnTo>
                  <a:pt x="270" y="1419"/>
                </a:lnTo>
                <a:lnTo>
                  <a:pt x="281" y="1435"/>
                </a:lnTo>
                <a:lnTo>
                  <a:pt x="292" y="1449"/>
                </a:lnTo>
                <a:lnTo>
                  <a:pt x="305" y="1462"/>
                </a:lnTo>
                <a:lnTo>
                  <a:pt x="320" y="1474"/>
                </a:lnTo>
                <a:lnTo>
                  <a:pt x="337" y="1484"/>
                </a:lnTo>
                <a:lnTo>
                  <a:pt x="355" y="1493"/>
                </a:lnTo>
                <a:lnTo>
                  <a:pt x="375" y="1500"/>
                </a:lnTo>
                <a:lnTo>
                  <a:pt x="399" y="1504"/>
                </a:lnTo>
                <a:lnTo>
                  <a:pt x="422" y="1508"/>
                </a:lnTo>
                <a:lnTo>
                  <a:pt x="449" y="1509"/>
                </a:lnTo>
                <a:lnTo>
                  <a:pt x="449" y="1509"/>
                </a:lnTo>
                <a:lnTo>
                  <a:pt x="459" y="1508"/>
                </a:lnTo>
                <a:lnTo>
                  <a:pt x="482" y="1503"/>
                </a:lnTo>
                <a:lnTo>
                  <a:pt x="498" y="1498"/>
                </a:lnTo>
                <a:lnTo>
                  <a:pt x="515" y="1493"/>
                </a:lnTo>
                <a:lnTo>
                  <a:pt x="534" y="1484"/>
                </a:lnTo>
                <a:lnTo>
                  <a:pt x="553" y="1475"/>
                </a:lnTo>
                <a:lnTo>
                  <a:pt x="572" y="1462"/>
                </a:lnTo>
                <a:lnTo>
                  <a:pt x="581" y="1455"/>
                </a:lnTo>
                <a:lnTo>
                  <a:pt x="591" y="1447"/>
                </a:lnTo>
                <a:lnTo>
                  <a:pt x="600" y="1437"/>
                </a:lnTo>
                <a:lnTo>
                  <a:pt x="608" y="1428"/>
                </a:lnTo>
                <a:lnTo>
                  <a:pt x="617" y="1417"/>
                </a:lnTo>
                <a:lnTo>
                  <a:pt x="624" y="1406"/>
                </a:lnTo>
                <a:lnTo>
                  <a:pt x="631" y="1393"/>
                </a:lnTo>
                <a:lnTo>
                  <a:pt x="638" y="1381"/>
                </a:lnTo>
                <a:lnTo>
                  <a:pt x="643" y="1366"/>
                </a:lnTo>
                <a:lnTo>
                  <a:pt x="647" y="1351"/>
                </a:lnTo>
                <a:lnTo>
                  <a:pt x="652" y="1335"/>
                </a:lnTo>
                <a:lnTo>
                  <a:pt x="654" y="1318"/>
                </a:lnTo>
                <a:lnTo>
                  <a:pt x="656" y="1299"/>
                </a:lnTo>
                <a:lnTo>
                  <a:pt x="657" y="1280"/>
                </a:lnTo>
                <a:lnTo>
                  <a:pt x="657" y="1280"/>
                </a:lnTo>
                <a:lnTo>
                  <a:pt x="656" y="1260"/>
                </a:lnTo>
                <a:lnTo>
                  <a:pt x="654" y="1241"/>
                </a:lnTo>
                <a:lnTo>
                  <a:pt x="652" y="1224"/>
                </a:lnTo>
                <a:lnTo>
                  <a:pt x="650" y="1206"/>
                </a:lnTo>
                <a:lnTo>
                  <a:pt x="646" y="1188"/>
                </a:lnTo>
                <a:lnTo>
                  <a:pt x="642" y="1172"/>
                </a:lnTo>
                <a:lnTo>
                  <a:pt x="631" y="1141"/>
                </a:lnTo>
                <a:lnTo>
                  <a:pt x="618" y="1112"/>
                </a:lnTo>
                <a:lnTo>
                  <a:pt x="604" y="1083"/>
                </a:lnTo>
                <a:lnTo>
                  <a:pt x="590" y="1057"/>
                </a:lnTo>
                <a:lnTo>
                  <a:pt x="574" y="1031"/>
                </a:lnTo>
                <a:lnTo>
                  <a:pt x="545" y="982"/>
                </a:lnTo>
                <a:lnTo>
                  <a:pt x="532" y="957"/>
                </a:lnTo>
                <a:lnTo>
                  <a:pt x="520" y="932"/>
                </a:lnTo>
                <a:lnTo>
                  <a:pt x="512" y="908"/>
                </a:lnTo>
                <a:lnTo>
                  <a:pt x="508" y="895"/>
                </a:lnTo>
                <a:lnTo>
                  <a:pt x="505" y="882"/>
                </a:lnTo>
                <a:lnTo>
                  <a:pt x="502" y="868"/>
                </a:lnTo>
                <a:lnTo>
                  <a:pt x="501" y="853"/>
                </a:lnTo>
                <a:lnTo>
                  <a:pt x="501" y="839"/>
                </a:lnTo>
                <a:lnTo>
                  <a:pt x="502" y="825"/>
                </a:lnTo>
                <a:lnTo>
                  <a:pt x="502" y="825"/>
                </a:lnTo>
                <a:close/>
                <a:moveTo>
                  <a:pt x="577" y="201"/>
                </a:moveTo>
                <a:lnTo>
                  <a:pt x="577" y="201"/>
                </a:lnTo>
                <a:lnTo>
                  <a:pt x="584" y="200"/>
                </a:lnTo>
                <a:lnTo>
                  <a:pt x="592" y="199"/>
                </a:lnTo>
                <a:lnTo>
                  <a:pt x="600" y="197"/>
                </a:lnTo>
                <a:lnTo>
                  <a:pt x="607" y="193"/>
                </a:lnTo>
                <a:lnTo>
                  <a:pt x="614" y="188"/>
                </a:lnTo>
                <a:lnTo>
                  <a:pt x="621" y="184"/>
                </a:lnTo>
                <a:lnTo>
                  <a:pt x="627" y="178"/>
                </a:lnTo>
                <a:lnTo>
                  <a:pt x="633" y="171"/>
                </a:lnTo>
                <a:lnTo>
                  <a:pt x="638" y="164"/>
                </a:lnTo>
                <a:lnTo>
                  <a:pt x="643" y="155"/>
                </a:lnTo>
                <a:lnTo>
                  <a:pt x="646" y="147"/>
                </a:lnTo>
                <a:lnTo>
                  <a:pt x="650" y="138"/>
                </a:lnTo>
                <a:lnTo>
                  <a:pt x="653" y="128"/>
                </a:lnTo>
                <a:lnTo>
                  <a:pt x="654" y="118"/>
                </a:lnTo>
                <a:lnTo>
                  <a:pt x="656" y="108"/>
                </a:lnTo>
                <a:lnTo>
                  <a:pt x="657" y="97"/>
                </a:lnTo>
                <a:lnTo>
                  <a:pt x="657" y="97"/>
                </a:lnTo>
                <a:lnTo>
                  <a:pt x="656" y="87"/>
                </a:lnTo>
                <a:lnTo>
                  <a:pt x="654" y="76"/>
                </a:lnTo>
                <a:lnTo>
                  <a:pt x="653" y="67"/>
                </a:lnTo>
                <a:lnTo>
                  <a:pt x="650" y="57"/>
                </a:lnTo>
                <a:lnTo>
                  <a:pt x="646" y="49"/>
                </a:lnTo>
                <a:lnTo>
                  <a:pt x="643" y="41"/>
                </a:lnTo>
                <a:lnTo>
                  <a:pt x="638" y="34"/>
                </a:lnTo>
                <a:lnTo>
                  <a:pt x="633" y="27"/>
                </a:lnTo>
                <a:lnTo>
                  <a:pt x="627" y="21"/>
                </a:lnTo>
                <a:lnTo>
                  <a:pt x="621" y="15"/>
                </a:lnTo>
                <a:lnTo>
                  <a:pt x="614" y="10"/>
                </a:lnTo>
                <a:lnTo>
                  <a:pt x="607" y="7"/>
                </a:lnTo>
                <a:lnTo>
                  <a:pt x="600" y="3"/>
                </a:lnTo>
                <a:lnTo>
                  <a:pt x="592" y="2"/>
                </a:lnTo>
                <a:lnTo>
                  <a:pt x="584" y="0"/>
                </a:lnTo>
                <a:lnTo>
                  <a:pt x="577" y="0"/>
                </a:lnTo>
                <a:lnTo>
                  <a:pt x="577" y="0"/>
                </a:lnTo>
                <a:lnTo>
                  <a:pt x="568" y="0"/>
                </a:lnTo>
                <a:lnTo>
                  <a:pt x="560" y="2"/>
                </a:lnTo>
                <a:lnTo>
                  <a:pt x="553" y="3"/>
                </a:lnTo>
                <a:lnTo>
                  <a:pt x="546" y="7"/>
                </a:lnTo>
                <a:lnTo>
                  <a:pt x="540" y="10"/>
                </a:lnTo>
                <a:lnTo>
                  <a:pt x="534" y="15"/>
                </a:lnTo>
                <a:lnTo>
                  <a:pt x="528" y="21"/>
                </a:lnTo>
                <a:lnTo>
                  <a:pt x="524" y="27"/>
                </a:lnTo>
                <a:lnTo>
                  <a:pt x="519" y="34"/>
                </a:lnTo>
                <a:lnTo>
                  <a:pt x="515" y="41"/>
                </a:lnTo>
                <a:lnTo>
                  <a:pt x="512" y="49"/>
                </a:lnTo>
                <a:lnTo>
                  <a:pt x="508" y="57"/>
                </a:lnTo>
                <a:lnTo>
                  <a:pt x="505" y="76"/>
                </a:lnTo>
                <a:lnTo>
                  <a:pt x="504" y="97"/>
                </a:lnTo>
                <a:lnTo>
                  <a:pt x="504" y="97"/>
                </a:lnTo>
                <a:lnTo>
                  <a:pt x="505" y="118"/>
                </a:lnTo>
                <a:lnTo>
                  <a:pt x="508" y="138"/>
                </a:lnTo>
                <a:lnTo>
                  <a:pt x="512" y="147"/>
                </a:lnTo>
                <a:lnTo>
                  <a:pt x="515" y="155"/>
                </a:lnTo>
                <a:lnTo>
                  <a:pt x="519" y="164"/>
                </a:lnTo>
                <a:lnTo>
                  <a:pt x="524" y="171"/>
                </a:lnTo>
                <a:lnTo>
                  <a:pt x="528" y="178"/>
                </a:lnTo>
                <a:lnTo>
                  <a:pt x="534" y="184"/>
                </a:lnTo>
                <a:lnTo>
                  <a:pt x="540" y="188"/>
                </a:lnTo>
                <a:lnTo>
                  <a:pt x="546" y="193"/>
                </a:lnTo>
                <a:lnTo>
                  <a:pt x="553" y="197"/>
                </a:lnTo>
                <a:lnTo>
                  <a:pt x="560" y="199"/>
                </a:lnTo>
                <a:lnTo>
                  <a:pt x="568" y="200"/>
                </a:lnTo>
                <a:lnTo>
                  <a:pt x="577" y="201"/>
                </a:lnTo>
                <a:lnTo>
                  <a:pt x="577" y="201"/>
                </a:lnTo>
                <a:close/>
                <a:moveTo>
                  <a:pt x="405" y="200"/>
                </a:moveTo>
                <a:lnTo>
                  <a:pt x="405" y="200"/>
                </a:lnTo>
                <a:lnTo>
                  <a:pt x="410" y="199"/>
                </a:lnTo>
                <a:lnTo>
                  <a:pt x="415" y="198"/>
                </a:lnTo>
                <a:lnTo>
                  <a:pt x="426" y="194"/>
                </a:lnTo>
                <a:lnTo>
                  <a:pt x="434" y="187"/>
                </a:lnTo>
                <a:lnTo>
                  <a:pt x="441" y="179"/>
                </a:lnTo>
                <a:lnTo>
                  <a:pt x="447" y="168"/>
                </a:lnTo>
                <a:lnTo>
                  <a:pt x="452" y="155"/>
                </a:lnTo>
                <a:lnTo>
                  <a:pt x="455" y="141"/>
                </a:lnTo>
                <a:lnTo>
                  <a:pt x="455" y="126"/>
                </a:lnTo>
                <a:lnTo>
                  <a:pt x="455" y="126"/>
                </a:lnTo>
                <a:lnTo>
                  <a:pt x="455" y="110"/>
                </a:lnTo>
                <a:lnTo>
                  <a:pt x="452" y="95"/>
                </a:lnTo>
                <a:lnTo>
                  <a:pt x="448" y="82"/>
                </a:lnTo>
                <a:lnTo>
                  <a:pt x="442" y="70"/>
                </a:lnTo>
                <a:lnTo>
                  <a:pt x="435" y="61"/>
                </a:lnTo>
                <a:lnTo>
                  <a:pt x="427" y="54"/>
                </a:lnTo>
                <a:lnTo>
                  <a:pt x="422" y="51"/>
                </a:lnTo>
                <a:lnTo>
                  <a:pt x="417" y="49"/>
                </a:lnTo>
                <a:lnTo>
                  <a:pt x="412" y="48"/>
                </a:lnTo>
                <a:lnTo>
                  <a:pt x="406" y="48"/>
                </a:lnTo>
                <a:lnTo>
                  <a:pt x="406" y="48"/>
                </a:lnTo>
                <a:lnTo>
                  <a:pt x="401" y="48"/>
                </a:lnTo>
                <a:lnTo>
                  <a:pt x="395" y="49"/>
                </a:lnTo>
                <a:lnTo>
                  <a:pt x="390" y="51"/>
                </a:lnTo>
                <a:lnTo>
                  <a:pt x="386" y="54"/>
                </a:lnTo>
                <a:lnTo>
                  <a:pt x="376" y="61"/>
                </a:lnTo>
                <a:lnTo>
                  <a:pt x="368" y="70"/>
                </a:lnTo>
                <a:lnTo>
                  <a:pt x="361" y="82"/>
                </a:lnTo>
                <a:lnTo>
                  <a:pt x="356" y="95"/>
                </a:lnTo>
                <a:lnTo>
                  <a:pt x="353" y="110"/>
                </a:lnTo>
                <a:lnTo>
                  <a:pt x="351" y="126"/>
                </a:lnTo>
                <a:lnTo>
                  <a:pt x="351" y="126"/>
                </a:lnTo>
                <a:lnTo>
                  <a:pt x="353" y="141"/>
                </a:lnTo>
                <a:lnTo>
                  <a:pt x="356" y="155"/>
                </a:lnTo>
                <a:lnTo>
                  <a:pt x="361" y="168"/>
                </a:lnTo>
                <a:lnTo>
                  <a:pt x="367" y="179"/>
                </a:lnTo>
                <a:lnTo>
                  <a:pt x="375" y="187"/>
                </a:lnTo>
                <a:lnTo>
                  <a:pt x="383" y="194"/>
                </a:lnTo>
                <a:lnTo>
                  <a:pt x="394" y="198"/>
                </a:lnTo>
                <a:lnTo>
                  <a:pt x="399" y="199"/>
                </a:lnTo>
                <a:lnTo>
                  <a:pt x="405" y="200"/>
                </a:lnTo>
                <a:lnTo>
                  <a:pt x="405" y="200"/>
                </a:lnTo>
                <a:close/>
                <a:moveTo>
                  <a:pt x="251" y="254"/>
                </a:moveTo>
                <a:lnTo>
                  <a:pt x="251" y="254"/>
                </a:lnTo>
                <a:lnTo>
                  <a:pt x="262" y="253"/>
                </a:lnTo>
                <a:lnTo>
                  <a:pt x="271" y="250"/>
                </a:lnTo>
                <a:lnTo>
                  <a:pt x="280" y="245"/>
                </a:lnTo>
                <a:lnTo>
                  <a:pt x="287" y="239"/>
                </a:lnTo>
                <a:lnTo>
                  <a:pt x="294" y="231"/>
                </a:lnTo>
                <a:lnTo>
                  <a:pt x="298" y="222"/>
                </a:lnTo>
                <a:lnTo>
                  <a:pt x="301" y="212"/>
                </a:lnTo>
                <a:lnTo>
                  <a:pt x="302" y="201"/>
                </a:lnTo>
                <a:lnTo>
                  <a:pt x="302" y="201"/>
                </a:lnTo>
                <a:lnTo>
                  <a:pt x="301" y="191"/>
                </a:lnTo>
                <a:lnTo>
                  <a:pt x="298" y="181"/>
                </a:lnTo>
                <a:lnTo>
                  <a:pt x="294" y="173"/>
                </a:lnTo>
                <a:lnTo>
                  <a:pt x="287" y="165"/>
                </a:lnTo>
                <a:lnTo>
                  <a:pt x="280" y="159"/>
                </a:lnTo>
                <a:lnTo>
                  <a:pt x="271" y="154"/>
                </a:lnTo>
                <a:lnTo>
                  <a:pt x="262" y="151"/>
                </a:lnTo>
                <a:lnTo>
                  <a:pt x="251" y="149"/>
                </a:lnTo>
                <a:lnTo>
                  <a:pt x="251" y="149"/>
                </a:lnTo>
                <a:lnTo>
                  <a:pt x="242" y="151"/>
                </a:lnTo>
                <a:lnTo>
                  <a:pt x="231" y="154"/>
                </a:lnTo>
                <a:lnTo>
                  <a:pt x="223" y="159"/>
                </a:lnTo>
                <a:lnTo>
                  <a:pt x="216" y="165"/>
                </a:lnTo>
                <a:lnTo>
                  <a:pt x="210" y="173"/>
                </a:lnTo>
                <a:lnTo>
                  <a:pt x="205" y="181"/>
                </a:lnTo>
                <a:lnTo>
                  <a:pt x="202" y="191"/>
                </a:lnTo>
                <a:lnTo>
                  <a:pt x="201" y="201"/>
                </a:lnTo>
                <a:lnTo>
                  <a:pt x="201" y="201"/>
                </a:lnTo>
                <a:lnTo>
                  <a:pt x="202" y="212"/>
                </a:lnTo>
                <a:lnTo>
                  <a:pt x="205" y="222"/>
                </a:lnTo>
                <a:lnTo>
                  <a:pt x="210" y="231"/>
                </a:lnTo>
                <a:lnTo>
                  <a:pt x="216" y="239"/>
                </a:lnTo>
                <a:lnTo>
                  <a:pt x="223" y="245"/>
                </a:lnTo>
                <a:lnTo>
                  <a:pt x="231" y="250"/>
                </a:lnTo>
                <a:lnTo>
                  <a:pt x="242" y="253"/>
                </a:lnTo>
                <a:lnTo>
                  <a:pt x="251" y="254"/>
                </a:lnTo>
                <a:lnTo>
                  <a:pt x="251" y="254"/>
                </a:lnTo>
                <a:close/>
                <a:moveTo>
                  <a:pt x="100" y="351"/>
                </a:moveTo>
                <a:lnTo>
                  <a:pt x="100" y="351"/>
                </a:lnTo>
                <a:lnTo>
                  <a:pt x="111" y="350"/>
                </a:lnTo>
                <a:lnTo>
                  <a:pt x="120" y="346"/>
                </a:lnTo>
                <a:lnTo>
                  <a:pt x="130" y="342"/>
                </a:lnTo>
                <a:lnTo>
                  <a:pt x="137" y="336"/>
                </a:lnTo>
                <a:lnTo>
                  <a:pt x="143" y="329"/>
                </a:lnTo>
                <a:lnTo>
                  <a:pt x="147" y="319"/>
                </a:lnTo>
                <a:lnTo>
                  <a:pt x="151" y="310"/>
                </a:lnTo>
                <a:lnTo>
                  <a:pt x="152" y="299"/>
                </a:lnTo>
                <a:lnTo>
                  <a:pt x="152" y="299"/>
                </a:lnTo>
                <a:lnTo>
                  <a:pt x="151" y="290"/>
                </a:lnTo>
                <a:lnTo>
                  <a:pt x="147" y="279"/>
                </a:lnTo>
                <a:lnTo>
                  <a:pt x="143" y="271"/>
                </a:lnTo>
                <a:lnTo>
                  <a:pt x="137" y="264"/>
                </a:lnTo>
                <a:lnTo>
                  <a:pt x="130" y="257"/>
                </a:lnTo>
                <a:lnTo>
                  <a:pt x="120" y="252"/>
                </a:lnTo>
                <a:lnTo>
                  <a:pt x="111" y="250"/>
                </a:lnTo>
                <a:lnTo>
                  <a:pt x="100" y="248"/>
                </a:lnTo>
                <a:lnTo>
                  <a:pt x="100" y="248"/>
                </a:lnTo>
                <a:lnTo>
                  <a:pt x="91" y="250"/>
                </a:lnTo>
                <a:lnTo>
                  <a:pt x="81" y="252"/>
                </a:lnTo>
                <a:lnTo>
                  <a:pt x="72" y="257"/>
                </a:lnTo>
                <a:lnTo>
                  <a:pt x="65" y="264"/>
                </a:lnTo>
                <a:lnTo>
                  <a:pt x="59" y="271"/>
                </a:lnTo>
                <a:lnTo>
                  <a:pt x="54" y="279"/>
                </a:lnTo>
                <a:lnTo>
                  <a:pt x="51" y="290"/>
                </a:lnTo>
                <a:lnTo>
                  <a:pt x="50" y="299"/>
                </a:lnTo>
                <a:lnTo>
                  <a:pt x="50" y="299"/>
                </a:lnTo>
                <a:lnTo>
                  <a:pt x="51" y="310"/>
                </a:lnTo>
                <a:lnTo>
                  <a:pt x="54" y="319"/>
                </a:lnTo>
                <a:lnTo>
                  <a:pt x="59" y="329"/>
                </a:lnTo>
                <a:lnTo>
                  <a:pt x="65" y="336"/>
                </a:lnTo>
                <a:lnTo>
                  <a:pt x="72" y="342"/>
                </a:lnTo>
                <a:lnTo>
                  <a:pt x="81" y="346"/>
                </a:lnTo>
                <a:lnTo>
                  <a:pt x="91" y="350"/>
                </a:lnTo>
                <a:lnTo>
                  <a:pt x="100" y="351"/>
                </a:lnTo>
                <a:lnTo>
                  <a:pt x="100" y="351"/>
                </a:lnTo>
                <a:close/>
                <a:moveTo>
                  <a:pt x="26" y="401"/>
                </a:moveTo>
                <a:lnTo>
                  <a:pt x="26" y="401"/>
                </a:lnTo>
                <a:lnTo>
                  <a:pt x="20" y="401"/>
                </a:lnTo>
                <a:lnTo>
                  <a:pt x="15" y="403"/>
                </a:lnTo>
                <a:lnTo>
                  <a:pt x="12" y="405"/>
                </a:lnTo>
                <a:lnTo>
                  <a:pt x="7" y="408"/>
                </a:lnTo>
                <a:lnTo>
                  <a:pt x="5" y="412"/>
                </a:lnTo>
                <a:lnTo>
                  <a:pt x="2" y="416"/>
                </a:lnTo>
                <a:lnTo>
                  <a:pt x="0" y="422"/>
                </a:lnTo>
                <a:lnTo>
                  <a:pt x="0" y="427"/>
                </a:lnTo>
                <a:lnTo>
                  <a:pt x="0" y="427"/>
                </a:lnTo>
                <a:lnTo>
                  <a:pt x="0" y="431"/>
                </a:lnTo>
                <a:lnTo>
                  <a:pt x="2" y="436"/>
                </a:lnTo>
                <a:lnTo>
                  <a:pt x="5" y="441"/>
                </a:lnTo>
                <a:lnTo>
                  <a:pt x="7" y="444"/>
                </a:lnTo>
                <a:lnTo>
                  <a:pt x="12" y="448"/>
                </a:lnTo>
                <a:lnTo>
                  <a:pt x="15" y="450"/>
                </a:lnTo>
                <a:lnTo>
                  <a:pt x="20" y="451"/>
                </a:lnTo>
                <a:lnTo>
                  <a:pt x="26" y="452"/>
                </a:lnTo>
                <a:lnTo>
                  <a:pt x="26" y="452"/>
                </a:lnTo>
                <a:lnTo>
                  <a:pt x="31" y="451"/>
                </a:lnTo>
                <a:lnTo>
                  <a:pt x="35" y="450"/>
                </a:lnTo>
                <a:lnTo>
                  <a:pt x="40" y="448"/>
                </a:lnTo>
                <a:lnTo>
                  <a:pt x="44" y="444"/>
                </a:lnTo>
                <a:lnTo>
                  <a:pt x="47" y="441"/>
                </a:lnTo>
                <a:lnTo>
                  <a:pt x="50" y="436"/>
                </a:lnTo>
                <a:lnTo>
                  <a:pt x="51" y="431"/>
                </a:lnTo>
                <a:lnTo>
                  <a:pt x="52" y="427"/>
                </a:lnTo>
                <a:lnTo>
                  <a:pt x="52" y="427"/>
                </a:lnTo>
                <a:lnTo>
                  <a:pt x="51" y="422"/>
                </a:lnTo>
                <a:lnTo>
                  <a:pt x="50" y="416"/>
                </a:lnTo>
                <a:lnTo>
                  <a:pt x="47" y="412"/>
                </a:lnTo>
                <a:lnTo>
                  <a:pt x="44" y="408"/>
                </a:lnTo>
                <a:lnTo>
                  <a:pt x="40" y="405"/>
                </a:lnTo>
                <a:lnTo>
                  <a:pt x="35" y="403"/>
                </a:lnTo>
                <a:lnTo>
                  <a:pt x="31" y="401"/>
                </a:lnTo>
                <a:lnTo>
                  <a:pt x="26" y="401"/>
                </a:lnTo>
                <a:lnTo>
                  <a:pt x="26" y="40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0" name="Freeform 19"/>
          <p:cNvSpPr>
            <a:spLocks noChangeAspect="1" noEditPoints="1"/>
          </p:cNvSpPr>
          <p:nvPr/>
        </p:nvSpPr>
        <p:spPr bwMode="auto">
          <a:xfrm>
            <a:off x="4469383" y="4545124"/>
            <a:ext cx="987673" cy="1080000"/>
          </a:xfrm>
          <a:custGeom>
            <a:avLst/>
            <a:gdLst>
              <a:gd name="T0" fmla="*/ 529 w 1380"/>
              <a:gd name="T1" fmla="*/ 725 h 1509"/>
              <a:gd name="T2" fmla="*/ 548 w 1380"/>
              <a:gd name="T3" fmla="*/ 557 h 1509"/>
              <a:gd name="T4" fmla="*/ 438 w 1380"/>
              <a:gd name="T5" fmla="*/ 501 h 1509"/>
              <a:gd name="T6" fmla="*/ 209 w 1380"/>
              <a:gd name="T7" fmla="*/ 617 h 1509"/>
              <a:gd name="T8" fmla="*/ 70 w 1380"/>
              <a:gd name="T9" fmla="*/ 787 h 1509"/>
              <a:gd name="T10" fmla="*/ 67 w 1380"/>
              <a:gd name="T11" fmla="*/ 943 h 1509"/>
              <a:gd name="T12" fmla="*/ 158 w 1380"/>
              <a:gd name="T13" fmla="*/ 1134 h 1509"/>
              <a:gd name="T14" fmla="*/ 221 w 1380"/>
              <a:gd name="T15" fmla="*/ 1425 h 1509"/>
              <a:gd name="T16" fmla="*/ 377 w 1380"/>
              <a:gd name="T17" fmla="*/ 1509 h 1509"/>
              <a:gd name="T18" fmla="*/ 534 w 1380"/>
              <a:gd name="T19" fmla="*/ 1437 h 1509"/>
              <a:gd name="T20" fmla="*/ 581 w 1380"/>
              <a:gd name="T21" fmla="*/ 1314 h 1509"/>
              <a:gd name="T22" fmla="*/ 498 w 1380"/>
              <a:gd name="T23" fmla="*/ 1120 h 1509"/>
              <a:gd name="T24" fmla="*/ 425 w 1380"/>
              <a:gd name="T25" fmla="*/ 959 h 1509"/>
              <a:gd name="T26" fmla="*/ 476 w 1380"/>
              <a:gd name="T27" fmla="*/ 377 h 1509"/>
              <a:gd name="T28" fmla="*/ 522 w 1380"/>
              <a:gd name="T29" fmla="*/ 474 h 1509"/>
              <a:gd name="T30" fmla="*/ 582 w 1380"/>
              <a:gd name="T31" fmla="*/ 410 h 1509"/>
              <a:gd name="T32" fmla="*/ 528 w 1380"/>
              <a:gd name="T33" fmla="*/ 317 h 1509"/>
              <a:gd name="T34" fmla="*/ 423 w 1380"/>
              <a:gd name="T35" fmla="*/ 419 h 1509"/>
              <a:gd name="T36" fmla="*/ 360 w 1380"/>
              <a:gd name="T37" fmla="*/ 369 h 1509"/>
              <a:gd name="T38" fmla="*/ 329 w 1380"/>
              <a:gd name="T39" fmla="*/ 449 h 1509"/>
              <a:gd name="T40" fmla="*/ 242 w 1380"/>
              <a:gd name="T41" fmla="*/ 518 h 1509"/>
              <a:gd name="T42" fmla="*/ 242 w 1380"/>
              <a:gd name="T43" fmla="*/ 431 h 1509"/>
              <a:gd name="T44" fmla="*/ 166 w 1380"/>
              <a:gd name="T45" fmla="*/ 463 h 1509"/>
              <a:gd name="T46" fmla="*/ 214 w 1380"/>
              <a:gd name="T47" fmla="*/ 528 h 1509"/>
              <a:gd name="T48" fmla="*/ 161 w 1380"/>
              <a:gd name="T49" fmla="*/ 580 h 1509"/>
              <a:gd name="T50" fmla="*/ 86 w 1380"/>
              <a:gd name="T51" fmla="*/ 529 h 1509"/>
              <a:gd name="T52" fmla="*/ 68 w 1380"/>
              <a:gd name="T53" fmla="*/ 617 h 1509"/>
              <a:gd name="T54" fmla="*/ 8 w 1380"/>
              <a:gd name="T55" fmla="*/ 698 h 1509"/>
              <a:gd name="T56" fmla="*/ 17 w 1380"/>
              <a:gd name="T57" fmla="*/ 744 h 1509"/>
              <a:gd name="T58" fmla="*/ 56 w 1380"/>
              <a:gd name="T59" fmla="*/ 718 h 1509"/>
              <a:gd name="T60" fmla="*/ 1005 w 1380"/>
              <a:gd name="T61" fmla="*/ 200 h 1509"/>
              <a:gd name="T62" fmla="*/ 866 w 1380"/>
              <a:gd name="T63" fmla="*/ 202 h 1509"/>
              <a:gd name="T64" fmla="*/ 821 w 1380"/>
              <a:gd name="T65" fmla="*/ 298 h 1509"/>
              <a:gd name="T66" fmla="*/ 929 w 1380"/>
              <a:gd name="T67" fmla="*/ 559 h 1509"/>
              <a:gd name="T68" fmla="*/ 945 w 1380"/>
              <a:gd name="T69" fmla="*/ 715 h 1509"/>
              <a:gd name="T70" fmla="*/ 806 w 1380"/>
              <a:gd name="T71" fmla="*/ 944 h 1509"/>
              <a:gd name="T72" fmla="*/ 818 w 1380"/>
              <a:gd name="T73" fmla="*/ 1086 h 1509"/>
              <a:gd name="T74" fmla="*/ 956 w 1380"/>
              <a:gd name="T75" fmla="*/ 1181 h 1509"/>
              <a:gd name="T76" fmla="*/ 1119 w 1380"/>
              <a:gd name="T77" fmla="*/ 1153 h 1509"/>
              <a:gd name="T78" fmla="*/ 1205 w 1380"/>
              <a:gd name="T79" fmla="*/ 970 h 1509"/>
              <a:gd name="T80" fmla="*/ 1271 w 1380"/>
              <a:gd name="T81" fmla="*/ 706 h 1509"/>
              <a:gd name="T82" fmla="*/ 1323 w 1380"/>
              <a:gd name="T83" fmla="*/ 534 h 1509"/>
              <a:gd name="T84" fmla="*/ 1241 w 1380"/>
              <a:gd name="T85" fmla="*/ 370 h 1509"/>
              <a:gd name="T86" fmla="*/ 852 w 1380"/>
              <a:gd name="T87" fmla="*/ 158 h 1509"/>
              <a:gd name="T88" fmla="*/ 905 w 1380"/>
              <a:gd name="T89" fmla="*/ 76 h 1509"/>
              <a:gd name="T90" fmla="*/ 852 w 1380"/>
              <a:gd name="T91" fmla="*/ 0 h 1509"/>
              <a:gd name="T92" fmla="*/ 797 w 1380"/>
              <a:gd name="T93" fmla="*/ 76 h 1509"/>
              <a:gd name="T94" fmla="*/ 852 w 1380"/>
              <a:gd name="T95" fmla="*/ 158 h 1509"/>
              <a:gd name="T96" fmla="*/ 1060 w 1380"/>
              <a:gd name="T97" fmla="*/ 103 h 1509"/>
              <a:gd name="T98" fmla="*/ 989 w 1380"/>
              <a:gd name="T99" fmla="*/ 55 h 1509"/>
              <a:gd name="T100" fmla="*/ 972 w 1380"/>
              <a:gd name="T101" fmla="*/ 140 h 1509"/>
              <a:gd name="T102" fmla="*/ 1201 w 1380"/>
              <a:gd name="T103" fmla="*/ 193 h 1509"/>
              <a:gd name="T104" fmla="*/ 1185 w 1380"/>
              <a:gd name="T105" fmla="*/ 109 h 1509"/>
              <a:gd name="T106" fmla="*/ 1116 w 1380"/>
              <a:gd name="T107" fmla="*/ 156 h 1509"/>
              <a:gd name="T108" fmla="*/ 1273 w 1380"/>
              <a:gd name="T109" fmla="*/ 317 h 1509"/>
              <a:gd name="T110" fmla="*/ 1326 w 1380"/>
              <a:gd name="T111" fmla="*/ 251 h 1509"/>
              <a:gd name="T112" fmla="*/ 1242 w 1380"/>
              <a:gd name="T113" fmla="*/ 217 h 1509"/>
              <a:gd name="T114" fmla="*/ 1242 w 1380"/>
              <a:gd name="T115" fmla="*/ 307 h 1509"/>
              <a:gd name="T116" fmla="*/ 1328 w 1380"/>
              <a:gd name="T117" fmla="*/ 378 h 1509"/>
              <a:gd name="T118" fmla="*/ 1346 w 1380"/>
              <a:gd name="T119" fmla="*/ 422 h 1509"/>
              <a:gd name="T120" fmla="*/ 1380 w 1380"/>
              <a:gd name="T121" fmla="*/ 395 h 1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80" h="1509">
                <a:moveTo>
                  <a:pt x="425" y="959"/>
                </a:moveTo>
                <a:lnTo>
                  <a:pt x="425" y="959"/>
                </a:lnTo>
                <a:lnTo>
                  <a:pt x="429" y="936"/>
                </a:lnTo>
                <a:lnTo>
                  <a:pt x="433" y="913"/>
                </a:lnTo>
                <a:lnTo>
                  <a:pt x="442" y="891"/>
                </a:lnTo>
                <a:lnTo>
                  <a:pt x="450" y="870"/>
                </a:lnTo>
                <a:lnTo>
                  <a:pt x="461" y="849"/>
                </a:lnTo>
                <a:lnTo>
                  <a:pt x="471" y="827"/>
                </a:lnTo>
                <a:lnTo>
                  <a:pt x="495" y="787"/>
                </a:lnTo>
                <a:lnTo>
                  <a:pt x="518" y="746"/>
                </a:lnTo>
                <a:lnTo>
                  <a:pt x="529" y="725"/>
                </a:lnTo>
                <a:lnTo>
                  <a:pt x="538" y="704"/>
                </a:lnTo>
                <a:lnTo>
                  <a:pt x="545" y="681"/>
                </a:lnTo>
                <a:lnTo>
                  <a:pt x="551" y="659"/>
                </a:lnTo>
                <a:lnTo>
                  <a:pt x="556" y="635"/>
                </a:lnTo>
                <a:lnTo>
                  <a:pt x="557" y="610"/>
                </a:lnTo>
                <a:lnTo>
                  <a:pt x="557" y="610"/>
                </a:lnTo>
                <a:lnTo>
                  <a:pt x="557" y="599"/>
                </a:lnTo>
                <a:lnTo>
                  <a:pt x="556" y="587"/>
                </a:lnTo>
                <a:lnTo>
                  <a:pt x="554" y="576"/>
                </a:lnTo>
                <a:lnTo>
                  <a:pt x="551" y="567"/>
                </a:lnTo>
                <a:lnTo>
                  <a:pt x="548" y="557"/>
                </a:lnTo>
                <a:lnTo>
                  <a:pt x="544" y="549"/>
                </a:lnTo>
                <a:lnTo>
                  <a:pt x="540" y="542"/>
                </a:lnTo>
                <a:lnTo>
                  <a:pt x="535" y="536"/>
                </a:lnTo>
                <a:lnTo>
                  <a:pt x="530" y="529"/>
                </a:lnTo>
                <a:lnTo>
                  <a:pt x="524" y="524"/>
                </a:lnTo>
                <a:lnTo>
                  <a:pt x="512" y="515"/>
                </a:lnTo>
                <a:lnTo>
                  <a:pt x="498" y="509"/>
                </a:lnTo>
                <a:lnTo>
                  <a:pt x="484" y="504"/>
                </a:lnTo>
                <a:lnTo>
                  <a:pt x="469" y="502"/>
                </a:lnTo>
                <a:lnTo>
                  <a:pt x="454" y="501"/>
                </a:lnTo>
                <a:lnTo>
                  <a:pt x="438" y="501"/>
                </a:lnTo>
                <a:lnTo>
                  <a:pt x="423" y="502"/>
                </a:lnTo>
                <a:lnTo>
                  <a:pt x="409" y="504"/>
                </a:lnTo>
                <a:lnTo>
                  <a:pt x="396" y="507"/>
                </a:lnTo>
                <a:lnTo>
                  <a:pt x="384" y="510"/>
                </a:lnTo>
                <a:lnTo>
                  <a:pt x="375" y="515"/>
                </a:lnTo>
                <a:lnTo>
                  <a:pt x="375" y="515"/>
                </a:lnTo>
                <a:lnTo>
                  <a:pt x="351" y="526"/>
                </a:lnTo>
                <a:lnTo>
                  <a:pt x="320" y="543"/>
                </a:lnTo>
                <a:lnTo>
                  <a:pt x="285" y="566"/>
                </a:lnTo>
                <a:lnTo>
                  <a:pt x="247" y="590"/>
                </a:lnTo>
                <a:lnTo>
                  <a:pt x="209" y="617"/>
                </a:lnTo>
                <a:lnTo>
                  <a:pt x="176" y="643"/>
                </a:lnTo>
                <a:lnTo>
                  <a:pt x="161" y="656"/>
                </a:lnTo>
                <a:lnTo>
                  <a:pt x="148" y="668"/>
                </a:lnTo>
                <a:lnTo>
                  <a:pt x="139" y="680"/>
                </a:lnTo>
                <a:lnTo>
                  <a:pt x="130" y="691"/>
                </a:lnTo>
                <a:lnTo>
                  <a:pt x="130" y="691"/>
                </a:lnTo>
                <a:lnTo>
                  <a:pt x="104" y="727"/>
                </a:lnTo>
                <a:lnTo>
                  <a:pt x="92" y="746"/>
                </a:lnTo>
                <a:lnTo>
                  <a:pt x="80" y="765"/>
                </a:lnTo>
                <a:lnTo>
                  <a:pt x="75" y="777"/>
                </a:lnTo>
                <a:lnTo>
                  <a:pt x="70" y="787"/>
                </a:lnTo>
                <a:lnTo>
                  <a:pt x="66" y="800"/>
                </a:lnTo>
                <a:lnTo>
                  <a:pt x="62" y="813"/>
                </a:lnTo>
                <a:lnTo>
                  <a:pt x="60" y="829"/>
                </a:lnTo>
                <a:lnTo>
                  <a:pt x="57" y="844"/>
                </a:lnTo>
                <a:lnTo>
                  <a:pt x="56" y="860"/>
                </a:lnTo>
                <a:lnTo>
                  <a:pt x="56" y="879"/>
                </a:lnTo>
                <a:lnTo>
                  <a:pt x="56" y="879"/>
                </a:lnTo>
                <a:lnTo>
                  <a:pt x="56" y="898"/>
                </a:lnTo>
                <a:lnTo>
                  <a:pt x="59" y="915"/>
                </a:lnTo>
                <a:lnTo>
                  <a:pt x="62" y="930"/>
                </a:lnTo>
                <a:lnTo>
                  <a:pt x="67" y="943"/>
                </a:lnTo>
                <a:lnTo>
                  <a:pt x="73" y="956"/>
                </a:lnTo>
                <a:lnTo>
                  <a:pt x="79" y="969"/>
                </a:lnTo>
                <a:lnTo>
                  <a:pt x="94" y="992"/>
                </a:lnTo>
                <a:lnTo>
                  <a:pt x="109" y="1016"/>
                </a:lnTo>
                <a:lnTo>
                  <a:pt x="126" y="1043"/>
                </a:lnTo>
                <a:lnTo>
                  <a:pt x="134" y="1057"/>
                </a:lnTo>
                <a:lnTo>
                  <a:pt x="141" y="1074"/>
                </a:lnTo>
                <a:lnTo>
                  <a:pt x="147" y="1092"/>
                </a:lnTo>
                <a:lnTo>
                  <a:pt x="153" y="1112"/>
                </a:lnTo>
                <a:lnTo>
                  <a:pt x="153" y="1112"/>
                </a:lnTo>
                <a:lnTo>
                  <a:pt x="158" y="1134"/>
                </a:lnTo>
                <a:lnTo>
                  <a:pt x="161" y="1159"/>
                </a:lnTo>
                <a:lnTo>
                  <a:pt x="167" y="1219"/>
                </a:lnTo>
                <a:lnTo>
                  <a:pt x="171" y="1251"/>
                </a:lnTo>
                <a:lnTo>
                  <a:pt x="175" y="1284"/>
                </a:lnTo>
                <a:lnTo>
                  <a:pt x="181" y="1317"/>
                </a:lnTo>
                <a:lnTo>
                  <a:pt x="189" y="1350"/>
                </a:lnTo>
                <a:lnTo>
                  <a:pt x="194" y="1366"/>
                </a:lnTo>
                <a:lnTo>
                  <a:pt x="200" y="1382"/>
                </a:lnTo>
                <a:lnTo>
                  <a:pt x="206" y="1397"/>
                </a:lnTo>
                <a:lnTo>
                  <a:pt x="213" y="1411"/>
                </a:lnTo>
                <a:lnTo>
                  <a:pt x="221" y="1425"/>
                </a:lnTo>
                <a:lnTo>
                  <a:pt x="229" y="1438"/>
                </a:lnTo>
                <a:lnTo>
                  <a:pt x="239" y="1450"/>
                </a:lnTo>
                <a:lnTo>
                  <a:pt x="250" y="1462"/>
                </a:lnTo>
                <a:lnTo>
                  <a:pt x="261" y="1472"/>
                </a:lnTo>
                <a:lnTo>
                  <a:pt x="274" y="1482"/>
                </a:lnTo>
                <a:lnTo>
                  <a:pt x="288" y="1489"/>
                </a:lnTo>
                <a:lnTo>
                  <a:pt x="304" y="1496"/>
                </a:lnTo>
                <a:lnTo>
                  <a:pt x="319" y="1502"/>
                </a:lnTo>
                <a:lnTo>
                  <a:pt x="337" y="1505"/>
                </a:lnTo>
                <a:lnTo>
                  <a:pt x="357" y="1508"/>
                </a:lnTo>
                <a:lnTo>
                  <a:pt x="377" y="1509"/>
                </a:lnTo>
                <a:lnTo>
                  <a:pt x="377" y="1509"/>
                </a:lnTo>
                <a:lnTo>
                  <a:pt x="385" y="1508"/>
                </a:lnTo>
                <a:lnTo>
                  <a:pt x="409" y="1503"/>
                </a:lnTo>
                <a:lnTo>
                  <a:pt x="424" y="1500"/>
                </a:lnTo>
                <a:lnTo>
                  <a:pt x="442" y="1494"/>
                </a:lnTo>
                <a:lnTo>
                  <a:pt x="461" y="1487"/>
                </a:lnTo>
                <a:lnTo>
                  <a:pt x="479" y="1477"/>
                </a:lnTo>
                <a:lnTo>
                  <a:pt x="498" y="1467"/>
                </a:lnTo>
                <a:lnTo>
                  <a:pt x="517" y="1452"/>
                </a:lnTo>
                <a:lnTo>
                  <a:pt x="525" y="1445"/>
                </a:lnTo>
                <a:lnTo>
                  <a:pt x="534" y="1437"/>
                </a:lnTo>
                <a:lnTo>
                  <a:pt x="542" y="1428"/>
                </a:lnTo>
                <a:lnTo>
                  <a:pt x="549" y="1418"/>
                </a:lnTo>
                <a:lnTo>
                  <a:pt x="556" y="1409"/>
                </a:lnTo>
                <a:lnTo>
                  <a:pt x="562" y="1397"/>
                </a:lnTo>
                <a:lnTo>
                  <a:pt x="568" y="1385"/>
                </a:lnTo>
                <a:lnTo>
                  <a:pt x="573" y="1373"/>
                </a:lnTo>
                <a:lnTo>
                  <a:pt x="576" y="1359"/>
                </a:lnTo>
                <a:lnTo>
                  <a:pt x="580" y="1345"/>
                </a:lnTo>
                <a:lnTo>
                  <a:pt x="581" y="1330"/>
                </a:lnTo>
                <a:lnTo>
                  <a:pt x="581" y="1314"/>
                </a:lnTo>
                <a:lnTo>
                  <a:pt x="581" y="1314"/>
                </a:lnTo>
                <a:lnTo>
                  <a:pt x="581" y="1298"/>
                </a:lnTo>
                <a:lnTo>
                  <a:pt x="580" y="1283"/>
                </a:lnTo>
                <a:lnTo>
                  <a:pt x="577" y="1268"/>
                </a:lnTo>
                <a:lnTo>
                  <a:pt x="574" y="1254"/>
                </a:lnTo>
                <a:lnTo>
                  <a:pt x="570" y="1240"/>
                </a:lnTo>
                <a:lnTo>
                  <a:pt x="566" y="1227"/>
                </a:lnTo>
                <a:lnTo>
                  <a:pt x="555" y="1204"/>
                </a:lnTo>
                <a:lnTo>
                  <a:pt x="543" y="1180"/>
                </a:lnTo>
                <a:lnTo>
                  <a:pt x="529" y="1159"/>
                </a:lnTo>
                <a:lnTo>
                  <a:pt x="514" y="1139"/>
                </a:lnTo>
                <a:lnTo>
                  <a:pt x="498" y="1120"/>
                </a:lnTo>
                <a:lnTo>
                  <a:pt x="469" y="1082"/>
                </a:lnTo>
                <a:lnTo>
                  <a:pt x="456" y="1064"/>
                </a:lnTo>
                <a:lnTo>
                  <a:pt x="444" y="1044"/>
                </a:lnTo>
                <a:lnTo>
                  <a:pt x="435" y="1026"/>
                </a:lnTo>
                <a:lnTo>
                  <a:pt x="431" y="1015"/>
                </a:lnTo>
                <a:lnTo>
                  <a:pt x="429" y="1004"/>
                </a:lnTo>
                <a:lnTo>
                  <a:pt x="426" y="994"/>
                </a:lnTo>
                <a:lnTo>
                  <a:pt x="425" y="983"/>
                </a:lnTo>
                <a:lnTo>
                  <a:pt x="424" y="971"/>
                </a:lnTo>
                <a:lnTo>
                  <a:pt x="425" y="959"/>
                </a:lnTo>
                <a:lnTo>
                  <a:pt x="425" y="959"/>
                </a:lnTo>
                <a:close/>
                <a:moveTo>
                  <a:pt x="528" y="317"/>
                </a:moveTo>
                <a:lnTo>
                  <a:pt x="528" y="317"/>
                </a:lnTo>
                <a:lnTo>
                  <a:pt x="522" y="317"/>
                </a:lnTo>
                <a:lnTo>
                  <a:pt x="517" y="318"/>
                </a:lnTo>
                <a:lnTo>
                  <a:pt x="511" y="320"/>
                </a:lnTo>
                <a:lnTo>
                  <a:pt x="507" y="323"/>
                </a:lnTo>
                <a:lnTo>
                  <a:pt x="498" y="329"/>
                </a:lnTo>
                <a:lnTo>
                  <a:pt x="490" y="338"/>
                </a:lnTo>
                <a:lnTo>
                  <a:pt x="484" y="349"/>
                </a:lnTo>
                <a:lnTo>
                  <a:pt x="479" y="362"/>
                </a:lnTo>
                <a:lnTo>
                  <a:pt x="476" y="377"/>
                </a:lnTo>
                <a:lnTo>
                  <a:pt x="475" y="393"/>
                </a:lnTo>
                <a:lnTo>
                  <a:pt x="475" y="393"/>
                </a:lnTo>
                <a:lnTo>
                  <a:pt x="476" y="410"/>
                </a:lnTo>
                <a:lnTo>
                  <a:pt x="479" y="425"/>
                </a:lnTo>
                <a:lnTo>
                  <a:pt x="484" y="438"/>
                </a:lnTo>
                <a:lnTo>
                  <a:pt x="490" y="450"/>
                </a:lnTo>
                <a:lnTo>
                  <a:pt x="498" y="461"/>
                </a:lnTo>
                <a:lnTo>
                  <a:pt x="507" y="468"/>
                </a:lnTo>
                <a:lnTo>
                  <a:pt x="511" y="471"/>
                </a:lnTo>
                <a:lnTo>
                  <a:pt x="517" y="472"/>
                </a:lnTo>
                <a:lnTo>
                  <a:pt x="522" y="474"/>
                </a:lnTo>
                <a:lnTo>
                  <a:pt x="528" y="475"/>
                </a:lnTo>
                <a:lnTo>
                  <a:pt x="528" y="475"/>
                </a:lnTo>
                <a:lnTo>
                  <a:pt x="534" y="474"/>
                </a:lnTo>
                <a:lnTo>
                  <a:pt x="538" y="472"/>
                </a:lnTo>
                <a:lnTo>
                  <a:pt x="544" y="471"/>
                </a:lnTo>
                <a:lnTo>
                  <a:pt x="549" y="468"/>
                </a:lnTo>
                <a:lnTo>
                  <a:pt x="558" y="461"/>
                </a:lnTo>
                <a:lnTo>
                  <a:pt x="567" y="450"/>
                </a:lnTo>
                <a:lnTo>
                  <a:pt x="574" y="438"/>
                </a:lnTo>
                <a:lnTo>
                  <a:pt x="578" y="425"/>
                </a:lnTo>
                <a:lnTo>
                  <a:pt x="582" y="410"/>
                </a:lnTo>
                <a:lnTo>
                  <a:pt x="583" y="393"/>
                </a:lnTo>
                <a:lnTo>
                  <a:pt x="583" y="393"/>
                </a:lnTo>
                <a:lnTo>
                  <a:pt x="582" y="377"/>
                </a:lnTo>
                <a:lnTo>
                  <a:pt x="578" y="362"/>
                </a:lnTo>
                <a:lnTo>
                  <a:pt x="574" y="349"/>
                </a:lnTo>
                <a:lnTo>
                  <a:pt x="567" y="338"/>
                </a:lnTo>
                <a:lnTo>
                  <a:pt x="558" y="329"/>
                </a:lnTo>
                <a:lnTo>
                  <a:pt x="549" y="323"/>
                </a:lnTo>
                <a:lnTo>
                  <a:pt x="538" y="318"/>
                </a:lnTo>
                <a:lnTo>
                  <a:pt x="534" y="317"/>
                </a:lnTo>
                <a:lnTo>
                  <a:pt x="528" y="317"/>
                </a:lnTo>
                <a:lnTo>
                  <a:pt x="528" y="317"/>
                </a:lnTo>
                <a:close/>
                <a:moveTo>
                  <a:pt x="371" y="472"/>
                </a:moveTo>
                <a:lnTo>
                  <a:pt x="371" y="472"/>
                </a:lnTo>
                <a:lnTo>
                  <a:pt x="382" y="471"/>
                </a:lnTo>
                <a:lnTo>
                  <a:pt x="391" y="468"/>
                </a:lnTo>
                <a:lnTo>
                  <a:pt x="399" y="463"/>
                </a:lnTo>
                <a:lnTo>
                  <a:pt x="408" y="457"/>
                </a:lnTo>
                <a:lnTo>
                  <a:pt x="413" y="449"/>
                </a:lnTo>
                <a:lnTo>
                  <a:pt x="418" y="441"/>
                </a:lnTo>
                <a:lnTo>
                  <a:pt x="422" y="430"/>
                </a:lnTo>
                <a:lnTo>
                  <a:pt x="423" y="419"/>
                </a:lnTo>
                <a:lnTo>
                  <a:pt x="423" y="419"/>
                </a:lnTo>
                <a:lnTo>
                  <a:pt x="422" y="410"/>
                </a:lnTo>
                <a:lnTo>
                  <a:pt x="418" y="399"/>
                </a:lnTo>
                <a:lnTo>
                  <a:pt x="413" y="391"/>
                </a:lnTo>
                <a:lnTo>
                  <a:pt x="408" y="383"/>
                </a:lnTo>
                <a:lnTo>
                  <a:pt x="399" y="377"/>
                </a:lnTo>
                <a:lnTo>
                  <a:pt x="391" y="372"/>
                </a:lnTo>
                <a:lnTo>
                  <a:pt x="382" y="369"/>
                </a:lnTo>
                <a:lnTo>
                  <a:pt x="371" y="367"/>
                </a:lnTo>
                <a:lnTo>
                  <a:pt x="371" y="367"/>
                </a:lnTo>
                <a:lnTo>
                  <a:pt x="360" y="369"/>
                </a:lnTo>
                <a:lnTo>
                  <a:pt x="351" y="372"/>
                </a:lnTo>
                <a:lnTo>
                  <a:pt x="343" y="377"/>
                </a:lnTo>
                <a:lnTo>
                  <a:pt x="334" y="383"/>
                </a:lnTo>
                <a:lnTo>
                  <a:pt x="329" y="391"/>
                </a:lnTo>
                <a:lnTo>
                  <a:pt x="324" y="399"/>
                </a:lnTo>
                <a:lnTo>
                  <a:pt x="321" y="410"/>
                </a:lnTo>
                <a:lnTo>
                  <a:pt x="320" y="419"/>
                </a:lnTo>
                <a:lnTo>
                  <a:pt x="320" y="419"/>
                </a:lnTo>
                <a:lnTo>
                  <a:pt x="321" y="430"/>
                </a:lnTo>
                <a:lnTo>
                  <a:pt x="324" y="441"/>
                </a:lnTo>
                <a:lnTo>
                  <a:pt x="329" y="449"/>
                </a:lnTo>
                <a:lnTo>
                  <a:pt x="334" y="457"/>
                </a:lnTo>
                <a:lnTo>
                  <a:pt x="343" y="463"/>
                </a:lnTo>
                <a:lnTo>
                  <a:pt x="351" y="468"/>
                </a:lnTo>
                <a:lnTo>
                  <a:pt x="360" y="471"/>
                </a:lnTo>
                <a:lnTo>
                  <a:pt x="371" y="472"/>
                </a:lnTo>
                <a:lnTo>
                  <a:pt x="371" y="472"/>
                </a:lnTo>
                <a:close/>
                <a:moveTo>
                  <a:pt x="214" y="528"/>
                </a:moveTo>
                <a:lnTo>
                  <a:pt x="214" y="528"/>
                </a:lnTo>
                <a:lnTo>
                  <a:pt x="225" y="527"/>
                </a:lnTo>
                <a:lnTo>
                  <a:pt x="233" y="523"/>
                </a:lnTo>
                <a:lnTo>
                  <a:pt x="242" y="518"/>
                </a:lnTo>
                <a:lnTo>
                  <a:pt x="250" y="511"/>
                </a:lnTo>
                <a:lnTo>
                  <a:pt x="255" y="503"/>
                </a:lnTo>
                <a:lnTo>
                  <a:pt x="260" y="494"/>
                </a:lnTo>
                <a:lnTo>
                  <a:pt x="262" y="484"/>
                </a:lnTo>
                <a:lnTo>
                  <a:pt x="264" y="474"/>
                </a:lnTo>
                <a:lnTo>
                  <a:pt x="264" y="474"/>
                </a:lnTo>
                <a:lnTo>
                  <a:pt x="262" y="463"/>
                </a:lnTo>
                <a:lnTo>
                  <a:pt x="260" y="454"/>
                </a:lnTo>
                <a:lnTo>
                  <a:pt x="255" y="445"/>
                </a:lnTo>
                <a:lnTo>
                  <a:pt x="250" y="437"/>
                </a:lnTo>
                <a:lnTo>
                  <a:pt x="242" y="431"/>
                </a:lnTo>
                <a:lnTo>
                  <a:pt x="233" y="426"/>
                </a:lnTo>
                <a:lnTo>
                  <a:pt x="225" y="423"/>
                </a:lnTo>
                <a:lnTo>
                  <a:pt x="214" y="423"/>
                </a:lnTo>
                <a:lnTo>
                  <a:pt x="214" y="423"/>
                </a:lnTo>
                <a:lnTo>
                  <a:pt x="205" y="423"/>
                </a:lnTo>
                <a:lnTo>
                  <a:pt x="195" y="426"/>
                </a:lnTo>
                <a:lnTo>
                  <a:pt x="187" y="431"/>
                </a:lnTo>
                <a:lnTo>
                  <a:pt x="179" y="437"/>
                </a:lnTo>
                <a:lnTo>
                  <a:pt x="173" y="445"/>
                </a:lnTo>
                <a:lnTo>
                  <a:pt x="168" y="454"/>
                </a:lnTo>
                <a:lnTo>
                  <a:pt x="166" y="463"/>
                </a:lnTo>
                <a:lnTo>
                  <a:pt x="165" y="474"/>
                </a:lnTo>
                <a:lnTo>
                  <a:pt x="165" y="474"/>
                </a:lnTo>
                <a:lnTo>
                  <a:pt x="166" y="484"/>
                </a:lnTo>
                <a:lnTo>
                  <a:pt x="168" y="494"/>
                </a:lnTo>
                <a:lnTo>
                  <a:pt x="173" y="503"/>
                </a:lnTo>
                <a:lnTo>
                  <a:pt x="179" y="511"/>
                </a:lnTo>
                <a:lnTo>
                  <a:pt x="187" y="518"/>
                </a:lnTo>
                <a:lnTo>
                  <a:pt x="195" y="523"/>
                </a:lnTo>
                <a:lnTo>
                  <a:pt x="205" y="527"/>
                </a:lnTo>
                <a:lnTo>
                  <a:pt x="214" y="528"/>
                </a:lnTo>
                <a:lnTo>
                  <a:pt x="214" y="528"/>
                </a:lnTo>
                <a:close/>
                <a:moveTo>
                  <a:pt x="107" y="634"/>
                </a:moveTo>
                <a:lnTo>
                  <a:pt x="107" y="634"/>
                </a:lnTo>
                <a:lnTo>
                  <a:pt x="117" y="633"/>
                </a:lnTo>
                <a:lnTo>
                  <a:pt x="128" y="629"/>
                </a:lnTo>
                <a:lnTo>
                  <a:pt x="138" y="625"/>
                </a:lnTo>
                <a:lnTo>
                  <a:pt x="146" y="617"/>
                </a:lnTo>
                <a:lnTo>
                  <a:pt x="152" y="609"/>
                </a:lnTo>
                <a:lnTo>
                  <a:pt x="158" y="601"/>
                </a:lnTo>
                <a:lnTo>
                  <a:pt x="160" y="590"/>
                </a:lnTo>
                <a:lnTo>
                  <a:pt x="161" y="580"/>
                </a:lnTo>
                <a:lnTo>
                  <a:pt x="161" y="580"/>
                </a:lnTo>
                <a:lnTo>
                  <a:pt x="160" y="568"/>
                </a:lnTo>
                <a:lnTo>
                  <a:pt x="158" y="559"/>
                </a:lnTo>
                <a:lnTo>
                  <a:pt x="152" y="549"/>
                </a:lnTo>
                <a:lnTo>
                  <a:pt x="146" y="541"/>
                </a:lnTo>
                <a:lnTo>
                  <a:pt x="138" y="534"/>
                </a:lnTo>
                <a:lnTo>
                  <a:pt x="128" y="529"/>
                </a:lnTo>
                <a:lnTo>
                  <a:pt x="117" y="526"/>
                </a:lnTo>
                <a:lnTo>
                  <a:pt x="107" y="524"/>
                </a:lnTo>
                <a:lnTo>
                  <a:pt x="107" y="524"/>
                </a:lnTo>
                <a:lnTo>
                  <a:pt x="96" y="526"/>
                </a:lnTo>
                <a:lnTo>
                  <a:pt x="86" y="529"/>
                </a:lnTo>
                <a:lnTo>
                  <a:pt x="76" y="534"/>
                </a:lnTo>
                <a:lnTo>
                  <a:pt x="68" y="541"/>
                </a:lnTo>
                <a:lnTo>
                  <a:pt x="62" y="549"/>
                </a:lnTo>
                <a:lnTo>
                  <a:pt x="56" y="559"/>
                </a:lnTo>
                <a:lnTo>
                  <a:pt x="54" y="568"/>
                </a:lnTo>
                <a:lnTo>
                  <a:pt x="53" y="580"/>
                </a:lnTo>
                <a:lnTo>
                  <a:pt x="53" y="580"/>
                </a:lnTo>
                <a:lnTo>
                  <a:pt x="54" y="590"/>
                </a:lnTo>
                <a:lnTo>
                  <a:pt x="56" y="601"/>
                </a:lnTo>
                <a:lnTo>
                  <a:pt x="62" y="609"/>
                </a:lnTo>
                <a:lnTo>
                  <a:pt x="68" y="617"/>
                </a:lnTo>
                <a:lnTo>
                  <a:pt x="76" y="625"/>
                </a:lnTo>
                <a:lnTo>
                  <a:pt x="86" y="629"/>
                </a:lnTo>
                <a:lnTo>
                  <a:pt x="96" y="633"/>
                </a:lnTo>
                <a:lnTo>
                  <a:pt x="107" y="634"/>
                </a:lnTo>
                <a:lnTo>
                  <a:pt x="107" y="634"/>
                </a:lnTo>
                <a:close/>
                <a:moveTo>
                  <a:pt x="28" y="691"/>
                </a:moveTo>
                <a:lnTo>
                  <a:pt x="28" y="691"/>
                </a:lnTo>
                <a:lnTo>
                  <a:pt x="22" y="691"/>
                </a:lnTo>
                <a:lnTo>
                  <a:pt x="17" y="692"/>
                </a:lnTo>
                <a:lnTo>
                  <a:pt x="13" y="695"/>
                </a:lnTo>
                <a:lnTo>
                  <a:pt x="8" y="698"/>
                </a:lnTo>
                <a:lnTo>
                  <a:pt x="4" y="702"/>
                </a:lnTo>
                <a:lnTo>
                  <a:pt x="2" y="707"/>
                </a:lnTo>
                <a:lnTo>
                  <a:pt x="0" y="712"/>
                </a:lnTo>
                <a:lnTo>
                  <a:pt x="0" y="718"/>
                </a:lnTo>
                <a:lnTo>
                  <a:pt x="0" y="718"/>
                </a:lnTo>
                <a:lnTo>
                  <a:pt x="0" y="724"/>
                </a:lnTo>
                <a:lnTo>
                  <a:pt x="2" y="730"/>
                </a:lnTo>
                <a:lnTo>
                  <a:pt x="4" y="734"/>
                </a:lnTo>
                <a:lnTo>
                  <a:pt x="8" y="738"/>
                </a:lnTo>
                <a:lnTo>
                  <a:pt x="13" y="741"/>
                </a:lnTo>
                <a:lnTo>
                  <a:pt x="17" y="744"/>
                </a:lnTo>
                <a:lnTo>
                  <a:pt x="22" y="746"/>
                </a:lnTo>
                <a:lnTo>
                  <a:pt x="28" y="746"/>
                </a:lnTo>
                <a:lnTo>
                  <a:pt x="28" y="746"/>
                </a:lnTo>
                <a:lnTo>
                  <a:pt x="34" y="746"/>
                </a:lnTo>
                <a:lnTo>
                  <a:pt x="38" y="744"/>
                </a:lnTo>
                <a:lnTo>
                  <a:pt x="43" y="741"/>
                </a:lnTo>
                <a:lnTo>
                  <a:pt x="48" y="738"/>
                </a:lnTo>
                <a:lnTo>
                  <a:pt x="51" y="734"/>
                </a:lnTo>
                <a:lnTo>
                  <a:pt x="54" y="730"/>
                </a:lnTo>
                <a:lnTo>
                  <a:pt x="55" y="724"/>
                </a:lnTo>
                <a:lnTo>
                  <a:pt x="56" y="718"/>
                </a:lnTo>
                <a:lnTo>
                  <a:pt x="56" y="718"/>
                </a:lnTo>
                <a:lnTo>
                  <a:pt x="55" y="712"/>
                </a:lnTo>
                <a:lnTo>
                  <a:pt x="54" y="707"/>
                </a:lnTo>
                <a:lnTo>
                  <a:pt x="51" y="702"/>
                </a:lnTo>
                <a:lnTo>
                  <a:pt x="48" y="698"/>
                </a:lnTo>
                <a:lnTo>
                  <a:pt x="43" y="695"/>
                </a:lnTo>
                <a:lnTo>
                  <a:pt x="38" y="692"/>
                </a:lnTo>
                <a:lnTo>
                  <a:pt x="34" y="691"/>
                </a:lnTo>
                <a:lnTo>
                  <a:pt x="28" y="691"/>
                </a:lnTo>
                <a:lnTo>
                  <a:pt x="28" y="691"/>
                </a:lnTo>
                <a:close/>
                <a:moveTo>
                  <a:pt x="1005" y="200"/>
                </a:moveTo>
                <a:lnTo>
                  <a:pt x="1005" y="200"/>
                </a:lnTo>
                <a:lnTo>
                  <a:pt x="996" y="196"/>
                </a:lnTo>
                <a:lnTo>
                  <a:pt x="984" y="193"/>
                </a:lnTo>
                <a:lnTo>
                  <a:pt x="971" y="191"/>
                </a:lnTo>
                <a:lnTo>
                  <a:pt x="956" y="188"/>
                </a:lnTo>
                <a:lnTo>
                  <a:pt x="942" y="187"/>
                </a:lnTo>
                <a:lnTo>
                  <a:pt x="926" y="187"/>
                </a:lnTo>
                <a:lnTo>
                  <a:pt x="911" y="188"/>
                </a:lnTo>
                <a:lnTo>
                  <a:pt x="896" y="192"/>
                </a:lnTo>
                <a:lnTo>
                  <a:pt x="880" y="196"/>
                </a:lnTo>
                <a:lnTo>
                  <a:pt x="866" y="202"/>
                </a:lnTo>
                <a:lnTo>
                  <a:pt x="854" y="212"/>
                </a:lnTo>
                <a:lnTo>
                  <a:pt x="849" y="217"/>
                </a:lnTo>
                <a:lnTo>
                  <a:pt x="843" y="224"/>
                </a:lnTo>
                <a:lnTo>
                  <a:pt x="838" y="230"/>
                </a:lnTo>
                <a:lnTo>
                  <a:pt x="834" y="238"/>
                </a:lnTo>
                <a:lnTo>
                  <a:pt x="830" y="246"/>
                </a:lnTo>
                <a:lnTo>
                  <a:pt x="827" y="254"/>
                </a:lnTo>
                <a:lnTo>
                  <a:pt x="825" y="264"/>
                </a:lnTo>
                <a:lnTo>
                  <a:pt x="823" y="274"/>
                </a:lnTo>
                <a:lnTo>
                  <a:pt x="821" y="286"/>
                </a:lnTo>
                <a:lnTo>
                  <a:pt x="821" y="298"/>
                </a:lnTo>
                <a:lnTo>
                  <a:pt x="821" y="298"/>
                </a:lnTo>
                <a:lnTo>
                  <a:pt x="823" y="323"/>
                </a:lnTo>
                <a:lnTo>
                  <a:pt x="826" y="346"/>
                </a:lnTo>
                <a:lnTo>
                  <a:pt x="832" y="370"/>
                </a:lnTo>
                <a:lnTo>
                  <a:pt x="840" y="391"/>
                </a:lnTo>
                <a:lnTo>
                  <a:pt x="850" y="413"/>
                </a:lnTo>
                <a:lnTo>
                  <a:pt x="860" y="435"/>
                </a:lnTo>
                <a:lnTo>
                  <a:pt x="884" y="476"/>
                </a:lnTo>
                <a:lnTo>
                  <a:pt x="907" y="517"/>
                </a:lnTo>
                <a:lnTo>
                  <a:pt x="919" y="537"/>
                </a:lnTo>
                <a:lnTo>
                  <a:pt x="929" y="559"/>
                </a:lnTo>
                <a:lnTo>
                  <a:pt x="938" y="581"/>
                </a:lnTo>
                <a:lnTo>
                  <a:pt x="946" y="602"/>
                </a:lnTo>
                <a:lnTo>
                  <a:pt x="951" y="626"/>
                </a:lnTo>
                <a:lnTo>
                  <a:pt x="955" y="649"/>
                </a:lnTo>
                <a:lnTo>
                  <a:pt x="955" y="649"/>
                </a:lnTo>
                <a:lnTo>
                  <a:pt x="956" y="661"/>
                </a:lnTo>
                <a:lnTo>
                  <a:pt x="955" y="673"/>
                </a:lnTo>
                <a:lnTo>
                  <a:pt x="953" y="684"/>
                </a:lnTo>
                <a:lnTo>
                  <a:pt x="951" y="694"/>
                </a:lnTo>
                <a:lnTo>
                  <a:pt x="949" y="705"/>
                </a:lnTo>
                <a:lnTo>
                  <a:pt x="945" y="715"/>
                </a:lnTo>
                <a:lnTo>
                  <a:pt x="936" y="734"/>
                </a:lnTo>
                <a:lnTo>
                  <a:pt x="924" y="753"/>
                </a:lnTo>
                <a:lnTo>
                  <a:pt x="911" y="772"/>
                </a:lnTo>
                <a:lnTo>
                  <a:pt x="882" y="810"/>
                </a:lnTo>
                <a:lnTo>
                  <a:pt x="866" y="829"/>
                </a:lnTo>
                <a:lnTo>
                  <a:pt x="851" y="849"/>
                </a:lnTo>
                <a:lnTo>
                  <a:pt x="837" y="870"/>
                </a:lnTo>
                <a:lnTo>
                  <a:pt x="825" y="892"/>
                </a:lnTo>
                <a:lnTo>
                  <a:pt x="814" y="917"/>
                </a:lnTo>
                <a:lnTo>
                  <a:pt x="810" y="930"/>
                </a:lnTo>
                <a:lnTo>
                  <a:pt x="806" y="944"/>
                </a:lnTo>
                <a:lnTo>
                  <a:pt x="803" y="958"/>
                </a:lnTo>
                <a:lnTo>
                  <a:pt x="800" y="972"/>
                </a:lnTo>
                <a:lnTo>
                  <a:pt x="799" y="988"/>
                </a:lnTo>
                <a:lnTo>
                  <a:pt x="798" y="1004"/>
                </a:lnTo>
                <a:lnTo>
                  <a:pt x="798" y="1004"/>
                </a:lnTo>
                <a:lnTo>
                  <a:pt x="799" y="1020"/>
                </a:lnTo>
                <a:lnTo>
                  <a:pt x="800" y="1035"/>
                </a:lnTo>
                <a:lnTo>
                  <a:pt x="804" y="1049"/>
                </a:lnTo>
                <a:lnTo>
                  <a:pt x="807" y="1062"/>
                </a:lnTo>
                <a:lnTo>
                  <a:pt x="812" y="1074"/>
                </a:lnTo>
                <a:lnTo>
                  <a:pt x="818" y="1086"/>
                </a:lnTo>
                <a:lnTo>
                  <a:pt x="824" y="1096"/>
                </a:lnTo>
                <a:lnTo>
                  <a:pt x="831" y="1107"/>
                </a:lnTo>
                <a:lnTo>
                  <a:pt x="838" y="1115"/>
                </a:lnTo>
                <a:lnTo>
                  <a:pt x="846" y="1125"/>
                </a:lnTo>
                <a:lnTo>
                  <a:pt x="854" y="1132"/>
                </a:lnTo>
                <a:lnTo>
                  <a:pt x="863" y="1139"/>
                </a:lnTo>
                <a:lnTo>
                  <a:pt x="882" y="1152"/>
                </a:lnTo>
                <a:lnTo>
                  <a:pt x="900" y="1162"/>
                </a:lnTo>
                <a:lnTo>
                  <a:pt x="919" y="1169"/>
                </a:lnTo>
                <a:lnTo>
                  <a:pt x="938" y="1176"/>
                </a:lnTo>
                <a:lnTo>
                  <a:pt x="956" y="1181"/>
                </a:lnTo>
                <a:lnTo>
                  <a:pt x="971" y="1185"/>
                </a:lnTo>
                <a:lnTo>
                  <a:pt x="995" y="1188"/>
                </a:lnTo>
                <a:lnTo>
                  <a:pt x="1003" y="1188"/>
                </a:lnTo>
                <a:lnTo>
                  <a:pt x="1003" y="1188"/>
                </a:lnTo>
                <a:lnTo>
                  <a:pt x="1023" y="1188"/>
                </a:lnTo>
                <a:lnTo>
                  <a:pt x="1043" y="1186"/>
                </a:lnTo>
                <a:lnTo>
                  <a:pt x="1061" y="1181"/>
                </a:lnTo>
                <a:lnTo>
                  <a:pt x="1076" y="1176"/>
                </a:lnTo>
                <a:lnTo>
                  <a:pt x="1091" y="1169"/>
                </a:lnTo>
                <a:lnTo>
                  <a:pt x="1106" y="1162"/>
                </a:lnTo>
                <a:lnTo>
                  <a:pt x="1119" y="1153"/>
                </a:lnTo>
                <a:lnTo>
                  <a:pt x="1130" y="1143"/>
                </a:lnTo>
                <a:lnTo>
                  <a:pt x="1141" y="1132"/>
                </a:lnTo>
                <a:lnTo>
                  <a:pt x="1150" y="1120"/>
                </a:lnTo>
                <a:lnTo>
                  <a:pt x="1159" y="1107"/>
                </a:lnTo>
                <a:lnTo>
                  <a:pt x="1167" y="1094"/>
                </a:lnTo>
                <a:lnTo>
                  <a:pt x="1174" y="1080"/>
                </a:lnTo>
                <a:lnTo>
                  <a:pt x="1180" y="1066"/>
                </a:lnTo>
                <a:lnTo>
                  <a:pt x="1186" y="1050"/>
                </a:lnTo>
                <a:lnTo>
                  <a:pt x="1190" y="1035"/>
                </a:lnTo>
                <a:lnTo>
                  <a:pt x="1198" y="1003"/>
                </a:lnTo>
                <a:lnTo>
                  <a:pt x="1205" y="970"/>
                </a:lnTo>
                <a:lnTo>
                  <a:pt x="1209" y="938"/>
                </a:lnTo>
                <a:lnTo>
                  <a:pt x="1213" y="906"/>
                </a:lnTo>
                <a:lnTo>
                  <a:pt x="1219" y="849"/>
                </a:lnTo>
                <a:lnTo>
                  <a:pt x="1222" y="823"/>
                </a:lnTo>
                <a:lnTo>
                  <a:pt x="1227" y="801"/>
                </a:lnTo>
                <a:lnTo>
                  <a:pt x="1227" y="801"/>
                </a:lnTo>
                <a:lnTo>
                  <a:pt x="1233" y="781"/>
                </a:lnTo>
                <a:lnTo>
                  <a:pt x="1239" y="764"/>
                </a:lnTo>
                <a:lnTo>
                  <a:pt x="1246" y="747"/>
                </a:lnTo>
                <a:lnTo>
                  <a:pt x="1254" y="732"/>
                </a:lnTo>
                <a:lnTo>
                  <a:pt x="1271" y="706"/>
                </a:lnTo>
                <a:lnTo>
                  <a:pt x="1286" y="682"/>
                </a:lnTo>
                <a:lnTo>
                  <a:pt x="1301" y="659"/>
                </a:lnTo>
                <a:lnTo>
                  <a:pt x="1307" y="646"/>
                </a:lnTo>
                <a:lnTo>
                  <a:pt x="1313" y="633"/>
                </a:lnTo>
                <a:lnTo>
                  <a:pt x="1318" y="619"/>
                </a:lnTo>
                <a:lnTo>
                  <a:pt x="1321" y="603"/>
                </a:lnTo>
                <a:lnTo>
                  <a:pt x="1324" y="587"/>
                </a:lnTo>
                <a:lnTo>
                  <a:pt x="1324" y="569"/>
                </a:lnTo>
                <a:lnTo>
                  <a:pt x="1324" y="569"/>
                </a:lnTo>
                <a:lnTo>
                  <a:pt x="1324" y="550"/>
                </a:lnTo>
                <a:lnTo>
                  <a:pt x="1323" y="534"/>
                </a:lnTo>
                <a:lnTo>
                  <a:pt x="1320" y="517"/>
                </a:lnTo>
                <a:lnTo>
                  <a:pt x="1318" y="503"/>
                </a:lnTo>
                <a:lnTo>
                  <a:pt x="1314" y="490"/>
                </a:lnTo>
                <a:lnTo>
                  <a:pt x="1310" y="477"/>
                </a:lnTo>
                <a:lnTo>
                  <a:pt x="1305" y="465"/>
                </a:lnTo>
                <a:lnTo>
                  <a:pt x="1300" y="455"/>
                </a:lnTo>
                <a:lnTo>
                  <a:pt x="1288" y="435"/>
                </a:lnTo>
                <a:lnTo>
                  <a:pt x="1275" y="416"/>
                </a:lnTo>
                <a:lnTo>
                  <a:pt x="1249" y="379"/>
                </a:lnTo>
                <a:lnTo>
                  <a:pt x="1249" y="379"/>
                </a:lnTo>
                <a:lnTo>
                  <a:pt x="1241" y="370"/>
                </a:lnTo>
                <a:lnTo>
                  <a:pt x="1232" y="358"/>
                </a:lnTo>
                <a:lnTo>
                  <a:pt x="1219" y="345"/>
                </a:lnTo>
                <a:lnTo>
                  <a:pt x="1203" y="332"/>
                </a:lnTo>
                <a:lnTo>
                  <a:pt x="1170" y="305"/>
                </a:lnTo>
                <a:lnTo>
                  <a:pt x="1133" y="278"/>
                </a:lnTo>
                <a:lnTo>
                  <a:pt x="1095" y="252"/>
                </a:lnTo>
                <a:lnTo>
                  <a:pt x="1060" y="230"/>
                </a:lnTo>
                <a:lnTo>
                  <a:pt x="1029" y="212"/>
                </a:lnTo>
                <a:lnTo>
                  <a:pt x="1005" y="200"/>
                </a:lnTo>
                <a:lnTo>
                  <a:pt x="1005" y="200"/>
                </a:lnTo>
                <a:close/>
                <a:moveTo>
                  <a:pt x="852" y="158"/>
                </a:moveTo>
                <a:lnTo>
                  <a:pt x="852" y="158"/>
                </a:lnTo>
                <a:lnTo>
                  <a:pt x="858" y="156"/>
                </a:lnTo>
                <a:lnTo>
                  <a:pt x="863" y="155"/>
                </a:lnTo>
                <a:lnTo>
                  <a:pt x="869" y="154"/>
                </a:lnTo>
                <a:lnTo>
                  <a:pt x="873" y="150"/>
                </a:lnTo>
                <a:lnTo>
                  <a:pt x="882" y="143"/>
                </a:lnTo>
                <a:lnTo>
                  <a:pt x="890" y="134"/>
                </a:lnTo>
                <a:lnTo>
                  <a:pt x="896" y="121"/>
                </a:lnTo>
                <a:lnTo>
                  <a:pt x="900" y="108"/>
                </a:lnTo>
                <a:lnTo>
                  <a:pt x="904" y="93"/>
                </a:lnTo>
                <a:lnTo>
                  <a:pt x="905" y="76"/>
                </a:lnTo>
                <a:lnTo>
                  <a:pt x="905" y="76"/>
                </a:lnTo>
                <a:lnTo>
                  <a:pt x="904" y="60"/>
                </a:lnTo>
                <a:lnTo>
                  <a:pt x="900" y="46"/>
                </a:lnTo>
                <a:lnTo>
                  <a:pt x="896" y="33"/>
                </a:lnTo>
                <a:lnTo>
                  <a:pt x="890" y="21"/>
                </a:lnTo>
                <a:lnTo>
                  <a:pt x="882" y="11"/>
                </a:lnTo>
                <a:lnTo>
                  <a:pt x="873" y="5"/>
                </a:lnTo>
                <a:lnTo>
                  <a:pt x="869" y="3"/>
                </a:lnTo>
                <a:lnTo>
                  <a:pt x="863" y="1"/>
                </a:lnTo>
                <a:lnTo>
                  <a:pt x="858" y="0"/>
                </a:lnTo>
                <a:lnTo>
                  <a:pt x="852" y="0"/>
                </a:lnTo>
                <a:lnTo>
                  <a:pt x="852" y="0"/>
                </a:lnTo>
                <a:lnTo>
                  <a:pt x="846" y="0"/>
                </a:lnTo>
                <a:lnTo>
                  <a:pt x="841" y="1"/>
                </a:lnTo>
                <a:lnTo>
                  <a:pt x="831" y="5"/>
                </a:lnTo>
                <a:lnTo>
                  <a:pt x="821" y="11"/>
                </a:lnTo>
                <a:lnTo>
                  <a:pt x="813" y="21"/>
                </a:lnTo>
                <a:lnTo>
                  <a:pt x="806" y="33"/>
                </a:lnTo>
                <a:lnTo>
                  <a:pt x="801" y="46"/>
                </a:lnTo>
                <a:lnTo>
                  <a:pt x="798" y="60"/>
                </a:lnTo>
                <a:lnTo>
                  <a:pt x="797" y="76"/>
                </a:lnTo>
                <a:lnTo>
                  <a:pt x="797" y="76"/>
                </a:lnTo>
                <a:lnTo>
                  <a:pt x="798" y="93"/>
                </a:lnTo>
                <a:lnTo>
                  <a:pt x="801" y="108"/>
                </a:lnTo>
                <a:lnTo>
                  <a:pt x="806" y="121"/>
                </a:lnTo>
                <a:lnTo>
                  <a:pt x="813" y="134"/>
                </a:lnTo>
                <a:lnTo>
                  <a:pt x="821" y="143"/>
                </a:lnTo>
                <a:lnTo>
                  <a:pt x="831" y="150"/>
                </a:lnTo>
                <a:lnTo>
                  <a:pt x="836" y="154"/>
                </a:lnTo>
                <a:lnTo>
                  <a:pt x="841" y="155"/>
                </a:lnTo>
                <a:lnTo>
                  <a:pt x="846" y="156"/>
                </a:lnTo>
                <a:lnTo>
                  <a:pt x="852" y="158"/>
                </a:lnTo>
                <a:lnTo>
                  <a:pt x="852" y="158"/>
                </a:lnTo>
                <a:close/>
                <a:moveTo>
                  <a:pt x="1009" y="155"/>
                </a:moveTo>
                <a:lnTo>
                  <a:pt x="1009" y="155"/>
                </a:lnTo>
                <a:lnTo>
                  <a:pt x="1019" y="154"/>
                </a:lnTo>
                <a:lnTo>
                  <a:pt x="1029" y="150"/>
                </a:lnTo>
                <a:lnTo>
                  <a:pt x="1037" y="146"/>
                </a:lnTo>
                <a:lnTo>
                  <a:pt x="1045" y="140"/>
                </a:lnTo>
                <a:lnTo>
                  <a:pt x="1051" y="132"/>
                </a:lnTo>
                <a:lnTo>
                  <a:pt x="1056" y="123"/>
                </a:lnTo>
                <a:lnTo>
                  <a:pt x="1058" y="113"/>
                </a:lnTo>
                <a:lnTo>
                  <a:pt x="1060" y="103"/>
                </a:lnTo>
                <a:lnTo>
                  <a:pt x="1060" y="103"/>
                </a:lnTo>
                <a:lnTo>
                  <a:pt x="1058" y="93"/>
                </a:lnTo>
                <a:lnTo>
                  <a:pt x="1056" y="82"/>
                </a:lnTo>
                <a:lnTo>
                  <a:pt x="1051" y="74"/>
                </a:lnTo>
                <a:lnTo>
                  <a:pt x="1045" y="66"/>
                </a:lnTo>
                <a:lnTo>
                  <a:pt x="1037" y="60"/>
                </a:lnTo>
                <a:lnTo>
                  <a:pt x="1029" y="55"/>
                </a:lnTo>
                <a:lnTo>
                  <a:pt x="1019" y="51"/>
                </a:lnTo>
                <a:lnTo>
                  <a:pt x="1009" y="50"/>
                </a:lnTo>
                <a:lnTo>
                  <a:pt x="1009" y="50"/>
                </a:lnTo>
                <a:lnTo>
                  <a:pt x="998" y="51"/>
                </a:lnTo>
                <a:lnTo>
                  <a:pt x="989" y="55"/>
                </a:lnTo>
                <a:lnTo>
                  <a:pt x="981" y="60"/>
                </a:lnTo>
                <a:lnTo>
                  <a:pt x="972" y="66"/>
                </a:lnTo>
                <a:lnTo>
                  <a:pt x="966" y="74"/>
                </a:lnTo>
                <a:lnTo>
                  <a:pt x="962" y="82"/>
                </a:lnTo>
                <a:lnTo>
                  <a:pt x="958" y="93"/>
                </a:lnTo>
                <a:lnTo>
                  <a:pt x="957" y="103"/>
                </a:lnTo>
                <a:lnTo>
                  <a:pt x="957" y="103"/>
                </a:lnTo>
                <a:lnTo>
                  <a:pt x="958" y="113"/>
                </a:lnTo>
                <a:lnTo>
                  <a:pt x="962" y="123"/>
                </a:lnTo>
                <a:lnTo>
                  <a:pt x="966" y="132"/>
                </a:lnTo>
                <a:lnTo>
                  <a:pt x="972" y="140"/>
                </a:lnTo>
                <a:lnTo>
                  <a:pt x="981" y="146"/>
                </a:lnTo>
                <a:lnTo>
                  <a:pt x="989" y="150"/>
                </a:lnTo>
                <a:lnTo>
                  <a:pt x="998" y="154"/>
                </a:lnTo>
                <a:lnTo>
                  <a:pt x="1009" y="155"/>
                </a:lnTo>
                <a:lnTo>
                  <a:pt x="1009" y="155"/>
                </a:lnTo>
                <a:close/>
                <a:moveTo>
                  <a:pt x="1166" y="207"/>
                </a:moveTo>
                <a:lnTo>
                  <a:pt x="1166" y="207"/>
                </a:lnTo>
                <a:lnTo>
                  <a:pt x="1175" y="207"/>
                </a:lnTo>
                <a:lnTo>
                  <a:pt x="1185" y="204"/>
                </a:lnTo>
                <a:lnTo>
                  <a:pt x="1193" y="199"/>
                </a:lnTo>
                <a:lnTo>
                  <a:pt x="1201" y="193"/>
                </a:lnTo>
                <a:lnTo>
                  <a:pt x="1207" y="185"/>
                </a:lnTo>
                <a:lnTo>
                  <a:pt x="1212" y="176"/>
                </a:lnTo>
                <a:lnTo>
                  <a:pt x="1214" y="167"/>
                </a:lnTo>
                <a:lnTo>
                  <a:pt x="1215" y="156"/>
                </a:lnTo>
                <a:lnTo>
                  <a:pt x="1215" y="156"/>
                </a:lnTo>
                <a:lnTo>
                  <a:pt x="1214" y="146"/>
                </a:lnTo>
                <a:lnTo>
                  <a:pt x="1212" y="136"/>
                </a:lnTo>
                <a:lnTo>
                  <a:pt x="1207" y="128"/>
                </a:lnTo>
                <a:lnTo>
                  <a:pt x="1201" y="120"/>
                </a:lnTo>
                <a:lnTo>
                  <a:pt x="1193" y="114"/>
                </a:lnTo>
                <a:lnTo>
                  <a:pt x="1185" y="109"/>
                </a:lnTo>
                <a:lnTo>
                  <a:pt x="1175" y="107"/>
                </a:lnTo>
                <a:lnTo>
                  <a:pt x="1166" y="106"/>
                </a:lnTo>
                <a:lnTo>
                  <a:pt x="1166" y="106"/>
                </a:lnTo>
                <a:lnTo>
                  <a:pt x="1155" y="107"/>
                </a:lnTo>
                <a:lnTo>
                  <a:pt x="1147" y="109"/>
                </a:lnTo>
                <a:lnTo>
                  <a:pt x="1137" y="114"/>
                </a:lnTo>
                <a:lnTo>
                  <a:pt x="1130" y="120"/>
                </a:lnTo>
                <a:lnTo>
                  <a:pt x="1124" y="128"/>
                </a:lnTo>
                <a:lnTo>
                  <a:pt x="1120" y="136"/>
                </a:lnTo>
                <a:lnTo>
                  <a:pt x="1117" y="146"/>
                </a:lnTo>
                <a:lnTo>
                  <a:pt x="1116" y="156"/>
                </a:lnTo>
                <a:lnTo>
                  <a:pt x="1116" y="156"/>
                </a:lnTo>
                <a:lnTo>
                  <a:pt x="1117" y="167"/>
                </a:lnTo>
                <a:lnTo>
                  <a:pt x="1120" y="176"/>
                </a:lnTo>
                <a:lnTo>
                  <a:pt x="1124" y="185"/>
                </a:lnTo>
                <a:lnTo>
                  <a:pt x="1130" y="193"/>
                </a:lnTo>
                <a:lnTo>
                  <a:pt x="1137" y="199"/>
                </a:lnTo>
                <a:lnTo>
                  <a:pt x="1147" y="204"/>
                </a:lnTo>
                <a:lnTo>
                  <a:pt x="1155" y="207"/>
                </a:lnTo>
                <a:lnTo>
                  <a:pt x="1166" y="207"/>
                </a:lnTo>
                <a:lnTo>
                  <a:pt x="1166" y="207"/>
                </a:lnTo>
                <a:close/>
                <a:moveTo>
                  <a:pt x="1273" y="317"/>
                </a:moveTo>
                <a:lnTo>
                  <a:pt x="1273" y="317"/>
                </a:lnTo>
                <a:lnTo>
                  <a:pt x="1284" y="316"/>
                </a:lnTo>
                <a:lnTo>
                  <a:pt x="1294" y="312"/>
                </a:lnTo>
                <a:lnTo>
                  <a:pt x="1304" y="307"/>
                </a:lnTo>
                <a:lnTo>
                  <a:pt x="1312" y="300"/>
                </a:lnTo>
                <a:lnTo>
                  <a:pt x="1318" y="293"/>
                </a:lnTo>
                <a:lnTo>
                  <a:pt x="1324" y="284"/>
                </a:lnTo>
                <a:lnTo>
                  <a:pt x="1326" y="273"/>
                </a:lnTo>
                <a:lnTo>
                  <a:pt x="1327" y="263"/>
                </a:lnTo>
                <a:lnTo>
                  <a:pt x="1327" y="263"/>
                </a:lnTo>
                <a:lnTo>
                  <a:pt x="1326" y="251"/>
                </a:lnTo>
                <a:lnTo>
                  <a:pt x="1324" y="241"/>
                </a:lnTo>
                <a:lnTo>
                  <a:pt x="1318" y="232"/>
                </a:lnTo>
                <a:lnTo>
                  <a:pt x="1312" y="224"/>
                </a:lnTo>
                <a:lnTo>
                  <a:pt x="1304" y="217"/>
                </a:lnTo>
                <a:lnTo>
                  <a:pt x="1294" y="212"/>
                </a:lnTo>
                <a:lnTo>
                  <a:pt x="1284" y="208"/>
                </a:lnTo>
                <a:lnTo>
                  <a:pt x="1273" y="207"/>
                </a:lnTo>
                <a:lnTo>
                  <a:pt x="1273" y="207"/>
                </a:lnTo>
                <a:lnTo>
                  <a:pt x="1262" y="208"/>
                </a:lnTo>
                <a:lnTo>
                  <a:pt x="1252" y="212"/>
                </a:lnTo>
                <a:lnTo>
                  <a:pt x="1242" y="217"/>
                </a:lnTo>
                <a:lnTo>
                  <a:pt x="1234" y="224"/>
                </a:lnTo>
                <a:lnTo>
                  <a:pt x="1228" y="232"/>
                </a:lnTo>
                <a:lnTo>
                  <a:pt x="1222" y="241"/>
                </a:lnTo>
                <a:lnTo>
                  <a:pt x="1220" y="251"/>
                </a:lnTo>
                <a:lnTo>
                  <a:pt x="1219" y="263"/>
                </a:lnTo>
                <a:lnTo>
                  <a:pt x="1219" y="263"/>
                </a:lnTo>
                <a:lnTo>
                  <a:pt x="1220" y="273"/>
                </a:lnTo>
                <a:lnTo>
                  <a:pt x="1222" y="284"/>
                </a:lnTo>
                <a:lnTo>
                  <a:pt x="1228" y="293"/>
                </a:lnTo>
                <a:lnTo>
                  <a:pt x="1234" y="300"/>
                </a:lnTo>
                <a:lnTo>
                  <a:pt x="1242" y="307"/>
                </a:lnTo>
                <a:lnTo>
                  <a:pt x="1252" y="312"/>
                </a:lnTo>
                <a:lnTo>
                  <a:pt x="1262" y="316"/>
                </a:lnTo>
                <a:lnTo>
                  <a:pt x="1273" y="317"/>
                </a:lnTo>
                <a:lnTo>
                  <a:pt x="1273" y="317"/>
                </a:lnTo>
                <a:close/>
                <a:moveTo>
                  <a:pt x="1352" y="366"/>
                </a:moveTo>
                <a:lnTo>
                  <a:pt x="1352" y="366"/>
                </a:lnTo>
                <a:lnTo>
                  <a:pt x="1346" y="366"/>
                </a:lnTo>
                <a:lnTo>
                  <a:pt x="1341" y="369"/>
                </a:lnTo>
                <a:lnTo>
                  <a:pt x="1337" y="371"/>
                </a:lnTo>
                <a:lnTo>
                  <a:pt x="1332" y="375"/>
                </a:lnTo>
                <a:lnTo>
                  <a:pt x="1328" y="378"/>
                </a:lnTo>
                <a:lnTo>
                  <a:pt x="1326" y="383"/>
                </a:lnTo>
                <a:lnTo>
                  <a:pt x="1325" y="389"/>
                </a:lnTo>
                <a:lnTo>
                  <a:pt x="1324" y="395"/>
                </a:lnTo>
                <a:lnTo>
                  <a:pt x="1324" y="395"/>
                </a:lnTo>
                <a:lnTo>
                  <a:pt x="1325" y="401"/>
                </a:lnTo>
                <a:lnTo>
                  <a:pt x="1326" y="405"/>
                </a:lnTo>
                <a:lnTo>
                  <a:pt x="1328" y="410"/>
                </a:lnTo>
                <a:lnTo>
                  <a:pt x="1332" y="415"/>
                </a:lnTo>
                <a:lnTo>
                  <a:pt x="1337" y="418"/>
                </a:lnTo>
                <a:lnTo>
                  <a:pt x="1341" y="421"/>
                </a:lnTo>
                <a:lnTo>
                  <a:pt x="1346" y="422"/>
                </a:lnTo>
                <a:lnTo>
                  <a:pt x="1352" y="423"/>
                </a:lnTo>
                <a:lnTo>
                  <a:pt x="1352" y="423"/>
                </a:lnTo>
                <a:lnTo>
                  <a:pt x="1358" y="422"/>
                </a:lnTo>
                <a:lnTo>
                  <a:pt x="1363" y="421"/>
                </a:lnTo>
                <a:lnTo>
                  <a:pt x="1367" y="418"/>
                </a:lnTo>
                <a:lnTo>
                  <a:pt x="1372" y="415"/>
                </a:lnTo>
                <a:lnTo>
                  <a:pt x="1376" y="410"/>
                </a:lnTo>
                <a:lnTo>
                  <a:pt x="1378" y="405"/>
                </a:lnTo>
                <a:lnTo>
                  <a:pt x="1379" y="401"/>
                </a:lnTo>
                <a:lnTo>
                  <a:pt x="1380" y="395"/>
                </a:lnTo>
                <a:lnTo>
                  <a:pt x="1380" y="395"/>
                </a:lnTo>
                <a:lnTo>
                  <a:pt x="1379" y="389"/>
                </a:lnTo>
                <a:lnTo>
                  <a:pt x="1378" y="383"/>
                </a:lnTo>
                <a:lnTo>
                  <a:pt x="1376" y="378"/>
                </a:lnTo>
                <a:lnTo>
                  <a:pt x="1372" y="375"/>
                </a:lnTo>
                <a:lnTo>
                  <a:pt x="1367" y="371"/>
                </a:lnTo>
                <a:lnTo>
                  <a:pt x="1363" y="369"/>
                </a:lnTo>
                <a:lnTo>
                  <a:pt x="1358" y="366"/>
                </a:lnTo>
                <a:lnTo>
                  <a:pt x="1352" y="366"/>
                </a:lnTo>
                <a:lnTo>
                  <a:pt x="1352" y="3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1" name="Freeform 8"/>
          <p:cNvSpPr>
            <a:spLocks noChangeAspect="1" noEditPoints="1"/>
          </p:cNvSpPr>
          <p:nvPr/>
        </p:nvSpPr>
        <p:spPr bwMode="auto">
          <a:xfrm>
            <a:off x="6069124" y="4905164"/>
            <a:ext cx="1080000" cy="370589"/>
          </a:xfrm>
          <a:custGeom>
            <a:avLst/>
            <a:gdLst>
              <a:gd name="T0" fmla="*/ 263 w 1529"/>
              <a:gd name="T1" fmla="*/ 0 h 525"/>
              <a:gd name="T2" fmla="*/ 237 w 1529"/>
              <a:gd name="T3" fmla="*/ 1 h 525"/>
              <a:gd name="T4" fmla="*/ 185 w 1529"/>
              <a:gd name="T5" fmla="*/ 12 h 525"/>
              <a:gd name="T6" fmla="*/ 138 w 1529"/>
              <a:gd name="T7" fmla="*/ 32 h 525"/>
              <a:gd name="T8" fmla="*/ 96 w 1529"/>
              <a:gd name="T9" fmla="*/ 60 h 525"/>
              <a:gd name="T10" fmla="*/ 60 w 1529"/>
              <a:gd name="T11" fmla="*/ 95 h 525"/>
              <a:gd name="T12" fmla="*/ 32 w 1529"/>
              <a:gd name="T13" fmla="*/ 137 h 525"/>
              <a:gd name="T14" fmla="*/ 12 w 1529"/>
              <a:gd name="T15" fmla="*/ 185 h 525"/>
              <a:gd name="T16" fmla="*/ 1 w 1529"/>
              <a:gd name="T17" fmla="*/ 236 h 525"/>
              <a:gd name="T18" fmla="*/ 0 w 1529"/>
              <a:gd name="T19" fmla="*/ 263 h 525"/>
              <a:gd name="T20" fmla="*/ 5 w 1529"/>
              <a:gd name="T21" fmla="*/ 315 h 525"/>
              <a:gd name="T22" fmla="*/ 20 w 1529"/>
              <a:gd name="T23" fmla="*/ 365 h 525"/>
              <a:gd name="T24" fmla="*/ 46 w 1529"/>
              <a:gd name="T25" fmla="*/ 409 h 525"/>
              <a:gd name="T26" fmla="*/ 77 w 1529"/>
              <a:gd name="T27" fmla="*/ 449 h 525"/>
              <a:gd name="T28" fmla="*/ 116 w 1529"/>
              <a:gd name="T29" fmla="*/ 480 h 525"/>
              <a:gd name="T30" fmla="*/ 160 w 1529"/>
              <a:gd name="T31" fmla="*/ 505 h 525"/>
              <a:gd name="T32" fmla="*/ 210 w 1529"/>
              <a:gd name="T33" fmla="*/ 520 h 525"/>
              <a:gd name="T34" fmla="*/ 263 w 1529"/>
              <a:gd name="T35" fmla="*/ 525 h 525"/>
              <a:gd name="T36" fmla="*/ 1266 w 1529"/>
              <a:gd name="T37" fmla="*/ 525 h 525"/>
              <a:gd name="T38" fmla="*/ 1319 w 1529"/>
              <a:gd name="T39" fmla="*/ 520 h 525"/>
              <a:gd name="T40" fmla="*/ 1369 w 1529"/>
              <a:gd name="T41" fmla="*/ 505 h 525"/>
              <a:gd name="T42" fmla="*/ 1413 w 1529"/>
              <a:gd name="T43" fmla="*/ 480 h 525"/>
              <a:gd name="T44" fmla="*/ 1452 w 1529"/>
              <a:gd name="T45" fmla="*/ 449 h 525"/>
              <a:gd name="T46" fmla="*/ 1483 w 1529"/>
              <a:gd name="T47" fmla="*/ 409 h 525"/>
              <a:gd name="T48" fmla="*/ 1508 w 1529"/>
              <a:gd name="T49" fmla="*/ 365 h 525"/>
              <a:gd name="T50" fmla="*/ 1524 w 1529"/>
              <a:gd name="T51" fmla="*/ 315 h 525"/>
              <a:gd name="T52" fmla="*/ 1529 w 1529"/>
              <a:gd name="T53" fmla="*/ 263 h 525"/>
              <a:gd name="T54" fmla="*/ 1528 w 1529"/>
              <a:gd name="T55" fmla="*/ 236 h 525"/>
              <a:gd name="T56" fmla="*/ 1517 w 1529"/>
              <a:gd name="T57" fmla="*/ 185 h 525"/>
              <a:gd name="T58" fmla="*/ 1497 w 1529"/>
              <a:gd name="T59" fmla="*/ 137 h 525"/>
              <a:gd name="T60" fmla="*/ 1469 w 1529"/>
              <a:gd name="T61" fmla="*/ 95 h 525"/>
              <a:gd name="T62" fmla="*/ 1433 w 1529"/>
              <a:gd name="T63" fmla="*/ 60 h 525"/>
              <a:gd name="T64" fmla="*/ 1391 w 1529"/>
              <a:gd name="T65" fmla="*/ 32 h 525"/>
              <a:gd name="T66" fmla="*/ 1344 w 1529"/>
              <a:gd name="T67" fmla="*/ 12 h 525"/>
              <a:gd name="T68" fmla="*/ 1292 w 1529"/>
              <a:gd name="T69" fmla="*/ 1 h 525"/>
              <a:gd name="T70" fmla="*/ 1266 w 1529"/>
              <a:gd name="T71" fmla="*/ 0 h 525"/>
              <a:gd name="T72" fmla="*/ 95 w 1529"/>
              <a:gd name="T73" fmla="*/ 395 h 525"/>
              <a:gd name="T74" fmla="*/ 74 w 1529"/>
              <a:gd name="T75" fmla="*/ 366 h 525"/>
              <a:gd name="T76" fmla="*/ 60 w 1529"/>
              <a:gd name="T77" fmla="*/ 334 h 525"/>
              <a:gd name="T78" fmla="*/ 52 w 1529"/>
              <a:gd name="T79" fmla="*/ 300 h 525"/>
              <a:gd name="T80" fmla="*/ 48 w 1529"/>
              <a:gd name="T81" fmla="*/ 263 h 525"/>
              <a:gd name="T82" fmla="*/ 49 w 1529"/>
              <a:gd name="T83" fmla="*/ 241 h 525"/>
              <a:gd name="T84" fmla="*/ 58 w 1529"/>
              <a:gd name="T85" fmla="*/ 198 h 525"/>
              <a:gd name="T86" fmla="*/ 74 w 1529"/>
              <a:gd name="T87" fmla="*/ 160 h 525"/>
              <a:gd name="T88" fmla="*/ 97 w 1529"/>
              <a:gd name="T89" fmla="*/ 126 h 525"/>
              <a:gd name="T90" fmla="*/ 127 w 1529"/>
              <a:gd name="T91" fmla="*/ 97 h 525"/>
              <a:gd name="T92" fmla="*/ 160 w 1529"/>
              <a:gd name="T93" fmla="*/ 74 h 525"/>
              <a:gd name="T94" fmla="*/ 198 w 1529"/>
              <a:gd name="T95" fmla="*/ 57 h 525"/>
              <a:gd name="T96" fmla="*/ 241 w 1529"/>
              <a:gd name="T97" fmla="*/ 49 h 525"/>
              <a:gd name="T98" fmla="*/ 263 w 1529"/>
              <a:gd name="T99" fmla="*/ 48 h 525"/>
              <a:gd name="T100" fmla="*/ 95 w 1529"/>
              <a:gd name="T101" fmla="*/ 395 h 525"/>
              <a:gd name="T102" fmla="*/ 333 w 1529"/>
              <a:gd name="T103" fmla="*/ 477 h 525"/>
              <a:gd name="T104" fmla="*/ 865 w 1529"/>
              <a:gd name="T105" fmla="*/ 48 h 525"/>
              <a:gd name="T106" fmla="*/ 1193 w 1529"/>
              <a:gd name="T107" fmla="*/ 477 h 525"/>
              <a:gd name="T108" fmla="*/ 909 w 1529"/>
              <a:gd name="T109" fmla="*/ 477 h 525"/>
              <a:gd name="T110" fmla="*/ 951 w 1529"/>
              <a:gd name="T111" fmla="*/ 407 h 525"/>
              <a:gd name="T112" fmla="*/ 1150 w 1529"/>
              <a:gd name="T113" fmla="*/ 48 h 525"/>
              <a:gd name="T114" fmla="*/ 1266 w 1529"/>
              <a:gd name="T115" fmla="*/ 48 h 525"/>
              <a:gd name="T116" fmla="*/ 1285 w 1529"/>
              <a:gd name="T117" fmla="*/ 49 h 525"/>
              <a:gd name="T118" fmla="*/ 1322 w 1529"/>
              <a:gd name="T119" fmla="*/ 55 h 525"/>
              <a:gd name="T120" fmla="*/ 1357 w 1529"/>
              <a:gd name="T121" fmla="*/ 68 h 525"/>
              <a:gd name="T122" fmla="*/ 1388 w 1529"/>
              <a:gd name="T123" fmla="*/ 86 h 525"/>
              <a:gd name="T124" fmla="*/ 1193 w 1529"/>
              <a:gd name="T125" fmla="*/ 477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29" h="525">
                <a:moveTo>
                  <a:pt x="1266" y="0"/>
                </a:moveTo>
                <a:lnTo>
                  <a:pt x="263" y="0"/>
                </a:lnTo>
                <a:lnTo>
                  <a:pt x="263" y="0"/>
                </a:lnTo>
                <a:lnTo>
                  <a:pt x="237" y="1"/>
                </a:lnTo>
                <a:lnTo>
                  <a:pt x="210" y="5"/>
                </a:lnTo>
                <a:lnTo>
                  <a:pt x="185" y="12"/>
                </a:lnTo>
                <a:lnTo>
                  <a:pt x="160" y="20"/>
                </a:lnTo>
                <a:lnTo>
                  <a:pt x="138" y="32"/>
                </a:lnTo>
                <a:lnTo>
                  <a:pt x="116" y="45"/>
                </a:lnTo>
                <a:lnTo>
                  <a:pt x="96" y="60"/>
                </a:lnTo>
                <a:lnTo>
                  <a:pt x="77" y="76"/>
                </a:lnTo>
                <a:lnTo>
                  <a:pt x="60" y="95"/>
                </a:lnTo>
                <a:lnTo>
                  <a:pt x="46" y="116"/>
                </a:lnTo>
                <a:lnTo>
                  <a:pt x="32" y="137"/>
                </a:lnTo>
                <a:lnTo>
                  <a:pt x="20" y="160"/>
                </a:lnTo>
                <a:lnTo>
                  <a:pt x="12" y="185"/>
                </a:lnTo>
                <a:lnTo>
                  <a:pt x="5" y="210"/>
                </a:lnTo>
                <a:lnTo>
                  <a:pt x="1" y="236"/>
                </a:lnTo>
                <a:lnTo>
                  <a:pt x="0" y="263"/>
                </a:lnTo>
                <a:lnTo>
                  <a:pt x="0" y="263"/>
                </a:lnTo>
                <a:lnTo>
                  <a:pt x="1" y="289"/>
                </a:lnTo>
                <a:lnTo>
                  <a:pt x="5" y="315"/>
                </a:lnTo>
                <a:lnTo>
                  <a:pt x="12" y="340"/>
                </a:lnTo>
                <a:lnTo>
                  <a:pt x="20" y="365"/>
                </a:lnTo>
                <a:lnTo>
                  <a:pt x="32" y="388"/>
                </a:lnTo>
                <a:lnTo>
                  <a:pt x="46" y="409"/>
                </a:lnTo>
                <a:lnTo>
                  <a:pt x="60" y="430"/>
                </a:lnTo>
                <a:lnTo>
                  <a:pt x="77" y="449"/>
                </a:lnTo>
                <a:lnTo>
                  <a:pt x="96" y="466"/>
                </a:lnTo>
                <a:lnTo>
                  <a:pt x="116" y="480"/>
                </a:lnTo>
                <a:lnTo>
                  <a:pt x="138" y="493"/>
                </a:lnTo>
                <a:lnTo>
                  <a:pt x="160" y="505"/>
                </a:lnTo>
                <a:lnTo>
                  <a:pt x="185" y="513"/>
                </a:lnTo>
                <a:lnTo>
                  <a:pt x="210" y="520"/>
                </a:lnTo>
                <a:lnTo>
                  <a:pt x="237" y="524"/>
                </a:lnTo>
                <a:lnTo>
                  <a:pt x="263" y="525"/>
                </a:lnTo>
                <a:lnTo>
                  <a:pt x="1266" y="525"/>
                </a:lnTo>
                <a:lnTo>
                  <a:pt x="1266" y="525"/>
                </a:lnTo>
                <a:lnTo>
                  <a:pt x="1292" y="524"/>
                </a:lnTo>
                <a:lnTo>
                  <a:pt x="1319" y="520"/>
                </a:lnTo>
                <a:lnTo>
                  <a:pt x="1344" y="513"/>
                </a:lnTo>
                <a:lnTo>
                  <a:pt x="1369" y="505"/>
                </a:lnTo>
                <a:lnTo>
                  <a:pt x="1391" y="493"/>
                </a:lnTo>
                <a:lnTo>
                  <a:pt x="1413" y="480"/>
                </a:lnTo>
                <a:lnTo>
                  <a:pt x="1433" y="466"/>
                </a:lnTo>
                <a:lnTo>
                  <a:pt x="1452" y="449"/>
                </a:lnTo>
                <a:lnTo>
                  <a:pt x="1469" y="430"/>
                </a:lnTo>
                <a:lnTo>
                  <a:pt x="1483" y="409"/>
                </a:lnTo>
                <a:lnTo>
                  <a:pt x="1497" y="388"/>
                </a:lnTo>
                <a:lnTo>
                  <a:pt x="1508" y="365"/>
                </a:lnTo>
                <a:lnTo>
                  <a:pt x="1517" y="340"/>
                </a:lnTo>
                <a:lnTo>
                  <a:pt x="1524" y="315"/>
                </a:lnTo>
                <a:lnTo>
                  <a:pt x="1528" y="289"/>
                </a:lnTo>
                <a:lnTo>
                  <a:pt x="1529" y="263"/>
                </a:lnTo>
                <a:lnTo>
                  <a:pt x="1529" y="263"/>
                </a:lnTo>
                <a:lnTo>
                  <a:pt x="1528" y="236"/>
                </a:lnTo>
                <a:lnTo>
                  <a:pt x="1524" y="210"/>
                </a:lnTo>
                <a:lnTo>
                  <a:pt x="1517" y="185"/>
                </a:lnTo>
                <a:lnTo>
                  <a:pt x="1508" y="160"/>
                </a:lnTo>
                <a:lnTo>
                  <a:pt x="1497" y="137"/>
                </a:lnTo>
                <a:lnTo>
                  <a:pt x="1483" y="116"/>
                </a:lnTo>
                <a:lnTo>
                  <a:pt x="1469" y="95"/>
                </a:lnTo>
                <a:lnTo>
                  <a:pt x="1452" y="76"/>
                </a:lnTo>
                <a:lnTo>
                  <a:pt x="1433" y="60"/>
                </a:lnTo>
                <a:lnTo>
                  <a:pt x="1413" y="45"/>
                </a:lnTo>
                <a:lnTo>
                  <a:pt x="1391" y="32"/>
                </a:lnTo>
                <a:lnTo>
                  <a:pt x="1369" y="20"/>
                </a:lnTo>
                <a:lnTo>
                  <a:pt x="1344" y="12"/>
                </a:lnTo>
                <a:lnTo>
                  <a:pt x="1319" y="5"/>
                </a:lnTo>
                <a:lnTo>
                  <a:pt x="1292" y="1"/>
                </a:lnTo>
                <a:lnTo>
                  <a:pt x="1266" y="0"/>
                </a:lnTo>
                <a:lnTo>
                  <a:pt x="1266" y="0"/>
                </a:lnTo>
                <a:close/>
                <a:moveTo>
                  <a:pt x="95" y="395"/>
                </a:moveTo>
                <a:lnTo>
                  <a:pt x="95" y="395"/>
                </a:lnTo>
                <a:lnTo>
                  <a:pt x="84" y="382"/>
                </a:lnTo>
                <a:lnTo>
                  <a:pt x="74" y="366"/>
                </a:lnTo>
                <a:lnTo>
                  <a:pt x="67" y="351"/>
                </a:lnTo>
                <a:lnTo>
                  <a:pt x="60" y="334"/>
                </a:lnTo>
                <a:lnTo>
                  <a:pt x="55" y="317"/>
                </a:lnTo>
                <a:lnTo>
                  <a:pt x="52" y="300"/>
                </a:lnTo>
                <a:lnTo>
                  <a:pt x="49" y="282"/>
                </a:lnTo>
                <a:lnTo>
                  <a:pt x="48" y="263"/>
                </a:lnTo>
                <a:lnTo>
                  <a:pt x="48" y="263"/>
                </a:lnTo>
                <a:lnTo>
                  <a:pt x="49" y="241"/>
                </a:lnTo>
                <a:lnTo>
                  <a:pt x="53" y="220"/>
                </a:lnTo>
                <a:lnTo>
                  <a:pt x="58" y="198"/>
                </a:lnTo>
                <a:lnTo>
                  <a:pt x="65" y="179"/>
                </a:lnTo>
                <a:lnTo>
                  <a:pt x="74" y="160"/>
                </a:lnTo>
                <a:lnTo>
                  <a:pt x="85" y="142"/>
                </a:lnTo>
                <a:lnTo>
                  <a:pt x="97" y="126"/>
                </a:lnTo>
                <a:lnTo>
                  <a:pt x="111" y="111"/>
                </a:lnTo>
                <a:lnTo>
                  <a:pt x="127" y="97"/>
                </a:lnTo>
                <a:lnTo>
                  <a:pt x="142" y="85"/>
                </a:lnTo>
                <a:lnTo>
                  <a:pt x="160" y="74"/>
                </a:lnTo>
                <a:lnTo>
                  <a:pt x="179" y="64"/>
                </a:lnTo>
                <a:lnTo>
                  <a:pt x="198" y="57"/>
                </a:lnTo>
                <a:lnTo>
                  <a:pt x="220" y="52"/>
                </a:lnTo>
                <a:lnTo>
                  <a:pt x="241" y="49"/>
                </a:lnTo>
                <a:lnTo>
                  <a:pt x="263" y="48"/>
                </a:lnTo>
                <a:lnTo>
                  <a:pt x="263" y="48"/>
                </a:lnTo>
                <a:lnTo>
                  <a:pt x="288" y="48"/>
                </a:lnTo>
                <a:lnTo>
                  <a:pt x="95" y="395"/>
                </a:lnTo>
                <a:close/>
                <a:moveTo>
                  <a:pt x="620" y="477"/>
                </a:moveTo>
                <a:lnTo>
                  <a:pt x="333" y="477"/>
                </a:lnTo>
                <a:lnTo>
                  <a:pt x="575" y="48"/>
                </a:lnTo>
                <a:lnTo>
                  <a:pt x="865" y="48"/>
                </a:lnTo>
                <a:lnTo>
                  <a:pt x="620" y="477"/>
                </a:lnTo>
                <a:close/>
                <a:moveTo>
                  <a:pt x="1193" y="477"/>
                </a:moveTo>
                <a:lnTo>
                  <a:pt x="909" y="477"/>
                </a:lnTo>
                <a:lnTo>
                  <a:pt x="909" y="477"/>
                </a:lnTo>
                <a:lnTo>
                  <a:pt x="922" y="456"/>
                </a:lnTo>
                <a:lnTo>
                  <a:pt x="951" y="407"/>
                </a:lnTo>
                <a:lnTo>
                  <a:pt x="1033" y="259"/>
                </a:lnTo>
                <a:lnTo>
                  <a:pt x="1150" y="48"/>
                </a:lnTo>
                <a:lnTo>
                  <a:pt x="1150" y="48"/>
                </a:lnTo>
                <a:lnTo>
                  <a:pt x="1266" y="48"/>
                </a:lnTo>
                <a:lnTo>
                  <a:pt x="1266" y="48"/>
                </a:lnTo>
                <a:lnTo>
                  <a:pt x="1285" y="49"/>
                </a:lnTo>
                <a:lnTo>
                  <a:pt x="1304" y="51"/>
                </a:lnTo>
                <a:lnTo>
                  <a:pt x="1322" y="55"/>
                </a:lnTo>
                <a:lnTo>
                  <a:pt x="1340" y="61"/>
                </a:lnTo>
                <a:lnTo>
                  <a:pt x="1357" y="68"/>
                </a:lnTo>
                <a:lnTo>
                  <a:pt x="1372" y="76"/>
                </a:lnTo>
                <a:lnTo>
                  <a:pt x="1388" y="86"/>
                </a:lnTo>
                <a:lnTo>
                  <a:pt x="1402" y="97"/>
                </a:lnTo>
                <a:lnTo>
                  <a:pt x="1193" y="47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" name="Freeform 9"/>
          <p:cNvSpPr>
            <a:spLocks noChangeAspect="1" noEditPoints="1"/>
          </p:cNvSpPr>
          <p:nvPr/>
        </p:nvSpPr>
        <p:spPr bwMode="auto">
          <a:xfrm>
            <a:off x="7725308" y="4545124"/>
            <a:ext cx="1080000" cy="1080000"/>
          </a:xfrm>
          <a:custGeom>
            <a:avLst/>
            <a:gdLst>
              <a:gd name="T0" fmla="*/ 600 w 1528"/>
              <a:gd name="T1" fmla="*/ 522 h 1528"/>
              <a:gd name="T2" fmla="*/ 472 w 1528"/>
              <a:gd name="T3" fmla="*/ 734 h 1528"/>
              <a:gd name="T4" fmla="*/ 506 w 1528"/>
              <a:gd name="T5" fmla="*/ 905 h 1528"/>
              <a:gd name="T6" fmla="*/ 720 w 1528"/>
              <a:gd name="T7" fmla="*/ 1054 h 1528"/>
              <a:gd name="T8" fmla="*/ 878 w 1528"/>
              <a:gd name="T9" fmla="*/ 1035 h 1528"/>
              <a:gd name="T10" fmla="*/ 1052 w 1528"/>
              <a:gd name="T11" fmla="*/ 824 h 1528"/>
              <a:gd name="T12" fmla="*/ 1044 w 1528"/>
              <a:gd name="T13" fmla="*/ 677 h 1528"/>
              <a:gd name="T14" fmla="*/ 838 w 1528"/>
              <a:gd name="T15" fmla="*/ 480 h 1528"/>
              <a:gd name="T16" fmla="*/ 712 w 1528"/>
              <a:gd name="T17" fmla="*/ 932 h 1528"/>
              <a:gd name="T18" fmla="*/ 591 w 1528"/>
              <a:gd name="T19" fmla="*/ 799 h 1528"/>
              <a:gd name="T20" fmla="*/ 640 w 1528"/>
              <a:gd name="T21" fmla="*/ 637 h 1528"/>
              <a:gd name="T22" fmla="*/ 800 w 1528"/>
              <a:gd name="T23" fmla="*/ 590 h 1528"/>
              <a:gd name="T24" fmla="*/ 933 w 1528"/>
              <a:gd name="T25" fmla="*/ 710 h 1528"/>
              <a:gd name="T26" fmla="*/ 901 w 1528"/>
              <a:gd name="T27" fmla="*/ 875 h 1528"/>
              <a:gd name="T28" fmla="*/ 764 w 1528"/>
              <a:gd name="T29" fmla="*/ 0 h 1528"/>
              <a:gd name="T30" fmla="*/ 400 w 1528"/>
              <a:gd name="T31" fmla="*/ 92 h 1528"/>
              <a:gd name="T32" fmla="*/ 111 w 1528"/>
              <a:gd name="T33" fmla="*/ 368 h 1528"/>
              <a:gd name="T34" fmla="*/ 0 w 1528"/>
              <a:gd name="T35" fmla="*/ 764 h 1528"/>
              <a:gd name="T36" fmla="*/ 91 w 1528"/>
              <a:gd name="T37" fmla="*/ 1128 h 1528"/>
              <a:gd name="T38" fmla="*/ 367 w 1528"/>
              <a:gd name="T39" fmla="*/ 1417 h 1528"/>
              <a:gd name="T40" fmla="*/ 764 w 1528"/>
              <a:gd name="T41" fmla="*/ 1528 h 1528"/>
              <a:gd name="T42" fmla="*/ 1128 w 1528"/>
              <a:gd name="T43" fmla="*/ 1436 h 1528"/>
              <a:gd name="T44" fmla="*/ 1417 w 1528"/>
              <a:gd name="T45" fmla="*/ 1161 h 1528"/>
              <a:gd name="T46" fmla="*/ 1528 w 1528"/>
              <a:gd name="T47" fmla="*/ 764 h 1528"/>
              <a:gd name="T48" fmla="*/ 1436 w 1528"/>
              <a:gd name="T49" fmla="*/ 400 h 1528"/>
              <a:gd name="T50" fmla="*/ 1160 w 1528"/>
              <a:gd name="T51" fmla="*/ 111 h 1528"/>
              <a:gd name="T52" fmla="*/ 764 w 1528"/>
              <a:gd name="T53" fmla="*/ 0 h 1528"/>
              <a:gd name="T54" fmla="*/ 512 w 1528"/>
              <a:gd name="T55" fmla="*/ 1362 h 1528"/>
              <a:gd name="T56" fmla="*/ 244 w 1528"/>
              <a:gd name="T57" fmla="*/ 1152 h 1528"/>
              <a:gd name="T58" fmla="*/ 119 w 1528"/>
              <a:gd name="T59" fmla="*/ 831 h 1528"/>
              <a:gd name="T60" fmla="*/ 167 w 1528"/>
              <a:gd name="T61" fmla="*/ 512 h 1528"/>
              <a:gd name="T62" fmla="*/ 376 w 1528"/>
              <a:gd name="T63" fmla="*/ 245 h 1528"/>
              <a:gd name="T64" fmla="*/ 698 w 1528"/>
              <a:gd name="T65" fmla="*/ 119 h 1528"/>
              <a:gd name="T66" fmla="*/ 1017 w 1528"/>
              <a:gd name="T67" fmla="*/ 167 h 1528"/>
              <a:gd name="T68" fmla="*/ 1285 w 1528"/>
              <a:gd name="T69" fmla="*/ 376 h 1528"/>
              <a:gd name="T70" fmla="*/ 1410 w 1528"/>
              <a:gd name="T71" fmla="*/ 698 h 1528"/>
              <a:gd name="T72" fmla="*/ 1362 w 1528"/>
              <a:gd name="T73" fmla="*/ 1017 h 1528"/>
              <a:gd name="T74" fmla="*/ 1152 w 1528"/>
              <a:gd name="T75" fmla="*/ 1285 h 1528"/>
              <a:gd name="T76" fmla="*/ 831 w 1528"/>
              <a:gd name="T77" fmla="*/ 1410 h 1528"/>
              <a:gd name="T78" fmla="*/ 606 w 1528"/>
              <a:gd name="T79" fmla="*/ 260 h 1528"/>
              <a:gd name="T80" fmla="*/ 372 w 1528"/>
              <a:gd name="T81" fmla="*/ 409 h 1528"/>
              <a:gd name="T82" fmla="*/ 246 w 1528"/>
              <a:gd name="T83" fmla="*/ 659 h 1528"/>
              <a:gd name="T84" fmla="*/ 259 w 1528"/>
              <a:gd name="T85" fmla="*/ 923 h 1528"/>
              <a:gd name="T86" fmla="*/ 408 w 1528"/>
              <a:gd name="T87" fmla="*/ 1157 h 1528"/>
              <a:gd name="T88" fmla="*/ 658 w 1528"/>
              <a:gd name="T89" fmla="*/ 1284 h 1528"/>
              <a:gd name="T90" fmla="*/ 921 w 1528"/>
              <a:gd name="T91" fmla="*/ 1270 h 1528"/>
              <a:gd name="T92" fmla="*/ 1156 w 1528"/>
              <a:gd name="T93" fmla="*/ 1121 h 1528"/>
              <a:gd name="T94" fmla="*/ 1282 w 1528"/>
              <a:gd name="T95" fmla="*/ 872 h 1528"/>
              <a:gd name="T96" fmla="*/ 1269 w 1528"/>
              <a:gd name="T97" fmla="*/ 608 h 1528"/>
              <a:gd name="T98" fmla="*/ 1120 w 1528"/>
              <a:gd name="T99" fmla="*/ 374 h 1528"/>
              <a:gd name="T100" fmla="*/ 870 w 1528"/>
              <a:gd name="T101" fmla="*/ 247 h 1528"/>
              <a:gd name="T102" fmla="*/ 680 w 1528"/>
              <a:gd name="T103" fmla="*/ 1168 h 1528"/>
              <a:gd name="T104" fmla="*/ 487 w 1528"/>
              <a:gd name="T105" fmla="*/ 1070 h 1528"/>
              <a:gd name="T106" fmla="*/ 370 w 1528"/>
              <a:gd name="T107" fmla="*/ 887 h 1528"/>
              <a:gd name="T108" fmla="*/ 360 w 1528"/>
              <a:gd name="T109" fmla="*/ 680 h 1528"/>
              <a:gd name="T110" fmla="*/ 458 w 1528"/>
              <a:gd name="T111" fmla="*/ 487 h 1528"/>
              <a:gd name="T112" fmla="*/ 641 w 1528"/>
              <a:gd name="T113" fmla="*/ 370 h 1528"/>
              <a:gd name="T114" fmla="*/ 847 w 1528"/>
              <a:gd name="T115" fmla="*/ 360 h 1528"/>
              <a:gd name="T116" fmla="*/ 1041 w 1528"/>
              <a:gd name="T117" fmla="*/ 458 h 1528"/>
              <a:gd name="T118" fmla="*/ 1158 w 1528"/>
              <a:gd name="T119" fmla="*/ 641 h 1528"/>
              <a:gd name="T120" fmla="*/ 1167 w 1528"/>
              <a:gd name="T121" fmla="*/ 848 h 1528"/>
              <a:gd name="T122" fmla="*/ 1070 w 1528"/>
              <a:gd name="T123" fmla="*/ 1041 h 1528"/>
              <a:gd name="T124" fmla="*/ 887 w 1528"/>
              <a:gd name="T125" fmla="*/ 1158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28" h="1528">
                <a:moveTo>
                  <a:pt x="764" y="471"/>
                </a:moveTo>
                <a:lnTo>
                  <a:pt x="764" y="471"/>
                </a:lnTo>
                <a:lnTo>
                  <a:pt x="750" y="471"/>
                </a:lnTo>
                <a:lnTo>
                  <a:pt x="734" y="473"/>
                </a:lnTo>
                <a:lnTo>
                  <a:pt x="720" y="475"/>
                </a:lnTo>
                <a:lnTo>
                  <a:pt x="705" y="477"/>
                </a:lnTo>
                <a:lnTo>
                  <a:pt x="691" y="480"/>
                </a:lnTo>
                <a:lnTo>
                  <a:pt x="677" y="485"/>
                </a:lnTo>
                <a:lnTo>
                  <a:pt x="650" y="494"/>
                </a:lnTo>
                <a:lnTo>
                  <a:pt x="624" y="506"/>
                </a:lnTo>
                <a:lnTo>
                  <a:pt x="600" y="522"/>
                </a:lnTo>
                <a:lnTo>
                  <a:pt x="578" y="538"/>
                </a:lnTo>
                <a:lnTo>
                  <a:pt x="557" y="557"/>
                </a:lnTo>
                <a:lnTo>
                  <a:pt x="538" y="578"/>
                </a:lnTo>
                <a:lnTo>
                  <a:pt x="521" y="600"/>
                </a:lnTo>
                <a:lnTo>
                  <a:pt x="506" y="624"/>
                </a:lnTo>
                <a:lnTo>
                  <a:pt x="494" y="651"/>
                </a:lnTo>
                <a:lnTo>
                  <a:pt x="484" y="677"/>
                </a:lnTo>
                <a:lnTo>
                  <a:pt x="480" y="691"/>
                </a:lnTo>
                <a:lnTo>
                  <a:pt x="477" y="706"/>
                </a:lnTo>
                <a:lnTo>
                  <a:pt x="475" y="720"/>
                </a:lnTo>
                <a:lnTo>
                  <a:pt x="472" y="734"/>
                </a:lnTo>
                <a:lnTo>
                  <a:pt x="471" y="750"/>
                </a:lnTo>
                <a:lnTo>
                  <a:pt x="471" y="764"/>
                </a:lnTo>
                <a:lnTo>
                  <a:pt x="471" y="764"/>
                </a:lnTo>
                <a:lnTo>
                  <a:pt x="471" y="780"/>
                </a:lnTo>
                <a:lnTo>
                  <a:pt x="472" y="795"/>
                </a:lnTo>
                <a:lnTo>
                  <a:pt x="475" y="809"/>
                </a:lnTo>
                <a:lnTo>
                  <a:pt x="477" y="824"/>
                </a:lnTo>
                <a:lnTo>
                  <a:pt x="480" y="838"/>
                </a:lnTo>
                <a:lnTo>
                  <a:pt x="484" y="851"/>
                </a:lnTo>
                <a:lnTo>
                  <a:pt x="494" y="879"/>
                </a:lnTo>
                <a:lnTo>
                  <a:pt x="506" y="905"/>
                </a:lnTo>
                <a:lnTo>
                  <a:pt x="521" y="929"/>
                </a:lnTo>
                <a:lnTo>
                  <a:pt x="538" y="952"/>
                </a:lnTo>
                <a:lnTo>
                  <a:pt x="557" y="972"/>
                </a:lnTo>
                <a:lnTo>
                  <a:pt x="578" y="991"/>
                </a:lnTo>
                <a:lnTo>
                  <a:pt x="600" y="1008"/>
                </a:lnTo>
                <a:lnTo>
                  <a:pt x="624" y="1022"/>
                </a:lnTo>
                <a:lnTo>
                  <a:pt x="650" y="1035"/>
                </a:lnTo>
                <a:lnTo>
                  <a:pt x="677" y="1045"/>
                </a:lnTo>
                <a:lnTo>
                  <a:pt x="691" y="1048"/>
                </a:lnTo>
                <a:lnTo>
                  <a:pt x="705" y="1052"/>
                </a:lnTo>
                <a:lnTo>
                  <a:pt x="720" y="1054"/>
                </a:lnTo>
                <a:lnTo>
                  <a:pt x="734" y="1057"/>
                </a:lnTo>
                <a:lnTo>
                  <a:pt x="750" y="1058"/>
                </a:lnTo>
                <a:lnTo>
                  <a:pt x="764" y="1058"/>
                </a:lnTo>
                <a:lnTo>
                  <a:pt x="764" y="1058"/>
                </a:lnTo>
                <a:lnTo>
                  <a:pt x="779" y="1058"/>
                </a:lnTo>
                <a:lnTo>
                  <a:pt x="795" y="1057"/>
                </a:lnTo>
                <a:lnTo>
                  <a:pt x="809" y="1054"/>
                </a:lnTo>
                <a:lnTo>
                  <a:pt x="824" y="1052"/>
                </a:lnTo>
                <a:lnTo>
                  <a:pt x="838" y="1048"/>
                </a:lnTo>
                <a:lnTo>
                  <a:pt x="851" y="1045"/>
                </a:lnTo>
                <a:lnTo>
                  <a:pt x="878" y="1035"/>
                </a:lnTo>
                <a:lnTo>
                  <a:pt x="904" y="1022"/>
                </a:lnTo>
                <a:lnTo>
                  <a:pt x="929" y="1008"/>
                </a:lnTo>
                <a:lnTo>
                  <a:pt x="951" y="991"/>
                </a:lnTo>
                <a:lnTo>
                  <a:pt x="972" y="972"/>
                </a:lnTo>
                <a:lnTo>
                  <a:pt x="991" y="952"/>
                </a:lnTo>
                <a:lnTo>
                  <a:pt x="1007" y="929"/>
                </a:lnTo>
                <a:lnTo>
                  <a:pt x="1022" y="905"/>
                </a:lnTo>
                <a:lnTo>
                  <a:pt x="1035" y="879"/>
                </a:lnTo>
                <a:lnTo>
                  <a:pt x="1044" y="851"/>
                </a:lnTo>
                <a:lnTo>
                  <a:pt x="1048" y="838"/>
                </a:lnTo>
                <a:lnTo>
                  <a:pt x="1052" y="824"/>
                </a:lnTo>
                <a:lnTo>
                  <a:pt x="1054" y="809"/>
                </a:lnTo>
                <a:lnTo>
                  <a:pt x="1056" y="795"/>
                </a:lnTo>
                <a:lnTo>
                  <a:pt x="1058" y="780"/>
                </a:lnTo>
                <a:lnTo>
                  <a:pt x="1058" y="764"/>
                </a:lnTo>
                <a:lnTo>
                  <a:pt x="1058" y="764"/>
                </a:lnTo>
                <a:lnTo>
                  <a:pt x="1058" y="750"/>
                </a:lnTo>
                <a:lnTo>
                  <a:pt x="1056" y="734"/>
                </a:lnTo>
                <a:lnTo>
                  <a:pt x="1054" y="720"/>
                </a:lnTo>
                <a:lnTo>
                  <a:pt x="1052" y="706"/>
                </a:lnTo>
                <a:lnTo>
                  <a:pt x="1048" y="691"/>
                </a:lnTo>
                <a:lnTo>
                  <a:pt x="1044" y="677"/>
                </a:lnTo>
                <a:lnTo>
                  <a:pt x="1035" y="651"/>
                </a:lnTo>
                <a:lnTo>
                  <a:pt x="1022" y="624"/>
                </a:lnTo>
                <a:lnTo>
                  <a:pt x="1007" y="600"/>
                </a:lnTo>
                <a:lnTo>
                  <a:pt x="991" y="578"/>
                </a:lnTo>
                <a:lnTo>
                  <a:pt x="972" y="557"/>
                </a:lnTo>
                <a:lnTo>
                  <a:pt x="951" y="538"/>
                </a:lnTo>
                <a:lnTo>
                  <a:pt x="929" y="522"/>
                </a:lnTo>
                <a:lnTo>
                  <a:pt x="904" y="506"/>
                </a:lnTo>
                <a:lnTo>
                  <a:pt x="878" y="494"/>
                </a:lnTo>
                <a:lnTo>
                  <a:pt x="851" y="485"/>
                </a:lnTo>
                <a:lnTo>
                  <a:pt x="838" y="480"/>
                </a:lnTo>
                <a:lnTo>
                  <a:pt x="824" y="477"/>
                </a:lnTo>
                <a:lnTo>
                  <a:pt x="809" y="475"/>
                </a:lnTo>
                <a:lnTo>
                  <a:pt x="795" y="473"/>
                </a:lnTo>
                <a:lnTo>
                  <a:pt x="779" y="471"/>
                </a:lnTo>
                <a:lnTo>
                  <a:pt x="764" y="471"/>
                </a:lnTo>
                <a:lnTo>
                  <a:pt x="764" y="471"/>
                </a:lnTo>
                <a:close/>
                <a:moveTo>
                  <a:pt x="765" y="940"/>
                </a:moveTo>
                <a:lnTo>
                  <a:pt x="765" y="940"/>
                </a:lnTo>
                <a:lnTo>
                  <a:pt x="746" y="940"/>
                </a:lnTo>
                <a:lnTo>
                  <a:pt x="729" y="936"/>
                </a:lnTo>
                <a:lnTo>
                  <a:pt x="712" y="932"/>
                </a:lnTo>
                <a:lnTo>
                  <a:pt x="696" y="926"/>
                </a:lnTo>
                <a:lnTo>
                  <a:pt x="680" y="918"/>
                </a:lnTo>
                <a:lnTo>
                  <a:pt x="666" y="910"/>
                </a:lnTo>
                <a:lnTo>
                  <a:pt x="652" y="899"/>
                </a:lnTo>
                <a:lnTo>
                  <a:pt x="640" y="888"/>
                </a:lnTo>
                <a:lnTo>
                  <a:pt x="628" y="875"/>
                </a:lnTo>
                <a:lnTo>
                  <a:pt x="618" y="862"/>
                </a:lnTo>
                <a:lnTo>
                  <a:pt x="609" y="848"/>
                </a:lnTo>
                <a:lnTo>
                  <a:pt x="601" y="832"/>
                </a:lnTo>
                <a:lnTo>
                  <a:pt x="595" y="815"/>
                </a:lnTo>
                <a:lnTo>
                  <a:pt x="591" y="799"/>
                </a:lnTo>
                <a:lnTo>
                  <a:pt x="588" y="781"/>
                </a:lnTo>
                <a:lnTo>
                  <a:pt x="587" y="763"/>
                </a:lnTo>
                <a:lnTo>
                  <a:pt x="587" y="763"/>
                </a:lnTo>
                <a:lnTo>
                  <a:pt x="588" y="745"/>
                </a:lnTo>
                <a:lnTo>
                  <a:pt x="591" y="727"/>
                </a:lnTo>
                <a:lnTo>
                  <a:pt x="595" y="710"/>
                </a:lnTo>
                <a:lnTo>
                  <a:pt x="601" y="694"/>
                </a:lnTo>
                <a:lnTo>
                  <a:pt x="609" y="678"/>
                </a:lnTo>
                <a:lnTo>
                  <a:pt x="618" y="664"/>
                </a:lnTo>
                <a:lnTo>
                  <a:pt x="628" y="651"/>
                </a:lnTo>
                <a:lnTo>
                  <a:pt x="640" y="637"/>
                </a:lnTo>
                <a:lnTo>
                  <a:pt x="652" y="627"/>
                </a:lnTo>
                <a:lnTo>
                  <a:pt x="666" y="616"/>
                </a:lnTo>
                <a:lnTo>
                  <a:pt x="680" y="608"/>
                </a:lnTo>
                <a:lnTo>
                  <a:pt x="696" y="600"/>
                </a:lnTo>
                <a:lnTo>
                  <a:pt x="712" y="594"/>
                </a:lnTo>
                <a:lnTo>
                  <a:pt x="729" y="590"/>
                </a:lnTo>
                <a:lnTo>
                  <a:pt x="746" y="587"/>
                </a:lnTo>
                <a:lnTo>
                  <a:pt x="765" y="586"/>
                </a:lnTo>
                <a:lnTo>
                  <a:pt x="765" y="586"/>
                </a:lnTo>
                <a:lnTo>
                  <a:pt x="783" y="587"/>
                </a:lnTo>
                <a:lnTo>
                  <a:pt x="800" y="590"/>
                </a:lnTo>
                <a:lnTo>
                  <a:pt x="818" y="594"/>
                </a:lnTo>
                <a:lnTo>
                  <a:pt x="833" y="600"/>
                </a:lnTo>
                <a:lnTo>
                  <a:pt x="849" y="608"/>
                </a:lnTo>
                <a:lnTo>
                  <a:pt x="863" y="616"/>
                </a:lnTo>
                <a:lnTo>
                  <a:pt x="877" y="627"/>
                </a:lnTo>
                <a:lnTo>
                  <a:pt x="889" y="637"/>
                </a:lnTo>
                <a:lnTo>
                  <a:pt x="901" y="651"/>
                </a:lnTo>
                <a:lnTo>
                  <a:pt x="912" y="664"/>
                </a:lnTo>
                <a:lnTo>
                  <a:pt x="920" y="678"/>
                </a:lnTo>
                <a:lnTo>
                  <a:pt x="927" y="694"/>
                </a:lnTo>
                <a:lnTo>
                  <a:pt x="933" y="710"/>
                </a:lnTo>
                <a:lnTo>
                  <a:pt x="938" y="727"/>
                </a:lnTo>
                <a:lnTo>
                  <a:pt x="941" y="745"/>
                </a:lnTo>
                <a:lnTo>
                  <a:pt x="942" y="763"/>
                </a:lnTo>
                <a:lnTo>
                  <a:pt x="942" y="763"/>
                </a:lnTo>
                <a:lnTo>
                  <a:pt x="941" y="781"/>
                </a:lnTo>
                <a:lnTo>
                  <a:pt x="938" y="799"/>
                </a:lnTo>
                <a:lnTo>
                  <a:pt x="933" y="815"/>
                </a:lnTo>
                <a:lnTo>
                  <a:pt x="927" y="832"/>
                </a:lnTo>
                <a:lnTo>
                  <a:pt x="920" y="848"/>
                </a:lnTo>
                <a:lnTo>
                  <a:pt x="912" y="862"/>
                </a:lnTo>
                <a:lnTo>
                  <a:pt x="901" y="875"/>
                </a:lnTo>
                <a:lnTo>
                  <a:pt x="889" y="888"/>
                </a:lnTo>
                <a:lnTo>
                  <a:pt x="877" y="899"/>
                </a:lnTo>
                <a:lnTo>
                  <a:pt x="863" y="910"/>
                </a:lnTo>
                <a:lnTo>
                  <a:pt x="849" y="918"/>
                </a:lnTo>
                <a:lnTo>
                  <a:pt x="833" y="926"/>
                </a:lnTo>
                <a:lnTo>
                  <a:pt x="818" y="932"/>
                </a:lnTo>
                <a:lnTo>
                  <a:pt x="800" y="936"/>
                </a:lnTo>
                <a:lnTo>
                  <a:pt x="783" y="940"/>
                </a:lnTo>
                <a:lnTo>
                  <a:pt x="765" y="940"/>
                </a:lnTo>
                <a:lnTo>
                  <a:pt x="765" y="940"/>
                </a:lnTo>
                <a:close/>
                <a:moveTo>
                  <a:pt x="764" y="0"/>
                </a:moveTo>
                <a:lnTo>
                  <a:pt x="764" y="0"/>
                </a:lnTo>
                <a:lnTo>
                  <a:pt x="724" y="1"/>
                </a:lnTo>
                <a:lnTo>
                  <a:pt x="686" y="3"/>
                </a:lnTo>
                <a:lnTo>
                  <a:pt x="648" y="8"/>
                </a:lnTo>
                <a:lnTo>
                  <a:pt x="610" y="15"/>
                </a:lnTo>
                <a:lnTo>
                  <a:pt x="573" y="24"/>
                </a:lnTo>
                <a:lnTo>
                  <a:pt x="537" y="34"/>
                </a:lnTo>
                <a:lnTo>
                  <a:pt x="501" y="46"/>
                </a:lnTo>
                <a:lnTo>
                  <a:pt x="466" y="60"/>
                </a:lnTo>
                <a:lnTo>
                  <a:pt x="433" y="75"/>
                </a:lnTo>
                <a:lnTo>
                  <a:pt x="400" y="92"/>
                </a:lnTo>
                <a:lnTo>
                  <a:pt x="367" y="111"/>
                </a:lnTo>
                <a:lnTo>
                  <a:pt x="336" y="130"/>
                </a:lnTo>
                <a:lnTo>
                  <a:pt x="306" y="151"/>
                </a:lnTo>
                <a:lnTo>
                  <a:pt x="278" y="174"/>
                </a:lnTo>
                <a:lnTo>
                  <a:pt x="250" y="198"/>
                </a:lnTo>
                <a:lnTo>
                  <a:pt x="223" y="223"/>
                </a:lnTo>
                <a:lnTo>
                  <a:pt x="198" y="251"/>
                </a:lnTo>
                <a:lnTo>
                  <a:pt x="174" y="278"/>
                </a:lnTo>
                <a:lnTo>
                  <a:pt x="151" y="307"/>
                </a:lnTo>
                <a:lnTo>
                  <a:pt x="130" y="337"/>
                </a:lnTo>
                <a:lnTo>
                  <a:pt x="111" y="368"/>
                </a:lnTo>
                <a:lnTo>
                  <a:pt x="91" y="400"/>
                </a:lnTo>
                <a:lnTo>
                  <a:pt x="75" y="433"/>
                </a:lnTo>
                <a:lnTo>
                  <a:pt x="59" y="467"/>
                </a:lnTo>
                <a:lnTo>
                  <a:pt x="46" y="501"/>
                </a:lnTo>
                <a:lnTo>
                  <a:pt x="34" y="537"/>
                </a:lnTo>
                <a:lnTo>
                  <a:pt x="23" y="573"/>
                </a:lnTo>
                <a:lnTo>
                  <a:pt x="15" y="610"/>
                </a:lnTo>
                <a:lnTo>
                  <a:pt x="8" y="648"/>
                </a:lnTo>
                <a:lnTo>
                  <a:pt x="3" y="686"/>
                </a:lnTo>
                <a:lnTo>
                  <a:pt x="1" y="725"/>
                </a:lnTo>
                <a:lnTo>
                  <a:pt x="0" y="764"/>
                </a:lnTo>
                <a:lnTo>
                  <a:pt x="0" y="764"/>
                </a:lnTo>
                <a:lnTo>
                  <a:pt x="1" y="803"/>
                </a:lnTo>
                <a:lnTo>
                  <a:pt x="3" y="842"/>
                </a:lnTo>
                <a:lnTo>
                  <a:pt x="8" y="880"/>
                </a:lnTo>
                <a:lnTo>
                  <a:pt x="15" y="918"/>
                </a:lnTo>
                <a:lnTo>
                  <a:pt x="23" y="955"/>
                </a:lnTo>
                <a:lnTo>
                  <a:pt x="34" y="991"/>
                </a:lnTo>
                <a:lnTo>
                  <a:pt x="46" y="1027"/>
                </a:lnTo>
                <a:lnTo>
                  <a:pt x="59" y="1061"/>
                </a:lnTo>
                <a:lnTo>
                  <a:pt x="75" y="1095"/>
                </a:lnTo>
                <a:lnTo>
                  <a:pt x="91" y="1128"/>
                </a:lnTo>
                <a:lnTo>
                  <a:pt x="111" y="1161"/>
                </a:lnTo>
                <a:lnTo>
                  <a:pt x="130" y="1192"/>
                </a:lnTo>
                <a:lnTo>
                  <a:pt x="151" y="1221"/>
                </a:lnTo>
                <a:lnTo>
                  <a:pt x="174" y="1250"/>
                </a:lnTo>
                <a:lnTo>
                  <a:pt x="198" y="1278"/>
                </a:lnTo>
                <a:lnTo>
                  <a:pt x="223" y="1305"/>
                </a:lnTo>
                <a:lnTo>
                  <a:pt x="250" y="1330"/>
                </a:lnTo>
                <a:lnTo>
                  <a:pt x="278" y="1354"/>
                </a:lnTo>
                <a:lnTo>
                  <a:pt x="306" y="1377"/>
                </a:lnTo>
                <a:lnTo>
                  <a:pt x="336" y="1398"/>
                </a:lnTo>
                <a:lnTo>
                  <a:pt x="367" y="1417"/>
                </a:lnTo>
                <a:lnTo>
                  <a:pt x="400" y="1436"/>
                </a:lnTo>
                <a:lnTo>
                  <a:pt x="433" y="1453"/>
                </a:lnTo>
                <a:lnTo>
                  <a:pt x="466" y="1469"/>
                </a:lnTo>
                <a:lnTo>
                  <a:pt x="501" y="1482"/>
                </a:lnTo>
                <a:lnTo>
                  <a:pt x="537" y="1494"/>
                </a:lnTo>
                <a:lnTo>
                  <a:pt x="573" y="1504"/>
                </a:lnTo>
                <a:lnTo>
                  <a:pt x="610" y="1513"/>
                </a:lnTo>
                <a:lnTo>
                  <a:pt x="648" y="1520"/>
                </a:lnTo>
                <a:lnTo>
                  <a:pt x="686" y="1525"/>
                </a:lnTo>
                <a:lnTo>
                  <a:pt x="724" y="1527"/>
                </a:lnTo>
                <a:lnTo>
                  <a:pt x="764" y="1528"/>
                </a:lnTo>
                <a:lnTo>
                  <a:pt x="764" y="1528"/>
                </a:lnTo>
                <a:lnTo>
                  <a:pt x="803" y="1527"/>
                </a:lnTo>
                <a:lnTo>
                  <a:pt x="841" y="1525"/>
                </a:lnTo>
                <a:lnTo>
                  <a:pt x="880" y="1520"/>
                </a:lnTo>
                <a:lnTo>
                  <a:pt x="918" y="1513"/>
                </a:lnTo>
                <a:lnTo>
                  <a:pt x="955" y="1504"/>
                </a:lnTo>
                <a:lnTo>
                  <a:pt x="991" y="1494"/>
                </a:lnTo>
                <a:lnTo>
                  <a:pt x="1027" y="1482"/>
                </a:lnTo>
                <a:lnTo>
                  <a:pt x="1061" y="1469"/>
                </a:lnTo>
                <a:lnTo>
                  <a:pt x="1095" y="1453"/>
                </a:lnTo>
                <a:lnTo>
                  <a:pt x="1128" y="1436"/>
                </a:lnTo>
                <a:lnTo>
                  <a:pt x="1160" y="1417"/>
                </a:lnTo>
                <a:lnTo>
                  <a:pt x="1191" y="1398"/>
                </a:lnTo>
                <a:lnTo>
                  <a:pt x="1221" y="1377"/>
                </a:lnTo>
                <a:lnTo>
                  <a:pt x="1250" y="1354"/>
                </a:lnTo>
                <a:lnTo>
                  <a:pt x="1277" y="1330"/>
                </a:lnTo>
                <a:lnTo>
                  <a:pt x="1305" y="1305"/>
                </a:lnTo>
                <a:lnTo>
                  <a:pt x="1330" y="1278"/>
                </a:lnTo>
                <a:lnTo>
                  <a:pt x="1354" y="1250"/>
                </a:lnTo>
                <a:lnTo>
                  <a:pt x="1376" y="1221"/>
                </a:lnTo>
                <a:lnTo>
                  <a:pt x="1398" y="1192"/>
                </a:lnTo>
                <a:lnTo>
                  <a:pt x="1417" y="1161"/>
                </a:lnTo>
                <a:lnTo>
                  <a:pt x="1436" y="1128"/>
                </a:lnTo>
                <a:lnTo>
                  <a:pt x="1453" y="1095"/>
                </a:lnTo>
                <a:lnTo>
                  <a:pt x="1468" y="1061"/>
                </a:lnTo>
                <a:lnTo>
                  <a:pt x="1482" y="1027"/>
                </a:lnTo>
                <a:lnTo>
                  <a:pt x="1494" y="991"/>
                </a:lnTo>
                <a:lnTo>
                  <a:pt x="1504" y="955"/>
                </a:lnTo>
                <a:lnTo>
                  <a:pt x="1513" y="918"/>
                </a:lnTo>
                <a:lnTo>
                  <a:pt x="1520" y="880"/>
                </a:lnTo>
                <a:lnTo>
                  <a:pt x="1525" y="842"/>
                </a:lnTo>
                <a:lnTo>
                  <a:pt x="1527" y="803"/>
                </a:lnTo>
                <a:lnTo>
                  <a:pt x="1528" y="764"/>
                </a:lnTo>
                <a:lnTo>
                  <a:pt x="1528" y="764"/>
                </a:lnTo>
                <a:lnTo>
                  <a:pt x="1527" y="725"/>
                </a:lnTo>
                <a:lnTo>
                  <a:pt x="1525" y="686"/>
                </a:lnTo>
                <a:lnTo>
                  <a:pt x="1520" y="648"/>
                </a:lnTo>
                <a:lnTo>
                  <a:pt x="1513" y="610"/>
                </a:lnTo>
                <a:lnTo>
                  <a:pt x="1504" y="573"/>
                </a:lnTo>
                <a:lnTo>
                  <a:pt x="1494" y="537"/>
                </a:lnTo>
                <a:lnTo>
                  <a:pt x="1482" y="501"/>
                </a:lnTo>
                <a:lnTo>
                  <a:pt x="1468" y="467"/>
                </a:lnTo>
                <a:lnTo>
                  <a:pt x="1453" y="433"/>
                </a:lnTo>
                <a:lnTo>
                  <a:pt x="1436" y="400"/>
                </a:lnTo>
                <a:lnTo>
                  <a:pt x="1417" y="368"/>
                </a:lnTo>
                <a:lnTo>
                  <a:pt x="1398" y="337"/>
                </a:lnTo>
                <a:lnTo>
                  <a:pt x="1376" y="307"/>
                </a:lnTo>
                <a:lnTo>
                  <a:pt x="1354" y="278"/>
                </a:lnTo>
                <a:lnTo>
                  <a:pt x="1330" y="251"/>
                </a:lnTo>
                <a:lnTo>
                  <a:pt x="1305" y="223"/>
                </a:lnTo>
                <a:lnTo>
                  <a:pt x="1277" y="198"/>
                </a:lnTo>
                <a:lnTo>
                  <a:pt x="1250" y="174"/>
                </a:lnTo>
                <a:lnTo>
                  <a:pt x="1221" y="151"/>
                </a:lnTo>
                <a:lnTo>
                  <a:pt x="1191" y="130"/>
                </a:lnTo>
                <a:lnTo>
                  <a:pt x="1160" y="111"/>
                </a:lnTo>
                <a:lnTo>
                  <a:pt x="1128" y="92"/>
                </a:lnTo>
                <a:lnTo>
                  <a:pt x="1095" y="75"/>
                </a:lnTo>
                <a:lnTo>
                  <a:pt x="1061" y="60"/>
                </a:lnTo>
                <a:lnTo>
                  <a:pt x="1027" y="46"/>
                </a:lnTo>
                <a:lnTo>
                  <a:pt x="991" y="34"/>
                </a:lnTo>
                <a:lnTo>
                  <a:pt x="955" y="24"/>
                </a:lnTo>
                <a:lnTo>
                  <a:pt x="918" y="15"/>
                </a:lnTo>
                <a:lnTo>
                  <a:pt x="880" y="8"/>
                </a:lnTo>
                <a:lnTo>
                  <a:pt x="841" y="3"/>
                </a:lnTo>
                <a:lnTo>
                  <a:pt x="803" y="1"/>
                </a:lnTo>
                <a:lnTo>
                  <a:pt x="764" y="0"/>
                </a:lnTo>
                <a:lnTo>
                  <a:pt x="764" y="0"/>
                </a:lnTo>
                <a:close/>
                <a:moveTo>
                  <a:pt x="764" y="1414"/>
                </a:moveTo>
                <a:lnTo>
                  <a:pt x="764" y="1414"/>
                </a:lnTo>
                <a:lnTo>
                  <a:pt x="730" y="1412"/>
                </a:lnTo>
                <a:lnTo>
                  <a:pt x="698" y="1410"/>
                </a:lnTo>
                <a:lnTo>
                  <a:pt x="666" y="1405"/>
                </a:lnTo>
                <a:lnTo>
                  <a:pt x="634" y="1399"/>
                </a:lnTo>
                <a:lnTo>
                  <a:pt x="603" y="1392"/>
                </a:lnTo>
                <a:lnTo>
                  <a:pt x="572" y="1384"/>
                </a:lnTo>
                <a:lnTo>
                  <a:pt x="542" y="1374"/>
                </a:lnTo>
                <a:lnTo>
                  <a:pt x="512" y="1362"/>
                </a:lnTo>
                <a:lnTo>
                  <a:pt x="483" y="1349"/>
                </a:lnTo>
                <a:lnTo>
                  <a:pt x="456" y="1335"/>
                </a:lnTo>
                <a:lnTo>
                  <a:pt x="428" y="1319"/>
                </a:lnTo>
                <a:lnTo>
                  <a:pt x="402" y="1303"/>
                </a:lnTo>
                <a:lnTo>
                  <a:pt x="376" y="1285"/>
                </a:lnTo>
                <a:lnTo>
                  <a:pt x="352" y="1264"/>
                </a:lnTo>
                <a:lnTo>
                  <a:pt x="328" y="1244"/>
                </a:lnTo>
                <a:lnTo>
                  <a:pt x="305" y="1223"/>
                </a:lnTo>
                <a:lnTo>
                  <a:pt x="284" y="1201"/>
                </a:lnTo>
                <a:lnTo>
                  <a:pt x="263" y="1177"/>
                </a:lnTo>
                <a:lnTo>
                  <a:pt x="244" y="1152"/>
                </a:lnTo>
                <a:lnTo>
                  <a:pt x="226" y="1127"/>
                </a:lnTo>
                <a:lnTo>
                  <a:pt x="210" y="1101"/>
                </a:lnTo>
                <a:lnTo>
                  <a:pt x="194" y="1073"/>
                </a:lnTo>
                <a:lnTo>
                  <a:pt x="180" y="1046"/>
                </a:lnTo>
                <a:lnTo>
                  <a:pt x="167" y="1017"/>
                </a:lnTo>
                <a:lnTo>
                  <a:pt x="155" y="987"/>
                </a:lnTo>
                <a:lnTo>
                  <a:pt x="145" y="958"/>
                </a:lnTo>
                <a:lnTo>
                  <a:pt x="136" y="926"/>
                </a:lnTo>
                <a:lnTo>
                  <a:pt x="129" y="895"/>
                </a:lnTo>
                <a:lnTo>
                  <a:pt x="124" y="863"/>
                </a:lnTo>
                <a:lnTo>
                  <a:pt x="119" y="831"/>
                </a:lnTo>
                <a:lnTo>
                  <a:pt x="117" y="797"/>
                </a:lnTo>
                <a:lnTo>
                  <a:pt x="115" y="764"/>
                </a:lnTo>
                <a:lnTo>
                  <a:pt x="115" y="764"/>
                </a:lnTo>
                <a:lnTo>
                  <a:pt x="117" y="731"/>
                </a:lnTo>
                <a:lnTo>
                  <a:pt x="119" y="698"/>
                </a:lnTo>
                <a:lnTo>
                  <a:pt x="124" y="666"/>
                </a:lnTo>
                <a:lnTo>
                  <a:pt x="129" y="634"/>
                </a:lnTo>
                <a:lnTo>
                  <a:pt x="136" y="603"/>
                </a:lnTo>
                <a:lnTo>
                  <a:pt x="145" y="572"/>
                </a:lnTo>
                <a:lnTo>
                  <a:pt x="155" y="542"/>
                </a:lnTo>
                <a:lnTo>
                  <a:pt x="167" y="512"/>
                </a:lnTo>
                <a:lnTo>
                  <a:pt x="180" y="483"/>
                </a:lnTo>
                <a:lnTo>
                  <a:pt x="194" y="456"/>
                </a:lnTo>
                <a:lnTo>
                  <a:pt x="210" y="429"/>
                </a:lnTo>
                <a:lnTo>
                  <a:pt x="226" y="402"/>
                </a:lnTo>
                <a:lnTo>
                  <a:pt x="244" y="376"/>
                </a:lnTo>
                <a:lnTo>
                  <a:pt x="263" y="352"/>
                </a:lnTo>
                <a:lnTo>
                  <a:pt x="284" y="328"/>
                </a:lnTo>
                <a:lnTo>
                  <a:pt x="305" y="306"/>
                </a:lnTo>
                <a:lnTo>
                  <a:pt x="328" y="284"/>
                </a:lnTo>
                <a:lnTo>
                  <a:pt x="352" y="264"/>
                </a:lnTo>
                <a:lnTo>
                  <a:pt x="376" y="245"/>
                </a:lnTo>
                <a:lnTo>
                  <a:pt x="402" y="227"/>
                </a:lnTo>
                <a:lnTo>
                  <a:pt x="428" y="210"/>
                </a:lnTo>
                <a:lnTo>
                  <a:pt x="456" y="194"/>
                </a:lnTo>
                <a:lnTo>
                  <a:pt x="483" y="180"/>
                </a:lnTo>
                <a:lnTo>
                  <a:pt x="512" y="167"/>
                </a:lnTo>
                <a:lnTo>
                  <a:pt x="542" y="155"/>
                </a:lnTo>
                <a:lnTo>
                  <a:pt x="572" y="145"/>
                </a:lnTo>
                <a:lnTo>
                  <a:pt x="603" y="136"/>
                </a:lnTo>
                <a:lnTo>
                  <a:pt x="634" y="129"/>
                </a:lnTo>
                <a:lnTo>
                  <a:pt x="666" y="124"/>
                </a:lnTo>
                <a:lnTo>
                  <a:pt x="698" y="119"/>
                </a:lnTo>
                <a:lnTo>
                  <a:pt x="730" y="117"/>
                </a:lnTo>
                <a:lnTo>
                  <a:pt x="764" y="116"/>
                </a:lnTo>
                <a:lnTo>
                  <a:pt x="764" y="116"/>
                </a:lnTo>
                <a:lnTo>
                  <a:pt x="797" y="117"/>
                </a:lnTo>
                <a:lnTo>
                  <a:pt x="831" y="119"/>
                </a:lnTo>
                <a:lnTo>
                  <a:pt x="863" y="124"/>
                </a:lnTo>
                <a:lnTo>
                  <a:pt x="895" y="129"/>
                </a:lnTo>
                <a:lnTo>
                  <a:pt x="926" y="136"/>
                </a:lnTo>
                <a:lnTo>
                  <a:pt x="957" y="145"/>
                </a:lnTo>
                <a:lnTo>
                  <a:pt x="987" y="155"/>
                </a:lnTo>
                <a:lnTo>
                  <a:pt x="1017" y="167"/>
                </a:lnTo>
                <a:lnTo>
                  <a:pt x="1046" y="180"/>
                </a:lnTo>
                <a:lnTo>
                  <a:pt x="1073" y="194"/>
                </a:lnTo>
                <a:lnTo>
                  <a:pt x="1101" y="210"/>
                </a:lnTo>
                <a:lnTo>
                  <a:pt x="1127" y="227"/>
                </a:lnTo>
                <a:lnTo>
                  <a:pt x="1152" y="245"/>
                </a:lnTo>
                <a:lnTo>
                  <a:pt x="1177" y="264"/>
                </a:lnTo>
                <a:lnTo>
                  <a:pt x="1201" y="284"/>
                </a:lnTo>
                <a:lnTo>
                  <a:pt x="1222" y="306"/>
                </a:lnTo>
                <a:lnTo>
                  <a:pt x="1244" y="328"/>
                </a:lnTo>
                <a:lnTo>
                  <a:pt x="1264" y="352"/>
                </a:lnTo>
                <a:lnTo>
                  <a:pt x="1285" y="376"/>
                </a:lnTo>
                <a:lnTo>
                  <a:pt x="1302" y="402"/>
                </a:lnTo>
                <a:lnTo>
                  <a:pt x="1319" y="429"/>
                </a:lnTo>
                <a:lnTo>
                  <a:pt x="1335" y="456"/>
                </a:lnTo>
                <a:lnTo>
                  <a:pt x="1349" y="483"/>
                </a:lnTo>
                <a:lnTo>
                  <a:pt x="1362" y="512"/>
                </a:lnTo>
                <a:lnTo>
                  <a:pt x="1374" y="542"/>
                </a:lnTo>
                <a:lnTo>
                  <a:pt x="1384" y="572"/>
                </a:lnTo>
                <a:lnTo>
                  <a:pt x="1392" y="603"/>
                </a:lnTo>
                <a:lnTo>
                  <a:pt x="1399" y="634"/>
                </a:lnTo>
                <a:lnTo>
                  <a:pt x="1405" y="666"/>
                </a:lnTo>
                <a:lnTo>
                  <a:pt x="1410" y="698"/>
                </a:lnTo>
                <a:lnTo>
                  <a:pt x="1412" y="731"/>
                </a:lnTo>
                <a:lnTo>
                  <a:pt x="1412" y="764"/>
                </a:lnTo>
                <a:lnTo>
                  <a:pt x="1412" y="764"/>
                </a:lnTo>
                <a:lnTo>
                  <a:pt x="1412" y="797"/>
                </a:lnTo>
                <a:lnTo>
                  <a:pt x="1410" y="831"/>
                </a:lnTo>
                <a:lnTo>
                  <a:pt x="1405" y="863"/>
                </a:lnTo>
                <a:lnTo>
                  <a:pt x="1399" y="895"/>
                </a:lnTo>
                <a:lnTo>
                  <a:pt x="1392" y="926"/>
                </a:lnTo>
                <a:lnTo>
                  <a:pt x="1384" y="958"/>
                </a:lnTo>
                <a:lnTo>
                  <a:pt x="1374" y="987"/>
                </a:lnTo>
                <a:lnTo>
                  <a:pt x="1362" y="1017"/>
                </a:lnTo>
                <a:lnTo>
                  <a:pt x="1349" y="1046"/>
                </a:lnTo>
                <a:lnTo>
                  <a:pt x="1335" y="1073"/>
                </a:lnTo>
                <a:lnTo>
                  <a:pt x="1319" y="1101"/>
                </a:lnTo>
                <a:lnTo>
                  <a:pt x="1302" y="1127"/>
                </a:lnTo>
                <a:lnTo>
                  <a:pt x="1285" y="1152"/>
                </a:lnTo>
                <a:lnTo>
                  <a:pt x="1264" y="1177"/>
                </a:lnTo>
                <a:lnTo>
                  <a:pt x="1244" y="1201"/>
                </a:lnTo>
                <a:lnTo>
                  <a:pt x="1222" y="1223"/>
                </a:lnTo>
                <a:lnTo>
                  <a:pt x="1201" y="1244"/>
                </a:lnTo>
                <a:lnTo>
                  <a:pt x="1177" y="1264"/>
                </a:lnTo>
                <a:lnTo>
                  <a:pt x="1152" y="1285"/>
                </a:lnTo>
                <a:lnTo>
                  <a:pt x="1127" y="1303"/>
                </a:lnTo>
                <a:lnTo>
                  <a:pt x="1101" y="1319"/>
                </a:lnTo>
                <a:lnTo>
                  <a:pt x="1073" y="1335"/>
                </a:lnTo>
                <a:lnTo>
                  <a:pt x="1046" y="1349"/>
                </a:lnTo>
                <a:lnTo>
                  <a:pt x="1017" y="1362"/>
                </a:lnTo>
                <a:lnTo>
                  <a:pt x="987" y="1374"/>
                </a:lnTo>
                <a:lnTo>
                  <a:pt x="957" y="1384"/>
                </a:lnTo>
                <a:lnTo>
                  <a:pt x="926" y="1392"/>
                </a:lnTo>
                <a:lnTo>
                  <a:pt x="895" y="1399"/>
                </a:lnTo>
                <a:lnTo>
                  <a:pt x="863" y="1405"/>
                </a:lnTo>
                <a:lnTo>
                  <a:pt x="831" y="1410"/>
                </a:lnTo>
                <a:lnTo>
                  <a:pt x="797" y="1412"/>
                </a:lnTo>
                <a:lnTo>
                  <a:pt x="764" y="1414"/>
                </a:lnTo>
                <a:lnTo>
                  <a:pt x="764" y="1414"/>
                </a:lnTo>
                <a:close/>
                <a:moveTo>
                  <a:pt x="764" y="236"/>
                </a:moveTo>
                <a:lnTo>
                  <a:pt x="764" y="236"/>
                </a:lnTo>
                <a:lnTo>
                  <a:pt x="736" y="237"/>
                </a:lnTo>
                <a:lnTo>
                  <a:pt x="710" y="240"/>
                </a:lnTo>
                <a:lnTo>
                  <a:pt x="684" y="242"/>
                </a:lnTo>
                <a:lnTo>
                  <a:pt x="658" y="247"/>
                </a:lnTo>
                <a:lnTo>
                  <a:pt x="631" y="253"/>
                </a:lnTo>
                <a:lnTo>
                  <a:pt x="606" y="260"/>
                </a:lnTo>
                <a:lnTo>
                  <a:pt x="582" y="268"/>
                </a:lnTo>
                <a:lnTo>
                  <a:pt x="558" y="278"/>
                </a:lnTo>
                <a:lnTo>
                  <a:pt x="535" y="289"/>
                </a:lnTo>
                <a:lnTo>
                  <a:pt x="512" y="301"/>
                </a:lnTo>
                <a:lnTo>
                  <a:pt x="490" y="313"/>
                </a:lnTo>
                <a:lnTo>
                  <a:pt x="469" y="327"/>
                </a:lnTo>
                <a:lnTo>
                  <a:pt x="447" y="341"/>
                </a:lnTo>
                <a:lnTo>
                  <a:pt x="427" y="357"/>
                </a:lnTo>
                <a:lnTo>
                  <a:pt x="408" y="374"/>
                </a:lnTo>
                <a:lnTo>
                  <a:pt x="390" y="391"/>
                </a:lnTo>
                <a:lnTo>
                  <a:pt x="372" y="409"/>
                </a:lnTo>
                <a:lnTo>
                  <a:pt x="355" y="429"/>
                </a:lnTo>
                <a:lnTo>
                  <a:pt x="340" y="449"/>
                </a:lnTo>
                <a:lnTo>
                  <a:pt x="326" y="470"/>
                </a:lnTo>
                <a:lnTo>
                  <a:pt x="311" y="492"/>
                </a:lnTo>
                <a:lnTo>
                  <a:pt x="299" y="513"/>
                </a:lnTo>
                <a:lnTo>
                  <a:pt x="287" y="536"/>
                </a:lnTo>
                <a:lnTo>
                  <a:pt x="277" y="560"/>
                </a:lnTo>
                <a:lnTo>
                  <a:pt x="267" y="584"/>
                </a:lnTo>
                <a:lnTo>
                  <a:pt x="259" y="608"/>
                </a:lnTo>
                <a:lnTo>
                  <a:pt x="252" y="633"/>
                </a:lnTo>
                <a:lnTo>
                  <a:pt x="246" y="659"/>
                </a:lnTo>
                <a:lnTo>
                  <a:pt x="241" y="685"/>
                </a:lnTo>
                <a:lnTo>
                  <a:pt x="238" y="712"/>
                </a:lnTo>
                <a:lnTo>
                  <a:pt x="236" y="738"/>
                </a:lnTo>
                <a:lnTo>
                  <a:pt x="235" y="765"/>
                </a:lnTo>
                <a:lnTo>
                  <a:pt x="235" y="765"/>
                </a:lnTo>
                <a:lnTo>
                  <a:pt x="236" y="793"/>
                </a:lnTo>
                <a:lnTo>
                  <a:pt x="238" y="819"/>
                </a:lnTo>
                <a:lnTo>
                  <a:pt x="241" y="846"/>
                </a:lnTo>
                <a:lnTo>
                  <a:pt x="246" y="872"/>
                </a:lnTo>
                <a:lnTo>
                  <a:pt x="252" y="898"/>
                </a:lnTo>
                <a:lnTo>
                  <a:pt x="259" y="923"/>
                </a:lnTo>
                <a:lnTo>
                  <a:pt x="267" y="947"/>
                </a:lnTo>
                <a:lnTo>
                  <a:pt x="277" y="972"/>
                </a:lnTo>
                <a:lnTo>
                  <a:pt x="287" y="995"/>
                </a:lnTo>
                <a:lnTo>
                  <a:pt x="299" y="1017"/>
                </a:lnTo>
                <a:lnTo>
                  <a:pt x="311" y="1040"/>
                </a:lnTo>
                <a:lnTo>
                  <a:pt x="326" y="1061"/>
                </a:lnTo>
                <a:lnTo>
                  <a:pt x="340" y="1082"/>
                </a:lnTo>
                <a:lnTo>
                  <a:pt x="355" y="1102"/>
                </a:lnTo>
                <a:lnTo>
                  <a:pt x="372" y="1121"/>
                </a:lnTo>
                <a:lnTo>
                  <a:pt x="390" y="1139"/>
                </a:lnTo>
                <a:lnTo>
                  <a:pt x="408" y="1157"/>
                </a:lnTo>
                <a:lnTo>
                  <a:pt x="427" y="1174"/>
                </a:lnTo>
                <a:lnTo>
                  <a:pt x="447" y="1189"/>
                </a:lnTo>
                <a:lnTo>
                  <a:pt x="469" y="1203"/>
                </a:lnTo>
                <a:lnTo>
                  <a:pt x="490" y="1218"/>
                </a:lnTo>
                <a:lnTo>
                  <a:pt x="512" y="1231"/>
                </a:lnTo>
                <a:lnTo>
                  <a:pt x="535" y="1242"/>
                </a:lnTo>
                <a:lnTo>
                  <a:pt x="558" y="1252"/>
                </a:lnTo>
                <a:lnTo>
                  <a:pt x="582" y="1262"/>
                </a:lnTo>
                <a:lnTo>
                  <a:pt x="606" y="1270"/>
                </a:lnTo>
                <a:lnTo>
                  <a:pt x="631" y="1278"/>
                </a:lnTo>
                <a:lnTo>
                  <a:pt x="658" y="1284"/>
                </a:lnTo>
                <a:lnTo>
                  <a:pt x="684" y="1288"/>
                </a:lnTo>
                <a:lnTo>
                  <a:pt x="710" y="1292"/>
                </a:lnTo>
                <a:lnTo>
                  <a:pt x="736" y="1293"/>
                </a:lnTo>
                <a:lnTo>
                  <a:pt x="764" y="1294"/>
                </a:lnTo>
                <a:lnTo>
                  <a:pt x="764" y="1294"/>
                </a:lnTo>
                <a:lnTo>
                  <a:pt x="791" y="1293"/>
                </a:lnTo>
                <a:lnTo>
                  <a:pt x="818" y="1292"/>
                </a:lnTo>
                <a:lnTo>
                  <a:pt x="845" y="1288"/>
                </a:lnTo>
                <a:lnTo>
                  <a:pt x="870" y="1284"/>
                </a:lnTo>
                <a:lnTo>
                  <a:pt x="896" y="1278"/>
                </a:lnTo>
                <a:lnTo>
                  <a:pt x="921" y="1270"/>
                </a:lnTo>
                <a:lnTo>
                  <a:pt x="945" y="1262"/>
                </a:lnTo>
                <a:lnTo>
                  <a:pt x="969" y="1252"/>
                </a:lnTo>
                <a:lnTo>
                  <a:pt x="993" y="1242"/>
                </a:lnTo>
                <a:lnTo>
                  <a:pt x="1016" y="1231"/>
                </a:lnTo>
                <a:lnTo>
                  <a:pt x="1039" y="1218"/>
                </a:lnTo>
                <a:lnTo>
                  <a:pt x="1060" y="1203"/>
                </a:lnTo>
                <a:lnTo>
                  <a:pt x="1080" y="1189"/>
                </a:lnTo>
                <a:lnTo>
                  <a:pt x="1101" y="1174"/>
                </a:lnTo>
                <a:lnTo>
                  <a:pt x="1120" y="1157"/>
                </a:lnTo>
                <a:lnTo>
                  <a:pt x="1138" y="1139"/>
                </a:lnTo>
                <a:lnTo>
                  <a:pt x="1156" y="1121"/>
                </a:lnTo>
                <a:lnTo>
                  <a:pt x="1172" y="1102"/>
                </a:lnTo>
                <a:lnTo>
                  <a:pt x="1188" y="1082"/>
                </a:lnTo>
                <a:lnTo>
                  <a:pt x="1202" y="1061"/>
                </a:lnTo>
                <a:lnTo>
                  <a:pt x="1216" y="1040"/>
                </a:lnTo>
                <a:lnTo>
                  <a:pt x="1228" y="1017"/>
                </a:lnTo>
                <a:lnTo>
                  <a:pt x="1240" y="995"/>
                </a:lnTo>
                <a:lnTo>
                  <a:pt x="1251" y="972"/>
                </a:lnTo>
                <a:lnTo>
                  <a:pt x="1261" y="947"/>
                </a:lnTo>
                <a:lnTo>
                  <a:pt x="1269" y="923"/>
                </a:lnTo>
                <a:lnTo>
                  <a:pt x="1276" y="898"/>
                </a:lnTo>
                <a:lnTo>
                  <a:pt x="1282" y="872"/>
                </a:lnTo>
                <a:lnTo>
                  <a:pt x="1287" y="846"/>
                </a:lnTo>
                <a:lnTo>
                  <a:pt x="1290" y="819"/>
                </a:lnTo>
                <a:lnTo>
                  <a:pt x="1292" y="793"/>
                </a:lnTo>
                <a:lnTo>
                  <a:pt x="1293" y="765"/>
                </a:lnTo>
                <a:lnTo>
                  <a:pt x="1293" y="765"/>
                </a:lnTo>
                <a:lnTo>
                  <a:pt x="1292" y="738"/>
                </a:lnTo>
                <a:lnTo>
                  <a:pt x="1290" y="712"/>
                </a:lnTo>
                <a:lnTo>
                  <a:pt x="1287" y="685"/>
                </a:lnTo>
                <a:lnTo>
                  <a:pt x="1282" y="659"/>
                </a:lnTo>
                <a:lnTo>
                  <a:pt x="1276" y="633"/>
                </a:lnTo>
                <a:lnTo>
                  <a:pt x="1269" y="608"/>
                </a:lnTo>
                <a:lnTo>
                  <a:pt x="1261" y="584"/>
                </a:lnTo>
                <a:lnTo>
                  <a:pt x="1251" y="560"/>
                </a:lnTo>
                <a:lnTo>
                  <a:pt x="1240" y="536"/>
                </a:lnTo>
                <a:lnTo>
                  <a:pt x="1228" y="513"/>
                </a:lnTo>
                <a:lnTo>
                  <a:pt x="1216" y="492"/>
                </a:lnTo>
                <a:lnTo>
                  <a:pt x="1202" y="470"/>
                </a:lnTo>
                <a:lnTo>
                  <a:pt x="1188" y="449"/>
                </a:lnTo>
                <a:lnTo>
                  <a:pt x="1172" y="429"/>
                </a:lnTo>
                <a:lnTo>
                  <a:pt x="1156" y="409"/>
                </a:lnTo>
                <a:lnTo>
                  <a:pt x="1138" y="391"/>
                </a:lnTo>
                <a:lnTo>
                  <a:pt x="1120" y="374"/>
                </a:lnTo>
                <a:lnTo>
                  <a:pt x="1101" y="357"/>
                </a:lnTo>
                <a:lnTo>
                  <a:pt x="1080" y="341"/>
                </a:lnTo>
                <a:lnTo>
                  <a:pt x="1060" y="327"/>
                </a:lnTo>
                <a:lnTo>
                  <a:pt x="1039" y="313"/>
                </a:lnTo>
                <a:lnTo>
                  <a:pt x="1016" y="301"/>
                </a:lnTo>
                <a:lnTo>
                  <a:pt x="993" y="289"/>
                </a:lnTo>
                <a:lnTo>
                  <a:pt x="969" y="278"/>
                </a:lnTo>
                <a:lnTo>
                  <a:pt x="945" y="268"/>
                </a:lnTo>
                <a:lnTo>
                  <a:pt x="921" y="260"/>
                </a:lnTo>
                <a:lnTo>
                  <a:pt x="896" y="253"/>
                </a:lnTo>
                <a:lnTo>
                  <a:pt x="870" y="247"/>
                </a:lnTo>
                <a:lnTo>
                  <a:pt x="845" y="242"/>
                </a:lnTo>
                <a:lnTo>
                  <a:pt x="818" y="240"/>
                </a:lnTo>
                <a:lnTo>
                  <a:pt x="791" y="237"/>
                </a:lnTo>
                <a:lnTo>
                  <a:pt x="764" y="236"/>
                </a:lnTo>
                <a:lnTo>
                  <a:pt x="764" y="236"/>
                </a:lnTo>
                <a:close/>
                <a:moveTo>
                  <a:pt x="764" y="1176"/>
                </a:moveTo>
                <a:lnTo>
                  <a:pt x="764" y="1176"/>
                </a:lnTo>
                <a:lnTo>
                  <a:pt x="742" y="1176"/>
                </a:lnTo>
                <a:lnTo>
                  <a:pt x="722" y="1174"/>
                </a:lnTo>
                <a:lnTo>
                  <a:pt x="701" y="1171"/>
                </a:lnTo>
                <a:lnTo>
                  <a:pt x="680" y="1168"/>
                </a:lnTo>
                <a:lnTo>
                  <a:pt x="661" y="1163"/>
                </a:lnTo>
                <a:lnTo>
                  <a:pt x="641" y="1158"/>
                </a:lnTo>
                <a:lnTo>
                  <a:pt x="622" y="1151"/>
                </a:lnTo>
                <a:lnTo>
                  <a:pt x="603" y="1144"/>
                </a:lnTo>
                <a:lnTo>
                  <a:pt x="585" y="1135"/>
                </a:lnTo>
                <a:lnTo>
                  <a:pt x="567" y="1127"/>
                </a:lnTo>
                <a:lnTo>
                  <a:pt x="550" y="1116"/>
                </a:lnTo>
                <a:lnTo>
                  <a:pt x="533" y="1106"/>
                </a:lnTo>
                <a:lnTo>
                  <a:pt x="517" y="1095"/>
                </a:lnTo>
                <a:lnTo>
                  <a:pt x="501" y="1082"/>
                </a:lnTo>
                <a:lnTo>
                  <a:pt x="487" y="1070"/>
                </a:lnTo>
                <a:lnTo>
                  <a:pt x="472" y="1055"/>
                </a:lnTo>
                <a:lnTo>
                  <a:pt x="458" y="1041"/>
                </a:lnTo>
                <a:lnTo>
                  <a:pt x="445" y="1027"/>
                </a:lnTo>
                <a:lnTo>
                  <a:pt x="433" y="1011"/>
                </a:lnTo>
                <a:lnTo>
                  <a:pt x="422" y="995"/>
                </a:lnTo>
                <a:lnTo>
                  <a:pt x="412" y="978"/>
                </a:lnTo>
                <a:lnTo>
                  <a:pt x="401" y="961"/>
                </a:lnTo>
                <a:lnTo>
                  <a:pt x="392" y="943"/>
                </a:lnTo>
                <a:lnTo>
                  <a:pt x="384" y="924"/>
                </a:lnTo>
                <a:lnTo>
                  <a:pt x="377" y="906"/>
                </a:lnTo>
                <a:lnTo>
                  <a:pt x="370" y="887"/>
                </a:lnTo>
                <a:lnTo>
                  <a:pt x="364" y="867"/>
                </a:lnTo>
                <a:lnTo>
                  <a:pt x="360" y="848"/>
                </a:lnTo>
                <a:lnTo>
                  <a:pt x="357" y="827"/>
                </a:lnTo>
                <a:lnTo>
                  <a:pt x="353" y="806"/>
                </a:lnTo>
                <a:lnTo>
                  <a:pt x="352" y="786"/>
                </a:lnTo>
                <a:lnTo>
                  <a:pt x="352" y="764"/>
                </a:lnTo>
                <a:lnTo>
                  <a:pt x="352" y="764"/>
                </a:lnTo>
                <a:lnTo>
                  <a:pt x="352" y="743"/>
                </a:lnTo>
                <a:lnTo>
                  <a:pt x="353" y="722"/>
                </a:lnTo>
                <a:lnTo>
                  <a:pt x="357" y="701"/>
                </a:lnTo>
                <a:lnTo>
                  <a:pt x="360" y="680"/>
                </a:lnTo>
                <a:lnTo>
                  <a:pt x="364" y="661"/>
                </a:lnTo>
                <a:lnTo>
                  <a:pt x="370" y="641"/>
                </a:lnTo>
                <a:lnTo>
                  <a:pt x="377" y="622"/>
                </a:lnTo>
                <a:lnTo>
                  <a:pt x="384" y="603"/>
                </a:lnTo>
                <a:lnTo>
                  <a:pt x="392" y="585"/>
                </a:lnTo>
                <a:lnTo>
                  <a:pt x="401" y="567"/>
                </a:lnTo>
                <a:lnTo>
                  <a:pt x="412" y="550"/>
                </a:lnTo>
                <a:lnTo>
                  <a:pt x="422" y="534"/>
                </a:lnTo>
                <a:lnTo>
                  <a:pt x="433" y="517"/>
                </a:lnTo>
                <a:lnTo>
                  <a:pt x="445" y="501"/>
                </a:lnTo>
                <a:lnTo>
                  <a:pt x="458" y="487"/>
                </a:lnTo>
                <a:lnTo>
                  <a:pt x="472" y="473"/>
                </a:lnTo>
                <a:lnTo>
                  <a:pt x="487" y="458"/>
                </a:lnTo>
                <a:lnTo>
                  <a:pt x="501" y="445"/>
                </a:lnTo>
                <a:lnTo>
                  <a:pt x="517" y="433"/>
                </a:lnTo>
                <a:lnTo>
                  <a:pt x="533" y="423"/>
                </a:lnTo>
                <a:lnTo>
                  <a:pt x="550" y="412"/>
                </a:lnTo>
                <a:lnTo>
                  <a:pt x="567" y="401"/>
                </a:lnTo>
                <a:lnTo>
                  <a:pt x="585" y="393"/>
                </a:lnTo>
                <a:lnTo>
                  <a:pt x="603" y="384"/>
                </a:lnTo>
                <a:lnTo>
                  <a:pt x="622" y="377"/>
                </a:lnTo>
                <a:lnTo>
                  <a:pt x="641" y="370"/>
                </a:lnTo>
                <a:lnTo>
                  <a:pt x="661" y="364"/>
                </a:lnTo>
                <a:lnTo>
                  <a:pt x="680" y="360"/>
                </a:lnTo>
                <a:lnTo>
                  <a:pt x="701" y="357"/>
                </a:lnTo>
                <a:lnTo>
                  <a:pt x="722" y="353"/>
                </a:lnTo>
                <a:lnTo>
                  <a:pt x="742" y="352"/>
                </a:lnTo>
                <a:lnTo>
                  <a:pt x="764" y="352"/>
                </a:lnTo>
                <a:lnTo>
                  <a:pt x="764" y="352"/>
                </a:lnTo>
                <a:lnTo>
                  <a:pt x="785" y="352"/>
                </a:lnTo>
                <a:lnTo>
                  <a:pt x="806" y="353"/>
                </a:lnTo>
                <a:lnTo>
                  <a:pt x="827" y="357"/>
                </a:lnTo>
                <a:lnTo>
                  <a:pt x="847" y="360"/>
                </a:lnTo>
                <a:lnTo>
                  <a:pt x="867" y="364"/>
                </a:lnTo>
                <a:lnTo>
                  <a:pt x="887" y="370"/>
                </a:lnTo>
                <a:lnTo>
                  <a:pt x="906" y="377"/>
                </a:lnTo>
                <a:lnTo>
                  <a:pt x="924" y="384"/>
                </a:lnTo>
                <a:lnTo>
                  <a:pt x="943" y="393"/>
                </a:lnTo>
                <a:lnTo>
                  <a:pt x="961" y="401"/>
                </a:lnTo>
                <a:lnTo>
                  <a:pt x="978" y="412"/>
                </a:lnTo>
                <a:lnTo>
                  <a:pt x="994" y="423"/>
                </a:lnTo>
                <a:lnTo>
                  <a:pt x="1011" y="433"/>
                </a:lnTo>
                <a:lnTo>
                  <a:pt x="1027" y="445"/>
                </a:lnTo>
                <a:lnTo>
                  <a:pt x="1041" y="458"/>
                </a:lnTo>
                <a:lnTo>
                  <a:pt x="1055" y="473"/>
                </a:lnTo>
                <a:lnTo>
                  <a:pt x="1070" y="487"/>
                </a:lnTo>
                <a:lnTo>
                  <a:pt x="1081" y="501"/>
                </a:lnTo>
                <a:lnTo>
                  <a:pt x="1095" y="517"/>
                </a:lnTo>
                <a:lnTo>
                  <a:pt x="1105" y="534"/>
                </a:lnTo>
                <a:lnTo>
                  <a:pt x="1116" y="550"/>
                </a:lnTo>
                <a:lnTo>
                  <a:pt x="1127" y="567"/>
                </a:lnTo>
                <a:lnTo>
                  <a:pt x="1135" y="585"/>
                </a:lnTo>
                <a:lnTo>
                  <a:pt x="1144" y="603"/>
                </a:lnTo>
                <a:lnTo>
                  <a:pt x="1151" y="622"/>
                </a:lnTo>
                <a:lnTo>
                  <a:pt x="1158" y="641"/>
                </a:lnTo>
                <a:lnTo>
                  <a:pt x="1163" y="661"/>
                </a:lnTo>
                <a:lnTo>
                  <a:pt x="1167" y="680"/>
                </a:lnTo>
                <a:lnTo>
                  <a:pt x="1171" y="701"/>
                </a:lnTo>
                <a:lnTo>
                  <a:pt x="1173" y="722"/>
                </a:lnTo>
                <a:lnTo>
                  <a:pt x="1176" y="743"/>
                </a:lnTo>
                <a:lnTo>
                  <a:pt x="1176" y="764"/>
                </a:lnTo>
                <a:lnTo>
                  <a:pt x="1176" y="764"/>
                </a:lnTo>
                <a:lnTo>
                  <a:pt x="1176" y="786"/>
                </a:lnTo>
                <a:lnTo>
                  <a:pt x="1173" y="806"/>
                </a:lnTo>
                <a:lnTo>
                  <a:pt x="1171" y="827"/>
                </a:lnTo>
                <a:lnTo>
                  <a:pt x="1167" y="848"/>
                </a:lnTo>
                <a:lnTo>
                  <a:pt x="1163" y="867"/>
                </a:lnTo>
                <a:lnTo>
                  <a:pt x="1158" y="887"/>
                </a:lnTo>
                <a:lnTo>
                  <a:pt x="1151" y="906"/>
                </a:lnTo>
                <a:lnTo>
                  <a:pt x="1144" y="924"/>
                </a:lnTo>
                <a:lnTo>
                  <a:pt x="1135" y="943"/>
                </a:lnTo>
                <a:lnTo>
                  <a:pt x="1127" y="961"/>
                </a:lnTo>
                <a:lnTo>
                  <a:pt x="1116" y="978"/>
                </a:lnTo>
                <a:lnTo>
                  <a:pt x="1105" y="995"/>
                </a:lnTo>
                <a:lnTo>
                  <a:pt x="1095" y="1011"/>
                </a:lnTo>
                <a:lnTo>
                  <a:pt x="1081" y="1027"/>
                </a:lnTo>
                <a:lnTo>
                  <a:pt x="1070" y="1041"/>
                </a:lnTo>
                <a:lnTo>
                  <a:pt x="1055" y="1055"/>
                </a:lnTo>
                <a:lnTo>
                  <a:pt x="1041" y="1070"/>
                </a:lnTo>
                <a:lnTo>
                  <a:pt x="1027" y="1082"/>
                </a:lnTo>
                <a:lnTo>
                  <a:pt x="1011" y="1095"/>
                </a:lnTo>
                <a:lnTo>
                  <a:pt x="994" y="1106"/>
                </a:lnTo>
                <a:lnTo>
                  <a:pt x="978" y="1116"/>
                </a:lnTo>
                <a:lnTo>
                  <a:pt x="961" y="1127"/>
                </a:lnTo>
                <a:lnTo>
                  <a:pt x="943" y="1135"/>
                </a:lnTo>
                <a:lnTo>
                  <a:pt x="924" y="1144"/>
                </a:lnTo>
                <a:lnTo>
                  <a:pt x="906" y="1151"/>
                </a:lnTo>
                <a:lnTo>
                  <a:pt x="887" y="1158"/>
                </a:lnTo>
                <a:lnTo>
                  <a:pt x="867" y="1163"/>
                </a:lnTo>
                <a:lnTo>
                  <a:pt x="847" y="1168"/>
                </a:lnTo>
                <a:lnTo>
                  <a:pt x="827" y="1171"/>
                </a:lnTo>
                <a:lnTo>
                  <a:pt x="806" y="1174"/>
                </a:lnTo>
                <a:lnTo>
                  <a:pt x="785" y="1176"/>
                </a:lnTo>
                <a:lnTo>
                  <a:pt x="764" y="1176"/>
                </a:lnTo>
                <a:lnTo>
                  <a:pt x="764" y="11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Globe 2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Chemical</a:t>
            </a:r>
          </a:p>
        </p:txBody>
      </p:sp>
      <p:sp>
        <p:nvSpPr>
          <p:cNvPr id="4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Light Bulb</a:t>
            </a:r>
          </a:p>
        </p:txBody>
      </p:sp>
      <p:sp>
        <p:nvSpPr>
          <p:cNvPr id="4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</a:t>
            </a:r>
          </a:p>
        </p:txBody>
      </p:sp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Upload</a:t>
            </a:r>
          </a:p>
        </p:txBody>
      </p:sp>
      <p:sp>
        <p:nvSpPr>
          <p:cNvPr id="4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Download</a:t>
            </a:r>
          </a:p>
        </p:txBody>
      </p:sp>
      <p:sp>
        <p:nvSpPr>
          <p:cNvPr id="4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Lamp</a:t>
            </a:r>
          </a:p>
        </p:txBody>
      </p:sp>
      <p:sp>
        <p:nvSpPr>
          <p:cNvPr id="5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Preview</a:t>
            </a:r>
          </a:p>
        </p:txBody>
      </p:sp>
      <p:sp>
        <p:nvSpPr>
          <p:cNvPr id="5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Ice Cream</a:t>
            </a:r>
          </a:p>
        </p:txBody>
      </p:sp>
      <p:sp>
        <p:nvSpPr>
          <p:cNvPr id="5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Ice Cream 2</a:t>
            </a:r>
          </a:p>
        </p:txBody>
      </p:sp>
      <p:sp>
        <p:nvSpPr>
          <p:cNvPr id="5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Paperclip</a:t>
            </a:r>
          </a:p>
        </p:txBody>
      </p:sp>
      <p:sp>
        <p:nvSpPr>
          <p:cNvPr id="5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Footprint</a:t>
            </a:r>
          </a:p>
        </p:txBody>
      </p:sp>
      <p:sp>
        <p:nvSpPr>
          <p:cNvPr id="5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Footprints</a:t>
            </a:r>
          </a:p>
        </p:txBody>
      </p:sp>
      <p:sp>
        <p:nvSpPr>
          <p:cNvPr id="5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Loading Bar</a:t>
            </a:r>
          </a:p>
        </p:txBody>
      </p:sp>
      <p:sp>
        <p:nvSpPr>
          <p:cNvPr id="5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Bulls Eye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4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81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#5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0" name="Freeform 10"/>
          <p:cNvSpPr>
            <a:spLocks noChangeAspect="1" noEditPoints="1"/>
          </p:cNvSpPr>
          <p:nvPr/>
        </p:nvSpPr>
        <p:spPr bwMode="auto">
          <a:xfrm>
            <a:off x="1100572" y="1449615"/>
            <a:ext cx="1080000" cy="702319"/>
          </a:xfrm>
          <a:custGeom>
            <a:avLst/>
            <a:gdLst>
              <a:gd name="T0" fmla="*/ 1273 w 1529"/>
              <a:gd name="T1" fmla="*/ 994 h 994"/>
              <a:gd name="T2" fmla="*/ 1308 w 1529"/>
              <a:gd name="T3" fmla="*/ 986 h 994"/>
              <a:gd name="T4" fmla="*/ 1328 w 1529"/>
              <a:gd name="T5" fmla="*/ 972 h 994"/>
              <a:gd name="T6" fmla="*/ 1346 w 1529"/>
              <a:gd name="T7" fmla="*/ 948 h 994"/>
              <a:gd name="T8" fmla="*/ 1525 w 1529"/>
              <a:gd name="T9" fmla="*/ 367 h 994"/>
              <a:gd name="T10" fmla="*/ 1527 w 1529"/>
              <a:gd name="T11" fmla="*/ 350 h 994"/>
              <a:gd name="T12" fmla="*/ 1526 w 1529"/>
              <a:gd name="T13" fmla="*/ 314 h 994"/>
              <a:gd name="T14" fmla="*/ 1512 w 1529"/>
              <a:gd name="T15" fmla="*/ 287 h 994"/>
              <a:gd name="T16" fmla="*/ 1478 w 1529"/>
              <a:gd name="T17" fmla="*/ 266 h 994"/>
              <a:gd name="T18" fmla="*/ 1444 w 1529"/>
              <a:gd name="T19" fmla="*/ 262 h 994"/>
              <a:gd name="T20" fmla="*/ 383 w 1529"/>
              <a:gd name="T21" fmla="*/ 263 h 994"/>
              <a:gd name="T22" fmla="*/ 355 w 1529"/>
              <a:gd name="T23" fmla="*/ 276 h 994"/>
              <a:gd name="T24" fmla="*/ 332 w 1529"/>
              <a:gd name="T25" fmla="*/ 301 h 994"/>
              <a:gd name="T26" fmla="*/ 228 w 1529"/>
              <a:gd name="T27" fmla="*/ 937 h 994"/>
              <a:gd name="T28" fmla="*/ 229 w 1529"/>
              <a:gd name="T29" fmla="*/ 966 h 994"/>
              <a:gd name="T30" fmla="*/ 238 w 1529"/>
              <a:gd name="T31" fmla="*/ 985 h 994"/>
              <a:gd name="T32" fmla="*/ 251 w 1529"/>
              <a:gd name="T33" fmla="*/ 994 h 994"/>
              <a:gd name="T34" fmla="*/ 151 w 1529"/>
              <a:gd name="T35" fmla="*/ 994 h 994"/>
              <a:gd name="T36" fmla="*/ 136 w 1529"/>
              <a:gd name="T37" fmla="*/ 989 h 994"/>
              <a:gd name="T38" fmla="*/ 115 w 1529"/>
              <a:gd name="T39" fmla="*/ 972 h 994"/>
              <a:gd name="T40" fmla="*/ 106 w 1529"/>
              <a:gd name="T41" fmla="*/ 954 h 994"/>
              <a:gd name="T42" fmla="*/ 4 w 1529"/>
              <a:gd name="T43" fmla="*/ 69 h 994"/>
              <a:gd name="T44" fmla="*/ 1 w 1529"/>
              <a:gd name="T45" fmla="*/ 85 h 994"/>
              <a:gd name="T46" fmla="*/ 0 w 1529"/>
              <a:gd name="T47" fmla="*/ 53 h 994"/>
              <a:gd name="T48" fmla="*/ 5 w 1529"/>
              <a:gd name="T49" fmla="*/ 25 h 994"/>
              <a:gd name="T50" fmla="*/ 16 w 1529"/>
              <a:gd name="T51" fmla="*/ 10 h 994"/>
              <a:gd name="T52" fmla="*/ 33 w 1529"/>
              <a:gd name="T53" fmla="*/ 1 h 994"/>
              <a:gd name="T54" fmla="*/ 474 w 1529"/>
              <a:gd name="T55" fmla="*/ 0 h 994"/>
              <a:gd name="T56" fmla="*/ 493 w 1529"/>
              <a:gd name="T57" fmla="*/ 2 h 994"/>
              <a:gd name="T58" fmla="*/ 514 w 1529"/>
              <a:gd name="T59" fmla="*/ 13 h 994"/>
              <a:gd name="T60" fmla="*/ 523 w 1529"/>
              <a:gd name="T61" fmla="*/ 29 h 994"/>
              <a:gd name="T62" fmla="*/ 525 w 1529"/>
              <a:gd name="T63" fmla="*/ 56 h 994"/>
              <a:gd name="T64" fmla="*/ 528 w 1529"/>
              <a:gd name="T65" fmla="*/ 72 h 994"/>
              <a:gd name="T66" fmla="*/ 540 w 1529"/>
              <a:gd name="T67" fmla="*/ 88 h 994"/>
              <a:gd name="T68" fmla="*/ 566 w 1529"/>
              <a:gd name="T69" fmla="*/ 104 h 994"/>
              <a:gd name="T70" fmla="*/ 1308 w 1529"/>
              <a:gd name="T71" fmla="*/ 105 h 994"/>
              <a:gd name="T72" fmla="*/ 1324 w 1529"/>
              <a:gd name="T73" fmla="*/ 107 h 994"/>
              <a:gd name="T74" fmla="*/ 1341 w 1529"/>
              <a:gd name="T75" fmla="*/ 118 h 994"/>
              <a:gd name="T76" fmla="*/ 1350 w 1529"/>
              <a:gd name="T77" fmla="*/ 133 h 994"/>
              <a:gd name="T78" fmla="*/ 1353 w 1529"/>
              <a:gd name="T79" fmla="*/ 160 h 994"/>
              <a:gd name="T80" fmla="*/ 1351 w 1529"/>
              <a:gd name="T81" fmla="*/ 176 h 994"/>
              <a:gd name="T82" fmla="*/ 1342 w 1529"/>
              <a:gd name="T83" fmla="*/ 192 h 994"/>
              <a:gd name="T84" fmla="*/ 1320 w 1529"/>
              <a:gd name="T85" fmla="*/ 207 h 994"/>
              <a:gd name="T86" fmla="*/ 363 w 1529"/>
              <a:gd name="T87" fmla="*/ 209 h 994"/>
              <a:gd name="T88" fmla="*/ 324 w 1529"/>
              <a:gd name="T89" fmla="*/ 214 h 994"/>
              <a:gd name="T90" fmla="*/ 284 w 1529"/>
              <a:gd name="T91" fmla="*/ 234 h 994"/>
              <a:gd name="T92" fmla="*/ 265 w 1529"/>
              <a:gd name="T93" fmla="*/ 262 h 994"/>
              <a:gd name="T94" fmla="*/ 258 w 1529"/>
              <a:gd name="T95" fmla="*/ 290 h 994"/>
              <a:gd name="T96" fmla="*/ 258 w 1529"/>
              <a:gd name="T97" fmla="*/ 314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994">
                <a:moveTo>
                  <a:pt x="257" y="994"/>
                </a:moveTo>
                <a:lnTo>
                  <a:pt x="1273" y="994"/>
                </a:lnTo>
                <a:lnTo>
                  <a:pt x="1273" y="994"/>
                </a:lnTo>
                <a:lnTo>
                  <a:pt x="1284" y="992"/>
                </a:lnTo>
                <a:lnTo>
                  <a:pt x="1295" y="990"/>
                </a:lnTo>
                <a:lnTo>
                  <a:pt x="1308" y="986"/>
                </a:lnTo>
                <a:lnTo>
                  <a:pt x="1314" y="983"/>
                </a:lnTo>
                <a:lnTo>
                  <a:pt x="1321" y="978"/>
                </a:lnTo>
                <a:lnTo>
                  <a:pt x="1328" y="972"/>
                </a:lnTo>
                <a:lnTo>
                  <a:pt x="1334" y="966"/>
                </a:lnTo>
                <a:lnTo>
                  <a:pt x="1340" y="958"/>
                </a:lnTo>
                <a:lnTo>
                  <a:pt x="1346" y="948"/>
                </a:lnTo>
                <a:lnTo>
                  <a:pt x="1351" y="937"/>
                </a:lnTo>
                <a:lnTo>
                  <a:pt x="1355" y="924"/>
                </a:lnTo>
                <a:lnTo>
                  <a:pt x="1525" y="367"/>
                </a:lnTo>
                <a:lnTo>
                  <a:pt x="1525" y="367"/>
                </a:lnTo>
                <a:lnTo>
                  <a:pt x="1526" y="362"/>
                </a:lnTo>
                <a:lnTo>
                  <a:pt x="1527" y="350"/>
                </a:lnTo>
                <a:lnTo>
                  <a:pt x="1529" y="333"/>
                </a:lnTo>
                <a:lnTo>
                  <a:pt x="1527" y="324"/>
                </a:lnTo>
                <a:lnTo>
                  <a:pt x="1526" y="314"/>
                </a:lnTo>
                <a:lnTo>
                  <a:pt x="1523" y="305"/>
                </a:lnTo>
                <a:lnTo>
                  <a:pt x="1518" y="295"/>
                </a:lnTo>
                <a:lnTo>
                  <a:pt x="1512" y="287"/>
                </a:lnTo>
                <a:lnTo>
                  <a:pt x="1504" y="278"/>
                </a:lnTo>
                <a:lnTo>
                  <a:pt x="1493" y="271"/>
                </a:lnTo>
                <a:lnTo>
                  <a:pt x="1478" y="266"/>
                </a:lnTo>
                <a:lnTo>
                  <a:pt x="1463" y="263"/>
                </a:lnTo>
                <a:lnTo>
                  <a:pt x="1444" y="262"/>
                </a:lnTo>
                <a:lnTo>
                  <a:pt x="1444" y="262"/>
                </a:lnTo>
                <a:lnTo>
                  <a:pt x="388" y="262"/>
                </a:lnTo>
                <a:lnTo>
                  <a:pt x="388" y="262"/>
                </a:lnTo>
                <a:lnTo>
                  <a:pt x="383" y="263"/>
                </a:lnTo>
                <a:lnTo>
                  <a:pt x="377" y="264"/>
                </a:lnTo>
                <a:lnTo>
                  <a:pt x="365" y="269"/>
                </a:lnTo>
                <a:lnTo>
                  <a:pt x="355" y="276"/>
                </a:lnTo>
                <a:lnTo>
                  <a:pt x="346" y="284"/>
                </a:lnTo>
                <a:lnTo>
                  <a:pt x="338" y="293"/>
                </a:lnTo>
                <a:lnTo>
                  <a:pt x="332" y="301"/>
                </a:lnTo>
                <a:lnTo>
                  <a:pt x="326" y="308"/>
                </a:lnTo>
                <a:lnTo>
                  <a:pt x="228" y="937"/>
                </a:lnTo>
                <a:lnTo>
                  <a:pt x="228" y="937"/>
                </a:lnTo>
                <a:lnTo>
                  <a:pt x="227" y="947"/>
                </a:lnTo>
                <a:lnTo>
                  <a:pt x="227" y="955"/>
                </a:lnTo>
                <a:lnTo>
                  <a:pt x="229" y="966"/>
                </a:lnTo>
                <a:lnTo>
                  <a:pt x="232" y="976"/>
                </a:lnTo>
                <a:lnTo>
                  <a:pt x="234" y="980"/>
                </a:lnTo>
                <a:lnTo>
                  <a:pt x="238" y="985"/>
                </a:lnTo>
                <a:lnTo>
                  <a:pt x="241" y="989"/>
                </a:lnTo>
                <a:lnTo>
                  <a:pt x="245" y="991"/>
                </a:lnTo>
                <a:lnTo>
                  <a:pt x="251" y="994"/>
                </a:lnTo>
                <a:lnTo>
                  <a:pt x="257" y="994"/>
                </a:lnTo>
                <a:lnTo>
                  <a:pt x="257" y="994"/>
                </a:lnTo>
                <a:close/>
                <a:moveTo>
                  <a:pt x="151" y="994"/>
                </a:moveTo>
                <a:lnTo>
                  <a:pt x="151" y="994"/>
                </a:lnTo>
                <a:lnTo>
                  <a:pt x="143" y="992"/>
                </a:lnTo>
                <a:lnTo>
                  <a:pt x="136" y="989"/>
                </a:lnTo>
                <a:lnTo>
                  <a:pt x="128" y="984"/>
                </a:lnTo>
                <a:lnTo>
                  <a:pt x="119" y="977"/>
                </a:lnTo>
                <a:lnTo>
                  <a:pt x="115" y="972"/>
                </a:lnTo>
                <a:lnTo>
                  <a:pt x="112" y="967"/>
                </a:lnTo>
                <a:lnTo>
                  <a:pt x="109" y="961"/>
                </a:lnTo>
                <a:lnTo>
                  <a:pt x="106" y="954"/>
                </a:lnTo>
                <a:lnTo>
                  <a:pt x="105" y="947"/>
                </a:lnTo>
                <a:lnTo>
                  <a:pt x="105" y="937"/>
                </a:lnTo>
                <a:lnTo>
                  <a:pt x="4" y="69"/>
                </a:lnTo>
                <a:lnTo>
                  <a:pt x="4" y="69"/>
                </a:lnTo>
                <a:lnTo>
                  <a:pt x="1" y="85"/>
                </a:lnTo>
                <a:lnTo>
                  <a:pt x="1" y="85"/>
                </a:lnTo>
                <a:lnTo>
                  <a:pt x="0" y="81"/>
                </a:lnTo>
                <a:lnTo>
                  <a:pt x="0" y="53"/>
                </a:lnTo>
                <a:lnTo>
                  <a:pt x="0" y="53"/>
                </a:lnTo>
                <a:lnTo>
                  <a:pt x="0" y="42"/>
                </a:lnTo>
                <a:lnTo>
                  <a:pt x="2" y="32"/>
                </a:lnTo>
                <a:lnTo>
                  <a:pt x="5" y="25"/>
                </a:lnTo>
                <a:lnTo>
                  <a:pt x="7" y="18"/>
                </a:lnTo>
                <a:lnTo>
                  <a:pt x="12" y="13"/>
                </a:lnTo>
                <a:lnTo>
                  <a:pt x="16" y="10"/>
                </a:lnTo>
                <a:lnTo>
                  <a:pt x="20" y="6"/>
                </a:lnTo>
                <a:lnTo>
                  <a:pt x="25" y="4"/>
                </a:lnTo>
                <a:lnTo>
                  <a:pt x="33" y="1"/>
                </a:lnTo>
                <a:lnTo>
                  <a:pt x="42" y="0"/>
                </a:lnTo>
                <a:lnTo>
                  <a:pt x="49" y="0"/>
                </a:lnTo>
                <a:lnTo>
                  <a:pt x="474" y="0"/>
                </a:lnTo>
                <a:lnTo>
                  <a:pt x="474" y="0"/>
                </a:lnTo>
                <a:lnTo>
                  <a:pt x="485" y="1"/>
                </a:lnTo>
                <a:lnTo>
                  <a:pt x="493" y="2"/>
                </a:lnTo>
                <a:lnTo>
                  <a:pt x="502" y="6"/>
                </a:lnTo>
                <a:lnTo>
                  <a:pt x="508" y="10"/>
                </a:lnTo>
                <a:lnTo>
                  <a:pt x="514" y="13"/>
                </a:lnTo>
                <a:lnTo>
                  <a:pt x="517" y="18"/>
                </a:lnTo>
                <a:lnTo>
                  <a:pt x="521" y="23"/>
                </a:lnTo>
                <a:lnTo>
                  <a:pt x="523" y="29"/>
                </a:lnTo>
                <a:lnTo>
                  <a:pt x="525" y="38"/>
                </a:lnTo>
                <a:lnTo>
                  <a:pt x="527" y="48"/>
                </a:lnTo>
                <a:lnTo>
                  <a:pt x="525" y="56"/>
                </a:lnTo>
                <a:lnTo>
                  <a:pt x="525" y="56"/>
                </a:lnTo>
                <a:lnTo>
                  <a:pt x="527" y="64"/>
                </a:lnTo>
                <a:lnTo>
                  <a:pt x="528" y="72"/>
                </a:lnTo>
                <a:lnTo>
                  <a:pt x="531" y="78"/>
                </a:lnTo>
                <a:lnTo>
                  <a:pt x="535" y="84"/>
                </a:lnTo>
                <a:lnTo>
                  <a:pt x="540" y="88"/>
                </a:lnTo>
                <a:lnTo>
                  <a:pt x="545" y="93"/>
                </a:lnTo>
                <a:lnTo>
                  <a:pt x="555" y="99"/>
                </a:lnTo>
                <a:lnTo>
                  <a:pt x="566" y="104"/>
                </a:lnTo>
                <a:lnTo>
                  <a:pt x="576" y="106"/>
                </a:lnTo>
                <a:lnTo>
                  <a:pt x="584" y="109"/>
                </a:lnTo>
                <a:lnTo>
                  <a:pt x="1308" y="105"/>
                </a:lnTo>
                <a:lnTo>
                  <a:pt x="1308" y="105"/>
                </a:lnTo>
                <a:lnTo>
                  <a:pt x="1317" y="105"/>
                </a:lnTo>
                <a:lnTo>
                  <a:pt x="1324" y="107"/>
                </a:lnTo>
                <a:lnTo>
                  <a:pt x="1332" y="110"/>
                </a:lnTo>
                <a:lnTo>
                  <a:pt x="1336" y="113"/>
                </a:lnTo>
                <a:lnTo>
                  <a:pt x="1341" y="118"/>
                </a:lnTo>
                <a:lnTo>
                  <a:pt x="1345" y="123"/>
                </a:lnTo>
                <a:lnTo>
                  <a:pt x="1348" y="128"/>
                </a:lnTo>
                <a:lnTo>
                  <a:pt x="1350" y="133"/>
                </a:lnTo>
                <a:lnTo>
                  <a:pt x="1353" y="143"/>
                </a:lnTo>
                <a:lnTo>
                  <a:pt x="1353" y="152"/>
                </a:lnTo>
                <a:lnTo>
                  <a:pt x="1353" y="160"/>
                </a:lnTo>
                <a:lnTo>
                  <a:pt x="1353" y="160"/>
                </a:lnTo>
                <a:lnTo>
                  <a:pt x="1353" y="168"/>
                </a:lnTo>
                <a:lnTo>
                  <a:pt x="1351" y="176"/>
                </a:lnTo>
                <a:lnTo>
                  <a:pt x="1348" y="182"/>
                </a:lnTo>
                <a:lnTo>
                  <a:pt x="1346" y="187"/>
                </a:lnTo>
                <a:lnTo>
                  <a:pt x="1342" y="192"/>
                </a:lnTo>
                <a:lnTo>
                  <a:pt x="1338" y="196"/>
                </a:lnTo>
                <a:lnTo>
                  <a:pt x="1329" y="202"/>
                </a:lnTo>
                <a:lnTo>
                  <a:pt x="1320" y="207"/>
                </a:lnTo>
                <a:lnTo>
                  <a:pt x="1312" y="208"/>
                </a:lnTo>
                <a:lnTo>
                  <a:pt x="1304" y="209"/>
                </a:lnTo>
                <a:lnTo>
                  <a:pt x="363" y="209"/>
                </a:lnTo>
                <a:lnTo>
                  <a:pt x="363" y="209"/>
                </a:lnTo>
                <a:lnTo>
                  <a:pt x="342" y="210"/>
                </a:lnTo>
                <a:lnTo>
                  <a:pt x="324" y="214"/>
                </a:lnTo>
                <a:lnTo>
                  <a:pt x="308" y="220"/>
                </a:lnTo>
                <a:lnTo>
                  <a:pt x="295" y="226"/>
                </a:lnTo>
                <a:lnTo>
                  <a:pt x="284" y="234"/>
                </a:lnTo>
                <a:lnTo>
                  <a:pt x="276" y="242"/>
                </a:lnTo>
                <a:lnTo>
                  <a:pt x="270" y="252"/>
                </a:lnTo>
                <a:lnTo>
                  <a:pt x="265" y="262"/>
                </a:lnTo>
                <a:lnTo>
                  <a:pt x="262" y="271"/>
                </a:lnTo>
                <a:lnTo>
                  <a:pt x="259" y="281"/>
                </a:lnTo>
                <a:lnTo>
                  <a:pt x="258" y="290"/>
                </a:lnTo>
                <a:lnTo>
                  <a:pt x="257" y="297"/>
                </a:lnTo>
                <a:lnTo>
                  <a:pt x="258" y="309"/>
                </a:lnTo>
                <a:lnTo>
                  <a:pt x="258" y="314"/>
                </a:lnTo>
                <a:lnTo>
                  <a:pt x="151" y="99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1"/>
          <p:cNvSpPr>
            <a:spLocks noChangeAspect="1" noEditPoints="1"/>
          </p:cNvSpPr>
          <p:nvPr/>
        </p:nvSpPr>
        <p:spPr bwMode="auto">
          <a:xfrm>
            <a:off x="2756756" y="1417110"/>
            <a:ext cx="1080000" cy="734824"/>
          </a:xfrm>
          <a:custGeom>
            <a:avLst/>
            <a:gdLst>
              <a:gd name="T0" fmla="*/ 1316 w 1529"/>
              <a:gd name="T1" fmla="*/ 205 h 1040"/>
              <a:gd name="T2" fmla="*/ 1346 w 1529"/>
              <a:gd name="T3" fmla="*/ 182 h 1040"/>
              <a:gd name="T4" fmla="*/ 1351 w 1529"/>
              <a:gd name="T5" fmla="*/ 150 h 1040"/>
              <a:gd name="T6" fmla="*/ 1338 w 1529"/>
              <a:gd name="T7" fmla="*/ 117 h 1040"/>
              <a:gd name="T8" fmla="*/ 1304 w 1529"/>
              <a:gd name="T9" fmla="*/ 104 h 1040"/>
              <a:gd name="T10" fmla="*/ 557 w 1529"/>
              <a:gd name="T11" fmla="*/ 99 h 1040"/>
              <a:gd name="T12" fmla="*/ 529 w 1529"/>
              <a:gd name="T13" fmla="*/ 70 h 1040"/>
              <a:gd name="T14" fmla="*/ 527 w 1529"/>
              <a:gd name="T15" fmla="*/ 38 h 1040"/>
              <a:gd name="T16" fmla="*/ 510 w 1529"/>
              <a:gd name="T17" fmla="*/ 10 h 1040"/>
              <a:gd name="T18" fmla="*/ 49 w 1529"/>
              <a:gd name="T19" fmla="*/ 0 h 1040"/>
              <a:gd name="T20" fmla="*/ 21 w 1529"/>
              <a:gd name="T21" fmla="*/ 6 h 1040"/>
              <a:gd name="T22" fmla="*/ 3 w 1529"/>
              <a:gd name="T23" fmla="*/ 32 h 1040"/>
              <a:gd name="T24" fmla="*/ 2 w 1529"/>
              <a:gd name="T25" fmla="*/ 85 h 1040"/>
              <a:gd name="T26" fmla="*/ 109 w 1529"/>
              <a:gd name="T27" fmla="*/ 994 h 1040"/>
              <a:gd name="T28" fmla="*/ 123 w 1529"/>
              <a:gd name="T29" fmla="*/ 1023 h 1040"/>
              <a:gd name="T30" fmla="*/ 261 w 1529"/>
              <a:gd name="T31" fmla="*/ 313 h 1040"/>
              <a:gd name="T32" fmla="*/ 262 w 1529"/>
              <a:gd name="T33" fmla="*/ 279 h 1040"/>
              <a:gd name="T34" fmla="*/ 288 w 1529"/>
              <a:gd name="T35" fmla="*/ 233 h 1040"/>
              <a:gd name="T36" fmla="*/ 365 w 1529"/>
              <a:gd name="T37" fmla="*/ 208 h 1040"/>
              <a:gd name="T38" fmla="*/ 391 w 1529"/>
              <a:gd name="T39" fmla="*/ 263 h 1040"/>
              <a:gd name="T40" fmla="*/ 349 w 1529"/>
              <a:gd name="T41" fmla="*/ 285 h 1040"/>
              <a:gd name="T42" fmla="*/ 231 w 1529"/>
              <a:gd name="T43" fmla="*/ 984 h 1040"/>
              <a:gd name="T44" fmla="*/ 238 w 1529"/>
              <a:gd name="T45" fmla="*/ 1027 h 1040"/>
              <a:gd name="T46" fmla="*/ 261 w 1529"/>
              <a:gd name="T47" fmla="*/ 1040 h 1040"/>
              <a:gd name="T48" fmla="*/ 1304 w 1529"/>
              <a:gd name="T49" fmla="*/ 1032 h 1040"/>
              <a:gd name="T50" fmla="*/ 1338 w 1529"/>
              <a:gd name="T51" fmla="*/ 1004 h 1040"/>
              <a:gd name="T52" fmla="*/ 1525 w 1529"/>
              <a:gd name="T53" fmla="*/ 364 h 1040"/>
              <a:gd name="T54" fmla="*/ 1527 w 1529"/>
              <a:gd name="T55" fmla="*/ 313 h 1040"/>
              <a:gd name="T56" fmla="*/ 1493 w 1529"/>
              <a:gd name="T57" fmla="*/ 270 h 1040"/>
              <a:gd name="T58" fmla="*/ 1110 w 1529"/>
              <a:gd name="T59" fmla="*/ 933 h 1040"/>
              <a:gd name="T60" fmla="*/ 593 w 1529"/>
              <a:gd name="T61" fmla="*/ 850 h 1040"/>
              <a:gd name="T62" fmla="*/ 603 w 1529"/>
              <a:gd name="T63" fmla="*/ 801 h 1040"/>
              <a:gd name="T64" fmla="*/ 658 w 1529"/>
              <a:gd name="T65" fmla="*/ 773 h 1040"/>
              <a:gd name="T66" fmla="*/ 787 w 1529"/>
              <a:gd name="T67" fmla="*/ 706 h 1040"/>
              <a:gd name="T68" fmla="*/ 803 w 1529"/>
              <a:gd name="T69" fmla="*/ 687 h 1040"/>
              <a:gd name="T70" fmla="*/ 787 w 1529"/>
              <a:gd name="T71" fmla="*/ 605 h 1040"/>
              <a:gd name="T72" fmla="*/ 755 w 1529"/>
              <a:gd name="T73" fmla="*/ 568 h 1040"/>
              <a:gd name="T74" fmla="*/ 752 w 1529"/>
              <a:gd name="T75" fmla="*/ 463 h 1040"/>
              <a:gd name="T76" fmla="*/ 761 w 1529"/>
              <a:gd name="T77" fmla="*/ 393 h 1040"/>
              <a:gd name="T78" fmla="*/ 792 w 1529"/>
              <a:gd name="T79" fmla="*/ 362 h 1040"/>
              <a:gd name="T80" fmla="*/ 888 w 1529"/>
              <a:gd name="T81" fmla="*/ 374 h 1040"/>
              <a:gd name="T82" fmla="*/ 935 w 1529"/>
              <a:gd name="T83" fmla="*/ 388 h 1040"/>
              <a:gd name="T84" fmla="*/ 959 w 1529"/>
              <a:gd name="T85" fmla="*/ 422 h 1040"/>
              <a:gd name="T86" fmla="*/ 958 w 1529"/>
              <a:gd name="T87" fmla="*/ 555 h 1040"/>
              <a:gd name="T88" fmla="*/ 927 w 1529"/>
              <a:gd name="T89" fmla="*/ 602 h 1040"/>
              <a:gd name="T90" fmla="*/ 908 w 1529"/>
              <a:gd name="T91" fmla="*/ 677 h 1040"/>
              <a:gd name="T92" fmla="*/ 910 w 1529"/>
              <a:gd name="T93" fmla="*/ 695 h 1040"/>
              <a:gd name="T94" fmla="*/ 934 w 1529"/>
              <a:gd name="T95" fmla="*/ 727 h 1040"/>
              <a:gd name="T96" fmla="*/ 996 w 1529"/>
              <a:gd name="T97" fmla="*/ 748 h 1040"/>
              <a:gd name="T98" fmla="*/ 1085 w 1529"/>
              <a:gd name="T99" fmla="*/ 786 h 1040"/>
              <a:gd name="T100" fmla="*/ 1113 w 1529"/>
              <a:gd name="T101" fmla="*/ 814 h 1040"/>
              <a:gd name="T102" fmla="*/ 1112 w 1529"/>
              <a:gd name="T103" fmla="*/ 915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9" h="1040">
                <a:moveTo>
                  <a:pt x="365" y="208"/>
                </a:moveTo>
                <a:lnTo>
                  <a:pt x="1302" y="208"/>
                </a:lnTo>
                <a:lnTo>
                  <a:pt x="1302" y="208"/>
                </a:lnTo>
                <a:lnTo>
                  <a:pt x="1309" y="207"/>
                </a:lnTo>
                <a:lnTo>
                  <a:pt x="1316" y="205"/>
                </a:lnTo>
                <a:lnTo>
                  <a:pt x="1326" y="201"/>
                </a:lnTo>
                <a:lnTo>
                  <a:pt x="1334" y="195"/>
                </a:lnTo>
                <a:lnTo>
                  <a:pt x="1339" y="191"/>
                </a:lnTo>
                <a:lnTo>
                  <a:pt x="1343" y="186"/>
                </a:lnTo>
                <a:lnTo>
                  <a:pt x="1346" y="182"/>
                </a:lnTo>
                <a:lnTo>
                  <a:pt x="1349" y="174"/>
                </a:lnTo>
                <a:lnTo>
                  <a:pt x="1350" y="167"/>
                </a:lnTo>
                <a:lnTo>
                  <a:pt x="1350" y="160"/>
                </a:lnTo>
                <a:lnTo>
                  <a:pt x="1350" y="160"/>
                </a:lnTo>
                <a:lnTo>
                  <a:pt x="1351" y="150"/>
                </a:lnTo>
                <a:lnTo>
                  <a:pt x="1350" y="142"/>
                </a:lnTo>
                <a:lnTo>
                  <a:pt x="1347" y="133"/>
                </a:lnTo>
                <a:lnTo>
                  <a:pt x="1345" y="127"/>
                </a:lnTo>
                <a:lnTo>
                  <a:pt x="1341" y="122"/>
                </a:lnTo>
                <a:lnTo>
                  <a:pt x="1338" y="117"/>
                </a:lnTo>
                <a:lnTo>
                  <a:pt x="1334" y="113"/>
                </a:lnTo>
                <a:lnTo>
                  <a:pt x="1328" y="110"/>
                </a:lnTo>
                <a:lnTo>
                  <a:pt x="1321" y="106"/>
                </a:lnTo>
                <a:lnTo>
                  <a:pt x="1314" y="105"/>
                </a:lnTo>
                <a:lnTo>
                  <a:pt x="1304" y="104"/>
                </a:lnTo>
                <a:lnTo>
                  <a:pt x="586" y="107"/>
                </a:lnTo>
                <a:lnTo>
                  <a:pt x="586" y="107"/>
                </a:lnTo>
                <a:lnTo>
                  <a:pt x="577" y="106"/>
                </a:lnTo>
                <a:lnTo>
                  <a:pt x="568" y="103"/>
                </a:lnTo>
                <a:lnTo>
                  <a:pt x="557" y="99"/>
                </a:lnTo>
                <a:lnTo>
                  <a:pt x="546" y="92"/>
                </a:lnTo>
                <a:lnTo>
                  <a:pt x="541" y="88"/>
                </a:lnTo>
                <a:lnTo>
                  <a:pt x="537" y="84"/>
                </a:lnTo>
                <a:lnTo>
                  <a:pt x="533" y="78"/>
                </a:lnTo>
                <a:lnTo>
                  <a:pt x="529" y="70"/>
                </a:lnTo>
                <a:lnTo>
                  <a:pt x="528" y="63"/>
                </a:lnTo>
                <a:lnTo>
                  <a:pt x="527" y="56"/>
                </a:lnTo>
                <a:lnTo>
                  <a:pt x="527" y="56"/>
                </a:lnTo>
                <a:lnTo>
                  <a:pt x="528" y="47"/>
                </a:lnTo>
                <a:lnTo>
                  <a:pt x="527" y="38"/>
                </a:lnTo>
                <a:lnTo>
                  <a:pt x="525" y="29"/>
                </a:lnTo>
                <a:lnTo>
                  <a:pt x="522" y="23"/>
                </a:lnTo>
                <a:lnTo>
                  <a:pt x="519" y="18"/>
                </a:lnTo>
                <a:lnTo>
                  <a:pt x="515" y="13"/>
                </a:lnTo>
                <a:lnTo>
                  <a:pt x="510" y="10"/>
                </a:lnTo>
                <a:lnTo>
                  <a:pt x="503" y="6"/>
                </a:lnTo>
                <a:lnTo>
                  <a:pt x="496" y="2"/>
                </a:lnTo>
                <a:lnTo>
                  <a:pt x="486" y="1"/>
                </a:lnTo>
                <a:lnTo>
                  <a:pt x="476" y="0"/>
                </a:lnTo>
                <a:lnTo>
                  <a:pt x="49" y="0"/>
                </a:lnTo>
                <a:lnTo>
                  <a:pt x="49" y="0"/>
                </a:lnTo>
                <a:lnTo>
                  <a:pt x="41" y="0"/>
                </a:lnTo>
                <a:lnTo>
                  <a:pt x="34" y="1"/>
                </a:lnTo>
                <a:lnTo>
                  <a:pt x="24" y="4"/>
                </a:lnTo>
                <a:lnTo>
                  <a:pt x="21" y="6"/>
                </a:lnTo>
                <a:lnTo>
                  <a:pt x="16" y="10"/>
                </a:lnTo>
                <a:lnTo>
                  <a:pt x="11" y="13"/>
                </a:lnTo>
                <a:lnTo>
                  <a:pt x="8" y="18"/>
                </a:lnTo>
                <a:lnTo>
                  <a:pt x="5" y="25"/>
                </a:lnTo>
                <a:lnTo>
                  <a:pt x="3" y="32"/>
                </a:lnTo>
                <a:lnTo>
                  <a:pt x="0" y="42"/>
                </a:lnTo>
                <a:lnTo>
                  <a:pt x="0" y="53"/>
                </a:lnTo>
                <a:lnTo>
                  <a:pt x="0" y="53"/>
                </a:lnTo>
                <a:lnTo>
                  <a:pt x="0" y="81"/>
                </a:lnTo>
                <a:lnTo>
                  <a:pt x="2" y="85"/>
                </a:lnTo>
                <a:lnTo>
                  <a:pt x="2" y="84"/>
                </a:lnTo>
                <a:lnTo>
                  <a:pt x="4" y="69"/>
                </a:lnTo>
                <a:lnTo>
                  <a:pt x="109" y="984"/>
                </a:lnTo>
                <a:lnTo>
                  <a:pt x="109" y="984"/>
                </a:lnTo>
                <a:lnTo>
                  <a:pt x="109" y="994"/>
                </a:lnTo>
                <a:lnTo>
                  <a:pt x="110" y="1001"/>
                </a:lnTo>
                <a:lnTo>
                  <a:pt x="113" y="1008"/>
                </a:lnTo>
                <a:lnTo>
                  <a:pt x="116" y="1014"/>
                </a:lnTo>
                <a:lnTo>
                  <a:pt x="119" y="1019"/>
                </a:lnTo>
                <a:lnTo>
                  <a:pt x="123" y="1023"/>
                </a:lnTo>
                <a:lnTo>
                  <a:pt x="132" y="1031"/>
                </a:lnTo>
                <a:lnTo>
                  <a:pt x="140" y="1035"/>
                </a:lnTo>
                <a:lnTo>
                  <a:pt x="147" y="1039"/>
                </a:lnTo>
                <a:lnTo>
                  <a:pt x="154" y="1040"/>
                </a:lnTo>
                <a:lnTo>
                  <a:pt x="261" y="313"/>
                </a:lnTo>
                <a:lnTo>
                  <a:pt x="261" y="313"/>
                </a:lnTo>
                <a:lnTo>
                  <a:pt x="261" y="308"/>
                </a:lnTo>
                <a:lnTo>
                  <a:pt x="261" y="296"/>
                </a:lnTo>
                <a:lnTo>
                  <a:pt x="261" y="288"/>
                </a:lnTo>
                <a:lnTo>
                  <a:pt x="262" y="279"/>
                </a:lnTo>
                <a:lnTo>
                  <a:pt x="264" y="270"/>
                </a:lnTo>
                <a:lnTo>
                  <a:pt x="268" y="260"/>
                </a:lnTo>
                <a:lnTo>
                  <a:pt x="273" y="251"/>
                </a:lnTo>
                <a:lnTo>
                  <a:pt x="280" y="241"/>
                </a:lnTo>
                <a:lnTo>
                  <a:pt x="288" y="233"/>
                </a:lnTo>
                <a:lnTo>
                  <a:pt x="298" y="225"/>
                </a:lnTo>
                <a:lnTo>
                  <a:pt x="311" y="219"/>
                </a:lnTo>
                <a:lnTo>
                  <a:pt x="326" y="213"/>
                </a:lnTo>
                <a:lnTo>
                  <a:pt x="344" y="209"/>
                </a:lnTo>
                <a:lnTo>
                  <a:pt x="365" y="208"/>
                </a:lnTo>
                <a:lnTo>
                  <a:pt x="365" y="208"/>
                </a:lnTo>
                <a:close/>
                <a:moveTo>
                  <a:pt x="1444" y="260"/>
                </a:moveTo>
                <a:lnTo>
                  <a:pt x="1444" y="260"/>
                </a:lnTo>
                <a:lnTo>
                  <a:pt x="391" y="263"/>
                </a:lnTo>
                <a:lnTo>
                  <a:pt x="391" y="263"/>
                </a:lnTo>
                <a:lnTo>
                  <a:pt x="385" y="263"/>
                </a:lnTo>
                <a:lnTo>
                  <a:pt x="380" y="264"/>
                </a:lnTo>
                <a:lnTo>
                  <a:pt x="368" y="270"/>
                </a:lnTo>
                <a:lnTo>
                  <a:pt x="357" y="277"/>
                </a:lnTo>
                <a:lnTo>
                  <a:pt x="349" y="285"/>
                </a:lnTo>
                <a:lnTo>
                  <a:pt x="341" y="294"/>
                </a:lnTo>
                <a:lnTo>
                  <a:pt x="335" y="301"/>
                </a:lnTo>
                <a:lnTo>
                  <a:pt x="330" y="308"/>
                </a:lnTo>
                <a:lnTo>
                  <a:pt x="231" y="984"/>
                </a:lnTo>
                <a:lnTo>
                  <a:pt x="231" y="984"/>
                </a:lnTo>
                <a:lnTo>
                  <a:pt x="231" y="994"/>
                </a:lnTo>
                <a:lnTo>
                  <a:pt x="231" y="1002"/>
                </a:lnTo>
                <a:lnTo>
                  <a:pt x="232" y="1013"/>
                </a:lnTo>
                <a:lnTo>
                  <a:pt x="236" y="1022"/>
                </a:lnTo>
                <a:lnTo>
                  <a:pt x="238" y="1027"/>
                </a:lnTo>
                <a:lnTo>
                  <a:pt x="240" y="1032"/>
                </a:lnTo>
                <a:lnTo>
                  <a:pt x="244" y="1035"/>
                </a:lnTo>
                <a:lnTo>
                  <a:pt x="249" y="1038"/>
                </a:lnTo>
                <a:lnTo>
                  <a:pt x="254" y="1039"/>
                </a:lnTo>
                <a:lnTo>
                  <a:pt x="261" y="1040"/>
                </a:lnTo>
                <a:lnTo>
                  <a:pt x="1271" y="1040"/>
                </a:lnTo>
                <a:lnTo>
                  <a:pt x="1271" y="1040"/>
                </a:lnTo>
                <a:lnTo>
                  <a:pt x="1281" y="1039"/>
                </a:lnTo>
                <a:lnTo>
                  <a:pt x="1291" y="1037"/>
                </a:lnTo>
                <a:lnTo>
                  <a:pt x="1304" y="1032"/>
                </a:lnTo>
                <a:lnTo>
                  <a:pt x="1312" y="1029"/>
                </a:lnTo>
                <a:lnTo>
                  <a:pt x="1318" y="1025"/>
                </a:lnTo>
                <a:lnTo>
                  <a:pt x="1325" y="1019"/>
                </a:lnTo>
                <a:lnTo>
                  <a:pt x="1332" y="1013"/>
                </a:lnTo>
                <a:lnTo>
                  <a:pt x="1338" y="1004"/>
                </a:lnTo>
                <a:lnTo>
                  <a:pt x="1343" y="995"/>
                </a:lnTo>
                <a:lnTo>
                  <a:pt x="1349" y="984"/>
                </a:lnTo>
                <a:lnTo>
                  <a:pt x="1352" y="971"/>
                </a:lnTo>
                <a:lnTo>
                  <a:pt x="1525" y="364"/>
                </a:lnTo>
                <a:lnTo>
                  <a:pt x="1525" y="364"/>
                </a:lnTo>
                <a:lnTo>
                  <a:pt x="1527" y="359"/>
                </a:lnTo>
                <a:lnTo>
                  <a:pt x="1528" y="348"/>
                </a:lnTo>
                <a:lnTo>
                  <a:pt x="1529" y="331"/>
                </a:lnTo>
                <a:lnTo>
                  <a:pt x="1528" y="322"/>
                </a:lnTo>
                <a:lnTo>
                  <a:pt x="1527" y="313"/>
                </a:lnTo>
                <a:lnTo>
                  <a:pt x="1523" y="302"/>
                </a:lnTo>
                <a:lnTo>
                  <a:pt x="1518" y="294"/>
                </a:lnTo>
                <a:lnTo>
                  <a:pt x="1512" y="284"/>
                </a:lnTo>
                <a:lnTo>
                  <a:pt x="1504" y="277"/>
                </a:lnTo>
                <a:lnTo>
                  <a:pt x="1493" y="270"/>
                </a:lnTo>
                <a:lnTo>
                  <a:pt x="1480" y="265"/>
                </a:lnTo>
                <a:lnTo>
                  <a:pt x="1463" y="262"/>
                </a:lnTo>
                <a:lnTo>
                  <a:pt x="1444" y="260"/>
                </a:lnTo>
                <a:lnTo>
                  <a:pt x="1444" y="260"/>
                </a:lnTo>
                <a:close/>
                <a:moveTo>
                  <a:pt x="1110" y="933"/>
                </a:moveTo>
                <a:lnTo>
                  <a:pt x="594" y="933"/>
                </a:lnTo>
                <a:lnTo>
                  <a:pt x="594" y="933"/>
                </a:lnTo>
                <a:lnTo>
                  <a:pt x="594" y="915"/>
                </a:lnTo>
                <a:lnTo>
                  <a:pt x="593" y="873"/>
                </a:lnTo>
                <a:lnTo>
                  <a:pt x="593" y="850"/>
                </a:lnTo>
                <a:lnTo>
                  <a:pt x="594" y="829"/>
                </a:lnTo>
                <a:lnTo>
                  <a:pt x="596" y="819"/>
                </a:lnTo>
                <a:lnTo>
                  <a:pt x="597" y="812"/>
                </a:lnTo>
                <a:lnTo>
                  <a:pt x="600" y="805"/>
                </a:lnTo>
                <a:lnTo>
                  <a:pt x="603" y="801"/>
                </a:lnTo>
                <a:lnTo>
                  <a:pt x="603" y="801"/>
                </a:lnTo>
                <a:lnTo>
                  <a:pt x="612" y="795"/>
                </a:lnTo>
                <a:lnTo>
                  <a:pt x="625" y="788"/>
                </a:lnTo>
                <a:lnTo>
                  <a:pt x="658" y="773"/>
                </a:lnTo>
                <a:lnTo>
                  <a:pt x="658" y="773"/>
                </a:lnTo>
                <a:lnTo>
                  <a:pt x="700" y="755"/>
                </a:lnTo>
                <a:lnTo>
                  <a:pt x="719" y="748"/>
                </a:lnTo>
                <a:lnTo>
                  <a:pt x="719" y="748"/>
                </a:lnTo>
                <a:lnTo>
                  <a:pt x="760" y="722"/>
                </a:lnTo>
                <a:lnTo>
                  <a:pt x="787" y="706"/>
                </a:lnTo>
                <a:lnTo>
                  <a:pt x="797" y="701"/>
                </a:lnTo>
                <a:lnTo>
                  <a:pt x="802" y="700"/>
                </a:lnTo>
                <a:lnTo>
                  <a:pt x="802" y="700"/>
                </a:lnTo>
                <a:lnTo>
                  <a:pt x="803" y="696"/>
                </a:lnTo>
                <a:lnTo>
                  <a:pt x="803" y="687"/>
                </a:lnTo>
                <a:lnTo>
                  <a:pt x="804" y="657"/>
                </a:lnTo>
                <a:lnTo>
                  <a:pt x="804" y="614"/>
                </a:lnTo>
                <a:lnTo>
                  <a:pt x="804" y="614"/>
                </a:lnTo>
                <a:lnTo>
                  <a:pt x="796" y="610"/>
                </a:lnTo>
                <a:lnTo>
                  <a:pt x="787" y="605"/>
                </a:lnTo>
                <a:lnTo>
                  <a:pt x="777" y="599"/>
                </a:lnTo>
                <a:lnTo>
                  <a:pt x="767" y="590"/>
                </a:lnTo>
                <a:lnTo>
                  <a:pt x="762" y="584"/>
                </a:lnTo>
                <a:lnTo>
                  <a:pt x="759" y="577"/>
                </a:lnTo>
                <a:lnTo>
                  <a:pt x="755" y="568"/>
                </a:lnTo>
                <a:lnTo>
                  <a:pt x="753" y="560"/>
                </a:lnTo>
                <a:lnTo>
                  <a:pt x="752" y="551"/>
                </a:lnTo>
                <a:lnTo>
                  <a:pt x="750" y="540"/>
                </a:lnTo>
                <a:lnTo>
                  <a:pt x="750" y="540"/>
                </a:lnTo>
                <a:lnTo>
                  <a:pt x="752" y="463"/>
                </a:lnTo>
                <a:lnTo>
                  <a:pt x="750" y="430"/>
                </a:lnTo>
                <a:lnTo>
                  <a:pt x="750" y="430"/>
                </a:lnTo>
                <a:lnTo>
                  <a:pt x="753" y="419"/>
                </a:lnTo>
                <a:lnTo>
                  <a:pt x="755" y="407"/>
                </a:lnTo>
                <a:lnTo>
                  <a:pt x="761" y="393"/>
                </a:lnTo>
                <a:lnTo>
                  <a:pt x="766" y="386"/>
                </a:lnTo>
                <a:lnTo>
                  <a:pt x="771" y="379"/>
                </a:lnTo>
                <a:lnTo>
                  <a:pt x="777" y="373"/>
                </a:lnTo>
                <a:lnTo>
                  <a:pt x="784" y="367"/>
                </a:lnTo>
                <a:lnTo>
                  <a:pt x="792" y="362"/>
                </a:lnTo>
                <a:lnTo>
                  <a:pt x="802" y="357"/>
                </a:lnTo>
                <a:lnTo>
                  <a:pt x="812" y="355"/>
                </a:lnTo>
                <a:lnTo>
                  <a:pt x="824" y="352"/>
                </a:lnTo>
                <a:lnTo>
                  <a:pt x="888" y="374"/>
                </a:lnTo>
                <a:lnTo>
                  <a:pt x="888" y="374"/>
                </a:lnTo>
                <a:lnTo>
                  <a:pt x="900" y="375"/>
                </a:lnTo>
                <a:lnTo>
                  <a:pt x="910" y="377"/>
                </a:lnTo>
                <a:lnTo>
                  <a:pt x="920" y="381"/>
                </a:lnTo>
                <a:lnTo>
                  <a:pt x="928" y="385"/>
                </a:lnTo>
                <a:lnTo>
                  <a:pt x="935" y="388"/>
                </a:lnTo>
                <a:lnTo>
                  <a:pt x="941" y="393"/>
                </a:lnTo>
                <a:lnTo>
                  <a:pt x="946" y="399"/>
                </a:lnTo>
                <a:lnTo>
                  <a:pt x="950" y="404"/>
                </a:lnTo>
                <a:lnTo>
                  <a:pt x="956" y="413"/>
                </a:lnTo>
                <a:lnTo>
                  <a:pt x="959" y="422"/>
                </a:lnTo>
                <a:lnTo>
                  <a:pt x="961" y="430"/>
                </a:lnTo>
                <a:lnTo>
                  <a:pt x="961" y="541"/>
                </a:lnTo>
                <a:lnTo>
                  <a:pt x="961" y="541"/>
                </a:lnTo>
                <a:lnTo>
                  <a:pt x="961" y="548"/>
                </a:lnTo>
                <a:lnTo>
                  <a:pt x="958" y="555"/>
                </a:lnTo>
                <a:lnTo>
                  <a:pt x="956" y="566"/>
                </a:lnTo>
                <a:lnTo>
                  <a:pt x="950" y="577"/>
                </a:lnTo>
                <a:lnTo>
                  <a:pt x="940" y="589"/>
                </a:lnTo>
                <a:lnTo>
                  <a:pt x="934" y="596"/>
                </a:lnTo>
                <a:lnTo>
                  <a:pt x="927" y="602"/>
                </a:lnTo>
                <a:lnTo>
                  <a:pt x="919" y="608"/>
                </a:lnTo>
                <a:lnTo>
                  <a:pt x="909" y="614"/>
                </a:lnTo>
                <a:lnTo>
                  <a:pt x="909" y="614"/>
                </a:lnTo>
                <a:lnTo>
                  <a:pt x="908" y="651"/>
                </a:lnTo>
                <a:lnTo>
                  <a:pt x="908" y="677"/>
                </a:lnTo>
                <a:lnTo>
                  <a:pt x="908" y="685"/>
                </a:lnTo>
                <a:lnTo>
                  <a:pt x="909" y="688"/>
                </a:lnTo>
                <a:lnTo>
                  <a:pt x="909" y="688"/>
                </a:lnTo>
                <a:lnTo>
                  <a:pt x="909" y="689"/>
                </a:lnTo>
                <a:lnTo>
                  <a:pt x="910" y="695"/>
                </a:lnTo>
                <a:lnTo>
                  <a:pt x="913" y="702"/>
                </a:lnTo>
                <a:lnTo>
                  <a:pt x="919" y="712"/>
                </a:lnTo>
                <a:lnTo>
                  <a:pt x="922" y="716"/>
                </a:lnTo>
                <a:lnTo>
                  <a:pt x="928" y="722"/>
                </a:lnTo>
                <a:lnTo>
                  <a:pt x="934" y="727"/>
                </a:lnTo>
                <a:lnTo>
                  <a:pt x="943" y="732"/>
                </a:lnTo>
                <a:lnTo>
                  <a:pt x="953" y="737"/>
                </a:lnTo>
                <a:lnTo>
                  <a:pt x="965" y="742"/>
                </a:lnTo>
                <a:lnTo>
                  <a:pt x="980" y="745"/>
                </a:lnTo>
                <a:lnTo>
                  <a:pt x="996" y="748"/>
                </a:lnTo>
                <a:lnTo>
                  <a:pt x="996" y="748"/>
                </a:lnTo>
                <a:lnTo>
                  <a:pt x="1027" y="758"/>
                </a:lnTo>
                <a:lnTo>
                  <a:pt x="1057" y="771"/>
                </a:lnTo>
                <a:lnTo>
                  <a:pt x="1072" y="779"/>
                </a:lnTo>
                <a:lnTo>
                  <a:pt x="1085" y="786"/>
                </a:lnTo>
                <a:lnTo>
                  <a:pt x="1097" y="795"/>
                </a:lnTo>
                <a:lnTo>
                  <a:pt x="1107" y="805"/>
                </a:lnTo>
                <a:lnTo>
                  <a:pt x="1107" y="805"/>
                </a:lnTo>
                <a:lnTo>
                  <a:pt x="1111" y="808"/>
                </a:lnTo>
                <a:lnTo>
                  <a:pt x="1113" y="814"/>
                </a:lnTo>
                <a:lnTo>
                  <a:pt x="1115" y="823"/>
                </a:lnTo>
                <a:lnTo>
                  <a:pt x="1116" y="831"/>
                </a:lnTo>
                <a:lnTo>
                  <a:pt x="1116" y="853"/>
                </a:lnTo>
                <a:lnTo>
                  <a:pt x="1116" y="875"/>
                </a:lnTo>
                <a:lnTo>
                  <a:pt x="1112" y="915"/>
                </a:lnTo>
                <a:lnTo>
                  <a:pt x="1110" y="933"/>
                </a:lnTo>
                <a:lnTo>
                  <a:pt x="1110" y="9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2"/>
          <p:cNvSpPr>
            <a:spLocks noChangeAspect="1" noEditPoints="1"/>
          </p:cNvSpPr>
          <p:nvPr/>
        </p:nvSpPr>
        <p:spPr bwMode="auto">
          <a:xfrm>
            <a:off x="4412940" y="1394467"/>
            <a:ext cx="1080000" cy="738389"/>
          </a:xfrm>
          <a:custGeom>
            <a:avLst/>
            <a:gdLst>
              <a:gd name="T0" fmla="*/ 1317 w 1528"/>
              <a:gd name="T1" fmla="*/ 206 h 1044"/>
              <a:gd name="T2" fmla="*/ 1346 w 1528"/>
              <a:gd name="T3" fmla="*/ 182 h 1044"/>
              <a:gd name="T4" fmla="*/ 1350 w 1528"/>
              <a:gd name="T5" fmla="*/ 152 h 1044"/>
              <a:gd name="T6" fmla="*/ 1338 w 1528"/>
              <a:gd name="T7" fmla="*/ 117 h 1044"/>
              <a:gd name="T8" fmla="*/ 1305 w 1528"/>
              <a:gd name="T9" fmla="*/ 105 h 1044"/>
              <a:gd name="T10" fmla="*/ 554 w 1528"/>
              <a:gd name="T11" fmla="*/ 99 h 1044"/>
              <a:gd name="T12" fmla="*/ 526 w 1528"/>
              <a:gd name="T13" fmla="*/ 72 h 1044"/>
              <a:gd name="T14" fmla="*/ 524 w 1528"/>
              <a:gd name="T15" fmla="*/ 38 h 1044"/>
              <a:gd name="T16" fmla="*/ 506 w 1528"/>
              <a:gd name="T17" fmla="*/ 10 h 1044"/>
              <a:gd name="T18" fmla="*/ 49 w 1528"/>
              <a:gd name="T19" fmla="*/ 0 h 1044"/>
              <a:gd name="T20" fmla="*/ 20 w 1528"/>
              <a:gd name="T21" fmla="*/ 6 h 1044"/>
              <a:gd name="T22" fmla="*/ 2 w 1528"/>
              <a:gd name="T23" fmla="*/ 32 h 1044"/>
              <a:gd name="T24" fmla="*/ 1 w 1528"/>
              <a:gd name="T25" fmla="*/ 85 h 1044"/>
              <a:gd name="T26" fmla="*/ 105 w 1528"/>
              <a:gd name="T27" fmla="*/ 996 h 1044"/>
              <a:gd name="T28" fmla="*/ 118 w 1528"/>
              <a:gd name="T29" fmla="*/ 1027 h 1044"/>
              <a:gd name="T30" fmla="*/ 258 w 1528"/>
              <a:gd name="T31" fmla="*/ 313 h 1044"/>
              <a:gd name="T32" fmla="*/ 259 w 1528"/>
              <a:gd name="T33" fmla="*/ 281 h 1044"/>
              <a:gd name="T34" fmla="*/ 284 w 1528"/>
              <a:gd name="T35" fmla="*/ 233 h 1044"/>
              <a:gd name="T36" fmla="*/ 362 w 1528"/>
              <a:gd name="T37" fmla="*/ 209 h 1044"/>
              <a:gd name="T38" fmla="*/ 844 w 1528"/>
              <a:gd name="T39" fmla="*/ 416 h 1044"/>
              <a:gd name="T40" fmla="*/ 776 w 1528"/>
              <a:gd name="T41" fmla="*/ 438 h 1044"/>
              <a:gd name="T42" fmla="*/ 734 w 1528"/>
              <a:gd name="T43" fmla="*/ 496 h 1044"/>
              <a:gd name="T44" fmla="*/ 1039 w 1528"/>
              <a:gd name="T45" fmla="*/ 573 h 1044"/>
              <a:gd name="T46" fmla="*/ 1027 w 1528"/>
              <a:gd name="T47" fmla="*/ 509 h 1044"/>
              <a:gd name="T48" fmla="*/ 983 w 1528"/>
              <a:gd name="T49" fmla="*/ 448 h 1044"/>
              <a:gd name="T50" fmla="*/ 912 w 1528"/>
              <a:gd name="T51" fmla="*/ 417 h 1044"/>
              <a:gd name="T52" fmla="*/ 1444 w 1528"/>
              <a:gd name="T53" fmla="*/ 262 h 1044"/>
              <a:gd name="T54" fmla="*/ 365 w 1528"/>
              <a:gd name="T55" fmla="*/ 269 h 1044"/>
              <a:gd name="T56" fmla="*/ 326 w 1528"/>
              <a:gd name="T57" fmla="*/ 307 h 1044"/>
              <a:gd name="T58" fmla="*/ 225 w 1528"/>
              <a:gd name="T59" fmla="*/ 1016 h 1044"/>
              <a:gd name="T60" fmla="*/ 242 w 1528"/>
              <a:gd name="T61" fmla="*/ 1041 h 1044"/>
              <a:gd name="T62" fmla="*/ 1281 w 1528"/>
              <a:gd name="T63" fmla="*/ 1043 h 1044"/>
              <a:gd name="T64" fmla="*/ 1324 w 1528"/>
              <a:gd name="T65" fmla="*/ 1022 h 1044"/>
              <a:gd name="T66" fmla="*/ 1352 w 1528"/>
              <a:gd name="T67" fmla="*/ 975 h 1044"/>
              <a:gd name="T68" fmla="*/ 1528 w 1528"/>
              <a:gd name="T69" fmla="*/ 332 h 1044"/>
              <a:gd name="T70" fmla="*/ 1512 w 1528"/>
              <a:gd name="T71" fmla="*/ 286 h 1044"/>
              <a:gd name="T72" fmla="*/ 1444 w 1528"/>
              <a:gd name="T73" fmla="*/ 262 h 1044"/>
              <a:gd name="T74" fmla="*/ 1137 w 1528"/>
              <a:gd name="T75" fmla="*/ 902 h 1044"/>
              <a:gd name="T76" fmla="*/ 1114 w 1528"/>
              <a:gd name="T77" fmla="*/ 930 h 1044"/>
              <a:gd name="T78" fmla="*/ 671 w 1528"/>
              <a:gd name="T79" fmla="*/ 939 h 1044"/>
              <a:gd name="T80" fmla="*/ 630 w 1528"/>
              <a:gd name="T81" fmla="*/ 927 h 1044"/>
              <a:gd name="T82" fmla="*/ 618 w 1528"/>
              <a:gd name="T83" fmla="*/ 893 h 1044"/>
              <a:gd name="T84" fmla="*/ 621 w 1528"/>
              <a:gd name="T85" fmla="*/ 597 h 1044"/>
              <a:gd name="T86" fmla="*/ 640 w 1528"/>
              <a:gd name="T87" fmla="*/ 576 h 1044"/>
              <a:gd name="T88" fmla="*/ 670 w 1528"/>
              <a:gd name="T89" fmla="*/ 573 h 1044"/>
              <a:gd name="T90" fmla="*/ 692 w 1528"/>
              <a:gd name="T91" fmla="*/ 467 h 1044"/>
              <a:gd name="T92" fmla="*/ 756 w 1528"/>
              <a:gd name="T93" fmla="*/ 397 h 1044"/>
              <a:gd name="T94" fmla="*/ 850 w 1528"/>
              <a:gd name="T95" fmla="*/ 366 h 1044"/>
              <a:gd name="T96" fmla="*/ 937 w 1528"/>
              <a:gd name="T97" fmla="*/ 374 h 1044"/>
              <a:gd name="T98" fmla="*/ 1024 w 1528"/>
              <a:gd name="T99" fmla="*/ 424 h 1044"/>
              <a:gd name="T100" fmla="*/ 1077 w 1528"/>
              <a:gd name="T101" fmla="*/ 510 h 1044"/>
              <a:gd name="T102" fmla="*/ 1094 w 1528"/>
              <a:gd name="T103" fmla="*/ 575 h 1044"/>
              <a:gd name="T104" fmla="*/ 1126 w 1528"/>
              <a:gd name="T105" fmla="*/ 592 h 1044"/>
              <a:gd name="T106" fmla="*/ 1139 w 1528"/>
              <a:gd name="T107" fmla="*/ 632 h 1044"/>
              <a:gd name="T108" fmla="*/ 860 w 1528"/>
              <a:gd name="T109" fmla="*/ 682 h 1044"/>
              <a:gd name="T110" fmla="*/ 829 w 1528"/>
              <a:gd name="T111" fmla="*/ 720 h 1044"/>
              <a:gd name="T112" fmla="*/ 837 w 1528"/>
              <a:gd name="T113" fmla="*/ 760 h 1044"/>
              <a:gd name="T114" fmla="*/ 880 w 1528"/>
              <a:gd name="T115" fmla="*/ 782 h 1044"/>
              <a:gd name="T116" fmla="*/ 917 w 1528"/>
              <a:gd name="T117" fmla="*/ 767 h 1044"/>
              <a:gd name="T118" fmla="*/ 931 w 1528"/>
              <a:gd name="T119" fmla="*/ 731 h 1044"/>
              <a:gd name="T120" fmla="*/ 909 w 1528"/>
              <a:gd name="T121" fmla="*/ 687 h 1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28" h="1044">
                <a:moveTo>
                  <a:pt x="362" y="209"/>
                </a:moveTo>
                <a:lnTo>
                  <a:pt x="1301" y="209"/>
                </a:lnTo>
                <a:lnTo>
                  <a:pt x="1301" y="209"/>
                </a:lnTo>
                <a:lnTo>
                  <a:pt x="1309" y="208"/>
                </a:lnTo>
                <a:lnTo>
                  <a:pt x="1317" y="206"/>
                </a:lnTo>
                <a:lnTo>
                  <a:pt x="1325" y="202"/>
                </a:lnTo>
                <a:lnTo>
                  <a:pt x="1335" y="196"/>
                </a:lnTo>
                <a:lnTo>
                  <a:pt x="1338" y="191"/>
                </a:lnTo>
                <a:lnTo>
                  <a:pt x="1342" y="188"/>
                </a:lnTo>
                <a:lnTo>
                  <a:pt x="1346" y="182"/>
                </a:lnTo>
                <a:lnTo>
                  <a:pt x="1348" y="176"/>
                </a:lnTo>
                <a:lnTo>
                  <a:pt x="1349" y="169"/>
                </a:lnTo>
                <a:lnTo>
                  <a:pt x="1350" y="160"/>
                </a:lnTo>
                <a:lnTo>
                  <a:pt x="1350" y="160"/>
                </a:lnTo>
                <a:lnTo>
                  <a:pt x="1350" y="152"/>
                </a:lnTo>
                <a:lnTo>
                  <a:pt x="1349" y="142"/>
                </a:lnTo>
                <a:lnTo>
                  <a:pt x="1347" y="133"/>
                </a:lnTo>
                <a:lnTo>
                  <a:pt x="1344" y="128"/>
                </a:lnTo>
                <a:lnTo>
                  <a:pt x="1342" y="122"/>
                </a:lnTo>
                <a:lnTo>
                  <a:pt x="1338" y="117"/>
                </a:lnTo>
                <a:lnTo>
                  <a:pt x="1334" y="114"/>
                </a:lnTo>
                <a:lnTo>
                  <a:pt x="1328" y="110"/>
                </a:lnTo>
                <a:lnTo>
                  <a:pt x="1322" y="108"/>
                </a:lnTo>
                <a:lnTo>
                  <a:pt x="1313" y="105"/>
                </a:lnTo>
                <a:lnTo>
                  <a:pt x="1305" y="105"/>
                </a:lnTo>
                <a:lnTo>
                  <a:pt x="582" y="108"/>
                </a:lnTo>
                <a:lnTo>
                  <a:pt x="582" y="108"/>
                </a:lnTo>
                <a:lnTo>
                  <a:pt x="574" y="106"/>
                </a:lnTo>
                <a:lnTo>
                  <a:pt x="565" y="104"/>
                </a:lnTo>
                <a:lnTo>
                  <a:pt x="554" y="99"/>
                </a:lnTo>
                <a:lnTo>
                  <a:pt x="543" y="92"/>
                </a:lnTo>
                <a:lnTo>
                  <a:pt x="538" y="89"/>
                </a:lnTo>
                <a:lnTo>
                  <a:pt x="534" y="84"/>
                </a:lnTo>
                <a:lnTo>
                  <a:pt x="530" y="78"/>
                </a:lnTo>
                <a:lnTo>
                  <a:pt x="526" y="72"/>
                </a:lnTo>
                <a:lnTo>
                  <a:pt x="525" y="65"/>
                </a:lnTo>
                <a:lnTo>
                  <a:pt x="524" y="56"/>
                </a:lnTo>
                <a:lnTo>
                  <a:pt x="524" y="56"/>
                </a:lnTo>
                <a:lnTo>
                  <a:pt x="525" y="47"/>
                </a:lnTo>
                <a:lnTo>
                  <a:pt x="524" y="38"/>
                </a:lnTo>
                <a:lnTo>
                  <a:pt x="522" y="29"/>
                </a:lnTo>
                <a:lnTo>
                  <a:pt x="519" y="23"/>
                </a:lnTo>
                <a:lnTo>
                  <a:pt x="516" y="18"/>
                </a:lnTo>
                <a:lnTo>
                  <a:pt x="512" y="13"/>
                </a:lnTo>
                <a:lnTo>
                  <a:pt x="506" y="10"/>
                </a:lnTo>
                <a:lnTo>
                  <a:pt x="500" y="6"/>
                </a:lnTo>
                <a:lnTo>
                  <a:pt x="492" y="3"/>
                </a:lnTo>
                <a:lnTo>
                  <a:pt x="483" y="1"/>
                </a:lnTo>
                <a:lnTo>
                  <a:pt x="473" y="0"/>
                </a:lnTo>
                <a:lnTo>
                  <a:pt x="49" y="0"/>
                </a:lnTo>
                <a:lnTo>
                  <a:pt x="49" y="0"/>
                </a:lnTo>
                <a:lnTo>
                  <a:pt x="42" y="0"/>
                </a:lnTo>
                <a:lnTo>
                  <a:pt x="33" y="0"/>
                </a:lnTo>
                <a:lnTo>
                  <a:pt x="24" y="4"/>
                </a:lnTo>
                <a:lnTo>
                  <a:pt x="20" y="6"/>
                </a:lnTo>
                <a:lnTo>
                  <a:pt x="15" y="9"/>
                </a:lnTo>
                <a:lnTo>
                  <a:pt x="10" y="13"/>
                </a:lnTo>
                <a:lnTo>
                  <a:pt x="7" y="18"/>
                </a:lnTo>
                <a:lnTo>
                  <a:pt x="4" y="25"/>
                </a:lnTo>
                <a:lnTo>
                  <a:pt x="2" y="32"/>
                </a:lnTo>
                <a:lnTo>
                  <a:pt x="0" y="42"/>
                </a:lnTo>
                <a:lnTo>
                  <a:pt x="0" y="53"/>
                </a:lnTo>
                <a:lnTo>
                  <a:pt x="0" y="53"/>
                </a:lnTo>
                <a:lnTo>
                  <a:pt x="0" y="81"/>
                </a:lnTo>
                <a:lnTo>
                  <a:pt x="1" y="85"/>
                </a:lnTo>
                <a:lnTo>
                  <a:pt x="1" y="84"/>
                </a:lnTo>
                <a:lnTo>
                  <a:pt x="3" y="69"/>
                </a:lnTo>
                <a:lnTo>
                  <a:pt x="104" y="988"/>
                </a:lnTo>
                <a:lnTo>
                  <a:pt x="104" y="988"/>
                </a:lnTo>
                <a:lnTo>
                  <a:pt x="105" y="996"/>
                </a:lnTo>
                <a:lnTo>
                  <a:pt x="106" y="1004"/>
                </a:lnTo>
                <a:lnTo>
                  <a:pt x="108" y="1012"/>
                </a:lnTo>
                <a:lnTo>
                  <a:pt x="111" y="1018"/>
                </a:lnTo>
                <a:lnTo>
                  <a:pt x="114" y="1022"/>
                </a:lnTo>
                <a:lnTo>
                  <a:pt x="118" y="1027"/>
                </a:lnTo>
                <a:lnTo>
                  <a:pt x="126" y="1034"/>
                </a:lnTo>
                <a:lnTo>
                  <a:pt x="136" y="1039"/>
                </a:lnTo>
                <a:lnTo>
                  <a:pt x="143" y="1041"/>
                </a:lnTo>
                <a:lnTo>
                  <a:pt x="150" y="1044"/>
                </a:lnTo>
                <a:lnTo>
                  <a:pt x="258" y="313"/>
                </a:lnTo>
                <a:lnTo>
                  <a:pt x="258" y="313"/>
                </a:lnTo>
                <a:lnTo>
                  <a:pt x="256" y="309"/>
                </a:lnTo>
                <a:lnTo>
                  <a:pt x="256" y="298"/>
                </a:lnTo>
                <a:lnTo>
                  <a:pt x="256" y="289"/>
                </a:lnTo>
                <a:lnTo>
                  <a:pt x="259" y="281"/>
                </a:lnTo>
                <a:lnTo>
                  <a:pt x="260" y="271"/>
                </a:lnTo>
                <a:lnTo>
                  <a:pt x="264" y="262"/>
                </a:lnTo>
                <a:lnTo>
                  <a:pt x="268" y="251"/>
                </a:lnTo>
                <a:lnTo>
                  <a:pt x="276" y="243"/>
                </a:lnTo>
                <a:lnTo>
                  <a:pt x="284" y="233"/>
                </a:lnTo>
                <a:lnTo>
                  <a:pt x="295" y="226"/>
                </a:lnTo>
                <a:lnTo>
                  <a:pt x="307" y="219"/>
                </a:lnTo>
                <a:lnTo>
                  <a:pt x="322" y="214"/>
                </a:lnTo>
                <a:lnTo>
                  <a:pt x="340" y="210"/>
                </a:lnTo>
                <a:lnTo>
                  <a:pt x="362" y="209"/>
                </a:lnTo>
                <a:lnTo>
                  <a:pt x="362" y="209"/>
                </a:lnTo>
                <a:close/>
                <a:moveTo>
                  <a:pt x="879" y="415"/>
                </a:moveTo>
                <a:lnTo>
                  <a:pt x="879" y="415"/>
                </a:lnTo>
                <a:lnTo>
                  <a:pt x="861" y="415"/>
                </a:lnTo>
                <a:lnTo>
                  <a:pt x="844" y="416"/>
                </a:lnTo>
                <a:lnTo>
                  <a:pt x="829" y="418"/>
                </a:lnTo>
                <a:lnTo>
                  <a:pt x="814" y="422"/>
                </a:lnTo>
                <a:lnTo>
                  <a:pt x="800" y="426"/>
                </a:lnTo>
                <a:lnTo>
                  <a:pt x="787" y="431"/>
                </a:lnTo>
                <a:lnTo>
                  <a:pt x="776" y="438"/>
                </a:lnTo>
                <a:lnTo>
                  <a:pt x="765" y="447"/>
                </a:lnTo>
                <a:lnTo>
                  <a:pt x="756" y="456"/>
                </a:lnTo>
                <a:lnTo>
                  <a:pt x="747" y="468"/>
                </a:lnTo>
                <a:lnTo>
                  <a:pt x="740" y="480"/>
                </a:lnTo>
                <a:lnTo>
                  <a:pt x="734" y="496"/>
                </a:lnTo>
                <a:lnTo>
                  <a:pt x="729" y="511"/>
                </a:lnTo>
                <a:lnTo>
                  <a:pt x="726" y="530"/>
                </a:lnTo>
                <a:lnTo>
                  <a:pt x="723" y="551"/>
                </a:lnTo>
                <a:lnTo>
                  <a:pt x="722" y="573"/>
                </a:lnTo>
                <a:lnTo>
                  <a:pt x="1039" y="573"/>
                </a:lnTo>
                <a:lnTo>
                  <a:pt x="1039" y="573"/>
                </a:lnTo>
                <a:lnTo>
                  <a:pt x="1037" y="555"/>
                </a:lnTo>
                <a:lnTo>
                  <a:pt x="1035" y="539"/>
                </a:lnTo>
                <a:lnTo>
                  <a:pt x="1032" y="523"/>
                </a:lnTo>
                <a:lnTo>
                  <a:pt x="1027" y="509"/>
                </a:lnTo>
                <a:lnTo>
                  <a:pt x="1021" y="495"/>
                </a:lnTo>
                <a:lnTo>
                  <a:pt x="1012" y="481"/>
                </a:lnTo>
                <a:lnTo>
                  <a:pt x="1004" y="469"/>
                </a:lnTo>
                <a:lnTo>
                  <a:pt x="993" y="459"/>
                </a:lnTo>
                <a:lnTo>
                  <a:pt x="983" y="448"/>
                </a:lnTo>
                <a:lnTo>
                  <a:pt x="971" y="440"/>
                </a:lnTo>
                <a:lnTo>
                  <a:pt x="957" y="432"/>
                </a:lnTo>
                <a:lnTo>
                  <a:pt x="943" y="426"/>
                </a:lnTo>
                <a:lnTo>
                  <a:pt x="928" y="421"/>
                </a:lnTo>
                <a:lnTo>
                  <a:pt x="912" y="417"/>
                </a:lnTo>
                <a:lnTo>
                  <a:pt x="895" y="416"/>
                </a:lnTo>
                <a:lnTo>
                  <a:pt x="879" y="415"/>
                </a:lnTo>
                <a:lnTo>
                  <a:pt x="879" y="415"/>
                </a:lnTo>
                <a:close/>
                <a:moveTo>
                  <a:pt x="1444" y="262"/>
                </a:moveTo>
                <a:lnTo>
                  <a:pt x="1444" y="262"/>
                </a:lnTo>
                <a:lnTo>
                  <a:pt x="388" y="262"/>
                </a:lnTo>
                <a:lnTo>
                  <a:pt x="388" y="262"/>
                </a:lnTo>
                <a:lnTo>
                  <a:pt x="382" y="262"/>
                </a:lnTo>
                <a:lnTo>
                  <a:pt x="376" y="263"/>
                </a:lnTo>
                <a:lnTo>
                  <a:pt x="365" y="269"/>
                </a:lnTo>
                <a:lnTo>
                  <a:pt x="354" y="276"/>
                </a:lnTo>
                <a:lnTo>
                  <a:pt x="345" y="284"/>
                </a:lnTo>
                <a:lnTo>
                  <a:pt x="336" y="293"/>
                </a:lnTo>
                <a:lnTo>
                  <a:pt x="331" y="300"/>
                </a:lnTo>
                <a:lnTo>
                  <a:pt x="326" y="307"/>
                </a:lnTo>
                <a:lnTo>
                  <a:pt x="224" y="988"/>
                </a:lnTo>
                <a:lnTo>
                  <a:pt x="224" y="988"/>
                </a:lnTo>
                <a:lnTo>
                  <a:pt x="224" y="996"/>
                </a:lnTo>
                <a:lnTo>
                  <a:pt x="224" y="1006"/>
                </a:lnTo>
                <a:lnTo>
                  <a:pt x="225" y="1016"/>
                </a:lnTo>
                <a:lnTo>
                  <a:pt x="229" y="1026"/>
                </a:lnTo>
                <a:lnTo>
                  <a:pt x="231" y="1031"/>
                </a:lnTo>
                <a:lnTo>
                  <a:pt x="234" y="1035"/>
                </a:lnTo>
                <a:lnTo>
                  <a:pt x="237" y="1039"/>
                </a:lnTo>
                <a:lnTo>
                  <a:pt x="242" y="1041"/>
                </a:lnTo>
                <a:lnTo>
                  <a:pt x="248" y="1043"/>
                </a:lnTo>
                <a:lnTo>
                  <a:pt x="254" y="1044"/>
                </a:lnTo>
                <a:lnTo>
                  <a:pt x="1270" y="1044"/>
                </a:lnTo>
                <a:lnTo>
                  <a:pt x="1270" y="1044"/>
                </a:lnTo>
                <a:lnTo>
                  <a:pt x="1281" y="1043"/>
                </a:lnTo>
                <a:lnTo>
                  <a:pt x="1291" y="1040"/>
                </a:lnTo>
                <a:lnTo>
                  <a:pt x="1304" y="1035"/>
                </a:lnTo>
                <a:lnTo>
                  <a:pt x="1311" y="1032"/>
                </a:lnTo>
                <a:lnTo>
                  <a:pt x="1318" y="1028"/>
                </a:lnTo>
                <a:lnTo>
                  <a:pt x="1324" y="1022"/>
                </a:lnTo>
                <a:lnTo>
                  <a:pt x="1331" y="1016"/>
                </a:lnTo>
                <a:lnTo>
                  <a:pt x="1337" y="1008"/>
                </a:lnTo>
                <a:lnTo>
                  <a:pt x="1343" y="998"/>
                </a:lnTo>
                <a:lnTo>
                  <a:pt x="1348" y="988"/>
                </a:lnTo>
                <a:lnTo>
                  <a:pt x="1352" y="975"/>
                </a:lnTo>
                <a:lnTo>
                  <a:pt x="1525" y="366"/>
                </a:lnTo>
                <a:lnTo>
                  <a:pt x="1525" y="366"/>
                </a:lnTo>
                <a:lnTo>
                  <a:pt x="1526" y="361"/>
                </a:lnTo>
                <a:lnTo>
                  <a:pt x="1527" y="349"/>
                </a:lnTo>
                <a:lnTo>
                  <a:pt x="1528" y="332"/>
                </a:lnTo>
                <a:lnTo>
                  <a:pt x="1527" y="323"/>
                </a:lnTo>
                <a:lnTo>
                  <a:pt x="1526" y="313"/>
                </a:lnTo>
                <a:lnTo>
                  <a:pt x="1522" y="303"/>
                </a:lnTo>
                <a:lnTo>
                  <a:pt x="1518" y="294"/>
                </a:lnTo>
                <a:lnTo>
                  <a:pt x="1512" y="286"/>
                </a:lnTo>
                <a:lnTo>
                  <a:pt x="1503" y="277"/>
                </a:lnTo>
                <a:lnTo>
                  <a:pt x="1492" y="271"/>
                </a:lnTo>
                <a:lnTo>
                  <a:pt x="1478" y="265"/>
                </a:lnTo>
                <a:lnTo>
                  <a:pt x="1463" y="263"/>
                </a:lnTo>
                <a:lnTo>
                  <a:pt x="1444" y="262"/>
                </a:lnTo>
                <a:lnTo>
                  <a:pt x="1444" y="262"/>
                </a:lnTo>
                <a:close/>
                <a:moveTo>
                  <a:pt x="1139" y="885"/>
                </a:moveTo>
                <a:lnTo>
                  <a:pt x="1139" y="885"/>
                </a:lnTo>
                <a:lnTo>
                  <a:pt x="1138" y="893"/>
                </a:lnTo>
                <a:lnTo>
                  <a:pt x="1137" y="902"/>
                </a:lnTo>
                <a:lnTo>
                  <a:pt x="1134" y="909"/>
                </a:lnTo>
                <a:lnTo>
                  <a:pt x="1131" y="915"/>
                </a:lnTo>
                <a:lnTo>
                  <a:pt x="1127" y="920"/>
                </a:lnTo>
                <a:lnTo>
                  <a:pt x="1122" y="924"/>
                </a:lnTo>
                <a:lnTo>
                  <a:pt x="1114" y="930"/>
                </a:lnTo>
                <a:lnTo>
                  <a:pt x="1104" y="935"/>
                </a:lnTo>
                <a:lnTo>
                  <a:pt x="1096" y="938"/>
                </a:lnTo>
                <a:lnTo>
                  <a:pt x="1089" y="939"/>
                </a:lnTo>
                <a:lnTo>
                  <a:pt x="671" y="939"/>
                </a:lnTo>
                <a:lnTo>
                  <a:pt x="671" y="939"/>
                </a:lnTo>
                <a:lnTo>
                  <a:pt x="660" y="939"/>
                </a:lnTo>
                <a:lnTo>
                  <a:pt x="651" y="936"/>
                </a:lnTo>
                <a:lnTo>
                  <a:pt x="642" y="934"/>
                </a:lnTo>
                <a:lnTo>
                  <a:pt x="636" y="930"/>
                </a:lnTo>
                <a:lnTo>
                  <a:pt x="630" y="927"/>
                </a:lnTo>
                <a:lnTo>
                  <a:pt x="627" y="922"/>
                </a:lnTo>
                <a:lnTo>
                  <a:pt x="623" y="917"/>
                </a:lnTo>
                <a:lnTo>
                  <a:pt x="621" y="912"/>
                </a:lnTo>
                <a:lnTo>
                  <a:pt x="618" y="902"/>
                </a:lnTo>
                <a:lnTo>
                  <a:pt x="618" y="893"/>
                </a:lnTo>
                <a:lnTo>
                  <a:pt x="618" y="885"/>
                </a:lnTo>
                <a:lnTo>
                  <a:pt x="618" y="615"/>
                </a:lnTo>
                <a:lnTo>
                  <a:pt x="618" y="615"/>
                </a:lnTo>
                <a:lnTo>
                  <a:pt x="620" y="606"/>
                </a:lnTo>
                <a:lnTo>
                  <a:pt x="621" y="597"/>
                </a:lnTo>
                <a:lnTo>
                  <a:pt x="623" y="591"/>
                </a:lnTo>
                <a:lnTo>
                  <a:pt x="627" y="585"/>
                </a:lnTo>
                <a:lnTo>
                  <a:pt x="630" y="581"/>
                </a:lnTo>
                <a:lnTo>
                  <a:pt x="635" y="578"/>
                </a:lnTo>
                <a:lnTo>
                  <a:pt x="640" y="576"/>
                </a:lnTo>
                <a:lnTo>
                  <a:pt x="645" y="573"/>
                </a:lnTo>
                <a:lnTo>
                  <a:pt x="654" y="572"/>
                </a:lnTo>
                <a:lnTo>
                  <a:pt x="663" y="572"/>
                </a:lnTo>
                <a:lnTo>
                  <a:pt x="670" y="573"/>
                </a:lnTo>
                <a:lnTo>
                  <a:pt x="670" y="573"/>
                </a:lnTo>
                <a:lnTo>
                  <a:pt x="671" y="549"/>
                </a:lnTo>
                <a:lnTo>
                  <a:pt x="673" y="527"/>
                </a:lnTo>
                <a:lnTo>
                  <a:pt x="678" y="506"/>
                </a:lnTo>
                <a:lnTo>
                  <a:pt x="684" y="486"/>
                </a:lnTo>
                <a:lnTo>
                  <a:pt x="692" y="467"/>
                </a:lnTo>
                <a:lnTo>
                  <a:pt x="702" y="450"/>
                </a:lnTo>
                <a:lnTo>
                  <a:pt x="713" y="435"/>
                </a:lnTo>
                <a:lnTo>
                  <a:pt x="726" y="421"/>
                </a:lnTo>
                <a:lnTo>
                  <a:pt x="740" y="407"/>
                </a:lnTo>
                <a:lnTo>
                  <a:pt x="756" y="397"/>
                </a:lnTo>
                <a:lnTo>
                  <a:pt x="772" y="387"/>
                </a:lnTo>
                <a:lnTo>
                  <a:pt x="790" y="379"/>
                </a:lnTo>
                <a:lnTo>
                  <a:pt x="808" y="373"/>
                </a:lnTo>
                <a:lnTo>
                  <a:pt x="829" y="368"/>
                </a:lnTo>
                <a:lnTo>
                  <a:pt x="850" y="366"/>
                </a:lnTo>
                <a:lnTo>
                  <a:pt x="873" y="364"/>
                </a:lnTo>
                <a:lnTo>
                  <a:pt x="873" y="364"/>
                </a:lnTo>
                <a:lnTo>
                  <a:pt x="894" y="366"/>
                </a:lnTo>
                <a:lnTo>
                  <a:pt x="916" y="369"/>
                </a:lnTo>
                <a:lnTo>
                  <a:pt x="937" y="374"/>
                </a:lnTo>
                <a:lnTo>
                  <a:pt x="956" y="380"/>
                </a:lnTo>
                <a:lnTo>
                  <a:pt x="975" y="389"/>
                </a:lnTo>
                <a:lnTo>
                  <a:pt x="993" y="399"/>
                </a:lnTo>
                <a:lnTo>
                  <a:pt x="1009" y="411"/>
                </a:lnTo>
                <a:lnTo>
                  <a:pt x="1024" y="424"/>
                </a:lnTo>
                <a:lnTo>
                  <a:pt x="1037" y="438"/>
                </a:lnTo>
                <a:lnTo>
                  <a:pt x="1051" y="454"/>
                </a:lnTo>
                <a:lnTo>
                  <a:pt x="1060" y="472"/>
                </a:lnTo>
                <a:lnTo>
                  <a:pt x="1070" y="490"/>
                </a:lnTo>
                <a:lnTo>
                  <a:pt x="1077" y="510"/>
                </a:lnTo>
                <a:lnTo>
                  <a:pt x="1082" y="530"/>
                </a:lnTo>
                <a:lnTo>
                  <a:pt x="1085" y="552"/>
                </a:lnTo>
                <a:lnTo>
                  <a:pt x="1086" y="573"/>
                </a:lnTo>
                <a:lnTo>
                  <a:pt x="1086" y="573"/>
                </a:lnTo>
                <a:lnTo>
                  <a:pt x="1094" y="575"/>
                </a:lnTo>
                <a:lnTo>
                  <a:pt x="1102" y="577"/>
                </a:lnTo>
                <a:lnTo>
                  <a:pt x="1113" y="581"/>
                </a:lnTo>
                <a:lnTo>
                  <a:pt x="1118" y="584"/>
                </a:lnTo>
                <a:lnTo>
                  <a:pt x="1122" y="588"/>
                </a:lnTo>
                <a:lnTo>
                  <a:pt x="1126" y="592"/>
                </a:lnTo>
                <a:lnTo>
                  <a:pt x="1131" y="598"/>
                </a:lnTo>
                <a:lnTo>
                  <a:pt x="1134" y="604"/>
                </a:lnTo>
                <a:lnTo>
                  <a:pt x="1137" y="613"/>
                </a:lnTo>
                <a:lnTo>
                  <a:pt x="1138" y="621"/>
                </a:lnTo>
                <a:lnTo>
                  <a:pt x="1139" y="632"/>
                </a:lnTo>
                <a:lnTo>
                  <a:pt x="1139" y="885"/>
                </a:lnTo>
                <a:close/>
                <a:moveTo>
                  <a:pt x="880" y="678"/>
                </a:moveTo>
                <a:lnTo>
                  <a:pt x="880" y="678"/>
                </a:lnTo>
                <a:lnTo>
                  <a:pt x="869" y="680"/>
                </a:lnTo>
                <a:lnTo>
                  <a:pt x="860" y="682"/>
                </a:lnTo>
                <a:lnTo>
                  <a:pt x="850" y="687"/>
                </a:lnTo>
                <a:lnTo>
                  <a:pt x="843" y="694"/>
                </a:lnTo>
                <a:lnTo>
                  <a:pt x="837" y="701"/>
                </a:lnTo>
                <a:lnTo>
                  <a:pt x="832" y="711"/>
                </a:lnTo>
                <a:lnTo>
                  <a:pt x="829" y="720"/>
                </a:lnTo>
                <a:lnTo>
                  <a:pt x="827" y="731"/>
                </a:lnTo>
                <a:lnTo>
                  <a:pt x="827" y="731"/>
                </a:lnTo>
                <a:lnTo>
                  <a:pt x="829" y="741"/>
                </a:lnTo>
                <a:lnTo>
                  <a:pt x="832" y="751"/>
                </a:lnTo>
                <a:lnTo>
                  <a:pt x="837" y="760"/>
                </a:lnTo>
                <a:lnTo>
                  <a:pt x="843" y="767"/>
                </a:lnTo>
                <a:lnTo>
                  <a:pt x="850" y="774"/>
                </a:lnTo>
                <a:lnTo>
                  <a:pt x="860" y="779"/>
                </a:lnTo>
                <a:lnTo>
                  <a:pt x="869" y="781"/>
                </a:lnTo>
                <a:lnTo>
                  <a:pt x="880" y="782"/>
                </a:lnTo>
                <a:lnTo>
                  <a:pt x="880" y="782"/>
                </a:lnTo>
                <a:lnTo>
                  <a:pt x="891" y="781"/>
                </a:lnTo>
                <a:lnTo>
                  <a:pt x="900" y="779"/>
                </a:lnTo>
                <a:lnTo>
                  <a:pt x="909" y="774"/>
                </a:lnTo>
                <a:lnTo>
                  <a:pt x="917" y="767"/>
                </a:lnTo>
                <a:lnTo>
                  <a:pt x="923" y="760"/>
                </a:lnTo>
                <a:lnTo>
                  <a:pt x="928" y="751"/>
                </a:lnTo>
                <a:lnTo>
                  <a:pt x="931" y="741"/>
                </a:lnTo>
                <a:lnTo>
                  <a:pt x="931" y="731"/>
                </a:lnTo>
                <a:lnTo>
                  <a:pt x="931" y="731"/>
                </a:lnTo>
                <a:lnTo>
                  <a:pt x="931" y="720"/>
                </a:lnTo>
                <a:lnTo>
                  <a:pt x="928" y="711"/>
                </a:lnTo>
                <a:lnTo>
                  <a:pt x="923" y="701"/>
                </a:lnTo>
                <a:lnTo>
                  <a:pt x="917" y="694"/>
                </a:lnTo>
                <a:lnTo>
                  <a:pt x="909" y="687"/>
                </a:lnTo>
                <a:lnTo>
                  <a:pt x="900" y="682"/>
                </a:lnTo>
                <a:lnTo>
                  <a:pt x="891" y="680"/>
                </a:lnTo>
                <a:lnTo>
                  <a:pt x="880" y="678"/>
                </a:lnTo>
                <a:lnTo>
                  <a:pt x="880" y="6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3"/>
          <p:cNvSpPr>
            <a:spLocks noChangeAspect="1" noEditPoints="1"/>
          </p:cNvSpPr>
          <p:nvPr/>
        </p:nvSpPr>
        <p:spPr bwMode="auto">
          <a:xfrm>
            <a:off x="6069124" y="1398032"/>
            <a:ext cx="1080000" cy="734824"/>
          </a:xfrm>
          <a:custGeom>
            <a:avLst/>
            <a:gdLst>
              <a:gd name="T0" fmla="*/ 1326 w 1529"/>
              <a:gd name="T1" fmla="*/ 202 h 1042"/>
              <a:gd name="T2" fmla="*/ 1350 w 1529"/>
              <a:gd name="T3" fmla="*/ 168 h 1042"/>
              <a:gd name="T4" fmla="*/ 1345 w 1529"/>
              <a:gd name="T5" fmla="*/ 127 h 1042"/>
              <a:gd name="T6" fmla="*/ 1314 w 1529"/>
              <a:gd name="T7" fmla="*/ 105 h 1042"/>
              <a:gd name="T8" fmla="*/ 554 w 1529"/>
              <a:gd name="T9" fmla="*/ 99 h 1042"/>
              <a:gd name="T10" fmla="*/ 526 w 1529"/>
              <a:gd name="T11" fmla="*/ 64 h 1042"/>
              <a:gd name="T12" fmla="*/ 520 w 1529"/>
              <a:gd name="T13" fmla="*/ 23 h 1042"/>
              <a:gd name="T14" fmla="*/ 484 w 1529"/>
              <a:gd name="T15" fmla="*/ 1 h 1042"/>
              <a:gd name="T16" fmla="*/ 24 w 1529"/>
              <a:gd name="T17" fmla="*/ 4 h 1042"/>
              <a:gd name="T18" fmla="*/ 2 w 1529"/>
              <a:gd name="T19" fmla="*/ 32 h 1042"/>
              <a:gd name="T20" fmla="*/ 1 w 1529"/>
              <a:gd name="T21" fmla="*/ 84 h 1042"/>
              <a:gd name="T22" fmla="*/ 109 w 1529"/>
              <a:gd name="T23" fmla="*/ 1010 h 1042"/>
              <a:gd name="T24" fmla="*/ 143 w 1529"/>
              <a:gd name="T25" fmla="*/ 1040 h 1042"/>
              <a:gd name="T26" fmla="*/ 258 w 1529"/>
              <a:gd name="T27" fmla="*/ 289 h 1042"/>
              <a:gd name="T28" fmla="*/ 284 w 1529"/>
              <a:gd name="T29" fmla="*/ 233 h 1042"/>
              <a:gd name="T30" fmla="*/ 362 w 1529"/>
              <a:gd name="T31" fmla="*/ 209 h 1042"/>
              <a:gd name="T32" fmla="*/ 376 w 1529"/>
              <a:gd name="T33" fmla="*/ 263 h 1042"/>
              <a:gd name="T34" fmla="*/ 326 w 1529"/>
              <a:gd name="T35" fmla="*/ 307 h 1042"/>
              <a:gd name="T36" fmla="*/ 234 w 1529"/>
              <a:gd name="T37" fmla="*/ 1025 h 1042"/>
              <a:gd name="T38" fmla="*/ 259 w 1529"/>
              <a:gd name="T39" fmla="*/ 1042 h 1042"/>
              <a:gd name="T40" fmla="*/ 1310 w 1529"/>
              <a:gd name="T41" fmla="*/ 1031 h 1042"/>
              <a:gd name="T42" fmla="*/ 1347 w 1529"/>
              <a:gd name="T43" fmla="*/ 986 h 1042"/>
              <a:gd name="T44" fmla="*/ 1529 w 1529"/>
              <a:gd name="T45" fmla="*/ 332 h 1042"/>
              <a:gd name="T46" fmla="*/ 1504 w 1529"/>
              <a:gd name="T47" fmla="*/ 277 h 1042"/>
              <a:gd name="T48" fmla="*/ 1138 w 1529"/>
              <a:gd name="T49" fmla="*/ 405 h 1042"/>
              <a:gd name="T50" fmla="*/ 1129 w 1529"/>
              <a:gd name="T51" fmla="*/ 819 h 1042"/>
              <a:gd name="T52" fmla="*/ 1084 w 1529"/>
              <a:gd name="T53" fmla="*/ 881 h 1042"/>
              <a:gd name="T54" fmla="*/ 1002 w 1529"/>
              <a:gd name="T55" fmla="*/ 912 h 1042"/>
              <a:gd name="T56" fmla="*/ 934 w 1529"/>
              <a:gd name="T57" fmla="*/ 888 h 1042"/>
              <a:gd name="T58" fmla="*/ 886 w 1529"/>
              <a:gd name="T59" fmla="*/ 824 h 1042"/>
              <a:gd name="T60" fmla="*/ 883 w 1529"/>
              <a:gd name="T61" fmla="*/ 776 h 1042"/>
              <a:gd name="T62" fmla="*/ 917 w 1529"/>
              <a:gd name="T63" fmla="*/ 724 h 1042"/>
              <a:gd name="T64" fmla="*/ 1000 w 1529"/>
              <a:gd name="T65" fmla="*/ 702 h 1042"/>
              <a:gd name="T66" fmla="*/ 1062 w 1529"/>
              <a:gd name="T67" fmla="*/ 718 h 1042"/>
              <a:gd name="T68" fmla="*/ 1088 w 1529"/>
              <a:gd name="T69" fmla="*/ 521 h 1042"/>
              <a:gd name="T70" fmla="*/ 1075 w 1529"/>
              <a:gd name="T71" fmla="*/ 486 h 1042"/>
              <a:gd name="T72" fmla="*/ 1032 w 1529"/>
              <a:gd name="T73" fmla="*/ 486 h 1042"/>
              <a:gd name="T74" fmla="*/ 848 w 1529"/>
              <a:gd name="T75" fmla="*/ 561 h 1042"/>
              <a:gd name="T76" fmla="*/ 825 w 1529"/>
              <a:gd name="T77" fmla="*/ 860 h 1042"/>
              <a:gd name="T78" fmla="*/ 812 w 1529"/>
              <a:gd name="T79" fmla="*/ 902 h 1042"/>
              <a:gd name="T80" fmla="*/ 762 w 1529"/>
              <a:gd name="T81" fmla="*/ 948 h 1042"/>
              <a:gd name="T82" fmla="*/ 692 w 1529"/>
              <a:gd name="T83" fmla="*/ 964 h 1042"/>
              <a:gd name="T84" fmla="*/ 607 w 1529"/>
              <a:gd name="T85" fmla="*/ 934 h 1042"/>
              <a:gd name="T86" fmla="*/ 566 w 1529"/>
              <a:gd name="T87" fmla="*/ 871 h 1042"/>
              <a:gd name="T88" fmla="*/ 576 w 1529"/>
              <a:gd name="T89" fmla="*/ 825 h 1042"/>
              <a:gd name="T90" fmla="*/ 627 w 1529"/>
              <a:gd name="T91" fmla="*/ 771 h 1042"/>
              <a:gd name="T92" fmla="*/ 711 w 1529"/>
              <a:gd name="T93" fmla="*/ 757 h 1042"/>
              <a:gd name="T94" fmla="*/ 757 w 1529"/>
              <a:gd name="T95" fmla="*/ 773 h 1042"/>
              <a:gd name="T96" fmla="*/ 773 w 1529"/>
              <a:gd name="T97" fmla="*/ 497 h 1042"/>
              <a:gd name="T98" fmla="*/ 791 w 1529"/>
              <a:gd name="T99" fmla="*/ 463 h 1042"/>
              <a:gd name="T100" fmla="*/ 1088 w 1529"/>
              <a:gd name="T101" fmla="*/ 349 h 1042"/>
              <a:gd name="T102" fmla="*/ 1125 w 1529"/>
              <a:gd name="T103" fmla="*/ 352 h 1042"/>
              <a:gd name="T104" fmla="*/ 1138 w 1529"/>
              <a:gd name="T105" fmla="*/ 405 h 1042"/>
              <a:gd name="T106" fmla="*/ 773 w 1529"/>
              <a:gd name="T107" fmla="*/ 804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29" h="1042">
                <a:moveTo>
                  <a:pt x="362" y="209"/>
                </a:moveTo>
                <a:lnTo>
                  <a:pt x="1301" y="209"/>
                </a:lnTo>
                <a:lnTo>
                  <a:pt x="1301" y="209"/>
                </a:lnTo>
                <a:lnTo>
                  <a:pt x="1309" y="208"/>
                </a:lnTo>
                <a:lnTo>
                  <a:pt x="1316" y="205"/>
                </a:lnTo>
                <a:lnTo>
                  <a:pt x="1326" y="202"/>
                </a:lnTo>
                <a:lnTo>
                  <a:pt x="1334" y="196"/>
                </a:lnTo>
                <a:lnTo>
                  <a:pt x="1339" y="191"/>
                </a:lnTo>
                <a:lnTo>
                  <a:pt x="1342" y="186"/>
                </a:lnTo>
                <a:lnTo>
                  <a:pt x="1346" y="182"/>
                </a:lnTo>
                <a:lnTo>
                  <a:pt x="1348" y="176"/>
                </a:lnTo>
                <a:lnTo>
                  <a:pt x="1350" y="168"/>
                </a:lnTo>
                <a:lnTo>
                  <a:pt x="1350" y="160"/>
                </a:lnTo>
                <a:lnTo>
                  <a:pt x="1350" y="160"/>
                </a:lnTo>
                <a:lnTo>
                  <a:pt x="1350" y="152"/>
                </a:lnTo>
                <a:lnTo>
                  <a:pt x="1350" y="142"/>
                </a:lnTo>
                <a:lnTo>
                  <a:pt x="1347" y="133"/>
                </a:lnTo>
                <a:lnTo>
                  <a:pt x="1345" y="127"/>
                </a:lnTo>
                <a:lnTo>
                  <a:pt x="1341" y="122"/>
                </a:lnTo>
                <a:lnTo>
                  <a:pt x="1338" y="117"/>
                </a:lnTo>
                <a:lnTo>
                  <a:pt x="1334" y="113"/>
                </a:lnTo>
                <a:lnTo>
                  <a:pt x="1328" y="110"/>
                </a:lnTo>
                <a:lnTo>
                  <a:pt x="1321" y="107"/>
                </a:lnTo>
                <a:lnTo>
                  <a:pt x="1314" y="105"/>
                </a:lnTo>
                <a:lnTo>
                  <a:pt x="1304" y="105"/>
                </a:lnTo>
                <a:lnTo>
                  <a:pt x="583" y="107"/>
                </a:lnTo>
                <a:lnTo>
                  <a:pt x="583" y="107"/>
                </a:lnTo>
                <a:lnTo>
                  <a:pt x="574" y="106"/>
                </a:lnTo>
                <a:lnTo>
                  <a:pt x="565" y="104"/>
                </a:lnTo>
                <a:lnTo>
                  <a:pt x="554" y="99"/>
                </a:lnTo>
                <a:lnTo>
                  <a:pt x="543" y="92"/>
                </a:lnTo>
                <a:lnTo>
                  <a:pt x="539" y="88"/>
                </a:lnTo>
                <a:lnTo>
                  <a:pt x="534" y="84"/>
                </a:lnTo>
                <a:lnTo>
                  <a:pt x="530" y="78"/>
                </a:lnTo>
                <a:lnTo>
                  <a:pt x="528" y="72"/>
                </a:lnTo>
                <a:lnTo>
                  <a:pt x="526" y="64"/>
                </a:lnTo>
                <a:lnTo>
                  <a:pt x="524" y="56"/>
                </a:lnTo>
                <a:lnTo>
                  <a:pt x="524" y="56"/>
                </a:lnTo>
                <a:lnTo>
                  <a:pt x="526" y="48"/>
                </a:lnTo>
                <a:lnTo>
                  <a:pt x="524" y="38"/>
                </a:lnTo>
                <a:lnTo>
                  <a:pt x="522" y="29"/>
                </a:lnTo>
                <a:lnTo>
                  <a:pt x="520" y="23"/>
                </a:lnTo>
                <a:lnTo>
                  <a:pt x="516" y="18"/>
                </a:lnTo>
                <a:lnTo>
                  <a:pt x="512" y="13"/>
                </a:lnTo>
                <a:lnTo>
                  <a:pt x="508" y="10"/>
                </a:lnTo>
                <a:lnTo>
                  <a:pt x="500" y="6"/>
                </a:lnTo>
                <a:lnTo>
                  <a:pt x="493" y="2"/>
                </a:lnTo>
                <a:lnTo>
                  <a:pt x="484" y="1"/>
                </a:lnTo>
                <a:lnTo>
                  <a:pt x="473" y="0"/>
                </a:lnTo>
                <a:lnTo>
                  <a:pt x="49" y="0"/>
                </a:lnTo>
                <a:lnTo>
                  <a:pt x="49" y="0"/>
                </a:lnTo>
                <a:lnTo>
                  <a:pt x="41" y="0"/>
                </a:lnTo>
                <a:lnTo>
                  <a:pt x="33" y="1"/>
                </a:lnTo>
                <a:lnTo>
                  <a:pt x="24" y="4"/>
                </a:lnTo>
                <a:lnTo>
                  <a:pt x="20" y="6"/>
                </a:lnTo>
                <a:lnTo>
                  <a:pt x="16" y="10"/>
                </a:lnTo>
                <a:lnTo>
                  <a:pt x="11" y="13"/>
                </a:lnTo>
                <a:lnTo>
                  <a:pt x="7" y="18"/>
                </a:lnTo>
                <a:lnTo>
                  <a:pt x="5" y="25"/>
                </a:lnTo>
                <a:lnTo>
                  <a:pt x="2" y="32"/>
                </a:lnTo>
                <a:lnTo>
                  <a:pt x="0" y="42"/>
                </a:lnTo>
                <a:lnTo>
                  <a:pt x="0" y="53"/>
                </a:lnTo>
                <a:lnTo>
                  <a:pt x="0" y="53"/>
                </a:lnTo>
                <a:lnTo>
                  <a:pt x="0" y="81"/>
                </a:lnTo>
                <a:lnTo>
                  <a:pt x="1" y="85"/>
                </a:lnTo>
                <a:lnTo>
                  <a:pt x="1" y="84"/>
                </a:lnTo>
                <a:lnTo>
                  <a:pt x="4" y="69"/>
                </a:lnTo>
                <a:lnTo>
                  <a:pt x="105" y="986"/>
                </a:lnTo>
                <a:lnTo>
                  <a:pt x="105" y="986"/>
                </a:lnTo>
                <a:lnTo>
                  <a:pt x="105" y="995"/>
                </a:lnTo>
                <a:lnTo>
                  <a:pt x="108" y="1003"/>
                </a:lnTo>
                <a:lnTo>
                  <a:pt x="109" y="1010"/>
                </a:lnTo>
                <a:lnTo>
                  <a:pt x="112" y="1016"/>
                </a:lnTo>
                <a:lnTo>
                  <a:pt x="116" y="1021"/>
                </a:lnTo>
                <a:lnTo>
                  <a:pt x="119" y="1026"/>
                </a:lnTo>
                <a:lnTo>
                  <a:pt x="128" y="1033"/>
                </a:lnTo>
                <a:lnTo>
                  <a:pt x="136" y="1038"/>
                </a:lnTo>
                <a:lnTo>
                  <a:pt x="143" y="1040"/>
                </a:lnTo>
                <a:lnTo>
                  <a:pt x="151" y="1042"/>
                </a:lnTo>
                <a:lnTo>
                  <a:pt x="258" y="313"/>
                </a:lnTo>
                <a:lnTo>
                  <a:pt x="258" y="313"/>
                </a:lnTo>
                <a:lnTo>
                  <a:pt x="258" y="308"/>
                </a:lnTo>
                <a:lnTo>
                  <a:pt x="257" y="296"/>
                </a:lnTo>
                <a:lnTo>
                  <a:pt x="258" y="289"/>
                </a:lnTo>
                <a:lnTo>
                  <a:pt x="259" y="279"/>
                </a:lnTo>
                <a:lnTo>
                  <a:pt x="262" y="271"/>
                </a:lnTo>
                <a:lnTo>
                  <a:pt x="265" y="260"/>
                </a:lnTo>
                <a:lnTo>
                  <a:pt x="270" y="251"/>
                </a:lnTo>
                <a:lnTo>
                  <a:pt x="276" y="241"/>
                </a:lnTo>
                <a:lnTo>
                  <a:pt x="284" y="233"/>
                </a:lnTo>
                <a:lnTo>
                  <a:pt x="295" y="225"/>
                </a:lnTo>
                <a:lnTo>
                  <a:pt x="308" y="219"/>
                </a:lnTo>
                <a:lnTo>
                  <a:pt x="324" y="214"/>
                </a:lnTo>
                <a:lnTo>
                  <a:pt x="342" y="210"/>
                </a:lnTo>
                <a:lnTo>
                  <a:pt x="362" y="209"/>
                </a:lnTo>
                <a:lnTo>
                  <a:pt x="362" y="209"/>
                </a:lnTo>
                <a:close/>
                <a:moveTo>
                  <a:pt x="1444" y="260"/>
                </a:moveTo>
                <a:lnTo>
                  <a:pt x="1444" y="260"/>
                </a:lnTo>
                <a:lnTo>
                  <a:pt x="388" y="260"/>
                </a:lnTo>
                <a:lnTo>
                  <a:pt x="388" y="260"/>
                </a:lnTo>
                <a:lnTo>
                  <a:pt x="382" y="262"/>
                </a:lnTo>
                <a:lnTo>
                  <a:pt x="376" y="263"/>
                </a:lnTo>
                <a:lnTo>
                  <a:pt x="365" y="267"/>
                </a:lnTo>
                <a:lnTo>
                  <a:pt x="355" y="276"/>
                </a:lnTo>
                <a:lnTo>
                  <a:pt x="345" y="284"/>
                </a:lnTo>
                <a:lnTo>
                  <a:pt x="338" y="293"/>
                </a:lnTo>
                <a:lnTo>
                  <a:pt x="332" y="300"/>
                </a:lnTo>
                <a:lnTo>
                  <a:pt x="326" y="307"/>
                </a:lnTo>
                <a:lnTo>
                  <a:pt x="231" y="986"/>
                </a:lnTo>
                <a:lnTo>
                  <a:pt x="231" y="986"/>
                </a:lnTo>
                <a:lnTo>
                  <a:pt x="229" y="995"/>
                </a:lnTo>
                <a:lnTo>
                  <a:pt x="231" y="1004"/>
                </a:lnTo>
                <a:lnTo>
                  <a:pt x="232" y="1014"/>
                </a:lnTo>
                <a:lnTo>
                  <a:pt x="234" y="1025"/>
                </a:lnTo>
                <a:lnTo>
                  <a:pt x="237" y="1029"/>
                </a:lnTo>
                <a:lnTo>
                  <a:pt x="240" y="1033"/>
                </a:lnTo>
                <a:lnTo>
                  <a:pt x="244" y="1037"/>
                </a:lnTo>
                <a:lnTo>
                  <a:pt x="248" y="1040"/>
                </a:lnTo>
                <a:lnTo>
                  <a:pt x="253" y="1041"/>
                </a:lnTo>
                <a:lnTo>
                  <a:pt x="259" y="1042"/>
                </a:lnTo>
                <a:lnTo>
                  <a:pt x="1270" y="1041"/>
                </a:lnTo>
                <a:lnTo>
                  <a:pt x="1270" y="1041"/>
                </a:lnTo>
                <a:lnTo>
                  <a:pt x="1280" y="1041"/>
                </a:lnTo>
                <a:lnTo>
                  <a:pt x="1291" y="1039"/>
                </a:lnTo>
                <a:lnTo>
                  <a:pt x="1303" y="1034"/>
                </a:lnTo>
                <a:lnTo>
                  <a:pt x="1310" y="1031"/>
                </a:lnTo>
                <a:lnTo>
                  <a:pt x="1317" y="1027"/>
                </a:lnTo>
                <a:lnTo>
                  <a:pt x="1323" y="1021"/>
                </a:lnTo>
                <a:lnTo>
                  <a:pt x="1330" y="1014"/>
                </a:lnTo>
                <a:lnTo>
                  <a:pt x="1336" y="1007"/>
                </a:lnTo>
                <a:lnTo>
                  <a:pt x="1342" y="997"/>
                </a:lnTo>
                <a:lnTo>
                  <a:pt x="1347" y="986"/>
                </a:lnTo>
                <a:lnTo>
                  <a:pt x="1351" y="973"/>
                </a:lnTo>
                <a:lnTo>
                  <a:pt x="1525" y="365"/>
                </a:lnTo>
                <a:lnTo>
                  <a:pt x="1525" y="365"/>
                </a:lnTo>
                <a:lnTo>
                  <a:pt x="1526" y="361"/>
                </a:lnTo>
                <a:lnTo>
                  <a:pt x="1527" y="349"/>
                </a:lnTo>
                <a:lnTo>
                  <a:pt x="1529" y="332"/>
                </a:lnTo>
                <a:lnTo>
                  <a:pt x="1527" y="322"/>
                </a:lnTo>
                <a:lnTo>
                  <a:pt x="1526" y="313"/>
                </a:lnTo>
                <a:lnTo>
                  <a:pt x="1523" y="303"/>
                </a:lnTo>
                <a:lnTo>
                  <a:pt x="1518" y="294"/>
                </a:lnTo>
                <a:lnTo>
                  <a:pt x="1512" y="285"/>
                </a:lnTo>
                <a:lnTo>
                  <a:pt x="1504" y="277"/>
                </a:lnTo>
                <a:lnTo>
                  <a:pt x="1493" y="270"/>
                </a:lnTo>
                <a:lnTo>
                  <a:pt x="1479" y="265"/>
                </a:lnTo>
                <a:lnTo>
                  <a:pt x="1463" y="262"/>
                </a:lnTo>
                <a:lnTo>
                  <a:pt x="1444" y="260"/>
                </a:lnTo>
                <a:lnTo>
                  <a:pt x="1444" y="260"/>
                </a:lnTo>
                <a:close/>
                <a:moveTo>
                  <a:pt x="1138" y="405"/>
                </a:moveTo>
                <a:lnTo>
                  <a:pt x="1138" y="782"/>
                </a:lnTo>
                <a:lnTo>
                  <a:pt x="1138" y="782"/>
                </a:lnTo>
                <a:lnTo>
                  <a:pt x="1137" y="789"/>
                </a:lnTo>
                <a:lnTo>
                  <a:pt x="1136" y="799"/>
                </a:lnTo>
                <a:lnTo>
                  <a:pt x="1133" y="808"/>
                </a:lnTo>
                <a:lnTo>
                  <a:pt x="1129" y="819"/>
                </a:lnTo>
                <a:lnTo>
                  <a:pt x="1124" y="830"/>
                </a:lnTo>
                <a:lnTo>
                  <a:pt x="1118" y="841"/>
                </a:lnTo>
                <a:lnTo>
                  <a:pt x="1112" y="851"/>
                </a:lnTo>
                <a:lnTo>
                  <a:pt x="1104" y="862"/>
                </a:lnTo>
                <a:lnTo>
                  <a:pt x="1094" y="872"/>
                </a:lnTo>
                <a:lnTo>
                  <a:pt x="1084" y="881"/>
                </a:lnTo>
                <a:lnTo>
                  <a:pt x="1072" y="890"/>
                </a:lnTo>
                <a:lnTo>
                  <a:pt x="1061" y="897"/>
                </a:lnTo>
                <a:lnTo>
                  <a:pt x="1047" y="903"/>
                </a:lnTo>
                <a:lnTo>
                  <a:pt x="1033" y="908"/>
                </a:lnTo>
                <a:lnTo>
                  <a:pt x="1018" y="911"/>
                </a:lnTo>
                <a:lnTo>
                  <a:pt x="1002" y="912"/>
                </a:lnTo>
                <a:lnTo>
                  <a:pt x="1002" y="912"/>
                </a:lnTo>
                <a:lnTo>
                  <a:pt x="985" y="911"/>
                </a:lnTo>
                <a:lnTo>
                  <a:pt x="971" y="908"/>
                </a:lnTo>
                <a:lnTo>
                  <a:pt x="958" y="903"/>
                </a:lnTo>
                <a:lnTo>
                  <a:pt x="945" y="896"/>
                </a:lnTo>
                <a:lnTo>
                  <a:pt x="934" y="888"/>
                </a:lnTo>
                <a:lnTo>
                  <a:pt x="924" y="880"/>
                </a:lnTo>
                <a:lnTo>
                  <a:pt x="915" y="871"/>
                </a:lnTo>
                <a:lnTo>
                  <a:pt x="908" y="861"/>
                </a:lnTo>
                <a:lnTo>
                  <a:pt x="900" y="851"/>
                </a:lnTo>
                <a:lnTo>
                  <a:pt x="895" y="842"/>
                </a:lnTo>
                <a:lnTo>
                  <a:pt x="886" y="824"/>
                </a:lnTo>
                <a:lnTo>
                  <a:pt x="881" y="811"/>
                </a:lnTo>
                <a:lnTo>
                  <a:pt x="879" y="804"/>
                </a:lnTo>
                <a:lnTo>
                  <a:pt x="879" y="804"/>
                </a:lnTo>
                <a:lnTo>
                  <a:pt x="879" y="796"/>
                </a:lnTo>
                <a:lnTo>
                  <a:pt x="880" y="783"/>
                </a:lnTo>
                <a:lnTo>
                  <a:pt x="883" y="776"/>
                </a:lnTo>
                <a:lnTo>
                  <a:pt x="885" y="768"/>
                </a:lnTo>
                <a:lnTo>
                  <a:pt x="889" y="758"/>
                </a:lnTo>
                <a:lnTo>
                  <a:pt x="893" y="750"/>
                </a:lnTo>
                <a:lnTo>
                  <a:pt x="899" y="740"/>
                </a:lnTo>
                <a:lnTo>
                  <a:pt x="908" y="732"/>
                </a:lnTo>
                <a:lnTo>
                  <a:pt x="917" y="724"/>
                </a:lnTo>
                <a:lnTo>
                  <a:pt x="929" y="716"/>
                </a:lnTo>
                <a:lnTo>
                  <a:pt x="943" y="711"/>
                </a:lnTo>
                <a:lnTo>
                  <a:pt x="959" y="707"/>
                </a:lnTo>
                <a:lnTo>
                  <a:pt x="978" y="703"/>
                </a:lnTo>
                <a:lnTo>
                  <a:pt x="1000" y="702"/>
                </a:lnTo>
                <a:lnTo>
                  <a:pt x="1000" y="702"/>
                </a:lnTo>
                <a:lnTo>
                  <a:pt x="1014" y="703"/>
                </a:lnTo>
                <a:lnTo>
                  <a:pt x="1026" y="705"/>
                </a:lnTo>
                <a:lnTo>
                  <a:pt x="1037" y="707"/>
                </a:lnTo>
                <a:lnTo>
                  <a:pt x="1046" y="711"/>
                </a:lnTo>
                <a:lnTo>
                  <a:pt x="1055" y="714"/>
                </a:lnTo>
                <a:lnTo>
                  <a:pt x="1062" y="718"/>
                </a:lnTo>
                <a:lnTo>
                  <a:pt x="1068" y="722"/>
                </a:lnTo>
                <a:lnTo>
                  <a:pt x="1072" y="727"/>
                </a:lnTo>
                <a:lnTo>
                  <a:pt x="1080" y="737"/>
                </a:lnTo>
                <a:lnTo>
                  <a:pt x="1084" y="744"/>
                </a:lnTo>
                <a:lnTo>
                  <a:pt x="1087" y="752"/>
                </a:lnTo>
                <a:lnTo>
                  <a:pt x="1088" y="521"/>
                </a:lnTo>
                <a:lnTo>
                  <a:pt x="1088" y="521"/>
                </a:lnTo>
                <a:lnTo>
                  <a:pt x="1087" y="510"/>
                </a:lnTo>
                <a:lnTo>
                  <a:pt x="1086" y="502"/>
                </a:lnTo>
                <a:lnTo>
                  <a:pt x="1082" y="496"/>
                </a:lnTo>
                <a:lnTo>
                  <a:pt x="1078" y="491"/>
                </a:lnTo>
                <a:lnTo>
                  <a:pt x="1075" y="486"/>
                </a:lnTo>
                <a:lnTo>
                  <a:pt x="1070" y="484"/>
                </a:lnTo>
                <a:lnTo>
                  <a:pt x="1065" y="482"/>
                </a:lnTo>
                <a:lnTo>
                  <a:pt x="1059" y="481"/>
                </a:lnTo>
                <a:lnTo>
                  <a:pt x="1050" y="481"/>
                </a:lnTo>
                <a:lnTo>
                  <a:pt x="1040" y="484"/>
                </a:lnTo>
                <a:lnTo>
                  <a:pt x="1032" y="486"/>
                </a:lnTo>
                <a:lnTo>
                  <a:pt x="875" y="548"/>
                </a:lnTo>
                <a:lnTo>
                  <a:pt x="875" y="548"/>
                </a:lnTo>
                <a:lnTo>
                  <a:pt x="867" y="551"/>
                </a:lnTo>
                <a:lnTo>
                  <a:pt x="860" y="554"/>
                </a:lnTo>
                <a:lnTo>
                  <a:pt x="853" y="558"/>
                </a:lnTo>
                <a:lnTo>
                  <a:pt x="848" y="561"/>
                </a:lnTo>
                <a:lnTo>
                  <a:pt x="838" y="570"/>
                </a:lnTo>
                <a:lnTo>
                  <a:pt x="832" y="578"/>
                </a:lnTo>
                <a:lnTo>
                  <a:pt x="829" y="586"/>
                </a:lnTo>
                <a:lnTo>
                  <a:pt x="826" y="593"/>
                </a:lnTo>
                <a:lnTo>
                  <a:pt x="825" y="601"/>
                </a:lnTo>
                <a:lnTo>
                  <a:pt x="825" y="860"/>
                </a:lnTo>
                <a:lnTo>
                  <a:pt x="825" y="860"/>
                </a:lnTo>
                <a:lnTo>
                  <a:pt x="825" y="868"/>
                </a:lnTo>
                <a:lnTo>
                  <a:pt x="823" y="877"/>
                </a:lnTo>
                <a:lnTo>
                  <a:pt x="820" y="885"/>
                </a:lnTo>
                <a:lnTo>
                  <a:pt x="817" y="893"/>
                </a:lnTo>
                <a:lnTo>
                  <a:pt x="812" y="902"/>
                </a:lnTo>
                <a:lnTo>
                  <a:pt x="806" y="911"/>
                </a:lnTo>
                <a:lnTo>
                  <a:pt x="800" y="919"/>
                </a:lnTo>
                <a:lnTo>
                  <a:pt x="792" y="927"/>
                </a:lnTo>
                <a:lnTo>
                  <a:pt x="782" y="935"/>
                </a:lnTo>
                <a:lnTo>
                  <a:pt x="773" y="942"/>
                </a:lnTo>
                <a:lnTo>
                  <a:pt x="762" y="948"/>
                </a:lnTo>
                <a:lnTo>
                  <a:pt x="750" y="953"/>
                </a:lnTo>
                <a:lnTo>
                  <a:pt x="737" y="958"/>
                </a:lnTo>
                <a:lnTo>
                  <a:pt x="723" y="961"/>
                </a:lnTo>
                <a:lnTo>
                  <a:pt x="707" y="964"/>
                </a:lnTo>
                <a:lnTo>
                  <a:pt x="692" y="964"/>
                </a:lnTo>
                <a:lnTo>
                  <a:pt x="692" y="964"/>
                </a:lnTo>
                <a:lnTo>
                  <a:pt x="672" y="962"/>
                </a:lnTo>
                <a:lnTo>
                  <a:pt x="657" y="960"/>
                </a:lnTo>
                <a:lnTo>
                  <a:pt x="641" y="955"/>
                </a:lnTo>
                <a:lnTo>
                  <a:pt x="628" y="949"/>
                </a:lnTo>
                <a:lnTo>
                  <a:pt x="616" y="942"/>
                </a:lnTo>
                <a:lnTo>
                  <a:pt x="607" y="934"/>
                </a:lnTo>
                <a:lnTo>
                  <a:pt x="597" y="925"/>
                </a:lnTo>
                <a:lnTo>
                  <a:pt x="590" y="917"/>
                </a:lnTo>
                <a:lnTo>
                  <a:pt x="584" y="908"/>
                </a:lnTo>
                <a:lnTo>
                  <a:pt x="578" y="899"/>
                </a:lnTo>
                <a:lnTo>
                  <a:pt x="571" y="882"/>
                </a:lnTo>
                <a:lnTo>
                  <a:pt x="566" y="871"/>
                </a:lnTo>
                <a:lnTo>
                  <a:pt x="565" y="863"/>
                </a:lnTo>
                <a:lnTo>
                  <a:pt x="565" y="863"/>
                </a:lnTo>
                <a:lnTo>
                  <a:pt x="566" y="856"/>
                </a:lnTo>
                <a:lnTo>
                  <a:pt x="570" y="843"/>
                </a:lnTo>
                <a:lnTo>
                  <a:pt x="572" y="835"/>
                </a:lnTo>
                <a:lnTo>
                  <a:pt x="576" y="825"/>
                </a:lnTo>
                <a:lnTo>
                  <a:pt x="580" y="817"/>
                </a:lnTo>
                <a:lnTo>
                  <a:pt x="586" y="806"/>
                </a:lnTo>
                <a:lnTo>
                  <a:pt x="595" y="796"/>
                </a:lnTo>
                <a:lnTo>
                  <a:pt x="603" y="788"/>
                </a:lnTo>
                <a:lnTo>
                  <a:pt x="614" y="780"/>
                </a:lnTo>
                <a:lnTo>
                  <a:pt x="627" y="771"/>
                </a:lnTo>
                <a:lnTo>
                  <a:pt x="641" y="765"/>
                </a:lnTo>
                <a:lnTo>
                  <a:pt x="658" y="761"/>
                </a:lnTo>
                <a:lnTo>
                  <a:pt x="676" y="757"/>
                </a:lnTo>
                <a:lnTo>
                  <a:pt x="697" y="756"/>
                </a:lnTo>
                <a:lnTo>
                  <a:pt x="697" y="756"/>
                </a:lnTo>
                <a:lnTo>
                  <a:pt x="711" y="757"/>
                </a:lnTo>
                <a:lnTo>
                  <a:pt x="721" y="758"/>
                </a:lnTo>
                <a:lnTo>
                  <a:pt x="731" y="759"/>
                </a:lnTo>
                <a:lnTo>
                  <a:pt x="739" y="763"/>
                </a:lnTo>
                <a:lnTo>
                  <a:pt x="746" y="765"/>
                </a:lnTo>
                <a:lnTo>
                  <a:pt x="752" y="769"/>
                </a:lnTo>
                <a:lnTo>
                  <a:pt x="757" y="773"/>
                </a:lnTo>
                <a:lnTo>
                  <a:pt x="762" y="777"/>
                </a:lnTo>
                <a:lnTo>
                  <a:pt x="768" y="786"/>
                </a:lnTo>
                <a:lnTo>
                  <a:pt x="772" y="793"/>
                </a:lnTo>
                <a:lnTo>
                  <a:pt x="773" y="800"/>
                </a:lnTo>
                <a:lnTo>
                  <a:pt x="773" y="804"/>
                </a:lnTo>
                <a:lnTo>
                  <a:pt x="773" y="497"/>
                </a:lnTo>
                <a:lnTo>
                  <a:pt x="773" y="497"/>
                </a:lnTo>
                <a:lnTo>
                  <a:pt x="774" y="488"/>
                </a:lnTo>
                <a:lnTo>
                  <a:pt x="776" y="481"/>
                </a:lnTo>
                <a:lnTo>
                  <a:pt x="780" y="474"/>
                </a:lnTo>
                <a:lnTo>
                  <a:pt x="785" y="469"/>
                </a:lnTo>
                <a:lnTo>
                  <a:pt x="791" y="463"/>
                </a:lnTo>
                <a:lnTo>
                  <a:pt x="797" y="460"/>
                </a:lnTo>
                <a:lnTo>
                  <a:pt x="811" y="453"/>
                </a:lnTo>
                <a:lnTo>
                  <a:pt x="825" y="448"/>
                </a:lnTo>
                <a:lnTo>
                  <a:pt x="837" y="444"/>
                </a:lnTo>
                <a:lnTo>
                  <a:pt x="849" y="442"/>
                </a:lnTo>
                <a:lnTo>
                  <a:pt x="1088" y="349"/>
                </a:lnTo>
                <a:lnTo>
                  <a:pt x="1088" y="349"/>
                </a:lnTo>
                <a:lnTo>
                  <a:pt x="1098" y="346"/>
                </a:lnTo>
                <a:lnTo>
                  <a:pt x="1107" y="345"/>
                </a:lnTo>
                <a:lnTo>
                  <a:pt x="1114" y="346"/>
                </a:lnTo>
                <a:lnTo>
                  <a:pt x="1120" y="349"/>
                </a:lnTo>
                <a:lnTo>
                  <a:pt x="1125" y="352"/>
                </a:lnTo>
                <a:lnTo>
                  <a:pt x="1129" y="357"/>
                </a:lnTo>
                <a:lnTo>
                  <a:pt x="1132" y="363"/>
                </a:lnTo>
                <a:lnTo>
                  <a:pt x="1135" y="369"/>
                </a:lnTo>
                <a:lnTo>
                  <a:pt x="1137" y="382"/>
                </a:lnTo>
                <a:lnTo>
                  <a:pt x="1138" y="393"/>
                </a:lnTo>
                <a:lnTo>
                  <a:pt x="1138" y="405"/>
                </a:lnTo>
                <a:lnTo>
                  <a:pt x="1138" y="405"/>
                </a:lnTo>
                <a:close/>
                <a:moveTo>
                  <a:pt x="773" y="804"/>
                </a:moveTo>
                <a:lnTo>
                  <a:pt x="773" y="806"/>
                </a:lnTo>
                <a:lnTo>
                  <a:pt x="773" y="806"/>
                </a:lnTo>
                <a:lnTo>
                  <a:pt x="773" y="804"/>
                </a:lnTo>
                <a:lnTo>
                  <a:pt x="773" y="8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4"/>
          <p:cNvSpPr>
            <a:spLocks noChangeAspect="1" noEditPoints="1"/>
          </p:cNvSpPr>
          <p:nvPr/>
        </p:nvSpPr>
        <p:spPr bwMode="auto">
          <a:xfrm>
            <a:off x="7725308" y="1256169"/>
            <a:ext cx="1080000" cy="1056707"/>
          </a:xfrm>
          <a:custGeom>
            <a:avLst/>
            <a:gdLst>
              <a:gd name="T0" fmla="*/ 1232 w 1529"/>
              <a:gd name="T1" fmla="*/ 6 h 1497"/>
              <a:gd name="T2" fmla="*/ 914 w 1529"/>
              <a:gd name="T3" fmla="*/ 50 h 1497"/>
              <a:gd name="T4" fmla="*/ 598 w 1529"/>
              <a:gd name="T5" fmla="*/ 162 h 1497"/>
              <a:gd name="T6" fmla="*/ 452 w 1529"/>
              <a:gd name="T7" fmla="*/ 269 h 1497"/>
              <a:gd name="T8" fmla="*/ 365 w 1529"/>
              <a:gd name="T9" fmla="*/ 390 h 1497"/>
              <a:gd name="T10" fmla="*/ 285 w 1529"/>
              <a:gd name="T11" fmla="*/ 578 h 1497"/>
              <a:gd name="T12" fmla="*/ 257 w 1529"/>
              <a:gd name="T13" fmla="*/ 763 h 1497"/>
              <a:gd name="T14" fmla="*/ 289 w 1529"/>
              <a:gd name="T15" fmla="*/ 943 h 1497"/>
              <a:gd name="T16" fmla="*/ 391 w 1529"/>
              <a:gd name="T17" fmla="*/ 1117 h 1497"/>
              <a:gd name="T18" fmla="*/ 402 w 1529"/>
              <a:gd name="T19" fmla="*/ 1234 h 1497"/>
              <a:gd name="T20" fmla="*/ 300 w 1529"/>
              <a:gd name="T21" fmla="*/ 1354 h 1497"/>
              <a:gd name="T22" fmla="*/ 181 w 1529"/>
              <a:gd name="T23" fmla="*/ 1406 h 1497"/>
              <a:gd name="T24" fmla="*/ 52 w 1529"/>
              <a:gd name="T25" fmla="*/ 1396 h 1497"/>
              <a:gd name="T26" fmla="*/ 0 w 1529"/>
              <a:gd name="T27" fmla="*/ 1411 h 1497"/>
              <a:gd name="T28" fmla="*/ 41 w 1529"/>
              <a:gd name="T29" fmla="*/ 1464 h 1497"/>
              <a:gd name="T30" fmla="*/ 148 w 1529"/>
              <a:gd name="T31" fmla="*/ 1497 h 1497"/>
              <a:gd name="T32" fmla="*/ 276 w 1529"/>
              <a:gd name="T33" fmla="*/ 1466 h 1497"/>
              <a:gd name="T34" fmla="*/ 427 w 1529"/>
              <a:gd name="T35" fmla="*/ 1328 h 1497"/>
              <a:gd name="T36" fmla="*/ 583 w 1529"/>
              <a:gd name="T37" fmla="*/ 1268 h 1497"/>
              <a:gd name="T38" fmla="*/ 798 w 1529"/>
              <a:gd name="T39" fmla="*/ 1339 h 1497"/>
              <a:gd name="T40" fmla="*/ 1035 w 1529"/>
              <a:gd name="T41" fmla="*/ 1342 h 1497"/>
              <a:gd name="T42" fmla="*/ 1186 w 1529"/>
              <a:gd name="T43" fmla="*/ 1284 h 1497"/>
              <a:gd name="T44" fmla="*/ 1294 w 1529"/>
              <a:gd name="T45" fmla="*/ 1191 h 1497"/>
              <a:gd name="T46" fmla="*/ 1390 w 1529"/>
              <a:gd name="T47" fmla="*/ 1040 h 1497"/>
              <a:gd name="T48" fmla="*/ 1491 w 1529"/>
              <a:gd name="T49" fmla="*/ 720 h 1497"/>
              <a:gd name="T50" fmla="*/ 1528 w 1529"/>
              <a:gd name="T51" fmla="*/ 349 h 1497"/>
              <a:gd name="T52" fmla="*/ 1517 w 1529"/>
              <a:gd name="T53" fmla="*/ 2 h 1497"/>
              <a:gd name="T54" fmla="*/ 1123 w 1529"/>
              <a:gd name="T55" fmla="*/ 482 h 1497"/>
              <a:gd name="T56" fmla="*/ 940 w 1529"/>
              <a:gd name="T57" fmla="*/ 678 h 1497"/>
              <a:gd name="T58" fmla="*/ 1119 w 1529"/>
              <a:gd name="T59" fmla="*/ 690 h 1497"/>
              <a:gd name="T60" fmla="*/ 1192 w 1529"/>
              <a:gd name="T61" fmla="*/ 733 h 1497"/>
              <a:gd name="T62" fmla="*/ 896 w 1529"/>
              <a:gd name="T63" fmla="*/ 739 h 1497"/>
              <a:gd name="T64" fmla="*/ 741 w 1529"/>
              <a:gd name="T65" fmla="*/ 961 h 1497"/>
              <a:gd name="T66" fmla="*/ 959 w 1529"/>
              <a:gd name="T67" fmla="*/ 968 h 1497"/>
              <a:gd name="T68" fmla="*/ 1106 w 1529"/>
              <a:gd name="T69" fmla="*/ 1019 h 1497"/>
              <a:gd name="T70" fmla="*/ 894 w 1529"/>
              <a:gd name="T71" fmla="*/ 995 h 1497"/>
              <a:gd name="T72" fmla="*/ 716 w 1529"/>
              <a:gd name="T73" fmla="*/ 1011 h 1497"/>
              <a:gd name="T74" fmla="*/ 630 w 1529"/>
              <a:gd name="T75" fmla="*/ 1071 h 1497"/>
              <a:gd name="T76" fmla="*/ 490 w 1529"/>
              <a:gd name="T77" fmla="*/ 1189 h 1497"/>
              <a:gd name="T78" fmla="*/ 596 w 1529"/>
              <a:gd name="T79" fmla="*/ 996 h 1497"/>
              <a:gd name="T80" fmla="*/ 629 w 1529"/>
              <a:gd name="T81" fmla="*/ 860 h 1497"/>
              <a:gd name="T82" fmla="*/ 614 w 1529"/>
              <a:gd name="T83" fmla="*/ 670 h 1497"/>
              <a:gd name="T84" fmla="*/ 563 w 1529"/>
              <a:gd name="T85" fmla="*/ 531 h 1497"/>
              <a:gd name="T86" fmla="*/ 633 w 1529"/>
              <a:gd name="T87" fmla="*/ 609 h 1497"/>
              <a:gd name="T88" fmla="*/ 670 w 1529"/>
              <a:gd name="T89" fmla="*/ 736 h 1497"/>
              <a:gd name="T90" fmla="*/ 669 w 1529"/>
              <a:gd name="T91" fmla="*/ 915 h 1497"/>
              <a:gd name="T92" fmla="*/ 821 w 1529"/>
              <a:gd name="T93" fmla="*/ 543 h 1497"/>
              <a:gd name="T94" fmla="*/ 741 w 1529"/>
              <a:gd name="T95" fmla="*/ 346 h 1497"/>
              <a:gd name="T96" fmla="*/ 820 w 1529"/>
              <a:gd name="T97" fmla="*/ 419 h 1497"/>
              <a:gd name="T98" fmla="*/ 884 w 1529"/>
              <a:gd name="T99" fmla="*/ 552 h 1497"/>
              <a:gd name="T100" fmla="*/ 912 w 1529"/>
              <a:gd name="T101" fmla="*/ 613 h 1497"/>
              <a:gd name="T102" fmla="*/ 1006 w 1529"/>
              <a:gd name="T103" fmla="*/ 480 h 1497"/>
              <a:gd name="T104" fmla="*/ 1020 w 1529"/>
              <a:gd name="T105" fmla="*/ 208 h 1497"/>
              <a:gd name="T106" fmla="*/ 1068 w 1529"/>
              <a:gd name="T107" fmla="*/ 388 h 1497"/>
              <a:gd name="T108" fmla="*/ 1207 w 1529"/>
              <a:gd name="T109" fmla="*/ 299 h 1497"/>
              <a:gd name="T110" fmla="*/ 1330 w 1529"/>
              <a:gd name="T111" fmla="*/ 253 h 1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529" h="1497">
                <a:moveTo>
                  <a:pt x="1517" y="2"/>
                </a:moveTo>
                <a:lnTo>
                  <a:pt x="1517" y="2"/>
                </a:lnTo>
                <a:lnTo>
                  <a:pt x="1480" y="1"/>
                </a:lnTo>
                <a:lnTo>
                  <a:pt x="1437" y="0"/>
                </a:lnTo>
                <a:lnTo>
                  <a:pt x="1380" y="0"/>
                </a:lnTo>
                <a:lnTo>
                  <a:pt x="1310" y="2"/>
                </a:lnTo>
                <a:lnTo>
                  <a:pt x="1232" y="6"/>
                </a:lnTo>
                <a:lnTo>
                  <a:pt x="1190" y="10"/>
                </a:lnTo>
                <a:lnTo>
                  <a:pt x="1146" y="13"/>
                </a:lnTo>
                <a:lnTo>
                  <a:pt x="1101" y="19"/>
                </a:lnTo>
                <a:lnTo>
                  <a:pt x="1055" y="25"/>
                </a:lnTo>
                <a:lnTo>
                  <a:pt x="1008" y="32"/>
                </a:lnTo>
                <a:lnTo>
                  <a:pt x="962" y="41"/>
                </a:lnTo>
                <a:lnTo>
                  <a:pt x="914" y="50"/>
                </a:lnTo>
                <a:lnTo>
                  <a:pt x="866" y="61"/>
                </a:lnTo>
                <a:lnTo>
                  <a:pt x="820" y="74"/>
                </a:lnTo>
                <a:lnTo>
                  <a:pt x="772" y="88"/>
                </a:lnTo>
                <a:lnTo>
                  <a:pt x="726" y="104"/>
                </a:lnTo>
                <a:lnTo>
                  <a:pt x="682" y="122"/>
                </a:lnTo>
                <a:lnTo>
                  <a:pt x="639" y="141"/>
                </a:lnTo>
                <a:lnTo>
                  <a:pt x="598" y="162"/>
                </a:lnTo>
                <a:lnTo>
                  <a:pt x="557" y="186"/>
                </a:lnTo>
                <a:lnTo>
                  <a:pt x="538" y="198"/>
                </a:lnTo>
                <a:lnTo>
                  <a:pt x="520" y="211"/>
                </a:lnTo>
                <a:lnTo>
                  <a:pt x="502" y="225"/>
                </a:lnTo>
                <a:lnTo>
                  <a:pt x="484" y="239"/>
                </a:lnTo>
                <a:lnTo>
                  <a:pt x="469" y="254"/>
                </a:lnTo>
                <a:lnTo>
                  <a:pt x="452" y="269"/>
                </a:lnTo>
                <a:lnTo>
                  <a:pt x="437" y="285"/>
                </a:lnTo>
                <a:lnTo>
                  <a:pt x="423" y="302"/>
                </a:lnTo>
                <a:lnTo>
                  <a:pt x="409" y="319"/>
                </a:lnTo>
                <a:lnTo>
                  <a:pt x="397" y="337"/>
                </a:lnTo>
                <a:lnTo>
                  <a:pt x="397" y="337"/>
                </a:lnTo>
                <a:lnTo>
                  <a:pt x="380" y="363"/>
                </a:lnTo>
                <a:lnTo>
                  <a:pt x="365" y="390"/>
                </a:lnTo>
                <a:lnTo>
                  <a:pt x="350" y="417"/>
                </a:lnTo>
                <a:lnTo>
                  <a:pt x="337" y="444"/>
                </a:lnTo>
                <a:lnTo>
                  <a:pt x="325" y="470"/>
                </a:lnTo>
                <a:lnTo>
                  <a:pt x="313" y="498"/>
                </a:lnTo>
                <a:lnTo>
                  <a:pt x="303" y="524"/>
                </a:lnTo>
                <a:lnTo>
                  <a:pt x="293" y="551"/>
                </a:lnTo>
                <a:lnTo>
                  <a:pt x="285" y="578"/>
                </a:lnTo>
                <a:lnTo>
                  <a:pt x="277" y="604"/>
                </a:lnTo>
                <a:lnTo>
                  <a:pt x="271" y="631"/>
                </a:lnTo>
                <a:lnTo>
                  <a:pt x="266" y="658"/>
                </a:lnTo>
                <a:lnTo>
                  <a:pt x="262" y="684"/>
                </a:lnTo>
                <a:lnTo>
                  <a:pt x="260" y="711"/>
                </a:lnTo>
                <a:lnTo>
                  <a:pt x="257" y="737"/>
                </a:lnTo>
                <a:lnTo>
                  <a:pt x="257" y="763"/>
                </a:lnTo>
                <a:lnTo>
                  <a:pt x="258" y="788"/>
                </a:lnTo>
                <a:lnTo>
                  <a:pt x="260" y="814"/>
                </a:lnTo>
                <a:lnTo>
                  <a:pt x="263" y="841"/>
                </a:lnTo>
                <a:lnTo>
                  <a:pt x="268" y="867"/>
                </a:lnTo>
                <a:lnTo>
                  <a:pt x="274" y="892"/>
                </a:lnTo>
                <a:lnTo>
                  <a:pt x="281" y="917"/>
                </a:lnTo>
                <a:lnTo>
                  <a:pt x="289" y="943"/>
                </a:lnTo>
                <a:lnTo>
                  <a:pt x="300" y="968"/>
                </a:lnTo>
                <a:lnTo>
                  <a:pt x="311" y="994"/>
                </a:lnTo>
                <a:lnTo>
                  <a:pt x="324" y="1019"/>
                </a:lnTo>
                <a:lnTo>
                  <a:pt x="338" y="1044"/>
                </a:lnTo>
                <a:lnTo>
                  <a:pt x="354" y="1068"/>
                </a:lnTo>
                <a:lnTo>
                  <a:pt x="372" y="1093"/>
                </a:lnTo>
                <a:lnTo>
                  <a:pt x="391" y="1117"/>
                </a:lnTo>
                <a:lnTo>
                  <a:pt x="411" y="1142"/>
                </a:lnTo>
                <a:lnTo>
                  <a:pt x="433" y="1165"/>
                </a:lnTo>
                <a:lnTo>
                  <a:pt x="433" y="1165"/>
                </a:lnTo>
                <a:lnTo>
                  <a:pt x="428" y="1177"/>
                </a:lnTo>
                <a:lnTo>
                  <a:pt x="422" y="1193"/>
                </a:lnTo>
                <a:lnTo>
                  <a:pt x="414" y="1211"/>
                </a:lnTo>
                <a:lnTo>
                  <a:pt x="402" y="1234"/>
                </a:lnTo>
                <a:lnTo>
                  <a:pt x="387" y="1257"/>
                </a:lnTo>
                <a:lnTo>
                  <a:pt x="371" y="1283"/>
                </a:lnTo>
                <a:lnTo>
                  <a:pt x="350" y="1308"/>
                </a:lnTo>
                <a:lnTo>
                  <a:pt x="340" y="1320"/>
                </a:lnTo>
                <a:lnTo>
                  <a:pt x="328" y="1331"/>
                </a:lnTo>
                <a:lnTo>
                  <a:pt x="314" y="1343"/>
                </a:lnTo>
                <a:lnTo>
                  <a:pt x="300" y="1354"/>
                </a:lnTo>
                <a:lnTo>
                  <a:pt x="286" y="1365"/>
                </a:lnTo>
                <a:lnTo>
                  <a:pt x="270" y="1374"/>
                </a:lnTo>
                <a:lnTo>
                  <a:pt x="255" y="1383"/>
                </a:lnTo>
                <a:lnTo>
                  <a:pt x="238" y="1390"/>
                </a:lnTo>
                <a:lnTo>
                  <a:pt x="220" y="1397"/>
                </a:lnTo>
                <a:lnTo>
                  <a:pt x="201" y="1402"/>
                </a:lnTo>
                <a:lnTo>
                  <a:pt x="181" y="1406"/>
                </a:lnTo>
                <a:lnTo>
                  <a:pt x="160" y="1408"/>
                </a:lnTo>
                <a:lnTo>
                  <a:pt x="139" y="1408"/>
                </a:lnTo>
                <a:lnTo>
                  <a:pt x="116" y="1407"/>
                </a:lnTo>
                <a:lnTo>
                  <a:pt x="92" y="1403"/>
                </a:lnTo>
                <a:lnTo>
                  <a:pt x="68" y="1397"/>
                </a:lnTo>
                <a:lnTo>
                  <a:pt x="68" y="1397"/>
                </a:lnTo>
                <a:lnTo>
                  <a:pt x="52" y="1396"/>
                </a:lnTo>
                <a:lnTo>
                  <a:pt x="37" y="1396"/>
                </a:lnTo>
                <a:lnTo>
                  <a:pt x="29" y="1396"/>
                </a:lnTo>
                <a:lnTo>
                  <a:pt x="21" y="1397"/>
                </a:lnTo>
                <a:lnTo>
                  <a:pt x="14" y="1400"/>
                </a:lnTo>
                <a:lnTo>
                  <a:pt x="8" y="1403"/>
                </a:lnTo>
                <a:lnTo>
                  <a:pt x="4" y="1407"/>
                </a:lnTo>
                <a:lnTo>
                  <a:pt x="0" y="1411"/>
                </a:lnTo>
                <a:lnTo>
                  <a:pt x="0" y="1419"/>
                </a:lnTo>
                <a:lnTo>
                  <a:pt x="3" y="1427"/>
                </a:lnTo>
                <a:lnTo>
                  <a:pt x="9" y="1437"/>
                </a:lnTo>
                <a:lnTo>
                  <a:pt x="18" y="1448"/>
                </a:lnTo>
                <a:lnTo>
                  <a:pt x="18" y="1448"/>
                </a:lnTo>
                <a:lnTo>
                  <a:pt x="28" y="1457"/>
                </a:lnTo>
                <a:lnTo>
                  <a:pt x="41" y="1464"/>
                </a:lnTo>
                <a:lnTo>
                  <a:pt x="58" y="1474"/>
                </a:lnTo>
                <a:lnTo>
                  <a:pt x="79" y="1483"/>
                </a:lnTo>
                <a:lnTo>
                  <a:pt x="91" y="1487"/>
                </a:lnTo>
                <a:lnTo>
                  <a:pt x="104" y="1490"/>
                </a:lnTo>
                <a:lnTo>
                  <a:pt x="119" y="1494"/>
                </a:lnTo>
                <a:lnTo>
                  <a:pt x="133" y="1496"/>
                </a:lnTo>
                <a:lnTo>
                  <a:pt x="148" y="1497"/>
                </a:lnTo>
                <a:lnTo>
                  <a:pt x="165" y="1497"/>
                </a:lnTo>
                <a:lnTo>
                  <a:pt x="182" y="1496"/>
                </a:lnTo>
                <a:lnTo>
                  <a:pt x="200" y="1494"/>
                </a:lnTo>
                <a:lnTo>
                  <a:pt x="218" y="1489"/>
                </a:lnTo>
                <a:lnTo>
                  <a:pt x="237" y="1483"/>
                </a:lnTo>
                <a:lnTo>
                  <a:pt x="256" y="1476"/>
                </a:lnTo>
                <a:lnTo>
                  <a:pt x="276" y="1466"/>
                </a:lnTo>
                <a:lnTo>
                  <a:pt x="297" y="1454"/>
                </a:lnTo>
                <a:lnTo>
                  <a:pt x="317" y="1440"/>
                </a:lnTo>
                <a:lnTo>
                  <a:pt x="338" y="1423"/>
                </a:lnTo>
                <a:lnTo>
                  <a:pt x="360" y="1404"/>
                </a:lnTo>
                <a:lnTo>
                  <a:pt x="383" y="1382"/>
                </a:lnTo>
                <a:lnTo>
                  <a:pt x="404" y="1357"/>
                </a:lnTo>
                <a:lnTo>
                  <a:pt x="427" y="1328"/>
                </a:lnTo>
                <a:lnTo>
                  <a:pt x="449" y="1297"/>
                </a:lnTo>
                <a:lnTo>
                  <a:pt x="472" y="1262"/>
                </a:lnTo>
                <a:lnTo>
                  <a:pt x="495" y="1223"/>
                </a:lnTo>
                <a:lnTo>
                  <a:pt x="495" y="1223"/>
                </a:lnTo>
                <a:lnTo>
                  <a:pt x="519" y="1237"/>
                </a:lnTo>
                <a:lnTo>
                  <a:pt x="546" y="1251"/>
                </a:lnTo>
                <a:lnTo>
                  <a:pt x="583" y="1268"/>
                </a:lnTo>
                <a:lnTo>
                  <a:pt x="627" y="1287"/>
                </a:lnTo>
                <a:lnTo>
                  <a:pt x="652" y="1298"/>
                </a:lnTo>
                <a:lnTo>
                  <a:pt x="680" y="1306"/>
                </a:lnTo>
                <a:lnTo>
                  <a:pt x="707" y="1316"/>
                </a:lnTo>
                <a:lnTo>
                  <a:pt x="737" y="1324"/>
                </a:lnTo>
                <a:lnTo>
                  <a:pt x="767" y="1333"/>
                </a:lnTo>
                <a:lnTo>
                  <a:pt x="798" y="1339"/>
                </a:lnTo>
                <a:lnTo>
                  <a:pt x="830" y="1345"/>
                </a:lnTo>
                <a:lnTo>
                  <a:pt x="864" y="1348"/>
                </a:lnTo>
                <a:lnTo>
                  <a:pt x="897" y="1352"/>
                </a:lnTo>
                <a:lnTo>
                  <a:pt x="932" y="1352"/>
                </a:lnTo>
                <a:lnTo>
                  <a:pt x="965" y="1352"/>
                </a:lnTo>
                <a:lnTo>
                  <a:pt x="1000" y="1348"/>
                </a:lnTo>
                <a:lnTo>
                  <a:pt x="1035" y="1342"/>
                </a:lnTo>
                <a:lnTo>
                  <a:pt x="1069" y="1334"/>
                </a:lnTo>
                <a:lnTo>
                  <a:pt x="1103" y="1323"/>
                </a:lnTo>
                <a:lnTo>
                  <a:pt x="1121" y="1317"/>
                </a:lnTo>
                <a:lnTo>
                  <a:pt x="1137" y="1310"/>
                </a:lnTo>
                <a:lnTo>
                  <a:pt x="1153" y="1302"/>
                </a:lnTo>
                <a:lnTo>
                  <a:pt x="1170" y="1293"/>
                </a:lnTo>
                <a:lnTo>
                  <a:pt x="1186" y="1284"/>
                </a:lnTo>
                <a:lnTo>
                  <a:pt x="1202" y="1273"/>
                </a:lnTo>
                <a:lnTo>
                  <a:pt x="1219" y="1262"/>
                </a:lnTo>
                <a:lnTo>
                  <a:pt x="1234" y="1249"/>
                </a:lnTo>
                <a:lnTo>
                  <a:pt x="1250" y="1236"/>
                </a:lnTo>
                <a:lnTo>
                  <a:pt x="1264" y="1222"/>
                </a:lnTo>
                <a:lnTo>
                  <a:pt x="1279" y="1207"/>
                </a:lnTo>
                <a:lnTo>
                  <a:pt x="1294" y="1191"/>
                </a:lnTo>
                <a:lnTo>
                  <a:pt x="1308" y="1174"/>
                </a:lnTo>
                <a:lnTo>
                  <a:pt x="1321" y="1156"/>
                </a:lnTo>
                <a:lnTo>
                  <a:pt x="1321" y="1156"/>
                </a:lnTo>
                <a:lnTo>
                  <a:pt x="1334" y="1138"/>
                </a:lnTo>
                <a:lnTo>
                  <a:pt x="1346" y="1119"/>
                </a:lnTo>
                <a:lnTo>
                  <a:pt x="1370" y="1081"/>
                </a:lnTo>
                <a:lnTo>
                  <a:pt x="1390" y="1040"/>
                </a:lnTo>
                <a:lnTo>
                  <a:pt x="1410" y="997"/>
                </a:lnTo>
                <a:lnTo>
                  <a:pt x="1427" y="953"/>
                </a:lnTo>
                <a:lnTo>
                  <a:pt x="1443" y="909"/>
                </a:lnTo>
                <a:lnTo>
                  <a:pt x="1457" y="862"/>
                </a:lnTo>
                <a:lnTo>
                  <a:pt x="1469" y="816"/>
                </a:lnTo>
                <a:lnTo>
                  <a:pt x="1481" y="768"/>
                </a:lnTo>
                <a:lnTo>
                  <a:pt x="1491" y="720"/>
                </a:lnTo>
                <a:lnTo>
                  <a:pt x="1499" y="672"/>
                </a:lnTo>
                <a:lnTo>
                  <a:pt x="1506" y="625"/>
                </a:lnTo>
                <a:lnTo>
                  <a:pt x="1512" y="577"/>
                </a:lnTo>
                <a:lnTo>
                  <a:pt x="1517" y="529"/>
                </a:lnTo>
                <a:lnTo>
                  <a:pt x="1521" y="482"/>
                </a:lnTo>
                <a:lnTo>
                  <a:pt x="1524" y="437"/>
                </a:lnTo>
                <a:lnTo>
                  <a:pt x="1528" y="349"/>
                </a:lnTo>
                <a:lnTo>
                  <a:pt x="1529" y="267"/>
                </a:lnTo>
                <a:lnTo>
                  <a:pt x="1528" y="193"/>
                </a:lnTo>
                <a:lnTo>
                  <a:pt x="1527" y="129"/>
                </a:lnTo>
                <a:lnTo>
                  <a:pt x="1523" y="76"/>
                </a:lnTo>
                <a:lnTo>
                  <a:pt x="1521" y="36"/>
                </a:lnTo>
                <a:lnTo>
                  <a:pt x="1517" y="2"/>
                </a:lnTo>
                <a:lnTo>
                  <a:pt x="1517" y="2"/>
                </a:lnTo>
                <a:close/>
                <a:moveTo>
                  <a:pt x="1109" y="431"/>
                </a:moveTo>
                <a:lnTo>
                  <a:pt x="1320" y="510"/>
                </a:lnTo>
                <a:lnTo>
                  <a:pt x="1320" y="510"/>
                </a:lnTo>
                <a:lnTo>
                  <a:pt x="1284" y="504"/>
                </a:lnTo>
                <a:lnTo>
                  <a:pt x="1205" y="492"/>
                </a:lnTo>
                <a:lnTo>
                  <a:pt x="1162" y="486"/>
                </a:lnTo>
                <a:lnTo>
                  <a:pt x="1123" y="482"/>
                </a:lnTo>
                <a:lnTo>
                  <a:pt x="1107" y="481"/>
                </a:lnTo>
                <a:lnTo>
                  <a:pt x="1095" y="481"/>
                </a:lnTo>
                <a:lnTo>
                  <a:pt x="1086" y="482"/>
                </a:lnTo>
                <a:lnTo>
                  <a:pt x="1084" y="484"/>
                </a:lnTo>
                <a:lnTo>
                  <a:pt x="1081" y="485"/>
                </a:lnTo>
                <a:lnTo>
                  <a:pt x="940" y="678"/>
                </a:lnTo>
                <a:lnTo>
                  <a:pt x="940" y="678"/>
                </a:lnTo>
                <a:lnTo>
                  <a:pt x="949" y="678"/>
                </a:lnTo>
                <a:lnTo>
                  <a:pt x="970" y="677"/>
                </a:lnTo>
                <a:lnTo>
                  <a:pt x="1004" y="677"/>
                </a:lnTo>
                <a:lnTo>
                  <a:pt x="1045" y="679"/>
                </a:lnTo>
                <a:lnTo>
                  <a:pt x="1069" y="682"/>
                </a:lnTo>
                <a:lnTo>
                  <a:pt x="1093" y="685"/>
                </a:lnTo>
                <a:lnTo>
                  <a:pt x="1119" y="690"/>
                </a:lnTo>
                <a:lnTo>
                  <a:pt x="1144" y="696"/>
                </a:lnTo>
                <a:lnTo>
                  <a:pt x="1171" y="703"/>
                </a:lnTo>
                <a:lnTo>
                  <a:pt x="1196" y="713"/>
                </a:lnTo>
                <a:lnTo>
                  <a:pt x="1221" y="724"/>
                </a:lnTo>
                <a:lnTo>
                  <a:pt x="1245" y="737"/>
                </a:lnTo>
                <a:lnTo>
                  <a:pt x="1245" y="737"/>
                </a:lnTo>
                <a:lnTo>
                  <a:pt x="1192" y="733"/>
                </a:lnTo>
                <a:lnTo>
                  <a:pt x="1137" y="731"/>
                </a:lnTo>
                <a:lnTo>
                  <a:pt x="1073" y="728"/>
                </a:lnTo>
                <a:lnTo>
                  <a:pt x="1006" y="728"/>
                </a:lnTo>
                <a:lnTo>
                  <a:pt x="974" y="730"/>
                </a:lnTo>
                <a:lnTo>
                  <a:pt x="944" y="732"/>
                </a:lnTo>
                <a:lnTo>
                  <a:pt x="918" y="736"/>
                </a:lnTo>
                <a:lnTo>
                  <a:pt x="896" y="739"/>
                </a:lnTo>
                <a:lnTo>
                  <a:pt x="887" y="742"/>
                </a:lnTo>
                <a:lnTo>
                  <a:pt x="878" y="745"/>
                </a:lnTo>
                <a:lnTo>
                  <a:pt x="872" y="749"/>
                </a:lnTo>
                <a:lnTo>
                  <a:pt x="867" y="752"/>
                </a:lnTo>
                <a:lnTo>
                  <a:pt x="730" y="962"/>
                </a:lnTo>
                <a:lnTo>
                  <a:pt x="730" y="962"/>
                </a:lnTo>
                <a:lnTo>
                  <a:pt x="741" y="961"/>
                </a:lnTo>
                <a:lnTo>
                  <a:pt x="769" y="960"/>
                </a:lnTo>
                <a:lnTo>
                  <a:pt x="814" y="958"/>
                </a:lnTo>
                <a:lnTo>
                  <a:pt x="839" y="958"/>
                </a:lnTo>
                <a:lnTo>
                  <a:pt x="867" y="959"/>
                </a:lnTo>
                <a:lnTo>
                  <a:pt x="897" y="960"/>
                </a:lnTo>
                <a:lnTo>
                  <a:pt x="927" y="964"/>
                </a:lnTo>
                <a:lnTo>
                  <a:pt x="959" y="968"/>
                </a:lnTo>
                <a:lnTo>
                  <a:pt x="990" y="974"/>
                </a:lnTo>
                <a:lnTo>
                  <a:pt x="1021" y="982"/>
                </a:lnTo>
                <a:lnTo>
                  <a:pt x="1051" y="991"/>
                </a:lnTo>
                <a:lnTo>
                  <a:pt x="1066" y="997"/>
                </a:lnTo>
                <a:lnTo>
                  <a:pt x="1079" y="1003"/>
                </a:lnTo>
                <a:lnTo>
                  <a:pt x="1093" y="1010"/>
                </a:lnTo>
                <a:lnTo>
                  <a:pt x="1106" y="1019"/>
                </a:lnTo>
                <a:lnTo>
                  <a:pt x="1106" y="1019"/>
                </a:lnTo>
                <a:lnTo>
                  <a:pt x="1088" y="1015"/>
                </a:lnTo>
                <a:lnTo>
                  <a:pt x="1041" y="1008"/>
                </a:lnTo>
                <a:lnTo>
                  <a:pt x="1010" y="1004"/>
                </a:lnTo>
                <a:lnTo>
                  <a:pt x="974" y="1001"/>
                </a:lnTo>
                <a:lnTo>
                  <a:pt x="934" y="997"/>
                </a:lnTo>
                <a:lnTo>
                  <a:pt x="894" y="995"/>
                </a:lnTo>
                <a:lnTo>
                  <a:pt x="852" y="995"/>
                </a:lnTo>
                <a:lnTo>
                  <a:pt x="811" y="997"/>
                </a:lnTo>
                <a:lnTo>
                  <a:pt x="791" y="998"/>
                </a:lnTo>
                <a:lnTo>
                  <a:pt x="771" y="1001"/>
                </a:lnTo>
                <a:lnTo>
                  <a:pt x="752" y="1003"/>
                </a:lnTo>
                <a:lnTo>
                  <a:pt x="734" y="1008"/>
                </a:lnTo>
                <a:lnTo>
                  <a:pt x="716" y="1011"/>
                </a:lnTo>
                <a:lnTo>
                  <a:pt x="699" y="1017"/>
                </a:lnTo>
                <a:lnTo>
                  <a:pt x="685" y="1023"/>
                </a:lnTo>
                <a:lnTo>
                  <a:pt x="670" y="1032"/>
                </a:lnTo>
                <a:lnTo>
                  <a:pt x="657" y="1040"/>
                </a:lnTo>
                <a:lnTo>
                  <a:pt x="646" y="1050"/>
                </a:lnTo>
                <a:lnTo>
                  <a:pt x="637" y="1059"/>
                </a:lnTo>
                <a:lnTo>
                  <a:pt x="630" y="1071"/>
                </a:lnTo>
                <a:lnTo>
                  <a:pt x="545" y="1173"/>
                </a:lnTo>
                <a:lnTo>
                  <a:pt x="545" y="1173"/>
                </a:lnTo>
                <a:lnTo>
                  <a:pt x="533" y="1179"/>
                </a:lnTo>
                <a:lnTo>
                  <a:pt x="519" y="1183"/>
                </a:lnTo>
                <a:lnTo>
                  <a:pt x="504" y="1187"/>
                </a:lnTo>
                <a:lnTo>
                  <a:pt x="497" y="1188"/>
                </a:lnTo>
                <a:lnTo>
                  <a:pt x="490" y="1189"/>
                </a:lnTo>
                <a:lnTo>
                  <a:pt x="483" y="1188"/>
                </a:lnTo>
                <a:lnTo>
                  <a:pt x="478" y="1187"/>
                </a:lnTo>
                <a:lnTo>
                  <a:pt x="473" y="1183"/>
                </a:lnTo>
                <a:lnTo>
                  <a:pt x="471" y="1179"/>
                </a:lnTo>
                <a:lnTo>
                  <a:pt x="469" y="1173"/>
                </a:lnTo>
                <a:lnTo>
                  <a:pt x="470" y="1164"/>
                </a:lnTo>
                <a:lnTo>
                  <a:pt x="596" y="996"/>
                </a:lnTo>
                <a:lnTo>
                  <a:pt x="596" y="996"/>
                </a:lnTo>
                <a:lnTo>
                  <a:pt x="600" y="986"/>
                </a:lnTo>
                <a:lnTo>
                  <a:pt x="609" y="959"/>
                </a:lnTo>
                <a:lnTo>
                  <a:pt x="614" y="940"/>
                </a:lnTo>
                <a:lnTo>
                  <a:pt x="620" y="917"/>
                </a:lnTo>
                <a:lnTo>
                  <a:pt x="625" y="890"/>
                </a:lnTo>
                <a:lnTo>
                  <a:pt x="629" y="860"/>
                </a:lnTo>
                <a:lnTo>
                  <a:pt x="631" y="828"/>
                </a:lnTo>
                <a:lnTo>
                  <a:pt x="631" y="792"/>
                </a:lnTo>
                <a:lnTo>
                  <a:pt x="629" y="754"/>
                </a:lnTo>
                <a:lnTo>
                  <a:pt x="626" y="733"/>
                </a:lnTo>
                <a:lnTo>
                  <a:pt x="623" y="713"/>
                </a:lnTo>
                <a:lnTo>
                  <a:pt x="619" y="691"/>
                </a:lnTo>
                <a:lnTo>
                  <a:pt x="614" y="670"/>
                </a:lnTo>
                <a:lnTo>
                  <a:pt x="608" y="648"/>
                </a:lnTo>
                <a:lnTo>
                  <a:pt x="601" y="626"/>
                </a:lnTo>
                <a:lnTo>
                  <a:pt x="594" y="603"/>
                </a:lnTo>
                <a:lnTo>
                  <a:pt x="584" y="579"/>
                </a:lnTo>
                <a:lnTo>
                  <a:pt x="574" y="555"/>
                </a:lnTo>
                <a:lnTo>
                  <a:pt x="563" y="531"/>
                </a:lnTo>
                <a:lnTo>
                  <a:pt x="563" y="531"/>
                </a:lnTo>
                <a:lnTo>
                  <a:pt x="569" y="535"/>
                </a:lnTo>
                <a:lnTo>
                  <a:pt x="576" y="540"/>
                </a:lnTo>
                <a:lnTo>
                  <a:pt x="586" y="548"/>
                </a:lnTo>
                <a:lnTo>
                  <a:pt x="596" y="558"/>
                </a:lnTo>
                <a:lnTo>
                  <a:pt x="608" y="571"/>
                </a:lnTo>
                <a:lnTo>
                  <a:pt x="620" y="589"/>
                </a:lnTo>
                <a:lnTo>
                  <a:pt x="633" y="609"/>
                </a:lnTo>
                <a:lnTo>
                  <a:pt x="644" y="634"/>
                </a:lnTo>
                <a:lnTo>
                  <a:pt x="650" y="647"/>
                </a:lnTo>
                <a:lnTo>
                  <a:pt x="655" y="663"/>
                </a:lnTo>
                <a:lnTo>
                  <a:pt x="660" y="679"/>
                </a:lnTo>
                <a:lnTo>
                  <a:pt x="664" y="696"/>
                </a:lnTo>
                <a:lnTo>
                  <a:pt x="668" y="715"/>
                </a:lnTo>
                <a:lnTo>
                  <a:pt x="670" y="736"/>
                </a:lnTo>
                <a:lnTo>
                  <a:pt x="673" y="756"/>
                </a:lnTo>
                <a:lnTo>
                  <a:pt x="675" y="779"/>
                </a:lnTo>
                <a:lnTo>
                  <a:pt x="675" y="804"/>
                </a:lnTo>
                <a:lnTo>
                  <a:pt x="675" y="829"/>
                </a:lnTo>
                <a:lnTo>
                  <a:pt x="675" y="856"/>
                </a:lnTo>
                <a:lnTo>
                  <a:pt x="673" y="884"/>
                </a:lnTo>
                <a:lnTo>
                  <a:pt x="669" y="915"/>
                </a:lnTo>
                <a:lnTo>
                  <a:pt x="666" y="946"/>
                </a:lnTo>
                <a:lnTo>
                  <a:pt x="851" y="693"/>
                </a:lnTo>
                <a:lnTo>
                  <a:pt x="851" y="693"/>
                </a:lnTo>
                <a:lnTo>
                  <a:pt x="846" y="658"/>
                </a:lnTo>
                <a:lnTo>
                  <a:pt x="839" y="619"/>
                </a:lnTo>
                <a:lnTo>
                  <a:pt x="828" y="570"/>
                </a:lnTo>
                <a:lnTo>
                  <a:pt x="821" y="543"/>
                </a:lnTo>
                <a:lnTo>
                  <a:pt x="812" y="515"/>
                </a:lnTo>
                <a:lnTo>
                  <a:pt x="804" y="486"/>
                </a:lnTo>
                <a:lnTo>
                  <a:pt x="793" y="457"/>
                </a:lnTo>
                <a:lnTo>
                  <a:pt x="783" y="428"/>
                </a:lnTo>
                <a:lnTo>
                  <a:pt x="769" y="400"/>
                </a:lnTo>
                <a:lnTo>
                  <a:pt x="756" y="373"/>
                </a:lnTo>
                <a:lnTo>
                  <a:pt x="741" y="346"/>
                </a:lnTo>
                <a:lnTo>
                  <a:pt x="741" y="346"/>
                </a:lnTo>
                <a:lnTo>
                  <a:pt x="748" y="351"/>
                </a:lnTo>
                <a:lnTo>
                  <a:pt x="766" y="364"/>
                </a:lnTo>
                <a:lnTo>
                  <a:pt x="778" y="375"/>
                </a:lnTo>
                <a:lnTo>
                  <a:pt x="791" y="387"/>
                </a:lnTo>
                <a:lnTo>
                  <a:pt x="805" y="402"/>
                </a:lnTo>
                <a:lnTo>
                  <a:pt x="820" y="419"/>
                </a:lnTo>
                <a:lnTo>
                  <a:pt x="834" y="438"/>
                </a:lnTo>
                <a:lnTo>
                  <a:pt x="847" y="460"/>
                </a:lnTo>
                <a:lnTo>
                  <a:pt x="860" y="484"/>
                </a:lnTo>
                <a:lnTo>
                  <a:pt x="871" y="509"/>
                </a:lnTo>
                <a:lnTo>
                  <a:pt x="876" y="523"/>
                </a:lnTo>
                <a:lnTo>
                  <a:pt x="881" y="537"/>
                </a:lnTo>
                <a:lnTo>
                  <a:pt x="884" y="552"/>
                </a:lnTo>
                <a:lnTo>
                  <a:pt x="888" y="567"/>
                </a:lnTo>
                <a:lnTo>
                  <a:pt x="890" y="583"/>
                </a:lnTo>
                <a:lnTo>
                  <a:pt x="891" y="598"/>
                </a:lnTo>
                <a:lnTo>
                  <a:pt x="891" y="615"/>
                </a:lnTo>
                <a:lnTo>
                  <a:pt x="891" y="633"/>
                </a:lnTo>
                <a:lnTo>
                  <a:pt x="891" y="633"/>
                </a:lnTo>
                <a:lnTo>
                  <a:pt x="912" y="613"/>
                </a:lnTo>
                <a:lnTo>
                  <a:pt x="932" y="591"/>
                </a:lnTo>
                <a:lnTo>
                  <a:pt x="955" y="564"/>
                </a:lnTo>
                <a:lnTo>
                  <a:pt x="967" y="548"/>
                </a:lnTo>
                <a:lnTo>
                  <a:pt x="978" y="531"/>
                </a:lnTo>
                <a:lnTo>
                  <a:pt x="988" y="515"/>
                </a:lnTo>
                <a:lnTo>
                  <a:pt x="999" y="498"/>
                </a:lnTo>
                <a:lnTo>
                  <a:pt x="1006" y="480"/>
                </a:lnTo>
                <a:lnTo>
                  <a:pt x="1013" y="463"/>
                </a:lnTo>
                <a:lnTo>
                  <a:pt x="1017" y="447"/>
                </a:lnTo>
                <a:lnTo>
                  <a:pt x="1018" y="430"/>
                </a:lnTo>
                <a:lnTo>
                  <a:pt x="1018" y="430"/>
                </a:lnTo>
                <a:lnTo>
                  <a:pt x="1019" y="288"/>
                </a:lnTo>
                <a:lnTo>
                  <a:pt x="1020" y="208"/>
                </a:lnTo>
                <a:lnTo>
                  <a:pt x="1020" y="208"/>
                </a:lnTo>
                <a:lnTo>
                  <a:pt x="1029" y="233"/>
                </a:lnTo>
                <a:lnTo>
                  <a:pt x="1047" y="289"/>
                </a:lnTo>
                <a:lnTo>
                  <a:pt x="1056" y="321"/>
                </a:lnTo>
                <a:lnTo>
                  <a:pt x="1063" y="352"/>
                </a:lnTo>
                <a:lnTo>
                  <a:pt x="1066" y="365"/>
                </a:lnTo>
                <a:lnTo>
                  <a:pt x="1067" y="379"/>
                </a:lnTo>
                <a:lnTo>
                  <a:pt x="1068" y="388"/>
                </a:lnTo>
                <a:lnTo>
                  <a:pt x="1067" y="395"/>
                </a:lnTo>
                <a:lnTo>
                  <a:pt x="1067" y="395"/>
                </a:lnTo>
                <a:lnTo>
                  <a:pt x="1094" y="374"/>
                </a:lnTo>
                <a:lnTo>
                  <a:pt x="1125" y="351"/>
                </a:lnTo>
                <a:lnTo>
                  <a:pt x="1164" y="325"/>
                </a:lnTo>
                <a:lnTo>
                  <a:pt x="1184" y="312"/>
                </a:lnTo>
                <a:lnTo>
                  <a:pt x="1207" y="299"/>
                </a:lnTo>
                <a:lnTo>
                  <a:pt x="1228" y="287"/>
                </a:lnTo>
                <a:lnTo>
                  <a:pt x="1250" y="276"/>
                </a:lnTo>
                <a:lnTo>
                  <a:pt x="1271" y="266"/>
                </a:lnTo>
                <a:lnTo>
                  <a:pt x="1293" y="259"/>
                </a:lnTo>
                <a:lnTo>
                  <a:pt x="1312" y="254"/>
                </a:lnTo>
                <a:lnTo>
                  <a:pt x="1321" y="253"/>
                </a:lnTo>
                <a:lnTo>
                  <a:pt x="1330" y="253"/>
                </a:lnTo>
                <a:lnTo>
                  <a:pt x="1109" y="4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5"/>
          <p:cNvSpPr>
            <a:spLocks noChangeAspect="1" noEditPoints="1"/>
          </p:cNvSpPr>
          <p:nvPr/>
        </p:nvSpPr>
        <p:spPr bwMode="auto">
          <a:xfrm>
            <a:off x="1100572" y="2889060"/>
            <a:ext cx="1080000" cy="1080000"/>
          </a:xfrm>
          <a:custGeom>
            <a:avLst/>
            <a:gdLst>
              <a:gd name="T0" fmla="*/ 649 w 1529"/>
              <a:gd name="T1" fmla="*/ 8 h 1528"/>
              <a:gd name="T2" fmla="*/ 467 w 1529"/>
              <a:gd name="T3" fmla="*/ 59 h 1528"/>
              <a:gd name="T4" fmla="*/ 307 w 1529"/>
              <a:gd name="T5" fmla="*/ 151 h 1528"/>
              <a:gd name="T6" fmla="*/ 174 w 1529"/>
              <a:gd name="T7" fmla="*/ 278 h 1528"/>
              <a:gd name="T8" fmla="*/ 75 w 1529"/>
              <a:gd name="T9" fmla="*/ 433 h 1528"/>
              <a:gd name="T10" fmla="*/ 16 w 1529"/>
              <a:gd name="T11" fmla="*/ 610 h 1528"/>
              <a:gd name="T12" fmla="*/ 0 w 1529"/>
              <a:gd name="T13" fmla="*/ 764 h 1528"/>
              <a:gd name="T14" fmla="*/ 24 w 1529"/>
              <a:gd name="T15" fmla="*/ 955 h 1528"/>
              <a:gd name="T16" fmla="*/ 92 w 1529"/>
              <a:gd name="T17" fmla="*/ 1128 h 1528"/>
              <a:gd name="T18" fmla="*/ 198 w 1529"/>
              <a:gd name="T19" fmla="*/ 1277 h 1528"/>
              <a:gd name="T20" fmla="*/ 337 w 1529"/>
              <a:gd name="T21" fmla="*/ 1398 h 1528"/>
              <a:gd name="T22" fmla="*/ 502 w 1529"/>
              <a:gd name="T23" fmla="*/ 1482 h 1528"/>
              <a:gd name="T24" fmla="*/ 687 w 1529"/>
              <a:gd name="T25" fmla="*/ 1525 h 1528"/>
              <a:gd name="T26" fmla="*/ 842 w 1529"/>
              <a:gd name="T27" fmla="*/ 1525 h 1528"/>
              <a:gd name="T28" fmla="*/ 1027 w 1529"/>
              <a:gd name="T29" fmla="*/ 1482 h 1528"/>
              <a:gd name="T30" fmla="*/ 1192 w 1529"/>
              <a:gd name="T31" fmla="*/ 1398 h 1528"/>
              <a:gd name="T32" fmla="*/ 1330 w 1529"/>
              <a:gd name="T33" fmla="*/ 1277 h 1528"/>
              <a:gd name="T34" fmla="*/ 1437 w 1529"/>
              <a:gd name="T35" fmla="*/ 1128 h 1528"/>
              <a:gd name="T36" fmla="*/ 1505 w 1529"/>
              <a:gd name="T37" fmla="*/ 955 h 1528"/>
              <a:gd name="T38" fmla="*/ 1529 w 1529"/>
              <a:gd name="T39" fmla="*/ 764 h 1528"/>
              <a:gd name="T40" fmla="*/ 1513 w 1529"/>
              <a:gd name="T41" fmla="*/ 610 h 1528"/>
              <a:gd name="T42" fmla="*/ 1453 w 1529"/>
              <a:gd name="T43" fmla="*/ 433 h 1528"/>
              <a:gd name="T44" fmla="*/ 1354 w 1529"/>
              <a:gd name="T45" fmla="*/ 278 h 1528"/>
              <a:gd name="T46" fmla="*/ 1222 w 1529"/>
              <a:gd name="T47" fmla="*/ 151 h 1528"/>
              <a:gd name="T48" fmla="*/ 1062 w 1529"/>
              <a:gd name="T49" fmla="*/ 59 h 1528"/>
              <a:gd name="T50" fmla="*/ 880 w 1529"/>
              <a:gd name="T51" fmla="*/ 8 h 1528"/>
              <a:gd name="T52" fmla="*/ 1265 w 1529"/>
              <a:gd name="T53" fmla="*/ 701 h 1528"/>
              <a:gd name="T54" fmla="*/ 1307 w 1529"/>
              <a:gd name="T55" fmla="*/ 714 h 1528"/>
              <a:gd name="T56" fmla="*/ 1352 w 1529"/>
              <a:gd name="T57" fmla="*/ 767 h 1528"/>
              <a:gd name="T58" fmla="*/ 1200 w 1529"/>
              <a:gd name="T59" fmla="*/ 733 h 1528"/>
              <a:gd name="T60" fmla="*/ 1258 w 1529"/>
              <a:gd name="T61" fmla="*/ 702 h 1528"/>
              <a:gd name="T62" fmla="*/ 274 w 1529"/>
              <a:gd name="T63" fmla="*/ 702 h 1528"/>
              <a:gd name="T64" fmla="*/ 330 w 1529"/>
              <a:gd name="T65" fmla="*/ 732 h 1528"/>
              <a:gd name="T66" fmla="*/ 178 w 1529"/>
              <a:gd name="T67" fmla="*/ 770 h 1528"/>
              <a:gd name="T68" fmla="*/ 225 w 1529"/>
              <a:gd name="T69" fmla="*/ 714 h 1528"/>
              <a:gd name="T70" fmla="*/ 266 w 1529"/>
              <a:gd name="T71" fmla="*/ 701 h 1528"/>
              <a:gd name="T72" fmla="*/ 222 w 1529"/>
              <a:gd name="T73" fmla="*/ 877 h 1528"/>
              <a:gd name="T74" fmla="*/ 178 w 1529"/>
              <a:gd name="T75" fmla="*/ 836 h 1528"/>
              <a:gd name="T76" fmla="*/ 352 w 1529"/>
              <a:gd name="T77" fmla="*/ 839 h 1528"/>
              <a:gd name="T78" fmla="*/ 312 w 1529"/>
              <a:gd name="T79" fmla="*/ 877 h 1528"/>
              <a:gd name="T80" fmla="*/ 824 w 1529"/>
              <a:gd name="T81" fmla="*/ 753 h 1528"/>
              <a:gd name="T82" fmla="*/ 830 w 1529"/>
              <a:gd name="T83" fmla="*/ 802 h 1528"/>
              <a:gd name="T84" fmla="*/ 645 w 1529"/>
              <a:gd name="T85" fmla="*/ 1060 h 1528"/>
              <a:gd name="T86" fmla="*/ 702 w 1529"/>
              <a:gd name="T87" fmla="*/ 806 h 1528"/>
              <a:gd name="T88" fmla="*/ 703 w 1529"/>
              <a:gd name="T89" fmla="*/ 756 h 1528"/>
              <a:gd name="T90" fmla="*/ 656 w 1529"/>
              <a:gd name="T91" fmla="*/ 729 h 1528"/>
              <a:gd name="T92" fmla="*/ 610 w 1529"/>
              <a:gd name="T93" fmla="*/ 680 h 1528"/>
              <a:gd name="T94" fmla="*/ 586 w 1529"/>
              <a:gd name="T95" fmla="*/ 616 h 1528"/>
              <a:gd name="T96" fmla="*/ 588 w 1529"/>
              <a:gd name="T97" fmla="*/ 551 h 1528"/>
              <a:gd name="T98" fmla="*/ 625 w 1529"/>
              <a:gd name="T99" fmla="*/ 475 h 1528"/>
              <a:gd name="T100" fmla="*/ 691 w 1529"/>
              <a:gd name="T101" fmla="*/ 424 h 1528"/>
              <a:gd name="T102" fmla="*/ 761 w 1529"/>
              <a:gd name="T103" fmla="*/ 410 h 1528"/>
              <a:gd name="T104" fmla="*/ 846 w 1529"/>
              <a:gd name="T105" fmla="*/ 432 h 1528"/>
              <a:gd name="T106" fmla="*/ 908 w 1529"/>
              <a:gd name="T107" fmla="*/ 488 h 1528"/>
              <a:gd name="T108" fmla="*/ 938 w 1529"/>
              <a:gd name="T109" fmla="*/ 569 h 1528"/>
              <a:gd name="T110" fmla="*/ 934 w 1529"/>
              <a:gd name="T111" fmla="*/ 629 h 1528"/>
              <a:gd name="T112" fmla="*/ 906 w 1529"/>
              <a:gd name="T113" fmla="*/ 689 h 1528"/>
              <a:gd name="T114" fmla="*/ 860 w 1529"/>
              <a:gd name="T115" fmla="*/ 735 h 1528"/>
              <a:gd name="T116" fmla="*/ 1265 w 1529"/>
              <a:gd name="T117" fmla="*/ 886 h 1528"/>
              <a:gd name="T118" fmla="*/ 1207 w 1529"/>
              <a:gd name="T119" fmla="*/ 871 h 1528"/>
              <a:gd name="T120" fmla="*/ 1175 w 1529"/>
              <a:gd name="T121" fmla="*/ 828 h 1528"/>
              <a:gd name="T122" fmla="*/ 1348 w 1529"/>
              <a:gd name="T123" fmla="*/ 845 h 1528"/>
              <a:gd name="T124" fmla="*/ 1297 w 1529"/>
              <a:gd name="T125" fmla="*/ 882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29" h="1528">
                <a:moveTo>
                  <a:pt x="764" y="0"/>
                </a:moveTo>
                <a:lnTo>
                  <a:pt x="764" y="0"/>
                </a:lnTo>
                <a:lnTo>
                  <a:pt x="725" y="1"/>
                </a:lnTo>
                <a:lnTo>
                  <a:pt x="687" y="3"/>
                </a:lnTo>
                <a:lnTo>
                  <a:pt x="649" y="8"/>
                </a:lnTo>
                <a:lnTo>
                  <a:pt x="610" y="15"/>
                </a:lnTo>
                <a:lnTo>
                  <a:pt x="573" y="24"/>
                </a:lnTo>
                <a:lnTo>
                  <a:pt x="537" y="34"/>
                </a:lnTo>
                <a:lnTo>
                  <a:pt x="502" y="46"/>
                </a:lnTo>
                <a:lnTo>
                  <a:pt x="467" y="59"/>
                </a:lnTo>
                <a:lnTo>
                  <a:pt x="434" y="75"/>
                </a:lnTo>
                <a:lnTo>
                  <a:pt x="400" y="92"/>
                </a:lnTo>
                <a:lnTo>
                  <a:pt x="368" y="111"/>
                </a:lnTo>
                <a:lnTo>
                  <a:pt x="337" y="130"/>
                </a:lnTo>
                <a:lnTo>
                  <a:pt x="307" y="151"/>
                </a:lnTo>
                <a:lnTo>
                  <a:pt x="278" y="174"/>
                </a:lnTo>
                <a:lnTo>
                  <a:pt x="251" y="198"/>
                </a:lnTo>
                <a:lnTo>
                  <a:pt x="223" y="223"/>
                </a:lnTo>
                <a:lnTo>
                  <a:pt x="198" y="250"/>
                </a:lnTo>
                <a:lnTo>
                  <a:pt x="174" y="278"/>
                </a:lnTo>
                <a:lnTo>
                  <a:pt x="152" y="307"/>
                </a:lnTo>
                <a:lnTo>
                  <a:pt x="130" y="336"/>
                </a:lnTo>
                <a:lnTo>
                  <a:pt x="111" y="367"/>
                </a:lnTo>
                <a:lnTo>
                  <a:pt x="92" y="400"/>
                </a:lnTo>
                <a:lnTo>
                  <a:pt x="75" y="433"/>
                </a:lnTo>
                <a:lnTo>
                  <a:pt x="60" y="467"/>
                </a:lnTo>
                <a:lnTo>
                  <a:pt x="47" y="501"/>
                </a:lnTo>
                <a:lnTo>
                  <a:pt x="35" y="537"/>
                </a:lnTo>
                <a:lnTo>
                  <a:pt x="24" y="573"/>
                </a:lnTo>
                <a:lnTo>
                  <a:pt x="16" y="610"/>
                </a:lnTo>
                <a:lnTo>
                  <a:pt x="8" y="648"/>
                </a:lnTo>
                <a:lnTo>
                  <a:pt x="4" y="686"/>
                </a:lnTo>
                <a:lnTo>
                  <a:pt x="1" y="724"/>
                </a:lnTo>
                <a:lnTo>
                  <a:pt x="0" y="764"/>
                </a:lnTo>
                <a:lnTo>
                  <a:pt x="0" y="764"/>
                </a:lnTo>
                <a:lnTo>
                  <a:pt x="1" y="803"/>
                </a:lnTo>
                <a:lnTo>
                  <a:pt x="4" y="842"/>
                </a:lnTo>
                <a:lnTo>
                  <a:pt x="8" y="880"/>
                </a:lnTo>
                <a:lnTo>
                  <a:pt x="16" y="918"/>
                </a:lnTo>
                <a:lnTo>
                  <a:pt x="24" y="955"/>
                </a:lnTo>
                <a:lnTo>
                  <a:pt x="35" y="991"/>
                </a:lnTo>
                <a:lnTo>
                  <a:pt x="47" y="1027"/>
                </a:lnTo>
                <a:lnTo>
                  <a:pt x="60" y="1061"/>
                </a:lnTo>
                <a:lnTo>
                  <a:pt x="75" y="1095"/>
                </a:lnTo>
                <a:lnTo>
                  <a:pt x="92" y="1128"/>
                </a:lnTo>
                <a:lnTo>
                  <a:pt x="111" y="1160"/>
                </a:lnTo>
                <a:lnTo>
                  <a:pt x="130" y="1191"/>
                </a:lnTo>
                <a:lnTo>
                  <a:pt x="152" y="1221"/>
                </a:lnTo>
                <a:lnTo>
                  <a:pt x="174" y="1250"/>
                </a:lnTo>
                <a:lnTo>
                  <a:pt x="198" y="1277"/>
                </a:lnTo>
                <a:lnTo>
                  <a:pt x="223" y="1305"/>
                </a:lnTo>
                <a:lnTo>
                  <a:pt x="251" y="1330"/>
                </a:lnTo>
                <a:lnTo>
                  <a:pt x="278" y="1354"/>
                </a:lnTo>
                <a:lnTo>
                  <a:pt x="307" y="1376"/>
                </a:lnTo>
                <a:lnTo>
                  <a:pt x="337" y="1398"/>
                </a:lnTo>
                <a:lnTo>
                  <a:pt x="368" y="1417"/>
                </a:lnTo>
                <a:lnTo>
                  <a:pt x="400" y="1436"/>
                </a:lnTo>
                <a:lnTo>
                  <a:pt x="434" y="1453"/>
                </a:lnTo>
                <a:lnTo>
                  <a:pt x="467" y="1468"/>
                </a:lnTo>
                <a:lnTo>
                  <a:pt x="502" y="1482"/>
                </a:lnTo>
                <a:lnTo>
                  <a:pt x="537" y="1494"/>
                </a:lnTo>
                <a:lnTo>
                  <a:pt x="573" y="1504"/>
                </a:lnTo>
                <a:lnTo>
                  <a:pt x="610" y="1513"/>
                </a:lnTo>
                <a:lnTo>
                  <a:pt x="649" y="1520"/>
                </a:lnTo>
                <a:lnTo>
                  <a:pt x="687" y="1525"/>
                </a:lnTo>
                <a:lnTo>
                  <a:pt x="725" y="1527"/>
                </a:lnTo>
                <a:lnTo>
                  <a:pt x="764" y="1528"/>
                </a:lnTo>
                <a:lnTo>
                  <a:pt x="764" y="1528"/>
                </a:lnTo>
                <a:lnTo>
                  <a:pt x="804" y="1527"/>
                </a:lnTo>
                <a:lnTo>
                  <a:pt x="842" y="1525"/>
                </a:lnTo>
                <a:lnTo>
                  <a:pt x="880" y="1520"/>
                </a:lnTo>
                <a:lnTo>
                  <a:pt x="918" y="1513"/>
                </a:lnTo>
                <a:lnTo>
                  <a:pt x="955" y="1504"/>
                </a:lnTo>
                <a:lnTo>
                  <a:pt x="991" y="1494"/>
                </a:lnTo>
                <a:lnTo>
                  <a:pt x="1027" y="1482"/>
                </a:lnTo>
                <a:lnTo>
                  <a:pt x="1062" y="1468"/>
                </a:lnTo>
                <a:lnTo>
                  <a:pt x="1095" y="1453"/>
                </a:lnTo>
                <a:lnTo>
                  <a:pt x="1129" y="1436"/>
                </a:lnTo>
                <a:lnTo>
                  <a:pt x="1161" y="1417"/>
                </a:lnTo>
                <a:lnTo>
                  <a:pt x="1192" y="1398"/>
                </a:lnTo>
                <a:lnTo>
                  <a:pt x="1222" y="1376"/>
                </a:lnTo>
                <a:lnTo>
                  <a:pt x="1250" y="1354"/>
                </a:lnTo>
                <a:lnTo>
                  <a:pt x="1278" y="1330"/>
                </a:lnTo>
                <a:lnTo>
                  <a:pt x="1305" y="1305"/>
                </a:lnTo>
                <a:lnTo>
                  <a:pt x="1330" y="1277"/>
                </a:lnTo>
                <a:lnTo>
                  <a:pt x="1354" y="1250"/>
                </a:lnTo>
                <a:lnTo>
                  <a:pt x="1377" y="1221"/>
                </a:lnTo>
                <a:lnTo>
                  <a:pt x="1398" y="1191"/>
                </a:lnTo>
                <a:lnTo>
                  <a:pt x="1418" y="1160"/>
                </a:lnTo>
                <a:lnTo>
                  <a:pt x="1437" y="1128"/>
                </a:lnTo>
                <a:lnTo>
                  <a:pt x="1453" y="1095"/>
                </a:lnTo>
                <a:lnTo>
                  <a:pt x="1469" y="1061"/>
                </a:lnTo>
                <a:lnTo>
                  <a:pt x="1482" y="1027"/>
                </a:lnTo>
                <a:lnTo>
                  <a:pt x="1494" y="991"/>
                </a:lnTo>
                <a:lnTo>
                  <a:pt x="1505" y="955"/>
                </a:lnTo>
                <a:lnTo>
                  <a:pt x="1513" y="918"/>
                </a:lnTo>
                <a:lnTo>
                  <a:pt x="1520" y="880"/>
                </a:lnTo>
                <a:lnTo>
                  <a:pt x="1525" y="842"/>
                </a:lnTo>
                <a:lnTo>
                  <a:pt x="1527" y="803"/>
                </a:lnTo>
                <a:lnTo>
                  <a:pt x="1529" y="764"/>
                </a:lnTo>
                <a:lnTo>
                  <a:pt x="1529" y="764"/>
                </a:lnTo>
                <a:lnTo>
                  <a:pt x="1527" y="724"/>
                </a:lnTo>
                <a:lnTo>
                  <a:pt x="1525" y="686"/>
                </a:lnTo>
                <a:lnTo>
                  <a:pt x="1520" y="648"/>
                </a:lnTo>
                <a:lnTo>
                  <a:pt x="1513" y="610"/>
                </a:lnTo>
                <a:lnTo>
                  <a:pt x="1505" y="573"/>
                </a:lnTo>
                <a:lnTo>
                  <a:pt x="1494" y="537"/>
                </a:lnTo>
                <a:lnTo>
                  <a:pt x="1482" y="501"/>
                </a:lnTo>
                <a:lnTo>
                  <a:pt x="1469" y="467"/>
                </a:lnTo>
                <a:lnTo>
                  <a:pt x="1453" y="433"/>
                </a:lnTo>
                <a:lnTo>
                  <a:pt x="1437" y="400"/>
                </a:lnTo>
                <a:lnTo>
                  <a:pt x="1418" y="367"/>
                </a:lnTo>
                <a:lnTo>
                  <a:pt x="1398" y="336"/>
                </a:lnTo>
                <a:lnTo>
                  <a:pt x="1377" y="307"/>
                </a:lnTo>
                <a:lnTo>
                  <a:pt x="1354" y="278"/>
                </a:lnTo>
                <a:lnTo>
                  <a:pt x="1330" y="250"/>
                </a:lnTo>
                <a:lnTo>
                  <a:pt x="1305" y="223"/>
                </a:lnTo>
                <a:lnTo>
                  <a:pt x="1278" y="198"/>
                </a:lnTo>
                <a:lnTo>
                  <a:pt x="1250" y="174"/>
                </a:lnTo>
                <a:lnTo>
                  <a:pt x="1222" y="151"/>
                </a:lnTo>
                <a:lnTo>
                  <a:pt x="1192" y="130"/>
                </a:lnTo>
                <a:lnTo>
                  <a:pt x="1161" y="111"/>
                </a:lnTo>
                <a:lnTo>
                  <a:pt x="1129" y="92"/>
                </a:lnTo>
                <a:lnTo>
                  <a:pt x="1095" y="75"/>
                </a:lnTo>
                <a:lnTo>
                  <a:pt x="1062" y="59"/>
                </a:lnTo>
                <a:lnTo>
                  <a:pt x="1027" y="46"/>
                </a:lnTo>
                <a:lnTo>
                  <a:pt x="991" y="34"/>
                </a:lnTo>
                <a:lnTo>
                  <a:pt x="955" y="24"/>
                </a:lnTo>
                <a:lnTo>
                  <a:pt x="918" y="15"/>
                </a:lnTo>
                <a:lnTo>
                  <a:pt x="880" y="8"/>
                </a:lnTo>
                <a:lnTo>
                  <a:pt x="842" y="3"/>
                </a:lnTo>
                <a:lnTo>
                  <a:pt x="804" y="1"/>
                </a:lnTo>
                <a:lnTo>
                  <a:pt x="764" y="0"/>
                </a:lnTo>
                <a:lnTo>
                  <a:pt x="764" y="0"/>
                </a:lnTo>
                <a:close/>
                <a:moveTo>
                  <a:pt x="1265" y="701"/>
                </a:moveTo>
                <a:lnTo>
                  <a:pt x="1265" y="701"/>
                </a:lnTo>
                <a:lnTo>
                  <a:pt x="1272" y="702"/>
                </a:lnTo>
                <a:lnTo>
                  <a:pt x="1279" y="703"/>
                </a:lnTo>
                <a:lnTo>
                  <a:pt x="1293" y="707"/>
                </a:lnTo>
                <a:lnTo>
                  <a:pt x="1307" y="714"/>
                </a:lnTo>
                <a:lnTo>
                  <a:pt x="1318" y="722"/>
                </a:lnTo>
                <a:lnTo>
                  <a:pt x="1328" y="732"/>
                </a:lnTo>
                <a:lnTo>
                  <a:pt x="1338" y="744"/>
                </a:lnTo>
                <a:lnTo>
                  <a:pt x="1346" y="756"/>
                </a:lnTo>
                <a:lnTo>
                  <a:pt x="1352" y="767"/>
                </a:lnTo>
                <a:lnTo>
                  <a:pt x="1178" y="770"/>
                </a:lnTo>
                <a:lnTo>
                  <a:pt x="1178" y="770"/>
                </a:lnTo>
                <a:lnTo>
                  <a:pt x="1184" y="757"/>
                </a:lnTo>
                <a:lnTo>
                  <a:pt x="1191" y="745"/>
                </a:lnTo>
                <a:lnTo>
                  <a:pt x="1200" y="733"/>
                </a:lnTo>
                <a:lnTo>
                  <a:pt x="1211" y="722"/>
                </a:lnTo>
                <a:lnTo>
                  <a:pt x="1223" y="714"/>
                </a:lnTo>
                <a:lnTo>
                  <a:pt x="1236" y="707"/>
                </a:lnTo>
                <a:lnTo>
                  <a:pt x="1250" y="703"/>
                </a:lnTo>
                <a:lnTo>
                  <a:pt x="1258" y="702"/>
                </a:lnTo>
                <a:lnTo>
                  <a:pt x="1265" y="701"/>
                </a:lnTo>
                <a:lnTo>
                  <a:pt x="1265" y="701"/>
                </a:lnTo>
                <a:close/>
                <a:moveTo>
                  <a:pt x="266" y="701"/>
                </a:moveTo>
                <a:lnTo>
                  <a:pt x="266" y="701"/>
                </a:lnTo>
                <a:lnTo>
                  <a:pt x="274" y="702"/>
                </a:lnTo>
                <a:lnTo>
                  <a:pt x="281" y="703"/>
                </a:lnTo>
                <a:lnTo>
                  <a:pt x="295" y="707"/>
                </a:lnTo>
                <a:lnTo>
                  <a:pt x="307" y="714"/>
                </a:lnTo>
                <a:lnTo>
                  <a:pt x="319" y="722"/>
                </a:lnTo>
                <a:lnTo>
                  <a:pt x="330" y="732"/>
                </a:lnTo>
                <a:lnTo>
                  <a:pt x="339" y="744"/>
                </a:lnTo>
                <a:lnTo>
                  <a:pt x="348" y="756"/>
                </a:lnTo>
                <a:lnTo>
                  <a:pt x="354" y="767"/>
                </a:lnTo>
                <a:lnTo>
                  <a:pt x="178" y="770"/>
                </a:lnTo>
                <a:lnTo>
                  <a:pt x="178" y="770"/>
                </a:lnTo>
                <a:lnTo>
                  <a:pt x="184" y="757"/>
                </a:lnTo>
                <a:lnTo>
                  <a:pt x="192" y="745"/>
                </a:lnTo>
                <a:lnTo>
                  <a:pt x="202" y="733"/>
                </a:lnTo>
                <a:lnTo>
                  <a:pt x="213" y="722"/>
                </a:lnTo>
                <a:lnTo>
                  <a:pt x="225" y="714"/>
                </a:lnTo>
                <a:lnTo>
                  <a:pt x="238" y="707"/>
                </a:lnTo>
                <a:lnTo>
                  <a:pt x="252" y="703"/>
                </a:lnTo>
                <a:lnTo>
                  <a:pt x="259" y="702"/>
                </a:lnTo>
                <a:lnTo>
                  <a:pt x="266" y="701"/>
                </a:lnTo>
                <a:lnTo>
                  <a:pt x="266" y="701"/>
                </a:lnTo>
                <a:close/>
                <a:moveTo>
                  <a:pt x="266" y="886"/>
                </a:moveTo>
                <a:lnTo>
                  <a:pt x="266" y="886"/>
                </a:lnTo>
                <a:lnTo>
                  <a:pt x="251" y="885"/>
                </a:lnTo>
                <a:lnTo>
                  <a:pt x="235" y="882"/>
                </a:lnTo>
                <a:lnTo>
                  <a:pt x="222" y="877"/>
                </a:lnTo>
                <a:lnTo>
                  <a:pt x="209" y="871"/>
                </a:lnTo>
                <a:lnTo>
                  <a:pt x="198" y="864"/>
                </a:lnTo>
                <a:lnTo>
                  <a:pt x="189" y="853"/>
                </a:lnTo>
                <a:lnTo>
                  <a:pt x="182" y="842"/>
                </a:lnTo>
                <a:lnTo>
                  <a:pt x="178" y="836"/>
                </a:lnTo>
                <a:lnTo>
                  <a:pt x="176" y="828"/>
                </a:lnTo>
                <a:lnTo>
                  <a:pt x="357" y="825"/>
                </a:lnTo>
                <a:lnTo>
                  <a:pt x="357" y="825"/>
                </a:lnTo>
                <a:lnTo>
                  <a:pt x="355" y="832"/>
                </a:lnTo>
                <a:lnTo>
                  <a:pt x="352" y="839"/>
                </a:lnTo>
                <a:lnTo>
                  <a:pt x="349" y="845"/>
                </a:lnTo>
                <a:lnTo>
                  <a:pt x="345" y="851"/>
                </a:lnTo>
                <a:lnTo>
                  <a:pt x="336" y="862"/>
                </a:lnTo>
                <a:lnTo>
                  <a:pt x="325" y="870"/>
                </a:lnTo>
                <a:lnTo>
                  <a:pt x="312" y="877"/>
                </a:lnTo>
                <a:lnTo>
                  <a:pt x="297" y="882"/>
                </a:lnTo>
                <a:lnTo>
                  <a:pt x="282" y="885"/>
                </a:lnTo>
                <a:lnTo>
                  <a:pt x="266" y="886"/>
                </a:lnTo>
                <a:lnTo>
                  <a:pt x="266" y="886"/>
                </a:lnTo>
                <a:close/>
                <a:moveTo>
                  <a:pt x="824" y="753"/>
                </a:moveTo>
                <a:lnTo>
                  <a:pt x="824" y="753"/>
                </a:lnTo>
                <a:lnTo>
                  <a:pt x="823" y="754"/>
                </a:lnTo>
                <a:lnTo>
                  <a:pt x="823" y="757"/>
                </a:lnTo>
                <a:lnTo>
                  <a:pt x="824" y="767"/>
                </a:lnTo>
                <a:lnTo>
                  <a:pt x="830" y="802"/>
                </a:lnTo>
                <a:lnTo>
                  <a:pt x="838" y="851"/>
                </a:lnTo>
                <a:lnTo>
                  <a:pt x="850" y="907"/>
                </a:lnTo>
                <a:lnTo>
                  <a:pt x="873" y="1011"/>
                </a:lnTo>
                <a:lnTo>
                  <a:pt x="884" y="1059"/>
                </a:lnTo>
                <a:lnTo>
                  <a:pt x="645" y="1060"/>
                </a:lnTo>
                <a:lnTo>
                  <a:pt x="645" y="1060"/>
                </a:lnTo>
                <a:lnTo>
                  <a:pt x="657" y="1013"/>
                </a:lnTo>
                <a:lnTo>
                  <a:pt x="681" y="910"/>
                </a:lnTo>
                <a:lnTo>
                  <a:pt x="693" y="855"/>
                </a:lnTo>
                <a:lnTo>
                  <a:pt x="702" y="806"/>
                </a:lnTo>
                <a:lnTo>
                  <a:pt x="705" y="785"/>
                </a:lnTo>
                <a:lnTo>
                  <a:pt x="707" y="770"/>
                </a:lnTo>
                <a:lnTo>
                  <a:pt x="706" y="759"/>
                </a:lnTo>
                <a:lnTo>
                  <a:pt x="706" y="757"/>
                </a:lnTo>
                <a:lnTo>
                  <a:pt x="703" y="756"/>
                </a:lnTo>
                <a:lnTo>
                  <a:pt x="703" y="756"/>
                </a:lnTo>
                <a:lnTo>
                  <a:pt x="691" y="750"/>
                </a:lnTo>
                <a:lnTo>
                  <a:pt x="678" y="745"/>
                </a:lnTo>
                <a:lnTo>
                  <a:pt x="666" y="738"/>
                </a:lnTo>
                <a:lnTo>
                  <a:pt x="656" y="729"/>
                </a:lnTo>
                <a:lnTo>
                  <a:pt x="645" y="721"/>
                </a:lnTo>
                <a:lnTo>
                  <a:pt x="635" y="713"/>
                </a:lnTo>
                <a:lnTo>
                  <a:pt x="626" y="702"/>
                </a:lnTo>
                <a:lnTo>
                  <a:pt x="617" y="691"/>
                </a:lnTo>
                <a:lnTo>
                  <a:pt x="610" y="680"/>
                </a:lnTo>
                <a:lnTo>
                  <a:pt x="603" y="668"/>
                </a:lnTo>
                <a:lnTo>
                  <a:pt x="597" y="656"/>
                </a:lnTo>
                <a:lnTo>
                  <a:pt x="592" y="643"/>
                </a:lnTo>
                <a:lnTo>
                  <a:pt x="589" y="630"/>
                </a:lnTo>
                <a:lnTo>
                  <a:pt x="586" y="616"/>
                </a:lnTo>
                <a:lnTo>
                  <a:pt x="584" y="602"/>
                </a:lnTo>
                <a:lnTo>
                  <a:pt x="584" y="587"/>
                </a:lnTo>
                <a:lnTo>
                  <a:pt x="584" y="587"/>
                </a:lnTo>
                <a:lnTo>
                  <a:pt x="585" y="569"/>
                </a:lnTo>
                <a:lnTo>
                  <a:pt x="588" y="551"/>
                </a:lnTo>
                <a:lnTo>
                  <a:pt x="592" y="535"/>
                </a:lnTo>
                <a:lnTo>
                  <a:pt x="598" y="518"/>
                </a:lnTo>
                <a:lnTo>
                  <a:pt x="606" y="502"/>
                </a:lnTo>
                <a:lnTo>
                  <a:pt x="614" y="488"/>
                </a:lnTo>
                <a:lnTo>
                  <a:pt x="625" y="475"/>
                </a:lnTo>
                <a:lnTo>
                  <a:pt x="635" y="462"/>
                </a:lnTo>
                <a:lnTo>
                  <a:pt x="649" y="451"/>
                </a:lnTo>
                <a:lnTo>
                  <a:pt x="662" y="440"/>
                </a:lnTo>
                <a:lnTo>
                  <a:pt x="676" y="432"/>
                </a:lnTo>
                <a:lnTo>
                  <a:pt x="691" y="424"/>
                </a:lnTo>
                <a:lnTo>
                  <a:pt x="708" y="418"/>
                </a:lnTo>
                <a:lnTo>
                  <a:pt x="725" y="414"/>
                </a:lnTo>
                <a:lnTo>
                  <a:pt x="743" y="412"/>
                </a:lnTo>
                <a:lnTo>
                  <a:pt x="761" y="410"/>
                </a:lnTo>
                <a:lnTo>
                  <a:pt x="761" y="410"/>
                </a:lnTo>
                <a:lnTo>
                  <a:pt x="779" y="412"/>
                </a:lnTo>
                <a:lnTo>
                  <a:pt x="797" y="414"/>
                </a:lnTo>
                <a:lnTo>
                  <a:pt x="813" y="418"/>
                </a:lnTo>
                <a:lnTo>
                  <a:pt x="830" y="424"/>
                </a:lnTo>
                <a:lnTo>
                  <a:pt x="846" y="432"/>
                </a:lnTo>
                <a:lnTo>
                  <a:pt x="860" y="440"/>
                </a:lnTo>
                <a:lnTo>
                  <a:pt x="874" y="451"/>
                </a:lnTo>
                <a:lnTo>
                  <a:pt x="886" y="462"/>
                </a:lnTo>
                <a:lnTo>
                  <a:pt x="898" y="475"/>
                </a:lnTo>
                <a:lnTo>
                  <a:pt x="908" y="488"/>
                </a:lnTo>
                <a:lnTo>
                  <a:pt x="917" y="502"/>
                </a:lnTo>
                <a:lnTo>
                  <a:pt x="924" y="518"/>
                </a:lnTo>
                <a:lnTo>
                  <a:pt x="930" y="535"/>
                </a:lnTo>
                <a:lnTo>
                  <a:pt x="935" y="551"/>
                </a:lnTo>
                <a:lnTo>
                  <a:pt x="938" y="569"/>
                </a:lnTo>
                <a:lnTo>
                  <a:pt x="939" y="587"/>
                </a:lnTo>
                <a:lnTo>
                  <a:pt x="939" y="587"/>
                </a:lnTo>
                <a:lnTo>
                  <a:pt x="938" y="602"/>
                </a:lnTo>
                <a:lnTo>
                  <a:pt x="936" y="615"/>
                </a:lnTo>
                <a:lnTo>
                  <a:pt x="934" y="629"/>
                </a:lnTo>
                <a:lnTo>
                  <a:pt x="929" y="642"/>
                </a:lnTo>
                <a:lnTo>
                  <a:pt x="926" y="654"/>
                </a:lnTo>
                <a:lnTo>
                  <a:pt x="920" y="666"/>
                </a:lnTo>
                <a:lnTo>
                  <a:pt x="914" y="678"/>
                </a:lnTo>
                <a:lnTo>
                  <a:pt x="906" y="689"/>
                </a:lnTo>
                <a:lnTo>
                  <a:pt x="898" y="699"/>
                </a:lnTo>
                <a:lnTo>
                  <a:pt x="890" y="709"/>
                </a:lnTo>
                <a:lnTo>
                  <a:pt x="880" y="719"/>
                </a:lnTo>
                <a:lnTo>
                  <a:pt x="871" y="727"/>
                </a:lnTo>
                <a:lnTo>
                  <a:pt x="860" y="735"/>
                </a:lnTo>
                <a:lnTo>
                  <a:pt x="848" y="741"/>
                </a:lnTo>
                <a:lnTo>
                  <a:pt x="836" y="747"/>
                </a:lnTo>
                <a:lnTo>
                  <a:pt x="824" y="753"/>
                </a:lnTo>
                <a:lnTo>
                  <a:pt x="824" y="753"/>
                </a:lnTo>
                <a:close/>
                <a:moveTo>
                  <a:pt x="1265" y="886"/>
                </a:moveTo>
                <a:lnTo>
                  <a:pt x="1265" y="886"/>
                </a:lnTo>
                <a:lnTo>
                  <a:pt x="1249" y="885"/>
                </a:lnTo>
                <a:lnTo>
                  <a:pt x="1234" y="882"/>
                </a:lnTo>
                <a:lnTo>
                  <a:pt x="1221" y="877"/>
                </a:lnTo>
                <a:lnTo>
                  <a:pt x="1207" y="871"/>
                </a:lnTo>
                <a:lnTo>
                  <a:pt x="1197" y="864"/>
                </a:lnTo>
                <a:lnTo>
                  <a:pt x="1187" y="853"/>
                </a:lnTo>
                <a:lnTo>
                  <a:pt x="1180" y="842"/>
                </a:lnTo>
                <a:lnTo>
                  <a:pt x="1178" y="836"/>
                </a:lnTo>
                <a:lnTo>
                  <a:pt x="1175" y="828"/>
                </a:lnTo>
                <a:lnTo>
                  <a:pt x="1355" y="825"/>
                </a:lnTo>
                <a:lnTo>
                  <a:pt x="1355" y="825"/>
                </a:lnTo>
                <a:lnTo>
                  <a:pt x="1354" y="832"/>
                </a:lnTo>
                <a:lnTo>
                  <a:pt x="1351" y="839"/>
                </a:lnTo>
                <a:lnTo>
                  <a:pt x="1348" y="845"/>
                </a:lnTo>
                <a:lnTo>
                  <a:pt x="1344" y="851"/>
                </a:lnTo>
                <a:lnTo>
                  <a:pt x="1335" y="862"/>
                </a:lnTo>
                <a:lnTo>
                  <a:pt x="1323" y="870"/>
                </a:lnTo>
                <a:lnTo>
                  <a:pt x="1310" y="877"/>
                </a:lnTo>
                <a:lnTo>
                  <a:pt x="1297" y="882"/>
                </a:lnTo>
                <a:lnTo>
                  <a:pt x="1281" y="885"/>
                </a:lnTo>
                <a:lnTo>
                  <a:pt x="1265" y="886"/>
                </a:lnTo>
                <a:lnTo>
                  <a:pt x="1265" y="88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6"/>
          <p:cNvSpPr>
            <a:spLocks noChangeAspect="1" noEditPoints="1"/>
          </p:cNvSpPr>
          <p:nvPr/>
        </p:nvSpPr>
        <p:spPr bwMode="auto">
          <a:xfrm>
            <a:off x="2792760" y="2889060"/>
            <a:ext cx="997249" cy="1080000"/>
          </a:xfrm>
          <a:custGeom>
            <a:avLst/>
            <a:gdLst>
              <a:gd name="T0" fmla="*/ 1221 w 1412"/>
              <a:gd name="T1" fmla="*/ 438 h 1528"/>
              <a:gd name="T2" fmla="*/ 1191 w 1412"/>
              <a:gd name="T3" fmla="*/ 316 h 1528"/>
              <a:gd name="T4" fmla="*/ 1132 w 1412"/>
              <a:gd name="T5" fmla="*/ 210 h 1528"/>
              <a:gd name="T6" fmla="*/ 1048 w 1412"/>
              <a:gd name="T7" fmla="*/ 123 h 1528"/>
              <a:gd name="T8" fmla="*/ 944 w 1412"/>
              <a:gd name="T9" fmla="*/ 56 h 1528"/>
              <a:gd name="T10" fmla="*/ 825 w 1412"/>
              <a:gd name="T11" fmla="*/ 14 h 1528"/>
              <a:gd name="T12" fmla="*/ 696 w 1412"/>
              <a:gd name="T13" fmla="*/ 0 h 1528"/>
              <a:gd name="T14" fmla="*/ 592 w 1412"/>
              <a:gd name="T15" fmla="*/ 9 h 1528"/>
              <a:gd name="T16" fmla="*/ 472 w 1412"/>
              <a:gd name="T17" fmla="*/ 46 h 1528"/>
              <a:gd name="T18" fmla="*/ 369 w 1412"/>
              <a:gd name="T19" fmla="*/ 107 h 1528"/>
              <a:gd name="T20" fmla="*/ 284 w 1412"/>
              <a:gd name="T21" fmla="*/ 191 h 1528"/>
              <a:gd name="T22" fmla="*/ 223 w 1412"/>
              <a:gd name="T23" fmla="*/ 293 h 1528"/>
              <a:gd name="T24" fmla="*/ 188 w 1412"/>
              <a:gd name="T25" fmla="*/ 413 h 1528"/>
              <a:gd name="T26" fmla="*/ 123 w 1412"/>
              <a:gd name="T27" fmla="*/ 490 h 1528"/>
              <a:gd name="T28" fmla="*/ 75 w 1412"/>
              <a:gd name="T29" fmla="*/ 489 h 1528"/>
              <a:gd name="T30" fmla="*/ 23 w 1412"/>
              <a:gd name="T31" fmla="*/ 520 h 1528"/>
              <a:gd name="T32" fmla="*/ 6 w 1412"/>
              <a:gd name="T33" fmla="*/ 566 h 1528"/>
              <a:gd name="T34" fmla="*/ 1 w 1412"/>
              <a:gd name="T35" fmla="*/ 1421 h 1528"/>
              <a:gd name="T36" fmla="*/ 7 w 1412"/>
              <a:gd name="T37" fmla="*/ 1477 h 1528"/>
              <a:gd name="T38" fmla="*/ 39 w 1412"/>
              <a:gd name="T39" fmla="*/ 1513 h 1528"/>
              <a:gd name="T40" fmla="*/ 86 w 1412"/>
              <a:gd name="T41" fmla="*/ 1527 h 1528"/>
              <a:gd name="T42" fmla="*/ 1300 w 1412"/>
              <a:gd name="T43" fmla="*/ 1527 h 1528"/>
              <a:gd name="T44" fmla="*/ 1365 w 1412"/>
              <a:gd name="T45" fmla="*/ 1501 h 1528"/>
              <a:gd name="T46" fmla="*/ 1408 w 1412"/>
              <a:gd name="T47" fmla="*/ 1440 h 1528"/>
              <a:gd name="T48" fmla="*/ 1412 w 1412"/>
              <a:gd name="T49" fmla="*/ 621 h 1528"/>
              <a:gd name="T50" fmla="*/ 1402 w 1412"/>
              <a:gd name="T51" fmla="*/ 557 h 1528"/>
              <a:gd name="T52" fmla="*/ 1360 w 1412"/>
              <a:gd name="T53" fmla="*/ 506 h 1528"/>
              <a:gd name="T54" fmla="*/ 1317 w 1412"/>
              <a:gd name="T55" fmla="*/ 490 h 1528"/>
              <a:gd name="T56" fmla="*/ 741 w 1412"/>
              <a:gd name="T57" fmla="*/ 1029 h 1528"/>
              <a:gd name="T58" fmla="*/ 757 w 1412"/>
              <a:gd name="T59" fmla="*/ 1132 h 1528"/>
              <a:gd name="T60" fmla="*/ 555 w 1412"/>
              <a:gd name="T61" fmla="*/ 1349 h 1528"/>
              <a:gd name="T62" fmla="*/ 617 w 1412"/>
              <a:gd name="T63" fmla="*/ 1062 h 1528"/>
              <a:gd name="T64" fmla="*/ 616 w 1412"/>
              <a:gd name="T65" fmla="*/ 1031 h 1528"/>
              <a:gd name="T66" fmla="*/ 555 w 1412"/>
              <a:gd name="T67" fmla="*/ 996 h 1528"/>
              <a:gd name="T68" fmla="*/ 511 w 1412"/>
              <a:gd name="T69" fmla="*/ 941 h 1528"/>
              <a:gd name="T70" fmla="*/ 492 w 1412"/>
              <a:gd name="T71" fmla="*/ 871 h 1528"/>
              <a:gd name="T72" fmla="*/ 499 w 1412"/>
              <a:gd name="T73" fmla="*/ 801 h 1528"/>
              <a:gd name="T74" fmla="*/ 544 w 1412"/>
              <a:gd name="T75" fmla="*/ 726 h 1528"/>
              <a:gd name="T76" fmla="*/ 621 w 1412"/>
              <a:gd name="T77" fmla="*/ 680 h 1528"/>
              <a:gd name="T78" fmla="*/ 695 w 1412"/>
              <a:gd name="T79" fmla="*/ 673 h 1528"/>
              <a:gd name="T80" fmla="*/ 778 w 1412"/>
              <a:gd name="T81" fmla="*/ 703 h 1528"/>
              <a:gd name="T82" fmla="*/ 838 w 1412"/>
              <a:gd name="T83" fmla="*/ 769 h 1528"/>
              <a:gd name="T84" fmla="*/ 859 w 1412"/>
              <a:gd name="T85" fmla="*/ 856 h 1528"/>
              <a:gd name="T86" fmla="*/ 851 w 1412"/>
              <a:gd name="T87" fmla="*/ 913 h 1528"/>
              <a:gd name="T88" fmla="*/ 818 w 1412"/>
              <a:gd name="T89" fmla="*/ 973 h 1528"/>
              <a:gd name="T90" fmla="*/ 766 w 1412"/>
              <a:gd name="T91" fmla="*/ 1017 h 1528"/>
              <a:gd name="T92" fmla="*/ 306 w 1412"/>
              <a:gd name="T93" fmla="*/ 489 h 1528"/>
              <a:gd name="T94" fmla="*/ 318 w 1412"/>
              <a:gd name="T95" fmla="*/ 390 h 1528"/>
              <a:gd name="T96" fmla="*/ 355 w 1412"/>
              <a:gd name="T97" fmla="*/ 304 h 1528"/>
              <a:gd name="T98" fmla="*/ 410 w 1412"/>
              <a:gd name="T99" fmla="*/ 231 h 1528"/>
              <a:gd name="T100" fmla="*/ 484 w 1412"/>
              <a:gd name="T101" fmla="*/ 175 h 1528"/>
              <a:gd name="T102" fmla="*/ 570 w 1412"/>
              <a:gd name="T103" fmla="*/ 137 h 1528"/>
              <a:gd name="T104" fmla="*/ 668 w 1412"/>
              <a:gd name="T105" fmla="*/ 118 h 1528"/>
              <a:gd name="T106" fmla="*/ 751 w 1412"/>
              <a:gd name="T107" fmla="*/ 118 h 1528"/>
              <a:gd name="T108" fmla="*/ 847 w 1412"/>
              <a:gd name="T109" fmla="*/ 137 h 1528"/>
              <a:gd name="T110" fmla="*/ 935 w 1412"/>
              <a:gd name="T111" fmla="*/ 175 h 1528"/>
              <a:gd name="T112" fmla="*/ 1007 w 1412"/>
              <a:gd name="T113" fmla="*/ 231 h 1528"/>
              <a:gd name="T114" fmla="*/ 1064 w 1412"/>
              <a:gd name="T115" fmla="*/ 304 h 1528"/>
              <a:gd name="T116" fmla="*/ 1099 w 1412"/>
              <a:gd name="T117" fmla="*/ 390 h 1528"/>
              <a:gd name="T118" fmla="*/ 1113 w 1412"/>
              <a:gd name="T119" fmla="*/ 489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12" h="1528">
                <a:moveTo>
                  <a:pt x="1295" y="489"/>
                </a:moveTo>
                <a:lnTo>
                  <a:pt x="1224" y="490"/>
                </a:lnTo>
                <a:lnTo>
                  <a:pt x="1224" y="490"/>
                </a:lnTo>
                <a:lnTo>
                  <a:pt x="1224" y="463"/>
                </a:lnTo>
                <a:lnTo>
                  <a:pt x="1221" y="438"/>
                </a:lnTo>
                <a:lnTo>
                  <a:pt x="1218" y="413"/>
                </a:lnTo>
                <a:lnTo>
                  <a:pt x="1213" y="388"/>
                </a:lnTo>
                <a:lnTo>
                  <a:pt x="1207" y="363"/>
                </a:lnTo>
                <a:lnTo>
                  <a:pt x="1200" y="340"/>
                </a:lnTo>
                <a:lnTo>
                  <a:pt x="1191" y="316"/>
                </a:lnTo>
                <a:lnTo>
                  <a:pt x="1182" y="293"/>
                </a:lnTo>
                <a:lnTo>
                  <a:pt x="1171" y="272"/>
                </a:lnTo>
                <a:lnTo>
                  <a:pt x="1159" y="250"/>
                </a:lnTo>
                <a:lnTo>
                  <a:pt x="1146" y="230"/>
                </a:lnTo>
                <a:lnTo>
                  <a:pt x="1132" y="210"/>
                </a:lnTo>
                <a:lnTo>
                  <a:pt x="1116" y="191"/>
                </a:lnTo>
                <a:lnTo>
                  <a:pt x="1101" y="173"/>
                </a:lnTo>
                <a:lnTo>
                  <a:pt x="1084" y="155"/>
                </a:lnTo>
                <a:lnTo>
                  <a:pt x="1066" y="138"/>
                </a:lnTo>
                <a:lnTo>
                  <a:pt x="1048" y="123"/>
                </a:lnTo>
                <a:lnTo>
                  <a:pt x="1028" y="107"/>
                </a:lnTo>
                <a:lnTo>
                  <a:pt x="1009" y="93"/>
                </a:lnTo>
                <a:lnTo>
                  <a:pt x="987" y="80"/>
                </a:lnTo>
                <a:lnTo>
                  <a:pt x="966" y="68"/>
                </a:lnTo>
                <a:lnTo>
                  <a:pt x="944" y="56"/>
                </a:lnTo>
                <a:lnTo>
                  <a:pt x="922" y="46"/>
                </a:lnTo>
                <a:lnTo>
                  <a:pt x="898" y="37"/>
                </a:lnTo>
                <a:lnTo>
                  <a:pt x="874" y="28"/>
                </a:lnTo>
                <a:lnTo>
                  <a:pt x="850" y="21"/>
                </a:lnTo>
                <a:lnTo>
                  <a:pt x="825" y="14"/>
                </a:lnTo>
                <a:lnTo>
                  <a:pt x="800" y="9"/>
                </a:lnTo>
                <a:lnTo>
                  <a:pt x="775" y="4"/>
                </a:lnTo>
                <a:lnTo>
                  <a:pt x="748" y="2"/>
                </a:lnTo>
                <a:lnTo>
                  <a:pt x="722" y="1"/>
                </a:lnTo>
                <a:lnTo>
                  <a:pt x="696" y="0"/>
                </a:lnTo>
                <a:lnTo>
                  <a:pt x="696" y="0"/>
                </a:lnTo>
                <a:lnTo>
                  <a:pt x="670" y="1"/>
                </a:lnTo>
                <a:lnTo>
                  <a:pt x="643" y="2"/>
                </a:lnTo>
                <a:lnTo>
                  <a:pt x="617" y="4"/>
                </a:lnTo>
                <a:lnTo>
                  <a:pt x="592" y="9"/>
                </a:lnTo>
                <a:lnTo>
                  <a:pt x="567" y="14"/>
                </a:lnTo>
                <a:lnTo>
                  <a:pt x="543" y="21"/>
                </a:lnTo>
                <a:lnTo>
                  <a:pt x="519" y="28"/>
                </a:lnTo>
                <a:lnTo>
                  <a:pt x="495" y="37"/>
                </a:lnTo>
                <a:lnTo>
                  <a:pt x="472" y="46"/>
                </a:lnTo>
                <a:lnTo>
                  <a:pt x="451" y="56"/>
                </a:lnTo>
                <a:lnTo>
                  <a:pt x="429" y="68"/>
                </a:lnTo>
                <a:lnTo>
                  <a:pt x="408" y="80"/>
                </a:lnTo>
                <a:lnTo>
                  <a:pt x="389" y="93"/>
                </a:lnTo>
                <a:lnTo>
                  <a:pt x="369" y="107"/>
                </a:lnTo>
                <a:lnTo>
                  <a:pt x="351" y="123"/>
                </a:lnTo>
                <a:lnTo>
                  <a:pt x="333" y="138"/>
                </a:lnTo>
                <a:lnTo>
                  <a:pt x="316" y="155"/>
                </a:lnTo>
                <a:lnTo>
                  <a:pt x="299" y="173"/>
                </a:lnTo>
                <a:lnTo>
                  <a:pt x="284" y="191"/>
                </a:lnTo>
                <a:lnTo>
                  <a:pt x="269" y="210"/>
                </a:lnTo>
                <a:lnTo>
                  <a:pt x="256" y="230"/>
                </a:lnTo>
                <a:lnTo>
                  <a:pt x="244" y="250"/>
                </a:lnTo>
                <a:lnTo>
                  <a:pt x="232" y="272"/>
                </a:lnTo>
                <a:lnTo>
                  <a:pt x="223" y="293"/>
                </a:lnTo>
                <a:lnTo>
                  <a:pt x="213" y="316"/>
                </a:lnTo>
                <a:lnTo>
                  <a:pt x="205" y="340"/>
                </a:lnTo>
                <a:lnTo>
                  <a:pt x="199" y="363"/>
                </a:lnTo>
                <a:lnTo>
                  <a:pt x="193" y="388"/>
                </a:lnTo>
                <a:lnTo>
                  <a:pt x="188" y="413"/>
                </a:lnTo>
                <a:lnTo>
                  <a:pt x="185" y="438"/>
                </a:lnTo>
                <a:lnTo>
                  <a:pt x="183" y="463"/>
                </a:lnTo>
                <a:lnTo>
                  <a:pt x="182" y="490"/>
                </a:lnTo>
                <a:lnTo>
                  <a:pt x="123" y="490"/>
                </a:lnTo>
                <a:lnTo>
                  <a:pt x="123" y="490"/>
                </a:lnTo>
                <a:lnTo>
                  <a:pt x="118" y="489"/>
                </a:lnTo>
                <a:lnTo>
                  <a:pt x="105" y="488"/>
                </a:lnTo>
                <a:lnTo>
                  <a:pt x="95" y="488"/>
                </a:lnTo>
                <a:lnTo>
                  <a:pt x="86" y="488"/>
                </a:lnTo>
                <a:lnTo>
                  <a:pt x="75" y="489"/>
                </a:lnTo>
                <a:lnTo>
                  <a:pt x="64" y="493"/>
                </a:lnTo>
                <a:lnTo>
                  <a:pt x="53" y="496"/>
                </a:lnTo>
                <a:lnTo>
                  <a:pt x="43" y="502"/>
                </a:lnTo>
                <a:lnTo>
                  <a:pt x="32" y="511"/>
                </a:lnTo>
                <a:lnTo>
                  <a:pt x="23" y="520"/>
                </a:lnTo>
                <a:lnTo>
                  <a:pt x="15" y="532"/>
                </a:lnTo>
                <a:lnTo>
                  <a:pt x="13" y="539"/>
                </a:lnTo>
                <a:lnTo>
                  <a:pt x="9" y="548"/>
                </a:lnTo>
                <a:lnTo>
                  <a:pt x="8" y="556"/>
                </a:lnTo>
                <a:lnTo>
                  <a:pt x="6" y="566"/>
                </a:lnTo>
                <a:lnTo>
                  <a:pt x="4" y="587"/>
                </a:lnTo>
                <a:lnTo>
                  <a:pt x="4" y="1400"/>
                </a:lnTo>
                <a:lnTo>
                  <a:pt x="4" y="1400"/>
                </a:lnTo>
                <a:lnTo>
                  <a:pt x="3" y="1406"/>
                </a:lnTo>
                <a:lnTo>
                  <a:pt x="1" y="1421"/>
                </a:lnTo>
                <a:lnTo>
                  <a:pt x="0" y="1430"/>
                </a:lnTo>
                <a:lnTo>
                  <a:pt x="0" y="1441"/>
                </a:lnTo>
                <a:lnTo>
                  <a:pt x="1" y="1453"/>
                </a:lnTo>
                <a:lnTo>
                  <a:pt x="3" y="1465"/>
                </a:lnTo>
                <a:lnTo>
                  <a:pt x="7" y="1477"/>
                </a:lnTo>
                <a:lnTo>
                  <a:pt x="13" y="1488"/>
                </a:lnTo>
                <a:lnTo>
                  <a:pt x="21" y="1498"/>
                </a:lnTo>
                <a:lnTo>
                  <a:pt x="27" y="1503"/>
                </a:lnTo>
                <a:lnTo>
                  <a:pt x="33" y="1508"/>
                </a:lnTo>
                <a:lnTo>
                  <a:pt x="39" y="1513"/>
                </a:lnTo>
                <a:lnTo>
                  <a:pt x="47" y="1516"/>
                </a:lnTo>
                <a:lnTo>
                  <a:pt x="56" y="1520"/>
                </a:lnTo>
                <a:lnTo>
                  <a:pt x="64" y="1522"/>
                </a:lnTo>
                <a:lnTo>
                  <a:pt x="75" y="1525"/>
                </a:lnTo>
                <a:lnTo>
                  <a:pt x="86" y="1527"/>
                </a:lnTo>
                <a:lnTo>
                  <a:pt x="99" y="1528"/>
                </a:lnTo>
                <a:lnTo>
                  <a:pt x="112" y="1528"/>
                </a:lnTo>
                <a:lnTo>
                  <a:pt x="1295" y="1528"/>
                </a:lnTo>
                <a:lnTo>
                  <a:pt x="1295" y="1528"/>
                </a:lnTo>
                <a:lnTo>
                  <a:pt x="1300" y="1527"/>
                </a:lnTo>
                <a:lnTo>
                  <a:pt x="1313" y="1525"/>
                </a:lnTo>
                <a:lnTo>
                  <a:pt x="1332" y="1519"/>
                </a:lnTo>
                <a:lnTo>
                  <a:pt x="1343" y="1514"/>
                </a:lnTo>
                <a:lnTo>
                  <a:pt x="1354" y="1508"/>
                </a:lnTo>
                <a:lnTo>
                  <a:pt x="1365" y="1501"/>
                </a:lnTo>
                <a:lnTo>
                  <a:pt x="1375" y="1492"/>
                </a:lnTo>
                <a:lnTo>
                  <a:pt x="1385" y="1483"/>
                </a:lnTo>
                <a:lnTo>
                  <a:pt x="1393" y="1470"/>
                </a:lnTo>
                <a:lnTo>
                  <a:pt x="1402" y="1457"/>
                </a:lnTo>
                <a:lnTo>
                  <a:pt x="1408" y="1440"/>
                </a:lnTo>
                <a:lnTo>
                  <a:pt x="1411" y="1422"/>
                </a:lnTo>
                <a:lnTo>
                  <a:pt x="1412" y="1400"/>
                </a:lnTo>
                <a:lnTo>
                  <a:pt x="1412" y="627"/>
                </a:lnTo>
                <a:lnTo>
                  <a:pt x="1412" y="627"/>
                </a:lnTo>
                <a:lnTo>
                  <a:pt x="1412" y="621"/>
                </a:lnTo>
                <a:lnTo>
                  <a:pt x="1412" y="605"/>
                </a:lnTo>
                <a:lnTo>
                  <a:pt x="1411" y="594"/>
                </a:lnTo>
                <a:lnTo>
                  <a:pt x="1409" y="582"/>
                </a:lnTo>
                <a:lnTo>
                  <a:pt x="1405" y="570"/>
                </a:lnTo>
                <a:lnTo>
                  <a:pt x="1402" y="557"/>
                </a:lnTo>
                <a:lnTo>
                  <a:pt x="1396" y="545"/>
                </a:lnTo>
                <a:lnTo>
                  <a:pt x="1388" y="532"/>
                </a:lnTo>
                <a:lnTo>
                  <a:pt x="1379" y="520"/>
                </a:lnTo>
                <a:lnTo>
                  <a:pt x="1367" y="511"/>
                </a:lnTo>
                <a:lnTo>
                  <a:pt x="1360" y="506"/>
                </a:lnTo>
                <a:lnTo>
                  <a:pt x="1353" y="501"/>
                </a:lnTo>
                <a:lnTo>
                  <a:pt x="1345" y="498"/>
                </a:lnTo>
                <a:lnTo>
                  <a:pt x="1336" y="495"/>
                </a:lnTo>
                <a:lnTo>
                  <a:pt x="1328" y="492"/>
                </a:lnTo>
                <a:lnTo>
                  <a:pt x="1317" y="490"/>
                </a:lnTo>
                <a:lnTo>
                  <a:pt x="1306" y="489"/>
                </a:lnTo>
                <a:lnTo>
                  <a:pt x="1295" y="489"/>
                </a:lnTo>
                <a:lnTo>
                  <a:pt x="1295" y="489"/>
                </a:lnTo>
                <a:close/>
                <a:moveTo>
                  <a:pt x="741" y="1029"/>
                </a:moveTo>
                <a:lnTo>
                  <a:pt x="741" y="1029"/>
                </a:lnTo>
                <a:lnTo>
                  <a:pt x="740" y="1030"/>
                </a:lnTo>
                <a:lnTo>
                  <a:pt x="740" y="1033"/>
                </a:lnTo>
                <a:lnTo>
                  <a:pt x="741" y="1043"/>
                </a:lnTo>
                <a:lnTo>
                  <a:pt x="746" y="1080"/>
                </a:lnTo>
                <a:lnTo>
                  <a:pt x="757" y="1132"/>
                </a:lnTo>
                <a:lnTo>
                  <a:pt x="769" y="1189"/>
                </a:lnTo>
                <a:lnTo>
                  <a:pt x="793" y="1298"/>
                </a:lnTo>
                <a:lnTo>
                  <a:pt x="803" y="1348"/>
                </a:lnTo>
                <a:lnTo>
                  <a:pt x="555" y="1349"/>
                </a:lnTo>
                <a:lnTo>
                  <a:pt x="555" y="1349"/>
                </a:lnTo>
                <a:lnTo>
                  <a:pt x="567" y="1300"/>
                </a:lnTo>
                <a:lnTo>
                  <a:pt x="592" y="1193"/>
                </a:lnTo>
                <a:lnTo>
                  <a:pt x="605" y="1134"/>
                </a:lnTo>
                <a:lnTo>
                  <a:pt x="613" y="1084"/>
                </a:lnTo>
                <a:lnTo>
                  <a:pt x="617" y="1062"/>
                </a:lnTo>
                <a:lnTo>
                  <a:pt x="618" y="1047"/>
                </a:lnTo>
                <a:lnTo>
                  <a:pt x="618" y="1036"/>
                </a:lnTo>
                <a:lnTo>
                  <a:pt x="617" y="1033"/>
                </a:lnTo>
                <a:lnTo>
                  <a:pt x="616" y="1031"/>
                </a:lnTo>
                <a:lnTo>
                  <a:pt x="616" y="1031"/>
                </a:lnTo>
                <a:lnTo>
                  <a:pt x="603" y="1025"/>
                </a:lnTo>
                <a:lnTo>
                  <a:pt x="590" y="1019"/>
                </a:lnTo>
                <a:lnTo>
                  <a:pt x="578" y="1012"/>
                </a:lnTo>
                <a:lnTo>
                  <a:pt x="566" y="1005"/>
                </a:lnTo>
                <a:lnTo>
                  <a:pt x="555" y="996"/>
                </a:lnTo>
                <a:lnTo>
                  <a:pt x="544" y="986"/>
                </a:lnTo>
                <a:lnTo>
                  <a:pt x="535" y="976"/>
                </a:lnTo>
                <a:lnTo>
                  <a:pt x="526" y="965"/>
                </a:lnTo>
                <a:lnTo>
                  <a:pt x="518" y="953"/>
                </a:lnTo>
                <a:lnTo>
                  <a:pt x="511" y="941"/>
                </a:lnTo>
                <a:lnTo>
                  <a:pt x="505" y="928"/>
                </a:lnTo>
                <a:lnTo>
                  <a:pt x="500" y="914"/>
                </a:lnTo>
                <a:lnTo>
                  <a:pt x="496" y="900"/>
                </a:lnTo>
                <a:lnTo>
                  <a:pt x="493" y="886"/>
                </a:lnTo>
                <a:lnTo>
                  <a:pt x="492" y="871"/>
                </a:lnTo>
                <a:lnTo>
                  <a:pt x="490" y="856"/>
                </a:lnTo>
                <a:lnTo>
                  <a:pt x="490" y="856"/>
                </a:lnTo>
                <a:lnTo>
                  <a:pt x="492" y="838"/>
                </a:lnTo>
                <a:lnTo>
                  <a:pt x="494" y="819"/>
                </a:lnTo>
                <a:lnTo>
                  <a:pt x="499" y="801"/>
                </a:lnTo>
                <a:lnTo>
                  <a:pt x="505" y="784"/>
                </a:lnTo>
                <a:lnTo>
                  <a:pt x="513" y="769"/>
                </a:lnTo>
                <a:lnTo>
                  <a:pt x="523" y="753"/>
                </a:lnTo>
                <a:lnTo>
                  <a:pt x="532" y="739"/>
                </a:lnTo>
                <a:lnTo>
                  <a:pt x="544" y="726"/>
                </a:lnTo>
                <a:lnTo>
                  <a:pt x="557" y="714"/>
                </a:lnTo>
                <a:lnTo>
                  <a:pt x="572" y="703"/>
                </a:lnTo>
                <a:lnTo>
                  <a:pt x="587" y="695"/>
                </a:lnTo>
                <a:lnTo>
                  <a:pt x="604" y="686"/>
                </a:lnTo>
                <a:lnTo>
                  <a:pt x="621" y="680"/>
                </a:lnTo>
                <a:lnTo>
                  <a:pt x="638" y="676"/>
                </a:lnTo>
                <a:lnTo>
                  <a:pt x="656" y="673"/>
                </a:lnTo>
                <a:lnTo>
                  <a:pt x="676" y="672"/>
                </a:lnTo>
                <a:lnTo>
                  <a:pt x="676" y="672"/>
                </a:lnTo>
                <a:lnTo>
                  <a:pt x="695" y="673"/>
                </a:lnTo>
                <a:lnTo>
                  <a:pt x="713" y="676"/>
                </a:lnTo>
                <a:lnTo>
                  <a:pt x="730" y="680"/>
                </a:lnTo>
                <a:lnTo>
                  <a:pt x="747" y="686"/>
                </a:lnTo>
                <a:lnTo>
                  <a:pt x="763" y="695"/>
                </a:lnTo>
                <a:lnTo>
                  <a:pt x="778" y="703"/>
                </a:lnTo>
                <a:lnTo>
                  <a:pt x="793" y="714"/>
                </a:lnTo>
                <a:lnTo>
                  <a:pt x="806" y="726"/>
                </a:lnTo>
                <a:lnTo>
                  <a:pt x="818" y="739"/>
                </a:lnTo>
                <a:lnTo>
                  <a:pt x="828" y="753"/>
                </a:lnTo>
                <a:lnTo>
                  <a:pt x="838" y="769"/>
                </a:lnTo>
                <a:lnTo>
                  <a:pt x="845" y="784"/>
                </a:lnTo>
                <a:lnTo>
                  <a:pt x="851" y="801"/>
                </a:lnTo>
                <a:lnTo>
                  <a:pt x="856" y="819"/>
                </a:lnTo>
                <a:lnTo>
                  <a:pt x="858" y="838"/>
                </a:lnTo>
                <a:lnTo>
                  <a:pt x="859" y="856"/>
                </a:lnTo>
                <a:lnTo>
                  <a:pt x="859" y="856"/>
                </a:lnTo>
                <a:lnTo>
                  <a:pt x="859" y="871"/>
                </a:lnTo>
                <a:lnTo>
                  <a:pt x="857" y="886"/>
                </a:lnTo>
                <a:lnTo>
                  <a:pt x="855" y="899"/>
                </a:lnTo>
                <a:lnTo>
                  <a:pt x="851" y="913"/>
                </a:lnTo>
                <a:lnTo>
                  <a:pt x="846" y="926"/>
                </a:lnTo>
                <a:lnTo>
                  <a:pt x="840" y="938"/>
                </a:lnTo>
                <a:lnTo>
                  <a:pt x="834" y="950"/>
                </a:lnTo>
                <a:lnTo>
                  <a:pt x="826" y="962"/>
                </a:lnTo>
                <a:lnTo>
                  <a:pt x="818" y="973"/>
                </a:lnTo>
                <a:lnTo>
                  <a:pt x="809" y="984"/>
                </a:lnTo>
                <a:lnTo>
                  <a:pt x="800" y="993"/>
                </a:lnTo>
                <a:lnTo>
                  <a:pt x="789" y="1002"/>
                </a:lnTo>
                <a:lnTo>
                  <a:pt x="778" y="1010"/>
                </a:lnTo>
                <a:lnTo>
                  <a:pt x="766" y="1017"/>
                </a:lnTo>
                <a:lnTo>
                  <a:pt x="753" y="1023"/>
                </a:lnTo>
                <a:lnTo>
                  <a:pt x="741" y="1029"/>
                </a:lnTo>
                <a:lnTo>
                  <a:pt x="741" y="1029"/>
                </a:lnTo>
                <a:close/>
                <a:moveTo>
                  <a:pt x="306" y="489"/>
                </a:moveTo>
                <a:lnTo>
                  <a:pt x="306" y="489"/>
                </a:lnTo>
                <a:lnTo>
                  <a:pt x="306" y="468"/>
                </a:lnTo>
                <a:lnTo>
                  <a:pt x="309" y="447"/>
                </a:lnTo>
                <a:lnTo>
                  <a:pt x="311" y="428"/>
                </a:lnTo>
                <a:lnTo>
                  <a:pt x="315" y="409"/>
                </a:lnTo>
                <a:lnTo>
                  <a:pt x="318" y="390"/>
                </a:lnTo>
                <a:lnTo>
                  <a:pt x="324" y="372"/>
                </a:lnTo>
                <a:lnTo>
                  <a:pt x="330" y="354"/>
                </a:lnTo>
                <a:lnTo>
                  <a:pt x="338" y="336"/>
                </a:lnTo>
                <a:lnTo>
                  <a:pt x="346" y="320"/>
                </a:lnTo>
                <a:lnTo>
                  <a:pt x="355" y="304"/>
                </a:lnTo>
                <a:lnTo>
                  <a:pt x="365" y="289"/>
                </a:lnTo>
                <a:lnTo>
                  <a:pt x="375" y="273"/>
                </a:lnTo>
                <a:lnTo>
                  <a:pt x="386" y="259"/>
                </a:lnTo>
                <a:lnTo>
                  <a:pt x="398" y="244"/>
                </a:lnTo>
                <a:lnTo>
                  <a:pt x="410" y="231"/>
                </a:lnTo>
                <a:lnTo>
                  <a:pt x="425" y="219"/>
                </a:lnTo>
                <a:lnTo>
                  <a:pt x="438" y="207"/>
                </a:lnTo>
                <a:lnTo>
                  <a:pt x="453" y="195"/>
                </a:lnTo>
                <a:lnTo>
                  <a:pt x="468" y="186"/>
                </a:lnTo>
                <a:lnTo>
                  <a:pt x="484" y="175"/>
                </a:lnTo>
                <a:lnTo>
                  <a:pt x="500" y="167"/>
                </a:lnTo>
                <a:lnTo>
                  <a:pt x="517" y="157"/>
                </a:lnTo>
                <a:lnTo>
                  <a:pt x="535" y="150"/>
                </a:lnTo>
                <a:lnTo>
                  <a:pt x="552" y="143"/>
                </a:lnTo>
                <a:lnTo>
                  <a:pt x="570" y="137"/>
                </a:lnTo>
                <a:lnTo>
                  <a:pt x="590" y="132"/>
                </a:lnTo>
                <a:lnTo>
                  <a:pt x="609" y="127"/>
                </a:lnTo>
                <a:lnTo>
                  <a:pt x="628" y="123"/>
                </a:lnTo>
                <a:lnTo>
                  <a:pt x="648" y="120"/>
                </a:lnTo>
                <a:lnTo>
                  <a:pt x="668" y="118"/>
                </a:lnTo>
                <a:lnTo>
                  <a:pt x="689" y="117"/>
                </a:lnTo>
                <a:lnTo>
                  <a:pt x="709" y="117"/>
                </a:lnTo>
                <a:lnTo>
                  <a:pt x="709" y="117"/>
                </a:lnTo>
                <a:lnTo>
                  <a:pt x="730" y="117"/>
                </a:lnTo>
                <a:lnTo>
                  <a:pt x="751" y="118"/>
                </a:lnTo>
                <a:lnTo>
                  <a:pt x="771" y="120"/>
                </a:lnTo>
                <a:lnTo>
                  <a:pt x="790" y="123"/>
                </a:lnTo>
                <a:lnTo>
                  <a:pt x="810" y="127"/>
                </a:lnTo>
                <a:lnTo>
                  <a:pt x="830" y="132"/>
                </a:lnTo>
                <a:lnTo>
                  <a:pt x="847" y="137"/>
                </a:lnTo>
                <a:lnTo>
                  <a:pt x="867" y="143"/>
                </a:lnTo>
                <a:lnTo>
                  <a:pt x="884" y="150"/>
                </a:lnTo>
                <a:lnTo>
                  <a:pt x="901" y="157"/>
                </a:lnTo>
                <a:lnTo>
                  <a:pt x="918" y="167"/>
                </a:lnTo>
                <a:lnTo>
                  <a:pt x="935" y="175"/>
                </a:lnTo>
                <a:lnTo>
                  <a:pt x="950" y="186"/>
                </a:lnTo>
                <a:lnTo>
                  <a:pt x="966" y="195"/>
                </a:lnTo>
                <a:lnTo>
                  <a:pt x="980" y="207"/>
                </a:lnTo>
                <a:lnTo>
                  <a:pt x="994" y="219"/>
                </a:lnTo>
                <a:lnTo>
                  <a:pt x="1007" y="231"/>
                </a:lnTo>
                <a:lnTo>
                  <a:pt x="1021" y="244"/>
                </a:lnTo>
                <a:lnTo>
                  <a:pt x="1033" y="259"/>
                </a:lnTo>
                <a:lnTo>
                  <a:pt x="1043" y="273"/>
                </a:lnTo>
                <a:lnTo>
                  <a:pt x="1054" y="289"/>
                </a:lnTo>
                <a:lnTo>
                  <a:pt x="1064" y="304"/>
                </a:lnTo>
                <a:lnTo>
                  <a:pt x="1073" y="320"/>
                </a:lnTo>
                <a:lnTo>
                  <a:pt x="1080" y="336"/>
                </a:lnTo>
                <a:lnTo>
                  <a:pt x="1088" y="354"/>
                </a:lnTo>
                <a:lnTo>
                  <a:pt x="1095" y="372"/>
                </a:lnTo>
                <a:lnTo>
                  <a:pt x="1099" y="390"/>
                </a:lnTo>
                <a:lnTo>
                  <a:pt x="1104" y="409"/>
                </a:lnTo>
                <a:lnTo>
                  <a:pt x="1108" y="428"/>
                </a:lnTo>
                <a:lnTo>
                  <a:pt x="1110" y="447"/>
                </a:lnTo>
                <a:lnTo>
                  <a:pt x="1111" y="468"/>
                </a:lnTo>
                <a:lnTo>
                  <a:pt x="1113" y="489"/>
                </a:lnTo>
                <a:lnTo>
                  <a:pt x="306" y="48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7"/>
          <p:cNvSpPr>
            <a:spLocks noChangeAspect="1" noEditPoints="1"/>
          </p:cNvSpPr>
          <p:nvPr/>
        </p:nvSpPr>
        <p:spPr bwMode="auto">
          <a:xfrm>
            <a:off x="4412940" y="2960948"/>
            <a:ext cx="1080000" cy="895402"/>
          </a:xfrm>
          <a:custGeom>
            <a:avLst/>
            <a:gdLst>
              <a:gd name="T0" fmla="*/ 1004 w 1528"/>
              <a:gd name="T1" fmla="*/ 4 h 1267"/>
              <a:gd name="T2" fmla="*/ 900 w 1528"/>
              <a:gd name="T3" fmla="*/ 32 h 1267"/>
              <a:gd name="T4" fmla="*/ 807 w 1528"/>
              <a:gd name="T5" fmla="*/ 81 h 1267"/>
              <a:gd name="T6" fmla="*/ 731 w 1528"/>
              <a:gd name="T7" fmla="*/ 149 h 1267"/>
              <a:gd name="T8" fmla="*/ 672 w 1528"/>
              <a:gd name="T9" fmla="*/ 235 h 1267"/>
              <a:gd name="T10" fmla="*/ 637 w 1528"/>
              <a:gd name="T11" fmla="*/ 334 h 1267"/>
              <a:gd name="T12" fmla="*/ 102 w 1528"/>
              <a:gd name="T13" fmla="*/ 422 h 1267"/>
              <a:gd name="T14" fmla="*/ 61 w 1528"/>
              <a:gd name="T15" fmla="*/ 422 h 1267"/>
              <a:gd name="T16" fmla="*/ 16 w 1528"/>
              <a:gd name="T17" fmla="*/ 449 h 1267"/>
              <a:gd name="T18" fmla="*/ 0 w 1528"/>
              <a:gd name="T19" fmla="*/ 1157 h 1267"/>
              <a:gd name="T20" fmla="*/ 4 w 1528"/>
              <a:gd name="T21" fmla="*/ 1201 h 1267"/>
              <a:gd name="T22" fmla="*/ 36 w 1528"/>
              <a:gd name="T23" fmla="*/ 1249 h 1267"/>
              <a:gd name="T24" fmla="*/ 954 w 1528"/>
              <a:gd name="T25" fmla="*/ 1267 h 1267"/>
              <a:gd name="T26" fmla="*/ 995 w 1528"/>
              <a:gd name="T27" fmla="*/ 1255 h 1267"/>
              <a:gd name="T28" fmla="*/ 1039 w 1528"/>
              <a:gd name="T29" fmla="*/ 1216 h 1267"/>
              <a:gd name="T30" fmla="*/ 1054 w 1528"/>
              <a:gd name="T31" fmla="*/ 541 h 1267"/>
              <a:gd name="T32" fmla="*/ 1049 w 1528"/>
              <a:gd name="T33" fmla="*/ 493 h 1267"/>
              <a:gd name="T34" fmla="*/ 1016 w 1528"/>
              <a:gd name="T35" fmla="*/ 440 h 1267"/>
              <a:gd name="T36" fmla="*/ 737 w 1528"/>
              <a:gd name="T37" fmla="*/ 422 h 1267"/>
              <a:gd name="T38" fmla="*/ 743 w 1528"/>
              <a:gd name="T39" fmla="*/ 353 h 1267"/>
              <a:gd name="T40" fmla="*/ 770 w 1528"/>
              <a:gd name="T41" fmla="*/ 277 h 1267"/>
              <a:gd name="T42" fmla="*/ 815 w 1528"/>
              <a:gd name="T43" fmla="*/ 211 h 1267"/>
              <a:gd name="T44" fmla="*/ 876 w 1528"/>
              <a:gd name="T45" fmla="*/ 160 h 1267"/>
              <a:gd name="T46" fmla="*/ 948 w 1528"/>
              <a:gd name="T47" fmla="*/ 124 h 1267"/>
              <a:gd name="T48" fmla="*/ 1030 w 1528"/>
              <a:gd name="T49" fmla="*/ 104 h 1267"/>
              <a:gd name="T50" fmla="*/ 1120 w 1528"/>
              <a:gd name="T51" fmla="*/ 101 h 1267"/>
              <a:gd name="T52" fmla="*/ 1264 w 1528"/>
              <a:gd name="T53" fmla="*/ 138 h 1267"/>
              <a:gd name="T54" fmla="*/ 1330 w 1528"/>
              <a:gd name="T55" fmla="*/ 179 h 1267"/>
              <a:gd name="T56" fmla="*/ 1381 w 1528"/>
              <a:gd name="T57" fmla="*/ 234 h 1267"/>
              <a:gd name="T58" fmla="*/ 1416 w 1528"/>
              <a:gd name="T59" fmla="*/ 303 h 1267"/>
              <a:gd name="T60" fmla="*/ 1432 w 1528"/>
              <a:gd name="T61" fmla="*/ 384 h 1267"/>
              <a:gd name="T62" fmla="*/ 1459 w 1528"/>
              <a:gd name="T63" fmla="*/ 418 h 1267"/>
              <a:gd name="T64" fmla="*/ 1500 w 1528"/>
              <a:gd name="T65" fmla="*/ 419 h 1267"/>
              <a:gd name="T66" fmla="*/ 1527 w 1528"/>
              <a:gd name="T67" fmla="*/ 381 h 1267"/>
              <a:gd name="T68" fmla="*/ 1507 w 1528"/>
              <a:gd name="T69" fmla="*/ 276 h 1267"/>
              <a:gd name="T70" fmla="*/ 1460 w 1528"/>
              <a:gd name="T71" fmla="*/ 185 h 1267"/>
              <a:gd name="T72" fmla="*/ 1392 w 1528"/>
              <a:gd name="T73" fmla="*/ 110 h 1267"/>
              <a:gd name="T74" fmla="*/ 1305 w 1528"/>
              <a:gd name="T75" fmla="*/ 53 h 1267"/>
              <a:gd name="T76" fmla="*/ 1205 w 1528"/>
              <a:gd name="T77" fmla="*/ 16 h 1267"/>
              <a:gd name="T78" fmla="*/ 1095 w 1528"/>
              <a:gd name="T79" fmla="*/ 0 h 1267"/>
              <a:gd name="T80" fmla="*/ 582 w 1528"/>
              <a:gd name="T81" fmla="*/ 892 h 1267"/>
              <a:gd name="T82" fmla="*/ 627 w 1528"/>
              <a:gd name="T83" fmla="*/ 1121 h 1267"/>
              <a:gd name="T84" fmla="*/ 455 w 1528"/>
              <a:gd name="T85" fmla="*/ 1029 h 1267"/>
              <a:gd name="T86" fmla="*/ 476 w 1528"/>
              <a:gd name="T87" fmla="*/ 894 h 1267"/>
              <a:gd name="T88" fmla="*/ 452 w 1528"/>
              <a:gd name="T89" fmla="*/ 881 h 1267"/>
              <a:gd name="T90" fmla="*/ 405 w 1528"/>
              <a:gd name="T91" fmla="*/ 843 h 1267"/>
              <a:gd name="T92" fmla="*/ 375 w 1528"/>
              <a:gd name="T93" fmla="*/ 789 h 1267"/>
              <a:gd name="T94" fmla="*/ 366 w 1528"/>
              <a:gd name="T95" fmla="*/ 739 h 1267"/>
              <a:gd name="T96" fmla="*/ 385 w 1528"/>
              <a:gd name="T97" fmla="*/ 664 h 1267"/>
              <a:gd name="T98" fmla="*/ 437 w 1528"/>
              <a:gd name="T99" fmla="*/ 607 h 1267"/>
              <a:gd name="T100" fmla="*/ 510 w 1528"/>
              <a:gd name="T101" fmla="*/ 581 h 1267"/>
              <a:gd name="T102" fmla="*/ 573 w 1528"/>
              <a:gd name="T103" fmla="*/ 587 h 1267"/>
              <a:gd name="T104" fmla="*/ 639 w 1528"/>
              <a:gd name="T105" fmla="*/ 627 h 1267"/>
              <a:gd name="T106" fmla="*/ 678 w 1528"/>
              <a:gd name="T107" fmla="*/ 692 h 1267"/>
              <a:gd name="T108" fmla="*/ 685 w 1528"/>
              <a:gd name="T109" fmla="*/ 752 h 1267"/>
              <a:gd name="T110" fmla="*/ 668 w 1528"/>
              <a:gd name="T111" fmla="*/ 810 h 1267"/>
              <a:gd name="T112" fmla="*/ 633 w 1528"/>
              <a:gd name="T113" fmla="*/ 857 h 1267"/>
              <a:gd name="T114" fmla="*/ 582 w 1528"/>
              <a:gd name="T115" fmla="*/ 888 h 1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28" h="1267">
                <a:moveTo>
                  <a:pt x="1072" y="0"/>
                </a:moveTo>
                <a:lnTo>
                  <a:pt x="1072" y="0"/>
                </a:lnTo>
                <a:lnTo>
                  <a:pt x="1049" y="0"/>
                </a:lnTo>
                <a:lnTo>
                  <a:pt x="1027" y="2"/>
                </a:lnTo>
                <a:lnTo>
                  <a:pt x="1004" y="4"/>
                </a:lnTo>
                <a:lnTo>
                  <a:pt x="983" y="8"/>
                </a:lnTo>
                <a:lnTo>
                  <a:pt x="961" y="13"/>
                </a:lnTo>
                <a:lnTo>
                  <a:pt x="941" y="18"/>
                </a:lnTo>
                <a:lnTo>
                  <a:pt x="919" y="24"/>
                </a:lnTo>
                <a:lnTo>
                  <a:pt x="900" y="32"/>
                </a:lnTo>
                <a:lnTo>
                  <a:pt x="880" y="39"/>
                </a:lnTo>
                <a:lnTo>
                  <a:pt x="861" y="49"/>
                </a:lnTo>
                <a:lnTo>
                  <a:pt x="843" y="58"/>
                </a:lnTo>
                <a:lnTo>
                  <a:pt x="824" y="69"/>
                </a:lnTo>
                <a:lnTo>
                  <a:pt x="807" y="81"/>
                </a:lnTo>
                <a:lnTo>
                  <a:pt x="790" y="93"/>
                </a:lnTo>
                <a:lnTo>
                  <a:pt x="774" y="106"/>
                </a:lnTo>
                <a:lnTo>
                  <a:pt x="759" y="119"/>
                </a:lnTo>
                <a:lnTo>
                  <a:pt x="744" y="133"/>
                </a:lnTo>
                <a:lnTo>
                  <a:pt x="731" y="149"/>
                </a:lnTo>
                <a:lnTo>
                  <a:pt x="717" y="164"/>
                </a:lnTo>
                <a:lnTo>
                  <a:pt x="704" y="181"/>
                </a:lnTo>
                <a:lnTo>
                  <a:pt x="694" y="199"/>
                </a:lnTo>
                <a:lnTo>
                  <a:pt x="683" y="216"/>
                </a:lnTo>
                <a:lnTo>
                  <a:pt x="672" y="235"/>
                </a:lnTo>
                <a:lnTo>
                  <a:pt x="664" y="254"/>
                </a:lnTo>
                <a:lnTo>
                  <a:pt x="655" y="273"/>
                </a:lnTo>
                <a:lnTo>
                  <a:pt x="649" y="293"/>
                </a:lnTo>
                <a:lnTo>
                  <a:pt x="643" y="314"/>
                </a:lnTo>
                <a:lnTo>
                  <a:pt x="637" y="334"/>
                </a:lnTo>
                <a:lnTo>
                  <a:pt x="634" y="356"/>
                </a:lnTo>
                <a:lnTo>
                  <a:pt x="631" y="378"/>
                </a:lnTo>
                <a:lnTo>
                  <a:pt x="629" y="400"/>
                </a:lnTo>
                <a:lnTo>
                  <a:pt x="629" y="422"/>
                </a:lnTo>
                <a:lnTo>
                  <a:pt x="102" y="422"/>
                </a:lnTo>
                <a:lnTo>
                  <a:pt x="102" y="422"/>
                </a:lnTo>
                <a:lnTo>
                  <a:pt x="98" y="422"/>
                </a:lnTo>
                <a:lnTo>
                  <a:pt x="86" y="421"/>
                </a:lnTo>
                <a:lnTo>
                  <a:pt x="70" y="421"/>
                </a:lnTo>
                <a:lnTo>
                  <a:pt x="61" y="422"/>
                </a:lnTo>
                <a:lnTo>
                  <a:pt x="51" y="425"/>
                </a:lnTo>
                <a:lnTo>
                  <a:pt x="42" y="428"/>
                </a:lnTo>
                <a:lnTo>
                  <a:pt x="32" y="433"/>
                </a:lnTo>
                <a:lnTo>
                  <a:pt x="24" y="440"/>
                </a:lnTo>
                <a:lnTo>
                  <a:pt x="16" y="449"/>
                </a:lnTo>
                <a:lnTo>
                  <a:pt x="9" y="459"/>
                </a:lnTo>
                <a:lnTo>
                  <a:pt x="4" y="473"/>
                </a:lnTo>
                <a:lnTo>
                  <a:pt x="1" y="488"/>
                </a:lnTo>
                <a:lnTo>
                  <a:pt x="0" y="507"/>
                </a:lnTo>
                <a:lnTo>
                  <a:pt x="0" y="1157"/>
                </a:lnTo>
                <a:lnTo>
                  <a:pt x="0" y="1157"/>
                </a:lnTo>
                <a:lnTo>
                  <a:pt x="0" y="1160"/>
                </a:lnTo>
                <a:lnTo>
                  <a:pt x="0" y="1173"/>
                </a:lnTo>
                <a:lnTo>
                  <a:pt x="2" y="1191"/>
                </a:lnTo>
                <a:lnTo>
                  <a:pt x="4" y="1201"/>
                </a:lnTo>
                <a:lnTo>
                  <a:pt x="8" y="1212"/>
                </a:lnTo>
                <a:lnTo>
                  <a:pt x="13" y="1221"/>
                </a:lnTo>
                <a:lnTo>
                  <a:pt x="19" y="1232"/>
                </a:lnTo>
                <a:lnTo>
                  <a:pt x="26" y="1240"/>
                </a:lnTo>
                <a:lnTo>
                  <a:pt x="36" y="1249"/>
                </a:lnTo>
                <a:lnTo>
                  <a:pt x="46" y="1256"/>
                </a:lnTo>
                <a:lnTo>
                  <a:pt x="59" y="1262"/>
                </a:lnTo>
                <a:lnTo>
                  <a:pt x="75" y="1265"/>
                </a:lnTo>
                <a:lnTo>
                  <a:pt x="93" y="1267"/>
                </a:lnTo>
                <a:lnTo>
                  <a:pt x="954" y="1267"/>
                </a:lnTo>
                <a:lnTo>
                  <a:pt x="954" y="1267"/>
                </a:lnTo>
                <a:lnTo>
                  <a:pt x="957" y="1265"/>
                </a:lnTo>
                <a:lnTo>
                  <a:pt x="969" y="1263"/>
                </a:lnTo>
                <a:lnTo>
                  <a:pt x="985" y="1258"/>
                </a:lnTo>
                <a:lnTo>
                  <a:pt x="995" y="1255"/>
                </a:lnTo>
                <a:lnTo>
                  <a:pt x="1004" y="1249"/>
                </a:lnTo>
                <a:lnTo>
                  <a:pt x="1014" y="1243"/>
                </a:lnTo>
                <a:lnTo>
                  <a:pt x="1023" y="1236"/>
                </a:lnTo>
                <a:lnTo>
                  <a:pt x="1032" y="1226"/>
                </a:lnTo>
                <a:lnTo>
                  <a:pt x="1039" y="1216"/>
                </a:lnTo>
                <a:lnTo>
                  <a:pt x="1046" y="1205"/>
                </a:lnTo>
                <a:lnTo>
                  <a:pt x="1051" y="1190"/>
                </a:lnTo>
                <a:lnTo>
                  <a:pt x="1053" y="1175"/>
                </a:lnTo>
                <a:lnTo>
                  <a:pt x="1054" y="1157"/>
                </a:lnTo>
                <a:lnTo>
                  <a:pt x="1054" y="541"/>
                </a:lnTo>
                <a:lnTo>
                  <a:pt x="1054" y="541"/>
                </a:lnTo>
                <a:lnTo>
                  <a:pt x="1055" y="536"/>
                </a:lnTo>
                <a:lnTo>
                  <a:pt x="1054" y="523"/>
                </a:lnTo>
                <a:lnTo>
                  <a:pt x="1052" y="504"/>
                </a:lnTo>
                <a:lnTo>
                  <a:pt x="1049" y="493"/>
                </a:lnTo>
                <a:lnTo>
                  <a:pt x="1046" y="481"/>
                </a:lnTo>
                <a:lnTo>
                  <a:pt x="1040" y="470"/>
                </a:lnTo>
                <a:lnTo>
                  <a:pt x="1034" y="459"/>
                </a:lnTo>
                <a:lnTo>
                  <a:pt x="1026" y="450"/>
                </a:lnTo>
                <a:lnTo>
                  <a:pt x="1016" y="440"/>
                </a:lnTo>
                <a:lnTo>
                  <a:pt x="1004" y="433"/>
                </a:lnTo>
                <a:lnTo>
                  <a:pt x="990" y="427"/>
                </a:lnTo>
                <a:lnTo>
                  <a:pt x="973" y="424"/>
                </a:lnTo>
                <a:lnTo>
                  <a:pt x="954" y="422"/>
                </a:lnTo>
                <a:lnTo>
                  <a:pt x="737" y="422"/>
                </a:lnTo>
                <a:lnTo>
                  <a:pt x="737" y="422"/>
                </a:lnTo>
                <a:lnTo>
                  <a:pt x="737" y="404"/>
                </a:lnTo>
                <a:lnTo>
                  <a:pt x="738" y="387"/>
                </a:lnTo>
                <a:lnTo>
                  <a:pt x="740" y="370"/>
                </a:lnTo>
                <a:lnTo>
                  <a:pt x="743" y="353"/>
                </a:lnTo>
                <a:lnTo>
                  <a:pt x="747" y="336"/>
                </a:lnTo>
                <a:lnTo>
                  <a:pt x="752" y="321"/>
                </a:lnTo>
                <a:lnTo>
                  <a:pt x="757" y="305"/>
                </a:lnTo>
                <a:lnTo>
                  <a:pt x="763" y="291"/>
                </a:lnTo>
                <a:lnTo>
                  <a:pt x="770" y="277"/>
                </a:lnTo>
                <a:lnTo>
                  <a:pt x="778" y="262"/>
                </a:lnTo>
                <a:lnTo>
                  <a:pt x="787" y="249"/>
                </a:lnTo>
                <a:lnTo>
                  <a:pt x="795" y="236"/>
                </a:lnTo>
                <a:lnTo>
                  <a:pt x="805" y="223"/>
                </a:lnTo>
                <a:lnTo>
                  <a:pt x="815" y="211"/>
                </a:lnTo>
                <a:lnTo>
                  <a:pt x="826" y="200"/>
                </a:lnTo>
                <a:lnTo>
                  <a:pt x="838" y="190"/>
                </a:lnTo>
                <a:lnTo>
                  <a:pt x="850" y="179"/>
                </a:lnTo>
                <a:lnTo>
                  <a:pt x="863" y="169"/>
                </a:lnTo>
                <a:lnTo>
                  <a:pt x="876" y="160"/>
                </a:lnTo>
                <a:lnTo>
                  <a:pt x="889" y="151"/>
                </a:lnTo>
                <a:lnTo>
                  <a:pt x="904" y="143"/>
                </a:lnTo>
                <a:lnTo>
                  <a:pt x="918" y="136"/>
                </a:lnTo>
                <a:lnTo>
                  <a:pt x="934" y="130"/>
                </a:lnTo>
                <a:lnTo>
                  <a:pt x="948" y="124"/>
                </a:lnTo>
                <a:lnTo>
                  <a:pt x="965" y="118"/>
                </a:lnTo>
                <a:lnTo>
                  <a:pt x="980" y="113"/>
                </a:lnTo>
                <a:lnTo>
                  <a:pt x="997" y="110"/>
                </a:lnTo>
                <a:lnTo>
                  <a:pt x="1014" y="106"/>
                </a:lnTo>
                <a:lnTo>
                  <a:pt x="1030" y="104"/>
                </a:lnTo>
                <a:lnTo>
                  <a:pt x="1048" y="102"/>
                </a:lnTo>
                <a:lnTo>
                  <a:pt x="1066" y="101"/>
                </a:lnTo>
                <a:lnTo>
                  <a:pt x="1084" y="100"/>
                </a:lnTo>
                <a:lnTo>
                  <a:pt x="1084" y="100"/>
                </a:lnTo>
                <a:lnTo>
                  <a:pt x="1120" y="101"/>
                </a:lnTo>
                <a:lnTo>
                  <a:pt x="1155" y="106"/>
                </a:lnTo>
                <a:lnTo>
                  <a:pt x="1187" y="112"/>
                </a:lnTo>
                <a:lnTo>
                  <a:pt x="1219" y="120"/>
                </a:lnTo>
                <a:lnTo>
                  <a:pt x="1250" y="132"/>
                </a:lnTo>
                <a:lnTo>
                  <a:pt x="1264" y="138"/>
                </a:lnTo>
                <a:lnTo>
                  <a:pt x="1279" y="145"/>
                </a:lnTo>
                <a:lnTo>
                  <a:pt x="1292" y="153"/>
                </a:lnTo>
                <a:lnTo>
                  <a:pt x="1305" y="161"/>
                </a:lnTo>
                <a:lnTo>
                  <a:pt x="1318" y="169"/>
                </a:lnTo>
                <a:lnTo>
                  <a:pt x="1330" y="179"/>
                </a:lnTo>
                <a:lnTo>
                  <a:pt x="1342" y="190"/>
                </a:lnTo>
                <a:lnTo>
                  <a:pt x="1353" y="199"/>
                </a:lnTo>
                <a:lnTo>
                  <a:pt x="1362" y="211"/>
                </a:lnTo>
                <a:lnTo>
                  <a:pt x="1372" y="222"/>
                </a:lnTo>
                <a:lnTo>
                  <a:pt x="1381" y="234"/>
                </a:lnTo>
                <a:lnTo>
                  <a:pt x="1390" y="247"/>
                </a:lnTo>
                <a:lnTo>
                  <a:pt x="1397" y="260"/>
                </a:lnTo>
                <a:lnTo>
                  <a:pt x="1404" y="274"/>
                </a:lnTo>
                <a:lnTo>
                  <a:pt x="1411" y="289"/>
                </a:lnTo>
                <a:lnTo>
                  <a:pt x="1416" y="303"/>
                </a:lnTo>
                <a:lnTo>
                  <a:pt x="1421" y="318"/>
                </a:lnTo>
                <a:lnTo>
                  <a:pt x="1424" y="334"/>
                </a:lnTo>
                <a:lnTo>
                  <a:pt x="1428" y="351"/>
                </a:lnTo>
                <a:lnTo>
                  <a:pt x="1430" y="367"/>
                </a:lnTo>
                <a:lnTo>
                  <a:pt x="1432" y="384"/>
                </a:lnTo>
                <a:lnTo>
                  <a:pt x="1432" y="402"/>
                </a:lnTo>
                <a:lnTo>
                  <a:pt x="1432" y="402"/>
                </a:lnTo>
                <a:lnTo>
                  <a:pt x="1441" y="409"/>
                </a:lnTo>
                <a:lnTo>
                  <a:pt x="1451" y="414"/>
                </a:lnTo>
                <a:lnTo>
                  <a:pt x="1459" y="418"/>
                </a:lnTo>
                <a:lnTo>
                  <a:pt x="1469" y="420"/>
                </a:lnTo>
                <a:lnTo>
                  <a:pt x="1477" y="421"/>
                </a:lnTo>
                <a:lnTo>
                  <a:pt x="1484" y="421"/>
                </a:lnTo>
                <a:lnTo>
                  <a:pt x="1492" y="420"/>
                </a:lnTo>
                <a:lnTo>
                  <a:pt x="1500" y="419"/>
                </a:lnTo>
                <a:lnTo>
                  <a:pt x="1512" y="414"/>
                </a:lnTo>
                <a:lnTo>
                  <a:pt x="1520" y="409"/>
                </a:lnTo>
                <a:lnTo>
                  <a:pt x="1528" y="403"/>
                </a:lnTo>
                <a:lnTo>
                  <a:pt x="1528" y="403"/>
                </a:lnTo>
                <a:lnTo>
                  <a:pt x="1527" y="381"/>
                </a:lnTo>
                <a:lnTo>
                  <a:pt x="1526" y="358"/>
                </a:lnTo>
                <a:lnTo>
                  <a:pt x="1522" y="336"/>
                </a:lnTo>
                <a:lnTo>
                  <a:pt x="1519" y="315"/>
                </a:lnTo>
                <a:lnTo>
                  <a:pt x="1514" y="295"/>
                </a:lnTo>
                <a:lnTo>
                  <a:pt x="1507" y="276"/>
                </a:lnTo>
                <a:lnTo>
                  <a:pt x="1500" y="255"/>
                </a:lnTo>
                <a:lnTo>
                  <a:pt x="1491" y="237"/>
                </a:lnTo>
                <a:lnTo>
                  <a:pt x="1482" y="218"/>
                </a:lnTo>
                <a:lnTo>
                  <a:pt x="1472" y="201"/>
                </a:lnTo>
                <a:lnTo>
                  <a:pt x="1460" y="185"/>
                </a:lnTo>
                <a:lnTo>
                  <a:pt x="1448" y="168"/>
                </a:lnTo>
                <a:lnTo>
                  <a:pt x="1435" y="153"/>
                </a:lnTo>
                <a:lnTo>
                  <a:pt x="1422" y="137"/>
                </a:lnTo>
                <a:lnTo>
                  <a:pt x="1408" y="123"/>
                </a:lnTo>
                <a:lnTo>
                  <a:pt x="1392" y="110"/>
                </a:lnTo>
                <a:lnTo>
                  <a:pt x="1375" y="96"/>
                </a:lnTo>
                <a:lnTo>
                  <a:pt x="1359" y="84"/>
                </a:lnTo>
                <a:lnTo>
                  <a:pt x="1342" y="74"/>
                </a:lnTo>
                <a:lnTo>
                  <a:pt x="1324" y="63"/>
                </a:lnTo>
                <a:lnTo>
                  <a:pt x="1305" y="53"/>
                </a:lnTo>
                <a:lnTo>
                  <a:pt x="1286" y="44"/>
                </a:lnTo>
                <a:lnTo>
                  <a:pt x="1267" y="35"/>
                </a:lnTo>
                <a:lnTo>
                  <a:pt x="1246" y="28"/>
                </a:lnTo>
                <a:lnTo>
                  <a:pt x="1226" y="21"/>
                </a:lnTo>
                <a:lnTo>
                  <a:pt x="1205" y="16"/>
                </a:lnTo>
                <a:lnTo>
                  <a:pt x="1183" y="12"/>
                </a:lnTo>
                <a:lnTo>
                  <a:pt x="1162" y="7"/>
                </a:lnTo>
                <a:lnTo>
                  <a:pt x="1140" y="3"/>
                </a:lnTo>
                <a:lnTo>
                  <a:pt x="1118" y="2"/>
                </a:lnTo>
                <a:lnTo>
                  <a:pt x="1095" y="0"/>
                </a:lnTo>
                <a:lnTo>
                  <a:pt x="1072" y="0"/>
                </a:lnTo>
                <a:lnTo>
                  <a:pt x="1072" y="0"/>
                </a:lnTo>
                <a:close/>
                <a:moveTo>
                  <a:pt x="582" y="888"/>
                </a:moveTo>
                <a:lnTo>
                  <a:pt x="582" y="888"/>
                </a:lnTo>
                <a:lnTo>
                  <a:pt x="582" y="892"/>
                </a:lnTo>
                <a:lnTo>
                  <a:pt x="582" y="901"/>
                </a:lnTo>
                <a:lnTo>
                  <a:pt x="587" y="932"/>
                </a:lnTo>
                <a:lnTo>
                  <a:pt x="596" y="976"/>
                </a:lnTo>
                <a:lnTo>
                  <a:pt x="606" y="1027"/>
                </a:lnTo>
                <a:lnTo>
                  <a:pt x="627" y="1121"/>
                </a:lnTo>
                <a:lnTo>
                  <a:pt x="636" y="1163"/>
                </a:lnTo>
                <a:lnTo>
                  <a:pt x="422" y="1164"/>
                </a:lnTo>
                <a:lnTo>
                  <a:pt x="422" y="1164"/>
                </a:lnTo>
                <a:lnTo>
                  <a:pt x="432" y="1122"/>
                </a:lnTo>
                <a:lnTo>
                  <a:pt x="455" y="1029"/>
                </a:lnTo>
                <a:lnTo>
                  <a:pt x="465" y="979"/>
                </a:lnTo>
                <a:lnTo>
                  <a:pt x="473" y="936"/>
                </a:lnTo>
                <a:lnTo>
                  <a:pt x="476" y="918"/>
                </a:lnTo>
                <a:lnTo>
                  <a:pt x="477" y="904"/>
                </a:lnTo>
                <a:lnTo>
                  <a:pt x="476" y="894"/>
                </a:lnTo>
                <a:lnTo>
                  <a:pt x="476" y="892"/>
                </a:lnTo>
                <a:lnTo>
                  <a:pt x="475" y="890"/>
                </a:lnTo>
                <a:lnTo>
                  <a:pt x="475" y="890"/>
                </a:lnTo>
                <a:lnTo>
                  <a:pt x="463" y="886"/>
                </a:lnTo>
                <a:lnTo>
                  <a:pt x="452" y="881"/>
                </a:lnTo>
                <a:lnTo>
                  <a:pt x="442" y="874"/>
                </a:lnTo>
                <a:lnTo>
                  <a:pt x="431" y="868"/>
                </a:lnTo>
                <a:lnTo>
                  <a:pt x="421" y="859"/>
                </a:lnTo>
                <a:lnTo>
                  <a:pt x="413" y="851"/>
                </a:lnTo>
                <a:lnTo>
                  <a:pt x="405" y="843"/>
                </a:lnTo>
                <a:lnTo>
                  <a:pt x="397" y="833"/>
                </a:lnTo>
                <a:lnTo>
                  <a:pt x="390" y="822"/>
                </a:lnTo>
                <a:lnTo>
                  <a:pt x="384" y="812"/>
                </a:lnTo>
                <a:lnTo>
                  <a:pt x="379" y="801"/>
                </a:lnTo>
                <a:lnTo>
                  <a:pt x="375" y="789"/>
                </a:lnTo>
                <a:lnTo>
                  <a:pt x="371" y="777"/>
                </a:lnTo>
                <a:lnTo>
                  <a:pt x="369" y="765"/>
                </a:lnTo>
                <a:lnTo>
                  <a:pt x="368" y="752"/>
                </a:lnTo>
                <a:lnTo>
                  <a:pt x="366" y="739"/>
                </a:lnTo>
                <a:lnTo>
                  <a:pt x="366" y="739"/>
                </a:lnTo>
                <a:lnTo>
                  <a:pt x="368" y="723"/>
                </a:lnTo>
                <a:lnTo>
                  <a:pt x="370" y="707"/>
                </a:lnTo>
                <a:lnTo>
                  <a:pt x="374" y="692"/>
                </a:lnTo>
                <a:lnTo>
                  <a:pt x="379" y="677"/>
                </a:lnTo>
                <a:lnTo>
                  <a:pt x="385" y="664"/>
                </a:lnTo>
                <a:lnTo>
                  <a:pt x="394" y="650"/>
                </a:lnTo>
                <a:lnTo>
                  <a:pt x="403" y="637"/>
                </a:lnTo>
                <a:lnTo>
                  <a:pt x="413" y="627"/>
                </a:lnTo>
                <a:lnTo>
                  <a:pt x="425" y="616"/>
                </a:lnTo>
                <a:lnTo>
                  <a:pt x="437" y="607"/>
                </a:lnTo>
                <a:lnTo>
                  <a:pt x="450" y="599"/>
                </a:lnTo>
                <a:lnTo>
                  <a:pt x="464" y="592"/>
                </a:lnTo>
                <a:lnTo>
                  <a:pt x="479" y="587"/>
                </a:lnTo>
                <a:lnTo>
                  <a:pt x="494" y="584"/>
                </a:lnTo>
                <a:lnTo>
                  <a:pt x="510" y="581"/>
                </a:lnTo>
                <a:lnTo>
                  <a:pt x="526" y="580"/>
                </a:lnTo>
                <a:lnTo>
                  <a:pt x="526" y="580"/>
                </a:lnTo>
                <a:lnTo>
                  <a:pt x="542" y="581"/>
                </a:lnTo>
                <a:lnTo>
                  <a:pt x="559" y="584"/>
                </a:lnTo>
                <a:lnTo>
                  <a:pt x="573" y="587"/>
                </a:lnTo>
                <a:lnTo>
                  <a:pt x="588" y="592"/>
                </a:lnTo>
                <a:lnTo>
                  <a:pt x="602" y="599"/>
                </a:lnTo>
                <a:lnTo>
                  <a:pt x="615" y="607"/>
                </a:lnTo>
                <a:lnTo>
                  <a:pt x="628" y="616"/>
                </a:lnTo>
                <a:lnTo>
                  <a:pt x="639" y="627"/>
                </a:lnTo>
                <a:lnTo>
                  <a:pt x="649" y="637"/>
                </a:lnTo>
                <a:lnTo>
                  <a:pt x="658" y="650"/>
                </a:lnTo>
                <a:lnTo>
                  <a:pt x="666" y="664"/>
                </a:lnTo>
                <a:lnTo>
                  <a:pt x="673" y="677"/>
                </a:lnTo>
                <a:lnTo>
                  <a:pt x="678" y="692"/>
                </a:lnTo>
                <a:lnTo>
                  <a:pt x="682" y="707"/>
                </a:lnTo>
                <a:lnTo>
                  <a:pt x="684" y="723"/>
                </a:lnTo>
                <a:lnTo>
                  <a:pt x="685" y="739"/>
                </a:lnTo>
                <a:lnTo>
                  <a:pt x="685" y="739"/>
                </a:lnTo>
                <a:lnTo>
                  <a:pt x="685" y="752"/>
                </a:lnTo>
                <a:lnTo>
                  <a:pt x="683" y="764"/>
                </a:lnTo>
                <a:lnTo>
                  <a:pt x="680" y="776"/>
                </a:lnTo>
                <a:lnTo>
                  <a:pt x="678" y="788"/>
                </a:lnTo>
                <a:lnTo>
                  <a:pt x="673" y="800"/>
                </a:lnTo>
                <a:lnTo>
                  <a:pt x="668" y="810"/>
                </a:lnTo>
                <a:lnTo>
                  <a:pt x="663" y="821"/>
                </a:lnTo>
                <a:lnTo>
                  <a:pt x="657" y="831"/>
                </a:lnTo>
                <a:lnTo>
                  <a:pt x="649" y="840"/>
                </a:lnTo>
                <a:lnTo>
                  <a:pt x="641" y="849"/>
                </a:lnTo>
                <a:lnTo>
                  <a:pt x="633" y="857"/>
                </a:lnTo>
                <a:lnTo>
                  <a:pt x="624" y="865"/>
                </a:lnTo>
                <a:lnTo>
                  <a:pt x="615" y="871"/>
                </a:lnTo>
                <a:lnTo>
                  <a:pt x="604" y="879"/>
                </a:lnTo>
                <a:lnTo>
                  <a:pt x="593" y="883"/>
                </a:lnTo>
                <a:lnTo>
                  <a:pt x="582" y="888"/>
                </a:lnTo>
                <a:lnTo>
                  <a:pt x="582" y="88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18"/>
          <p:cNvSpPr>
            <a:spLocks noChangeAspect="1" noEditPoints="1"/>
          </p:cNvSpPr>
          <p:nvPr/>
        </p:nvSpPr>
        <p:spPr bwMode="auto">
          <a:xfrm>
            <a:off x="6069244" y="2895409"/>
            <a:ext cx="1080000" cy="1037647"/>
          </a:xfrm>
          <a:custGeom>
            <a:avLst/>
            <a:gdLst>
              <a:gd name="T0" fmla="*/ 365 w 1529"/>
              <a:gd name="T1" fmla="*/ 114 h 1472"/>
              <a:gd name="T2" fmla="*/ 399 w 1529"/>
              <a:gd name="T3" fmla="*/ 78 h 1472"/>
              <a:gd name="T4" fmla="*/ 346 w 1529"/>
              <a:gd name="T5" fmla="*/ 67 h 1472"/>
              <a:gd name="T6" fmla="*/ 291 w 1529"/>
              <a:gd name="T7" fmla="*/ 63 h 1472"/>
              <a:gd name="T8" fmla="*/ 307 w 1529"/>
              <a:gd name="T9" fmla="*/ 114 h 1472"/>
              <a:gd name="T10" fmla="*/ 287 w 1529"/>
              <a:gd name="T11" fmla="*/ 33 h 1472"/>
              <a:gd name="T12" fmla="*/ 88 w 1529"/>
              <a:gd name="T13" fmla="*/ 0 h 1472"/>
              <a:gd name="T14" fmla="*/ 65 w 1529"/>
              <a:gd name="T15" fmla="*/ 44 h 1472"/>
              <a:gd name="T16" fmla="*/ 60 w 1529"/>
              <a:gd name="T17" fmla="*/ 89 h 1472"/>
              <a:gd name="T18" fmla="*/ 24 w 1529"/>
              <a:gd name="T19" fmla="*/ 55 h 1472"/>
              <a:gd name="T20" fmla="*/ 12 w 1529"/>
              <a:gd name="T21" fmla="*/ 108 h 1472"/>
              <a:gd name="T22" fmla="*/ 8 w 1529"/>
              <a:gd name="T23" fmla="*/ 162 h 1472"/>
              <a:gd name="T24" fmla="*/ 60 w 1529"/>
              <a:gd name="T25" fmla="*/ 148 h 1472"/>
              <a:gd name="T26" fmla="*/ 436 w 1529"/>
              <a:gd name="T27" fmla="*/ 169 h 1472"/>
              <a:gd name="T28" fmla="*/ 494 w 1529"/>
              <a:gd name="T29" fmla="*/ 169 h 1472"/>
              <a:gd name="T30" fmla="*/ 500 w 1529"/>
              <a:gd name="T31" fmla="*/ 117 h 1472"/>
              <a:gd name="T32" fmla="*/ 444 w 1529"/>
              <a:gd name="T33" fmla="*/ 117 h 1472"/>
              <a:gd name="T34" fmla="*/ 397 w 1529"/>
              <a:gd name="T35" fmla="*/ 142 h 1472"/>
              <a:gd name="T36" fmla="*/ 530 w 1529"/>
              <a:gd name="T37" fmla="*/ 227 h 1472"/>
              <a:gd name="T38" fmla="*/ 529 w 1529"/>
              <a:gd name="T39" fmla="*/ 283 h 1472"/>
              <a:gd name="T40" fmla="*/ 528 w 1529"/>
              <a:gd name="T41" fmla="*/ 339 h 1472"/>
              <a:gd name="T42" fmla="*/ 570 w 1529"/>
              <a:gd name="T43" fmla="*/ 311 h 1472"/>
              <a:gd name="T44" fmla="*/ 570 w 1529"/>
              <a:gd name="T45" fmla="*/ 254 h 1472"/>
              <a:gd name="T46" fmla="*/ 570 w 1529"/>
              <a:gd name="T47" fmla="*/ 198 h 1472"/>
              <a:gd name="T48" fmla="*/ 523 w 1529"/>
              <a:gd name="T49" fmla="*/ 173 h 1472"/>
              <a:gd name="T50" fmla="*/ 530 w 1529"/>
              <a:gd name="T51" fmla="*/ 227 h 1472"/>
              <a:gd name="T52" fmla="*/ 394 w 1529"/>
              <a:gd name="T53" fmla="*/ 496 h 1472"/>
              <a:gd name="T54" fmla="*/ 370 w 1529"/>
              <a:gd name="T55" fmla="*/ 451 h 1472"/>
              <a:gd name="T56" fmla="*/ 330 w 1529"/>
              <a:gd name="T57" fmla="*/ 456 h 1472"/>
              <a:gd name="T58" fmla="*/ 284 w 1529"/>
              <a:gd name="T59" fmla="*/ 480 h 1472"/>
              <a:gd name="T60" fmla="*/ 330 w 1529"/>
              <a:gd name="T61" fmla="*/ 505 h 1472"/>
              <a:gd name="T62" fmla="*/ 933 w 1529"/>
              <a:gd name="T63" fmla="*/ 372 h 1472"/>
              <a:gd name="T64" fmla="*/ 792 w 1529"/>
              <a:gd name="T65" fmla="*/ 284 h 1472"/>
              <a:gd name="T66" fmla="*/ 611 w 1529"/>
              <a:gd name="T67" fmla="*/ 370 h 1472"/>
              <a:gd name="T68" fmla="*/ 349 w 1529"/>
              <a:gd name="T69" fmla="*/ 678 h 1472"/>
              <a:gd name="T70" fmla="*/ 385 w 1529"/>
              <a:gd name="T71" fmla="*/ 852 h 1472"/>
              <a:gd name="T72" fmla="*/ 959 w 1529"/>
              <a:gd name="T73" fmla="*/ 1435 h 1472"/>
              <a:gd name="T74" fmla="*/ 1162 w 1529"/>
              <a:gd name="T75" fmla="*/ 1460 h 1472"/>
              <a:gd name="T76" fmla="*/ 1474 w 1529"/>
              <a:gd name="T77" fmla="*/ 1197 h 1472"/>
              <a:gd name="T78" fmla="*/ 1526 w 1529"/>
              <a:gd name="T79" fmla="*/ 1018 h 1472"/>
              <a:gd name="T80" fmla="*/ 672 w 1529"/>
              <a:gd name="T81" fmla="*/ 555 h 1472"/>
              <a:gd name="T82" fmla="*/ 565 w 1529"/>
              <a:gd name="T83" fmla="*/ 523 h 1472"/>
              <a:gd name="T84" fmla="*/ 651 w 1529"/>
              <a:gd name="T85" fmla="*/ 452 h 1472"/>
              <a:gd name="T86" fmla="*/ 672 w 1529"/>
              <a:gd name="T87" fmla="*/ 555 h 1472"/>
              <a:gd name="T88" fmla="*/ 116 w 1529"/>
              <a:gd name="T89" fmla="*/ 197 h 1472"/>
              <a:gd name="T90" fmla="*/ 71 w 1529"/>
              <a:gd name="T91" fmla="*/ 173 h 1472"/>
              <a:gd name="T92" fmla="*/ 73 w 1529"/>
              <a:gd name="T93" fmla="*/ 222 h 1472"/>
              <a:gd name="T94" fmla="*/ 62 w 1529"/>
              <a:gd name="T95" fmla="*/ 270 h 1472"/>
              <a:gd name="T96" fmla="*/ 111 w 1529"/>
              <a:gd name="T97" fmla="*/ 270 h 1472"/>
              <a:gd name="T98" fmla="*/ 268 w 1529"/>
              <a:gd name="T99" fmla="*/ 396 h 1472"/>
              <a:gd name="T100" fmla="*/ 221 w 1529"/>
              <a:gd name="T101" fmla="*/ 402 h 1472"/>
              <a:gd name="T102" fmla="*/ 173 w 1529"/>
              <a:gd name="T103" fmla="*/ 413 h 1472"/>
              <a:gd name="T104" fmla="*/ 205 w 1529"/>
              <a:gd name="T105" fmla="*/ 452 h 1472"/>
              <a:gd name="T106" fmla="*/ 245 w 1529"/>
              <a:gd name="T107" fmla="*/ 450 h 1472"/>
              <a:gd name="T108" fmla="*/ 285 w 1529"/>
              <a:gd name="T109" fmla="*/ 418 h 1472"/>
              <a:gd name="T110" fmla="*/ 164 w 1529"/>
              <a:gd name="T111" fmla="*/ 330 h 1472"/>
              <a:gd name="T112" fmla="*/ 148 w 1529"/>
              <a:gd name="T113" fmla="*/ 281 h 1472"/>
              <a:gd name="T114" fmla="*/ 116 w 1529"/>
              <a:gd name="T115" fmla="*/ 321 h 1472"/>
              <a:gd name="T116" fmla="*/ 115 w 1529"/>
              <a:gd name="T117" fmla="*/ 361 h 1472"/>
              <a:gd name="T118" fmla="*/ 154 w 1529"/>
              <a:gd name="T119" fmla="*/ 394 h 1472"/>
              <a:gd name="T120" fmla="*/ 164 w 1529"/>
              <a:gd name="T121" fmla="*/ 346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29" h="1472">
                <a:moveTo>
                  <a:pt x="313" y="114"/>
                </a:moveTo>
                <a:lnTo>
                  <a:pt x="313" y="114"/>
                </a:lnTo>
                <a:lnTo>
                  <a:pt x="318" y="114"/>
                </a:lnTo>
                <a:lnTo>
                  <a:pt x="322" y="113"/>
                </a:lnTo>
                <a:lnTo>
                  <a:pt x="331" y="110"/>
                </a:lnTo>
                <a:lnTo>
                  <a:pt x="337" y="102"/>
                </a:lnTo>
                <a:lnTo>
                  <a:pt x="342" y="95"/>
                </a:lnTo>
                <a:lnTo>
                  <a:pt x="342" y="95"/>
                </a:lnTo>
                <a:lnTo>
                  <a:pt x="346" y="102"/>
                </a:lnTo>
                <a:lnTo>
                  <a:pt x="352" y="110"/>
                </a:lnTo>
                <a:lnTo>
                  <a:pt x="361" y="113"/>
                </a:lnTo>
                <a:lnTo>
                  <a:pt x="365" y="114"/>
                </a:lnTo>
                <a:lnTo>
                  <a:pt x="370" y="114"/>
                </a:lnTo>
                <a:lnTo>
                  <a:pt x="370" y="114"/>
                </a:lnTo>
                <a:lnTo>
                  <a:pt x="376" y="114"/>
                </a:lnTo>
                <a:lnTo>
                  <a:pt x="381" y="112"/>
                </a:lnTo>
                <a:lnTo>
                  <a:pt x="387" y="110"/>
                </a:lnTo>
                <a:lnTo>
                  <a:pt x="392" y="106"/>
                </a:lnTo>
                <a:lnTo>
                  <a:pt x="395" y="101"/>
                </a:lnTo>
                <a:lnTo>
                  <a:pt x="398" y="96"/>
                </a:lnTo>
                <a:lnTo>
                  <a:pt x="399" y="90"/>
                </a:lnTo>
                <a:lnTo>
                  <a:pt x="400" y="84"/>
                </a:lnTo>
                <a:lnTo>
                  <a:pt x="400" y="84"/>
                </a:lnTo>
                <a:lnTo>
                  <a:pt x="399" y="78"/>
                </a:lnTo>
                <a:lnTo>
                  <a:pt x="398" y="72"/>
                </a:lnTo>
                <a:lnTo>
                  <a:pt x="395" y="68"/>
                </a:lnTo>
                <a:lnTo>
                  <a:pt x="392" y="63"/>
                </a:lnTo>
                <a:lnTo>
                  <a:pt x="387" y="59"/>
                </a:lnTo>
                <a:lnTo>
                  <a:pt x="381" y="57"/>
                </a:lnTo>
                <a:lnTo>
                  <a:pt x="376" y="55"/>
                </a:lnTo>
                <a:lnTo>
                  <a:pt x="370" y="55"/>
                </a:lnTo>
                <a:lnTo>
                  <a:pt x="370" y="55"/>
                </a:lnTo>
                <a:lnTo>
                  <a:pt x="365" y="55"/>
                </a:lnTo>
                <a:lnTo>
                  <a:pt x="361" y="56"/>
                </a:lnTo>
                <a:lnTo>
                  <a:pt x="352" y="61"/>
                </a:lnTo>
                <a:lnTo>
                  <a:pt x="346" y="67"/>
                </a:lnTo>
                <a:lnTo>
                  <a:pt x="342" y="75"/>
                </a:lnTo>
                <a:lnTo>
                  <a:pt x="342" y="75"/>
                </a:lnTo>
                <a:lnTo>
                  <a:pt x="337" y="67"/>
                </a:lnTo>
                <a:lnTo>
                  <a:pt x="331" y="61"/>
                </a:lnTo>
                <a:lnTo>
                  <a:pt x="322" y="56"/>
                </a:lnTo>
                <a:lnTo>
                  <a:pt x="318" y="55"/>
                </a:lnTo>
                <a:lnTo>
                  <a:pt x="313" y="55"/>
                </a:lnTo>
                <a:lnTo>
                  <a:pt x="313" y="55"/>
                </a:lnTo>
                <a:lnTo>
                  <a:pt x="307" y="55"/>
                </a:lnTo>
                <a:lnTo>
                  <a:pt x="301" y="57"/>
                </a:lnTo>
                <a:lnTo>
                  <a:pt x="296" y="59"/>
                </a:lnTo>
                <a:lnTo>
                  <a:pt x="291" y="63"/>
                </a:lnTo>
                <a:lnTo>
                  <a:pt x="288" y="68"/>
                </a:lnTo>
                <a:lnTo>
                  <a:pt x="285" y="72"/>
                </a:lnTo>
                <a:lnTo>
                  <a:pt x="284" y="78"/>
                </a:lnTo>
                <a:lnTo>
                  <a:pt x="283" y="84"/>
                </a:lnTo>
                <a:lnTo>
                  <a:pt x="283" y="84"/>
                </a:lnTo>
                <a:lnTo>
                  <a:pt x="284" y="90"/>
                </a:lnTo>
                <a:lnTo>
                  <a:pt x="285" y="96"/>
                </a:lnTo>
                <a:lnTo>
                  <a:pt x="288" y="101"/>
                </a:lnTo>
                <a:lnTo>
                  <a:pt x="291" y="106"/>
                </a:lnTo>
                <a:lnTo>
                  <a:pt x="296" y="110"/>
                </a:lnTo>
                <a:lnTo>
                  <a:pt x="301" y="112"/>
                </a:lnTo>
                <a:lnTo>
                  <a:pt x="307" y="114"/>
                </a:lnTo>
                <a:lnTo>
                  <a:pt x="313" y="114"/>
                </a:lnTo>
                <a:lnTo>
                  <a:pt x="313" y="114"/>
                </a:lnTo>
                <a:close/>
                <a:moveTo>
                  <a:pt x="88" y="56"/>
                </a:moveTo>
                <a:lnTo>
                  <a:pt x="258" y="56"/>
                </a:lnTo>
                <a:lnTo>
                  <a:pt x="258" y="56"/>
                </a:lnTo>
                <a:lnTo>
                  <a:pt x="264" y="56"/>
                </a:lnTo>
                <a:lnTo>
                  <a:pt x="270" y="55"/>
                </a:lnTo>
                <a:lnTo>
                  <a:pt x="275" y="51"/>
                </a:lnTo>
                <a:lnTo>
                  <a:pt x="278" y="47"/>
                </a:lnTo>
                <a:lnTo>
                  <a:pt x="282" y="44"/>
                </a:lnTo>
                <a:lnTo>
                  <a:pt x="284" y="39"/>
                </a:lnTo>
                <a:lnTo>
                  <a:pt x="287" y="33"/>
                </a:lnTo>
                <a:lnTo>
                  <a:pt x="287" y="28"/>
                </a:lnTo>
                <a:lnTo>
                  <a:pt x="287" y="28"/>
                </a:lnTo>
                <a:lnTo>
                  <a:pt x="287" y="22"/>
                </a:lnTo>
                <a:lnTo>
                  <a:pt x="284" y="16"/>
                </a:lnTo>
                <a:lnTo>
                  <a:pt x="282" y="12"/>
                </a:lnTo>
                <a:lnTo>
                  <a:pt x="278" y="8"/>
                </a:lnTo>
                <a:lnTo>
                  <a:pt x="275" y="4"/>
                </a:lnTo>
                <a:lnTo>
                  <a:pt x="270" y="2"/>
                </a:lnTo>
                <a:lnTo>
                  <a:pt x="264" y="0"/>
                </a:lnTo>
                <a:lnTo>
                  <a:pt x="258" y="0"/>
                </a:lnTo>
                <a:lnTo>
                  <a:pt x="88" y="0"/>
                </a:lnTo>
                <a:lnTo>
                  <a:pt x="88" y="0"/>
                </a:lnTo>
                <a:lnTo>
                  <a:pt x="82" y="0"/>
                </a:lnTo>
                <a:lnTo>
                  <a:pt x="78" y="2"/>
                </a:lnTo>
                <a:lnTo>
                  <a:pt x="73" y="4"/>
                </a:lnTo>
                <a:lnTo>
                  <a:pt x="68" y="8"/>
                </a:lnTo>
                <a:lnTo>
                  <a:pt x="65" y="12"/>
                </a:lnTo>
                <a:lnTo>
                  <a:pt x="62" y="16"/>
                </a:lnTo>
                <a:lnTo>
                  <a:pt x="61" y="22"/>
                </a:lnTo>
                <a:lnTo>
                  <a:pt x="60" y="28"/>
                </a:lnTo>
                <a:lnTo>
                  <a:pt x="60" y="28"/>
                </a:lnTo>
                <a:lnTo>
                  <a:pt x="61" y="33"/>
                </a:lnTo>
                <a:lnTo>
                  <a:pt x="62" y="39"/>
                </a:lnTo>
                <a:lnTo>
                  <a:pt x="65" y="44"/>
                </a:lnTo>
                <a:lnTo>
                  <a:pt x="68" y="47"/>
                </a:lnTo>
                <a:lnTo>
                  <a:pt x="73" y="51"/>
                </a:lnTo>
                <a:lnTo>
                  <a:pt x="78" y="55"/>
                </a:lnTo>
                <a:lnTo>
                  <a:pt x="82" y="56"/>
                </a:lnTo>
                <a:lnTo>
                  <a:pt x="88" y="56"/>
                </a:lnTo>
                <a:lnTo>
                  <a:pt x="88" y="56"/>
                </a:lnTo>
                <a:close/>
                <a:moveTo>
                  <a:pt x="41" y="113"/>
                </a:moveTo>
                <a:lnTo>
                  <a:pt x="41" y="113"/>
                </a:lnTo>
                <a:lnTo>
                  <a:pt x="48" y="108"/>
                </a:lnTo>
                <a:lnTo>
                  <a:pt x="55" y="102"/>
                </a:lnTo>
                <a:lnTo>
                  <a:pt x="59" y="94"/>
                </a:lnTo>
                <a:lnTo>
                  <a:pt x="60" y="89"/>
                </a:lnTo>
                <a:lnTo>
                  <a:pt x="60" y="84"/>
                </a:lnTo>
                <a:lnTo>
                  <a:pt x="60" y="84"/>
                </a:lnTo>
                <a:lnTo>
                  <a:pt x="60" y="78"/>
                </a:lnTo>
                <a:lnTo>
                  <a:pt x="57" y="72"/>
                </a:lnTo>
                <a:lnTo>
                  <a:pt x="55" y="68"/>
                </a:lnTo>
                <a:lnTo>
                  <a:pt x="51" y="63"/>
                </a:lnTo>
                <a:lnTo>
                  <a:pt x="47" y="59"/>
                </a:lnTo>
                <a:lnTo>
                  <a:pt x="42" y="57"/>
                </a:lnTo>
                <a:lnTo>
                  <a:pt x="36" y="55"/>
                </a:lnTo>
                <a:lnTo>
                  <a:pt x="30" y="55"/>
                </a:lnTo>
                <a:lnTo>
                  <a:pt x="30" y="55"/>
                </a:lnTo>
                <a:lnTo>
                  <a:pt x="24" y="55"/>
                </a:lnTo>
                <a:lnTo>
                  <a:pt x="18" y="57"/>
                </a:lnTo>
                <a:lnTo>
                  <a:pt x="13" y="59"/>
                </a:lnTo>
                <a:lnTo>
                  <a:pt x="8" y="63"/>
                </a:lnTo>
                <a:lnTo>
                  <a:pt x="5" y="68"/>
                </a:lnTo>
                <a:lnTo>
                  <a:pt x="2" y="72"/>
                </a:lnTo>
                <a:lnTo>
                  <a:pt x="1" y="78"/>
                </a:lnTo>
                <a:lnTo>
                  <a:pt x="0" y="84"/>
                </a:lnTo>
                <a:lnTo>
                  <a:pt x="0" y="84"/>
                </a:lnTo>
                <a:lnTo>
                  <a:pt x="0" y="89"/>
                </a:lnTo>
                <a:lnTo>
                  <a:pt x="1" y="94"/>
                </a:lnTo>
                <a:lnTo>
                  <a:pt x="6" y="102"/>
                </a:lnTo>
                <a:lnTo>
                  <a:pt x="12" y="108"/>
                </a:lnTo>
                <a:lnTo>
                  <a:pt x="20" y="113"/>
                </a:lnTo>
                <a:lnTo>
                  <a:pt x="20" y="113"/>
                </a:lnTo>
                <a:lnTo>
                  <a:pt x="12" y="117"/>
                </a:lnTo>
                <a:lnTo>
                  <a:pt x="6" y="124"/>
                </a:lnTo>
                <a:lnTo>
                  <a:pt x="1" y="132"/>
                </a:lnTo>
                <a:lnTo>
                  <a:pt x="0" y="137"/>
                </a:lnTo>
                <a:lnTo>
                  <a:pt x="0" y="142"/>
                </a:lnTo>
                <a:lnTo>
                  <a:pt x="0" y="142"/>
                </a:lnTo>
                <a:lnTo>
                  <a:pt x="1" y="148"/>
                </a:lnTo>
                <a:lnTo>
                  <a:pt x="2" y="153"/>
                </a:lnTo>
                <a:lnTo>
                  <a:pt x="5" y="158"/>
                </a:lnTo>
                <a:lnTo>
                  <a:pt x="8" y="162"/>
                </a:lnTo>
                <a:lnTo>
                  <a:pt x="13" y="166"/>
                </a:lnTo>
                <a:lnTo>
                  <a:pt x="18" y="169"/>
                </a:lnTo>
                <a:lnTo>
                  <a:pt x="24" y="170"/>
                </a:lnTo>
                <a:lnTo>
                  <a:pt x="30" y="172"/>
                </a:lnTo>
                <a:lnTo>
                  <a:pt x="30" y="172"/>
                </a:lnTo>
                <a:lnTo>
                  <a:pt x="36" y="170"/>
                </a:lnTo>
                <a:lnTo>
                  <a:pt x="42" y="169"/>
                </a:lnTo>
                <a:lnTo>
                  <a:pt x="47" y="166"/>
                </a:lnTo>
                <a:lnTo>
                  <a:pt x="51" y="162"/>
                </a:lnTo>
                <a:lnTo>
                  <a:pt x="55" y="158"/>
                </a:lnTo>
                <a:lnTo>
                  <a:pt x="57" y="153"/>
                </a:lnTo>
                <a:lnTo>
                  <a:pt x="60" y="148"/>
                </a:lnTo>
                <a:lnTo>
                  <a:pt x="60" y="142"/>
                </a:lnTo>
                <a:lnTo>
                  <a:pt x="60" y="142"/>
                </a:lnTo>
                <a:lnTo>
                  <a:pt x="60" y="137"/>
                </a:lnTo>
                <a:lnTo>
                  <a:pt x="59" y="132"/>
                </a:lnTo>
                <a:lnTo>
                  <a:pt x="55" y="124"/>
                </a:lnTo>
                <a:lnTo>
                  <a:pt x="48" y="117"/>
                </a:lnTo>
                <a:lnTo>
                  <a:pt x="41" y="113"/>
                </a:lnTo>
                <a:lnTo>
                  <a:pt x="41" y="113"/>
                </a:lnTo>
                <a:close/>
                <a:moveTo>
                  <a:pt x="426" y="172"/>
                </a:moveTo>
                <a:lnTo>
                  <a:pt x="426" y="172"/>
                </a:lnTo>
                <a:lnTo>
                  <a:pt x="431" y="170"/>
                </a:lnTo>
                <a:lnTo>
                  <a:pt x="436" y="169"/>
                </a:lnTo>
                <a:lnTo>
                  <a:pt x="444" y="166"/>
                </a:lnTo>
                <a:lnTo>
                  <a:pt x="450" y="160"/>
                </a:lnTo>
                <a:lnTo>
                  <a:pt x="455" y="151"/>
                </a:lnTo>
                <a:lnTo>
                  <a:pt x="455" y="151"/>
                </a:lnTo>
                <a:lnTo>
                  <a:pt x="459" y="160"/>
                </a:lnTo>
                <a:lnTo>
                  <a:pt x="466" y="166"/>
                </a:lnTo>
                <a:lnTo>
                  <a:pt x="474" y="169"/>
                </a:lnTo>
                <a:lnTo>
                  <a:pt x="478" y="170"/>
                </a:lnTo>
                <a:lnTo>
                  <a:pt x="484" y="172"/>
                </a:lnTo>
                <a:lnTo>
                  <a:pt x="484" y="172"/>
                </a:lnTo>
                <a:lnTo>
                  <a:pt x="490" y="170"/>
                </a:lnTo>
                <a:lnTo>
                  <a:pt x="494" y="169"/>
                </a:lnTo>
                <a:lnTo>
                  <a:pt x="500" y="166"/>
                </a:lnTo>
                <a:lnTo>
                  <a:pt x="504" y="162"/>
                </a:lnTo>
                <a:lnTo>
                  <a:pt x="508" y="158"/>
                </a:lnTo>
                <a:lnTo>
                  <a:pt x="511" y="153"/>
                </a:lnTo>
                <a:lnTo>
                  <a:pt x="512" y="148"/>
                </a:lnTo>
                <a:lnTo>
                  <a:pt x="514" y="142"/>
                </a:lnTo>
                <a:lnTo>
                  <a:pt x="514" y="142"/>
                </a:lnTo>
                <a:lnTo>
                  <a:pt x="512" y="135"/>
                </a:lnTo>
                <a:lnTo>
                  <a:pt x="511" y="130"/>
                </a:lnTo>
                <a:lnTo>
                  <a:pt x="508" y="124"/>
                </a:lnTo>
                <a:lnTo>
                  <a:pt x="504" y="120"/>
                </a:lnTo>
                <a:lnTo>
                  <a:pt x="500" y="117"/>
                </a:lnTo>
                <a:lnTo>
                  <a:pt x="494" y="113"/>
                </a:lnTo>
                <a:lnTo>
                  <a:pt x="490" y="112"/>
                </a:lnTo>
                <a:lnTo>
                  <a:pt x="484" y="111"/>
                </a:lnTo>
                <a:lnTo>
                  <a:pt x="484" y="111"/>
                </a:lnTo>
                <a:lnTo>
                  <a:pt x="478" y="112"/>
                </a:lnTo>
                <a:lnTo>
                  <a:pt x="474" y="113"/>
                </a:lnTo>
                <a:lnTo>
                  <a:pt x="466" y="117"/>
                </a:lnTo>
                <a:lnTo>
                  <a:pt x="459" y="123"/>
                </a:lnTo>
                <a:lnTo>
                  <a:pt x="455" y="131"/>
                </a:lnTo>
                <a:lnTo>
                  <a:pt x="455" y="131"/>
                </a:lnTo>
                <a:lnTo>
                  <a:pt x="450" y="123"/>
                </a:lnTo>
                <a:lnTo>
                  <a:pt x="444" y="117"/>
                </a:lnTo>
                <a:lnTo>
                  <a:pt x="436" y="113"/>
                </a:lnTo>
                <a:lnTo>
                  <a:pt x="431" y="112"/>
                </a:lnTo>
                <a:lnTo>
                  <a:pt x="426" y="111"/>
                </a:lnTo>
                <a:lnTo>
                  <a:pt x="426" y="111"/>
                </a:lnTo>
                <a:lnTo>
                  <a:pt x="420" y="112"/>
                </a:lnTo>
                <a:lnTo>
                  <a:pt x="414" y="113"/>
                </a:lnTo>
                <a:lnTo>
                  <a:pt x="410" y="117"/>
                </a:lnTo>
                <a:lnTo>
                  <a:pt x="405" y="120"/>
                </a:lnTo>
                <a:lnTo>
                  <a:pt x="401" y="124"/>
                </a:lnTo>
                <a:lnTo>
                  <a:pt x="399" y="130"/>
                </a:lnTo>
                <a:lnTo>
                  <a:pt x="397" y="135"/>
                </a:lnTo>
                <a:lnTo>
                  <a:pt x="397" y="142"/>
                </a:lnTo>
                <a:lnTo>
                  <a:pt x="397" y="142"/>
                </a:lnTo>
                <a:lnTo>
                  <a:pt x="397" y="148"/>
                </a:lnTo>
                <a:lnTo>
                  <a:pt x="399" y="153"/>
                </a:lnTo>
                <a:lnTo>
                  <a:pt x="401" y="158"/>
                </a:lnTo>
                <a:lnTo>
                  <a:pt x="405" y="162"/>
                </a:lnTo>
                <a:lnTo>
                  <a:pt x="410" y="166"/>
                </a:lnTo>
                <a:lnTo>
                  <a:pt x="414" y="169"/>
                </a:lnTo>
                <a:lnTo>
                  <a:pt x="420" y="170"/>
                </a:lnTo>
                <a:lnTo>
                  <a:pt x="426" y="172"/>
                </a:lnTo>
                <a:lnTo>
                  <a:pt x="426" y="172"/>
                </a:lnTo>
                <a:close/>
                <a:moveTo>
                  <a:pt x="530" y="227"/>
                </a:moveTo>
                <a:lnTo>
                  <a:pt x="530" y="227"/>
                </a:lnTo>
                <a:lnTo>
                  <a:pt x="522" y="230"/>
                </a:lnTo>
                <a:lnTo>
                  <a:pt x="515" y="237"/>
                </a:lnTo>
                <a:lnTo>
                  <a:pt x="511" y="246"/>
                </a:lnTo>
                <a:lnTo>
                  <a:pt x="510" y="249"/>
                </a:lnTo>
                <a:lnTo>
                  <a:pt x="510" y="254"/>
                </a:lnTo>
                <a:lnTo>
                  <a:pt x="510" y="254"/>
                </a:lnTo>
                <a:lnTo>
                  <a:pt x="510" y="259"/>
                </a:lnTo>
                <a:lnTo>
                  <a:pt x="511" y="264"/>
                </a:lnTo>
                <a:lnTo>
                  <a:pt x="515" y="272"/>
                </a:lnTo>
                <a:lnTo>
                  <a:pt x="522" y="278"/>
                </a:lnTo>
                <a:lnTo>
                  <a:pt x="529" y="283"/>
                </a:lnTo>
                <a:lnTo>
                  <a:pt x="529" y="283"/>
                </a:lnTo>
                <a:lnTo>
                  <a:pt x="522" y="287"/>
                </a:lnTo>
                <a:lnTo>
                  <a:pt x="515" y="293"/>
                </a:lnTo>
                <a:lnTo>
                  <a:pt x="511" y="302"/>
                </a:lnTo>
                <a:lnTo>
                  <a:pt x="510" y="307"/>
                </a:lnTo>
                <a:lnTo>
                  <a:pt x="510" y="311"/>
                </a:lnTo>
                <a:lnTo>
                  <a:pt x="510" y="311"/>
                </a:lnTo>
                <a:lnTo>
                  <a:pt x="510" y="317"/>
                </a:lnTo>
                <a:lnTo>
                  <a:pt x="512" y="323"/>
                </a:lnTo>
                <a:lnTo>
                  <a:pt x="515" y="328"/>
                </a:lnTo>
                <a:lnTo>
                  <a:pt x="518" y="333"/>
                </a:lnTo>
                <a:lnTo>
                  <a:pt x="523" y="336"/>
                </a:lnTo>
                <a:lnTo>
                  <a:pt x="528" y="339"/>
                </a:lnTo>
                <a:lnTo>
                  <a:pt x="534" y="340"/>
                </a:lnTo>
                <a:lnTo>
                  <a:pt x="540" y="341"/>
                </a:lnTo>
                <a:lnTo>
                  <a:pt x="540" y="341"/>
                </a:lnTo>
                <a:lnTo>
                  <a:pt x="546" y="340"/>
                </a:lnTo>
                <a:lnTo>
                  <a:pt x="552" y="339"/>
                </a:lnTo>
                <a:lnTo>
                  <a:pt x="557" y="336"/>
                </a:lnTo>
                <a:lnTo>
                  <a:pt x="561" y="333"/>
                </a:lnTo>
                <a:lnTo>
                  <a:pt x="565" y="328"/>
                </a:lnTo>
                <a:lnTo>
                  <a:pt x="567" y="323"/>
                </a:lnTo>
                <a:lnTo>
                  <a:pt x="570" y="317"/>
                </a:lnTo>
                <a:lnTo>
                  <a:pt x="570" y="311"/>
                </a:lnTo>
                <a:lnTo>
                  <a:pt x="570" y="311"/>
                </a:lnTo>
                <a:lnTo>
                  <a:pt x="570" y="307"/>
                </a:lnTo>
                <a:lnTo>
                  <a:pt x="569" y="302"/>
                </a:lnTo>
                <a:lnTo>
                  <a:pt x="564" y="293"/>
                </a:lnTo>
                <a:lnTo>
                  <a:pt x="558" y="287"/>
                </a:lnTo>
                <a:lnTo>
                  <a:pt x="549" y="283"/>
                </a:lnTo>
                <a:lnTo>
                  <a:pt x="549" y="283"/>
                </a:lnTo>
                <a:lnTo>
                  <a:pt x="558" y="278"/>
                </a:lnTo>
                <a:lnTo>
                  <a:pt x="564" y="272"/>
                </a:lnTo>
                <a:lnTo>
                  <a:pt x="569" y="264"/>
                </a:lnTo>
                <a:lnTo>
                  <a:pt x="570" y="259"/>
                </a:lnTo>
                <a:lnTo>
                  <a:pt x="570" y="254"/>
                </a:lnTo>
                <a:lnTo>
                  <a:pt x="570" y="254"/>
                </a:lnTo>
                <a:lnTo>
                  <a:pt x="570" y="249"/>
                </a:lnTo>
                <a:lnTo>
                  <a:pt x="569" y="246"/>
                </a:lnTo>
                <a:lnTo>
                  <a:pt x="564" y="237"/>
                </a:lnTo>
                <a:lnTo>
                  <a:pt x="558" y="230"/>
                </a:lnTo>
                <a:lnTo>
                  <a:pt x="549" y="227"/>
                </a:lnTo>
                <a:lnTo>
                  <a:pt x="549" y="227"/>
                </a:lnTo>
                <a:lnTo>
                  <a:pt x="558" y="222"/>
                </a:lnTo>
                <a:lnTo>
                  <a:pt x="564" y="216"/>
                </a:lnTo>
                <a:lnTo>
                  <a:pt x="569" y="207"/>
                </a:lnTo>
                <a:lnTo>
                  <a:pt x="570" y="203"/>
                </a:lnTo>
                <a:lnTo>
                  <a:pt x="570" y="198"/>
                </a:lnTo>
                <a:lnTo>
                  <a:pt x="570" y="198"/>
                </a:lnTo>
                <a:lnTo>
                  <a:pt x="570" y="192"/>
                </a:lnTo>
                <a:lnTo>
                  <a:pt x="567" y="186"/>
                </a:lnTo>
                <a:lnTo>
                  <a:pt x="565" y="181"/>
                </a:lnTo>
                <a:lnTo>
                  <a:pt x="561" y="176"/>
                </a:lnTo>
                <a:lnTo>
                  <a:pt x="557" y="173"/>
                </a:lnTo>
                <a:lnTo>
                  <a:pt x="552" y="170"/>
                </a:lnTo>
                <a:lnTo>
                  <a:pt x="546" y="168"/>
                </a:lnTo>
                <a:lnTo>
                  <a:pt x="540" y="168"/>
                </a:lnTo>
                <a:lnTo>
                  <a:pt x="540" y="168"/>
                </a:lnTo>
                <a:lnTo>
                  <a:pt x="534" y="168"/>
                </a:lnTo>
                <a:lnTo>
                  <a:pt x="528" y="170"/>
                </a:lnTo>
                <a:lnTo>
                  <a:pt x="523" y="173"/>
                </a:lnTo>
                <a:lnTo>
                  <a:pt x="518" y="176"/>
                </a:lnTo>
                <a:lnTo>
                  <a:pt x="515" y="181"/>
                </a:lnTo>
                <a:lnTo>
                  <a:pt x="512" y="186"/>
                </a:lnTo>
                <a:lnTo>
                  <a:pt x="510" y="192"/>
                </a:lnTo>
                <a:lnTo>
                  <a:pt x="510" y="198"/>
                </a:lnTo>
                <a:lnTo>
                  <a:pt x="510" y="198"/>
                </a:lnTo>
                <a:lnTo>
                  <a:pt x="510" y="203"/>
                </a:lnTo>
                <a:lnTo>
                  <a:pt x="511" y="207"/>
                </a:lnTo>
                <a:lnTo>
                  <a:pt x="515" y="216"/>
                </a:lnTo>
                <a:lnTo>
                  <a:pt x="522" y="222"/>
                </a:lnTo>
                <a:lnTo>
                  <a:pt x="530" y="227"/>
                </a:lnTo>
                <a:lnTo>
                  <a:pt x="530" y="227"/>
                </a:lnTo>
                <a:close/>
                <a:moveTo>
                  <a:pt x="350" y="500"/>
                </a:moveTo>
                <a:lnTo>
                  <a:pt x="350" y="500"/>
                </a:lnTo>
                <a:lnTo>
                  <a:pt x="354" y="505"/>
                </a:lnTo>
                <a:lnTo>
                  <a:pt x="360" y="507"/>
                </a:lnTo>
                <a:lnTo>
                  <a:pt x="364" y="508"/>
                </a:lnTo>
                <a:lnTo>
                  <a:pt x="370" y="510"/>
                </a:lnTo>
                <a:lnTo>
                  <a:pt x="376" y="508"/>
                </a:lnTo>
                <a:lnTo>
                  <a:pt x="381" y="507"/>
                </a:lnTo>
                <a:lnTo>
                  <a:pt x="386" y="505"/>
                </a:lnTo>
                <a:lnTo>
                  <a:pt x="391" y="500"/>
                </a:lnTo>
                <a:lnTo>
                  <a:pt x="391" y="500"/>
                </a:lnTo>
                <a:lnTo>
                  <a:pt x="394" y="496"/>
                </a:lnTo>
                <a:lnTo>
                  <a:pt x="398" y="490"/>
                </a:lnTo>
                <a:lnTo>
                  <a:pt x="399" y="486"/>
                </a:lnTo>
                <a:lnTo>
                  <a:pt x="399" y="480"/>
                </a:lnTo>
                <a:lnTo>
                  <a:pt x="399" y="474"/>
                </a:lnTo>
                <a:lnTo>
                  <a:pt x="398" y="469"/>
                </a:lnTo>
                <a:lnTo>
                  <a:pt x="394" y="464"/>
                </a:lnTo>
                <a:lnTo>
                  <a:pt x="391" y="459"/>
                </a:lnTo>
                <a:lnTo>
                  <a:pt x="391" y="459"/>
                </a:lnTo>
                <a:lnTo>
                  <a:pt x="386" y="456"/>
                </a:lnTo>
                <a:lnTo>
                  <a:pt x="381" y="453"/>
                </a:lnTo>
                <a:lnTo>
                  <a:pt x="376" y="451"/>
                </a:lnTo>
                <a:lnTo>
                  <a:pt x="370" y="451"/>
                </a:lnTo>
                <a:lnTo>
                  <a:pt x="364" y="451"/>
                </a:lnTo>
                <a:lnTo>
                  <a:pt x="360" y="453"/>
                </a:lnTo>
                <a:lnTo>
                  <a:pt x="354" y="456"/>
                </a:lnTo>
                <a:lnTo>
                  <a:pt x="350" y="459"/>
                </a:lnTo>
                <a:lnTo>
                  <a:pt x="350" y="459"/>
                </a:lnTo>
                <a:lnTo>
                  <a:pt x="344" y="467"/>
                </a:lnTo>
                <a:lnTo>
                  <a:pt x="342" y="474"/>
                </a:lnTo>
                <a:lnTo>
                  <a:pt x="342" y="474"/>
                </a:lnTo>
                <a:lnTo>
                  <a:pt x="339" y="467"/>
                </a:lnTo>
                <a:lnTo>
                  <a:pt x="333" y="459"/>
                </a:lnTo>
                <a:lnTo>
                  <a:pt x="333" y="459"/>
                </a:lnTo>
                <a:lnTo>
                  <a:pt x="330" y="456"/>
                </a:lnTo>
                <a:lnTo>
                  <a:pt x="324" y="453"/>
                </a:lnTo>
                <a:lnTo>
                  <a:pt x="319" y="451"/>
                </a:lnTo>
                <a:lnTo>
                  <a:pt x="313" y="451"/>
                </a:lnTo>
                <a:lnTo>
                  <a:pt x="307" y="451"/>
                </a:lnTo>
                <a:lnTo>
                  <a:pt x="302" y="453"/>
                </a:lnTo>
                <a:lnTo>
                  <a:pt x="297" y="456"/>
                </a:lnTo>
                <a:lnTo>
                  <a:pt x="293" y="459"/>
                </a:lnTo>
                <a:lnTo>
                  <a:pt x="293" y="459"/>
                </a:lnTo>
                <a:lnTo>
                  <a:pt x="289" y="464"/>
                </a:lnTo>
                <a:lnTo>
                  <a:pt x="285" y="469"/>
                </a:lnTo>
                <a:lnTo>
                  <a:pt x="284" y="474"/>
                </a:lnTo>
                <a:lnTo>
                  <a:pt x="284" y="480"/>
                </a:lnTo>
                <a:lnTo>
                  <a:pt x="284" y="486"/>
                </a:lnTo>
                <a:lnTo>
                  <a:pt x="285" y="490"/>
                </a:lnTo>
                <a:lnTo>
                  <a:pt x="289" y="496"/>
                </a:lnTo>
                <a:lnTo>
                  <a:pt x="293" y="500"/>
                </a:lnTo>
                <a:lnTo>
                  <a:pt x="293" y="500"/>
                </a:lnTo>
                <a:lnTo>
                  <a:pt x="297" y="505"/>
                </a:lnTo>
                <a:lnTo>
                  <a:pt x="302" y="507"/>
                </a:lnTo>
                <a:lnTo>
                  <a:pt x="307" y="508"/>
                </a:lnTo>
                <a:lnTo>
                  <a:pt x="313" y="510"/>
                </a:lnTo>
                <a:lnTo>
                  <a:pt x="319" y="508"/>
                </a:lnTo>
                <a:lnTo>
                  <a:pt x="324" y="507"/>
                </a:lnTo>
                <a:lnTo>
                  <a:pt x="330" y="505"/>
                </a:lnTo>
                <a:lnTo>
                  <a:pt x="333" y="500"/>
                </a:lnTo>
                <a:lnTo>
                  <a:pt x="333" y="500"/>
                </a:lnTo>
                <a:lnTo>
                  <a:pt x="339" y="494"/>
                </a:lnTo>
                <a:lnTo>
                  <a:pt x="342" y="486"/>
                </a:lnTo>
                <a:lnTo>
                  <a:pt x="342" y="486"/>
                </a:lnTo>
                <a:lnTo>
                  <a:pt x="344" y="494"/>
                </a:lnTo>
                <a:lnTo>
                  <a:pt x="350" y="500"/>
                </a:lnTo>
                <a:lnTo>
                  <a:pt x="350" y="500"/>
                </a:lnTo>
                <a:close/>
                <a:moveTo>
                  <a:pt x="1449" y="881"/>
                </a:moveTo>
                <a:lnTo>
                  <a:pt x="1449" y="881"/>
                </a:lnTo>
                <a:lnTo>
                  <a:pt x="1138" y="574"/>
                </a:lnTo>
                <a:lnTo>
                  <a:pt x="933" y="372"/>
                </a:lnTo>
                <a:lnTo>
                  <a:pt x="933" y="372"/>
                </a:lnTo>
                <a:lnTo>
                  <a:pt x="922" y="360"/>
                </a:lnTo>
                <a:lnTo>
                  <a:pt x="914" y="350"/>
                </a:lnTo>
                <a:lnTo>
                  <a:pt x="903" y="339"/>
                </a:lnTo>
                <a:lnTo>
                  <a:pt x="890" y="327"/>
                </a:lnTo>
                <a:lnTo>
                  <a:pt x="874" y="315"/>
                </a:lnTo>
                <a:lnTo>
                  <a:pt x="856" y="304"/>
                </a:lnTo>
                <a:lnTo>
                  <a:pt x="837" y="295"/>
                </a:lnTo>
                <a:lnTo>
                  <a:pt x="826" y="291"/>
                </a:lnTo>
                <a:lnTo>
                  <a:pt x="815" y="287"/>
                </a:lnTo>
                <a:lnTo>
                  <a:pt x="804" y="285"/>
                </a:lnTo>
                <a:lnTo>
                  <a:pt x="792" y="284"/>
                </a:lnTo>
                <a:lnTo>
                  <a:pt x="779" y="284"/>
                </a:lnTo>
                <a:lnTo>
                  <a:pt x="766" y="284"/>
                </a:lnTo>
                <a:lnTo>
                  <a:pt x="752" y="286"/>
                </a:lnTo>
                <a:lnTo>
                  <a:pt x="738" y="289"/>
                </a:lnTo>
                <a:lnTo>
                  <a:pt x="724" y="293"/>
                </a:lnTo>
                <a:lnTo>
                  <a:pt x="709" y="299"/>
                </a:lnTo>
                <a:lnTo>
                  <a:pt x="694" y="307"/>
                </a:lnTo>
                <a:lnTo>
                  <a:pt x="678" y="315"/>
                </a:lnTo>
                <a:lnTo>
                  <a:pt x="662" y="327"/>
                </a:lnTo>
                <a:lnTo>
                  <a:pt x="646" y="339"/>
                </a:lnTo>
                <a:lnTo>
                  <a:pt x="628" y="353"/>
                </a:lnTo>
                <a:lnTo>
                  <a:pt x="611" y="370"/>
                </a:lnTo>
                <a:lnTo>
                  <a:pt x="611" y="370"/>
                </a:lnTo>
                <a:lnTo>
                  <a:pt x="517" y="467"/>
                </a:lnTo>
                <a:lnTo>
                  <a:pt x="422" y="564"/>
                </a:lnTo>
                <a:lnTo>
                  <a:pt x="422" y="564"/>
                </a:lnTo>
                <a:lnTo>
                  <a:pt x="407" y="580"/>
                </a:lnTo>
                <a:lnTo>
                  <a:pt x="395" y="594"/>
                </a:lnTo>
                <a:lnTo>
                  <a:pt x="383" y="609"/>
                </a:lnTo>
                <a:lnTo>
                  <a:pt x="374" y="623"/>
                </a:lnTo>
                <a:lnTo>
                  <a:pt x="365" y="636"/>
                </a:lnTo>
                <a:lnTo>
                  <a:pt x="360" y="650"/>
                </a:lnTo>
                <a:lnTo>
                  <a:pt x="354" y="664"/>
                </a:lnTo>
                <a:lnTo>
                  <a:pt x="349" y="678"/>
                </a:lnTo>
                <a:lnTo>
                  <a:pt x="345" y="691"/>
                </a:lnTo>
                <a:lnTo>
                  <a:pt x="343" y="703"/>
                </a:lnTo>
                <a:lnTo>
                  <a:pt x="342" y="716"/>
                </a:lnTo>
                <a:lnTo>
                  <a:pt x="342" y="728"/>
                </a:lnTo>
                <a:lnTo>
                  <a:pt x="342" y="741"/>
                </a:lnTo>
                <a:lnTo>
                  <a:pt x="343" y="753"/>
                </a:lnTo>
                <a:lnTo>
                  <a:pt x="345" y="764"/>
                </a:lnTo>
                <a:lnTo>
                  <a:pt x="348" y="776"/>
                </a:lnTo>
                <a:lnTo>
                  <a:pt x="355" y="797"/>
                </a:lnTo>
                <a:lnTo>
                  <a:pt x="363" y="816"/>
                </a:lnTo>
                <a:lnTo>
                  <a:pt x="374" y="836"/>
                </a:lnTo>
                <a:lnTo>
                  <a:pt x="385" y="852"/>
                </a:lnTo>
                <a:lnTo>
                  <a:pt x="397" y="868"/>
                </a:lnTo>
                <a:lnTo>
                  <a:pt x="407" y="882"/>
                </a:lnTo>
                <a:lnTo>
                  <a:pt x="428" y="904"/>
                </a:lnTo>
                <a:lnTo>
                  <a:pt x="428" y="904"/>
                </a:lnTo>
                <a:lnTo>
                  <a:pt x="536" y="1012"/>
                </a:lnTo>
                <a:lnTo>
                  <a:pt x="671" y="1151"/>
                </a:lnTo>
                <a:lnTo>
                  <a:pt x="807" y="1291"/>
                </a:lnTo>
                <a:lnTo>
                  <a:pt x="918" y="1402"/>
                </a:lnTo>
                <a:lnTo>
                  <a:pt x="918" y="1402"/>
                </a:lnTo>
                <a:lnTo>
                  <a:pt x="932" y="1414"/>
                </a:lnTo>
                <a:lnTo>
                  <a:pt x="946" y="1425"/>
                </a:lnTo>
                <a:lnTo>
                  <a:pt x="959" y="1435"/>
                </a:lnTo>
                <a:lnTo>
                  <a:pt x="973" y="1443"/>
                </a:lnTo>
                <a:lnTo>
                  <a:pt x="988" y="1451"/>
                </a:lnTo>
                <a:lnTo>
                  <a:pt x="1002" y="1458"/>
                </a:lnTo>
                <a:lnTo>
                  <a:pt x="1016" y="1462"/>
                </a:lnTo>
                <a:lnTo>
                  <a:pt x="1031" y="1466"/>
                </a:lnTo>
                <a:lnTo>
                  <a:pt x="1045" y="1468"/>
                </a:lnTo>
                <a:lnTo>
                  <a:pt x="1058" y="1471"/>
                </a:lnTo>
                <a:lnTo>
                  <a:pt x="1072" y="1472"/>
                </a:lnTo>
                <a:lnTo>
                  <a:pt x="1086" y="1472"/>
                </a:lnTo>
                <a:lnTo>
                  <a:pt x="1113" y="1471"/>
                </a:lnTo>
                <a:lnTo>
                  <a:pt x="1138" y="1466"/>
                </a:lnTo>
                <a:lnTo>
                  <a:pt x="1162" y="1460"/>
                </a:lnTo>
                <a:lnTo>
                  <a:pt x="1185" y="1453"/>
                </a:lnTo>
                <a:lnTo>
                  <a:pt x="1205" y="1445"/>
                </a:lnTo>
                <a:lnTo>
                  <a:pt x="1223" y="1436"/>
                </a:lnTo>
                <a:lnTo>
                  <a:pt x="1238" y="1428"/>
                </a:lnTo>
                <a:lnTo>
                  <a:pt x="1250" y="1421"/>
                </a:lnTo>
                <a:lnTo>
                  <a:pt x="1259" y="1415"/>
                </a:lnTo>
                <a:lnTo>
                  <a:pt x="1265" y="1410"/>
                </a:lnTo>
                <a:lnTo>
                  <a:pt x="1265" y="1410"/>
                </a:lnTo>
                <a:lnTo>
                  <a:pt x="1455" y="1220"/>
                </a:lnTo>
                <a:lnTo>
                  <a:pt x="1455" y="1220"/>
                </a:lnTo>
                <a:lnTo>
                  <a:pt x="1465" y="1208"/>
                </a:lnTo>
                <a:lnTo>
                  <a:pt x="1474" y="1197"/>
                </a:lnTo>
                <a:lnTo>
                  <a:pt x="1483" y="1184"/>
                </a:lnTo>
                <a:lnTo>
                  <a:pt x="1494" y="1169"/>
                </a:lnTo>
                <a:lnTo>
                  <a:pt x="1504" y="1151"/>
                </a:lnTo>
                <a:lnTo>
                  <a:pt x="1513" y="1131"/>
                </a:lnTo>
                <a:lnTo>
                  <a:pt x="1520" y="1109"/>
                </a:lnTo>
                <a:lnTo>
                  <a:pt x="1524" y="1097"/>
                </a:lnTo>
                <a:lnTo>
                  <a:pt x="1526" y="1085"/>
                </a:lnTo>
                <a:lnTo>
                  <a:pt x="1527" y="1072"/>
                </a:lnTo>
                <a:lnTo>
                  <a:pt x="1529" y="1059"/>
                </a:lnTo>
                <a:lnTo>
                  <a:pt x="1529" y="1046"/>
                </a:lnTo>
                <a:lnTo>
                  <a:pt x="1527" y="1031"/>
                </a:lnTo>
                <a:lnTo>
                  <a:pt x="1526" y="1018"/>
                </a:lnTo>
                <a:lnTo>
                  <a:pt x="1523" y="1004"/>
                </a:lnTo>
                <a:lnTo>
                  <a:pt x="1519" y="988"/>
                </a:lnTo>
                <a:lnTo>
                  <a:pt x="1513" y="974"/>
                </a:lnTo>
                <a:lnTo>
                  <a:pt x="1506" y="959"/>
                </a:lnTo>
                <a:lnTo>
                  <a:pt x="1498" y="944"/>
                </a:lnTo>
                <a:lnTo>
                  <a:pt x="1488" y="929"/>
                </a:lnTo>
                <a:lnTo>
                  <a:pt x="1476" y="913"/>
                </a:lnTo>
                <a:lnTo>
                  <a:pt x="1463" y="898"/>
                </a:lnTo>
                <a:lnTo>
                  <a:pt x="1449" y="881"/>
                </a:lnTo>
                <a:lnTo>
                  <a:pt x="1449" y="881"/>
                </a:lnTo>
                <a:close/>
                <a:moveTo>
                  <a:pt x="672" y="555"/>
                </a:moveTo>
                <a:lnTo>
                  <a:pt x="672" y="555"/>
                </a:lnTo>
                <a:lnTo>
                  <a:pt x="662" y="563"/>
                </a:lnTo>
                <a:lnTo>
                  <a:pt x="651" y="569"/>
                </a:lnTo>
                <a:lnTo>
                  <a:pt x="639" y="573"/>
                </a:lnTo>
                <a:lnTo>
                  <a:pt x="627" y="574"/>
                </a:lnTo>
                <a:lnTo>
                  <a:pt x="615" y="573"/>
                </a:lnTo>
                <a:lnTo>
                  <a:pt x="603" y="569"/>
                </a:lnTo>
                <a:lnTo>
                  <a:pt x="592" y="563"/>
                </a:lnTo>
                <a:lnTo>
                  <a:pt x="583" y="555"/>
                </a:lnTo>
                <a:lnTo>
                  <a:pt x="583" y="555"/>
                </a:lnTo>
                <a:lnTo>
                  <a:pt x="574" y="545"/>
                </a:lnTo>
                <a:lnTo>
                  <a:pt x="569" y="535"/>
                </a:lnTo>
                <a:lnTo>
                  <a:pt x="565" y="523"/>
                </a:lnTo>
                <a:lnTo>
                  <a:pt x="564" y="511"/>
                </a:lnTo>
                <a:lnTo>
                  <a:pt x="565" y="499"/>
                </a:lnTo>
                <a:lnTo>
                  <a:pt x="569" y="487"/>
                </a:lnTo>
                <a:lnTo>
                  <a:pt x="574" y="476"/>
                </a:lnTo>
                <a:lnTo>
                  <a:pt x="583" y="465"/>
                </a:lnTo>
                <a:lnTo>
                  <a:pt x="583" y="465"/>
                </a:lnTo>
                <a:lnTo>
                  <a:pt x="592" y="457"/>
                </a:lnTo>
                <a:lnTo>
                  <a:pt x="603" y="452"/>
                </a:lnTo>
                <a:lnTo>
                  <a:pt x="615" y="449"/>
                </a:lnTo>
                <a:lnTo>
                  <a:pt x="627" y="447"/>
                </a:lnTo>
                <a:lnTo>
                  <a:pt x="639" y="449"/>
                </a:lnTo>
                <a:lnTo>
                  <a:pt x="651" y="452"/>
                </a:lnTo>
                <a:lnTo>
                  <a:pt x="662" y="457"/>
                </a:lnTo>
                <a:lnTo>
                  <a:pt x="672" y="465"/>
                </a:lnTo>
                <a:lnTo>
                  <a:pt x="672" y="465"/>
                </a:lnTo>
                <a:lnTo>
                  <a:pt x="680" y="476"/>
                </a:lnTo>
                <a:lnTo>
                  <a:pt x="686" y="487"/>
                </a:lnTo>
                <a:lnTo>
                  <a:pt x="689" y="499"/>
                </a:lnTo>
                <a:lnTo>
                  <a:pt x="690" y="511"/>
                </a:lnTo>
                <a:lnTo>
                  <a:pt x="689" y="523"/>
                </a:lnTo>
                <a:lnTo>
                  <a:pt x="686" y="535"/>
                </a:lnTo>
                <a:lnTo>
                  <a:pt x="680" y="545"/>
                </a:lnTo>
                <a:lnTo>
                  <a:pt x="672" y="555"/>
                </a:lnTo>
                <a:lnTo>
                  <a:pt x="672" y="555"/>
                </a:lnTo>
                <a:close/>
                <a:moveTo>
                  <a:pt x="108" y="233"/>
                </a:moveTo>
                <a:lnTo>
                  <a:pt x="108" y="233"/>
                </a:lnTo>
                <a:lnTo>
                  <a:pt x="100" y="228"/>
                </a:lnTo>
                <a:lnTo>
                  <a:pt x="93" y="225"/>
                </a:lnTo>
                <a:lnTo>
                  <a:pt x="93" y="225"/>
                </a:lnTo>
                <a:lnTo>
                  <a:pt x="100" y="222"/>
                </a:lnTo>
                <a:lnTo>
                  <a:pt x="108" y="217"/>
                </a:lnTo>
                <a:lnTo>
                  <a:pt x="108" y="217"/>
                </a:lnTo>
                <a:lnTo>
                  <a:pt x="111" y="213"/>
                </a:lnTo>
                <a:lnTo>
                  <a:pt x="113" y="207"/>
                </a:lnTo>
                <a:lnTo>
                  <a:pt x="115" y="203"/>
                </a:lnTo>
                <a:lnTo>
                  <a:pt x="116" y="197"/>
                </a:lnTo>
                <a:lnTo>
                  <a:pt x="115" y="191"/>
                </a:lnTo>
                <a:lnTo>
                  <a:pt x="113" y="186"/>
                </a:lnTo>
                <a:lnTo>
                  <a:pt x="111" y="181"/>
                </a:lnTo>
                <a:lnTo>
                  <a:pt x="108" y="176"/>
                </a:lnTo>
                <a:lnTo>
                  <a:pt x="108" y="176"/>
                </a:lnTo>
                <a:lnTo>
                  <a:pt x="103" y="173"/>
                </a:lnTo>
                <a:lnTo>
                  <a:pt x="98" y="169"/>
                </a:lnTo>
                <a:lnTo>
                  <a:pt x="92" y="168"/>
                </a:lnTo>
                <a:lnTo>
                  <a:pt x="86" y="168"/>
                </a:lnTo>
                <a:lnTo>
                  <a:pt x="81" y="168"/>
                </a:lnTo>
                <a:lnTo>
                  <a:pt x="75" y="169"/>
                </a:lnTo>
                <a:lnTo>
                  <a:pt x="71" y="173"/>
                </a:lnTo>
                <a:lnTo>
                  <a:pt x="66" y="176"/>
                </a:lnTo>
                <a:lnTo>
                  <a:pt x="66" y="176"/>
                </a:lnTo>
                <a:lnTo>
                  <a:pt x="62" y="181"/>
                </a:lnTo>
                <a:lnTo>
                  <a:pt x="60" y="186"/>
                </a:lnTo>
                <a:lnTo>
                  <a:pt x="57" y="191"/>
                </a:lnTo>
                <a:lnTo>
                  <a:pt x="57" y="197"/>
                </a:lnTo>
                <a:lnTo>
                  <a:pt x="57" y="203"/>
                </a:lnTo>
                <a:lnTo>
                  <a:pt x="60" y="207"/>
                </a:lnTo>
                <a:lnTo>
                  <a:pt x="62" y="213"/>
                </a:lnTo>
                <a:lnTo>
                  <a:pt x="66" y="217"/>
                </a:lnTo>
                <a:lnTo>
                  <a:pt x="66" y="217"/>
                </a:lnTo>
                <a:lnTo>
                  <a:pt x="73" y="222"/>
                </a:lnTo>
                <a:lnTo>
                  <a:pt x="80" y="225"/>
                </a:lnTo>
                <a:lnTo>
                  <a:pt x="80" y="225"/>
                </a:lnTo>
                <a:lnTo>
                  <a:pt x="73" y="228"/>
                </a:lnTo>
                <a:lnTo>
                  <a:pt x="66" y="233"/>
                </a:lnTo>
                <a:lnTo>
                  <a:pt x="66" y="233"/>
                </a:lnTo>
                <a:lnTo>
                  <a:pt x="62" y="237"/>
                </a:lnTo>
                <a:lnTo>
                  <a:pt x="60" y="242"/>
                </a:lnTo>
                <a:lnTo>
                  <a:pt x="57" y="248"/>
                </a:lnTo>
                <a:lnTo>
                  <a:pt x="57" y="253"/>
                </a:lnTo>
                <a:lnTo>
                  <a:pt x="57" y="259"/>
                </a:lnTo>
                <a:lnTo>
                  <a:pt x="60" y="265"/>
                </a:lnTo>
                <a:lnTo>
                  <a:pt x="62" y="270"/>
                </a:lnTo>
                <a:lnTo>
                  <a:pt x="66" y="274"/>
                </a:lnTo>
                <a:lnTo>
                  <a:pt x="66" y="274"/>
                </a:lnTo>
                <a:lnTo>
                  <a:pt x="71" y="278"/>
                </a:lnTo>
                <a:lnTo>
                  <a:pt x="75" y="280"/>
                </a:lnTo>
                <a:lnTo>
                  <a:pt x="81" y="283"/>
                </a:lnTo>
                <a:lnTo>
                  <a:pt x="86" y="283"/>
                </a:lnTo>
                <a:lnTo>
                  <a:pt x="92" y="283"/>
                </a:lnTo>
                <a:lnTo>
                  <a:pt x="98" y="280"/>
                </a:lnTo>
                <a:lnTo>
                  <a:pt x="103" y="278"/>
                </a:lnTo>
                <a:lnTo>
                  <a:pt x="108" y="274"/>
                </a:lnTo>
                <a:lnTo>
                  <a:pt x="108" y="274"/>
                </a:lnTo>
                <a:lnTo>
                  <a:pt x="111" y="270"/>
                </a:lnTo>
                <a:lnTo>
                  <a:pt x="113" y="265"/>
                </a:lnTo>
                <a:lnTo>
                  <a:pt x="115" y="259"/>
                </a:lnTo>
                <a:lnTo>
                  <a:pt x="116" y="253"/>
                </a:lnTo>
                <a:lnTo>
                  <a:pt x="115" y="248"/>
                </a:lnTo>
                <a:lnTo>
                  <a:pt x="113" y="242"/>
                </a:lnTo>
                <a:lnTo>
                  <a:pt x="111" y="237"/>
                </a:lnTo>
                <a:lnTo>
                  <a:pt x="108" y="233"/>
                </a:lnTo>
                <a:lnTo>
                  <a:pt x="108" y="233"/>
                </a:lnTo>
                <a:close/>
                <a:moveTo>
                  <a:pt x="277" y="402"/>
                </a:moveTo>
                <a:lnTo>
                  <a:pt x="277" y="402"/>
                </a:lnTo>
                <a:lnTo>
                  <a:pt x="272" y="398"/>
                </a:lnTo>
                <a:lnTo>
                  <a:pt x="268" y="396"/>
                </a:lnTo>
                <a:lnTo>
                  <a:pt x="262" y="395"/>
                </a:lnTo>
                <a:lnTo>
                  <a:pt x="257" y="394"/>
                </a:lnTo>
                <a:lnTo>
                  <a:pt x="251" y="395"/>
                </a:lnTo>
                <a:lnTo>
                  <a:pt x="245" y="396"/>
                </a:lnTo>
                <a:lnTo>
                  <a:pt x="240" y="398"/>
                </a:lnTo>
                <a:lnTo>
                  <a:pt x="235" y="402"/>
                </a:lnTo>
                <a:lnTo>
                  <a:pt x="235" y="402"/>
                </a:lnTo>
                <a:lnTo>
                  <a:pt x="231" y="409"/>
                </a:lnTo>
                <a:lnTo>
                  <a:pt x="228" y="416"/>
                </a:lnTo>
                <a:lnTo>
                  <a:pt x="228" y="416"/>
                </a:lnTo>
                <a:lnTo>
                  <a:pt x="226" y="409"/>
                </a:lnTo>
                <a:lnTo>
                  <a:pt x="221" y="402"/>
                </a:lnTo>
                <a:lnTo>
                  <a:pt x="221" y="402"/>
                </a:lnTo>
                <a:lnTo>
                  <a:pt x="216" y="398"/>
                </a:lnTo>
                <a:lnTo>
                  <a:pt x="210" y="396"/>
                </a:lnTo>
                <a:lnTo>
                  <a:pt x="205" y="395"/>
                </a:lnTo>
                <a:lnTo>
                  <a:pt x="199" y="394"/>
                </a:lnTo>
                <a:lnTo>
                  <a:pt x="195" y="395"/>
                </a:lnTo>
                <a:lnTo>
                  <a:pt x="189" y="396"/>
                </a:lnTo>
                <a:lnTo>
                  <a:pt x="184" y="398"/>
                </a:lnTo>
                <a:lnTo>
                  <a:pt x="179" y="402"/>
                </a:lnTo>
                <a:lnTo>
                  <a:pt x="179" y="402"/>
                </a:lnTo>
                <a:lnTo>
                  <a:pt x="176" y="407"/>
                </a:lnTo>
                <a:lnTo>
                  <a:pt x="173" y="413"/>
                </a:lnTo>
                <a:lnTo>
                  <a:pt x="171" y="418"/>
                </a:lnTo>
                <a:lnTo>
                  <a:pt x="171" y="424"/>
                </a:lnTo>
                <a:lnTo>
                  <a:pt x="171" y="428"/>
                </a:lnTo>
                <a:lnTo>
                  <a:pt x="173" y="434"/>
                </a:lnTo>
                <a:lnTo>
                  <a:pt x="176" y="439"/>
                </a:lnTo>
                <a:lnTo>
                  <a:pt x="179" y="444"/>
                </a:lnTo>
                <a:lnTo>
                  <a:pt x="179" y="444"/>
                </a:lnTo>
                <a:lnTo>
                  <a:pt x="184" y="447"/>
                </a:lnTo>
                <a:lnTo>
                  <a:pt x="189" y="450"/>
                </a:lnTo>
                <a:lnTo>
                  <a:pt x="195" y="452"/>
                </a:lnTo>
                <a:lnTo>
                  <a:pt x="199" y="452"/>
                </a:lnTo>
                <a:lnTo>
                  <a:pt x="205" y="452"/>
                </a:lnTo>
                <a:lnTo>
                  <a:pt x="210" y="450"/>
                </a:lnTo>
                <a:lnTo>
                  <a:pt x="216" y="447"/>
                </a:lnTo>
                <a:lnTo>
                  <a:pt x="221" y="444"/>
                </a:lnTo>
                <a:lnTo>
                  <a:pt x="221" y="444"/>
                </a:lnTo>
                <a:lnTo>
                  <a:pt x="226" y="438"/>
                </a:lnTo>
                <a:lnTo>
                  <a:pt x="228" y="430"/>
                </a:lnTo>
                <a:lnTo>
                  <a:pt x="228" y="430"/>
                </a:lnTo>
                <a:lnTo>
                  <a:pt x="231" y="438"/>
                </a:lnTo>
                <a:lnTo>
                  <a:pt x="235" y="444"/>
                </a:lnTo>
                <a:lnTo>
                  <a:pt x="235" y="444"/>
                </a:lnTo>
                <a:lnTo>
                  <a:pt x="240" y="447"/>
                </a:lnTo>
                <a:lnTo>
                  <a:pt x="245" y="450"/>
                </a:lnTo>
                <a:lnTo>
                  <a:pt x="251" y="452"/>
                </a:lnTo>
                <a:lnTo>
                  <a:pt x="257" y="452"/>
                </a:lnTo>
                <a:lnTo>
                  <a:pt x="262" y="452"/>
                </a:lnTo>
                <a:lnTo>
                  <a:pt x="268" y="450"/>
                </a:lnTo>
                <a:lnTo>
                  <a:pt x="272" y="447"/>
                </a:lnTo>
                <a:lnTo>
                  <a:pt x="277" y="444"/>
                </a:lnTo>
                <a:lnTo>
                  <a:pt x="277" y="444"/>
                </a:lnTo>
                <a:lnTo>
                  <a:pt x="281" y="439"/>
                </a:lnTo>
                <a:lnTo>
                  <a:pt x="283" y="434"/>
                </a:lnTo>
                <a:lnTo>
                  <a:pt x="285" y="428"/>
                </a:lnTo>
                <a:lnTo>
                  <a:pt x="285" y="424"/>
                </a:lnTo>
                <a:lnTo>
                  <a:pt x="285" y="418"/>
                </a:lnTo>
                <a:lnTo>
                  <a:pt x="283" y="413"/>
                </a:lnTo>
                <a:lnTo>
                  <a:pt x="281" y="407"/>
                </a:lnTo>
                <a:lnTo>
                  <a:pt x="277" y="402"/>
                </a:lnTo>
                <a:lnTo>
                  <a:pt x="277" y="402"/>
                </a:lnTo>
                <a:close/>
                <a:moveTo>
                  <a:pt x="164" y="346"/>
                </a:moveTo>
                <a:lnTo>
                  <a:pt x="164" y="346"/>
                </a:lnTo>
                <a:lnTo>
                  <a:pt x="158" y="341"/>
                </a:lnTo>
                <a:lnTo>
                  <a:pt x="149" y="339"/>
                </a:lnTo>
                <a:lnTo>
                  <a:pt x="149" y="339"/>
                </a:lnTo>
                <a:lnTo>
                  <a:pt x="158" y="335"/>
                </a:lnTo>
                <a:lnTo>
                  <a:pt x="164" y="330"/>
                </a:lnTo>
                <a:lnTo>
                  <a:pt x="164" y="330"/>
                </a:lnTo>
                <a:lnTo>
                  <a:pt x="167" y="326"/>
                </a:lnTo>
                <a:lnTo>
                  <a:pt x="170" y="321"/>
                </a:lnTo>
                <a:lnTo>
                  <a:pt x="172" y="316"/>
                </a:lnTo>
                <a:lnTo>
                  <a:pt x="172" y="310"/>
                </a:lnTo>
                <a:lnTo>
                  <a:pt x="172" y="304"/>
                </a:lnTo>
                <a:lnTo>
                  <a:pt x="170" y="299"/>
                </a:lnTo>
                <a:lnTo>
                  <a:pt x="167" y="293"/>
                </a:lnTo>
                <a:lnTo>
                  <a:pt x="164" y="290"/>
                </a:lnTo>
                <a:lnTo>
                  <a:pt x="164" y="290"/>
                </a:lnTo>
                <a:lnTo>
                  <a:pt x="159" y="285"/>
                </a:lnTo>
                <a:lnTo>
                  <a:pt x="154" y="283"/>
                </a:lnTo>
                <a:lnTo>
                  <a:pt x="148" y="281"/>
                </a:lnTo>
                <a:lnTo>
                  <a:pt x="143" y="280"/>
                </a:lnTo>
                <a:lnTo>
                  <a:pt x="137" y="281"/>
                </a:lnTo>
                <a:lnTo>
                  <a:pt x="133" y="283"/>
                </a:lnTo>
                <a:lnTo>
                  <a:pt x="127" y="285"/>
                </a:lnTo>
                <a:lnTo>
                  <a:pt x="123" y="290"/>
                </a:lnTo>
                <a:lnTo>
                  <a:pt x="123" y="290"/>
                </a:lnTo>
                <a:lnTo>
                  <a:pt x="118" y="293"/>
                </a:lnTo>
                <a:lnTo>
                  <a:pt x="116" y="299"/>
                </a:lnTo>
                <a:lnTo>
                  <a:pt x="115" y="304"/>
                </a:lnTo>
                <a:lnTo>
                  <a:pt x="113" y="310"/>
                </a:lnTo>
                <a:lnTo>
                  <a:pt x="115" y="316"/>
                </a:lnTo>
                <a:lnTo>
                  <a:pt x="116" y="321"/>
                </a:lnTo>
                <a:lnTo>
                  <a:pt x="118" y="326"/>
                </a:lnTo>
                <a:lnTo>
                  <a:pt x="123" y="330"/>
                </a:lnTo>
                <a:lnTo>
                  <a:pt x="123" y="330"/>
                </a:lnTo>
                <a:lnTo>
                  <a:pt x="129" y="335"/>
                </a:lnTo>
                <a:lnTo>
                  <a:pt x="136" y="339"/>
                </a:lnTo>
                <a:lnTo>
                  <a:pt x="136" y="339"/>
                </a:lnTo>
                <a:lnTo>
                  <a:pt x="129" y="341"/>
                </a:lnTo>
                <a:lnTo>
                  <a:pt x="123" y="346"/>
                </a:lnTo>
                <a:lnTo>
                  <a:pt x="123" y="346"/>
                </a:lnTo>
                <a:lnTo>
                  <a:pt x="118" y="351"/>
                </a:lnTo>
                <a:lnTo>
                  <a:pt x="116" y="356"/>
                </a:lnTo>
                <a:lnTo>
                  <a:pt x="115" y="361"/>
                </a:lnTo>
                <a:lnTo>
                  <a:pt x="113" y="366"/>
                </a:lnTo>
                <a:lnTo>
                  <a:pt x="115" y="372"/>
                </a:lnTo>
                <a:lnTo>
                  <a:pt x="116" y="378"/>
                </a:lnTo>
                <a:lnTo>
                  <a:pt x="118" y="383"/>
                </a:lnTo>
                <a:lnTo>
                  <a:pt x="123" y="388"/>
                </a:lnTo>
                <a:lnTo>
                  <a:pt x="123" y="388"/>
                </a:lnTo>
                <a:lnTo>
                  <a:pt x="127" y="391"/>
                </a:lnTo>
                <a:lnTo>
                  <a:pt x="133" y="394"/>
                </a:lnTo>
                <a:lnTo>
                  <a:pt x="137" y="395"/>
                </a:lnTo>
                <a:lnTo>
                  <a:pt x="143" y="396"/>
                </a:lnTo>
                <a:lnTo>
                  <a:pt x="148" y="395"/>
                </a:lnTo>
                <a:lnTo>
                  <a:pt x="154" y="394"/>
                </a:lnTo>
                <a:lnTo>
                  <a:pt x="159" y="391"/>
                </a:lnTo>
                <a:lnTo>
                  <a:pt x="164" y="388"/>
                </a:lnTo>
                <a:lnTo>
                  <a:pt x="164" y="388"/>
                </a:lnTo>
                <a:lnTo>
                  <a:pt x="167" y="383"/>
                </a:lnTo>
                <a:lnTo>
                  <a:pt x="170" y="378"/>
                </a:lnTo>
                <a:lnTo>
                  <a:pt x="172" y="372"/>
                </a:lnTo>
                <a:lnTo>
                  <a:pt x="172" y="366"/>
                </a:lnTo>
                <a:lnTo>
                  <a:pt x="172" y="361"/>
                </a:lnTo>
                <a:lnTo>
                  <a:pt x="170" y="356"/>
                </a:lnTo>
                <a:lnTo>
                  <a:pt x="167" y="351"/>
                </a:lnTo>
                <a:lnTo>
                  <a:pt x="164" y="346"/>
                </a:lnTo>
                <a:lnTo>
                  <a:pt x="164" y="34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19"/>
          <p:cNvSpPr>
            <a:spLocks noChangeAspect="1" noEditPoints="1"/>
          </p:cNvSpPr>
          <p:nvPr/>
        </p:nvSpPr>
        <p:spPr bwMode="auto">
          <a:xfrm>
            <a:off x="7725308" y="2946228"/>
            <a:ext cx="1080000" cy="950824"/>
          </a:xfrm>
          <a:custGeom>
            <a:avLst/>
            <a:gdLst>
              <a:gd name="T0" fmla="*/ 262 w 1529"/>
              <a:gd name="T1" fmla="*/ 21 h 1346"/>
              <a:gd name="T2" fmla="*/ 62 w 1529"/>
              <a:gd name="T3" fmla="*/ 7 h 1346"/>
              <a:gd name="T4" fmla="*/ 82 w 1529"/>
              <a:gd name="T5" fmla="*/ 52 h 1346"/>
              <a:gd name="T6" fmla="*/ 340 w 1529"/>
              <a:gd name="T7" fmla="*/ 105 h 1346"/>
              <a:gd name="T8" fmla="*/ 359 w 1529"/>
              <a:gd name="T9" fmla="*/ 59 h 1346"/>
              <a:gd name="T10" fmla="*/ 295 w 1529"/>
              <a:gd name="T11" fmla="*/ 52 h 1346"/>
              <a:gd name="T12" fmla="*/ 262 w 1529"/>
              <a:gd name="T13" fmla="*/ 89 h 1346"/>
              <a:gd name="T14" fmla="*/ 55 w 1529"/>
              <a:gd name="T15" fmla="*/ 78 h 1346"/>
              <a:gd name="T16" fmla="*/ 12 w 1529"/>
              <a:gd name="T17" fmla="*/ 55 h 1346"/>
              <a:gd name="T18" fmla="*/ 5 w 1529"/>
              <a:gd name="T19" fmla="*/ 114 h 1346"/>
              <a:gd name="T20" fmla="*/ 34 w 1529"/>
              <a:gd name="T21" fmla="*/ 157 h 1346"/>
              <a:gd name="T22" fmla="*/ 37 w 1529"/>
              <a:gd name="T23" fmla="*/ 104 h 1346"/>
              <a:gd name="T24" fmla="*/ 478 w 1529"/>
              <a:gd name="T25" fmla="*/ 263 h 1346"/>
              <a:gd name="T26" fmla="*/ 495 w 1529"/>
              <a:gd name="T27" fmla="*/ 313 h 1346"/>
              <a:gd name="T28" fmla="*/ 504 w 1529"/>
              <a:gd name="T29" fmla="*/ 259 h 1346"/>
              <a:gd name="T30" fmla="*/ 517 w 1529"/>
              <a:gd name="T31" fmla="*/ 197 h 1346"/>
              <a:gd name="T32" fmla="*/ 489 w 1529"/>
              <a:gd name="T33" fmla="*/ 154 h 1346"/>
              <a:gd name="T34" fmla="*/ 485 w 1529"/>
              <a:gd name="T35" fmla="*/ 208 h 1346"/>
              <a:gd name="T36" fmla="*/ 448 w 1529"/>
              <a:gd name="T37" fmla="*/ 157 h 1346"/>
              <a:gd name="T38" fmla="*/ 458 w 1529"/>
              <a:gd name="T39" fmla="*/ 106 h 1346"/>
              <a:gd name="T40" fmla="*/ 391 w 1529"/>
              <a:gd name="T41" fmla="*/ 102 h 1346"/>
              <a:gd name="T42" fmla="*/ 368 w 1529"/>
              <a:gd name="T43" fmla="*/ 145 h 1346"/>
              <a:gd name="T44" fmla="*/ 827 w 1529"/>
              <a:gd name="T45" fmla="*/ 311 h 1346"/>
              <a:gd name="T46" fmla="*/ 663 w 1529"/>
              <a:gd name="T47" fmla="*/ 269 h 1346"/>
              <a:gd name="T48" fmla="*/ 362 w 1529"/>
              <a:gd name="T49" fmla="*/ 545 h 1346"/>
              <a:gd name="T50" fmla="*/ 318 w 1529"/>
              <a:gd name="T51" fmla="*/ 711 h 1346"/>
              <a:gd name="T52" fmla="*/ 841 w 1529"/>
              <a:gd name="T53" fmla="*/ 1282 h 1346"/>
              <a:gd name="T54" fmla="*/ 1019 w 1529"/>
              <a:gd name="T55" fmla="*/ 1345 h 1346"/>
              <a:gd name="T56" fmla="*/ 1339 w 1529"/>
              <a:gd name="T57" fmla="*/ 1106 h 1346"/>
              <a:gd name="T58" fmla="*/ 1402 w 1529"/>
              <a:gd name="T59" fmla="*/ 933 h 1346"/>
              <a:gd name="T60" fmla="*/ 603 w 1529"/>
              <a:gd name="T61" fmla="*/ 511 h 1346"/>
              <a:gd name="T62" fmla="*/ 521 w 1529"/>
              <a:gd name="T63" fmla="*/ 456 h 1346"/>
              <a:gd name="T64" fmla="*/ 612 w 1529"/>
              <a:gd name="T65" fmla="*/ 428 h 1346"/>
              <a:gd name="T66" fmla="*/ 85 w 1529"/>
              <a:gd name="T67" fmla="*/ 207 h 1346"/>
              <a:gd name="T68" fmla="*/ 98 w 1529"/>
              <a:gd name="T69" fmla="*/ 161 h 1346"/>
              <a:gd name="T70" fmla="*/ 53 w 1529"/>
              <a:gd name="T71" fmla="*/ 181 h 1346"/>
              <a:gd name="T72" fmla="*/ 55 w 1529"/>
              <a:gd name="T73" fmla="*/ 222 h 1346"/>
              <a:gd name="T74" fmla="*/ 90 w 1529"/>
              <a:gd name="T75" fmla="*/ 257 h 1346"/>
              <a:gd name="T76" fmla="*/ 254 w 1529"/>
              <a:gd name="T77" fmla="*/ 369 h 1346"/>
              <a:gd name="T78" fmla="*/ 209 w 1529"/>
              <a:gd name="T79" fmla="*/ 382 h 1346"/>
              <a:gd name="T80" fmla="*/ 160 w 1529"/>
              <a:gd name="T81" fmla="*/ 373 h 1346"/>
              <a:gd name="T82" fmla="*/ 188 w 1529"/>
              <a:gd name="T83" fmla="*/ 415 h 1346"/>
              <a:gd name="T84" fmla="*/ 230 w 1529"/>
              <a:gd name="T85" fmla="*/ 415 h 1346"/>
              <a:gd name="T86" fmla="*/ 257 w 1529"/>
              <a:gd name="T87" fmla="*/ 373 h 1346"/>
              <a:gd name="T88" fmla="*/ 357 w 1529"/>
              <a:gd name="T89" fmla="*/ 459 h 1346"/>
              <a:gd name="T90" fmla="*/ 340 w 1529"/>
              <a:gd name="T91" fmla="*/ 413 h 1346"/>
              <a:gd name="T92" fmla="*/ 297 w 1529"/>
              <a:gd name="T93" fmla="*/ 415 h 1346"/>
              <a:gd name="T94" fmla="*/ 262 w 1529"/>
              <a:gd name="T95" fmla="*/ 450 h 1346"/>
              <a:gd name="T96" fmla="*/ 311 w 1529"/>
              <a:gd name="T97" fmla="*/ 453 h 1346"/>
              <a:gd name="T98" fmla="*/ 151 w 1529"/>
              <a:gd name="T99" fmla="*/ 304 h 1346"/>
              <a:gd name="T100" fmla="*/ 132 w 1529"/>
              <a:gd name="T101" fmla="*/ 258 h 1346"/>
              <a:gd name="T102" fmla="*/ 113 w 1529"/>
              <a:gd name="T103" fmla="*/ 304 h 1346"/>
              <a:gd name="T104" fmla="*/ 107 w 1529"/>
              <a:gd name="T105" fmla="*/ 347 h 1346"/>
              <a:gd name="T106" fmla="*/ 153 w 1529"/>
              <a:gd name="T107" fmla="*/ 351 h 1346"/>
              <a:gd name="T108" fmla="*/ 1011 w 1529"/>
              <a:gd name="T109" fmla="*/ 342 h 1346"/>
              <a:gd name="T110" fmla="*/ 1419 w 1529"/>
              <a:gd name="T111" fmla="*/ 838 h 1346"/>
              <a:gd name="T112" fmla="*/ 1456 w 1529"/>
              <a:gd name="T113" fmla="*/ 1015 h 1346"/>
              <a:gd name="T114" fmla="*/ 1165 w 1529"/>
              <a:gd name="T115" fmla="*/ 1346 h 1346"/>
              <a:gd name="T116" fmla="*/ 1433 w 1529"/>
              <a:gd name="T117" fmla="*/ 1156 h 1346"/>
              <a:gd name="T118" fmla="*/ 1528 w 1529"/>
              <a:gd name="T119" fmla="*/ 935 h 1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29" h="1346">
                <a:moveTo>
                  <a:pt x="82" y="52"/>
                </a:moveTo>
                <a:lnTo>
                  <a:pt x="237" y="52"/>
                </a:lnTo>
                <a:lnTo>
                  <a:pt x="237" y="52"/>
                </a:lnTo>
                <a:lnTo>
                  <a:pt x="242" y="52"/>
                </a:lnTo>
                <a:lnTo>
                  <a:pt x="248" y="50"/>
                </a:lnTo>
                <a:lnTo>
                  <a:pt x="251" y="48"/>
                </a:lnTo>
                <a:lnTo>
                  <a:pt x="255" y="44"/>
                </a:lnTo>
                <a:lnTo>
                  <a:pt x="258" y="41"/>
                </a:lnTo>
                <a:lnTo>
                  <a:pt x="261" y="36"/>
                </a:lnTo>
                <a:lnTo>
                  <a:pt x="262" y="31"/>
                </a:lnTo>
                <a:lnTo>
                  <a:pt x="263" y="26"/>
                </a:lnTo>
                <a:lnTo>
                  <a:pt x="263" y="26"/>
                </a:lnTo>
                <a:lnTo>
                  <a:pt x="262" y="21"/>
                </a:lnTo>
                <a:lnTo>
                  <a:pt x="261" y="16"/>
                </a:lnTo>
                <a:lnTo>
                  <a:pt x="258" y="12"/>
                </a:lnTo>
                <a:lnTo>
                  <a:pt x="255" y="7"/>
                </a:lnTo>
                <a:lnTo>
                  <a:pt x="251" y="5"/>
                </a:lnTo>
                <a:lnTo>
                  <a:pt x="248" y="3"/>
                </a:lnTo>
                <a:lnTo>
                  <a:pt x="242" y="0"/>
                </a:lnTo>
                <a:lnTo>
                  <a:pt x="237" y="0"/>
                </a:lnTo>
                <a:lnTo>
                  <a:pt x="82" y="0"/>
                </a:lnTo>
                <a:lnTo>
                  <a:pt x="82" y="0"/>
                </a:lnTo>
                <a:lnTo>
                  <a:pt x="76" y="0"/>
                </a:lnTo>
                <a:lnTo>
                  <a:pt x="71" y="3"/>
                </a:lnTo>
                <a:lnTo>
                  <a:pt x="67" y="5"/>
                </a:lnTo>
                <a:lnTo>
                  <a:pt x="62" y="7"/>
                </a:lnTo>
                <a:lnTo>
                  <a:pt x="60" y="12"/>
                </a:lnTo>
                <a:lnTo>
                  <a:pt x="58" y="16"/>
                </a:lnTo>
                <a:lnTo>
                  <a:pt x="57" y="21"/>
                </a:lnTo>
                <a:lnTo>
                  <a:pt x="55" y="26"/>
                </a:lnTo>
                <a:lnTo>
                  <a:pt x="55" y="26"/>
                </a:lnTo>
                <a:lnTo>
                  <a:pt x="57" y="31"/>
                </a:lnTo>
                <a:lnTo>
                  <a:pt x="58" y="36"/>
                </a:lnTo>
                <a:lnTo>
                  <a:pt x="60" y="41"/>
                </a:lnTo>
                <a:lnTo>
                  <a:pt x="62" y="44"/>
                </a:lnTo>
                <a:lnTo>
                  <a:pt x="67" y="48"/>
                </a:lnTo>
                <a:lnTo>
                  <a:pt x="71" y="50"/>
                </a:lnTo>
                <a:lnTo>
                  <a:pt x="76" y="52"/>
                </a:lnTo>
                <a:lnTo>
                  <a:pt x="82" y="52"/>
                </a:lnTo>
                <a:lnTo>
                  <a:pt x="82" y="52"/>
                </a:lnTo>
                <a:close/>
                <a:moveTo>
                  <a:pt x="287" y="105"/>
                </a:moveTo>
                <a:lnTo>
                  <a:pt x="287" y="105"/>
                </a:lnTo>
                <a:lnTo>
                  <a:pt x="295" y="104"/>
                </a:lnTo>
                <a:lnTo>
                  <a:pt x="304" y="101"/>
                </a:lnTo>
                <a:lnTo>
                  <a:pt x="310" y="95"/>
                </a:lnTo>
                <a:lnTo>
                  <a:pt x="313" y="87"/>
                </a:lnTo>
                <a:lnTo>
                  <a:pt x="313" y="87"/>
                </a:lnTo>
                <a:lnTo>
                  <a:pt x="317" y="95"/>
                </a:lnTo>
                <a:lnTo>
                  <a:pt x="323" y="101"/>
                </a:lnTo>
                <a:lnTo>
                  <a:pt x="330" y="104"/>
                </a:lnTo>
                <a:lnTo>
                  <a:pt x="340" y="105"/>
                </a:lnTo>
                <a:lnTo>
                  <a:pt x="340" y="105"/>
                </a:lnTo>
                <a:lnTo>
                  <a:pt x="344" y="105"/>
                </a:lnTo>
                <a:lnTo>
                  <a:pt x="350" y="103"/>
                </a:lnTo>
                <a:lnTo>
                  <a:pt x="354" y="101"/>
                </a:lnTo>
                <a:lnTo>
                  <a:pt x="359" y="97"/>
                </a:lnTo>
                <a:lnTo>
                  <a:pt x="362" y="93"/>
                </a:lnTo>
                <a:lnTo>
                  <a:pt x="365" y="89"/>
                </a:lnTo>
                <a:lnTo>
                  <a:pt x="366" y="84"/>
                </a:lnTo>
                <a:lnTo>
                  <a:pt x="367" y="78"/>
                </a:lnTo>
                <a:lnTo>
                  <a:pt x="367" y="78"/>
                </a:lnTo>
                <a:lnTo>
                  <a:pt x="366" y="72"/>
                </a:lnTo>
                <a:lnTo>
                  <a:pt x="365" y="67"/>
                </a:lnTo>
                <a:lnTo>
                  <a:pt x="362" y="62"/>
                </a:lnTo>
                <a:lnTo>
                  <a:pt x="359" y="59"/>
                </a:lnTo>
                <a:lnTo>
                  <a:pt x="354" y="55"/>
                </a:lnTo>
                <a:lnTo>
                  <a:pt x="350" y="53"/>
                </a:lnTo>
                <a:lnTo>
                  <a:pt x="344" y="52"/>
                </a:lnTo>
                <a:lnTo>
                  <a:pt x="340" y="50"/>
                </a:lnTo>
                <a:lnTo>
                  <a:pt x="340" y="50"/>
                </a:lnTo>
                <a:lnTo>
                  <a:pt x="330" y="52"/>
                </a:lnTo>
                <a:lnTo>
                  <a:pt x="323" y="55"/>
                </a:lnTo>
                <a:lnTo>
                  <a:pt x="317" y="61"/>
                </a:lnTo>
                <a:lnTo>
                  <a:pt x="313" y="68"/>
                </a:lnTo>
                <a:lnTo>
                  <a:pt x="313" y="68"/>
                </a:lnTo>
                <a:lnTo>
                  <a:pt x="310" y="61"/>
                </a:lnTo>
                <a:lnTo>
                  <a:pt x="304" y="55"/>
                </a:lnTo>
                <a:lnTo>
                  <a:pt x="295" y="52"/>
                </a:lnTo>
                <a:lnTo>
                  <a:pt x="287" y="50"/>
                </a:lnTo>
                <a:lnTo>
                  <a:pt x="287" y="50"/>
                </a:lnTo>
                <a:lnTo>
                  <a:pt x="281" y="52"/>
                </a:lnTo>
                <a:lnTo>
                  <a:pt x="276" y="53"/>
                </a:lnTo>
                <a:lnTo>
                  <a:pt x="271" y="55"/>
                </a:lnTo>
                <a:lnTo>
                  <a:pt x="268" y="59"/>
                </a:lnTo>
                <a:lnTo>
                  <a:pt x="264" y="62"/>
                </a:lnTo>
                <a:lnTo>
                  <a:pt x="262" y="67"/>
                </a:lnTo>
                <a:lnTo>
                  <a:pt x="261" y="72"/>
                </a:lnTo>
                <a:lnTo>
                  <a:pt x="260" y="78"/>
                </a:lnTo>
                <a:lnTo>
                  <a:pt x="260" y="78"/>
                </a:lnTo>
                <a:lnTo>
                  <a:pt x="261" y="84"/>
                </a:lnTo>
                <a:lnTo>
                  <a:pt x="262" y="89"/>
                </a:lnTo>
                <a:lnTo>
                  <a:pt x="264" y="93"/>
                </a:lnTo>
                <a:lnTo>
                  <a:pt x="268" y="97"/>
                </a:lnTo>
                <a:lnTo>
                  <a:pt x="271" y="101"/>
                </a:lnTo>
                <a:lnTo>
                  <a:pt x="276" y="103"/>
                </a:lnTo>
                <a:lnTo>
                  <a:pt x="281" y="105"/>
                </a:lnTo>
                <a:lnTo>
                  <a:pt x="287" y="105"/>
                </a:lnTo>
                <a:lnTo>
                  <a:pt x="287" y="105"/>
                </a:lnTo>
                <a:close/>
                <a:moveTo>
                  <a:pt x="37" y="104"/>
                </a:moveTo>
                <a:lnTo>
                  <a:pt x="37" y="104"/>
                </a:lnTo>
                <a:lnTo>
                  <a:pt x="45" y="101"/>
                </a:lnTo>
                <a:lnTo>
                  <a:pt x="51" y="95"/>
                </a:lnTo>
                <a:lnTo>
                  <a:pt x="54" y="86"/>
                </a:lnTo>
                <a:lnTo>
                  <a:pt x="55" y="78"/>
                </a:lnTo>
                <a:lnTo>
                  <a:pt x="55" y="78"/>
                </a:lnTo>
                <a:lnTo>
                  <a:pt x="55" y="72"/>
                </a:lnTo>
                <a:lnTo>
                  <a:pt x="53" y="67"/>
                </a:lnTo>
                <a:lnTo>
                  <a:pt x="51" y="62"/>
                </a:lnTo>
                <a:lnTo>
                  <a:pt x="47" y="59"/>
                </a:lnTo>
                <a:lnTo>
                  <a:pt x="43" y="55"/>
                </a:lnTo>
                <a:lnTo>
                  <a:pt x="39" y="53"/>
                </a:lnTo>
                <a:lnTo>
                  <a:pt x="34" y="52"/>
                </a:lnTo>
                <a:lnTo>
                  <a:pt x="28" y="50"/>
                </a:lnTo>
                <a:lnTo>
                  <a:pt x="28" y="50"/>
                </a:lnTo>
                <a:lnTo>
                  <a:pt x="22" y="52"/>
                </a:lnTo>
                <a:lnTo>
                  <a:pt x="17" y="53"/>
                </a:lnTo>
                <a:lnTo>
                  <a:pt x="12" y="55"/>
                </a:lnTo>
                <a:lnTo>
                  <a:pt x="9" y="59"/>
                </a:lnTo>
                <a:lnTo>
                  <a:pt x="5" y="62"/>
                </a:lnTo>
                <a:lnTo>
                  <a:pt x="3" y="67"/>
                </a:lnTo>
                <a:lnTo>
                  <a:pt x="0" y="72"/>
                </a:lnTo>
                <a:lnTo>
                  <a:pt x="0" y="78"/>
                </a:lnTo>
                <a:lnTo>
                  <a:pt x="0" y="78"/>
                </a:lnTo>
                <a:lnTo>
                  <a:pt x="2" y="86"/>
                </a:lnTo>
                <a:lnTo>
                  <a:pt x="5" y="95"/>
                </a:lnTo>
                <a:lnTo>
                  <a:pt x="11" y="101"/>
                </a:lnTo>
                <a:lnTo>
                  <a:pt x="18" y="104"/>
                </a:lnTo>
                <a:lnTo>
                  <a:pt x="18" y="104"/>
                </a:lnTo>
                <a:lnTo>
                  <a:pt x="11" y="108"/>
                </a:lnTo>
                <a:lnTo>
                  <a:pt x="5" y="114"/>
                </a:lnTo>
                <a:lnTo>
                  <a:pt x="2" y="121"/>
                </a:lnTo>
                <a:lnTo>
                  <a:pt x="0" y="130"/>
                </a:lnTo>
                <a:lnTo>
                  <a:pt x="0" y="130"/>
                </a:lnTo>
                <a:lnTo>
                  <a:pt x="0" y="135"/>
                </a:lnTo>
                <a:lnTo>
                  <a:pt x="3" y="141"/>
                </a:lnTo>
                <a:lnTo>
                  <a:pt x="5" y="145"/>
                </a:lnTo>
                <a:lnTo>
                  <a:pt x="9" y="149"/>
                </a:lnTo>
                <a:lnTo>
                  <a:pt x="12" y="153"/>
                </a:lnTo>
                <a:lnTo>
                  <a:pt x="17" y="155"/>
                </a:lnTo>
                <a:lnTo>
                  <a:pt x="22" y="157"/>
                </a:lnTo>
                <a:lnTo>
                  <a:pt x="28" y="158"/>
                </a:lnTo>
                <a:lnTo>
                  <a:pt x="28" y="158"/>
                </a:lnTo>
                <a:lnTo>
                  <a:pt x="34" y="157"/>
                </a:lnTo>
                <a:lnTo>
                  <a:pt x="39" y="155"/>
                </a:lnTo>
                <a:lnTo>
                  <a:pt x="43" y="153"/>
                </a:lnTo>
                <a:lnTo>
                  <a:pt x="47" y="149"/>
                </a:lnTo>
                <a:lnTo>
                  <a:pt x="51" y="145"/>
                </a:lnTo>
                <a:lnTo>
                  <a:pt x="53" y="141"/>
                </a:lnTo>
                <a:lnTo>
                  <a:pt x="55" y="135"/>
                </a:lnTo>
                <a:lnTo>
                  <a:pt x="55" y="130"/>
                </a:lnTo>
                <a:lnTo>
                  <a:pt x="55" y="130"/>
                </a:lnTo>
                <a:lnTo>
                  <a:pt x="54" y="121"/>
                </a:lnTo>
                <a:lnTo>
                  <a:pt x="51" y="114"/>
                </a:lnTo>
                <a:lnTo>
                  <a:pt x="45" y="108"/>
                </a:lnTo>
                <a:lnTo>
                  <a:pt x="37" y="104"/>
                </a:lnTo>
                <a:lnTo>
                  <a:pt x="37" y="104"/>
                </a:lnTo>
                <a:close/>
                <a:moveTo>
                  <a:pt x="485" y="208"/>
                </a:moveTo>
                <a:lnTo>
                  <a:pt x="485" y="208"/>
                </a:lnTo>
                <a:lnTo>
                  <a:pt x="478" y="212"/>
                </a:lnTo>
                <a:lnTo>
                  <a:pt x="472" y="218"/>
                </a:lnTo>
                <a:lnTo>
                  <a:pt x="469" y="225"/>
                </a:lnTo>
                <a:lnTo>
                  <a:pt x="467" y="233"/>
                </a:lnTo>
                <a:lnTo>
                  <a:pt x="467" y="233"/>
                </a:lnTo>
                <a:lnTo>
                  <a:pt x="469" y="243"/>
                </a:lnTo>
                <a:lnTo>
                  <a:pt x="472" y="250"/>
                </a:lnTo>
                <a:lnTo>
                  <a:pt x="478" y="256"/>
                </a:lnTo>
                <a:lnTo>
                  <a:pt x="485" y="259"/>
                </a:lnTo>
                <a:lnTo>
                  <a:pt x="485" y="259"/>
                </a:lnTo>
                <a:lnTo>
                  <a:pt x="478" y="263"/>
                </a:lnTo>
                <a:lnTo>
                  <a:pt x="472" y="269"/>
                </a:lnTo>
                <a:lnTo>
                  <a:pt x="469" y="277"/>
                </a:lnTo>
                <a:lnTo>
                  <a:pt x="467" y="286"/>
                </a:lnTo>
                <a:lnTo>
                  <a:pt x="467" y="286"/>
                </a:lnTo>
                <a:lnTo>
                  <a:pt x="467" y="290"/>
                </a:lnTo>
                <a:lnTo>
                  <a:pt x="470" y="296"/>
                </a:lnTo>
                <a:lnTo>
                  <a:pt x="472" y="301"/>
                </a:lnTo>
                <a:lnTo>
                  <a:pt x="474" y="305"/>
                </a:lnTo>
                <a:lnTo>
                  <a:pt x="479" y="308"/>
                </a:lnTo>
                <a:lnTo>
                  <a:pt x="484" y="311"/>
                </a:lnTo>
                <a:lnTo>
                  <a:pt x="489" y="312"/>
                </a:lnTo>
                <a:lnTo>
                  <a:pt x="495" y="313"/>
                </a:lnTo>
                <a:lnTo>
                  <a:pt x="495" y="313"/>
                </a:lnTo>
                <a:lnTo>
                  <a:pt x="500" y="312"/>
                </a:lnTo>
                <a:lnTo>
                  <a:pt x="506" y="311"/>
                </a:lnTo>
                <a:lnTo>
                  <a:pt x="510" y="308"/>
                </a:lnTo>
                <a:lnTo>
                  <a:pt x="514" y="305"/>
                </a:lnTo>
                <a:lnTo>
                  <a:pt x="517" y="301"/>
                </a:lnTo>
                <a:lnTo>
                  <a:pt x="520" y="296"/>
                </a:lnTo>
                <a:lnTo>
                  <a:pt x="521" y="290"/>
                </a:lnTo>
                <a:lnTo>
                  <a:pt x="522" y="286"/>
                </a:lnTo>
                <a:lnTo>
                  <a:pt x="522" y="286"/>
                </a:lnTo>
                <a:lnTo>
                  <a:pt x="521" y="277"/>
                </a:lnTo>
                <a:lnTo>
                  <a:pt x="517" y="269"/>
                </a:lnTo>
                <a:lnTo>
                  <a:pt x="512" y="263"/>
                </a:lnTo>
                <a:lnTo>
                  <a:pt x="504" y="259"/>
                </a:lnTo>
                <a:lnTo>
                  <a:pt x="504" y="259"/>
                </a:lnTo>
                <a:lnTo>
                  <a:pt x="512" y="256"/>
                </a:lnTo>
                <a:lnTo>
                  <a:pt x="517" y="250"/>
                </a:lnTo>
                <a:lnTo>
                  <a:pt x="521" y="243"/>
                </a:lnTo>
                <a:lnTo>
                  <a:pt x="522" y="233"/>
                </a:lnTo>
                <a:lnTo>
                  <a:pt x="522" y="233"/>
                </a:lnTo>
                <a:lnTo>
                  <a:pt x="521" y="225"/>
                </a:lnTo>
                <a:lnTo>
                  <a:pt x="517" y="218"/>
                </a:lnTo>
                <a:lnTo>
                  <a:pt x="512" y="212"/>
                </a:lnTo>
                <a:lnTo>
                  <a:pt x="504" y="208"/>
                </a:lnTo>
                <a:lnTo>
                  <a:pt x="504" y="208"/>
                </a:lnTo>
                <a:lnTo>
                  <a:pt x="512" y="203"/>
                </a:lnTo>
                <a:lnTo>
                  <a:pt x="517" y="197"/>
                </a:lnTo>
                <a:lnTo>
                  <a:pt x="521" y="190"/>
                </a:lnTo>
                <a:lnTo>
                  <a:pt x="522" y="182"/>
                </a:lnTo>
                <a:lnTo>
                  <a:pt x="522" y="182"/>
                </a:lnTo>
                <a:lnTo>
                  <a:pt x="521" y="176"/>
                </a:lnTo>
                <a:lnTo>
                  <a:pt x="520" y="171"/>
                </a:lnTo>
                <a:lnTo>
                  <a:pt x="517" y="166"/>
                </a:lnTo>
                <a:lnTo>
                  <a:pt x="514" y="163"/>
                </a:lnTo>
                <a:lnTo>
                  <a:pt x="510" y="159"/>
                </a:lnTo>
                <a:lnTo>
                  <a:pt x="506" y="157"/>
                </a:lnTo>
                <a:lnTo>
                  <a:pt x="500" y="154"/>
                </a:lnTo>
                <a:lnTo>
                  <a:pt x="495" y="154"/>
                </a:lnTo>
                <a:lnTo>
                  <a:pt x="495" y="154"/>
                </a:lnTo>
                <a:lnTo>
                  <a:pt x="489" y="154"/>
                </a:lnTo>
                <a:lnTo>
                  <a:pt x="484" y="157"/>
                </a:lnTo>
                <a:lnTo>
                  <a:pt x="479" y="159"/>
                </a:lnTo>
                <a:lnTo>
                  <a:pt x="474" y="163"/>
                </a:lnTo>
                <a:lnTo>
                  <a:pt x="472" y="166"/>
                </a:lnTo>
                <a:lnTo>
                  <a:pt x="470" y="171"/>
                </a:lnTo>
                <a:lnTo>
                  <a:pt x="467" y="176"/>
                </a:lnTo>
                <a:lnTo>
                  <a:pt x="467" y="182"/>
                </a:lnTo>
                <a:lnTo>
                  <a:pt x="467" y="182"/>
                </a:lnTo>
                <a:lnTo>
                  <a:pt x="469" y="190"/>
                </a:lnTo>
                <a:lnTo>
                  <a:pt x="472" y="197"/>
                </a:lnTo>
                <a:lnTo>
                  <a:pt x="478" y="203"/>
                </a:lnTo>
                <a:lnTo>
                  <a:pt x="485" y="208"/>
                </a:lnTo>
                <a:lnTo>
                  <a:pt x="485" y="208"/>
                </a:lnTo>
                <a:close/>
                <a:moveTo>
                  <a:pt x="391" y="158"/>
                </a:moveTo>
                <a:lnTo>
                  <a:pt x="391" y="158"/>
                </a:lnTo>
                <a:lnTo>
                  <a:pt x="399" y="155"/>
                </a:lnTo>
                <a:lnTo>
                  <a:pt x="406" y="152"/>
                </a:lnTo>
                <a:lnTo>
                  <a:pt x="412" y="146"/>
                </a:lnTo>
                <a:lnTo>
                  <a:pt x="417" y="139"/>
                </a:lnTo>
                <a:lnTo>
                  <a:pt x="417" y="139"/>
                </a:lnTo>
                <a:lnTo>
                  <a:pt x="421" y="146"/>
                </a:lnTo>
                <a:lnTo>
                  <a:pt x="427" y="152"/>
                </a:lnTo>
                <a:lnTo>
                  <a:pt x="434" y="155"/>
                </a:lnTo>
                <a:lnTo>
                  <a:pt x="442" y="158"/>
                </a:lnTo>
                <a:lnTo>
                  <a:pt x="442" y="158"/>
                </a:lnTo>
                <a:lnTo>
                  <a:pt x="448" y="157"/>
                </a:lnTo>
                <a:lnTo>
                  <a:pt x="453" y="155"/>
                </a:lnTo>
                <a:lnTo>
                  <a:pt x="458" y="153"/>
                </a:lnTo>
                <a:lnTo>
                  <a:pt x="463" y="149"/>
                </a:lnTo>
                <a:lnTo>
                  <a:pt x="465" y="145"/>
                </a:lnTo>
                <a:lnTo>
                  <a:pt x="469" y="141"/>
                </a:lnTo>
                <a:lnTo>
                  <a:pt x="470" y="135"/>
                </a:lnTo>
                <a:lnTo>
                  <a:pt x="470" y="130"/>
                </a:lnTo>
                <a:lnTo>
                  <a:pt x="470" y="130"/>
                </a:lnTo>
                <a:lnTo>
                  <a:pt x="470" y="124"/>
                </a:lnTo>
                <a:lnTo>
                  <a:pt x="469" y="120"/>
                </a:lnTo>
                <a:lnTo>
                  <a:pt x="465" y="115"/>
                </a:lnTo>
                <a:lnTo>
                  <a:pt x="463" y="110"/>
                </a:lnTo>
                <a:lnTo>
                  <a:pt x="458" y="106"/>
                </a:lnTo>
                <a:lnTo>
                  <a:pt x="453" y="104"/>
                </a:lnTo>
                <a:lnTo>
                  <a:pt x="448" y="103"/>
                </a:lnTo>
                <a:lnTo>
                  <a:pt x="442" y="102"/>
                </a:lnTo>
                <a:lnTo>
                  <a:pt x="442" y="102"/>
                </a:lnTo>
                <a:lnTo>
                  <a:pt x="434" y="104"/>
                </a:lnTo>
                <a:lnTo>
                  <a:pt x="427" y="108"/>
                </a:lnTo>
                <a:lnTo>
                  <a:pt x="421" y="114"/>
                </a:lnTo>
                <a:lnTo>
                  <a:pt x="417" y="121"/>
                </a:lnTo>
                <a:lnTo>
                  <a:pt x="417" y="121"/>
                </a:lnTo>
                <a:lnTo>
                  <a:pt x="412" y="114"/>
                </a:lnTo>
                <a:lnTo>
                  <a:pt x="406" y="108"/>
                </a:lnTo>
                <a:lnTo>
                  <a:pt x="399" y="104"/>
                </a:lnTo>
                <a:lnTo>
                  <a:pt x="391" y="102"/>
                </a:lnTo>
                <a:lnTo>
                  <a:pt x="391" y="102"/>
                </a:lnTo>
                <a:lnTo>
                  <a:pt x="385" y="103"/>
                </a:lnTo>
                <a:lnTo>
                  <a:pt x="380" y="104"/>
                </a:lnTo>
                <a:lnTo>
                  <a:pt x="375" y="106"/>
                </a:lnTo>
                <a:lnTo>
                  <a:pt x="372" y="110"/>
                </a:lnTo>
                <a:lnTo>
                  <a:pt x="368" y="115"/>
                </a:lnTo>
                <a:lnTo>
                  <a:pt x="366" y="120"/>
                </a:lnTo>
                <a:lnTo>
                  <a:pt x="363" y="124"/>
                </a:lnTo>
                <a:lnTo>
                  <a:pt x="363" y="130"/>
                </a:lnTo>
                <a:lnTo>
                  <a:pt x="363" y="130"/>
                </a:lnTo>
                <a:lnTo>
                  <a:pt x="363" y="135"/>
                </a:lnTo>
                <a:lnTo>
                  <a:pt x="366" y="141"/>
                </a:lnTo>
                <a:lnTo>
                  <a:pt x="368" y="145"/>
                </a:lnTo>
                <a:lnTo>
                  <a:pt x="372" y="149"/>
                </a:lnTo>
                <a:lnTo>
                  <a:pt x="375" y="153"/>
                </a:lnTo>
                <a:lnTo>
                  <a:pt x="380" y="155"/>
                </a:lnTo>
                <a:lnTo>
                  <a:pt x="385" y="157"/>
                </a:lnTo>
                <a:lnTo>
                  <a:pt x="391" y="158"/>
                </a:lnTo>
                <a:lnTo>
                  <a:pt x="391" y="158"/>
                </a:lnTo>
                <a:close/>
                <a:moveTo>
                  <a:pt x="1322" y="807"/>
                </a:moveTo>
                <a:lnTo>
                  <a:pt x="1322" y="807"/>
                </a:lnTo>
                <a:lnTo>
                  <a:pt x="854" y="342"/>
                </a:lnTo>
                <a:lnTo>
                  <a:pt x="854" y="342"/>
                </a:lnTo>
                <a:lnTo>
                  <a:pt x="845" y="330"/>
                </a:lnTo>
                <a:lnTo>
                  <a:pt x="836" y="321"/>
                </a:lnTo>
                <a:lnTo>
                  <a:pt x="827" y="311"/>
                </a:lnTo>
                <a:lnTo>
                  <a:pt x="815" y="300"/>
                </a:lnTo>
                <a:lnTo>
                  <a:pt x="801" y="289"/>
                </a:lnTo>
                <a:lnTo>
                  <a:pt x="784" y="278"/>
                </a:lnTo>
                <a:lnTo>
                  <a:pt x="766" y="270"/>
                </a:lnTo>
                <a:lnTo>
                  <a:pt x="756" y="266"/>
                </a:lnTo>
                <a:lnTo>
                  <a:pt x="747" y="264"/>
                </a:lnTo>
                <a:lnTo>
                  <a:pt x="736" y="262"/>
                </a:lnTo>
                <a:lnTo>
                  <a:pt x="725" y="261"/>
                </a:lnTo>
                <a:lnTo>
                  <a:pt x="713" y="261"/>
                </a:lnTo>
                <a:lnTo>
                  <a:pt x="701" y="261"/>
                </a:lnTo>
                <a:lnTo>
                  <a:pt x="689" y="262"/>
                </a:lnTo>
                <a:lnTo>
                  <a:pt x="676" y="265"/>
                </a:lnTo>
                <a:lnTo>
                  <a:pt x="663" y="269"/>
                </a:lnTo>
                <a:lnTo>
                  <a:pt x="650" y="275"/>
                </a:lnTo>
                <a:lnTo>
                  <a:pt x="636" y="281"/>
                </a:lnTo>
                <a:lnTo>
                  <a:pt x="621" y="289"/>
                </a:lnTo>
                <a:lnTo>
                  <a:pt x="607" y="299"/>
                </a:lnTo>
                <a:lnTo>
                  <a:pt x="592" y="311"/>
                </a:lnTo>
                <a:lnTo>
                  <a:pt x="576" y="324"/>
                </a:lnTo>
                <a:lnTo>
                  <a:pt x="560" y="339"/>
                </a:lnTo>
                <a:lnTo>
                  <a:pt x="560" y="339"/>
                </a:lnTo>
                <a:lnTo>
                  <a:pt x="474" y="428"/>
                </a:lnTo>
                <a:lnTo>
                  <a:pt x="386" y="517"/>
                </a:lnTo>
                <a:lnTo>
                  <a:pt x="386" y="517"/>
                </a:lnTo>
                <a:lnTo>
                  <a:pt x="373" y="532"/>
                </a:lnTo>
                <a:lnTo>
                  <a:pt x="362" y="545"/>
                </a:lnTo>
                <a:lnTo>
                  <a:pt x="351" y="558"/>
                </a:lnTo>
                <a:lnTo>
                  <a:pt x="343" y="571"/>
                </a:lnTo>
                <a:lnTo>
                  <a:pt x="336" y="583"/>
                </a:lnTo>
                <a:lnTo>
                  <a:pt x="329" y="596"/>
                </a:lnTo>
                <a:lnTo>
                  <a:pt x="324" y="608"/>
                </a:lnTo>
                <a:lnTo>
                  <a:pt x="319" y="621"/>
                </a:lnTo>
                <a:lnTo>
                  <a:pt x="317" y="633"/>
                </a:lnTo>
                <a:lnTo>
                  <a:pt x="314" y="645"/>
                </a:lnTo>
                <a:lnTo>
                  <a:pt x="313" y="656"/>
                </a:lnTo>
                <a:lnTo>
                  <a:pt x="313" y="668"/>
                </a:lnTo>
                <a:lnTo>
                  <a:pt x="313" y="678"/>
                </a:lnTo>
                <a:lnTo>
                  <a:pt x="314" y="689"/>
                </a:lnTo>
                <a:lnTo>
                  <a:pt x="318" y="711"/>
                </a:lnTo>
                <a:lnTo>
                  <a:pt x="325" y="730"/>
                </a:lnTo>
                <a:lnTo>
                  <a:pt x="332" y="749"/>
                </a:lnTo>
                <a:lnTo>
                  <a:pt x="342" y="766"/>
                </a:lnTo>
                <a:lnTo>
                  <a:pt x="353" y="781"/>
                </a:lnTo>
                <a:lnTo>
                  <a:pt x="363" y="796"/>
                </a:lnTo>
                <a:lnTo>
                  <a:pt x="373" y="807"/>
                </a:lnTo>
                <a:lnTo>
                  <a:pt x="392" y="828"/>
                </a:lnTo>
                <a:lnTo>
                  <a:pt x="392" y="828"/>
                </a:lnTo>
                <a:lnTo>
                  <a:pt x="491" y="927"/>
                </a:lnTo>
                <a:lnTo>
                  <a:pt x="615" y="1053"/>
                </a:lnTo>
                <a:lnTo>
                  <a:pt x="740" y="1180"/>
                </a:lnTo>
                <a:lnTo>
                  <a:pt x="841" y="1282"/>
                </a:lnTo>
                <a:lnTo>
                  <a:pt x="841" y="1282"/>
                </a:lnTo>
                <a:lnTo>
                  <a:pt x="853" y="1293"/>
                </a:lnTo>
                <a:lnTo>
                  <a:pt x="866" y="1303"/>
                </a:lnTo>
                <a:lnTo>
                  <a:pt x="878" y="1313"/>
                </a:lnTo>
                <a:lnTo>
                  <a:pt x="891" y="1320"/>
                </a:lnTo>
                <a:lnTo>
                  <a:pt x="904" y="1327"/>
                </a:lnTo>
                <a:lnTo>
                  <a:pt x="918" y="1333"/>
                </a:lnTo>
                <a:lnTo>
                  <a:pt x="931" y="1336"/>
                </a:lnTo>
                <a:lnTo>
                  <a:pt x="944" y="1340"/>
                </a:lnTo>
                <a:lnTo>
                  <a:pt x="957" y="1344"/>
                </a:lnTo>
                <a:lnTo>
                  <a:pt x="969" y="1345"/>
                </a:lnTo>
                <a:lnTo>
                  <a:pt x="982" y="1346"/>
                </a:lnTo>
                <a:lnTo>
                  <a:pt x="995" y="1346"/>
                </a:lnTo>
                <a:lnTo>
                  <a:pt x="1019" y="1345"/>
                </a:lnTo>
                <a:lnTo>
                  <a:pt x="1043" y="1341"/>
                </a:lnTo>
                <a:lnTo>
                  <a:pt x="1064" y="1335"/>
                </a:lnTo>
                <a:lnTo>
                  <a:pt x="1085" y="1329"/>
                </a:lnTo>
                <a:lnTo>
                  <a:pt x="1104" y="1321"/>
                </a:lnTo>
                <a:lnTo>
                  <a:pt x="1119" y="1314"/>
                </a:lnTo>
                <a:lnTo>
                  <a:pt x="1134" y="1307"/>
                </a:lnTo>
                <a:lnTo>
                  <a:pt x="1144" y="1299"/>
                </a:lnTo>
                <a:lnTo>
                  <a:pt x="1153" y="1293"/>
                </a:lnTo>
                <a:lnTo>
                  <a:pt x="1158" y="1290"/>
                </a:lnTo>
                <a:lnTo>
                  <a:pt x="1158" y="1290"/>
                </a:lnTo>
                <a:lnTo>
                  <a:pt x="1328" y="1117"/>
                </a:lnTo>
                <a:lnTo>
                  <a:pt x="1328" y="1117"/>
                </a:lnTo>
                <a:lnTo>
                  <a:pt x="1339" y="1106"/>
                </a:lnTo>
                <a:lnTo>
                  <a:pt x="1347" y="1096"/>
                </a:lnTo>
                <a:lnTo>
                  <a:pt x="1357" y="1084"/>
                </a:lnTo>
                <a:lnTo>
                  <a:pt x="1368" y="1070"/>
                </a:lnTo>
                <a:lnTo>
                  <a:pt x="1379" y="1055"/>
                </a:lnTo>
                <a:lnTo>
                  <a:pt x="1388" y="1036"/>
                </a:lnTo>
                <a:lnTo>
                  <a:pt x="1396" y="1015"/>
                </a:lnTo>
                <a:lnTo>
                  <a:pt x="1400" y="1004"/>
                </a:lnTo>
                <a:lnTo>
                  <a:pt x="1402" y="994"/>
                </a:lnTo>
                <a:lnTo>
                  <a:pt x="1405" y="982"/>
                </a:lnTo>
                <a:lnTo>
                  <a:pt x="1405" y="970"/>
                </a:lnTo>
                <a:lnTo>
                  <a:pt x="1406" y="958"/>
                </a:lnTo>
                <a:lnTo>
                  <a:pt x="1405" y="945"/>
                </a:lnTo>
                <a:lnTo>
                  <a:pt x="1402" y="933"/>
                </a:lnTo>
                <a:lnTo>
                  <a:pt x="1400" y="920"/>
                </a:lnTo>
                <a:lnTo>
                  <a:pt x="1395" y="905"/>
                </a:lnTo>
                <a:lnTo>
                  <a:pt x="1389" y="892"/>
                </a:lnTo>
                <a:lnTo>
                  <a:pt x="1382" y="879"/>
                </a:lnTo>
                <a:lnTo>
                  <a:pt x="1374" y="865"/>
                </a:lnTo>
                <a:lnTo>
                  <a:pt x="1363" y="850"/>
                </a:lnTo>
                <a:lnTo>
                  <a:pt x="1351" y="836"/>
                </a:lnTo>
                <a:lnTo>
                  <a:pt x="1338" y="822"/>
                </a:lnTo>
                <a:lnTo>
                  <a:pt x="1322" y="807"/>
                </a:lnTo>
                <a:lnTo>
                  <a:pt x="1322" y="807"/>
                </a:lnTo>
                <a:close/>
                <a:moveTo>
                  <a:pt x="612" y="504"/>
                </a:moveTo>
                <a:lnTo>
                  <a:pt x="612" y="504"/>
                </a:lnTo>
                <a:lnTo>
                  <a:pt x="603" y="511"/>
                </a:lnTo>
                <a:lnTo>
                  <a:pt x="594" y="516"/>
                </a:lnTo>
                <a:lnTo>
                  <a:pt x="584" y="520"/>
                </a:lnTo>
                <a:lnTo>
                  <a:pt x="574" y="521"/>
                </a:lnTo>
                <a:lnTo>
                  <a:pt x="564" y="520"/>
                </a:lnTo>
                <a:lnTo>
                  <a:pt x="553" y="516"/>
                </a:lnTo>
                <a:lnTo>
                  <a:pt x="545" y="511"/>
                </a:lnTo>
                <a:lnTo>
                  <a:pt x="535" y="504"/>
                </a:lnTo>
                <a:lnTo>
                  <a:pt x="535" y="504"/>
                </a:lnTo>
                <a:lnTo>
                  <a:pt x="529" y="496"/>
                </a:lnTo>
                <a:lnTo>
                  <a:pt x="525" y="486"/>
                </a:lnTo>
                <a:lnTo>
                  <a:pt x="521" y="477"/>
                </a:lnTo>
                <a:lnTo>
                  <a:pt x="520" y="466"/>
                </a:lnTo>
                <a:lnTo>
                  <a:pt x="521" y="456"/>
                </a:lnTo>
                <a:lnTo>
                  <a:pt x="525" y="446"/>
                </a:lnTo>
                <a:lnTo>
                  <a:pt x="529" y="436"/>
                </a:lnTo>
                <a:lnTo>
                  <a:pt x="535" y="428"/>
                </a:lnTo>
                <a:lnTo>
                  <a:pt x="535" y="428"/>
                </a:lnTo>
                <a:lnTo>
                  <a:pt x="545" y="422"/>
                </a:lnTo>
                <a:lnTo>
                  <a:pt x="553" y="416"/>
                </a:lnTo>
                <a:lnTo>
                  <a:pt x="564" y="413"/>
                </a:lnTo>
                <a:lnTo>
                  <a:pt x="574" y="412"/>
                </a:lnTo>
                <a:lnTo>
                  <a:pt x="584" y="413"/>
                </a:lnTo>
                <a:lnTo>
                  <a:pt x="594" y="416"/>
                </a:lnTo>
                <a:lnTo>
                  <a:pt x="603" y="422"/>
                </a:lnTo>
                <a:lnTo>
                  <a:pt x="612" y="428"/>
                </a:lnTo>
                <a:lnTo>
                  <a:pt x="612" y="428"/>
                </a:lnTo>
                <a:lnTo>
                  <a:pt x="619" y="436"/>
                </a:lnTo>
                <a:lnTo>
                  <a:pt x="624" y="446"/>
                </a:lnTo>
                <a:lnTo>
                  <a:pt x="627" y="456"/>
                </a:lnTo>
                <a:lnTo>
                  <a:pt x="629" y="466"/>
                </a:lnTo>
                <a:lnTo>
                  <a:pt x="627" y="477"/>
                </a:lnTo>
                <a:lnTo>
                  <a:pt x="624" y="486"/>
                </a:lnTo>
                <a:lnTo>
                  <a:pt x="619" y="496"/>
                </a:lnTo>
                <a:lnTo>
                  <a:pt x="612" y="504"/>
                </a:lnTo>
                <a:lnTo>
                  <a:pt x="612" y="504"/>
                </a:lnTo>
                <a:close/>
                <a:moveTo>
                  <a:pt x="98" y="214"/>
                </a:moveTo>
                <a:lnTo>
                  <a:pt x="98" y="214"/>
                </a:lnTo>
                <a:lnTo>
                  <a:pt x="92" y="209"/>
                </a:lnTo>
                <a:lnTo>
                  <a:pt x="85" y="207"/>
                </a:lnTo>
                <a:lnTo>
                  <a:pt x="85" y="207"/>
                </a:lnTo>
                <a:lnTo>
                  <a:pt x="92" y="204"/>
                </a:lnTo>
                <a:lnTo>
                  <a:pt x="98" y="200"/>
                </a:lnTo>
                <a:lnTo>
                  <a:pt x="98" y="200"/>
                </a:lnTo>
                <a:lnTo>
                  <a:pt x="102" y="195"/>
                </a:lnTo>
                <a:lnTo>
                  <a:pt x="104" y="191"/>
                </a:lnTo>
                <a:lnTo>
                  <a:pt x="105" y="185"/>
                </a:lnTo>
                <a:lnTo>
                  <a:pt x="107" y="181"/>
                </a:lnTo>
                <a:lnTo>
                  <a:pt x="105" y="176"/>
                </a:lnTo>
                <a:lnTo>
                  <a:pt x="104" y="171"/>
                </a:lnTo>
                <a:lnTo>
                  <a:pt x="102" y="166"/>
                </a:lnTo>
                <a:lnTo>
                  <a:pt x="98" y="161"/>
                </a:lnTo>
                <a:lnTo>
                  <a:pt x="98" y="161"/>
                </a:lnTo>
                <a:lnTo>
                  <a:pt x="95" y="158"/>
                </a:lnTo>
                <a:lnTo>
                  <a:pt x="90" y="155"/>
                </a:lnTo>
                <a:lnTo>
                  <a:pt x="85" y="154"/>
                </a:lnTo>
                <a:lnTo>
                  <a:pt x="79" y="154"/>
                </a:lnTo>
                <a:lnTo>
                  <a:pt x="74" y="154"/>
                </a:lnTo>
                <a:lnTo>
                  <a:pt x="70" y="155"/>
                </a:lnTo>
                <a:lnTo>
                  <a:pt x="65" y="158"/>
                </a:lnTo>
                <a:lnTo>
                  <a:pt x="60" y="161"/>
                </a:lnTo>
                <a:lnTo>
                  <a:pt x="60" y="161"/>
                </a:lnTo>
                <a:lnTo>
                  <a:pt x="58" y="166"/>
                </a:lnTo>
                <a:lnTo>
                  <a:pt x="55" y="171"/>
                </a:lnTo>
                <a:lnTo>
                  <a:pt x="53" y="176"/>
                </a:lnTo>
                <a:lnTo>
                  <a:pt x="53" y="181"/>
                </a:lnTo>
                <a:lnTo>
                  <a:pt x="53" y="185"/>
                </a:lnTo>
                <a:lnTo>
                  <a:pt x="55" y="191"/>
                </a:lnTo>
                <a:lnTo>
                  <a:pt x="58" y="195"/>
                </a:lnTo>
                <a:lnTo>
                  <a:pt x="60" y="200"/>
                </a:lnTo>
                <a:lnTo>
                  <a:pt x="60" y="200"/>
                </a:lnTo>
                <a:lnTo>
                  <a:pt x="66" y="204"/>
                </a:lnTo>
                <a:lnTo>
                  <a:pt x="73" y="207"/>
                </a:lnTo>
                <a:lnTo>
                  <a:pt x="73" y="207"/>
                </a:lnTo>
                <a:lnTo>
                  <a:pt x="66" y="209"/>
                </a:lnTo>
                <a:lnTo>
                  <a:pt x="60" y="214"/>
                </a:lnTo>
                <a:lnTo>
                  <a:pt x="60" y="214"/>
                </a:lnTo>
                <a:lnTo>
                  <a:pt x="58" y="218"/>
                </a:lnTo>
                <a:lnTo>
                  <a:pt x="55" y="222"/>
                </a:lnTo>
                <a:lnTo>
                  <a:pt x="53" y="227"/>
                </a:lnTo>
                <a:lnTo>
                  <a:pt x="53" y="233"/>
                </a:lnTo>
                <a:lnTo>
                  <a:pt x="53" y="238"/>
                </a:lnTo>
                <a:lnTo>
                  <a:pt x="55" y="243"/>
                </a:lnTo>
                <a:lnTo>
                  <a:pt x="58" y="247"/>
                </a:lnTo>
                <a:lnTo>
                  <a:pt x="60" y="251"/>
                </a:lnTo>
                <a:lnTo>
                  <a:pt x="60" y="251"/>
                </a:lnTo>
                <a:lnTo>
                  <a:pt x="65" y="255"/>
                </a:lnTo>
                <a:lnTo>
                  <a:pt x="70" y="257"/>
                </a:lnTo>
                <a:lnTo>
                  <a:pt x="74" y="259"/>
                </a:lnTo>
                <a:lnTo>
                  <a:pt x="79" y="259"/>
                </a:lnTo>
                <a:lnTo>
                  <a:pt x="85" y="259"/>
                </a:lnTo>
                <a:lnTo>
                  <a:pt x="90" y="257"/>
                </a:lnTo>
                <a:lnTo>
                  <a:pt x="95" y="255"/>
                </a:lnTo>
                <a:lnTo>
                  <a:pt x="98" y="251"/>
                </a:lnTo>
                <a:lnTo>
                  <a:pt x="98" y="251"/>
                </a:lnTo>
                <a:lnTo>
                  <a:pt x="102" y="247"/>
                </a:lnTo>
                <a:lnTo>
                  <a:pt x="104" y="243"/>
                </a:lnTo>
                <a:lnTo>
                  <a:pt x="105" y="238"/>
                </a:lnTo>
                <a:lnTo>
                  <a:pt x="107" y="233"/>
                </a:lnTo>
                <a:lnTo>
                  <a:pt x="105" y="227"/>
                </a:lnTo>
                <a:lnTo>
                  <a:pt x="104" y="222"/>
                </a:lnTo>
                <a:lnTo>
                  <a:pt x="102" y="218"/>
                </a:lnTo>
                <a:lnTo>
                  <a:pt x="98" y="214"/>
                </a:lnTo>
                <a:lnTo>
                  <a:pt x="98" y="214"/>
                </a:lnTo>
                <a:close/>
                <a:moveTo>
                  <a:pt x="254" y="369"/>
                </a:moveTo>
                <a:lnTo>
                  <a:pt x="254" y="369"/>
                </a:lnTo>
                <a:lnTo>
                  <a:pt x="250" y="366"/>
                </a:lnTo>
                <a:lnTo>
                  <a:pt x="245" y="363"/>
                </a:lnTo>
                <a:lnTo>
                  <a:pt x="240" y="362"/>
                </a:lnTo>
                <a:lnTo>
                  <a:pt x="236" y="361"/>
                </a:lnTo>
                <a:lnTo>
                  <a:pt x="230" y="362"/>
                </a:lnTo>
                <a:lnTo>
                  <a:pt x="225" y="363"/>
                </a:lnTo>
                <a:lnTo>
                  <a:pt x="220" y="366"/>
                </a:lnTo>
                <a:lnTo>
                  <a:pt x="217" y="369"/>
                </a:lnTo>
                <a:lnTo>
                  <a:pt x="217" y="369"/>
                </a:lnTo>
                <a:lnTo>
                  <a:pt x="212" y="375"/>
                </a:lnTo>
                <a:lnTo>
                  <a:pt x="209" y="382"/>
                </a:lnTo>
                <a:lnTo>
                  <a:pt x="209" y="382"/>
                </a:lnTo>
                <a:lnTo>
                  <a:pt x="207" y="375"/>
                </a:lnTo>
                <a:lnTo>
                  <a:pt x="202" y="369"/>
                </a:lnTo>
                <a:lnTo>
                  <a:pt x="202" y="369"/>
                </a:lnTo>
                <a:lnTo>
                  <a:pt x="197" y="366"/>
                </a:lnTo>
                <a:lnTo>
                  <a:pt x="194" y="363"/>
                </a:lnTo>
                <a:lnTo>
                  <a:pt x="188" y="362"/>
                </a:lnTo>
                <a:lnTo>
                  <a:pt x="183" y="361"/>
                </a:lnTo>
                <a:lnTo>
                  <a:pt x="178" y="362"/>
                </a:lnTo>
                <a:lnTo>
                  <a:pt x="174" y="363"/>
                </a:lnTo>
                <a:lnTo>
                  <a:pt x="169" y="366"/>
                </a:lnTo>
                <a:lnTo>
                  <a:pt x="164" y="369"/>
                </a:lnTo>
                <a:lnTo>
                  <a:pt x="164" y="369"/>
                </a:lnTo>
                <a:lnTo>
                  <a:pt x="160" y="373"/>
                </a:lnTo>
                <a:lnTo>
                  <a:pt x="158" y="378"/>
                </a:lnTo>
                <a:lnTo>
                  <a:pt x="157" y="384"/>
                </a:lnTo>
                <a:lnTo>
                  <a:pt x="157" y="388"/>
                </a:lnTo>
                <a:lnTo>
                  <a:pt x="157" y="393"/>
                </a:lnTo>
                <a:lnTo>
                  <a:pt x="158" y="398"/>
                </a:lnTo>
                <a:lnTo>
                  <a:pt x="160" y="403"/>
                </a:lnTo>
                <a:lnTo>
                  <a:pt x="164" y="407"/>
                </a:lnTo>
                <a:lnTo>
                  <a:pt x="164" y="407"/>
                </a:lnTo>
                <a:lnTo>
                  <a:pt x="169" y="410"/>
                </a:lnTo>
                <a:lnTo>
                  <a:pt x="174" y="413"/>
                </a:lnTo>
                <a:lnTo>
                  <a:pt x="178" y="415"/>
                </a:lnTo>
                <a:lnTo>
                  <a:pt x="183" y="415"/>
                </a:lnTo>
                <a:lnTo>
                  <a:pt x="188" y="415"/>
                </a:lnTo>
                <a:lnTo>
                  <a:pt x="194" y="413"/>
                </a:lnTo>
                <a:lnTo>
                  <a:pt x="197" y="410"/>
                </a:lnTo>
                <a:lnTo>
                  <a:pt x="202" y="407"/>
                </a:lnTo>
                <a:lnTo>
                  <a:pt x="202" y="407"/>
                </a:lnTo>
                <a:lnTo>
                  <a:pt x="207" y="401"/>
                </a:lnTo>
                <a:lnTo>
                  <a:pt x="209" y="394"/>
                </a:lnTo>
                <a:lnTo>
                  <a:pt x="209" y="394"/>
                </a:lnTo>
                <a:lnTo>
                  <a:pt x="212" y="401"/>
                </a:lnTo>
                <a:lnTo>
                  <a:pt x="217" y="407"/>
                </a:lnTo>
                <a:lnTo>
                  <a:pt x="217" y="407"/>
                </a:lnTo>
                <a:lnTo>
                  <a:pt x="220" y="410"/>
                </a:lnTo>
                <a:lnTo>
                  <a:pt x="225" y="413"/>
                </a:lnTo>
                <a:lnTo>
                  <a:pt x="230" y="415"/>
                </a:lnTo>
                <a:lnTo>
                  <a:pt x="236" y="415"/>
                </a:lnTo>
                <a:lnTo>
                  <a:pt x="240" y="415"/>
                </a:lnTo>
                <a:lnTo>
                  <a:pt x="245" y="413"/>
                </a:lnTo>
                <a:lnTo>
                  <a:pt x="250" y="410"/>
                </a:lnTo>
                <a:lnTo>
                  <a:pt x="254" y="407"/>
                </a:lnTo>
                <a:lnTo>
                  <a:pt x="254" y="407"/>
                </a:lnTo>
                <a:lnTo>
                  <a:pt x="257" y="403"/>
                </a:lnTo>
                <a:lnTo>
                  <a:pt x="260" y="398"/>
                </a:lnTo>
                <a:lnTo>
                  <a:pt x="261" y="393"/>
                </a:lnTo>
                <a:lnTo>
                  <a:pt x="262" y="388"/>
                </a:lnTo>
                <a:lnTo>
                  <a:pt x="261" y="384"/>
                </a:lnTo>
                <a:lnTo>
                  <a:pt x="260" y="378"/>
                </a:lnTo>
                <a:lnTo>
                  <a:pt x="257" y="373"/>
                </a:lnTo>
                <a:lnTo>
                  <a:pt x="254" y="369"/>
                </a:lnTo>
                <a:lnTo>
                  <a:pt x="254" y="369"/>
                </a:lnTo>
                <a:close/>
                <a:moveTo>
                  <a:pt x="320" y="459"/>
                </a:moveTo>
                <a:lnTo>
                  <a:pt x="320" y="459"/>
                </a:lnTo>
                <a:lnTo>
                  <a:pt x="324" y="462"/>
                </a:lnTo>
                <a:lnTo>
                  <a:pt x="329" y="465"/>
                </a:lnTo>
                <a:lnTo>
                  <a:pt x="334" y="466"/>
                </a:lnTo>
                <a:lnTo>
                  <a:pt x="340" y="467"/>
                </a:lnTo>
                <a:lnTo>
                  <a:pt x="344" y="466"/>
                </a:lnTo>
                <a:lnTo>
                  <a:pt x="349" y="465"/>
                </a:lnTo>
                <a:lnTo>
                  <a:pt x="354" y="462"/>
                </a:lnTo>
                <a:lnTo>
                  <a:pt x="357" y="459"/>
                </a:lnTo>
                <a:lnTo>
                  <a:pt x="357" y="459"/>
                </a:lnTo>
                <a:lnTo>
                  <a:pt x="361" y="455"/>
                </a:lnTo>
                <a:lnTo>
                  <a:pt x="363" y="450"/>
                </a:lnTo>
                <a:lnTo>
                  <a:pt x="366" y="444"/>
                </a:lnTo>
                <a:lnTo>
                  <a:pt x="366" y="440"/>
                </a:lnTo>
                <a:lnTo>
                  <a:pt x="366" y="435"/>
                </a:lnTo>
                <a:lnTo>
                  <a:pt x="363" y="430"/>
                </a:lnTo>
                <a:lnTo>
                  <a:pt x="361" y="425"/>
                </a:lnTo>
                <a:lnTo>
                  <a:pt x="357" y="421"/>
                </a:lnTo>
                <a:lnTo>
                  <a:pt x="357" y="421"/>
                </a:lnTo>
                <a:lnTo>
                  <a:pt x="354" y="418"/>
                </a:lnTo>
                <a:lnTo>
                  <a:pt x="349" y="415"/>
                </a:lnTo>
                <a:lnTo>
                  <a:pt x="344" y="413"/>
                </a:lnTo>
                <a:lnTo>
                  <a:pt x="340" y="413"/>
                </a:lnTo>
                <a:lnTo>
                  <a:pt x="334" y="413"/>
                </a:lnTo>
                <a:lnTo>
                  <a:pt x="329" y="415"/>
                </a:lnTo>
                <a:lnTo>
                  <a:pt x="324" y="418"/>
                </a:lnTo>
                <a:lnTo>
                  <a:pt x="320" y="421"/>
                </a:lnTo>
                <a:lnTo>
                  <a:pt x="320" y="421"/>
                </a:lnTo>
                <a:lnTo>
                  <a:pt x="316" y="428"/>
                </a:lnTo>
                <a:lnTo>
                  <a:pt x="313" y="435"/>
                </a:lnTo>
                <a:lnTo>
                  <a:pt x="313" y="435"/>
                </a:lnTo>
                <a:lnTo>
                  <a:pt x="311" y="428"/>
                </a:lnTo>
                <a:lnTo>
                  <a:pt x="306" y="421"/>
                </a:lnTo>
                <a:lnTo>
                  <a:pt x="306" y="421"/>
                </a:lnTo>
                <a:lnTo>
                  <a:pt x="301" y="418"/>
                </a:lnTo>
                <a:lnTo>
                  <a:pt x="297" y="415"/>
                </a:lnTo>
                <a:lnTo>
                  <a:pt x="292" y="413"/>
                </a:lnTo>
                <a:lnTo>
                  <a:pt x="287" y="413"/>
                </a:lnTo>
                <a:lnTo>
                  <a:pt x="282" y="413"/>
                </a:lnTo>
                <a:lnTo>
                  <a:pt x="276" y="415"/>
                </a:lnTo>
                <a:lnTo>
                  <a:pt x="273" y="418"/>
                </a:lnTo>
                <a:lnTo>
                  <a:pt x="268" y="421"/>
                </a:lnTo>
                <a:lnTo>
                  <a:pt x="268" y="421"/>
                </a:lnTo>
                <a:lnTo>
                  <a:pt x="264" y="425"/>
                </a:lnTo>
                <a:lnTo>
                  <a:pt x="262" y="430"/>
                </a:lnTo>
                <a:lnTo>
                  <a:pt x="261" y="435"/>
                </a:lnTo>
                <a:lnTo>
                  <a:pt x="261" y="440"/>
                </a:lnTo>
                <a:lnTo>
                  <a:pt x="261" y="444"/>
                </a:lnTo>
                <a:lnTo>
                  <a:pt x="262" y="450"/>
                </a:lnTo>
                <a:lnTo>
                  <a:pt x="264" y="455"/>
                </a:lnTo>
                <a:lnTo>
                  <a:pt x="268" y="459"/>
                </a:lnTo>
                <a:lnTo>
                  <a:pt x="268" y="459"/>
                </a:lnTo>
                <a:lnTo>
                  <a:pt x="273" y="462"/>
                </a:lnTo>
                <a:lnTo>
                  <a:pt x="276" y="465"/>
                </a:lnTo>
                <a:lnTo>
                  <a:pt x="282" y="466"/>
                </a:lnTo>
                <a:lnTo>
                  <a:pt x="287" y="467"/>
                </a:lnTo>
                <a:lnTo>
                  <a:pt x="292" y="466"/>
                </a:lnTo>
                <a:lnTo>
                  <a:pt x="297" y="465"/>
                </a:lnTo>
                <a:lnTo>
                  <a:pt x="301" y="462"/>
                </a:lnTo>
                <a:lnTo>
                  <a:pt x="306" y="459"/>
                </a:lnTo>
                <a:lnTo>
                  <a:pt x="306" y="459"/>
                </a:lnTo>
                <a:lnTo>
                  <a:pt x="311" y="453"/>
                </a:lnTo>
                <a:lnTo>
                  <a:pt x="313" y="446"/>
                </a:lnTo>
                <a:lnTo>
                  <a:pt x="313" y="446"/>
                </a:lnTo>
                <a:lnTo>
                  <a:pt x="316" y="453"/>
                </a:lnTo>
                <a:lnTo>
                  <a:pt x="320" y="459"/>
                </a:lnTo>
                <a:lnTo>
                  <a:pt x="320" y="459"/>
                </a:lnTo>
                <a:close/>
                <a:moveTo>
                  <a:pt x="151" y="318"/>
                </a:moveTo>
                <a:lnTo>
                  <a:pt x="151" y="318"/>
                </a:lnTo>
                <a:lnTo>
                  <a:pt x="145" y="313"/>
                </a:lnTo>
                <a:lnTo>
                  <a:pt x="138" y="311"/>
                </a:lnTo>
                <a:lnTo>
                  <a:pt x="138" y="311"/>
                </a:lnTo>
                <a:lnTo>
                  <a:pt x="145" y="308"/>
                </a:lnTo>
                <a:lnTo>
                  <a:pt x="151" y="304"/>
                </a:lnTo>
                <a:lnTo>
                  <a:pt x="151" y="304"/>
                </a:lnTo>
                <a:lnTo>
                  <a:pt x="153" y="299"/>
                </a:lnTo>
                <a:lnTo>
                  <a:pt x="156" y="294"/>
                </a:lnTo>
                <a:lnTo>
                  <a:pt x="158" y="289"/>
                </a:lnTo>
                <a:lnTo>
                  <a:pt x="158" y="284"/>
                </a:lnTo>
                <a:lnTo>
                  <a:pt x="158" y="280"/>
                </a:lnTo>
                <a:lnTo>
                  <a:pt x="156" y="275"/>
                </a:lnTo>
                <a:lnTo>
                  <a:pt x="153" y="270"/>
                </a:lnTo>
                <a:lnTo>
                  <a:pt x="151" y="265"/>
                </a:lnTo>
                <a:lnTo>
                  <a:pt x="151" y="265"/>
                </a:lnTo>
                <a:lnTo>
                  <a:pt x="146" y="262"/>
                </a:lnTo>
                <a:lnTo>
                  <a:pt x="141" y="259"/>
                </a:lnTo>
                <a:lnTo>
                  <a:pt x="137" y="258"/>
                </a:lnTo>
                <a:lnTo>
                  <a:pt x="132" y="258"/>
                </a:lnTo>
                <a:lnTo>
                  <a:pt x="126" y="258"/>
                </a:lnTo>
                <a:lnTo>
                  <a:pt x="121" y="259"/>
                </a:lnTo>
                <a:lnTo>
                  <a:pt x="116" y="262"/>
                </a:lnTo>
                <a:lnTo>
                  <a:pt x="113" y="265"/>
                </a:lnTo>
                <a:lnTo>
                  <a:pt x="113" y="265"/>
                </a:lnTo>
                <a:lnTo>
                  <a:pt x="109" y="270"/>
                </a:lnTo>
                <a:lnTo>
                  <a:pt x="107" y="275"/>
                </a:lnTo>
                <a:lnTo>
                  <a:pt x="105" y="280"/>
                </a:lnTo>
                <a:lnTo>
                  <a:pt x="104" y="284"/>
                </a:lnTo>
                <a:lnTo>
                  <a:pt x="105" y="289"/>
                </a:lnTo>
                <a:lnTo>
                  <a:pt x="107" y="294"/>
                </a:lnTo>
                <a:lnTo>
                  <a:pt x="109" y="299"/>
                </a:lnTo>
                <a:lnTo>
                  <a:pt x="113" y="304"/>
                </a:lnTo>
                <a:lnTo>
                  <a:pt x="113" y="304"/>
                </a:lnTo>
                <a:lnTo>
                  <a:pt x="119" y="308"/>
                </a:lnTo>
                <a:lnTo>
                  <a:pt x="126" y="311"/>
                </a:lnTo>
                <a:lnTo>
                  <a:pt x="126" y="311"/>
                </a:lnTo>
                <a:lnTo>
                  <a:pt x="119" y="313"/>
                </a:lnTo>
                <a:lnTo>
                  <a:pt x="113" y="318"/>
                </a:lnTo>
                <a:lnTo>
                  <a:pt x="113" y="318"/>
                </a:lnTo>
                <a:lnTo>
                  <a:pt x="109" y="321"/>
                </a:lnTo>
                <a:lnTo>
                  <a:pt x="107" y="326"/>
                </a:lnTo>
                <a:lnTo>
                  <a:pt x="105" y="331"/>
                </a:lnTo>
                <a:lnTo>
                  <a:pt x="104" y="336"/>
                </a:lnTo>
                <a:lnTo>
                  <a:pt x="105" y="342"/>
                </a:lnTo>
                <a:lnTo>
                  <a:pt x="107" y="347"/>
                </a:lnTo>
                <a:lnTo>
                  <a:pt x="109" y="351"/>
                </a:lnTo>
                <a:lnTo>
                  <a:pt x="113" y="355"/>
                </a:lnTo>
                <a:lnTo>
                  <a:pt x="113" y="355"/>
                </a:lnTo>
                <a:lnTo>
                  <a:pt x="116" y="358"/>
                </a:lnTo>
                <a:lnTo>
                  <a:pt x="121" y="361"/>
                </a:lnTo>
                <a:lnTo>
                  <a:pt x="126" y="362"/>
                </a:lnTo>
                <a:lnTo>
                  <a:pt x="132" y="363"/>
                </a:lnTo>
                <a:lnTo>
                  <a:pt x="137" y="362"/>
                </a:lnTo>
                <a:lnTo>
                  <a:pt x="141" y="361"/>
                </a:lnTo>
                <a:lnTo>
                  <a:pt x="146" y="358"/>
                </a:lnTo>
                <a:lnTo>
                  <a:pt x="151" y="355"/>
                </a:lnTo>
                <a:lnTo>
                  <a:pt x="151" y="355"/>
                </a:lnTo>
                <a:lnTo>
                  <a:pt x="153" y="351"/>
                </a:lnTo>
                <a:lnTo>
                  <a:pt x="156" y="347"/>
                </a:lnTo>
                <a:lnTo>
                  <a:pt x="158" y="342"/>
                </a:lnTo>
                <a:lnTo>
                  <a:pt x="158" y="336"/>
                </a:lnTo>
                <a:lnTo>
                  <a:pt x="158" y="331"/>
                </a:lnTo>
                <a:lnTo>
                  <a:pt x="156" y="326"/>
                </a:lnTo>
                <a:lnTo>
                  <a:pt x="153" y="321"/>
                </a:lnTo>
                <a:lnTo>
                  <a:pt x="151" y="318"/>
                </a:lnTo>
                <a:lnTo>
                  <a:pt x="151" y="318"/>
                </a:lnTo>
                <a:close/>
                <a:moveTo>
                  <a:pt x="1443" y="786"/>
                </a:moveTo>
                <a:lnTo>
                  <a:pt x="1443" y="786"/>
                </a:lnTo>
                <a:lnTo>
                  <a:pt x="1321" y="663"/>
                </a:lnTo>
                <a:lnTo>
                  <a:pt x="1179" y="516"/>
                </a:lnTo>
                <a:lnTo>
                  <a:pt x="1011" y="342"/>
                </a:lnTo>
                <a:lnTo>
                  <a:pt x="1011" y="342"/>
                </a:lnTo>
                <a:lnTo>
                  <a:pt x="993" y="321"/>
                </a:lnTo>
                <a:lnTo>
                  <a:pt x="977" y="306"/>
                </a:lnTo>
                <a:lnTo>
                  <a:pt x="958" y="290"/>
                </a:lnTo>
                <a:lnTo>
                  <a:pt x="947" y="282"/>
                </a:lnTo>
                <a:lnTo>
                  <a:pt x="937" y="275"/>
                </a:lnTo>
                <a:lnTo>
                  <a:pt x="925" y="269"/>
                </a:lnTo>
                <a:lnTo>
                  <a:pt x="913" y="264"/>
                </a:lnTo>
                <a:lnTo>
                  <a:pt x="900" y="262"/>
                </a:lnTo>
                <a:lnTo>
                  <a:pt x="887" y="259"/>
                </a:lnTo>
                <a:lnTo>
                  <a:pt x="873" y="261"/>
                </a:lnTo>
                <a:lnTo>
                  <a:pt x="860" y="263"/>
                </a:lnTo>
                <a:lnTo>
                  <a:pt x="1419" y="838"/>
                </a:lnTo>
                <a:lnTo>
                  <a:pt x="1419" y="838"/>
                </a:lnTo>
                <a:lnTo>
                  <a:pt x="1423" y="842"/>
                </a:lnTo>
                <a:lnTo>
                  <a:pt x="1432" y="854"/>
                </a:lnTo>
                <a:lnTo>
                  <a:pt x="1438" y="862"/>
                </a:lnTo>
                <a:lnTo>
                  <a:pt x="1444" y="873"/>
                </a:lnTo>
                <a:lnTo>
                  <a:pt x="1450" y="885"/>
                </a:lnTo>
                <a:lnTo>
                  <a:pt x="1456" y="899"/>
                </a:lnTo>
                <a:lnTo>
                  <a:pt x="1461" y="915"/>
                </a:lnTo>
                <a:lnTo>
                  <a:pt x="1463" y="932"/>
                </a:lnTo>
                <a:lnTo>
                  <a:pt x="1466" y="951"/>
                </a:lnTo>
                <a:lnTo>
                  <a:pt x="1465" y="971"/>
                </a:lnTo>
                <a:lnTo>
                  <a:pt x="1462" y="993"/>
                </a:lnTo>
                <a:lnTo>
                  <a:pt x="1456" y="1015"/>
                </a:lnTo>
                <a:lnTo>
                  <a:pt x="1451" y="1027"/>
                </a:lnTo>
                <a:lnTo>
                  <a:pt x="1447" y="1039"/>
                </a:lnTo>
                <a:lnTo>
                  <a:pt x="1441" y="1052"/>
                </a:lnTo>
                <a:lnTo>
                  <a:pt x="1433" y="1065"/>
                </a:lnTo>
                <a:lnTo>
                  <a:pt x="1433" y="1065"/>
                </a:lnTo>
                <a:lnTo>
                  <a:pt x="1386" y="1120"/>
                </a:lnTo>
                <a:lnTo>
                  <a:pt x="1344" y="1167"/>
                </a:lnTo>
                <a:lnTo>
                  <a:pt x="1307" y="1207"/>
                </a:lnTo>
                <a:lnTo>
                  <a:pt x="1273" y="1242"/>
                </a:lnTo>
                <a:lnTo>
                  <a:pt x="1244" y="1272"/>
                </a:lnTo>
                <a:lnTo>
                  <a:pt x="1215" y="1299"/>
                </a:lnTo>
                <a:lnTo>
                  <a:pt x="1165" y="1346"/>
                </a:lnTo>
                <a:lnTo>
                  <a:pt x="1165" y="1346"/>
                </a:lnTo>
                <a:lnTo>
                  <a:pt x="1179" y="1345"/>
                </a:lnTo>
                <a:lnTo>
                  <a:pt x="1192" y="1342"/>
                </a:lnTo>
                <a:lnTo>
                  <a:pt x="1219" y="1336"/>
                </a:lnTo>
                <a:lnTo>
                  <a:pt x="1242" y="1327"/>
                </a:lnTo>
                <a:lnTo>
                  <a:pt x="1264" y="1319"/>
                </a:lnTo>
                <a:lnTo>
                  <a:pt x="1282" y="1309"/>
                </a:lnTo>
                <a:lnTo>
                  <a:pt x="1296" y="1299"/>
                </a:lnTo>
                <a:lnTo>
                  <a:pt x="1307" y="1292"/>
                </a:lnTo>
                <a:lnTo>
                  <a:pt x="1313" y="1287"/>
                </a:lnTo>
                <a:lnTo>
                  <a:pt x="1313" y="1287"/>
                </a:lnTo>
                <a:lnTo>
                  <a:pt x="1351" y="1247"/>
                </a:lnTo>
                <a:lnTo>
                  <a:pt x="1393" y="1202"/>
                </a:lnTo>
                <a:lnTo>
                  <a:pt x="1433" y="1156"/>
                </a:lnTo>
                <a:lnTo>
                  <a:pt x="1470" y="1117"/>
                </a:lnTo>
                <a:lnTo>
                  <a:pt x="1470" y="1117"/>
                </a:lnTo>
                <a:lnTo>
                  <a:pt x="1480" y="1105"/>
                </a:lnTo>
                <a:lnTo>
                  <a:pt x="1487" y="1094"/>
                </a:lnTo>
                <a:lnTo>
                  <a:pt x="1496" y="1080"/>
                </a:lnTo>
                <a:lnTo>
                  <a:pt x="1504" y="1063"/>
                </a:lnTo>
                <a:lnTo>
                  <a:pt x="1512" y="1044"/>
                </a:lnTo>
                <a:lnTo>
                  <a:pt x="1519" y="1022"/>
                </a:lnTo>
                <a:lnTo>
                  <a:pt x="1524" y="999"/>
                </a:lnTo>
                <a:lnTo>
                  <a:pt x="1528" y="975"/>
                </a:lnTo>
                <a:lnTo>
                  <a:pt x="1529" y="961"/>
                </a:lnTo>
                <a:lnTo>
                  <a:pt x="1529" y="948"/>
                </a:lnTo>
                <a:lnTo>
                  <a:pt x="1528" y="935"/>
                </a:lnTo>
                <a:lnTo>
                  <a:pt x="1527" y="922"/>
                </a:lnTo>
                <a:lnTo>
                  <a:pt x="1524" y="909"/>
                </a:lnTo>
                <a:lnTo>
                  <a:pt x="1519" y="895"/>
                </a:lnTo>
                <a:lnTo>
                  <a:pt x="1515" y="881"/>
                </a:lnTo>
                <a:lnTo>
                  <a:pt x="1509" y="867"/>
                </a:lnTo>
                <a:lnTo>
                  <a:pt x="1502" y="853"/>
                </a:lnTo>
                <a:lnTo>
                  <a:pt x="1493" y="840"/>
                </a:lnTo>
                <a:lnTo>
                  <a:pt x="1482" y="825"/>
                </a:lnTo>
                <a:lnTo>
                  <a:pt x="1472" y="812"/>
                </a:lnTo>
                <a:lnTo>
                  <a:pt x="1457" y="799"/>
                </a:lnTo>
                <a:lnTo>
                  <a:pt x="1443" y="786"/>
                </a:lnTo>
                <a:lnTo>
                  <a:pt x="1443" y="78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5"/>
          <p:cNvSpPr>
            <a:spLocks noChangeAspect="1" noEditPoints="1"/>
          </p:cNvSpPr>
          <p:nvPr/>
        </p:nvSpPr>
        <p:spPr bwMode="auto">
          <a:xfrm>
            <a:off x="1100572" y="4545124"/>
            <a:ext cx="1077858" cy="1080000"/>
          </a:xfrm>
          <a:custGeom>
            <a:avLst/>
            <a:gdLst>
              <a:gd name="T0" fmla="*/ 725 w 1510"/>
              <a:gd name="T1" fmla="*/ 30 h 1512"/>
              <a:gd name="T2" fmla="*/ 696 w 1510"/>
              <a:gd name="T3" fmla="*/ 18 h 1512"/>
              <a:gd name="T4" fmla="*/ 592 w 1510"/>
              <a:gd name="T5" fmla="*/ 6 h 1512"/>
              <a:gd name="T6" fmla="*/ 414 w 1510"/>
              <a:gd name="T7" fmla="*/ 0 h 1512"/>
              <a:gd name="T8" fmla="*/ 116 w 1510"/>
              <a:gd name="T9" fmla="*/ 4 h 1512"/>
              <a:gd name="T10" fmla="*/ 8 w 1510"/>
              <a:gd name="T11" fmla="*/ 123 h 1512"/>
              <a:gd name="T12" fmla="*/ 0 w 1510"/>
              <a:gd name="T13" fmla="*/ 518 h 1512"/>
              <a:gd name="T14" fmla="*/ 4 w 1510"/>
              <a:gd name="T15" fmla="*/ 687 h 1512"/>
              <a:gd name="T16" fmla="*/ 14 w 1510"/>
              <a:gd name="T17" fmla="*/ 749 h 1512"/>
              <a:gd name="T18" fmla="*/ 21 w 1510"/>
              <a:gd name="T19" fmla="*/ 759 h 1512"/>
              <a:gd name="T20" fmla="*/ 798 w 1510"/>
              <a:gd name="T21" fmla="*/ 1484 h 1512"/>
              <a:gd name="T22" fmla="*/ 830 w 1510"/>
              <a:gd name="T23" fmla="*/ 1503 h 1512"/>
              <a:gd name="T24" fmla="*/ 865 w 1510"/>
              <a:gd name="T25" fmla="*/ 1512 h 1512"/>
              <a:gd name="T26" fmla="*/ 902 w 1510"/>
              <a:gd name="T27" fmla="*/ 1510 h 1512"/>
              <a:gd name="T28" fmla="*/ 936 w 1510"/>
              <a:gd name="T29" fmla="*/ 1498 h 1512"/>
              <a:gd name="T30" fmla="*/ 967 w 1510"/>
              <a:gd name="T31" fmla="*/ 1475 h 1512"/>
              <a:gd name="T32" fmla="*/ 1453 w 1510"/>
              <a:gd name="T33" fmla="*/ 933 h 1512"/>
              <a:gd name="T34" fmla="*/ 1479 w 1510"/>
              <a:gd name="T35" fmla="*/ 896 h 1512"/>
              <a:gd name="T36" fmla="*/ 1498 w 1510"/>
              <a:gd name="T37" fmla="*/ 848 h 1512"/>
              <a:gd name="T38" fmla="*/ 1509 w 1510"/>
              <a:gd name="T39" fmla="*/ 800 h 1512"/>
              <a:gd name="T40" fmla="*/ 1508 w 1510"/>
              <a:gd name="T41" fmla="*/ 756 h 1512"/>
              <a:gd name="T42" fmla="*/ 1489 w 1510"/>
              <a:gd name="T43" fmla="*/ 721 h 1512"/>
              <a:gd name="T44" fmla="*/ 347 w 1510"/>
              <a:gd name="T45" fmla="*/ 348 h 1512"/>
              <a:gd name="T46" fmla="*/ 316 w 1510"/>
              <a:gd name="T47" fmla="*/ 371 h 1512"/>
              <a:gd name="T48" fmla="*/ 279 w 1510"/>
              <a:gd name="T49" fmla="*/ 383 h 1512"/>
              <a:gd name="T50" fmla="*/ 242 w 1510"/>
              <a:gd name="T51" fmla="*/ 385 h 1512"/>
              <a:gd name="T52" fmla="*/ 205 w 1510"/>
              <a:gd name="T53" fmla="*/ 376 h 1512"/>
              <a:gd name="T54" fmla="*/ 171 w 1510"/>
              <a:gd name="T55" fmla="*/ 356 h 1512"/>
              <a:gd name="T56" fmla="*/ 152 w 1510"/>
              <a:gd name="T57" fmla="*/ 337 h 1512"/>
              <a:gd name="T58" fmla="*/ 133 w 1510"/>
              <a:gd name="T59" fmla="*/ 304 h 1512"/>
              <a:gd name="T60" fmla="*/ 124 w 1510"/>
              <a:gd name="T61" fmla="*/ 267 h 1512"/>
              <a:gd name="T62" fmla="*/ 125 w 1510"/>
              <a:gd name="T63" fmla="*/ 230 h 1512"/>
              <a:gd name="T64" fmla="*/ 138 w 1510"/>
              <a:gd name="T65" fmla="*/ 193 h 1512"/>
              <a:gd name="T66" fmla="*/ 161 w 1510"/>
              <a:gd name="T67" fmla="*/ 161 h 1512"/>
              <a:gd name="T68" fmla="*/ 181 w 1510"/>
              <a:gd name="T69" fmla="*/ 144 h 1512"/>
              <a:gd name="T70" fmla="*/ 217 w 1510"/>
              <a:gd name="T71" fmla="*/ 128 h 1512"/>
              <a:gd name="T72" fmla="*/ 255 w 1510"/>
              <a:gd name="T73" fmla="*/ 123 h 1512"/>
              <a:gd name="T74" fmla="*/ 291 w 1510"/>
              <a:gd name="T75" fmla="*/ 128 h 1512"/>
              <a:gd name="T76" fmla="*/ 327 w 1510"/>
              <a:gd name="T77" fmla="*/ 144 h 1512"/>
              <a:gd name="T78" fmla="*/ 347 w 1510"/>
              <a:gd name="T79" fmla="*/ 161 h 1512"/>
              <a:gd name="T80" fmla="*/ 370 w 1510"/>
              <a:gd name="T81" fmla="*/ 193 h 1512"/>
              <a:gd name="T82" fmla="*/ 383 w 1510"/>
              <a:gd name="T83" fmla="*/ 230 h 1512"/>
              <a:gd name="T84" fmla="*/ 386 w 1510"/>
              <a:gd name="T85" fmla="*/ 267 h 1512"/>
              <a:gd name="T86" fmla="*/ 376 w 1510"/>
              <a:gd name="T87" fmla="*/ 304 h 1512"/>
              <a:gd name="T88" fmla="*/ 356 w 1510"/>
              <a:gd name="T89" fmla="*/ 337 h 1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10" h="1512">
                <a:moveTo>
                  <a:pt x="1489" y="721"/>
                </a:moveTo>
                <a:lnTo>
                  <a:pt x="725" y="30"/>
                </a:lnTo>
                <a:lnTo>
                  <a:pt x="725" y="30"/>
                </a:lnTo>
                <a:lnTo>
                  <a:pt x="719" y="25"/>
                </a:lnTo>
                <a:lnTo>
                  <a:pt x="708" y="22"/>
                </a:lnTo>
                <a:lnTo>
                  <a:pt x="696" y="18"/>
                </a:lnTo>
                <a:lnTo>
                  <a:pt x="680" y="15"/>
                </a:lnTo>
                <a:lnTo>
                  <a:pt x="641" y="10"/>
                </a:lnTo>
                <a:lnTo>
                  <a:pt x="592" y="6"/>
                </a:lnTo>
                <a:lnTo>
                  <a:pt x="538" y="3"/>
                </a:lnTo>
                <a:lnTo>
                  <a:pt x="478" y="2"/>
                </a:lnTo>
                <a:lnTo>
                  <a:pt x="414" y="0"/>
                </a:lnTo>
                <a:lnTo>
                  <a:pt x="350" y="0"/>
                </a:lnTo>
                <a:lnTo>
                  <a:pt x="225" y="2"/>
                </a:lnTo>
                <a:lnTo>
                  <a:pt x="116" y="4"/>
                </a:lnTo>
                <a:lnTo>
                  <a:pt x="11" y="7"/>
                </a:lnTo>
                <a:lnTo>
                  <a:pt x="11" y="7"/>
                </a:lnTo>
                <a:lnTo>
                  <a:pt x="8" y="123"/>
                </a:lnTo>
                <a:lnTo>
                  <a:pt x="3" y="244"/>
                </a:lnTo>
                <a:lnTo>
                  <a:pt x="1" y="381"/>
                </a:lnTo>
                <a:lnTo>
                  <a:pt x="0" y="518"/>
                </a:lnTo>
                <a:lnTo>
                  <a:pt x="1" y="581"/>
                </a:lnTo>
                <a:lnTo>
                  <a:pt x="2" y="638"/>
                </a:lnTo>
                <a:lnTo>
                  <a:pt x="4" y="687"/>
                </a:lnTo>
                <a:lnTo>
                  <a:pt x="8" y="724"/>
                </a:lnTo>
                <a:lnTo>
                  <a:pt x="11" y="739"/>
                </a:lnTo>
                <a:lnTo>
                  <a:pt x="14" y="749"/>
                </a:lnTo>
                <a:lnTo>
                  <a:pt x="17" y="755"/>
                </a:lnTo>
                <a:lnTo>
                  <a:pt x="18" y="757"/>
                </a:lnTo>
                <a:lnTo>
                  <a:pt x="21" y="759"/>
                </a:lnTo>
                <a:lnTo>
                  <a:pt x="788" y="1475"/>
                </a:lnTo>
                <a:lnTo>
                  <a:pt x="788" y="1475"/>
                </a:lnTo>
                <a:lnTo>
                  <a:pt x="798" y="1484"/>
                </a:lnTo>
                <a:lnTo>
                  <a:pt x="808" y="1491"/>
                </a:lnTo>
                <a:lnTo>
                  <a:pt x="819" y="1498"/>
                </a:lnTo>
                <a:lnTo>
                  <a:pt x="830" y="1503"/>
                </a:lnTo>
                <a:lnTo>
                  <a:pt x="842" y="1507"/>
                </a:lnTo>
                <a:lnTo>
                  <a:pt x="853" y="1510"/>
                </a:lnTo>
                <a:lnTo>
                  <a:pt x="865" y="1512"/>
                </a:lnTo>
                <a:lnTo>
                  <a:pt x="877" y="1512"/>
                </a:lnTo>
                <a:lnTo>
                  <a:pt x="889" y="1512"/>
                </a:lnTo>
                <a:lnTo>
                  <a:pt x="902" y="1510"/>
                </a:lnTo>
                <a:lnTo>
                  <a:pt x="914" y="1507"/>
                </a:lnTo>
                <a:lnTo>
                  <a:pt x="924" y="1503"/>
                </a:lnTo>
                <a:lnTo>
                  <a:pt x="936" y="1498"/>
                </a:lnTo>
                <a:lnTo>
                  <a:pt x="947" y="1491"/>
                </a:lnTo>
                <a:lnTo>
                  <a:pt x="957" y="1484"/>
                </a:lnTo>
                <a:lnTo>
                  <a:pt x="967" y="1475"/>
                </a:lnTo>
                <a:lnTo>
                  <a:pt x="1444" y="944"/>
                </a:lnTo>
                <a:lnTo>
                  <a:pt x="1444" y="944"/>
                </a:lnTo>
                <a:lnTo>
                  <a:pt x="1453" y="933"/>
                </a:lnTo>
                <a:lnTo>
                  <a:pt x="1463" y="923"/>
                </a:lnTo>
                <a:lnTo>
                  <a:pt x="1471" y="910"/>
                </a:lnTo>
                <a:lnTo>
                  <a:pt x="1479" y="896"/>
                </a:lnTo>
                <a:lnTo>
                  <a:pt x="1486" y="880"/>
                </a:lnTo>
                <a:lnTo>
                  <a:pt x="1493" y="865"/>
                </a:lnTo>
                <a:lnTo>
                  <a:pt x="1498" y="848"/>
                </a:lnTo>
                <a:lnTo>
                  <a:pt x="1503" y="833"/>
                </a:lnTo>
                <a:lnTo>
                  <a:pt x="1506" y="816"/>
                </a:lnTo>
                <a:lnTo>
                  <a:pt x="1509" y="800"/>
                </a:lnTo>
                <a:lnTo>
                  <a:pt x="1510" y="785"/>
                </a:lnTo>
                <a:lnTo>
                  <a:pt x="1510" y="770"/>
                </a:lnTo>
                <a:lnTo>
                  <a:pt x="1508" y="756"/>
                </a:lnTo>
                <a:lnTo>
                  <a:pt x="1503" y="743"/>
                </a:lnTo>
                <a:lnTo>
                  <a:pt x="1497" y="731"/>
                </a:lnTo>
                <a:lnTo>
                  <a:pt x="1489" y="721"/>
                </a:lnTo>
                <a:lnTo>
                  <a:pt x="1489" y="721"/>
                </a:lnTo>
                <a:close/>
                <a:moveTo>
                  <a:pt x="347" y="348"/>
                </a:moveTo>
                <a:lnTo>
                  <a:pt x="347" y="348"/>
                </a:lnTo>
                <a:lnTo>
                  <a:pt x="337" y="356"/>
                </a:lnTo>
                <a:lnTo>
                  <a:pt x="327" y="364"/>
                </a:lnTo>
                <a:lnTo>
                  <a:pt x="316" y="371"/>
                </a:lnTo>
                <a:lnTo>
                  <a:pt x="304" y="376"/>
                </a:lnTo>
                <a:lnTo>
                  <a:pt x="291" y="381"/>
                </a:lnTo>
                <a:lnTo>
                  <a:pt x="279" y="383"/>
                </a:lnTo>
                <a:lnTo>
                  <a:pt x="266" y="385"/>
                </a:lnTo>
                <a:lnTo>
                  <a:pt x="255" y="385"/>
                </a:lnTo>
                <a:lnTo>
                  <a:pt x="242" y="385"/>
                </a:lnTo>
                <a:lnTo>
                  <a:pt x="229" y="383"/>
                </a:lnTo>
                <a:lnTo>
                  <a:pt x="217" y="381"/>
                </a:lnTo>
                <a:lnTo>
                  <a:pt x="205" y="376"/>
                </a:lnTo>
                <a:lnTo>
                  <a:pt x="193" y="371"/>
                </a:lnTo>
                <a:lnTo>
                  <a:pt x="181" y="364"/>
                </a:lnTo>
                <a:lnTo>
                  <a:pt x="171" y="356"/>
                </a:lnTo>
                <a:lnTo>
                  <a:pt x="161" y="348"/>
                </a:lnTo>
                <a:lnTo>
                  <a:pt x="161" y="348"/>
                </a:lnTo>
                <a:lnTo>
                  <a:pt x="152" y="337"/>
                </a:lnTo>
                <a:lnTo>
                  <a:pt x="145" y="326"/>
                </a:lnTo>
                <a:lnTo>
                  <a:pt x="138" y="316"/>
                </a:lnTo>
                <a:lnTo>
                  <a:pt x="133" y="304"/>
                </a:lnTo>
                <a:lnTo>
                  <a:pt x="128" y="292"/>
                </a:lnTo>
                <a:lnTo>
                  <a:pt x="125" y="279"/>
                </a:lnTo>
                <a:lnTo>
                  <a:pt x="124" y="267"/>
                </a:lnTo>
                <a:lnTo>
                  <a:pt x="122" y="254"/>
                </a:lnTo>
                <a:lnTo>
                  <a:pt x="124" y="241"/>
                </a:lnTo>
                <a:lnTo>
                  <a:pt x="125" y="230"/>
                </a:lnTo>
                <a:lnTo>
                  <a:pt x="128" y="217"/>
                </a:lnTo>
                <a:lnTo>
                  <a:pt x="133" y="205"/>
                </a:lnTo>
                <a:lnTo>
                  <a:pt x="138" y="193"/>
                </a:lnTo>
                <a:lnTo>
                  <a:pt x="145" y="182"/>
                </a:lnTo>
                <a:lnTo>
                  <a:pt x="152" y="172"/>
                </a:lnTo>
                <a:lnTo>
                  <a:pt x="161" y="161"/>
                </a:lnTo>
                <a:lnTo>
                  <a:pt x="161" y="161"/>
                </a:lnTo>
                <a:lnTo>
                  <a:pt x="171" y="153"/>
                </a:lnTo>
                <a:lnTo>
                  <a:pt x="181" y="144"/>
                </a:lnTo>
                <a:lnTo>
                  <a:pt x="193" y="137"/>
                </a:lnTo>
                <a:lnTo>
                  <a:pt x="205" y="133"/>
                </a:lnTo>
                <a:lnTo>
                  <a:pt x="217" y="128"/>
                </a:lnTo>
                <a:lnTo>
                  <a:pt x="229" y="126"/>
                </a:lnTo>
                <a:lnTo>
                  <a:pt x="242" y="123"/>
                </a:lnTo>
                <a:lnTo>
                  <a:pt x="255" y="123"/>
                </a:lnTo>
                <a:lnTo>
                  <a:pt x="266" y="123"/>
                </a:lnTo>
                <a:lnTo>
                  <a:pt x="279" y="126"/>
                </a:lnTo>
                <a:lnTo>
                  <a:pt x="291" y="128"/>
                </a:lnTo>
                <a:lnTo>
                  <a:pt x="304" y="133"/>
                </a:lnTo>
                <a:lnTo>
                  <a:pt x="316" y="137"/>
                </a:lnTo>
                <a:lnTo>
                  <a:pt x="327" y="144"/>
                </a:lnTo>
                <a:lnTo>
                  <a:pt x="337" y="153"/>
                </a:lnTo>
                <a:lnTo>
                  <a:pt x="347" y="161"/>
                </a:lnTo>
                <a:lnTo>
                  <a:pt x="347" y="161"/>
                </a:lnTo>
                <a:lnTo>
                  <a:pt x="356" y="172"/>
                </a:lnTo>
                <a:lnTo>
                  <a:pt x="364" y="182"/>
                </a:lnTo>
                <a:lnTo>
                  <a:pt x="370" y="193"/>
                </a:lnTo>
                <a:lnTo>
                  <a:pt x="376" y="205"/>
                </a:lnTo>
                <a:lnTo>
                  <a:pt x="381" y="217"/>
                </a:lnTo>
                <a:lnTo>
                  <a:pt x="383" y="230"/>
                </a:lnTo>
                <a:lnTo>
                  <a:pt x="386" y="241"/>
                </a:lnTo>
                <a:lnTo>
                  <a:pt x="386" y="254"/>
                </a:lnTo>
                <a:lnTo>
                  <a:pt x="386" y="267"/>
                </a:lnTo>
                <a:lnTo>
                  <a:pt x="383" y="279"/>
                </a:lnTo>
                <a:lnTo>
                  <a:pt x="381" y="292"/>
                </a:lnTo>
                <a:lnTo>
                  <a:pt x="376" y="304"/>
                </a:lnTo>
                <a:lnTo>
                  <a:pt x="370" y="316"/>
                </a:lnTo>
                <a:lnTo>
                  <a:pt x="364" y="326"/>
                </a:lnTo>
                <a:lnTo>
                  <a:pt x="356" y="337"/>
                </a:lnTo>
                <a:lnTo>
                  <a:pt x="347" y="348"/>
                </a:lnTo>
                <a:lnTo>
                  <a:pt x="347" y="34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6"/>
          <p:cNvSpPr>
            <a:spLocks noChangeAspect="1" noEditPoints="1"/>
          </p:cNvSpPr>
          <p:nvPr/>
        </p:nvSpPr>
        <p:spPr bwMode="auto">
          <a:xfrm>
            <a:off x="2756756" y="4607811"/>
            <a:ext cx="1080000" cy="981429"/>
          </a:xfrm>
          <a:custGeom>
            <a:avLst/>
            <a:gdLst>
              <a:gd name="T0" fmla="*/ 644 w 1512"/>
              <a:gd name="T1" fmla="*/ 23 h 1376"/>
              <a:gd name="T2" fmla="*/ 574 w 1512"/>
              <a:gd name="T3" fmla="*/ 9 h 1376"/>
              <a:gd name="T4" fmla="*/ 313 w 1512"/>
              <a:gd name="T5" fmla="*/ 0 h 1376"/>
              <a:gd name="T6" fmla="*/ 10 w 1512"/>
              <a:gd name="T7" fmla="*/ 6 h 1376"/>
              <a:gd name="T8" fmla="*/ 0 w 1512"/>
              <a:gd name="T9" fmla="*/ 470 h 1376"/>
              <a:gd name="T10" fmla="*/ 10 w 1512"/>
              <a:gd name="T11" fmla="*/ 657 h 1376"/>
              <a:gd name="T12" fmla="*/ 19 w 1512"/>
              <a:gd name="T13" fmla="*/ 688 h 1376"/>
              <a:gd name="T14" fmla="*/ 716 w 1512"/>
              <a:gd name="T15" fmla="*/ 1347 h 1376"/>
              <a:gd name="T16" fmla="*/ 756 w 1512"/>
              <a:gd name="T17" fmla="*/ 1368 h 1376"/>
              <a:gd name="T18" fmla="*/ 800 w 1512"/>
              <a:gd name="T19" fmla="*/ 1372 h 1376"/>
              <a:gd name="T20" fmla="*/ 841 w 1512"/>
              <a:gd name="T21" fmla="*/ 1360 h 1376"/>
              <a:gd name="T22" fmla="*/ 1303 w 1512"/>
              <a:gd name="T23" fmla="*/ 857 h 1376"/>
              <a:gd name="T24" fmla="*/ 1355 w 1512"/>
              <a:gd name="T25" fmla="*/ 789 h 1376"/>
              <a:gd name="T26" fmla="*/ 1378 w 1512"/>
              <a:gd name="T27" fmla="*/ 735 h 1376"/>
              <a:gd name="T28" fmla="*/ 1374 w 1512"/>
              <a:gd name="T29" fmla="*/ 685 h 1376"/>
              <a:gd name="T30" fmla="*/ 1343 w 1512"/>
              <a:gd name="T31" fmla="*/ 655 h 1376"/>
              <a:gd name="T32" fmla="*/ 291 w 1512"/>
              <a:gd name="T33" fmla="*/ 331 h 1376"/>
              <a:gd name="T34" fmla="*/ 248 w 1512"/>
              <a:gd name="T35" fmla="*/ 348 h 1376"/>
              <a:gd name="T36" fmla="*/ 202 w 1512"/>
              <a:gd name="T37" fmla="*/ 348 h 1376"/>
              <a:gd name="T38" fmla="*/ 160 w 1512"/>
              <a:gd name="T39" fmla="*/ 331 h 1376"/>
              <a:gd name="T40" fmla="*/ 133 w 1512"/>
              <a:gd name="T41" fmla="*/ 306 h 1376"/>
              <a:gd name="T42" fmla="*/ 111 w 1512"/>
              <a:gd name="T43" fmla="*/ 265 h 1376"/>
              <a:gd name="T44" fmla="*/ 107 w 1512"/>
              <a:gd name="T45" fmla="*/ 219 h 1376"/>
              <a:gd name="T46" fmla="*/ 120 w 1512"/>
              <a:gd name="T47" fmla="*/ 175 h 1376"/>
              <a:gd name="T48" fmla="*/ 141 w 1512"/>
              <a:gd name="T49" fmla="*/ 147 h 1376"/>
              <a:gd name="T50" fmla="*/ 181 w 1512"/>
              <a:gd name="T51" fmla="*/ 121 h 1376"/>
              <a:gd name="T52" fmla="*/ 226 w 1512"/>
              <a:gd name="T53" fmla="*/ 111 h 1376"/>
              <a:gd name="T54" fmla="*/ 271 w 1512"/>
              <a:gd name="T55" fmla="*/ 121 h 1376"/>
              <a:gd name="T56" fmla="*/ 310 w 1512"/>
              <a:gd name="T57" fmla="*/ 147 h 1376"/>
              <a:gd name="T58" fmla="*/ 331 w 1512"/>
              <a:gd name="T59" fmla="*/ 175 h 1376"/>
              <a:gd name="T60" fmla="*/ 344 w 1512"/>
              <a:gd name="T61" fmla="*/ 219 h 1376"/>
              <a:gd name="T62" fmla="*/ 340 w 1512"/>
              <a:gd name="T63" fmla="*/ 265 h 1376"/>
              <a:gd name="T64" fmla="*/ 318 w 1512"/>
              <a:gd name="T65" fmla="*/ 306 h 1376"/>
              <a:gd name="T66" fmla="*/ 856 w 1512"/>
              <a:gd name="T67" fmla="*/ 35 h 1376"/>
              <a:gd name="T68" fmla="*/ 831 w 1512"/>
              <a:gd name="T69" fmla="*/ 19 h 1376"/>
              <a:gd name="T70" fmla="*/ 758 w 1512"/>
              <a:gd name="T71" fmla="*/ 6 h 1376"/>
              <a:gd name="T72" fmla="*/ 1378 w 1512"/>
              <a:gd name="T73" fmla="*/ 615 h 1376"/>
              <a:gd name="T74" fmla="*/ 1412 w 1512"/>
              <a:gd name="T75" fmla="*/ 643 h 1376"/>
              <a:gd name="T76" fmla="*/ 1430 w 1512"/>
              <a:gd name="T77" fmla="*/ 674 h 1376"/>
              <a:gd name="T78" fmla="*/ 1437 w 1512"/>
              <a:gd name="T79" fmla="*/ 737 h 1376"/>
              <a:gd name="T80" fmla="*/ 1423 w 1512"/>
              <a:gd name="T81" fmla="*/ 787 h 1376"/>
              <a:gd name="T82" fmla="*/ 1335 w 1512"/>
              <a:gd name="T83" fmla="*/ 893 h 1376"/>
              <a:gd name="T84" fmla="*/ 937 w 1512"/>
              <a:gd name="T85" fmla="*/ 1338 h 1376"/>
              <a:gd name="T86" fmla="*/ 918 w 1512"/>
              <a:gd name="T87" fmla="*/ 1364 h 1376"/>
              <a:gd name="T88" fmla="*/ 952 w 1512"/>
              <a:gd name="T89" fmla="*/ 1375 h 1376"/>
              <a:gd name="T90" fmla="*/ 989 w 1512"/>
              <a:gd name="T91" fmla="*/ 1374 h 1376"/>
              <a:gd name="T92" fmla="*/ 1047 w 1512"/>
              <a:gd name="T93" fmla="*/ 1346 h 1376"/>
              <a:gd name="T94" fmla="*/ 1465 w 1512"/>
              <a:gd name="T95" fmla="*/ 838 h 1376"/>
              <a:gd name="T96" fmla="*/ 1505 w 1512"/>
              <a:gd name="T97" fmla="*/ 756 h 1376"/>
              <a:gd name="T98" fmla="*/ 1511 w 1512"/>
              <a:gd name="T99" fmla="*/ 690 h 1376"/>
              <a:gd name="T100" fmla="*/ 1485 w 1512"/>
              <a:gd name="T101" fmla="*/ 632 h 1376"/>
              <a:gd name="T102" fmla="*/ 1447 w 1512"/>
              <a:gd name="T103" fmla="*/ 591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12" h="1376">
                <a:moveTo>
                  <a:pt x="1343" y="655"/>
                </a:moveTo>
                <a:lnTo>
                  <a:pt x="650" y="28"/>
                </a:lnTo>
                <a:lnTo>
                  <a:pt x="650" y="28"/>
                </a:lnTo>
                <a:lnTo>
                  <a:pt x="644" y="23"/>
                </a:lnTo>
                <a:lnTo>
                  <a:pt x="636" y="19"/>
                </a:lnTo>
                <a:lnTo>
                  <a:pt x="624" y="17"/>
                </a:lnTo>
                <a:lnTo>
                  <a:pt x="610" y="13"/>
                </a:lnTo>
                <a:lnTo>
                  <a:pt x="574" y="9"/>
                </a:lnTo>
                <a:lnTo>
                  <a:pt x="532" y="5"/>
                </a:lnTo>
                <a:lnTo>
                  <a:pt x="482" y="3"/>
                </a:lnTo>
                <a:lnTo>
                  <a:pt x="428" y="2"/>
                </a:lnTo>
                <a:lnTo>
                  <a:pt x="313" y="0"/>
                </a:lnTo>
                <a:lnTo>
                  <a:pt x="201" y="2"/>
                </a:lnTo>
                <a:lnTo>
                  <a:pt x="103" y="4"/>
                </a:lnTo>
                <a:lnTo>
                  <a:pt x="10" y="6"/>
                </a:lnTo>
                <a:lnTo>
                  <a:pt x="10" y="6"/>
                </a:lnTo>
                <a:lnTo>
                  <a:pt x="6" y="113"/>
                </a:lnTo>
                <a:lnTo>
                  <a:pt x="3" y="221"/>
                </a:lnTo>
                <a:lnTo>
                  <a:pt x="0" y="345"/>
                </a:lnTo>
                <a:lnTo>
                  <a:pt x="0" y="470"/>
                </a:lnTo>
                <a:lnTo>
                  <a:pt x="2" y="527"/>
                </a:lnTo>
                <a:lnTo>
                  <a:pt x="3" y="579"/>
                </a:lnTo>
                <a:lnTo>
                  <a:pt x="5" y="623"/>
                </a:lnTo>
                <a:lnTo>
                  <a:pt x="10" y="657"/>
                </a:lnTo>
                <a:lnTo>
                  <a:pt x="11" y="670"/>
                </a:lnTo>
                <a:lnTo>
                  <a:pt x="15" y="679"/>
                </a:lnTo>
                <a:lnTo>
                  <a:pt x="17" y="685"/>
                </a:lnTo>
                <a:lnTo>
                  <a:pt x="19" y="688"/>
                </a:lnTo>
                <a:lnTo>
                  <a:pt x="20" y="688"/>
                </a:lnTo>
                <a:lnTo>
                  <a:pt x="708" y="1338"/>
                </a:lnTo>
                <a:lnTo>
                  <a:pt x="708" y="1338"/>
                </a:lnTo>
                <a:lnTo>
                  <a:pt x="716" y="1347"/>
                </a:lnTo>
                <a:lnTo>
                  <a:pt x="725" y="1354"/>
                </a:lnTo>
                <a:lnTo>
                  <a:pt x="735" y="1360"/>
                </a:lnTo>
                <a:lnTo>
                  <a:pt x="745" y="1364"/>
                </a:lnTo>
                <a:lnTo>
                  <a:pt x="756" y="1368"/>
                </a:lnTo>
                <a:lnTo>
                  <a:pt x="767" y="1370"/>
                </a:lnTo>
                <a:lnTo>
                  <a:pt x="777" y="1372"/>
                </a:lnTo>
                <a:lnTo>
                  <a:pt x="788" y="1373"/>
                </a:lnTo>
                <a:lnTo>
                  <a:pt x="800" y="1372"/>
                </a:lnTo>
                <a:lnTo>
                  <a:pt x="810" y="1370"/>
                </a:lnTo>
                <a:lnTo>
                  <a:pt x="821" y="1368"/>
                </a:lnTo>
                <a:lnTo>
                  <a:pt x="832" y="1364"/>
                </a:lnTo>
                <a:lnTo>
                  <a:pt x="841" y="1360"/>
                </a:lnTo>
                <a:lnTo>
                  <a:pt x="852" y="1354"/>
                </a:lnTo>
                <a:lnTo>
                  <a:pt x="860" y="1347"/>
                </a:lnTo>
                <a:lnTo>
                  <a:pt x="869" y="1338"/>
                </a:lnTo>
                <a:lnTo>
                  <a:pt x="1303" y="857"/>
                </a:lnTo>
                <a:lnTo>
                  <a:pt x="1303" y="857"/>
                </a:lnTo>
                <a:lnTo>
                  <a:pt x="1325" y="831"/>
                </a:lnTo>
                <a:lnTo>
                  <a:pt x="1345" y="802"/>
                </a:lnTo>
                <a:lnTo>
                  <a:pt x="1355" y="789"/>
                </a:lnTo>
                <a:lnTo>
                  <a:pt x="1363" y="775"/>
                </a:lnTo>
                <a:lnTo>
                  <a:pt x="1369" y="762"/>
                </a:lnTo>
                <a:lnTo>
                  <a:pt x="1375" y="748"/>
                </a:lnTo>
                <a:lnTo>
                  <a:pt x="1378" y="735"/>
                </a:lnTo>
                <a:lnTo>
                  <a:pt x="1381" y="722"/>
                </a:lnTo>
                <a:lnTo>
                  <a:pt x="1381" y="710"/>
                </a:lnTo>
                <a:lnTo>
                  <a:pt x="1378" y="697"/>
                </a:lnTo>
                <a:lnTo>
                  <a:pt x="1374" y="685"/>
                </a:lnTo>
                <a:lnTo>
                  <a:pt x="1367" y="675"/>
                </a:lnTo>
                <a:lnTo>
                  <a:pt x="1356" y="664"/>
                </a:lnTo>
                <a:lnTo>
                  <a:pt x="1343" y="655"/>
                </a:lnTo>
                <a:lnTo>
                  <a:pt x="1343" y="655"/>
                </a:lnTo>
                <a:close/>
                <a:moveTo>
                  <a:pt x="310" y="316"/>
                </a:moveTo>
                <a:lnTo>
                  <a:pt x="310" y="316"/>
                </a:lnTo>
                <a:lnTo>
                  <a:pt x="300" y="324"/>
                </a:lnTo>
                <a:lnTo>
                  <a:pt x="291" y="331"/>
                </a:lnTo>
                <a:lnTo>
                  <a:pt x="281" y="337"/>
                </a:lnTo>
                <a:lnTo>
                  <a:pt x="271" y="342"/>
                </a:lnTo>
                <a:lnTo>
                  <a:pt x="259" y="345"/>
                </a:lnTo>
                <a:lnTo>
                  <a:pt x="248" y="348"/>
                </a:lnTo>
                <a:lnTo>
                  <a:pt x="237" y="350"/>
                </a:lnTo>
                <a:lnTo>
                  <a:pt x="226" y="350"/>
                </a:lnTo>
                <a:lnTo>
                  <a:pt x="214" y="350"/>
                </a:lnTo>
                <a:lnTo>
                  <a:pt x="202" y="348"/>
                </a:lnTo>
                <a:lnTo>
                  <a:pt x="192" y="345"/>
                </a:lnTo>
                <a:lnTo>
                  <a:pt x="181" y="342"/>
                </a:lnTo>
                <a:lnTo>
                  <a:pt x="170" y="337"/>
                </a:lnTo>
                <a:lnTo>
                  <a:pt x="160" y="331"/>
                </a:lnTo>
                <a:lnTo>
                  <a:pt x="150" y="324"/>
                </a:lnTo>
                <a:lnTo>
                  <a:pt x="141" y="316"/>
                </a:lnTo>
                <a:lnTo>
                  <a:pt x="141" y="316"/>
                </a:lnTo>
                <a:lnTo>
                  <a:pt x="133" y="306"/>
                </a:lnTo>
                <a:lnTo>
                  <a:pt x="126" y="297"/>
                </a:lnTo>
                <a:lnTo>
                  <a:pt x="120" y="286"/>
                </a:lnTo>
                <a:lnTo>
                  <a:pt x="115" y="276"/>
                </a:lnTo>
                <a:lnTo>
                  <a:pt x="111" y="265"/>
                </a:lnTo>
                <a:lnTo>
                  <a:pt x="108" y="253"/>
                </a:lnTo>
                <a:lnTo>
                  <a:pt x="107" y="243"/>
                </a:lnTo>
                <a:lnTo>
                  <a:pt x="107" y="231"/>
                </a:lnTo>
                <a:lnTo>
                  <a:pt x="107" y="219"/>
                </a:lnTo>
                <a:lnTo>
                  <a:pt x="108" y="208"/>
                </a:lnTo>
                <a:lnTo>
                  <a:pt x="111" y="196"/>
                </a:lnTo>
                <a:lnTo>
                  <a:pt x="115" y="186"/>
                </a:lnTo>
                <a:lnTo>
                  <a:pt x="120" y="175"/>
                </a:lnTo>
                <a:lnTo>
                  <a:pt x="126" y="166"/>
                </a:lnTo>
                <a:lnTo>
                  <a:pt x="133" y="155"/>
                </a:lnTo>
                <a:lnTo>
                  <a:pt x="141" y="147"/>
                </a:lnTo>
                <a:lnTo>
                  <a:pt x="141" y="147"/>
                </a:lnTo>
                <a:lnTo>
                  <a:pt x="150" y="139"/>
                </a:lnTo>
                <a:lnTo>
                  <a:pt x="160" y="131"/>
                </a:lnTo>
                <a:lnTo>
                  <a:pt x="170" y="126"/>
                </a:lnTo>
                <a:lnTo>
                  <a:pt x="181" y="121"/>
                </a:lnTo>
                <a:lnTo>
                  <a:pt x="192" y="116"/>
                </a:lnTo>
                <a:lnTo>
                  <a:pt x="202" y="114"/>
                </a:lnTo>
                <a:lnTo>
                  <a:pt x="214" y="113"/>
                </a:lnTo>
                <a:lnTo>
                  <a:pt x="226" y="111"/>
                </a:lnTo>
                <a:lnTo>
                  <a:pt x="237" y="113"/>
                </a:lnTo>
                <a:lnTo>
                  <a:pt x="248" y="114"/>
                </a:lnTo>
                <a:lnTo>
                  <a:pt x="259" y="116"/>
                </a:lnTo>
                <a:lnTo>
                  <a:pt x="271" y="121"/>
                </a:lnTo>
                <a:lnTo>
                  <a:pt x="281" y="126"/>
                </a:lnTo>
                <a:lnTo>
                  <a:pt x="291" y="131"/>
                </a:lnTo>
                <a:lnTo>
                  <a:pt x="300" y="139"/>
                </a:lnTo>
                <a:lnTo>
                  <a:pt x="310" y="147"/>
                </a:lnTo>
                <a:lnTo>
                  <a:pt x="310" y="147"/>
                </a:lnTo>
                <a:lnTo>
                  <a:pt x="318" y="155"/>
                </a:lnTo>
                <a:lnTo>
                  <a:pt x="325" y="166"/>
                </a:lnTo>
                <a:lnTo>
                  <a:pt x="331" y="175"/>
                </a:lnTo>
                <a:lnTo>
                  <a:pt x="336" y="186"/>
                </a:lnTo>
                <a:lnTo>
                  <a:pt x="340" y="196"/>
                </a:lnTo>
                <a:lnTo>
                  <a:pt x="343" y="208"/>
                </a:lnTo>
                <a:lnTo>
                  <a:pt x="344" y="219"/>
                </a:lnTo>
                <a:lnTo>
                  <a:pt x="345" y="231"/>
                </a:lnTo>
                <a:lnTo>
                  <a:pt x="344" y="243"/>
                </a:lnTo>
                <a:lnTo>
                  <a:pt x="343" y="253"/>
                </a:lnTo>
                <a:lnTo>
                  <a:pt x="340" y="265"/>
                </a:lnTo>
                <a:lnTo>
                  <a:pt x="336" y="276"/>
                </a:lnTo>
                <a:lnTo>
                  <a:pt x="331" y="286"/>
                </a:lnTo>
                <a:lnTo>
                  <a:pt x="325" y="297"/>
                </a:lnTo>
                <a:lnTo>
                  <a:pt x="318" y="306"/>
                </a:lnTo>
                <a:lnTo>
                  <a:pt x="310" y="316"/>
                </a:lnTo>
                <a:lnTo>
                  <a:pt x="310" y="316"/>
                </a:lnTo>
                <a:close/>
                <a:moveTo>
                  <a:pt x="1447" y="591"/>
                </a:moveTo>
                <a:lnTo>
                  <a:pt x="856" y="35"/>
                </a:lnTo>
                <a:lnTo>
                  <a:pt x="856" y="35"/>
                </a:lnTo>
                <a:lnTo>
                  <a:pt x="849" y="29"/>
                </a:lnTo>
                <a:lnTo>
                  <a:pt x="840" y="24"/>
                </a:lnTo>
                <a:lnTo>
                  <a:pt x="831" y="19"/>
                </a:lnTo>
                <a:lnTo>
                  <a:pt x="820" y="16"/>
                </a:lnTo>
                <a:lnTo>
                  <a:pt x="799" y="11"/>
                </a:lnTo>
                <a:lnTo>
                  <a:pt x="777" y="7"/>
                </a:lnTo>
                <a:lnTo>
                  <a:pt x="758" y="6"/>
                </a:lnTo>
                <a:lnTo>
                  <a:pt x="743" y="6"/>
                </a:lnTo>
                <a:lnTo>
                  <a:pt x="729" y="6"/>
                </a:lnTo>
                <a:lnTo>
                  <a:pt x="1378" y="615"/>
                </a:lnTo>
                <a:lnTo>
                  <a:pt x="1378" y="615"/>
                </a:lnTo>
                <a:lnTo>
                  <a:pt x="1388" y="622"/>
                </a:lnTo>
                <a:lnTo>
                  <a:pt x="1397" y="629"/>
                </a:lnTo>
                <a:lnTo>
                  <a:pt x="1404" y="636"/>
                </a:lnTo>
                <a:lnTo>
                  <a:pt x="1412" y="643"/>
                </a:lnTo>
                <a:lnTo>
                  <a:pt x="1417" y="651"/>
                </a:lnTo>
                <a:lnTo>
                  <a:pt x="1422" y="658"/>
                </a:lnTo>
                <a:lnTo>
                  <a:pt x="1427" y="666"/>
                </a:lnTo>
                <a:lnTo>
                  <a:pt x="1430" y="674"/>
                </a:lnTo>
                <a:lnTo>
                  <a:pt x="1435" y="690"/>
                </a:lnTo>
                <a:lnTo>
                  <a:pt x="1437" y="705"/>
                </a:lnTo>
                <a:lnTo>
                  <a:pt x="1439" y="722"/>
                </a:lnTo>
                <a:lnTo>
                  <a:pt x="1437" y="737"/>
                </a:lnTo>
                <a:lnTo>
                  <a:pt x="1435" y="752"/>
                </a:lnTo>
                <a:lnTo>
                  <a:pt x="1432" y="764"/>
                </a:lnTo>
                <a:lnTo>
                  <a:pt x="1427" y="776"/>
                </a:lnTo>
                <a:lnTo>
                  <a:pt x="1423" y="787"/>
                </a:lnTo>
                <a:lnTo>
                  <a:pt x="1416" y="801"/>
                </a:lnTo>
                <a:lnTo>
                  <a:pt x="1413" y="807"/>
                </a:lnTo>
                <a:lnTo>
                  <a:pt x="1413" y="807"/>
                </a:lnTo>
                <a:lnTo>
                  <a:pt x="1335" y="893"/>
                </a:lnTo>
                <a:lnTo>
                  <a:pt x="1162" y="1083"/>
                </a:lnTo>
                <a:lnTo>
                  <a:pt x="1070" y="1185"/>
                </a:lnTo>
                <a:lnTo>
                  <a:pt x="991" y="1275"/>
                </a:lnTo>
                <a:lnTo>
                  <a:pt x="937" y="1338"/>
                </a:lnTo>
                <a:lnTo>
                  <a:pt x="923" y="1357"/>
                </a:lnTo>
                <a:lnTo>
                  <a:pt x="919" y="1362"/>
                </a:lnTo>
                <a:lnTo>
                  <a:pt x="918" y="1364"/>
                </a:lnTo>
                <a:lnTo>
                  <a:pt x="918" y="1364"/>
                </a:lnTo>
                <a:lnTo>
                  <a:pt x="926" y="1368"/>
                </a:lnTo>
                <a:lnTo>
                  <a:pt x="934" y="1372"/>
                </a:lnTo>
                <a:lnTo>
                  <a:pt x="944" y="1374"/>
                </a:lnTo>
                <a:lnTo>
                  <a:pt x="952" y="1375"/>
                </a:lnTo>
                <a:lnTo>
                  <a:pt x="962" y="1376"/>
                </a:lnTo>
                <a:lnTo>
                  <a:pt x="970" y="1376"/>
                </a:lnTo>
                <a:lnTo>
                  <a:pt x="979" y="1375"/>
                </a:lnTo>
                <a:lnTo>
                  <a:pt x="989" y="1374"/>
                </a:lnTo>
                <a:lnTo>
                  <a:pt x="1005" y="1369"/>
                </a:lnTo>
                <a:lnTo>
                  <a:pt x="1023" y="1361"/>
                </a:lnTo>
                <a:lnTo>
                  <a:pt x="1038" y="1351"/>
                </a:lnTo>
                <a:lnTo>
                  <a:pt x="1047" y="1346"/>
                </a:lnTo>
                <a:lnTo>
                  <a:pt x="1054" y="1338"/>
                </a:lnTo>
                <a:lnTo>
                  <a:pt x="1449" y="860"/>
                </a:lnTo>
                <a:lnTo>
                  <a:pt x="1449" y="860"/>
                </a:lnTo>
                <a:lnTo>
                  <a:pt x="1465" y="838"/>
                </a:lnTo>
                <a:lnTo>
                  <a:pt x="1478" y="815"/>
                </a:lnTo>
                <a:lnTo>
                  <a:pt x="1489" y="795"/>
                </a:lnTo>
                <a:lnTo>
                  <a:pt x="1498" y="775"/>
                </a:lnTo>
                <a:lnTo>
                  <a:pt x="1505" y="756"/>
                </a:lnTo>
                <a:lnTo>
                  <a:pt x="1510" y="739"/>
                </a:lnTo>
                <a:lnTo>
                  <a:pt x="1512" y="722"/>
                </a:lnTo>
                <a:lnTo>
                  <a:pt x="1512" y="705"/>
                </a:lnTo>
                <a:lnTo>
                  <a:pt x="1511" y="690"/>
                </a:lnTo>
                <a:lnTo>
                  <a:pt x="1506" y="675"/>
                </a:lnTo>
                <a:lnTo>
                  <a:pt x="1501" y="661"/>
                </a:lnTo>
                <a:lnTo>
                  <a:pt x="1494" y="646"/>
                </a:lnTo>
                <a:lnTo>
                  <a:pt x="1485" y="632"/>
                </a:lnTo>
                <a:lnTo>
                  <a:pt x="1474" y="618"/>
                </a:lnTo>
                <a:lnTo>
                  <a:pt x="1461" y="604"/>
                </a:lnTo>
                <a:lnTo>
                  <a:pt x="1447" y="591"/>
                </a:lnTo>
                <a:lnTo>
                  <a:pt x="1447" y="59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0"/>
          <p:cNvSpPr>
            <a:spLocks noChangeAspect="1" noEditPoints="1"/>
          </p:cNvSpPr>
          <p:nvPr/>
        </p:nvSpPr>
        <p:spPr bwMode="auto">
          <a:xfrm>
            <a:off x="4413060" y="4617132"/>
            <a:ext cx="1080000" cy="910377"/>
          </a:xfrm>
          <a:custGeom>
            <a:avLst/>
            <a:gdLst>
              <a:gd name="T0" fmla="*/ 708 w 1511"/>
              <a:gd name="T1" fmla="*/ 283 h 1272"/>
              <a:gd name="T2" fmla="*/ 703 w 1511"/>
              <a:gd name="T3" fmla="*/ 255 h 1272"/>
              <a:gd name="T4" fmla="*/ 681 w 1511"/>
              <a:gd name="T5" fmla="*/ 238 h 1272"/>
              <a:gd name="T6" fmla="*/ 555 w 1511"/>
              <a:gd name="T7" fmla="*/ 172 h 1272"/>
              <a:gd name="T8" fmla="*/ 529 w 1511"/>
              <a:gd name="T9" fmla="*/ 170 h 1272"/>
              <a:gd name="T10" fmla="*/ 507 w 1511"/>
              <a:gd name="T11" fmla="*/ 188 h 1272"/>
              <a:gd name="T12" fmla="*/ 702 w 1511"/>
              <a:gd name="T13" fmla="*/ 296 h 1272"/>
              <a:gd name="T14" fmla="*/ 93 w 1511"/>
              <a:gd name="T15" fmla="*/ 1017 h 1272"/>
              <a:gd name="T16" fmla="*/ 312 w 1511"/>
              <a:gd name="T17" fmla="*/ 1055 h 1272"/>
              <a:gd name="T18" fmla="*/ 140 w 1511"/>
              <a:gd name="T19" fmla="*/ 662 h 1272"/>
              <a:gd name="T20" fmla="*/ 48 w 1511"/>
              <a:gd name="T21" fmla="*/ 663 h 1272"/>
              <a:gd name="T22" fmla="*/ 0 w 1511"/>
              <a:gd name="T23" fmla="*/ 900 h 1272"/>
              <a:gd name="T24" fmla="*/ 14 w 1511"/>
              <a:gd name="T25" fmla="*/ 951 h 1272"/>
              <a:gd name="T26" fmla="*/ 43 w 1511"/>
              <a:gd name="T27" fmla="*/ 978 h 1272"/>
              <a:gd name="T28" fmla="*/ 167 w 1511"/>
              <a:gd name="T29" fmla="*/ 1217 h 1272"/>
              <a:gd name="T30" fmla="*/ 1418 w 1511"/>
              <a:gd name="T31" fmla="*/ 659 h 1272"/>
              <a:gd name="T32" fmla="*/ 1324 w 1511"/>
              <a:gd name="T33" fmla="*/ 662 h 1272"/>
              <a:gd name="T34" fmla="*/ 1348 w 1511"/>
              <a:gd name="T35" fmla="*/ 897 h 1272"/>
              <a:gd name="T36" fmla="*/ 1417 w 1511"/>
              <a:gd name="T37" fmla="*/ 937 h 1272"/>
              <a:gd name="T38" fmla="*/ 1444 w 1511"/>
              <a:gd name="T39" fmla="*/ 969 h 1272"/>
              <a:gd name="T40" fmla="*/ 1458 w 1511"/>
              <a:gd name="T41" fmla="*/ 988 h 1272"/>
              <a:gd name="T42" fmla="*/ 1491 w 1511"/>
              <a:gd name="T43" fmla="*/ 981 h 1272"/>
              <a:gd name="T44" fmla="*/ 1509 w 1511"/>
              <a:gd name="T45" fmla="*/ 961 h 1272"/>
              <a:gd name="T46" fmla="*/ 1511 w 1511"/>
              <a:gd name="T47" fmla="*/ 703 h 1272"/>
              <a:gd name="T48" fmla="*/ 1497 w 1511"/>
              <a:gd name="T49" fmla="*/ 671 h 1272"/>
              <a:gd name="T50" fmla="*/ 1464 w 1511"/>
              <a:gd name="T51" fmla="*/ 659 h 1272"/>
              <a:gd name="T52" fmla="*/ 818 w 1511"/>
              <a:gd name="T53" fmla="*/ 113 h 1272"/>
              <a:gd name="T54" fmla="*/ 727 w 1511"/>
              <a:gd name="T55" fmla="*/ 6 h 1272"/>
              <a:gd name="T56" fmla="*/ 713 w 1511"/>
              <a:gd name="T57" fmla="*/ 0 h 1272"/>
              <a:gd name="T58" fmla="*/ 708 w 1511"/>
              <a:gd name="T59" fmla="*/ 13 h 1272"/>
              <a:gd name="T60" fmla="*/ 725 w 1511"/>
              <a:gd name="T61" fmla="*/ 118 h 1272"/>
              <a:gd name="T62" fmla="*/ 759 w 1511"/>
              <a:gd name="T63" fmla="*/ 226 h 1272"/>
              <a:gd name="T64" fmla="*/ 1039 w 1511"/>
              <a:gd name="T65" fmla="*/ 840 h 1272"/>
              <a:gd name="T66" fmla="*/ 896 w 1511"/>
              <a:gd name="T67" fmla="*/ 756 h 1272"/>
              <a:gd name="T68" fmla="*/ 800 w 1511"/>
              <a:gd name="T69" fmla="*/ 708 h 1272"/>
              <a:gd name="T70" fmla="*/ 706 w 1511"/>
              <a:gd name="T71" fmla="*/ 755 h 1272"/>
              <a:gd name="T72" fmla="*/ 611 w 1511"/>
              <a:gd name="T73" fmla="*/ 708 h 1272"/>
              <a:gd name="T74" fmla="*/ 1038 w 1511"/>
              <a:gd name="T75" fmla="*/ 989 h 1272"/>
              <a:gd name="T76" fmla="*/ 1411 w 1511"/>
              <a:gd name="T77" fmla="*/ 1112 h 1272"/>
              <a:gd name="T78" fmla="*/ 1415 w 1511"/>
              <a:gd name="T79" fmla="*/ 1068 h 1272"/>
              <a:gd name="T80" fmla="*/ 1407 w 1511"/>
              <a:gd name="T81" fmla="*/ 1031 h 1272"/>
              <a:gd name="T82" fmla="*/ 1367 w 1511"/>
              <a:gd name="T83" fmla="*/ 979 h 1272"/>
              <a:gd name="T84" fmla="*/ 1321 w 1511"/>
              <a:gd name="T85" fmla="*/ 952 h 1272"/>
              <a:gd name="T86" fmla="*/ 1141 w 1511"/>
              <a:gd name="T87" fmla="*/ 1036 h 1272"/>
              <a:gd name="T88" fmla="*/ 1172 w 1511"/>
              <a:gd name="T89" fmla="*/ 1133 h 1272"/>
              <a:gd name="T90" fmla="*/ 1218 w 1511"/>
              <a:gd name="T91" fmla="*/ 1200 h 1272"/>
              <a:gd name="T92" fmla="*/ 1275 w 1511"/>
              <a:gd name="T93" fmla="*/ 1243 h 1272"/>
              <a:gd name="T94" fmla="*/ 1335 w 1511"/>
              <a:gd name="T95" fmla="*/ 1264 h 1272"/>
              <a:gd name="T96" fmla="*/ 1420 w 1511"/>
              <a:gd name="T97" fmla="*/ 1272 h 1272"/>
              <a:gd name="T98" fmla="*/ 1490 w 1511"/>
              <a:gd name="T99" fmla="*/ 1264 h 1272"/>
              <a:gd name="T100" fmla="*/ 1465 w 1511"/>
              <a:gd name="T101" fmla="*/ 1255 h 1272"/>
              <a:gd name="T102" fmla="*/ 1430 w 1511"/>
              <a:gd name="T103" fmla="*/ 1227 h 1272"/>
              <a:gd name="T104" fmla="*/ 1406 w 1511"/>
              <a:gd name="T105" fmla="*/ 1173 h 1272"/>
              <a:gd name="T106" fmla="*/ 1411 w 1511"/>
              <a:gd name="T107" fmla="*/ 1112 h 1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11" h="1272">
                <a:moveTo>
                  <a:pt x="702" y="296"/>
                </a:moveTo>
                <a:lnTo>
                  <a:pt x="702" y="296"/>
                </a:lnTo>
                <a:lnTo>
                  <a:pt x="706" y="290"/>
                </a:lnTo>
                <a:lnTo>
                  <a:pt x="708" y="283"/>
                </a:lnTo>
                <a:lnTo>
                  <a:pt x="709" y="274"/>
                </a:lnTo>
                <a:lnTo>
                  <a:pt x="708" y="265"/>
                </a:lnTo>
                <a:lnTo>
                  <a:pt x="706" y="260"/>
                </a:lnTo>
                <a:lnTo>
                  <a:pt x="703" y="255"/>
                </a:lnTo>
                <a:lnTo>
                  <a:pt x="700" y="251"/>
                </a:lnTo>
                <a:lnTo>
                  <a:pt x="695" y="246"/>
                </a:lnTo>
                <a:lnTo>
                  <a:pt x="688" y="241"/>
                </a:lnTo>
                <a:lnTo>
                  <a:pt x="681" y="238"/>
                </a:lnTo>
                <a:lnTo>
                  <a:pt x="570" y="179"/>
                </a:lnTo>
                <a:lnTo>
                  <a:pt x="570" y="179"/>
                </a:lnTo>
                <a:lnTo>
                  <a:pt x="562" y="175"/>
                </a:lnTo>
                <a:lnTo>
                  <a:pt x="555" y="172"/>
                </a:lnTo>
                <a:lnTo>
                  <a:pt x="544" y="169"/>
                </a:lnTo>
                <a:lnTo>
                  <a:pt x="539" y="169"/>
                </a:lnTo>
                <a:lnTo>
                  <a:pt x="533" y="169"/>
                </a:lnTo>
                <a:lnTo>
                  <a:pt x="529" y="170"/>
                </a:lnTo>
                <a:lnTo>
                  <a:pt x="523" y="173"/>
                </a:lnTo>
                <a:lnTo>
                  <a:pt x="517" y="176"/>
                </a:lnTo>
                <a:lnTo>
                  <a:pt x="512" y="181"/>
                </a:lnTo>
                <a:lnTo>
                  <a:pt x="507" y="188"/>
                </a:lnTo>
                <a:lnTo>
                  <a:pt x="503" y="195"/>
                </a:lnTo>
                <a:lnTo>
                  <a:pt x="457" y="292"/>
                </a:lnTo>
                <a:lnTo>
                  <a:pt x="654" y="396"/>
                </a:lnTo>
                <a:lnTo>
                  <a:pt x="702" y="296"/>
                </a:lnTo>
                <a:close/>
                <a:moveTo>
                  <a:pt x="96" y="1134"/>
                </a:moveTo>
                <a:lnTo>
                  <a:pt x="203" y="1181"/>
                </a:lnTo>
                <a:lnTo>
                  <a:pt x="288" y="1090"/>
                </a:lnTo>
                <a:lnTo>
                  <a:pt x="93" y="1017"/>
                </a:lnTo>
                <a:lnTo>
                  <a:pt x="96" y="1134"/>
                </a:lnTo>
                <a:close/>
                <a:moveTo>
                  <a:pt x="428" y="346"/>
                </a:moveTo>
                <a:lnTo>
                  <a:pt x="101" y="974"/>
                </a:lnTo>
                <a:lnTo>
                  <a:pt x="312" y="1055"/>
                </a:lnTo>
                <a:lnTo>
                  <a:pt x="640" y="442"/>
                </a:lnTo>
                <a:lnTo>
                  <a:pt x="428" y="346"/>
                </a:lnTo>
                <a:close/>
                <a:moveTo>
                  <a:pt x="140" y="708"/>
                </a:moveTo>
                <a:lnTo>
                  <a:pt x="140" y="662"/>
                </a:lnTo>
                <a:lnTo>
                  <a:pt x="94" y="661"/>
                </a:lnTo>
                <a:lnTo>
                  <a:pt x="94" y="708"/>
                </a:lnTo>
                <a:lnTo>
                  <a:pt x="46" y="708"/>
                </a:lnTo>
                <a:lnTo>
                  <a:pt x="48" y="663"/>
                </a:lnTo>
                <a:lnTo>
                  <a:pt x="0" y="661"/>
                </a:lnTo>
                <a:lnTo>
                  <a:pt x="0" y="707"/>
                </a:lnTo>
                <a:lnTo>
                  <a:pt x="0" y="900"/>
                </a:lnTo>
                <a:lnTo>
                  <a:pt x="0" y="900"/>
                </a:lnTo>
                <a:lnTo>
                  <a:pt x="1" y="916"/>
                </a:lnTo>
                <a:lnTo>
                  <a:pt x="3" y="929"/>
                </a:lnTo>
                <a:lnTo>
                  <a:pt x="8" y="940"/>
                </a:lnTo>
                <a:lnTo>
                  <a:pt x="14" y="951"/>
                </a:lnTo>
                <a:lnTo>
                  <a:pt x="20" y="959"/>
                </a:lnTo>
                <a:lnTo>
                  <a:pt x="27" y="968"/>
                </a:lnTo>
                <a:lnTo>
                  <a:pt x="35" y="974"/>
                </a:lnTo>
                <a:lnTo>
                  <a:pt x="43" y="978"/>
                </a:lnTo>
                <a:lnTo>
                  <a:pt x="188" y="709"/>
                </a:lnTo>
                <a:lnTo>
                  <a:pt x="140" y="708"/>
                </a:lnTo>
                <a:close/>
                <a:moveTo>
                  <a:pt x="95" y="1269"/>
                </a:moveTo>
                <a:lnTo>
                  <a:pt x="167" y="1217"/>
                </a:lnTo>
                <a:lnTo>
                  <a:pt x="96" y="1184"/>
                </a:lnTo>
                <a:lnTo>
                  <a:pt x="95" y="1269"/>
                </a:lnTo>
                <a:close/>
                <a:moveTo>
                  <a:pt x="1464" y="659"/>
                </a:moveTo>
                <a:lnTo>
                  <a:pt x="1418" y="659"/>
                </a:lnTo>
                <a:lnTo>
                  <a:pt x="1421" y="708"/>
                </a:lnTo>
                <a:lnTo>
                  <a:pt x="1371" y="708"/>
                </a:lnTo>
                <a:lnTo>
                  <a:pt x="1371" y="661"/>
                </a:lnTo>
                <a:lnTo>
                  <a:pt x="1324" y="662"/>
                </a:lnTo>
                <a:lnTo>
                  <a:pt x="1324" y="707"/>
                </a:lnTo>
                <a:lnTo>
                  <a:pt x="1245" y="709"/>
                </a:lnTo>
                <a:lnTo>
                  <a:pt x="1348" y="897"/>
                </a:lnTo>
                <a:lnTo>
                  <a:pt x="1348" y="897"/>
                </a:lnTo>
                <a:lnTo>
                  <a:pt x="1363" y="904"/>
                </a:lnTo>
                <a:lnTo>
                  <a:pt x="1380" y="912"/>
                </a:lnTo>
                <a:lnTo>
                  <a:pt x="1398" y="924"/>
                </a:lnTo>
                <a:lnTo>
                  <a:pt x="1417" y="937"/>
                </a:lnTo>
                <a:lnTo>
                  <a:pt x="1425" y="944"/>
                </a:lnTo>
                <a:lnTo>
                  <a:pt x="1433" y="952"/>
                </a:lnTo>
                <a:lnTo>
                  <a:pt x="1439" y="961"/>
                </a:lnTo>
                <a:lnTo>
                  <a:pt x="1444" y="969"/>
                </a:lnTo>
                <a:lnTo>
                  <a:pt x="1447" y="978"/>
                </a:lnTo>
                <a:lnTo>
                  <a:pt x="1447" y="988"/>
                </a:lnTo>
                <a:lnTo>
                  <a:pt x="1447" y="988"/>
                </a:lnTo>
                <a:lnTo>
                  <a:pt x="1458" y="988"/>
                </a:lnTo>
                <a:lnTo>
                  <a:pt x="1467" y="988"/>
                </a:lnTo>
                <a:lnTo>
                  <a:pt x="1479" y="985"/>
                </a:lnTo>
                <a:lnTo>
                  <a:pt x="1485" y="983"/>
                </a:lnTo>
                <a:lnTo>
                  <a:pt x="1491" y="981"/>
                </a:lnTo>
                <a:lnTo>
                  <a:pt x="1497" y="977"/>
                </a:lnTo>
                <a:lnTo>
                  <a:pt x="1502" y="972"/>
                </a:lnTo>
                <a:lnTo>
                  <a:pt x="1505" y="968"/>
                </a:lnTo>
                <a:lnTo>
                  <a:pt x="1509" y="961"/>
                </a:lnTo>
                <a:lnTo>
                  <a:pt x="1510" y="953"/>
                </a:lnTo>
                <a:lnTo>
                  <a:pt x="1511" y="944"/>
                </a:lnTo>
                <a:lnTo>
                  <a:pt x="1511" y="703"/>
                </a:lnTo>
                <a:lnTo>
                  <a:pt x="1511" y="703"/>
                </a:lnTo>
                <a:lnTo>
                  <a:pt x="1510" y="694"/>
                </a:lnTo>
                <a:lnTo>
                  <a:pt x="1508" y="685"/>
                </a:lnTo>
                <a:lnTo>
                  <a:pt x="1503" y="678"/>
                </a:lnTo>
                <a:lnTo>
                  <a:pt x="1497" y="671"/>
                </a:lnTo>
                <a:lnTo>
                  <a:pt x="1490" y="666"/>
                </a:lnTo>
                <a:lnTo>
                  <a:pt x="1483" y="663"/>
                </a:lnTo>
                <a:lnTo>
                  <a:pt x="1473" y="661"/>
                </a:lnTo>
                <a:lnTo>
                  <a:pt x="1464" y="659"/>
                </a:lnTo>
                <a:lnTo>
                  <a:pt x="1464" y="659"/>
                </a:lnTo>
                <a:close/>
                <a:moveTo>
                  <a:pt x="859" y="173"/>
                </a:moveTo>
                <a:lnTo>
                  <a:pt x="859" y="173"/>
                </a:lnTo>
                <a:lnTo>
                  <a:pt x="818" y="113"/>
                </a:lnTo>
                <a:lnTo>
                  <a:pt x="785" y="69"/>
                </a:lnTo>
                <a:lnTo>
                  <a:pt x="759" y="38"/>
                </a:lnTo>
                <a:lnTo>
                  <a:pt x="740" y="18"/>
                </a:lnTo>
                <a:lnTo>
                  <a:pt x="727" y="6"/>
                </a:lnTo>
                <a:lnTo>
                  <a:pt x="719" y="2"/>
                </a:lnTo>
                <a:lnTo>
                  <a:pt x="714" y="0"/>
                </a:lnTo>
                <a:lnTo>
                  <a:pt x="713" y="0"/>
                </a:lnTo>
                <a:lnTo>
                  <a:pt x="713" y="0"/>
                </a:lnTo>
                <a:lnTo>
                  <a:pt x="712" y="0"/>
                </a:lnTo>
                <a:lnTo>
                  <a:pt x="710" y="2"/>
                </a:lnTo>
                <a:lnTo>
                  <a:pt x="709" y="6"/>
                </a:lnTo>
                <a:lnTo>
                  <a:pt x="708" y="13"/>
                </a:lnTo>
                <a:lnTo>
                  <a:pt x="708" y="23"/>
                </a:lnTo>
                <a:lnTo>
                  <a:pt x="712" y="49"/>
                </a:lnTo>
                <a:lnTo>
                  <a:pt x="716" y="82"/>
                </a:lnTo>
                <a:lnTo>
                  <a:pt x="725" y="118"/>
                </a:lnTo>
                <a:lnTo>
                  <a:pt x="734" y="156"/>
                </a:lnTo>
                <a:lnTo>
                  <a:pt x="746" y="193"/>
                </a:lnTo>
                <a:lnTo>
                  <a:pt x="752" y="209"/>
                </a:lnTo>
                <a:lnTo>
                  <a:pt x="759" y="226"/>
                </a:lnTo>
                <a:lnTo>
                  <a:pt x="759" y="226"/>
                </a:lnTo>
                <a:lnTo>
                  <a:pt x="872" y="477"/>
                </a:lnTo>
                <a:lnTo>
                  <a:pt x="965" y="682"/>
                </a:lnTo>
                <a:lnTo>
                  <a:pt x="1039" y="840"/>
                </a:lnTo>
                <a:lnTo>
                  <a:pt x="1110" y="1001"/>
                </a:lnTo>
                <a:lnTo>
                  <a:pt x="1282" y="896"/>
                </a:lnTo>
                <a:lnTo>
                  <a:pt x="859" y="173"/>
                </a:lnTo>
                <a:close/>
                <a:moveTo>
                  <a:pt x="896" y="756"/>
                </a:moveTo>
                <a:lnTo>
                  <a:pt x="896" y="659"/>
                </a:lnTo>
                <a:lnTo>
                  <a:pt x="849" y="661"/>
                </a:lnTo>
                <a:lnTo>
                  <a:pt x="849" y="708"/>
                </a:lnTo>
                <a:lnTo>
                  <a:pt x="800" y="708"/>
                </a:lnTo>
                <a:lnTo>
                  <a:pt x="800" y="661"/>
                </a:lnTo>
                <a:lnTo>
                  <a:pt x="754" y="661"/>
                </a:lnTo>
                <a:lnTo>
                  <a:pt x="754" y="755"/>
                </a:lnTo>
                <a:lnTo>
                  <a:pt x="706" y="755"/>
                </a:lnTo>
                <a:lnTo>
                  <a:pt x="706" y="661"/>
                </a:lnTo>
                <a:lnTo>
                  <a:pt x="660" y="661"/>
                </a:lnTo>
                <a:lnTo>
                  <a:pt x="660" y="708"/>
                </a:lnTo>
                <a:lnTo>
                  <a:pt x="611" y="708"/>
                </a:lnTo>
                <a:lnTo>
                  <a:pt x="611" y="661"/>
                </a:lnTo>
                <a:lnTo>
                  <a:pt x="572" y="661"/>
                </a:lnTo>
                <a:lnTo>
                  <a:pt x="422" y="989"/>
                </a:lnTo>
                <a:lnTo>
                  <a:pt x="1038" y="989"/>
                </a:lnTo>
                <a:lnTo>
                  <a:pt x="941" y="756"/>
                </a:lnTo>
                <a:lnTo>
                  <a:pt x="896" y="756"/>
                </a:lnTo>
                <a:close/>
                <a:moveTo>
                  <a:pt x="1411" y="1112"/>
                </a:moveTo>
                <a:lnTo>
                  <a:pt x="1411" y="1112"/>
                </a:lnTo>
                <a:lnTo>
                  <a:pt x="1413" y="1100"/>
                </a:lnTo>
                <a:lnTo>
                  <a:pt x="1415" y="1089"/>
                </a:lnTo>
                <a:lnTo>
                  <a:pt x="1415" y="1079"/>
                </a:lnTo>
                <a:lnTo>
                  <a:pt x="1415" y="1068"/>
                </a:lnTo>
                <a:lnTo>
                  <a:pt x="1414" y="1059"/>
                </a:lnTo>
                <a:lnTo>
                  <a:pt x="1413" y="1049"/>
                </a:lnTo>
                <a:lnTo>
                  <a:pt x="1410" y="1040"/>
                </a:lnTo>
                <a:lnTo>
                  <a:pt x="1407" y="1031"/>
                </a:lnTo>
                <a:lnTo>
                  <a:pt x="1399" y="1016"/>
                </a:lnTo>
                <a:lnTo>
                  <a:pt x="1389" y="1003"/>
                </a:lnTo>
                <a:lnTo>
                  <a:pt x="1379" y="990"/>
                </a:lnTo>
                <a:lnTo>
                  <a:pt x="1367" y="979"/>
                </a:lnTo>
                <a:lnTo>
                  <a:pt x="1355" y="971"/>
                </a:lnTo>
                <a:lnTo>
                  <a:pt x="1342" y="963"/>
                </a:lnTo>
                <a:lnTo>
                  <a:pt x="1332" y="957"/>
                </a:lnTo>
                <a:lnTo>
                  <a:pt x="1321" y="952"/>
                </a:lnTo>
                <a:lnTo>
                  <a:pt x="1304" y="945"/>
                </a:lnTo>
                <a:lnTo>
                  <a:pt x="1299" y="944"/>
                </a:lnTo>
                <a:lnTo>
                  <a:pt x="1141" y="1036"/>
                </a:lnTo>
                <a:lnTo>
                  <a:pt x="1141" y="1036"/>
                </a:lnTo>
                <a:lnTo>
                  <a:pt x="1147" y="1063"/>
                </a:lnTo>
                <a:lnTo>
                  <a:pt x="1154" y="1089"/>
                </a:lnTo>
                <a:lnTo>
                  <a:pt x="1163" y="1112"/>
                </a:lnTo>
                <a:lnTo>
                  <a:pt x="1172" y="1133"/>
                </a:lnTo>
                <a:lnTo>
                  <a:pt x="1182" y="1153"/>
                </a:lnTo>
                <a:lnTo>
                  <a:pt x="1193" y="1171"/>
                </a:lnTo>
                <a:lnTo>
                  <a:pt x="1205" y="1186"/>
                </a:lnTo>
                <a:lnTo>
                  <a:pt x="1218" y="1200"/>
                </a:lnTo>
                <a:lnTo>
                  <a:pt x="1231" y="1213"/>
                </a:lnTo>
                <a:lnTo>
                  <a:pt x="1245" y="1224"/>
                </a:lnTo>
                <a:lnTo>
                  <a:pt x="1260" y="1233"/>
                </a:lnTo>
                <a:lnTo>
                  <a:pt x="1275" y="1243"/>
                </a:lnTo>
                <a:lnTo>
                  <a:pt x="1290" y="1250"/>
                </a:lnTo>
                <a:lnTo>
                  <a:pt x="1304" y="1256"/>
                </a:lnTo>
                <a:lnTo>
                  <a:pt x="1320" y="1260"/>
                </a:lnTo>
                <a:lnTo>
                  <a:pt x="1335" y="1264"/>
                </a:lnTo>
                <a:lnTo>
                  <a:pt x="1350" y="1268"/>
                </a:lnTo>
                <a:lnTo>
                  <a:pt x="1365" y="1270"/>
                </a:lnTo>
                <a:lnTo>
                  <a:pt x="1394" y="1272"/>
                </a:lnTo>
                <a:lnTo>
                  <a:pt x="1420" y="1272"/>
                </a:lnTo>
                <a:lnTo>
                  <a:pt x="1443" y="1271"/>
                </a:lnTo>
                <a:lnTo>
                  <a:pt x="1463" y="1269"/>
                </a:lnTo>
                <a:lnTo>
                  <a:pt x="1478" y="1266"/>
                </a:lnTo>
                <a:lnTo>
                  <a:pt x="1490" y="1264"/>
                </a:lnTo>
                <a:lnTo>
                  <a:pt x="1490" y="1264"/>
                </a:lnTo>
                <a:lnTo>
                  <a:pt x="1485" y="1263"/>
                </a:lnTo>
                <a:lnTo>
                  <a:pt x="1473" y="1258"/>
                </a:lnTo>
                <a:lnTo>
                  <a:pt x="1465" y="1255"/>
                </a:lnTo>
                <a:lnTo>
                  <a:pt x="1457" y="1250"/>
                </a:lnTo>
                <a:lnTo>
                  <a:pt x="1447" y="1244"/>
                </a:lnTo>
                <a:lnTo>
                  <a:pt x="1438" y="1236"/>
                </a:lnTo>
                <a:lnTo>
                  <a:pt x="1430" y="1227"/>
                </a:lnTo>
                <a:lnTo>
                  <a:pt x="1421" y="1217"/>
                </a:lnTo>
                <a:lnTo>
                  <a:pt x="1415" y="1204"/>
                </a:lnTo>
                <a:lnTo>
                  <a:pt x="1410" y="1190"/>
                </a:lnTo>
                <a:lnTo>
                  <a:pt x="1406" y="1173"/>
                </a:lnTo>
                <a:lnTo>
                  <a:pt x="1405" y="1155"/>
                </a:lnTo>
                <a:lnTo>
                  <a:pt x="1406" y="1135"/>
                </a:lnTo>
                <a:lnTo>
                  <a:pt x="1411" y="1112"/>
                </a:lnTo>
                <a:lnTo>
                  <a:pt x="1411" y="111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1"/>
          <p:cNvSpPr>
            <a:spLocks noChangeAspect="1" noEditPoints="1"/>
          </p:cNvSpPr>
          <p:nvPr/>
        </p:nvSpPr>
        <p:spPr bwMode="auto">
          <a:xfrm>
            <a:off x="6069124" y="4867502"/>
            <a:ext cx="1080000" cy="505714"/>
          </a:xfrm>
          <a:custGeom>
            <a:avLst/>
            <a:gdLst>
              <a:gd name="T0" fmla="*/ 271 w 1512"/>
              <a:gd name="T1" fmla="*/ 248 h 708"/>
              <a:gd name="T2" fmla="*/ 228 w 1512"/>
              <a:gd name="T3" fmla="*/ 230 h 708"/>
              <a:gd name="T4" fmla="*/ 198 w 1512"/>
              <a:gd name="T5" fmla="*/ 251 h 708"/>
              <a:gd name="T6" fmla="*/ 263 w 1512"/>
              <a:gd name="T7" fmla="*/ 318 h 708"/>
              <a:gd name="T8" fmla="*/ 285 w 1512"/>
              <a:gd name="T9" fmla="*/ 292 h 708"/>
              <a:gd name="T10" fmla="*/ 5 w 1512"/>
              <a:gd name="T11" fmla="*/ 642 h 708"/>
              <a:gd name="T12" fmla="*/ 50 w 1512"/>
              <a:gd name="T13" fmla="*/ 696 h 708"/>
              <a:gd name="T14" fmla="*/ 95 w 1512"/>
              <a:gd name="T15" fmla="*/ 0 h 708"/>
              <a:gd name="T16" fmla="*/ 35 w 1512"/>
              <a:gd name="T17" fmla="*/ 21 h 708"/>
              <a:gd name="T18" fmla="*/ 0 w 1512"/>
              <a:gd name="T19" fmla="*/ 85 h 708"/>
              <a:gd name="T20" fmla="*/ 363 w 1512"/>
              <a:gd name="T21" fmla="*/ 227 h 708"/>
              <a:gd name="T22" fmla="*/ 376 w 1512"/>
              <a:gd name="T23" fmla="*/ 301 h 708"/>
              <a:gd name="T24" fmla="*/ 339 w 1512"/>
              <a:gd name="T25" fmla="*/ 341 h 708"/>
              <a:gd name="T26" fmla="*/ 313 w 1512"/>
              <a:gd name="T27" fmla="*/ 367 h 708"/>
              <a:gd name="T28" fmla="*/ 368 w 1512"/>
              <a:gd name="T29" fmla="*/ 418 h 708"/>
              <a:gd name="T30" fmla="*/ 374 w 1512"/>
              <a:gd name="T31" fmla="*/ 496 h 708"/>
              <a:gd name="T32" fmla="*/ 305 w 1512"/>
              <a:gd name="T33" fmla="*/ 557 h 708"/>
              <a:gd name="T34" fmla="*/ 55 w 1512"/>
              <a:gd name="T35" fmla="*/ 522 h 708"/>
              <a:gd name="T36" fmla="*/ 110 w 1512"/>
              <a:gd name="T37" fmla="*/ 503 h 708"/>
              <a:gd name="T38" fmla="*/ 98 w 1512"/>
              <a:gd name="T39" fmla="*/ 238 h 708"/>
              <a:gd name="T40" fmla="*/ 257 w 1512"/>
              <a:gd name="T41" fmla="*/ 187 h 708"/>
              <a:gd name="T42" fmla="*/ 251 w 1512"/>
              <a:gd name="T43" fmla="*/ 514 h 708"/>
              <a:gd name="T44" fmla="*/ 296 w 1512"/>
              <a:gd name="T45" fmla="*/ 475 h 708"/>
              <a:gd name="T46" fmla="*/ 285 w 1512"/>
              <a:gd name="T47" fmla="*/ 403 h 708"/>
              <a:gd name="T48" fmla="*/ 192 w 1512"/>
              <a:gd name="T49" fmla="*/ 377 h 708"/>
              <a:gd name="T50" fmla="*/ 206 w 1512"/>
              <a:gd name="T51" fmla="*/ 514 h 708"/>
              <a:gd name="T52" fmla="*/ 1417 w 1512"/>
              <a:gd name="T53" fmla="*/ 708 h 708"/>
              <a:gd name="T54" fmla="*/ 1485 w 1512"/>
              <a:gd name="T55" fmla="*/ 681 h 708"/>
              <a:gd name="T56" fmla="*/ 1512 w 1512"/>
              <a:gd name="T57" fmla="*/ 614 h 708"/>
              <a:gd name="T58" fmla="*/ 1495 w 1512"/>
              <a:gd name="T59" fmla="*/ 41 h 708"/>
              <a:gd name="T60" fmla="*/ 1436 w 1512"/>
              <a:gd name="T61" fmla="*/ 2 h 708"/>
              <a:gd name="T62" fmla="*/ 1148 w 1512"/>
              <a:gd name="T63" fmla="*/ 611 h 708"/>
              <a:gd name="T64" fmla="*/ 1134 w 1512"/>
              <a:gd name="T65" fmla="*/ 585 h 708"/>
              <a:gd name="T66" fmla="*/ 1394 w 1512"/>
              <a:gd name="T67" fmla="*/ 566 h 708"/>
              <a:gd name="T68" fmla="*/ 1417 w 1512"/>
              <a:gd name="T69" fmla="*/ 585 h 708"/>
              <a:gd name="T70" fmla="*/ 1403 w 1512"/>
              <a:gd name="T71" fmla="*/ 611 h 708"/>
              <a:gd name="T72" fmla="*/ 1443 w 1512"/>
              <a:gd name="T73" fmla="*/ 211 h 708"/>
              <a:gd name="T74" fmla="*/ 1422 w 1512"/>
              <a:gd name="T75" fmla="*/ 239 h 708"/>
              <a:gd name="T76" fmla="*/ 1416 w 1512"/>
              <a:gd name="T77" fmla="*/ 420 h 708"/>
              <a:gd name="T78" fmla="*/ 1361 w 1512"/>
              <a:gd name="T79" fmla="*/ 498 h 708"/>
              <a:gd name="T80" fmla="*/ 1292 w 1512"/>
              <a:gd name="T81" fmla="*/ 519 h 708"/>
              <a:gd name="T82" fmla="*/ 1195 w 1512"/>
              <a:gd name="T83" fmla="*/ 506 h 708"/>
              <a:gd name="T84" fmla="*/ 1139 w 1512"/>
              <a:gd name="T85" fmla="*/ 454 h 708"/>
              <a:gd name="T86" fmla="*/ 1129 w 1512"/>
              <a:gd name="T87" fmla="*/ 235 h 708"/>
              <a:gd name="T88" fmla="*/ 1100 w 1512"/>
              <a:gd name="T89" fmla="*/ 211 h 708"/>
              <a:gd name="T90" fmla="*/ 1200 w 1512"/>
              <a:gd name="T91" fmla="*/ 214 h 708"/>
              <a:gd name="T92" fmla="*/ 1182 w 1512"/>
              <a:gd name="T93" fmla="*/ 236 h 708"/>
              <a:gd name="T94" fmla="*/ 1191 w 1512"/>
              <a:gd name="T95" fmla="*/ 429 h 708"/>
              <a:gd name="T96" fmla="*/ 1237 w 1512"/>
              <a:gd name="T97" fmla="*/ 471 h 708"/>
              <a:gd name="T98" fmla="*/ 1331 w 1512"/>
              <a:gd name="T99" fmla="*/ 466 h 708"/>
              <a:gd name="T100" fmla="*/ 1368 w 1512"/>
              <a:gd name="T101" fmla="*/ 422 h 708"/>
              <a:gd name="T102" fmla="*/ 1369 w 1512"/>
              <a:gd name="T103" fmla="*/ 266 h 708"/>
              <a:gd name="T104" fmla="*/ 1335 w 1512"/>
              <a:gd name="T105" fmla="*/ 212 h 708"/>
              <a:gd name="T106" fmla="*/ 991 w 1512"/>
              <a:gd name="T107" fmla="*/ 708 h 708"/>
              <a:gd name="T108" fmla="*/ 663 w 1512"/>
              <a:gd name="T109" fmla="*/ 518 h 708"/>
              <a:gd name="T110" fmla="*/ 695 w 1512"/>
              <a:gd name="T111" fmla="*/ 490 h 708"/>
              <a:gd name="T112" fmla="*/ 760 w 1512"/>
              <a:gd name="T113" fmla="*/ 242 h 708"/>
              <a:gd name="T114" fmla="*/ 711 w 1512"/>
              <a:gd name="T115" fmla="*/ 224 h 708"/>
              <a:gd name="T116" fmla="*/ 845 w 1512"/>
              <a:gd name="T117" fmla="*/ 231 h 708"/>
              <a:gd name="T118" fmla="*/ 755 w 1512"/>
              <a:gd name="T119" fmla="*/ 486 h 708"/>
              <a:gd name="T120" fmla="*/ 756 w 1512"/>
              <a:gd name="T121" fmla="*/ 506 h 708"/>
              <a:gd name="T122" fmla="*/ 801 w 1512"/>
              <a:gd name="T123" fmla="*/ 569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12" h="708">
                <a:moveTo>
                  <a:pt x="286" y="283"/>
                </a:moveTo>
                <a:lnTo>
                  <a:pt x="286" y="283"/>
                </a:lnTo>
                <a:lnTo>
                  <a:pt x="285" y="271"/>
                </a:lnTo>
                <a:lnTo>
                  <a:pt x="283" y="265"/>
                </a:lnTo>
                <a:lnTo>
                  <a:pt x="279" y="261"/>
                </a:lnTo>
                <a:lnTo>
                  <a:pt x="274" y="252"/>
                </a:lnTo>
                <a:lnTo>
                  <a:pt x="274" y="252"/>
                </a:lnTo>
                <a:lnTo>
                  <a:pt x="271" y="248"/>
                </a:lnTo>
                <a:lnTo>
                  <a:pt x="266" y="243"/>
                </a:lnTo>
                <a:lnTo>
                  <a:pt x="263" y="239"/>
                </a:lnTo>
                <a:lnTo>
                  <a:pt x="257" y="236"/>
                </a:lnTo>
                <a:lnTo>
                  <a:pt x="251" y="233"/>
                </a:lnTo>
                <a:lnTo>
                  <a:pt x="244" y="232"/>
                </a:lnTo>
                <a:lnTo>
                  <a:pt x="237" y="231"/>
                </a:lnTo>
                <a:lnTo>
                  <a:pt x="228" y="230"/>
                </a:lnTo>
                <a:lnTo>
                  <a:pt x="228" y="230"/>
                </a:lnTo>
                <a:lnTo>
                  <a:pt x="220" y="231"/>
                </a:lnTo>
                <a:lnTo>
                  <a:pt x="214" y="232"/>
                </a:lnTo>
                <a:lnTo>
                  <a:pt x="208" y="233"/>
                </a:lnTo>
                <a:lnTo>
                  <a:pt x="203" y="236"/>
                </a:lnTo>
                <a:lnTo>
                  <a:pt x="203" y="236"/>
                </a:lnTo>
                <a:lnTo>
                  <a:pt x="201" y="240"/>
                </a:lnTo>
                <a:lnTo>
                  <a:pt x="199" y="245"/>
                </a:lnTo>
                <a:lnTo>
                  <a:pt x="198" y="251"/>
                </a:lnTo>
                <a:lnTo>
                  <a:pt x="198" y="258"/>
                </a:lnTo>
                <a:lnTo>
                  <a:pt x="198" y="331"/>
                </a:lnTo>
                <a:lnTo>
                  <a:pt x="198" y="331"/>
                </a:lnTo>
                <a:lnTo>
                  <a:pt x="221" y="331"/>
                </a:lnTo>
                <a:lnTo>
                  <a:pt x="241" y="328"/>
                </a:lnTo>
                <a:lnTo>
                  <a:pt x="250" y="325"/>
                </a:lnTo>
                <a:lnTo>
                  <a:pt x="257" y="322"/>
                </a:lnTo>
                <a:lnTo>
                  <a:pt x="263" y="318"/>
                </a:lnTo>
                <a:lnTo>
                  <a:pt x="267" y="315"/>
                </a:lnTo>
                <a:lnTo>
                  <a:pt x="267" y="315"/>
                </a:lnTo>
                <a:lnTo>
                  <a:pt x="272" y="311"/>
                </a:lnTo>
                <a:lnTo>
                  <a:pt x="276" y="309"/>
                </a:lnTo>
                <a:lnTo>
                  <a:pt x="281" y="305"/>
                </a:lnTo>
                <a:lnTo>
                  <a:pt x="283" y="303"/>
                </a:lnTo>
                <a:lnTo>
                  <a:pt x="285" y="300"/>
                </a:lnTo>
                <a:lnTo>
                  <a:pt x="285" y="292"/>
                </a:lnTo>
                <a:lnTo>
                  <a:pt x="286" y="283"/>
                </a:lnTo>
                <a:lnTo>
                  <a:pt x="286" y="283"/>
                </a:lnTo>
                <a:close/>
                <a:moveTo>
                  <a:pt x="0" y="94"/>
                </a:moveTo>
                <a:lnTo>
                  <a:pt x="0" y="614"/>
                </a:lnTo>
                <a:lnTo>
                  <a:pt x="0" y="614"/>
                </a:lnTo>
                <a:lnTo>
                  <a:pt x="0" y="623"/>
                </a:lnTo>
                <a:lnTo>
                  <a:pt x="3" y="633"/>
                </a:lnTo>
                <a:lnTo>
                  <a:pt x="5" y="642"/>
                </a:lnTo>
                <a:lnTo>
                  <a:pt x="7" y="650"/>
                </a:lnTo>
                <a:lnTo>
                  <a:pt x="12" y="659"/>
                </a:lnTo>
                <a:lnTo>
                  <a:pt x="17" y="667"/>
                </a:lnTo>
                <a:lnTo>
                  <a:pt x="22" y="674"/>
                </a:lnTo>
                <a:lnTo>
                  <a:pt x="28" y="681"/>
                </a:lnTo>
                <a:lnTo>
                  <a:pt x="35" y="687"/>
                </a:lnTo>
                <a:lnTo>
                  <a:pt x="42" y="692"/>
                </a:lnTo>
                <a:lnTo>
                  <a:pt x="50" y="696"/>
                </a:lnTo>
                <a:lnTo>
                  <a:pt x="58" y="701"/>
                </a:lnTo>
                <a:lnTo>
                  <a:pt x="66" y="703"/>
                </a:lnTo>
                <a:lnTo>
                  <a:pt x="76" y="706"/>
                </a:lnTo>
                <a:lnTo>
                  <a:pt x="85" y="708"/>
                </a:lnTo>
                <a:lnTo>
                  <a:pt x="95" y="708"/>
                </a:lnTo>
                <a:lnTo>
                  <a:pt x="470" y="708"/>
                </a:lnTo>
                <a:lnTo>
                  <a:pt x="470" y="0"/>
                </a:lnTo>
                <a:lnTo>
                  <a:pt x="95" y="0"/>
                </a:lnTo>
                <a:lnTo>
                  <a:pt x="95" y="0"/>
                </a:lnTo>
                <a:lnTo>
                  <a:pt x="85" y="0"/>
                </a:lnTo>
                <a:lnTo>
                  <a:pt x="76" y="2"/>
                </a:lnTo>
                <a:lnTo>
                  <a:pt x="66" y="4"/>
                </a:lnTo>
                <a:lnTo>
                  <a:pt x="58" y="7"/>
                </a:lnTo>
                <a:lnTo>
                  <a:pt x="50" y="11"/>
                </a:lnTo>
                <a:lnTo>
                  <a:pt x="42" y="16"/>
                </a:lnTo>
                <a:lnTo>
                  <a:pt x="35" y="21"/>
                </a:lnTo>
                <a:lnTo>
                  <a:pt x="28" y="27"/>
                </a:lnTo>
                <a:lnTo>
                  <a:pt x="22" y="34"/>
                </a:lnTo>
                <a:lnTo>
                  <a:pt x="17" y="41"/>
                </a:lnTo>
                <a:lnTo>
                  <a:pt x="12" y="49"/>
                </a:lnTo>
                <a:lnTo>
                  <a:pt x="7" y="57"/>
                </a:lnTo>
                <a:lnTo>
                  <a:pt x="5" y="66"/>
                </a:lnTo>
                <a:lnTo>
                  <a:pt x="3" y="75"/>
                </a:lnTo>
                <a:lnTo>
                  <a:pt x="0" y="85"/>
                </a:lnTo>
                <a:lnTo>
                  <a:pt x="0" y="94"/>
                </a:lnTo>
                <a:lnTo>
                  <a:pt x="0" y="94"/>
                </a:lnTo>
                <a:close/>
                <a:moveTo>
                  <a:pt x="316" y="197"/>
                </a:moveTo>
                <a:lnTo>
                  <a:pt x="316" y="197"/>
                </a:lnTo>
                <a:lnTo>
                  <a:pt x="331" y="203"/>
                </a:lnTo>
                <a:lnTo>
                  <a:pt x="344" y="210"/>
                </a:lnTo>
                <a:lnTo>
                  <a:pt x="355" y="218"/>
                </a:lnTo>
                <a:lnTo>
                  <a:pt x="363" y="227"/>
                </a:lnTo>
                <a:lnTo>
                  <a:pt x="370" y="238"/>
                </a:lnTo>
                <a:lnTo>
                  <a:pt x="375" y="250"/>
                </a:lnTo>
                <a:lnTo>
                  <a:pt x="378" y="263"/>
                </a:lnTo>
                <a:lnTo>
                  <a:pt x="379" y="277"/>
                </a:lnTo>
                <a:lnTo>
                  <a:pt x="379" y="277"/>
                </a:lnTo>
                <a:lnTo>
                  <a:pt x="378" y="285"/>
                </a:lnTo>
                <a:lnTo>
                  <a:pt x="377" y="294"/>
                </a:lnTo>
                <a:lnTo>
                  <a:pt x="376" y="301"/>
                </a:lnTo>
                <a:lnTo>
                  <a:pt x="372" y="308"/>
                </a:lnTo>
                <a:lnTo>
                  <a:pt x="369" y="315"/>
                </a:lnTo>
                <a:lnTo>
                  <a:pt x="365" y="321"/>
                </a:lnTo>
                <a:lnTo>
                  <a:pt x="359" y="327"/>
                </a:lnTo>
                <a:lnTo>
                  <a:pt x="353" y="333"/>
                </a:lnTo>
                <a:lnTo>
                  <a:pt x="353" y="333"/>
                </a:lnTo>
                <a:lnTo>
                  <a:pt x="346" y="337"/>
                </a:lnTo>
                <a:lnTo>
                  <a:pt x="339" y="341"/>
                </a:lnTo>
                <a:lnTo>
                  <a:pt x="325" y="347"/>
                </a:lnTo>
                <a:lnTo>
                  <a:pt x="309" y="351"/>
                </a:lnTo>
                <a:lnTo>
                  <a:pt x="293" y="354"/>
                </a:lnTo>
                <a:lnTo>
                  <a:pt x="293" y="360"/>
                </a:lnTo>
                <a:lnTo>
                  <a:pt x="293" y="360"/>
                </a:lnTo>
                <a:lnTo>
                  <a:pt x="301" y="361"/>
                </a:lnTo>
                <a:lnTo>
                  <a:pt x="307" y="364"/>
                </a:lnTo>
                <a:lnTo>
                  <a:pt x="313" y="367"/>
                </a:lnTo>
                <a:lnTo>
                  <a:pt x="318" y="370"/>
                </a:lnTo>
                <a:lnTo>
                  <a:pt x="327" y="379"/>
                </a:lnTo>
                <a:lnTo>
                  <a:pt x="333" y="385"/>
                </a:lnTo>
                <a:lnTo>
                  <a:pt x="333" y="385"/>
                </a:lnTo>
                <a:lnTo>
                  <a:pt x="344" y="392"/>
                </a:lnTo>
                <a:lnTo>
                  <a:pt x="353" y="400"/>
                </a:lnTo>
                <a:lnTo>
                  <a:pt x="362" y="408"/>
                </a:lnTo>
                <a:lnTo>
                  <a:pt x="368" y="418"/>
                </a:lnTo>
                <a:lnTo>
                  <a:pt x="372" y="428"/>
                </a:lnTo>
                <a:lnTo>
                  <a:pt x="376" y="439"/>
                </a:lnTo>
                <a:lnTo>
                  <a:pt x="378" y="451"/>
                </a:lnTo>
                <a:lnTo>
                  <a:pt x="379" y="462"/>
                </a:lnTo>
                <a:lnTo>
                  <a:pt x="379" y="462"/>
                </a:lnTo>
                <a:lnTo>
                  <a:pt x="378" y="474"/>
                </a:lnTo>
                <a:lnTo>
                  <a:pt x="376" y="485"/>
                </a:lnTo>
                <a:lnTo>
                  <a:pt x="374" y="496"/>
                </a:lnTo>
                <a:lnTo>
                  <a:pt x="369" y="505"/>
                </a:lnTo>
                <a:lnTo>
                  <a:pt x="362" y="514"/>
                </a:lnTo>
                <a:lnTo>
                  <a:pt x="355" y="524"/>
                </a:lnTo>
                <a:lnTo>
                  <a:pt x="346" y="531"/>
                </a:lnTo>
                <a:lnTo>
                  <a:pt x="336" y="539"/>
                </a:lnTo>
                <a:lnTo>
                  <a:pt x="336" y="539"/>
                </a:lnTo>
                <a:lnTo>
                  <a:pt x="316" y="552"/>
                </a:lnTo>
                <a:lnTo>
                  <a:pt x="305" y="557"/>
                </a:lnTo>
                <a:lnTo>
                  <a:pt x="294" y="561"/>
                </a:lnTo>
                <a:lnTo>
                  <a:pt x="283" y="564"/>
                </a:lnTo>
                <a:lnTo>
                  <a:pt x="271" y="566"/>
                </a:lnTo>
                <a:lnTo>
                  <a:pt x="255" y="568"/>
                </a:lnTo>
                <a:lnTo>
                  <a:pt x="239" y="569"/>
                </a:lnTo>
                <a:lnTo>
                  <a:pt x="55" y="569"/>
                </a:lnTo>
                <a:lnTo>
                  <a:pt x="55" y="522"/>
                </a:lnTo>
                <a:lnTo>
                  <a:pt x="55" y="522"/>
                </a:lnTo>
                <a:lnTo>
                  <a:pt x="79" y="519"/>
                </a:lnTo>
                <a:lnTo>
                  <a:pt x="90" y="518"/>
                </a:lnTo>
                <a:lnTo>
                  <a:pt x="97" y="516"/>
                </a:lnTo>
                <a:lnTo>
                  <a:pt x="97" y="516"/>
                </a:lnTo>
                <a:lnTo>
                  <a:pt x="102" y="513"/>
                </a:lnTo>
                <a:lnTo>
                  <a:pt x="105" y="510"/>
                </a:lnTo>
                <a:lnTo>
                  <a:pt x="108" y="506"/>
                </a:lnTo>
                <a:lnTo>
                  <a:pt x="110" y="503"/>
                </a:lnTo>
                <a:lnTo>
                  <a:pt x="114" y="493"/>
                </a:lnTo>
                <a:lnTo>
                  <a:pt x="115" y="481"/>
                </a:lnTo>
                <a:lnTo>
                  <a:pt x="115" y="272"/>
                </a:lnTo>
                <a:lnTo>
                  <a:pt x="115" y="272"/>
                </a:lnTo>
                <a:lnTo>
                  <a:pt x="114" y="261"/>
                </a:lnTo>
                <a:lnTo>
                  <a:pt x="110" y="251"/>
                </a:lnTo>
                <a:lnTo>
                  <a:pt x="105" y="244"/>
                </a:lnTo>
                <a:lnTo>
                  <a:pt x="98" y="238"/>
                </a:lnTo>
                <a:lnTo>
                  <a:pt x="98" y="238"/>
                </a:lnTo>
                <a:lnTo>
                  <a:pt x="90" y="236"/>
                </a:lnTo>
                <a:lnTo>
                  <a:pt x="77" y="235"/>
                </a:lnTo>
                <a:lnTo>
                  <a:pt x="49" y="232"/>
                </a:lnTo>
                <a:lnTo>
                  <a:pt x="49" y="186"/>
                </a:lnTo>
                <a:lnTo>
                  <a:pt x="232" y="186"/>
                </a:lnTo>
                <a:lnTo>
                  <a:pt x="232" y="186"/>
                </a:lnTo>
                <a:lnTo>
                  <a:pt x="257" y="187"/>
                </a:lnTo>
                <a:lnTo>
                  <a:pt x="278" y="188"/>
                </a:lnTo>
                <a:lnTo>
                  <a:pt x="298" y="192"/>
                </a:lnTo>
                <a:lnTo>
                  <a:pt x="316" y="197"/>
                </a:lnTo>
                <a:lnTo>
                  <a:pt x="316" y="197"/>
                </a:lnTo>
                <a:close/>
                <a:moveTo>
                  <a:pt x="222" y="518"/>
                </a:moveTo>
                <a:lnTo>
                  <a:pt x="222" y="518"/>
                </a:lnTo>
                <a:lnTo>
                  <a:pt x="241" y="516"/>
                </a:lnTo>
                <a:lnTo>
                  <a:pt x="251" y="514"/>
                </a:lnTo>
                <a:lnTo>
                  <a:pt x="259" y="512"/>
                </a:lnTo>
                <a:lnTo>
                  <a:pt x="267" y="509"/>
                </a:lnTo>
                <a:lnTo>
                  <a:pt x="274" y="505"/>
                </a:lnTo>
                <a:lnTo>
                  <a:pt x="280" y="500"/>
                </a:lnTo>
                <a:lnTo>
                  <a:pt x="285" y="496"/>
                </a:lnTo>
                <a:lnTo>
                  <a:pt x="285" y="496"/>
                </a:lnTo>
                <a:lnTo>
                  <a:pt x="291" y="485"/>
                </a:lnTo>
                <a:lnTo>
                  <a:pt x="296" y="475"/>
                </a:lnTo>
                <a:lnTo>
                  <a:pt x="297" y="462"/>
                </a:lnTo>
                <a:lnTo>
                  <a:pt x="298" y="445"/>
                </a:lnTo>
                <a:lnTo>
                  <a:pt x="298" y="445"/>
                </a:lnTo>
                <a:lnTo>
                  <a:pt x="297" y="432"/>
                </a:lnTo>
                <a:lnTo>
                  <a:pt x="296" y="421"/>
                </a:lnTo>
                <a:lnTo>
                  <a:pt x="293" y="414"/>
                </a:lnTo>
                <a:lnTo>
                  <a:pt x="288" y="408"/>
                </a:lnTo>
                <a:lnTo>
                  <a:pt x="285" y="403"/>
                </a:lnTo>
                <a:lnTo>
                  <a:pt x="279" y="399"/>
                </a:lnTo>
                <a:lnTo>
                  <a:pt x="265" y="388"/>
                </a:lnTo>
                <a:lnTo>
                  <a:pt x="265" y="388"/>
                </a:lnTo>
                <a:lnTo>
                  <a:pt x="259" y="386"/>
                </a:lnTo>
                <a:lnTo>
                  <a:pt x="252" y="383"/>
                </a:lnTo>
                <a:lnTo>
                  <a:pt x="234" y="380"/>
                </a:lnTo>
                <a:lnTo>
                  <a:pt x="214" y="377"/>
                </a:lnTo>
                <a:lnTo>
                  <a:pt x="192" y="377"/>
                </a:lnTo>
                <a:lnTo>
                  <a:pt x="192" y="484"/>
                </a:lnTo>
                <a:lnTo>
                  <a:pt x="192" y="484"/>
                </a:lnTo>
                <a:lnTo>
                  <a:pt x="193" y="497"/>
                </a:lnTo>
                <a:lnTo>
                  <a:pt x="194" y="501"/>
                </a:lnTo>
                <a:lnTo>
                  <a:pt x="195" y="505"/>
                </a:lnTo>
                <a:lnTo>
                  <a:pt x="195" y="505"/>
                </a:lnTo>
                <a:lnTo>
                  <a:pt x="200" y="511"/>
                </a:lnTo>
                <a:lnTo>
                  <a:pt x="206" y="514"/>
                </a:lnTo>
                <a:lnTo>
                  <a:pt x="213" y="517"/>
                </a:lnTo>
                <a:lnTo>
                  <a:pt x="222" y="518"/>
                </a:lnTo>
                <a:lnTo>
                  <a:pt x="222" y="518"/>
                </a:lnTo>
                <a:close/>
                <a:moveTo>
                  <a:pt x="1417" y="0"/>
                </a:moveTo>
                <a:lnTo>
                  <a:pt x="1040" y="0"/>
                </a:lnTo>
                <a:lnTo>
                  <a:pt x="1040" y="708"/>
                </a:lnTo>
                <a:lnTo>
                  <a:pt x="1417" y="708"/>
                </a:lnTo>
                <a:lnTo>
                  <a:pt x="1417" y="708"/>
                </a:lnTo>
                <a:lnTo>
                  <a:pt x="1427" y="708"/>
                </a:lnTo>
                <a:lnTo>
                  <a:pt x="1436" y="706"/>
                </a:lnTo>
                <a:lnTo>
                  <a:pt x="1446" y="703"/>
                </a:lnTo>
                <a:lnTo>
                  <a:pt x="1454" y="701"/>
                </a:lnTo>
                <a:lnTo>
                  <a:pt x="1462" y="696"/>
                </a:lnTo>
                <a:lnTo>
                  <a:pt x="1471" y="692"/>
                </a:lnTo>
                <a:lnTo>
                  <a:pt x="1478" y="687"/>
                </a:lnTo>
                <a:lnTo>
                  <a:pt x="1485" y="681"/>
                </a:lnTo>
                <a:lnTo>
                  <a:pt x="1491" y="674"/>
                </a:lnTo>
                <a:lnTo>
                  <a:pt x="1495" y="667"/>
                </a:lnTo>
                <a:lnTo>
                  <a:pt x="1500" y="659"/>
                </a:lnTo>
                <a:lnTo>
                  <a:pt x="1505" y="650"/>
                </a:lnTo>
                <a:lnTo>
                  <a:pt x="1507" y="642"/>
                </a:lnTo>
                <a:lnTo>
                  <a:pt x="1510" y="633"/>
                </a:lnTo>
                <a:lnTo>
                  <a:pt x="1512" y="623"/>
                </a:lnTo>
                <a:lnTo>
                  <a:pt x="1512" y="614"/>
                </a:lnTo>
                <a:lnTo>
                  <a:pt x="1512" y="94"/>
                </a:lnTo>
                <a:lnTo>
                  <a:pt x="1512" y="94"/>
                </a:lnTo>
                <a:lnTo>
                  <a:pt x="1512" y="85"/>
                </a:lnTo>
                <a:lnTo>
                  <a:pt x="1510" y="75"/>
                </a:lnTo>
                <a:lnTo>
                  <a:pt x="1507" y="66"/>
                </a:lnTo>
                <a:lnTo>
                  <a:pt x="1505" y="57"/>
                </a:lnTo>
                <a:lnTo>
                  <a:pt x="1500" y="49"/>
                </a:lnTo>
                <a:lnTo>
                  <a:pt x="1495" y="41"/>
                </a:lnTo>
                <a:lnTo>
                  <a:pt x="1491" y="34"/>
                </a:lnTo>
                <a:lnTo>
                  <a:pt x="1485" y="27"/>
                </a:lnTo>
                <a:lnTo>
                  <a:pt x="1478" y="21"/>
                </a:lnTo>
                <a:lnTo>
                  <a:pt x="1471" y="16"/>
                </a:lnTo>
                <a:lnTo>
                  <a:pt x="1462" y="11"/>
                </a:lnTo>
                <a:lnTo>
                  <a:pt x="1454" y="7"/>
                </a:lnTo>
                <a:lnTo>
                  <a:pt x="1446" y="4"/>
                </a:lnTo>
                <a:lnTo>
                  <a:pt x="1436" y="2"/>
                </a:lnTo>
                <a:lnTo>
                  <a:pt x="1427" y="0"/>
                </a:lnTo>
                <a:lnTo>
                  <a:pt x="1417" y="0"/>
                </a:lnTo>
                <a:lnTo>
                  <a:pt x="1417" y="0"/>
                </a:lnTo>
                <a:close/>
                <a:moveTo>
                  <a:pt x="1394" y="614"/>
                </a:moveTo>
                <a:lnTo>
                  <a:pt x="1158" y="614"/>
                </a:lnTo>
                <a:lnTo>
                  <a:pt x="1158" y="614"/>
                </a:lnTo>
                <a:lnTo>
                  <a:pt x="1153" y="614"/>
                </a:lnTo>
                <a:lnTo>
                  <a:pt x="1148" y="611"/>
                </a:lnTo>
                <a:lnTo>
                  <a:pt x="1145" y="610"/>
                </a:lnTo>
                <a:lnTo>
                  <a:pt x="1141" y="607"/>
                </a:lnTo>
                <a:lnTo>
                  <a:pt x="1138" y="603"/>
                </a:lnTo>
                <a:lnTo>
                  <a:pt x="1136" y="599"/>
                </a:lnTo>
                <a:lnTo>
                  <a:pt x="1134" y="595"/>
                </a:lnTo>
                <a:lnTo>
                  <a:pt x="1134" y="590"/>
                </a:lnTo>
                <a:lnTo>
                  <a:pt x="1134" y="590"/>
                </a:lnTo>
                <a:lnTo>
                  <a:pt x="1134" y="585"/>
                </a:lnTo>
                <a:lnTo>
                  <a:pt x="1136" y="581"/>
                </a:lnTo>
                <a:lnTo>
                  <a:pt x="1138" y="577"/>
                </a:lnTo>
                <a:lnTo>
                  <a:pt x="1141" y="573"/>
                </a:lnTo>
                <a:lnTo>
                  <a:pt x="1145" y="570"/>
                </a:lnTo>
                <a:lnTo>
                  <a:pt x="1148" y="569"/>
                </a:lnTo>
                <a:lnTo>
                  <a:pt x="1153" y="566"/>
                </a:lnTo>
                <a:lnTo>
                  <a:pt x="1158" y="566"/>
                </a:lnTo>
                <a:lnTo>
                  <a:pt x="1394" y="566"/>
                </a:lnTo>
                <a:lnTo>
                  <a:pt x="1394" y="566"/>
                </a:lnTo>
                <a:lnTo>
                  <a:pt x="1399" y="566"/>
                </a:lnTo>
                <a:lnTo>
                  <a:pt x="1403" y="569"/>
                </a:lnTo>
                <a:lnTo>
                  <a:pt x="1407" y="570"/>
                </a:lnTo>
                <a:lnTo>
                  <a:pt x="1410" y="573"/>
                </a:lnTo>
                <a:lnTo>
                  <a:pt x="1414" y="577"/>
                </a:lnTo>
                <a:lnTo>
                  <a:pt x="1415" y="581"/>
                </a:lnTo>
                <a:lnTo>
                  <a:pt x="1417" y="585"/>
                </a:lnTo>
                <a:lnTo>
                  <a:pt x="1417" y="590"/>
                </a:lnTo>
                <a:lnTo>
                  <a:pt x="1417" y="590"/>
                </a:lnTo>
                <a:lnTo>
                  <a:pt x="1417" y="595"/>
                </a:lnTo>
                <a:lnTo>
                  <a:pt x="1415" y="599"/>
                </a:lnTo>
                <a:lnTo>
                  <a:pt x="1414" y="603"/>
                </a:lnTo>
                <a:lnTo>
                  <a:pt x="1410" y="607"/>
                </a:lnTo>
                <a:lnTo>
                  <a:pt x="1407" y="610"/>
                </a:lnTo>
                <a:lnTo>
                  <a:pt x="1403" y="611"/>
                </a:lnTo>
                <a:lnTo>
                  <a:pt x="1399" y="614"/>
                </a:lnTo>
                <a:lnTo>
                  <a:pt x="1394" y="614"/>
                </a:lnTo>
                <a:lnTo>
                  <a:pt x="1394" y="614"/>
                </a:lnTo>
                <a:close/>
                <a:moveTo>
                  <a:pt x="1463" y="209"/>
                </a:moveTo>
                <a:lnTo>
                  <a:pt x="1463" y="209"/>
                </a:lnTo>
                <a:lnTo>
                  <a:pt x="1455" y="209"/>
                </a:lnTo>
                <a:lnTo>
                  <a:pt x="1443" y="211"/>
                </a:lnTo>
                <a:lnTo>
                  <a:pt x="1443" y="211"/>
                </a:lnTo>
                <a:lnTo>
                  <a:pt x="1430" y="214"/>
                </a:lnTo>
                <a:lnTo>
                  <a:pt x="1421" y="219"/>
                </a:lnTo>
                <a:lnTo>
                  <a:pt x="1421" y="219"/>
                </a:lnTo>
                <a:lnTo>
                  <a:pt x="1420" y="222"/>
                </a:lnTo>
                <a:lnTo>
                  <a:pt x="1419" y="223"/>
                </a:lnTo>
                <a:lnTo>
                  <a:pt x="1420" y="229"/>
                </a:lnTo>
                <a:lnTo>
                  <a:pt x="1422" y="236"/>
                </a:lnTo>
                <a:lnTo>
                  <a:pt x="1422" y="239"/>
                </a:lnTo>
                <a:lnTo>
                  <a:pt x="1422" y="244"/>
                </a:lnTo>
                <a:lnTo>
                  <a:pt x="1422" y="244"/>
                </a:lnTo>
                <a:lnTo>
                  <a:pt x="1419" y="264"/>
                </a:lnTo>
                <a:lnTo>
                  <a:pt x="1419" y="289"/>
                </a:lnTo>
                <a:lnTo>
                  <a:pt x="1419" y="405"/>
                </a:lnTo>
                <a:lnTo>
                  <a:pt x="1419" y="405"/>
                </a:lnTo>
                <a:lnTo>
                  <a:pt x="1417" y="413"/>
                </a:lnTo>
                <a:lnTo>
                  <a:pt x="1416" y="420"/>
                </a:lnTo>
                <a:lnTo>
                  <a:pt x="1413" y="433"/>
                </a:lnTo>
                <a:lnTo>
                  <a:pt x="1407" y="446"/>
                </a:lnTo>
                <a:lnTo>
                  <a:pt x="1401" y="457"/>
                </a:lnTo>
                <a:lnTo>
                  <a:pt x="1401" y="457"/>
                </a:lnTo>
                <a:lnTo>
                  <a:pt x="1393" y="468"/>
                </a:lnTo>
                <a:lnTo>
                  <a:pt x="1382" y="479"/>
                </a:lnTo>
                <a:lnTo>
                  <a:pt x="1371" y="490"/>
                </a:lnTo>
                <a:lnTo>
                  <a:pt x="1361" y="498"/>
                </a:lnTo>
                <a:lnTo>
                  <a:pt x="1361" y="498"/>
                </a:lnTo>
                <a:lnTo>
                  <a:pt x="1350" y="504"/>
                </a:lnTo>
                <a:lnTo>
                  <a:pt x="1342" y="509"/>
                </a:lnTo>
                <a:lnTo>
                  <a:pt x="1331" y="513"/>
                </a:lnTo>
                <a:lnTo>
                  <a:pt x="1321" y="516"/>
                </a:lnTo>
                <a:lnTo>
                  <a:pt x="1321" y="516"/>
                </a:lnTo>
                <a:lnTo>
                  <a:pt x="1308" y="518"/>
                </a:lnTo>
                <a:lnTo>
                  <a:pt x="1292" y="519"/>
                </a:lnTo>
                <a:lnTo>
                  <a:pt x="1265" y="519"/>
                </a:lnTo>
                <a:lnTo>
                  <a:pt x="1265" y="519"/>
                </a:lnTo>
                <a:lnTo>
                  <a:pt x="1250" y="518"/>
                </a:lnTo>
                <a:lnTo>
                  <a:pt x="1234" y="517"/>
                </a:lnTo>
                <a:lnTo>
                  <a:pt x="1220" y="514"/>
                </a:lnTo>
                <a:lnTo>
                  <a:pt x="1207" y="511"/>
                </a:lnTo>
                <a:lnTo>
                  <a:pt x="1207" y="511"/>
                </a:lnTo>
                <a:lnTo>
                  <a:pt x="1195" y="506"/>
                </a:lnTo>
                <a:lnTo>
                  <a:pt x="1184" y="500"/>
                </a:lnTo>
                <a:lnTo>
                  <a:pt x="1174" y="494"/>
                </a:lnTo>
                <a:lnTo>
                  <a:pt x="1165" y="487"/>
                </a:lnTo>
                <a:lnTo>
                  <a:pt x="1165" y="487"/>
                </a:lnTo>
                <a:lnTo>
                  <a:pt x="1156" y="480"/>
                </a:lnTo>
                <a:lnTo>
                  <a:pt x="1149" y="472"/>
                </a:lnTo>
                <a:lnTo>
                  <a:pt x="1145" y="464"/>
                </a:lnTo>
                <a:lnTo>
                  <a:pt x="1139" y="454"/>
                </a:lnTo>
                <a:lnTo>
                  <a:pt x="1139" y="454"/>
                </a:lnTo>
                <a:lnTo>
                  <a:pt x="1135" y="445"/>
                </a:lnTo>
                <a:lnTo>
                  <a:pt x="1133" y="435"/>
                </a:lnTo>
                <a:lnTo>
                  <a:pt x="1132" y="426"/>
                </a:lnTo>
                <a:lnTo>
                  <a:pt x="1130" y="415"/>
                </a:lnTo>
                <a:lnTo>
                  <a:pt x="1130" y="243"/>
                </a:lnTo>
                <a:lnTo>
                  <a:pt x="1130" y="243"/>
                </a:lnTo>
                <a:lnTo>
                  <a:pt x="1129" y="235"/>
                </a:lnTo>
                <a:lnTo>
                  <a:pt x="1128" y="227"/>
                </a:lnTo>
                <a:lnTo>
                  <a:pt x="1128" y="227"/>
                </a:lnTo>
                <a:lnTo>
                  <a:pt x="1123" y="222"/>
                </a:lnTo>
                <a:lnTo>
                  <a:pt x="1116" y="217"/>
                </a:lnTo>
                <a:lnTo>
                  <a:pt x="1116" y="217"/>
                </a:lnTo>
                <a:lnTo>
                  <a:pt x="1109" y="213"/>
                </a:lnTo>
                <a:lnTo>
                  <a:pt x="1100" y="211"/>
                </a:lnTo>
                <a:lnTo>
                  <a:pt x="1100" y="211"/>
                </a:lnTo>
                <a:lnTo>
                  <a:pt x="1083" y="209"/>
                </a:lnTo>
                <a:lnTo>
                  <a:pt x="1083" y="190"/>
                </a:lnTo>
                <a:lnTo>
                  <a:pt x="1233" y="190"/>
                </a:lnTo>
                <a:lnTo>
                  <a:pt x="1233" y="209"/>
                </a:lnTo>
                <a:lnTo>
                  <a:pt x="1233" y="209"/>
                </a:lnTo>
                <a:lnTo>
                  <a:pt x="1215" y="211"/>
                </a:lnTo>
                <a:lnTo>
                  <a:pt x="1215" y="211"/>
                </a:lnTo>
                <a:lnTo>
                  <a:pt x="1200" y="214"/>
                </a:lnTo>
                <a:lnTo>
                  <a:pt x="1200" y="214"/>
                </a:lnTo>
                <a:lnTo>
                  <a:pt x="1195" y="216"/>
                </a:lnTo>
                <a:lnTo>
                  <a:pt x="1192" y="218"/>
                </a:lnTo>
                <a:lnTo>
                  <a:pt x="1190" y="222"/>
                </a:lnTo>
                <a:lnTo>
                  <a:pt x="1188" y="224"/>
                </a:lnTo>
                <a:lnTo>
                  <a:pt x="1188" y="224"/>
                </a:lnTo>
                <a:lnTo>
                  <a:pt x="1185" y="232"/>
                </a:lnTo>
                <a:lnTo>
                  <a:pt x="1182" y="236"/>
                </a:lnTo>
                <a:lnTo>
                  <a:pt x="1182" y="239"/>
                </a:lnTo>
                <a:lnTo>
                  <a:pt x="1181" y="385"/>
                </a:lnTo>
                <a:lnTo>
                  <a:pt x="1181" y="385"/>
                </a:lnTo>
                <a:lnTo>
                  <a:pt x="1181" y="399"/>
                </a:lnTo>
                <a:lnTo>
                  <a:pt x="1184" y="414"/>
                </a:lnTo>
                <a:lnTo>
                  <a:pt x="1184" y="414"/>
                </a:lnTo>
                <a:lnTo>
                  <a:pt x="1186" y="422"/>
                </a:lnTo>
                <a:lnTo>
                  <a:pt x="1191" y="429"/>
                </a:lnTo>
                <a:lnTo>
                  <a:pt x="1201" y="444"/>
                </a:lnTo>
                <a:lnTo>
                  <a:pt x="1201" y="444"/>
                </a:lnTo>
                <a:lnTo>
                  <a:pt x="1206" y="451"/>
                </a:lnTo>
                <a:lnTo>
                  <a:pt x="1213" y="457"/>
                </a:lnTo>
                <a:lnTo>
                  <a:pt x="1220" y="461"/>
                </a:lnTo>
                <a:lnTo>
                  <a:pt x="1227" y="466"/>
                </a:lnTo>
                <a:lnTo>
                  <a:pt x="1227" y="466"/>
                </a:lnTo>
                <a:lnTo>
                  <a:pt x="1237" y="471"/>
                </a:lnTo>
                <a:lnTo>
                  <a:pt x="1247" y="473"/>
                </a:lnTo>
                <a:lnTo>
                  <a:pt x="1260" y="475"/>
                </a:lnTo>
                <a:lnTo>
                  <a:pt x="1275" y="475"/>
                </a:lnTo>
                <a:lnTo>
                  <a:pt x="1275" y="475"/>
                </a:lnTo>
                <a:lnTo>
                  <a:pt x="1290" y="475"/>
                </a:lnTo>
                <a:lnTo>
                  <a:pt x="1305" y="473"/>
                </a:lnTo>
                <a:lnTo>
                  <a:pt x="1319" y="471"/>
                </a:lnTo>
                <a:lnTo>
                  <a:pt x="1331" y="466"/>
                </a:lnTo>
                <a:lnTo>
                  <a:pt x="1331" y="466"/>
                </a:lnTo>
                <a:lnTo>
                  <a:pt x="1339" y="461"/>
                </a:lnTo>
                <a:lnTo>
                  <a:pt x="1345" y="457"/>
                </a:lnTo>
                <a:lnTo>
                  <a:pt x="1356" y="444"/>
                </a:lnTo>
                <a:lnTo>
                  <a:pt x="1356" y="444"/>
                </a:lnTo>
                <a:lnTo>
                  <a:pt x="1361" y="437"/>
                </a:lnTo>
                <a:lnTo>
                  <a:pt x="1364" y="429"/>
                </a:lnTo>
                <a:lnTo>
                  <a:pt x="1368" y="422"/>
                </a:lnTo>
                <a:lnTo>
                  <a:pt x="1370" y="414"/>
                </a:lnTo>
                <a:lnTo>
                  <a:pt x="1370" y="414"/>
                </a:lnTo>
                <a:lnTo>
                  <a:pt x="1371" y="407"/>
                </a:lnTo>
                <a:lnTo>
                  <a:pt x="1371" y="400"/>
                </a:lnTo>
                <a:lnTo>
                  <a:pt x="1370" y="385"/>
                </a:lnTo>
                <a:lnTo>
                  <a:pt x="1370" y="291"/>
                </a:lnTo>
                <a:lnTo>
                  <a:pt x="1370" y="291"/>
                </a:lnTo>
                <a:lnTo>
                  <a:pt x="1369" y="266"/>
                </a:lnTo>
                <a:lnTo>
                  <a:pt x="1367" y="245"/>
                </a:lnTo>
                <a:lnTo>
                  <a:pt x="1367" y="245"/>
                </a:lnTo>
                <a:lnTo>
                  <a:pt x="1363" y="231"/>
                </a:lnTo>
                <a:lnTo>
                  <a:pt x="1362" y="225"/>
                </a:lnTo>
                <a:lnTo>
                  <a:pt x="1358" y="222"/>
                </a:lnTo>
                <a:lnTo>
                  <a:pt x="1358" y="222"/>
                </a:lnTo>
                <a:lnTo>
                  <a:pt x="1348" y="217"/>
                </a:lnTo>
                <a:lnTo>
                  <a:pt x="1335" y="212"/>
                </a:lnTo>
                <a:lnTo>
                  <a:pt x="1335" y="212"/>
                </a:lnTo>
                <a:lnTo>
                  <a:pt x="1324" y="210"/>
                </a:lnTo>
                <a:lnTo>
                  <a:pt x="1317" y="209"/>
                </a:lnTo>
                <a:lnTo>
                  <a:pt x="1317" y="190"/>
                </a:lnTo>
                <a:lnTo>
                  <a:pt x="1463" y="190"/>
                </a:lnTo>
                <a:lnTo>
                  <a:pt x="1463" y="209"/>
                </a:lnTo>
                <a:close/>
                <a:moveTo>
                  <a:pt x="520" y="708"/>
                </a:moveTo>
                <a:lnTo>
                  <a:pt x="991" y="708"/>
                </a:lnTo>
                <a:lnTo>
                  <a:pt x="992" y="0"/>
                </a:lnTo>
                <a:lnTo>
                  <a:pt x="520" y="0"/>
                </a:lnTo>
                <a:lnTo>
                  <a:pt x="520" y="708"/>
                </a:lnTo>
                <a:close/>
                <a:moveTo>
                  <a:pt x="629" y="522"/>
                </a:moveTo>
                <a:lnTo>
                  <a:pt x="629" y="522"/>
                </a:lnTo>
                <a:lnTo>
                  <a:pt x="651" y="520"/>
                </a:lnTo>
                <a:lnTo>
                  <a:pt x="651" y="520"/>
                </a:lnTo>
                <a:lnTo>
                  <a:pt x="663" y="518"/>
                </a:lnTo>
                <a:lnTo>
                  <a:pt x="671" y="517"/>
                </a:lnTo>
                <a:lnTo>
                  <a:pt x="671" y="517"/>
                </a:lnTo>
                <a:lnTo>
                  <a:pt x="681" y="512"/>
                </a:lnTo>
                <a:lnTo>
                  <a:pt x="684" y="509"/>
                </a:lnTo>
                <a:lnTo>
                  <a:pt x="688" y="506"/>
                </a:lnTo>
                <a:lnTo>
                  <a:pt x="688" y="506"/>
                </a:lnTo>
                <a:lnTo>
                  <a:pt x="692" y="498"/>
                </a:lnTo>
                <a:lnTo>
                  <a:pt x="695" y="490"/>
                </a:lnTo>
                <a:lnTo>
                  <a:pt x="761" y="262"/>
                </a:lnTo>
                <a:lnTo>
                  <a:pt x="761" y="262"/>
                </a:lnTo>
                <a:lnTo>
                  <a:pt x="762" y="256"/>
                </a:lnTo>
                <a:lnTo>
                  <a:pt x="762" y="256"/>
                </a:lnTo>
                <a:lnTo>
                  <a:pt x="762" y="251"/>
                </a:lnTo>
                <a:lnTo>
                  <a:pt x="762" y="251"/>
                </a:lnTo>
                <a:lnTo>
                  <a:pt x="762" y="246"/>
                </a:lnTo>
                <a:lnTo>
                  <a:pt x="760" y="242"/>
                </a:lnTo>
                <a:lnTo>
                  <a:pt x="760" y="242"/>
                </a:lnTo>
                <a:lnTo>
                  <a:pt x="756" y="238"/>
                </a:lnTo>
                <a:lnTo>
                  <a:pt x="750" y="235"/>
                </a:lnTo>
                <a:lnTo>
                  <a:pt x="750" y="235"/>
                </a:lnTo>
                <a:lnTo>
                  <a:pt x="742" y="231"/>
                </a:lnTo>
                <a:lnTo>
                  <a:pt x="730" y="227"/>
                </a:lnTo>
                <a:lnTo>
                  <a:pt x="730" y="227"/>
                </a:lnTo>
                <a:lnTo>
                  <a:pt x="711" y="224"/>
                </a:lnTo>
                <a:lnTo>
                  <a:pt x="715" y="188"/>
                </a:lnTo>
                <a:lnTo>
                  <a:pt x="892" y="188"/>
                </a:lnTo>
                <a:lnTo>
                  <a:pt x="888" y="224"/>
                </a:lnTo>
                <a:lnTo>
                  <a:pt x="888" y="224"/>
                </a:lnTo>
                <a:lnTo>
                  <a:pt x="866" y="226"/>
                </a:lnTo>
                <a:lnTo>
                  <a:pt x="866" y="226"/>
                </a:lnTo>
                <a:lnTo>
                  <a:pt x="845" y="231"/>
                </a:lnTo>
                <a:lnTo>
                  <a:pt x="845" y="231"/>
                </a:lnTo>
                <a:lnTo>
                  <a:pt x="840" y="233"/>
                </a:lnTo>
                <a:lnTo>
                  <a:pt x="835" y="236"/>
                </a:lnTo>
                <a:lnTo>
                  <a:pt x="832" y="238"/>
                </a:lnTo>
                <a:lnTo>
                  <a:pt x="828" y="242"/>
                </a:lnTo>
                <a:lnTo>
                  <a:pt x="828" y="242"/>
                </a:lnTo>
                <a:lnTo>
                  <a:pt x="825" y="250"/>
                </a:lnTo>
                <a:lnTo>
                  <a:pt x="821" y="258"/>
                </a:lnTo>
                <a:lnTo>
                  <a:pt x="755" y="486"/>
                </a:lnTo>
                <a:lnTo>
                  <a:pt x="755" y="486"/>
                </a:lnTo>
                <a:lnTo>
                  <a:pt x="754" y="491"/>
                </a:lnTo>
                <a:lnTo>
                  <a:pt x="754" y="491"/>
                </a:lnTo>
                <a:lnTo>
                  <a:pt x="754" y="496"/>
                </a:lnTo>
                <a:lnTo>
                  <a:pt x="754" y="496"/>
                </a:lnTo>
                <a:lnTo>
                  <a:pt x="754" y="501"/>
                </a:lnTo>
                <a:lnTo>
                  <a:pt x="756" y="506"/>
                </a:lnTo>
                <a:lnTo>
                  <a:pt x="756" y="506"/>
                </a:lnTo>
                <a:lnTo>
                  <a:pt x="761" y="510"/>
                </a:lnTo>
                <a:lnTo>
                  <a:pt x="767" y="513"/>
                </a:lnTo>
                <a:lnTo>
                  <a:pt x="767" y="513"/>
                </a:lnTo>
                <a:lnTo>
                  <a:pt x="773" y="516"/>
                </a:lnTo>
                <a:lnTo>
                  <a:pt x="784" y="518"/>
                </a:lnTo>
                <a:lnTo>
                  <a:pt x="784" y="518"/>
                </a:lnTo>
                <a:lnTo>
                  <a:pt x="806" y="522"/>
                </a:lnTo>
                <a:lnTo>
                  <a:pt x="801" y="569"/>
                </a:lnTo>
                <a:lnTo>
                  <a:pt x="624" y="569"/>
                </a:lnTo>
                <a:lnTo>
                  <a:pt x="629" y="52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2"/>
          <p:cNvSpPr>
            <a:spLocks noChangeAspect="1" noEditPoints="1"/>
          </p:cNvSpPr>
          <p:nvPr/>
        </p:nvSpPr>
        <p:spPr bwMode="auto">
          <a:xfrm>
            <a:off x="7725308" y="4867502"/>
            <a:ext cx="1080000" cy="505714"/>
          </a:xfrm>
          <a:custGeom>
            <a:avLst/>
            <a:gdLst>
              <a:gd name="T0" fmla="*/ 239 w 1512"/>
              <a:gd name="T1" fmla="*/ 437 h 708"/>
              <a:gd name="T2" fmla="*/ 269 w 1512"/>
              <a:gd name="T3" fmla="*/ 471 h 708"/>
              <a:gd name="T4" fmla="*/ 338 w 1512"/>
              <a:gd name="T5" fmla="*/ 438 h 708"/>
              <a:gd name="T6" fmla="*/ 332 w 1512"/>
              <a:gd name="T7" fmla="*/ 356 h 708"/>
              <a:gd name="T8" fmla="*/ 308 w 1512"/>
              <a:gd name="T9" fmla="*/ 194 h 708"/>
              <a:gd name="T10" fmla="*/ 245 w 1512"/>
              <a:gd name="T11" fmla="*/ 193 h 708"/>
              <a:gd name="T12" fmla="*/ 294 w 1512"/>
              <a:gd name="T13" fmla="*/ 277 h 708"/>
              <a:gd name="T14" fmla="*/ 330 w 1512"/>
              <a:gd name="T15" fmla="*/ 237 h 708"/>
              <a:gd name="T16" fmla="*/ 80 w 1512"/>
              <a:gd name="T17" fmla="*/ 0 h 708"/>
              <a:gd name="T18" fmla="*/ 6 w 1512"/>
              <a:gd name="T19" fmla="*/ 49 h 708"/>
              <a:gd name="T20" fmla="*/ 12 w 1512"/>
              <a:gd name="T21" fmla="*/ 661 h 708"/>
              <a:gd name="T22" fmla="*/ 89 w 1512"/>
              <a:gd name="T23" fmla="*/ 708 h 708"/>
              <a:gd name="T24" fmla="*/ 1494 w 1512"/>
              <a:gd name="T25" fmla="*/ 662 h 708"/>
              <a:gd name="T26" fmla="*/ 1508 w 1512"/>
              <a:gd name="T27" fmla="*/ 67 h 708"/>
              <a:gd name="T28" fmla="*/ 1460 w 1512"/>
              <a:gd name="T29" fmla="*/ 8 h 708"/>
              <a:gd name="T30" fmla="*/ 401 w 1512"/>
              <a:gd name="T31" fmla="*/ 353 h 708"/>
              <a:gd name="T32" fmla="*/ 423 w 1512"/>
              <a:gd name="T33" fmla="*/ 438 h 708"/>
              <a:gd name="T34" fmla="*/ 352 w 1512"/>
              <a:gd name="T35" fmla="*/ 510 h 708"/>
              <a:gd name="T36" fmla="*/ 124 w 1512"/>
              <a:gd name="T37" fmla="*/ 472 h 708"/>
              <a:gd name="T38" fmla="*/ 162 w 1512"/>
              <a:gd name="T39" fmla="*/ 434 h 708"/>
              <a:gd name="T40" fmla="*/ 124 w 1512"/>
              <a:gd name="T41" fmla="*/ 187 h 708"/>
              <a:gd name="T42" fmla="*/ 363 w 1512"/>
              <a:gd name="T43" fmla="*/ 150 h 708"/>
              <a:gd name="T44" fmla="*/ 426 w 1512"/>
              <a:gd name="T45" fmla="*/ 230 h 708"/>
              <a:gd name="T46" fmla="*/ 401 w 1512"/>
              <a:gd name="T47" fmla="*/ 285 h 708"/>
              <a:gd name="T48" fmla="*/ 354 w 1512"/>
              <a:gd name="T49" fmla="*/ 317 h 708"/>
              <a:gd name="T50" fmla="*/ 501 w 1512"/>
              <a:gd name="T51" fmla="*/ 374 h 708"/>
              <a:gd name="T52" fmla="*/ 476 w 1512"/>
              <a:gd name="T53" fmla="*/ 311 h 708"/>
              <a:gd name="T54" fmla="*/ 539 w 1512"/>
              <a:gd name="T55" fmla="*/ 287 h 708"/>
              <a:gd name="T56" fmla="*/ 563 w 1512"/>
              <a:gd name="T57" fmla="*/ 349 h 708"/>
              <a:gd name="T58" fmla="*/ 888 w 1512"/>
              <a:gd name="T59" fmla="*/ 185 h 708"/>
              <a:gd name="T60" fmla="*/ 828 w 1512"/>
              <a:gd name="T61" fmla="*/ 203 h 708"/>
              <a:gd name="T62" fmla="*/ 754 w 1512"/>
              <a:gd name="T63" fmla="*/ 448 h 708"/>
              <a:gd name="T64" fmla="*/ 784 w 1512"/>
              <a:gd name="T65" fmla="*/ 471 h 708"/>
              <a:gd name="T66" fmla="*/ 663 w 1512"/>
              <a:gd name="T67" fmla="*/ 471 h 708"/>
              <a:gd name="T68" fmla="*/ 761 w 1512"/>
              <a:gd name="T69" fmla="*/ 214 h 708"/>
              <a:gd name="T70" fmla="*/ 759 w 1512"/>
              <a:gd name="T71" fmla="*/ 201 h 708"/>
              <a:gd name="T72" fmla="*/ 892 w 1512"/>
              <a:gd name="T73" fmla="*/ 141 h 708"/>
              <a:gd name="T74" fmla="*/ 901 w 1512"/>
              <a:gd name="T75" fmla="*/ 349 h 708"/>
              <a:gd name="T76" fmla="*/ 926 w 1512"/>
              <a:gd name="T77" fmla="*/ 287 h 708"/>
              <a:gd name="T78" fmla="*/ 989 w 1512"/>
              <a:gd name="T79" fmla="*/ 311 h 708"/>
              <a:gd name="T80" fmla="*/ 964 w 1512"/>
              <a:gd name="T81" fmla="*/ 374 h 708"/>
              <a:gd name="T82" fmla="*/ 1144 w 1512"/>
              <a:gd name="T83" fmla="*/ 563 h 708"/>
              <a:gd name="T84" fmla="*/ 1137 w 1512"/>
              <a:gd name="T85" fmla="*/ 530 h 708"/>
              <a:gd name="T86" fmla="*/ 1403 w 1512"/>
              <a:gd name="T87" fmla="*/ 522 h 708"/>
              <a:gd name="T88" fmla="*/ 1415 w 1512"/>
              <a:gd name="T89" fmla="*/ 552 h 708"/>
              <a:gd name="T90" fmla="*/ 1463 w 1512"/>
              <a:gd name="T91" fmla="*/ 161 h 708"/>
              <a:gd name="T92" fmla="*/ 1418 w 1512"/>
              <a:gd name="T93" fmla="*/ 181 h 708"/>
              <a:gd name="T94" fmla="*/ 1413 w 1512"/>
              <a:gd name="T95" fmla="*/ 386 h 708"/>
              <a:gd name="T96" fmla="*/ 1361 w 1512"/>
              <a:gd name="T97" fmla="*/ 451 h 708"/>
              <a:gd name="T98" fmla="*/ 1265 w 1512"/>
              <a:gd name="T99" fmla="*/ 472 h 708"/>
              <a:gd name="T100" fmla="*/ 1165 w 1512"/>
              <a:gd name="T101" fmla="*/ 440 h 708"/>
              <a:gd name="T102" fmla="*/ 1131 w 1512"/>
              <a:gd name="T103" fmla="*/ 379 h 708"/>
              <a:gd name="T104" fmla="*/ 1116 w 1512"/>
              <a:gd name="T105" fmla="*/ 170 h 708"/>
              <a:gd name="T106" fmla="*/ 1215 w 1512"/>
              <a:gd name="T107" fmla="*/ 164 h 708"/>
              <a:gd name="T108" fmla="*/ 1185 w 1512"/>
              <a:gd name="T109" fmla="*/ 185 h 708"/>
              <a:gd name="T110" fmla="*/ 1191 w 1512"/>
              <a:gd name="T111" fmla="*/ 382 h 708"/>
              <a:gd name="T112" fmla="*/ 1247 w 1512"/>
              <a:gd name="T113" fmla="*/ 426 h 708"/>
              <a:gd name="T114" fmla="*/ 1336 w 1512"/>
              <a:gd name="T115" fmla="*/ 418 h 708"/>
              <a:gd name="T116" fmla="*/ 1365 w 1512"/>
              <a:gd name="T117" fmla="*/ 367 h 708"/>
              <a:gd name="T118" fmla="*/ 1364 w 1512"/>
              <a:gd name="T119" fmla="*/ 190 h 708"/>
              <a:gd name="T120" fmla="*/ 1324 w 1512"/>
              <a:gd name="T121" fmla="*/ 163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12" h="708">
                <a:moveTo>
                  <a:pt x="312" y="341"/>
                </a:moveTo>
                <a:lnTo>
                  <a:pt x="312" y="341"/>
                </a:lnTo>
                <a:lnTo>
                  <a:pt x="306" y="338"/>
                </a:lnTo>
                <a:lnTo>
                  <a:pt x="299" y="336"/>
                </a:lnTo>
                <a:lnTo>
                  <a:pt x="281" y="333"/>
                </a:lnTo>
                <a:lnTo>
                  <a:pt x="260" y="331"/>
                </a:lnTo>
                <a:lnTo>
                  <a:pt x="238" y="331"/>
                </a:lnTo>
                <a:lnTo>
                  <a:pt x="239" y="437"/>
                </a:lnTo>
                <a:lnTo>
                  <a:pt x="239" y="437"/>
                </a:lnTo>
                <a:lnTo>
                  <a:pt x="240" y="449"/>
                </a:lnTo>
                <a:lnTo>
                  <a:pt x="241" y="454"/>
                </a:lnTo>
                <a:lnTo>
                  <a:pt x="242" y="458"/>
                </a:lnTo>
                <a:lnTo>
                  <a:pt x="242" y="458"/>
                </a:lnTo>
                <a:lnTo>
                  <a:pt x="247" y="464"/>
                </a:lnTo>
                <a:lnTo>
                  <a:pt x="253" y="467"/>
                </a:lnTo>
                <a:lnTo>
                  <a:pt x="260" y="470"/>
                </a:lnTo>
                <a:lnTo>
                  <a:pt x="269" y="471"/>
                </a:lnTo>
                <a:lnTo>
                  <a:pt x="269" y="471"/>
                </a:lnTo>
                <a:lnTo>
                  <a:pt x="288" y="468"/>
                </a:lnTo>
                <a:lnTo>
                  <a:pt x="298" y="467"/>
                </a:lnTo>
                <a:lnTo>
                  <a:pt x="306" y="465"/>
                </a:lnTo>
                <a:lnTo>
                  <a:pt x="314" y="461"/>
                </a:lnTo>
                <a:lnTo>
                  <a:pt x="321" y="458"/>
                </a:lnTo>
                <a:lnTo>
                  <a:pt x="327" y="453"/>
                </a:lnTo>
                <a:lnTo>
                  <a:pt x="332" y="448"/>
                </a:lnTo>
                <a:lnTo>
                  <a:pt x="332" y="448"/>
                </a:lnTo>
                <a:lnTo>
                  <a:pt x="338" y="438"/>
                </a:lnTo>
                <a:lnTo>
                  <a:pt x="343" y="428"/>
                </a:lnTo>
                <a:lnTo>
                  <a:pt x="344" y="415"/>
                </a:lnTo>
                <a:lnTo>
                  <a:pt x="345" y="398"/>
                </a:lnTo>
                <a:lnTo>
                  <a:pt x="345" y="398"/>
                </a:lnTo>
                <a:lnTo>
                  <a:pt x="344" y="385"/>
                </a:lnTo>
                <a:lnTo>
                  <a:pt x="343" y="374"/>
                </a:lnTo>
                <a:lnTo>
                  <a:pt x="340" y="367"/>
                </a:lnTo>
                <a:lnTo>
                  <a:pt x="336" y="361"/>
                </a:lnTo>
                <a:lnTo>
                  <a:pt x="332" y="356"/>
                </a:lnTo>
                <a:lnTo>
                  <a:pt x="326" y="351"/>
                </a:lnTo>
                <a:lnTo>
                  <a:pt x="312" y="341"/>
                </a:lnTo>
                <a:lnTo>
                  <a:pt x="312" y="341"/>
                </a:lnTo>
                <a:close/>
                <a:moveTo>
                  <a:pt x="321" y="209"/>
                </a:moveTo>
                <a:lnTo>
                  <a:pt x="321" y="209"/>
                </a:lnTo>
                <a:lnTo>
                  <a:pt x="320" y="205"/>
                </a:lnTo>
                <a:lnTo>
                  <a:pt x="318" y="201"/>
                </a:lnTo>
                <a:lnTo>
                  <a:pt x="314" y="198"/>
                </a:lnTo>
                <a:lnTo>
                  <a:pt x="308" y="194"/>
                </a:lnTo>
                <a:lnTo>
                  <a:pt x="300" y="191"/>
                </a:lnTo>
                <a:lnTo>
                  <a:pt x="290" y="187"/>
                </a:lnTo>
                <a:lnTo>
                  <a:pt x="275" y="187"/>
                </a:lnTo>
                <a:lnTo>
                  <a:pt x="275" y="187"/>
                </a:lnTo>
                <a:lnTo>
                  <a:pt x="266" y="187"/>
                </a:lnTo>
                <a:lnTo>
                  <a:pt x="258" y="188"/>
                </a:lnTo>
                <a:lnTo>
                  <a:pt x="249" y="190"/>
                </a:lnTo>
                <a:lnTo>
                  <a:pt x="245" y="193"/>
                </a:lnTo>
                <a:lnTo>
                  <a:pt x="245" y="193"/>
                </a:lnTo>
                <a:lnTo>
                  <a:pt x="241" y="197"/>
                </a:lnTo>
                <a:lnTo>
                  <a:pt x="239" y="201"/>
                </a:lnTo>
                <a:lnTo>
                  <a:pt x="238" y="207"/>
                </a:lnTo>
                <a:lnTo>
                  <a:pt x="238" y="214"/>
                </a:lnTo>
                <a:lnTo>
                  <a:pt x="238" y="283"/>
                </a:lnTo>
                <a:lnTo>
                  <a:pt x="238" y="283"/>
                </a:lnTo>
                <a:lnTo>
                  <a:pt x="262" y="283"/>
                </a:lnTo>
                <a:lnTo>
                  <a:pt x="285" y="279"/>
                </a:lnTo>
                <a:lnTo>
                  <a:pt x="294" y="277"/>
                </a:lnTo>
                <a:lnTo>
                  <a:pt x="302" y="275"/>
                </a:lnTo>
                <a:lnTo>
                  <a:pt x="310" y="271"/>
                </a:lnTo>
                <a:lnTo>
                  <a:pt x="314" y="268"/>
                </a:lnTo>
                <a:lnTo>
                  <a:pt x="314" y="268"/>
                </a:lnTo>
                <a:lnTo>
                  <a:pt x="319" y="263"/>
                </a:lnTo>
                <a:lnTo>
                  <a:pt x="323" y="257"/>
                </a:lnTo>
                <a:lnTo>
                  <a:pt x="326" y="252"/>
                </a:lnTo>
                <a:lnTo>
                  <a:pt x="327" y="248"/>
                </a:lnTo>
                <a:lnTo>
                  <a:pt x="330" y="237"/>
                </a:lnTo>
                <a:lnTo>
                  <a:pt x="328" y="229"/>
                </a:lnTo>
                <a:lnTo>
                  <a:pt x="326" y="220"/>
                </a:lnTo>
                <a:lnTo>
                  <a:pt x="324" y="214"/>
                </a:lnTo>
                <a:lnTo>
                  <a:pt x="321" y="209"/>
                </a:lnTo>
                <a:lnTo>
                  <a:pt x="321" y="209"/>
                </a:lnTo>
                <a:close/>
                <a:moveTo>
                  <a:pt x="1417" y="0"/>
                </a:moveTo>
                <a:lnTo>
                  <a:pt x="92" y="0"/>
                </a:lnTo>
                <a:lnTo>
                  <a:pt x="92" y="0"/>
                </a:lnTo>
                <a:lnTo>
                  <a:pt x="80" y="0"/>
                </a:lnTo>
                <a:lnTo>
                  <a:pt x="66" y="2"/>
                </a:lnTo>
                <a:lnTo>
                  <a:pt x="51" y="5"/>
                </a:lnTo>
                <a:lnTo>
                  <a:pt x="44" y="9"/>
                </a:lnTo>
                <a:lnTo>
                  <a:pt x="36" y="13"/>
                </a:lnTo>
                <a:lnTo>
                  <a:pt x="29" y="18"/>
                </a:lnTo>
                <a:lnTo>
                  <a:pt x="23" y="24"/>
                </a:lnTo>
                <a:lnTo>
                  <a:pt x="17" y="31"/>
                </a:lnTo>
                <a:lnTo>
                  <a:pt x="11" y="40"/>
                </a:lnTo>
                <a:lnTo>
                  <a:pt x="6" y="49"/>
                </a:lnTo>
                <a:lnTo>
                  <a:pt x="3" y="61"/>
                </a:lnTo>
                <a:lnTo>
                  <a:pt x="1" y="74"/>
                </a:lnTo>
                <a:lnTo>
                  <a:pt x="0" y="88"/>
                </a:lnTo>
                <a:lnTo>
                  <a:pt x="0" y="610"/>
                </a:lnTo>
                <a:lnTo>
                  <a:pt x="0" y="610"/>
                </a:lnTo>
                <a:lnTo>
                  <a:pt x="1" y="622"/>
                </a:lnTo>
                <a:lnTo>
                  <a:pt x="4" y="637"/>
                </a:lnTo>
                <a:lnTo>
                  <a:pt x="8" y="653"/>
                </a:lnTo>
                <a:lnTo>
                  <a:pt x="12" y="661"/>
                </a:lnTo>
                <a:lnTo>
                  <a:pt x="16" y="669"/>
                </a:lnTo>
                <a:lnTo>
                  <a:pt x="21" y="677"/>
                </a:lnTo>
                <a:lnTo>
                  <a:pt x="27" y="685"/>
                </a:lnTo>
                <a:lnTo>
                  <a:pt x="34" y="690"/>
                </a:lnTo>
                <a:lnTo>
                  <a:pt x="43" y="696"/>
                </a:lnTo>
                <a:lnTo>
                  <a:pt x="52" y="701"/>
                </a:lnTo>
                <a:lnTo>
                  <a:pt x="63" y="705"/>
                </a:lnTo>
                <a:lnTo>
                  <a:pt x="76" y="707"/>
                </a:lnTo>
                <a:lnTo>
                  <a:pt x="89" y="708"/>
                </a:lnTo>
                <a:lnTo>
                  <a:pt x="1415" y="708"/>
                </a:lnTo>
                <a:lnTo>
                  <a:pt x="1415" y="708"/>
                </a:lnTo>
                <a:lnTo>
                  <a:pt x="1426" y="707"/>
                </a:lnTo>
                <a:lnTo>
                  <a:pt x="1441" y="702"/>
                </a:lnTo>
                <a:lnTo>
                  <a:pt x="1456" y="694"/>
                </a:lnTo>
                <a:lnTo>
                  <a:pt x="1473" y="683"/>
                </a:lnTo>
                <a:lnTo>
                  <a:pt x="1481" y="677"/>
                </a:lnTo>
                <a:lnTo>
                  <a:pt x="1488" y="670"/>
                </a:lnTo>
                <a:lnTo>
                  <a:pt x="1494" y="662"/>
                </a:lnTo>
                <a:lnTo>
                  <a:pt x="1500" y="654"/>
                </a:lnTo>
                <a:lnTo>
                  <a:pt x="1505" y="646"/>
                </a:lnTo>
                <a:lnTo>
                  <a:pt x="1508" y="636"/>
                </a:lnTo>
                <a:lnTo>
                  <a:pt x="1511" y="627"/>
                </a:lnTo>
                <a:lnTo>
                  <a:pt x="1512" y="616"/>
                </a:lnTo>
                <a:lnTo>
                  <a:pt x="1512" y="90"/>
                </a:lnTo>
                <a:lnTo>
                  <a:pt x="1512" y="90"/>
                </a:lnTo>
                <a:lnTo>
                  <a:pt x="1511" y="75"/>
                </a:lnTo>
                <a:lnTo>
                  <a:pt x="1508" y="67"/>
                </a:lnTo>
                <a:lnTo>
                  <a:pt x="1506" y="60"/>
                </a:lnTo>
                <a:lnTo>
                  <a:pt x="1502" y="52"/>
                </a:lnTo>
                <a:lnTo>
                  <a:pt x="1499" y="44"/>
                </a:lnTo>
                <a:lnTo>
                  <a:pt x="1494" y="37"/>
                </a:lnTo>
                <a:lnTo>
                  <a:pt x="1488" y="30"/>
                </a:lnTo>
                <a:lnTo>
                  <a:pt x="1482" y="23"/>
                </a:lnTo>
                <a:lnTo>
                  <a:pt x="1475" y="17"/>
                </a:lnTo>
                <a:lnTo>
                  <a:pt x="1468" y="13"/>
                </a:lnTo>
                <a:lnTo>
                  <a:pt x="1460" y="8"/>
                </a:lnTo>
                <a:lnTo>
                  <a:pt x="1450" y="4"/>
                </a:lnTo>
                <a:lnTo>
                  <a:pt x="1440" y="2"/>
                </a:lnTo>
                <a:lnTo>
                  <a:pt x="1429" y="0"/>
                </a:lnTo>
                <a:lnTo>
                  <a:pt x="1417" y="0"/>
                </a:lnTo>
                <a:lnTo>
                  <a:pt x="1417" y="0"/>
                </a:lnTo>
                <a:close/>
                <a:moveTo>
                  <a:pt x="380" y="337"/>
                </a:moveTo>
                <a:lnTo>
                  <a:pt x="380" y="337"/>
                </a:lnTo>
                <a:lnTo>
                  <a:pt x="391" y="344"/>
                </a:lnTo>
                <a:lnTo>
                  <a:pt x="401" y="353"/>
                </a:lnTo>
                <a:lnTo>
                  <a:pt x="409" y="361"/>
                </a:lnTo>
                <a:lnTo>
                  <a:pt x="415" y="370"/>
                </a:lnTo>
                <a:lnTo>
                  <a:pt x="419" y="381"/>
                </a:lnTo>
                <a:lnTo>
                  <a:pt x="423" y="392"/>
                </a:lnTo>
                <a:lnTo>
                  <a:pt x="425" y="403"/>
                </a:lnTo>
                <a:lnTo>
                  <a:pt x="426" y="415"/>
                </a:lnTo>
                <a:lnTo>
                  <a:pt x="426" y="415"/>
                </a:lnTo>
                <a:lnTo>
                  <a:pt x="425" y="427"/>
                </a:lnTo>
                <a:lnTo>
                  <a:pt x="423" y="438"/>
                </a:lnTo>
                <a:lnTo>
                  <a:pt x="421" y="448"/>
                </a:lnTo>
                <a:lnTo>
                  <a:pt x="416" y="458"/>
                </a:lnTo>
                <a:lnTo>
                  <a:pt x="409" y="467"/>
                </a:lnTo>
                <a:lnTo>
                  <a:pt x="402" y="477"/>
                </a:lnTo>
                <a:lnTo>
                  <a:pt x="393" y="484"/>
                </a:lnTo>
                <a:lnTo>
                  <a:pt x="383" y="492"/>
                </a:lnTo>
                <a:lnTo>
                  <a:pt x="383" y="492"/>
                </a:lnTo>
                <a:lnTo>
                  <a:pt x="363" y="505"/>
                </a:lnTo>
                <a:lnTo>
                  <a:pt x="352" y="510"/>
                </a:lnTo>
                <a:lnTo>
                  <a:pt x="341" y="513"/>
                </a:lnTo>
                <a:lnTo>
                  <a:pt x="330" y="517"/>
                </a:lnTo>
                <a:lnTo>
                  <a:pt x="318" y="519"/>
                </a:lnTo>
                <a:lnTo>
                  <a:pt x="302" y="520"/>
                </a:lnTo>
                <a:lnTo>
                  <a:pt x="286" y="522"/>
                </a:lnTo>
                <a:lnTo>
                  <a:pt x="96" y="522"/>
                </a:lnTo>
                <a:lnTo>
                  <a:pt x="96" y="474"/>
                </a:lnTo>
                <a:lnTo>
                  <a:pt x="96" y="474"/>
                </a:lnTo>
                <a:lnTo>
                  <a:pt x="124" y="472"/>
                </a:lnTo>
                <a:lnTo>
                  <a:pt x="137" y="471"/>
                </a:lnTo>
                <a:lnTo>
                  <a:pt x="145" y="468"/>
                </a:lnTo>
                <a:lnTo>
                  <a:pt x="145" y="468"/>
                </a:lnTo>
                <a:lnTo>
                  <a:pt x="149" y="466"/>
                </a:lnTo>
                <a:lnTo>
                  <a:pt x="153" y="462"/>
                </a:lnTo>
                <a:lnTo>
                  <a:pt x="155" y="459"/>
                </a:lnTo>
                <a:lnTo>
                  <a:pt x="157" y="455"/>
                </a:lnTo>
                <a:lnTo>
                  <a:pt x="161" y="446"/>
                </a:lnTo>
                <a:lnTo>
                  <a:pt x="162" y="434"/>
                </a:lnTo>
                <a:lnTo>
                  <a:pt x="162" y="225"/>
                </a:lnTo>
                <a:lnTo>
                  <a:pt x="162" y="225"/>
                </a:lnTo>
                <a:lnTo>
                  <a:pt x="161" y="213"/>
                </a:lnTo>
                <a:lnTo>
                  <a:pt x="157" y="204"/>
                </a:lnTo>
                <a:lnTo>
                  <a:pt x="153" y="197"/>
                </a:lnTo>
                <a:lnTo>
                  <a:pt x="145" y="191"/>
                </a:lnTo>
                <a:lnTo>
                  <a:pt x="145" y="191"/>
                </a:lnTo>
                <a:lnTo>
                  <a:pt x="137" y="188"/>
                </a:lnTo>
                <a:lnTo>
                  <a:pt x="124" y="187"/>
                </a:lnTo>
                <a:lnTo>
                  <a:pt x="96" y="185"/>
                </a:lnTo>
                <a:lnTo>
                  <a:pt x="96" y="139"/>
                </a:lnTo>
                <a:lnTo>
                  <a:pt x="279" y="139"/>
                </a:lnTo>
                <a:lnTo>
                  <a:pt x="279" y="139"/>
                </a:lnTo>
                <a:lnTo>
                  <a:pt x="304" y="140"/>
                </a:lnTo>
                <a:lnTo>
                  <a:pt x="325" y="141"/>
                </a:lnTo>
                <a:lnTo>
                  <a:pt x="345" y="145"/>
                </a:lnTo>
                <a:lnTo>
                  <a:pt x="363" y="150"/>
                </a:lnTo>
                <a:lnTo>
                  <a:pt x="363" y="150"/>
                </a:lnTo>
                <a:lnTo>
                  <a:pt x="378" y="155"/>
                </a:lnTo>
                <a:lnTo>
                  <a:pt x="391" y="163"/>
                </a:lnTo>
                <a:lnTo>
                  <a:pt x="402" y="171"/>
                </a:lnTo>
                <a:lnTo>
                  <a:pt x="410" y="180"/>
                </a:lnTo>
                <a:lnTo>
                  <a:pt x="417" y="191"/>
                </a:lnTo>
                <a:lnTo>
                  <a:pt x="422" y="203"/>
                </a:lnTo>
                <a:lnTo>
                  <a:pt x="425" y="216"/>
                </a:lnTo>
                <a:lnTo>
                  <a:pt x="426" y="230"/>
                </a:lnTo>
                <a:lnTo>
                  <a:pt x="426" y="230"/>
                </a:lnTo>
                <a:lnTo>
                  <a:pt x="425" y="238"/>
                </a:lnTo>
                <a:lnTo>
                  <a:pt x="424" y="246"/>
                </a:lnTo>
                <a:lnTo>
                  <a:pt x="423" y="253"/>
                </a:lnTo>
                <a:lnTo>
                  <a:pt x="419" y="261"/>
                </a:lnTo>
                <a:lnTo>
                  <a:pt x="416" y="268"/>
                </a:lnTo>
                <a:lnTo>
                  <a:pt x="412" y="274"/>
                </a:lnTo>
                <a:lnTo>
                  <a:pt x="406" y="279"/>
                </a:lnTo>
                <a:lnTo>
                  <a:pt x="401" y="285"/>
                </a:lnTo>
                <a:lnTo>
                  <a:pt x="401" y="285"/>
                </a:lnTo>
                <a:lnTo>
                  <a:pt x="393" y="290"/>
                </a:lnTo>
                <a:lnTo>
                  <a:pt x="386" y="294"/>
                </a:lnTo>
                <a:lnTo>
                  <a:pt x="372" y="300"/>
                </a:lnTo>
                <a:lnTo>
                  <a:pt x="356" y="304"/>
                </a:lnTo>
                <a:lnTo>
                  <a:pt x="340" y="307"/>
                </a:lnTo>
                <a:lnTo>
                  <a:pt x="340" y="313"/>
                </a:lnTo>
                <a:lnTo>
                  <a:pt x="340" y="313"/>
                </a:lnTo>
                <a:lnTo>
                  <a:pt x="349" y="314"/>
                </a:lnTo>
                <a:lnTo>
                  <a:pt x="354" y="317"/>
                </a:lnTo>
                <a:lnTo>
                  <a:pt x="360" y="320"/>
                </a:lnTo>
                <a:lnTo>
                  <a:pt x="365" y="323"/>
                </a:lnTo>
                <a:lnTo>
                  <a:pt x="375" y="331"/>
                </a:lnTo>
                <a:lnTo>
                  <a:pt x="380" y="337"/>
                </a:lnTo>
                <a:lnTo>
                  <a:pt x="380" y="337"/>
                </a:lnTo>
                <a:close/>
                <a:moveTo>
                  <a:pt x="520" y="377"/>
                </a:moveTo>
                <a:lnTo>
                  <a:pt x="520" y="377"/>
                </a:lnTo>
                <a:lnTo>
                  <a:pt x="510" y="376"/>
                </a:lnTo>
                <a:lnTo>
                  <a:pt x="501" y="374"/>
                </a:lnTo>
                <a:lnTo>
                  <a:pt x="494" y="369"/>
                </a:lnTo>
                <a:lnTo>
                  <a:pt x="487" y="363"/>
                </a:lnTo>
                <a:lnTo>
                  <a:pt x="481" y="356"/>
                </a:lnTo>
                <a:lnTo>
                  <a:pt x="476" y="349"/>
                </a:lnTo>
                <a:lnTo>
                  <a:pt x="474" y="340"/>
                </a:lnTo>
                <a:lnTo>
                  <a:pt x="473" y="330"/>
                </a:lnTo>
                <a:lnTo>
                  <a:pt x="473" y="330"/>
                </a:lnTo>
                <a:lnTo>
                  <a:pt x="474" y="321"/>
                </a:lnTo>
                <a:lnTo>
                  <a:pt x="476" y="311"/>
                </a:lnTo>
                <a:lnTo>
                  <a:pt x="481" y="304"/>
                </a:lnTo>
                <a:lnTo>
                  <a:pt x="487" y="297"/>
                </a:lnTo>
                <a:lnTo>
                  <a:pt x="494" y="291"/>
                </a:lnTo>
                <a:lnTo>
                  <a:pt x="501" y="287"/>
                </a:lnTo>
                <a:lnTo>
                  <a:pt x="510" y="284"/>
                </a:lnTo>
                <a:lnTo>
                  <a:pt x="520" y="283"/>
                </a:lnTo>
                <a:lnTo>
                  <a:pt x="520" y="283"/>
                </a:lnTo>
                <a:lnTo>
                  <a:pt x="529" y="284"/>
                </a:lnTo>
                <a:lnTo>
                  <a:pt x="539" y="287"/>
                </a:lnTo>
                <a:lnTo>
                  <a:pt x="546" y="291"/>
                </a:lnTo>
                <a:lnTo>
                  <a:pt x="553" y="297"/>
                </a:lnTo>
                <a:lnTo>
                  <a:pt x="559" y="304"/>
                </a:lnTo>
                <a:lnTo>
                  <a:pt x="563" y="311"/>
                </a:lnTo>
                <a:lnTo>
                  <a:pt x="566" y="321"/>
                </a:lnTo>
                <a:lnTo>
                  <a:pt x="567" y="330"/>
                </a:lnTo>
                <a:lnTo>
                  <a:pt x="567" y="330"/>
                </a:lnTo>
                <a:lnTo>
                  <a:pt x="566" y="340"/>
                </a:lnTo>
                <a:lnTo>
                  <a:pt x="563" y="349"/>
                </a:lnTo>
                <a:lnTo>
                  <a:pt x="559" y="356"/>
                </a:lnTo>
                <a:lnTo>
                  <a:pt x="553" y="363"/>
                </a:lnTo>
                <a:lnTo>
                  <a:pt x="546" y="369"/>
                </a:lnTo>
                <a:lnTo>
                  <a:pt x="539" y="374"/>
                </a:lnTo>
                <a:lnTo>
                  <a:pt x="529" y="376"/>
                </a:lnTo>
                <a:lnTo>
                  <a:pt x="520" y="377"/>
                </a:lnTo>
                <a:lnTo>
                  <a:pt x="520" y="377"/>
                </a:lnTo>
                <a:close/>
                <a:moveTo>
                  <a:pt x="888" y="185"/>
                </a:moveTo>
                <a:lnTo>
                  <a:pt x="888" y="185"/>
                </a:lnTo>
                <a:lnTo>
                  <a:pt x="866" y="187"/>
                </a:lnTo>
                <a:lnTo>
                  <a:pt x="866" y="187"/>
                </a:lnTo>
                <a:lnTo>
                  <a:pt x="845" y="191"/>
                </a:lnTo>
                <a:lnTo>
                  <a:pt x="845" y="191"/>
                </a:lnTo>
                <a:lnTo>
                  <a:pt x="840" y="193"/>
                </a:lnTo>
                <a:lnTo>
                  <a:pt x="835" y="196"/>
                </a:lnTo>
                <a:lnTo>
                  <a:pt x="832" y="199"/>
                </a:lnTo>
                <a:lnTo>
                  <a:pt x="828" y="203"/>
                </a:lnTo>
                <a:lnTo>
                  <a:pt x="828" y="203"/>
                </a:lnTo>
                <a:lnTo>
                  <a:pt x="826" y="205"/>
                </a:lnTo>
                <a:lnTo>
                  <a:pt x="824" y="206"/>
                </a:lnTo>
                <a:lnTo>
                  <a:pt x="822" y="209"/>
                </a:lnTo>
                <a:lnTo>
                  <a:pt x="821" y="211"/>
                </a:lnTo>
                <a:lnTo>
                  <a:pt x="755" y="439"/>
                </a:lnTo>
                <a:lnTo>
                  <a:pt x="755" y="439"/>
                </a:lnTo>
                <a:lnTo>
                  <a:pt x="754" y="444"/>
                </a:lnTo>
                <a:lnTo>
                  <a:pt x="754" y="444"/>
                </a:lnTo>
                <a:lnTo>
                  <a:pt x="754" y="448"/>
                </a:lnTo>
                <a:lnTo>
                  <a:pt x="754" y="448"/>
                </a:lnTo>
                <a:lnTo>
                  <a:pt x="754" y="454"/>
                </a:lnTo>
                <a:lnTo>
                  <a:pt x="756" y="459"/>
                </a:lnTo>
                <a:lnTo>
                  <a:pt x="756" y="459"/>
                </a:lnTo>
                <a:lnTo>
                  <a:pt x="761" y="462"/>
                </a:lnTo>
                <a:lnTo>
                  <a:pt x="767" y="466"/>
                </a:lnTo>
                <a:lnTo>
                  <a:pt x="767" y="466"/>
                </a:lnTo>
                <a:lnTo>
                  <a:pt x="772" y="468"/>
                </a:lnTo>
                <a:lnTo>
                  <a:pt x="784" y="471"/>
                </a:lnTo>
                <a:lnTo>
                  <a:pt x="784" y="471"/>
                </a:lnTo>
                <a:lnTo>
                  <a:pt x="806" y="474"/>
                </a:lnTo>
                <a:lnTo>
                  <a:pt x="801" y="519"/>
                </a:lnTo>
                <a:lnTo>
                  <a:pt x="613" y="519"/>
                </a:lnTo>
                <a:lnTo>
                  <a:pt x="618" y="474"/>
                </a:lnTo>
                <a:lnTo>
                  <a:pt x="618" y="474"/>
                </a:lnTo>
                <a:lnTo>
                  <a:pt x="651" y="473"/>
                </a:lnTo>
                <a:lnTo>
                  <a:pt x="651" y="473"/>
                </a:lnTo>
                <a:lnTo>
                  <a:pt x="663" y="471"/>
                </a:lnTo>
                <a:lnTo>
                  <a:pt x="671" y="470"/>
                </a:lnTo>
                <a:lnTo>
                  <a:pt x="671" y="470"/>
                </a:lnTo>
                <a:lnTo>
                  <a:pt x="680" y="465"/>
                </a:lnTo>
                <a:lnTo>
                  <a:pt x="687" y="459"/>
                </a:lnTo>
                <a:lnTo>
                  <a:pt x="687" y="459"/>
                </a:lnTo>
                <a:lnTo>
                  <a:pt x="692" y="451"/>
                </a:lnTo>
                <a:lnTo>
                  <a:pt x="695" y="442"/>
                </a:lnTo>
                <a:lnTo>
                  <a:pt x="761" y="214"/>
                </a:lnTo>
                <a:lnTo>
                  <a:pt x="761" y="214"/>
                </a:lnTo>
                <a:lnTo>
                  <a:pt x="762" y="213"/>
                </a:lnTo>
                <a:lnTo>
                  <a:pt x="762" y="216"/>
                </a:lnTo>
                <a:lnTo>
                  <a:pt x="762" y="217"/>
                </a:lnTo>
                <a:lnTo>
                  <a:pt x="762" y="217"/>
                </a:lnTo>
                <a:lnTo>
                  <a:pt x="762" y="211"/>
                </a:lnTo>
                <a:lnTo>
                  <a:pt x="762" y="211"/>
                </a:lnTo>
                <a:lnTo>
                  <a:pt x="762" y="206"/>
                </a:lnTo>
                <a:lnTo>
                  <a:pt x="759" y="201"/>
                </a:lnTo>
                <a:lnTo>
                  <a:pt x="759" y="201"/>
                </a:lnTo>
                <a:lnTo>
                  <a:pt x="756" y="198"/>
                </a:lnTo>
                <a:lnTo>
                  <a:pt x="750" y="194"/>
                </a:lnTo>
                <a:lnTo>
                  <a:pt x="750" y="194"/>
                </a:lnTo>
                <a:lnTo>
                  <a:pt x="742" y="191"/>
                </a:lnTo>
                <a:lnTo>
                  <a:pt x="730" y="188"/>
                </a:lnTo>
                <a:lnTo>
                  <a:pt x="730" y="188"/>
                </a:lnTo>
                <a:lnTo>
                  <a:pt x="711" y="185"/>
                </a:lnTo>
                <a:lnTo>
                  <a:pt x="715" y="141"/>
                </a:lnTo>
                <a:lnTo>
                  <a:pt x="892" y="141"/>
                </a:lnTo>
                <a:lnTo>
                  <a:pt x="888" y="185"/>
                </a:lnTo>
                <a:close/>
                <a:moveTo>
                  <a:pt x="945" y="377"/>
                </a:moveTo>
                <a:lnTo>
                  <a:pt x="945" y="377"/>
                </a:lnTo>
                <a:lnTo>
                  <a:pt x="935" y="376"/>
                </a:lnTo>
                <a:lnTo>
                  <a:pt x="926" y="374"/>
                </a:lnTo>
                <a:lnTo>
                  <a:pt x="919" y="369"/>
                </a:lnTo>
                <a:lnTo>
                  <a:pt x="912" y="363"/>
                </a:lnTo>
                <a:lnTo>
                  <a:pt x="906" y="356"/>
                </a:lnTo>
                <a:lnTo>
                  <a:pt x="901" y="349"/>
                </a:lnTo>
                <a:lnTo>
                  <a:pt x="899" y="340"/>
                </a:lnTo>
                <a:lnTo>
                  <a:pt x="898" y="330"/>
                </a:lnTo>
                <a:lnTo>
                  <a:pt x="898" y="330"/>
                </a:lnTo>
                <a:lnTo>
                  <a:pt x="899" y="321"/>
                </a:lnTo>
                <a:lnTo>
                  <a:pt x="901" y="311"/>
                </a:lnTo>
                <a:lnTo>
                  <a:pt x="906" y="304"/>
                </a:lnTo>
                <a:lnTo>
                  <a:pt x="912" y="297"/>
                </a:lnTo>
                <a:lnTo>
                  <a:pt x="919" y="291"/>
                </a:lnTo>
                <a:lnTo>
                  <a:pt x="926" y="287"/>
                </a:lnTo>
                <a:lnTo>
                  <a:pt x="935" y="284"/>
                </a:lnTo>
                <a:lnTo>
                  <a:pt x="945" y="283"/>
                </a:lnTo>
                <a:lnTo>
                  <a:pt x="945" y="283"/>
                </a:lnTo>
                <a:lnTo>
                  <a:pt x="954" y="284"/>
                </a:lnTo>
                <a:lnTo>
                  <a:pt x="964" y="287"/>
                </a:lnTo>
                <a:lnTo>
                  <a:pt x="971" y="291"/>
                </a:lnTo>
                <a:lnTo>
                  <a:pt x="978" y="297"/>
                </a:lnTo>
                <a:lnTo>
                  <a:pt x="984" y="304"/>
                </a:lnTo>
                <a:lnTo>
                  <a:pt x="989" y="311"/>
                </a:lnTo>
                <a:lnTo>
                  <a:pt x="991" y="321"/>
                </a:lnTo>
                <a:lnTo>
                  <a:pt x="992" y="330"/>
                </a:lnTo>
                <a:lnTo>
                  <a:pt x="992" y="330"/>
                </a:lnTo>
                <a:lnTo>
                  <a:pt x="991" y="340"/>
                </a:lnTo>
                <a:lnTo>
                  <a:pt x="989" y="349"/>
                </a:lnTo>
                <a:lnTo>
                  <a:pt x="984" y="356"/>
                </a:lnTo>
                <a:lnTo>
                  <a:pt x="978" y="363"/>
                </a:lnTo>
                <a:lnTo>
                  <a:pt x="971" y="369"/>
                </a:lnTo>
                <a:lnTo>
                  <a:pt x="964" y="374"/>
                </a:lnTo>
                <a:lnTo>
                  <a:pt x="954" y="376"/>
                </a:lnTo>
                <a:lnTo>
                  <a:pt x="945" y="377"/>
                </a:lnTo>
                <a:lnTo>
                  <a:pt x="945" y="377"/>
                </a:lnTo>
                <a:close/>
                <a:moveTo>
                  <a:pt x="1394" y="566"/>
                </a:moveTo>
                <a:lnTo>
                  <a:pt x="1157" y="566"/>
                </a:lnTo>
                <a:lnTo>
                  <a:pt x="1157" y="566"/>
                </a:lnTo>
                <a:lnTo>
                  <a:pt x="1153" y="566"/>
                </a:lnTo>
                <a:lnTo>
                  <a:pt x="1148" y="564"/>
                </a:lnTo>
                <a:lnTo>
                  <a:pt x="1144" y="563"/>
                </a:lnTo>
                <a:lnTo>
                  <a:pt x="1141" y="559"/>
                </a:lnTo>
                <a:lnTo>
                  <a:pt x="1137" y="556"/>
                </a:lnTo>
                <a:lnTo>
                  <a:pt x="1136" y="552"/>
                </a:lnTo>
                <a:lnTo>
                  <a:pt x="1134" y="548"/>
                </a:lnTo>
                <a:lnTo>
                  <a:pt x="1134" y="543"/>
                </a:lnTo>
                <a:lnTo>
                  <a:pt x="1134" y="543"/>
                </a:lnTo>
                <a:lnTo>
                  <a:pt x="1134" y="538"/>
                </a:lnTo>
                <a:lnTo>
                  <a:pt x="1136" y="533"/>
                </a:lnTo>
                <a:lnTo>
                  <a:pt x="1137" y="530"/>
                </a:lnTo>
                <a:lnTo>
                  <a:pt x="1141" y="526"/>
                </a:lnTo>
                <a:lnTo>
                  <a:pt x="1144" y="523"/>
                </a:lnTo>
                <a:lnTo>
                  <a:pt x="1148" y="522"/>
                </a:lnTo>
                <a:lnTo>
                  <a:pt x="1153" y="519"/>
                </a:lnTo>
                <a:lnTo>
                  <a:pt x="1157" y="519"/>
                </a:lnTo>
                <a:lnTo>
                  <a:pt x="1394" y="519"/>
                </a:lnTo>
                <a:lnTo>
                  <a:pt x="1394" y="519"/>
                </a:lnTo>
                <a:lnTo>
                  <a:pt x="1398" y="519"/>
                </a:lnTo>
                <a:lnTo>
                  <a:pt x="1403" y="522"/>
                </a:lnTo>
                <a:lnTo>
                  <a:pt x="1407" y="523"/>
                </a:lnTo>
                <a:lnTo>
                  <a:pt x="1410" y="526"/>
                </a:lnTo>
                <a:lnTo>
                  <a:pt x="1414" y="530"/>
                </a:lnTo>
                <a:lnTo>
                  <a:pt x="1415" y="533"/>
                </a:lnTo>
                <a:lnTo>
                  <a:pt x="1417" y="538"/>
                </a:lnTo>
                <a:lnTo>
                  <a:pt x="1417" y="543"/>
                </a:lnTo>
                <a:lnTo>
                  <a:pt x="1417" y="543"/>
                </a:lnTo>
                <a:lnTo>
                  <a:pt x="1417" y="548"/>
                </a:lnTo>
                <a:lnTo>
                  <a:pt x="1415" y="552"/>
                </a:lnTo>
                <a:lnTo>
                  <a:pt x="1414" y="556"/>
                </a:lnTo>
                <a:lnTo>
                  <a:pt x="1410" y="559"/>
                </a:lnTo>
                <a:lnTo>
                  <a:pt x="1407" y="563"/>
                </a:lnTo>
                <a:lnTo>
                  <a:pt x="1403" y="564"/>
                </a:lnTo>
                <a:lnTo>
                  <a:pt x="1398" y="566"/>
                </a:lnTo>
                <a:lnTo>
                  <a:pt x="1394" y="566"/>
                </a:lnTo>
                <a:lnTo>
                  <a:pt x="1394" y="566"/>
                </a:lnTo>
                <a:close/>
                <a:moveTo>
                  <a:pt x="1463" y="161"/>
                </a:moveTo>
                <a:lnTo>
                  <a:pt x="1463" y="161"/>
                </a:lnTo>
                <a:lnTo>
                  <a:pt x="1455" y="161"/>
                </a:lnTo>
                <a:lnTo>
                  <a:pt x="1443" y="164"/>
                </a:lnTo>
                <a:lnTo>
                  <a:pt x="1443" y="164"/>
                </a:lnTo>
                <a:lnTo>
                  <a:pt x="1430" y="167"/>
                </a:lnTo>
                <a:lnTo>
                  <a:pt x="1421" y="172"/>
                </a:lnTo>
                <a:lnTo>
                  <a:pt x="1421" y="172"/>
                </a:lnTo>
                <a:lnTo>
                  <a:pt x="1418" y="174"/>
                </a:lnTo>
                <a:lnTo>
                  <a:pt x="1418" y="176"/>
                </a:lnTo>
                <a:lnTo>
                  <a:pt x="1418" y="181"/>
                </a:lnTo>
                <a:lnTo>
                  <a:pt x="1420" y="188"/>
                </a:lnTo>
                <a:lnTo>
                  <a:pt x="1420" y="197"/>
                </a:lnTo>
                <a:lnTo>
                  <a:pt x="1420" y="197"/>
                </a:lnTo>
                <a:lnTo>
                  <a:pt x="1417" y="217"/>
                </a:lnTo>
                <a:lnTo>
                  <a:pt x="1416" y="242"/>
                </a:lnTo>
                <a:lnTo>
                  <a:pt x="1416" y="357"/>
                </a:lnTo>
                <a:lnTo>
                  <a:pt x="1416" y="357"/>
                </a:lnTo>
                <a:lnTo>
                  <a:pt x="1415" y="373"/>
                </a:lnTo>
                <a:lnTo>
                  <a:pt x="1413" y="386"/>
                </a:lnTo>
                <a:lnTo>
                  <a:pt x="1408" y="399"/>
                </a:lnTo>
                <a:lnTo>
                  <a:pt x="1403" y="409"/>
                </a:lnTo>
                <a:lnTo>
                  <a:pt x="1403" y="409"/>
                </a:lnTo>
                <a:lnTo>
                  <a:pt x="1398" y="415"/>
                </a:lnTo>
                <a:lnTo>
                  <a:pt x="1395" y="421"/>
                </a:lnTo>
                <a:lnTo>
                  <a:pt x="1383" y="432"/>
                </a:lnTo>
                <a:lnTo>
                  <a:pt x="1371" y="442"/>
                </a:lnTo>
                <a:lnTo>
                  <a:pt x="1361" y="451"/>
                </a:lnTo>
                <a:lnTo>
                  <a:pt x="1361" y="451"/>
                </a:lnTo>
                <a:lnTo>
                  <a:pt x="1350" y="457"/>
                </a:lnTo>
                <a:lnTo>
                  <a:pt x="1342" y="461"/>
                </a:lnTo>
                <a:lnTo>
                  <a:pt x="1331" y="466"/>
                </a:lnTo>
                <a:lnTo>
                  <a:pt x="1320" y="468"/>
                </a:lnTo>
                <a:lnTo>
                  <a:pt x="1320" y="468"/>
                </a:lnTo>
                <a:lnTo>
                  <a:pt x="1307" y="471"/>
                </a:lnTo>
                <a:lnTo>
                  <a:pt x="1292" y="472"/>
                </a:lnTo>
                <a:lnTo>
                  <a:pt x="1265" y="472"/>
                </a:lnTo>
                <a:lnTo>
                  <a:pt x="1265" y="472"/>
                </a:lnTo>
                <a:lnTo>
                  <a:pt x="1250" y="471"/>
                </a:lnTo>
                <a:lnTo>
                  <a:pt x="1234" y="470"/>
                </a:lnTo>
                <a:lnTo>
                  <a:pt x="1220" y="467"/>
                </a:lnTo>
                <a:lnTo>
                  <a:pt x="1207" y="464"/>
                </a:lnTo>
                <a:lnTo>
                  <a:pt x="1207" y="464"/>
                </a:lnTo>
                <a:lnTo>
                  <a:pt x="1195" y="459"/>
                </a:lnTo>
                <a:lnTo>
                  <a:pt x="1183" y="453"/>
                </a:lnTo>
                <a:lnTo>
                  <a:pt x="1174" y="447"/>
                </a:lnTo>
                <a:lnTo>
                  <a:pt x="1165" y="440"/>
                </a:lnTo>
                <a:lnTo>
                  <a:pt x="1165" y="440"/>
                </a:lnTo>
                <a:lnTo>
                  <a:pt x="1156" y="433"/>
                </a:lnTo>
                <a:lnTo>
                  <a:pt x="1149" y="425"/>
                </a:lnTo>
                <a:lnTo>
                  <a:pt x="1144" y="416"/>
                </a:lnTo>
                <a:lnTo>
                  <a:pt x="1139" y="407"/>
                </a:lnTo>
                <a:lnTo>
                  <a:pt x="1139" y="407"/>
                </a:lnTo>
                <a:lnTo>
                  <a:pt x="1135" y="398"/>
                </a:lnTo>
                <a:lnTo>
                  <a:pt x="1133" y="388"/>
                </a:lnTo>
                <a:lnTo>
                  <a:pt x="1131" y="379"/>
                </a:lnTo>
                <a:lnTo>
                  <a:pt x="1130" y="368"/>
                </a:lnTo>
                <a:lnTo>
                  <a:pt x="1130" y="196"/>
                </a:lnTo>
                <a:lnTo>
                  <a:pt x="1130" y="196"/>
                </a:lnTo>
                <a:lnTo>
                  <a:pt x="1129" y="187"/>
                </a:lnTo>
                <a:lnTo>
                  <a:pt x="1128" y="180"/>
                </a:lnTo>
                <a:lnTo>
                  <a:pt x="1128" y="180"/>
                </a:lnTo>
                <a:lnTo>
                  <a:pt x="1123" y="174"/>
                </a:lnTo>
                <a:lnTo>
                  <a:pt x="1116" y="170"/>
                </a:lnTo>
                <a:lnTo>
                  <a:pt x="1116" y="170"/>
                </a:lnTo>
                <a:lnTo>
                  <a:pt x="1109" y="166"/>
                </a:lnTo>
                <a:lnTo>
                  <a:pt x="1100" y="164"/>
                </a:lnTo>
                <a:lnTo>
                  <a:pt x="1100" y="164"/>
                </a:lnTo>
                <a:lnTo>
                  <a:pt x="1085" y="161"/>
                </a:lnTo>
                <a:lnTo>
                  <a:pt x="1085" y="141"/>
                </a:lnTo>
                <a:lnTo>
                  <a:pt x="1233" y="141"/>
                </a:lnTo>
                <a:lnTo>
                  <a:pt x="1233" y="161"/>
                </a:lnTo>
                <a:lnTo>
                  <a:pt x="1233" y="161"/>
                </a:lnTo>
                <a:lnTo>
                  <a:pt x="1215" y="164"/>
                </a:lnTo>
                <a:lnTo>
                  <a:pt x="1215" y="164"/>
                </a:lnTo>
                <a:lnTo>
                  <a:pt x="1200" y="167"/>
                </a:lnTo>
                <a:lnTo>
                  <a:pt x="1200" y="167"/>
                </a:lnTo>
                <a:lnTo>
                  <a:pt x="1195" y="168"/>
                </a:lnTo>
                <a:lnTo>
                  <a:pt x="1192" y="171"/>
                </a:lnTo>
                <a:lnTo>
                  <a:pt x="1189" y="174"/>
                </a:lnTo>
                <a:lnTo>
                  <a:pt x="1188" y="177"/>
                </a:lnTo>
                <a:lnTo>
                  <a:pt x="1188" y="177"/>
                </a:lnTo>
                <a:lnTo>
                  <a:pt x="1185" y="185"/>
                </a:lnTo>
                <a:lnTo>
                  <a:pt x="1182" y="188"/>
                </a:lnTo>
                <a:lnTo>
                  <a:pt x="1182" y="192"/>
                </a:lnTo>
                <a:lnTo>
                  <a:pt x="1181" y="337"/>
                </a:lnTo>
                <a:lnTo>
                  <a:pt x="1181" y="337"/>
                </a:lnTo>
                <a:lnTo>
                  <a:pt x="1181" y="351"/>
                </a:lnTo>
                <a:lnTo>
                  <a:pt x="1183" y="367"/>
                </a:lnTo>
                <a:lnTo>
                  <a:pt x="1183" y="367"/>
                </a:lnTo>
                <a:lnTo>
                  <a:pt x="1186" y="375"/>
                </a:lnTo>
                <a:lnTo>
                  <a:pt x="1191" y="382"/>
                </a:lnTo>
                <a:lnTo>
                  <a:pt x="1201" y="396"/>
                </a:lnTo>
                <a:lnTo>
                  <a:pt x="1201" y="396"/>
                </a:lnTo>
                <a:lnTo>
                  <a:pt x="1206" y="403"/>
                </a:lnTo>
                <a:lnTo>
                  <a:pt x="1213" y="409"/>
                </a:lnTo>
                <a:lnTo>
                  <a:pt x="1220" y="414"/>
                </a:lnTo>
                <a:lnTo>
                  <a:pt x="1227" y="420"/>
                </a:lnTo>
                <a:lnTo>
                  <a:pt x="1227" y="420"/>
                </a:lnTo>
                <a:lnTo>
                  <a:pt x="1237" y="424"/>
                </a:lnTo>
                <a:lnTo>
                  <a:pt x="1247" y="426"/>
                </a:lnTo>
                <a:lnTo>
                  <a:pt x="1260" y="428"/>
                </a:lnTo>
                <a:lnTo>
                  <a:pt x="1274" y="428"/>
                </a:lnTo>
                <a:lnTo>
                  <a:pt x="1274" y="428"/>
                </a:lnTo>
                <a:lnTo>
                  <a:pt x="1290" y="428"/>
                </a:lnTo>
                <a:lnTo>
                  <a:pt x="1305" y="426"/>
                </a:lnTo>
                <a:lnTo>
                  <a:pt x="1319" y="424"/>
                </a:lnTo>
                <a:lnTo>
                  <a:pt x="1331" y="420"/>
                </a:lnTo>
                <a:lnTo>
                  <a:pt x="1331" y="420"/>
                </a:lnTo>
                <a:lnTo>
                  <a:pt x="1336" y="418"/>
                </a:lnTo>
                <a:lnTo>
                  <a:pt x="1339" y="414"/>
                </a:lnTo>
                <a:lnTo>
                  <a:pt x="1343" y="409"/>
                </a:lnTo>
                <a:lnTo>
                  <a:pt x="1346" y="403"/>
                </a:lnTo>
                <a:lnTo>
                  <a:pt x="1351" y="396"/>
                </a:lnTo>
                <a:lnTo>
                  <a:pt x="1351" y="396"/>
                </a:lnTo>
                <a:lnTo>
                  <a:pt x="1356" y="389"/>
                </a:lnTo>
                <a:lnTo>
                  <a:pt x="1359" y="382"/>
                </a:lnTo>
                <a:lnTo>
                  <a:pt x="1363" y="375"/>
                </a:lnTo>
                <a:lnTo>
                  <a:pt x="1365" y="367"/>
                </a:lnTo>
                <a:lnTo>
                  <a:pt x="1365" y="367"/>
                </a:lnTo>
                <a:lnTo>
                  <a:pt x="1369" y="353"/>
                </a:lnTo>
                <a:lnTo>
                  <a:pt x="1370" y="337"/>
                </a:lnTo>
                <a:lnTo>
                  <a:pt x="1370" y="244"/>
                </a:lnTo>
                <a:lnTo>
                  <a:pt x="1370" y="244"/>
                </a:lnTo>
                <a:lnTo>
                  <a:pt x="1369" y="219"/>
                </a:lnTo>
                <a:lnTo>
                  <a:pt x="1365" y="198"/>
                </a:lnTo>
                <a:lnTo>
                  <a:pt x="1365" y="198"/>
                </a:lnTo>
                <a:lnTo>
                  <a:pt x="1364" y="190"/>
                </a:lnTo>
                <a:lnTo>
                  <a:pt x="1361" y="184"/>
                </a:lnTo>
                <a:lnTo>
                  <a:pt x="1358" y="178"/>
                </a:lnTo>
                <a:lnTo>
                  <a:pt x="1353" y="174"/>
                </a:lnTo>
                <a:lnTo>
                  <a:pt x="1353" y="174"/>
                </a:lnTo>
                <a:lnTo>
                  <a:pt x="1345" y="170"/>
                </a:lnTo>
                <a:lnTo>
                  <a:pt x="1340" y="167"/>
                </a:lnTo>
                <a:lnTo>
                  <a:pt x="1335" y="165"/>
                </a:lnTo>
                <a:lnTo>
                  <a:pt x="1335" y="165"/>
                </a:lnTo>
                <a:lnTo>
                  <a:pt x="1324" y="163"/>
                </a:lnTo>
                <a:lnTo>
                  <a:pt x="1317" y="161"/>
                </a:lnTo>
                <a:lnTo>
                  <a:pt x="1317" y="140"/>
                </a:lnTo>
                <a:lnTo>
                  <a:pt x="1463" y="141"/>
                </a:lnTo>
                <a:lnTo>
                  <a:pt x="1463" y="1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Folder</a:t>
            </a: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3323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Personal Folder / User Folder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Locked Folder</a:t>
            </a:r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Music Folder</a:t>
            </a: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Leaf</a:t>
            </a: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Locked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Locked 2</a:t>
            </a: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Unlocked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Dog Tag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Dog Tags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Tag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Tags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Applications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Text Styling</a:t>
            </a:r>
          </a:p>
        </p:txBody>
      </p:sp>
      <p:sp>
        <p:nvSpPr>
          <p:cNvPr id="45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Text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Styling 2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5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#6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3" name="Freeform 13"/>
          <p:cNvSpPr>
            <a:spLocks noChangeAspect="1" noEditPoints="1"/>
          </p:cNvSpPr>
          <p:nvPr/>
        </p:nvSpPr>
        <p:spPr bwMode="auto">
          <a:xfrm>
            <a:off x="1100692" y="1502756"/>
            <a:ext cx="1080000" cy="540000"/>
          </a:xfrm>
          <a:custGeom>
            <a:avLst/>
            <a:gdLst>
              <a:gd name="T0" fmla="*/ 759 w 1512"/>
              <a:gd name="T1" fmla="*/ 246 h 755"/>
              <a:gd name="T2" fmla="*/ 687 w 1512"/>
              <a:gd name="T3" fmla="*/ 506 h 755"/>
              <a:gd name="T4" fmla="*/ 801 w 1512"/>
              <a:gd name="T5" fmla="*/ 565 h 755"/>
              <a:gd name="T6" fmla="*/ 756 w 1512"/>
              <a:gd name="T7" fmla="*/ 506 h 755"/>
              <a:gd name="T8" fmla="*/ 828 w 1512"/>
              <a:gd name="T9" fmla="*/ 246 h 755"/>
              <a:gd name="T10" fmla="*/ 892 w 1512"/>
              <a:gd name="T11" fmla="*/ 188 h 755"/>
              <a:gd name="T12" fmla="*/ 471 w 1512"/>
              <a:gd name="T13" fmla="*/ 294 h 755"/>
              <a:gd name="T14" fmla="*/ 425 w 1512"/>
              <a:gd name="T15" fmla="*/ 203 h 755"/>
              <a:gd name="T16" fmla="*/ 145 w 1512"/>
              <a:gd name="T17" fmla="*/ 232 h 755"/>
              <a:gd name="T18" fmla="*/ 190 w 1512"/>
              <a:gd name="T19" fmla="*/ 481 h 755"/>
              <a:gd name="T20" fmla="*/ 162 w 1512"/>
              <a:gd name="T21" fmla="*/ 519 h 755"/>
              <a:gd name="T22" fmla="*/ 399 w 1512"/>
              <a:gd name="T23" fmla="*/ 556 h 755"/>
              <a:gd name="T24" fmla="*/ 470 w 1512"/>
              <a:gd name="T25" fmla="*/ 485 h 755"/>
              <a:gd name="T26" fmla="*/ 438 w 1512"/>
              <a:gd name="T27" fmla="*/ 392 h 755"/>
              <a:gd name="T28" fmla="*/ 387 w 1512"/>
              <a:gd name="T29" fmla="*/ 354 h 755"/>
              <a:gd name="T30" fmla="*/ 285 w 1512"/>
              <a:gd name="T31" fmla="*/ 248 h 755"/>
              <a:gd name="T32" fmla="*/ 338 w 1512"/>
              <a:gd name="T33" fmla="*/ 235 h 755"/>
              <a:gd name="T34" fmla="*/ 380 w 1512"/>
              <a:gd name="T35" fmla="*/ 285 h 755"/>
              <a:gd name="T36" fmla="*/ 308 w 1512"/>
              <a:gd name="T37" fmla="*/ 331 h 755"/>
              <a:gd name="T38" fmla="*/ 374 w 1512"/>
              <a:gd name="T39" fmla="*/ 500 h 755"/>
              <a:gd name="T40" fmla="*/ 292 w 1512"/>
              <a:gd name="T41" fmla="*/ 511 h 755"/>
              <a:gd name="T42" fmla="*/ 327 w 1512"/>
              <a:gd name="T43" fmla="*/ 380 h 755"/>
              <a:gd name="T44" fmla="*/ 391 w 1512"/>
              <a:gd name="T45" fmla="*/ 432 h 755"/>
              <a:gd name="T46" fmla="*/ 522 w 1512"/>
              <a:gd name="T47" fmla="*/ 155 h 755"/>
              <a:gd name="T48" fmla="*/ 534 w 1512"/>
              <a:gd name="T49" fmla="*/ 611 h 755"/>
              <a:gd name="T50" fmla="*/ 567 w 1512"/>
              <a:gd name="T51" fmla="*/ 595 h 755"/>
              <a:gd name="T52" fmla="*/ 548 w 1512"/>
              <a:gd name="T53" fmla="*/ 141 h 755"/>
              <a:gd name="T54" fmla="*/ 1090 w 1512"/>
              <a:gd name="T55" fmla="*/ 577 h 755"/>
              <a:gd name="T56" fmla="*/ 1101 w 1512"/>
              <a:gd name="T57" fmla="*/ 611 h 755"/>
              <a:gd name="T58" fmla="*/ 1367 w 1512"/>
              <a:gd name="T59" fmla="*/ 599 h 755"/>
              <a:gd name="T60" fmla="*/ 1351 w 1512"/>
              <a:gd name="T61" fmla="*/ 566 h 755"/>
              <a:gd name="T62" fmla="*/ 50 w 1512"/>
              <a:gd name="T63" fmla="*/ 11 h 755"/>
              <a:gd name="T64" fmla="*/ 0 w 1512"/>
              <a:gd name="T65" fmla="*/ 85 h 755"/>
              <a:gd name="T66" fmla="*/ 21 w 1512"/>
              <a:gd name="T67" fmla="*/ 721 h 755"/>
              <a:gd name="T68" fmla="*/ 1417 w 1512"/>
              <a:gd name="T69" fmla="*/ 755 h 755"/>
              <a:gd name="T70" fmla="*/ 1490 w 1512"/>
              <a:gd name="T71" fmla="*/ 721 h 755"/>
              <a:gd name="T72" fmla="*/ 1512 w 1512"/>
              <a:gd name="T73" fmla="*/ 85 h 755"/>
              <a:gd name="T74" fmla="*/ 1462 w 1512"/>
              <a:gd name="T75" fmla="*/ 11 h 755"/>
              <a:gd name="T76" fmla="*/ 1414 w 1512"/>
              <a:gd name="T77" fmla="*/ 633 h 755"/>
              <a:gd name="T78" fmla="*/ 123 w 1512"/>
              <a:gd name="T79" fmla="*/ 657 h 755"/>
              <a:gd name="T80" fmla="*/ 98 w 1512"/>
              <a:gd name="T81" fmla="*/ 122 h 755"/>
              <a:gd name="T82" fmla="*/ 1389 w 1512"/>
              <a:gd name="T83" fmla="*/ 98 h 755"/>
              <a:gd name="T84" fmla="*/ 1086 w 1512"/>
              <a:gd name="T85" fmla="*/ 435 h 755"/>
              <a:gd name="T86" fmla="*/ 1136 w 1512"/>
              <a:gd name="T87" fmla="*/ 500 h 755"/>
              <a:gd name="T88" fmla="*/ 1226 w 1512"/>
              <a:gd name="T89" fmla="*/ 516 h 755"/>
              <a:gd name="T90" fmla="*/ 1306 w 1512"/>
              <a:gd name="T91" fmla="*/ 457 h 755"/>
              <a:gd name="T92" fmla="*/ 1323 w 1512"/>
              <a:gd name="T93" fmla="*/ 244 h 755"/>
              <a:gd name="T94" fmla="*/ 1360 w 1512"/>
              <a:gd name="T95" fmla="*/ 209 h 755"/>
              <a:gd name="T96" fmla="*/ 1253 w 1512"/>
              <a:gd name="T97" fmla="*/ 217 h 755"/>
              <a:gd name="T98" fmla="*/ 1277 w 1512"/>
              <a:gd name="T99" fmla="*/ 385 h 755"/>
              <a:gd name="T100" fmla="*/ 1245 w 1512"/>
              <a:gd name="T101" fmla="*/ 461 h 755"/>
              <a:gd name="T102" fmla="*/ 1158 w 1512"/>
              <a:gd name="T103" fmla="*/ 451 h 755"/>
              <a:gd name="T104" fmla="*/ 1135 w 1512"/>
              <a:gd name="T105" fmla="*/ 239 h 755"/>
              <a:gd name="T106" fmla="*/ 1157 w 1512"/>
              <a:gd name="T107" fmla="*/ 212 h 755"/>
              <a:gd name="T108" fmla="*/ 1064 w 1512"/>
              <a:gd name="T109" fmla="*/ 213 h 755"/>
              <a:gd name="T110" fmla="*/ 968 w 1512"/>
              <a:gd name="T111" fmla="*/ 141 h 755"/>
              <a:gd name="T112" fmla="*/ 945 w 1512"/>
              <a:gd name="T113" fmla="*/ 590 h 755"/>
              <a:gd name="T114" fmla="*/ 973 w 1512"/>
              <a:gd name="T115" fmla="*/ 614 h 755"/>
              <a:gd name="T116" fmla="*/ 992 w 1512"/>
              <a:gd name="T117" fmla="*/ 160 h 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512" h="755">
                <a:moveTo>
                  <a:pt x="711" y="229"/>
                </a:moveTo>
                <a:lnTo>
                  <a:pt x="711" y="229"/>
                </a:lnTo>
                <a:lnTo>
                  <a:pt x="730" y="232"/>
                </a:lnTo>
                <a:lnTo>
                  <a:pt x="730" y="232"/>
                </a:lnTo>
                <a:lnTo>
                  <a:pt x="742" y="236"/>
                </a:lnTo>
                <a:lnTo>
                  <a:pt x="750" y="238"/>
                </a:lnTo>
                <a:lnTo>
                  <a:pt x="750" y="238"/>
                </a:lnTo>
                <a:lnTo>
                  <a:pt x="756" y="242"/>
                </a:lnTo>
                <a:lnTo>
                  <a:pt x="759" y="246"/>
                </a:lnTo>
                <a:lnTo>
                  <a:pt x="759" y="246"/>
                </a:lnTo>
                <a:lnTo>
                  <a:pt x="762" y="250"/>
                </a:lnTo>
                <a:lnTo>
                  <a:pt x="762" y="256"/>
                </a:lnTo>
                <a:lnTo>
                  <a:pt x="762" y="256"/>
                </a:lnTo>
                <a:lnTo>
                  <a:pt x="762" y="261"/>
                </a:lnTo>
                <a:lnTo>
                  <a:pt x="762" y="261"/>
                </a:lnTo>
                <a:lnTo>
                  <a:pt x="760" y="265"/>
                </a:lnTo>
                <a:lnTo>
                  <a:pt x="694" y="490"/>
                </a:lnTo>
                <a:lnTo>
                  <a:pt x="694" y="490"/>
                </a:lnTo>
                <a:lnTo>
                  <a:pt x="692" y="498"/>
                </a:lnTo>
                <a:lnTo>
                  <a:pt x="687" y="506"/>
                </a:lnTo>
                <a:lnTo>
                  <a:pt x="687" y="506"/>
                </a:lnTo>
                <a:lnTo>
                  <a:pt x="680" y="512"/>
                </a:lnTo>
                <a:lnTo>
                  <a:pt x="671" y="517"/>
                </a:lnTo>
                <a:lnTo>
                  <a:pt x="671" y="517"/>
                </a:lnTo>
                <a:lnTo>
                  <a:pt x="662" y="518"/>
                </a:lnTo>
                <a:lnTo>
                  <a:pt x="651" y="520"/>
                </a:lnTo>
                <a:lnTo>
                  <a:pt x="651" y="520"/>
                </a:lnTo>
                <a:lnTo>
                  <a:pt x="621" y="522"/>
                </a:lnTo>
                <a:lnTo>
                  <a:pt x="616" y="565"/>
                </a:lnTo>
                <a:lnTo>
                  <a:pt x="801" y="565"/>
                </a:lnTo>
                <a:lnTo>
                  <a:pt x="805" y="522"/>
                </a:lnTo>
                <a:lnTo>
                  <a:pt x="805" y="522"/>
                </a:lnTo>
                <a:lnTo>
                  <a:pt x="784" y="518"/>
                </a:lnTo>
                <a:lnTo>
                  <a:pt x="784" y="518"/>
                </a:lnTo>
                <a:lnTo>
                  <a:pt x="772" y="516"/>
                </a:lnTo>
                <a:lnTo>
                  <a:pt x="766" y="513"/>
                </a:lnTo>
                <a:lnTo>
                  <a:pt x="766" y="513"/>
                </a:lnTo>
                <a:lnTo>
                  <a:pt x="760" y="510"/>
                </a:lnTo>
                <a:lnTo>
                  <a:pt x="756" y="506"/>
                </a:lnTo>
                <a:lnTo>
                  <a:pt x="756" y="506"/>
                </a:lnTo>
                <a:lnTo>
                  <a:pt x="753" y="501"/>
                </a:lnTo>
                <a:lnTo>
                  <a:pt x="753" y="496"/>
                </a:lnTo>
                <a:lnTo>
                  <a:pt x="753" y="496"/>
                </a:lnTo>
                <a:lnTo>
                  <a:pt x="753" y="491"/>
                </a:lnTo>
                <a:lnTo>
                  <a:pt x="753" y="491"/>
                </a:lnTo>
                <a:lnTo>
                  <a:pt x="755" y="486"/>
                </a:lnTo>
                <a:lnTo>
                  <a:pt x="821" y="263"/>
                </a:lnTo>
                <a:lnTo>
                  <a:pt x="821" y="263"/>
                </a:lnTo>
                <a:lnTo>
                  <a:pt x="824" y="255"/>
                </a:lnTo>
                <a:lnTo>
                  <a:pt x="828" y="246"/>
                </a:lnTo>
                <a:lnTo>
                  <a:pt x="828" y="246"/>
                </a:lnTo>
                <a:lnTo>
                  <a:pt x="831" y="243"/>
                </a:lnTo>
                <a:lnTo>
                  <a:pt x="835" y="240"/>
                </a:lnTo>
                <a:lnTo>
                  <a:pt x="840" y="237"/>
                </a:lnTo>
                <a:lnTo>
                  <a:pt x="844" y="236"/>
                </a:lnTo>
                <a:lnTo>
                  <a:pt x="844" y="236"/>
                </a:lnTo>
                <a:lnTo>
                  <a:pt x="866" y="231"/>
                </a:lnTo>
                <a:lnTo>
                  <a:pt x="866" y="231"/>
                </a:lnTo>
                <a:lnTo>
                  <a:pt x="888" y="229"/>
                </a:lnTo>
                <a:lnTo>
                  <a:pt x="892" y="188"/>
                </a:lnTo>
                <a:lnTo>
                  <a:pt x="714" y="188"/>
                </a:lnTo>
                <a:lnTo>
                  <a:pt x="711" y="229"/>
                </a:lnTo>
                <a:close/>
                <a:moveTo>
                  <a:pt x="448" y="333"/>
                </a:moveTo>
                <a:lnTo>
                  <a:pt x="448" y="333"/>
                </a:lnTo>
                <a:lnTo>
                  <a:pt x="453" y="327"/>
                </a:lnTo>
                <a:lnTo>
                  <a:pt x="459" y="321"/>
                </a:lnTo>
                <a:lnTo>
                  <a:pt x="463" y="315"/>
                </a:lnTo>
                <a:lnTo>
                  <a:pt x="466" y="308"/>
                </a:lnTo>
                <a:lnTo>
                  <a:pt x="470" y="301"/>
                </a:lnTo>
                <a:lnTo>
                  <a:pt x="471" y="294"/>
                </a:lnTo>
                <a:lnTo>
                  <a:pt x="472" y="285"/>
                </a:lnTo>
                <a:lnTo>
                  <a:pt x="474" y="277"/>
                </a:lnTo>
                <a:lnTo>
                  <a:pt x="474" y="277"/>
                </a:lnTo>
                <a:lnTo>
                  <a:pt x="472" y="263"/>
                </a:lnTo>
                <a:lnTo>
                  <a:pt x="469" y="250"/>
                </a:lnTo>
                <a:lnTo>
                  <a:pt x="464" y="238"/>
                </a:lnTo>
                <a:lnTo>
                  <a:pt x="457" y="227"/>
                </a:lnTo>
                <a:lnTo>
                  <a:pt x="449" y="218"/>
                </a:lnTo>
                <a:lnTo>
                  <a:pt x="438" y="210"/>
                </a:lnTo>
                <a:lnTo>
                  <a:pt x="425" y="203"/>
                </a:lnTo>
                <a:lnTo>
                  <a:pt x="410" y="197"/>
                </a:lnTo>
                <a:lnTo>
                  <a:pt x="410" y="197"/>
                </a:lnTo>
                <a:lnTo>
                  <a:pt x="402" y="194"/>
                </a:lnTo>
                <a:lnTo>
                  <a:pt x="392" y="192"/>
                </a:lnTo>
                <a:lnTo>
                  <a:pt x="372" y="190"/>
                </a:lnTo>
                <a:lnTo>
                  <a:pt x="351" y="188"/>
                </a:lnTo>
                <a:lnTo>
                  <a:pt x="326" y="188"/>
                </a:lnTo>
                <a:lnTo>
                  <a:pt x="145" y="188"/>
                </a:lnTo>
                <a:lnTo>
                  <a:pt x="145" y="232"/>
                </a:lnTo>
                <a:lnTo>
                  <a:pt x="145" y="232"/>
                </a:lnTo>
                <a:lnTo>
                  <a:pt x="156" y="233"/>
                </a:lnTo>
                <a:lnTo>
                  <a:pt x="163" y="235"/>
                </a:lnTo>
                <a:lnTo>
                  <a:pt x="169" y="236"/>
                </a:lnTo>
                <a:lnTo>
                  <a:pt x="174" y="238"/>
                </a:lnTo>
                <a:lnTo>
                  <a:pt x="174" y="238"/>
                </a:lnTo>
                <a:lnTo>
                  <a:pt x="181" y="244"/>
                </a:lnTo>
                <a:lnTo>
                  <a:pt x="185" y="251"/>
                </a:lnTo>
                <a:lnTo>
                  <a:pt x="189" y="261"/>
                </a:lnTo>
                <a:lnTo>
                  <a:pt x="190" y="272"/>
                </a:lnTo>
                <a:lnTo>
                  <a:pt x="190" y="481"/>
                </a:lnTo>
                <a:lnTo>
                  <a:pt x="190" y="481"/>
                </a:lnTo>
                <a:lnTo>
                  <a:pt x="189" y="493"/>
                </a:lnTo>
                <a:lnTo>
                  <a:pt x="185" y="503"/>
                </a:lnTo>
                <a:lnTo>
                  <a:pt x="183" y="506"/>
                </a:lnTo>
                <a:lnTo>
                  <a:pt x="181" y="510"/>
                </a:lnTo>
                <a:lnTo>
                  <a:pt x="177" y="513"/>
                </a:lnTo>
                <a:lnTo>
                  <a:pt x="172" y="516"/>
                </a:lnTo>
                <a:lnTo>
                  <a:pt x="172" y="516"/>
                </a:lnTo>
                <a:lnTo>
                  <a:pt x="168" y="518"/>
                </a:lnTo>
                <a:lnTo>
                  <a:pt x="162" y="519"/>
                </a:lnTo>
                <a:lnTo>
                  <a:pt x="155" y="520"/>
                </a:lnTo>
                <a:lnTo>
                  <a:pt x="145" y="522"/>
                </a:lnTo>
                <a:lnTo>
                  <a:pt x="145" y="566"/>
                </a:lnTo>
                <a:lnTo>
                  <a:pt x="333" y="566"/>
                </a:lnTo>
                <a:lnTo>
                  <a:pt x="333" y="566"/>
                </a:lnTo>
                <a:lnTo>
                  <a:pt x="350" y="565"/>
                </a:lnTo>
                <a:lnTo>
                  <a:pt x="365" y="564"/>
                </a:lnTo>
                <a:lnTo>
                  <a:pt x="377" y="563"/>
                </a:lnTo>
                <a:lnTo>
                  <a:pt x="389" y="559"/>
                </a:lnTo>
                <a:lnTo>
                  <a:pt x="399" y="556"/>
                </a:lnTo>
                <a:lnTo>
                  <a:pt x="410" y="551"/>
                </a:lnTo>
                <a:lnTo>
                  <a:pt x="419" y="546"/>
                </a:lnTo>
                <a:lnTo>
                  <a:pt x="430" y="539"/>
                </a:lnTo>
                <a:lnTo>
                  <a:pt x="430" y="539"/>
                </a:lnTo>
                <a:lnTo>
                  <a:pt x="440" y="531"/>
                </a:lnTo>
                <a:lnTo>
                  <a:pt x="449" y="524"/>
                </a:lnTo>
                <a:lnTo>
                  <a:pt x="456" y="514"/>
                </a:lnTo>
                <a:lnTo>
                  <a:pt x="463" y="505"/>
                </a:lnTo>
                <a:lnTo>
                  <a:pt x="468" y="496"/>
                </a:lnTo>
                <a:lnTo>
                  <a:pt x="470" y="485"/>
                </a:lnTo>
                <a:lnTo>
                  <a:pt x="472" y="474"/>
                </a:lnTo>
                <a:lnTo>
                  <a:pt x="474" y="462"/>
                </a:lnTo>
                <a:lnTo>
                  <a:pt x="474" y="462"/>
                </a:lnTo>
                <a:lnTo>
                  <a:pt x="472" y="451"/>
                </a:lnTo>
                <a:lnTo>
                  <a:pt x="470" y="439"/>
                </a:lnTo>
                <a:lnTo>
                  <a:pt x="466" y="428"/>
                </a:lnTo>
                <a:lnTo>
                  <a:pt x="462" y="418"/>
                </a:lnTo>
                <a:lnTo>
                  <a:pt x="456" y="408"/>
                </a:lnTo>
                <a:lnTo>
                  <a:pt x="448" y="400"/>
                </a:lnTo>
                <a:lnTo>
                  <a:pt x="438" y="392"/>
                </a:lnTo>
                <a:lnTo>
                  <a:pt x="427" y="385"/>
                </a:lnTo>
                <a:lnTo>
                  <a:pt x="427" y="385"/>
                </a:lnTo>
                <a:lnTo>
                  <a:pt x="422" y="379"/>
                </a:lnTo>
                <a:lnTo>
                  <a:pt x="412" y="370"/>
                </a:lnTo>
                <a:lnTo>
                  <a:pt x="407" y="367"/>
                </a:lnTo>
                <a:lnTo>
                  <a:pt x="402" y="364"/>
                </a:lnTo>
                <a:lnTo>
                  <a:pt x="396" y="361"/>
                </a:lnTo>
                <a:lnTo>
                  <a:pt x="387" y="360"/>
                </a:lnTo>
                <a:lnTo>
                  <a:pt x="387" y="354"/>
                </a:lnTo>
                <a:lnTo>
                  <a:pt x="387" y="354"/>
                </a:lnTo>
                <a:lnTo>
                  <a:pt x="403" y="351"/>
                </a:lnTo>
                <a:lnTo>
                  <a:pt x="419" y="347"/>
                </a:lnTo>
                <a:lnTo>
                  <a:pt x="433" y="341"/>
                </a:lnTo>
                <a:lnTo>
                  <a:pt x="440" y="337"/>
                </a:lnTo>
                <a:lnTo>
                  <a:pt x="448" y="333"/>
                </a:lnTo>
                <a:lnTo>
                  <a:pt x="448" y="333"/>
                </a:lnTo>
                <a:close/>
                <a:moveTo>
                  <a:pt x="282" y="261"/>
                </a:moveTo>
                <a:lnTo>
                  <a:pt x="282" y="261"/>
                </a:lnTo>
                <a:lnTo>
                  <a:pt x="282" y="253"/>
                </a:lnTo>
                <a:lnTo>
                  <a:pt x="285" y="248"/>
                </a:lnTo>
                <a:lnTo>
                  <a:pt x="286" y="243"/>
                </a:lnTo>
                <a:lnTo>
                  <a:pt x="289" y="239"/>
                </a:lnTo>
                <a:lnTo>
                  <a:pt x="289" y="239"/>
                </a:lnTo>
                <a:lnTo>
                  <a:pt x="295" y="237"/>
                </a:lnTo>
                <a:lnTo>
                  <a:pt x="304" y="235"/>
                </a:lnTo>
                <a:lnTo>
                  <a:pt x="313" y="233"/>
                </a:lnTo>
                <a:lnTo>
                  <a:pt x="322" y="233"/>
                </a:lnTo>
                <a:lnTo>
                  <a:pt x="322" y="233"/>
                </a:lnTo>
                <a:lnTo>
                  <a:pt x="331" y="233"/>
                </a:lnTo>
                <a:lnTo>
                  <a:pt x="338" y="235"/>
                </a:lnTo>
                <a:lnTo>
                  <a:pt x="345" y="237"/>
                </a:lnTo>
                <a:lnTo>
                  <a:pt x="351" y="239"/>
                </a:lnTo>
                <a:lnTo>
                  <a:pt x="357" y="242"/>
                </a:lnTo>
                <a:lnTo>
                  <a:pt x="360" y="246"/>
                </a:lnTo>
                <a:lnTo>
                  <a:pt x="365" y="250"/>
                </a:lnTo>
                <a:lnTo>
                  <a:pt x="368" y="256"/>
                </a:lnTo>
                <a:lnTo>
                  <a:pt x="368" y="256"/>
                </a:lnTo>
                <a:lnTo>
                  <a:pt x="377" y="271"/>
                </a:lnTo>
                <a:lnTo>
                  <a:pt x="379" y="278"/>
                </a:lnTo>
                <a:lnTo>
                  <a:pt x="380" y="285"/>
                </a:lnTo>
                <a:lnTo>
                  <a:pt x="379" y="291"/>
                </a:lnTo>
                <a:lnTo>
                  <a:pt x="376" y="298"/>
                </a:lnTo>
                <a:lnTo>
                  <a:pt x="370" y="305"/>
                </a:lnTo>
                <a:lnTo>
                  <a:pt x="361" y="315"/>
                </a:lnTo>
                <a:lnTo>
                  <a:pt x="361" y="315"/>
                </a:lnTo>
                <a:lnTo>
                  <a:pt x="357" y="318"/>
                </a:lnTo>
                <a:lnTo>
                  <a:pt x="350" y="322"/>
                </a:lnTo>
                <a:lnTo>
                  <a:pt x="340" y="325"/>
                </a:lnTo>
                <a:lnTo>
                  <a:pt x="331" y="328"/>
                </a:lnTo>
                <a:lnTo>
                  <a:pt x="308" y="331"/>
                </a:lnTo>
                <a:lnTo>
                  <a:pt x="282" y="331"/>
                </a:lnTo>
                <a:lnTo>
                  <a:pt x="282" y="261"/>
                </a:lnTo>
                <a:close/>
                <a:moveTo>
                  <a:pt x="392" y="445"/>
                </a:moveTo>
                <a:lnTo>
                  <a:pt x="392" y="445"/>
                </a:lnTo>
                <a:lnTo>
                  <a:pt x="391" y="462"/>
                </a:lnTo>
                <a:lnTo>
                  <a:pt x="390" y="475"/>
                </a:lnTo>
                <a:lnTo>
                  <a:pt x="385" y="485"/>
                </a:lnTo>
                <a:lnTo>
                  <a:pt x="379" y="496"/>
                </a:lnTo>
                <a:lnTo>
                  <a:pt x="379" y="496"/>
                </a:lnTo>
                <a:lnTo>
                  <a:pt x="374" y="500"/>
                </a:lnTo>
                <a:lnTo>
                  <a:pt x="368" y="505"/>
                </a:lnTo>
                <a:lnTo>
                  <a:pt x="361" y="509"/>
                </a:lnTo>
                <a:lnTo>
                  <a:pt x="353" y="512"/>
                </a:lnTo>
                <a:lnTo>
                  <a:pt x="345" y="514"/>
                </a:lnTo>
                <a:lnTo>
                  <a:pt x="335" y="516"/>
                </a:lnTo>
                <a:lnTo>
                  <a:pt x="316" y="518"/>
                </a:lnTo>
                <a:lnTo>
                  <a:pt x="316" y="518"/>
                </a:lnTo>
                <a:lnTo>
                  <a:pt x="307" y="517"/>
                </a:lnTo>
                <a:lnTo>
                  <a:pt x="299" y="514"/>
                </a:lnTo>
                <a:lnTo>
                  <a:pt x="292" y="511"/>
                </a:lnTo>
                <a:lnTo>
                  <a:pt x="289" y="509"/>
                </a:lnTo>
                <a:lnTo>
                  <a:pt x="287" y="505"/>
                </a:lnTo>
                <a:lnTo>
                  <a:pt x="287" y="505"/>
                </a:lnTo>
                <a:lnTo>
                  <a:pt x="285" y="501"/>
                </a:lnTo>
                <a:lnTo>
                  <a:pt x="283" y="497"/>
                </a:lnTo>
                <a:lnTo>
                  <a:pt x="282" y="484"/>
                </a:lnTo>
                <a:lnTo>
                  <a:pt x="282" y="377"/>
                </a:lnTo>
                <a:lnTo>
                  <a:pt x="282" y="377"/>
                </a:lnTo>
                <a:lnTo>
                  <a:pt x="306" y="377"/>
                </a:lnTo>
                <a:lnTo>
                  <a:pt x="327" y="380"/>
                </a:lnTo>
                <a:lnTo>
                  <a:pt x="345" y="383"/>
                </a:lnTo>
                <a:lnTo>
                  <a:pt x="353" y="386"/>
                </a:lnTo>
                <a:lnTo>
                  <a:pt x="359" y="388"/>
                </a:lnTo>
                <a:lnTo>
                  <a:pt x="359" y="388"/>
                </a:lnTo>
                <a:lnTo>
                  <a:pt x="373" y="399"/>
                </a:lnTo>
                <a:lnTo>
                  <a:pt x="379" y="403"/>
                </a:lnTo>
                <a:lnTo>
                  <a:pt x="383" y="408"/>
                </a:lnTo>
                <a:lnTo>
                  <a:pt x="387" y="414"/>
                </a:lnTo>
                <a:lnTo>
                  <a:pt x="390" y="421"/>
                </a:lnTo>
                <a:lnTo>
                  <a:pt x="391" y="432"/>
                </a:lnTo>
                <a:lnTo>
                  <a:pt x="392" y="445"/>
                </a:lnTo>
                <a:lnTo>
                  <a:pt x="392" y="445"/>
                </a:lnTo>
                <a:close/>
                <a:moveTo>
                  <a:pt x="543" y="141"/>
                </a:moveTo>
                <a:lnTo>
                  <a:pt x="543" y="141"/>
                </a:lnTo>
                <a:lnTo>
                  <a:pt x="538" y="141"/>
                </a:lnTo>
                <a:lnTo>
                  <a:pt x="534" y="144"/>
                </a:lnTo>
                <a:lnTo>
                  <a:pt x="530" y="145"/>
                </a:lnTo>
                <a:lnTo>
                  <a:pt x="527" y="148"/>
                </a:lnTo>
                <a:lnTo>
                  <a:pt x="523" y="152"/>
                </a:lnTo>
                <a:lnTo>
                  <a:pt x="522" y="155"/>
                </a:lnTo>
                <a:lnTo>
                  <a:pt x="520" y="160"/>
                </a:lnTo>
                <a:lnTo>
                  <a:pt x="520" y="165"/>
                </a:lnTo>
                <a:lnTo>
                  <a:pt x="520" y="590"/>
                </a:lnTo>
                <a:lnTo>
                  <a:pt x="520" y="590"/>
                </a:lnTo>
                <a:lnTo>
                  <a:pt x="520" y="595"/>
                </a:lnTo>
                <a:lnTo>
                  <a:pt x="522" y="599"/>
                </a:lnTo>
                <a:lnTo>
                  <a:pt x="523" y="603"/>
                </a:lnTo>
                <a:lnTo>
                  <a:pt x="527" y="607"/>
                </a:lnTo>
                <a:lnTo>
                  <a:pt x="530" y="610"/>
                </a:lnTo>
                <a:lnTo>
                  <a:pt x="534" y="611"/>
                </a:lnTo>
                <a:lnTo>
                  <a:pt x="538" y="614"/>
                </a:lnTo>
                <a:lnTo>
                  <a:pt x="543" y="614"/>
                </a:lnTo>
                <a:lnTo>
                  <a:pt x="543" y="614"/>
                </a:lnTo>
                <a:lnTo>
                  <a:pt x="548" y="614"/>
                </a:lnTo>
                <a:lnTo>
                  <a:pt x="553" y="611"/>
                </a:lnTo>
                <a:lnTo>
                  <a:pt x="556" y="610"/>
                </a:lnTo>
                <a:lnTo>
                  <a:pt x="560" y="607"/>
                </a:lnTo>
                <a:lnTo>
                  <a:pt x="563" y="603"/>
                </a:lnTo>
                <a:lnTo>
                  <a:pt x="564" y="599"/>
                </a:lnTo>
                <a:lnTo>
                  <a:pt x="567" y="595"/>
                </a:lnTo>
                <a:lnTo>
                  <a:pt x="567" y="590"/>
                </a:lnTo>
                <a:lnTo>
                  <a:pt x="567" y="165"/>
                </a:lnTo>
                <a:lnTo>
                  <a:pt x="567" y="165"/>
                </a:lnTo>
                <a:lnTo>
                  <a:pt x="567" y="160"/>
                </a:lnTo>
                <a:lnTo>
                  <a:pt x="564" y="155"/>
                </a:lnTo>
                <a:lnTo>
                  <a:pt x="563" y="152"/>
                </a:lnTo>
                <a:lnTo>
                  <a:pt x="560" y="148"/>
                </a:lnTo>
                <a:lnTo>
                  <a:pt x="556" y="145"/>
                </a:lnTo>
                <a:lnTo>
                  <a:pt x="553" y="144"/>
                </a:lnTo>
                <a:lnTo>
                  <a:pt x="548" y="141"/>
                </a:lnTo>
                <a:lnTo>
                  <a:pt x="543" y="141"/>
                </a:lnTo>
                <a:lnTo>
                  <a:pt x="543" y="141"/>
                </a:lnTo>
                <a:close/>
                <a:moveTo>
                  <a:pt x="1346" y="566"/>
                </a:moveTo>
                <a:lnTo>
                  <a:pt x="1110" y="566"/>
                </a:lnTo>
                <a:lnTo>
                  <a:pt x="1110" y="566"/>
                </a:lnTo>
                <a:lnTo>
                  <a:pt x="1105" y="566"/>
                </a:lnTo>
                <a:lnTo>
                  <a:pt x="1101" y="569"/>
                </a:lnTo>
                <a:lnTo>
                  <a:pt x="1097" y="570"/>
                </a:lnTo>
                <a:lnTo>
                  <a:pt x="1094" y="573"/>
                </a:lnTo>
                <a:lnTo>
                  <a:pt x="1090" y="577"/>
                </a:lnTo>
                <a:lnTo>
                  <a:pt x="1089" y="581"/>
                </a:lnTo>
                <a:lnTo>
                  <a:pt x="1086" y="585"/>
                </a:lnTo>
                <a:lnTo>
                  <a:pt x="1086" y="590"/>
                </a:lnTo>
                <a:lnTo>
                  <a:pt x="1086" y="590"/>
                </a:lnTo>
                <a:lnTo>
                  <a:pt x="1086" y="595"/>
                </a:lnTo>
                <a:lnTo>
                  <a:pt x="1089" y="599"/>
                </a:lnTo>
                <a:lnTo>
                  <a:pt x="1090" y="603"/>
                </a:lnTo>
                <a:lnTo>
                  <a:pt x="1094" y="607"/>
                </a:lnTo>
                <a:lnTo>
                  <a:pt x="1097" y="610"/>
                </a:lnTo>
                <a:lnTo>
                  <a:pt x="1101" y="611"/>
                </a:lnTo>
                <a:lnTo>
                  <a:pt x="1105" y="614"/>
                </a:lnTo>
                <a:lnTo>
                  <a:pt x="1110" y="614"/>
                </a:lnTo>
                <a:lnTo>
                  <a:pt x="1346" y="614"/>
                </a:lnTo>
                <a:lnTo>
                  <a:pt x="1346" y="614"/>
                </a:lnTo>
                <a:lnTo>
                  <a:pt x="1351" y="614"/>
                </a:lnTo>
                <a:lnTo>
                  <a:pt x="1356" y="611"/>
                </a:lnTo>
                <a:lnTo>
                  <a:pt x="1359" y="610"/>
                </a:lnTo>
                <a:lnTo>
                  <a:pt x="1363" y="607"/>
                </a:lnTo>
                <a:lnTo>
                  <a:pt x="1366" y="603"/>
                </a:lnTo>
                <a:lnTo>
                  <a:pt x="1367" y="599"/>
                </a:lnTo>
                <a:lnTo>
                  <a:pt x="1370" y="595"/>
                </a:lnTo>
                <a:lnTo>
                  <a:pt x="1370" y="590"/>
                </a:lnTo>
                <a:lnTo>
                  <a:pt x="1370" y="590"/>
                </a:lnTo>
                <a:lnTo>
                  <a:pt x="1370" y="585"/>
                </a:lnTo>
                <a:lnTo>
                  <a:pt x="1367" y="581"/>
                </a:lnTo>
                <a:lnTo>
                  <a:pt x="1366" y="577"/>
                </a:lnTo>
                <a:lnTo>
                  <a:pt x="1363" y="573"/>
                </a:lnTo>
                <a:lnTo>
                  <a:pt x="1359" y="570"/>
                </a:lnTo>
                <a:lnTo>
                  <a:pt x="1356" y="569"/>
                </a:lnTo>
                <a:lnTo>
                  <a:pt x="1351" y="566"/>
                </a:lnTo>
                <a:lnTo>
                  <a:pt x="1346" y="566"/>
                </a:lnTo>
                <a:lnTo>
                  <a:pt x="1346" y="566"/>
                </a:lnTo>
                <a:close/>
                <a:moveTo>
                  <a:pt x="1417" y="0"/>
                </a:moveTo>
                <a:lnTo>
                  <a:pt x="94" y="0"/>
                </a:lnTo>
                <a:lnTo>
                  <a:pt x="94" y="0"/>
                </a:lnTo>
                <a:lnTo>
                  <a:pt x="85" y="0"/>
                </a:lnTo>
                <a:lnTo>
                  <a:pt x="76" y="2"/>
                </a:lnTo>
                <a:lnTo>
                  <a:pt x="66" y="4"/>
                </a:lnTo>
                <a:lnTo>
                  <a:pt x="58" y="7"/>
                </a:lnTo>
                <a:lnTo>
                  <a:pt x="50" y="11"/>
                </a:lnTo>
                <a:lnTo>
                  <a:pt x="41" y="16"/>
                </a:lnTo>
                <a:lnTo>
                  <a:pt x="34" y="21"/>
                </a:lnTo>
                <a:lnTo>
                  <a:pt x="27" y="27"/>
                </a:lnTo>
                <a:lnTo>
                  <a:pt x="21" y="34"/>
                </a:lnTo>
                <a:lnTo>
                  <a:pt x="17" y="41"/>
                </a:lnTo>
                <a:lnTo>
                  <a:pt x="12" y="49"/>
                </a:lnTo>
                <a:lnTo>
                  <a:pt x="7" y="57"/>
                </a:lnTo>
                <a:lnTo>
                  <a:pt x="5" y="66"/>
                </a:lnTo>
                <a:lnTo>
                  <a:pt x="2" y="75"/>
                </a:lnTo>
                <a:lnTo>
                  <a:pt x="0" y="85"/>
                </a:lnTo>
                <a:lnTo>
                  <a:pt x="0" y="94"/>
                </a:lnTo>
                <a:lnTo>
                  <a:pt x="0" y="661"/>
                </a:lnTo>
                <a:lnTo>
                  <a:pt x="0" y="661"/>
                </a:lnTo>
                <a:lnTo>
                  <a:pt x="0" y="670"/>
                </a:lnTo>
                <a:lnTo>
                  <a:pt x="2" y="680"/>
                </a:lnTo>
                <a:lnTo>
                  <a:pt x="5" y="689"/>
                </a:lnTo>
                <a:lnTo>
                  <a:pt x="7" y="697"/>
                </a:lnTo>
                <a:lnTo>
                  <a:pt x="12" y="706"/>
                </a:lnTo>
                <a:lnTo>
                  <a:pt x="17" y="714"/>
                </a:lnTo>
                <a:lnTo>
                  <a:pt x="21" y="721"/>
                </a:lnTo>
                <a:lnTo>
                  <a:pt x="27" y="728"/>
                </a:lnTo>
                <a:lnTo>
                  <a:pt x="34" y="734"/>
                </a:lnTo>
                <a:lnTo>
                  <a:pt x="41" y="739"/>
                </a:lnTo>
                <a:lnTo>
                  <a:pt x="50" y="744"/>
                </a:lnTo>
                <a:lnTo>
                  <a:pt x="58" y="748"/>
                </a:lnTo>
                <a:lnTo>
                  <a:pt x="66" y="751"/>
                </a:lnTo>
                <a:lnTo>
                  <a:pt x="76" y="753"/>
                </a:lnTo>
                <a:lnTo>
                  <a:pt x="85" y="755"/>
                </a:lnTo>
                <a:lnTo>
                  <a:pt x="94" y="755"/>
                </a:lnTo>
                <a:lnTo>
                  <a:pt x="1417" y="755"/>
                </a:lnTo>
                <a:lnTo>
                  <a:pt x="1417" y="755"/>
                </a:lnTo>
                <a:lnTo>
                  <a:pt x="1427" y="755"/>
                </a:lnTo>
                <a:lnTo>
                  <a:pt x="1436" y="753"/>
                </a:lnTo>
                <a:lnTo>
                  <a:pt x="1445" y="751"/>
                </a:lnTo>
                <a:lnTo>
                  <a:pt x="1454" y="748"/>
                </a:lnTo>
                <a:lnTo>
                  <a:pt x="1462" y="744"/>
                </a:lnTo>
                <a:lnTo>
                  <a:pt x="1470" y="739"/>
                </a:lnTo>
                <a:lnTo>
                  <a:pt x="1477" y="734"/>
                </a:lnTo>
                <a:lnTo>
                  <a:pt x="1484" y="728"/>
                </a:lnTo>
                <a:lnTo>
                  <a:pt x="1490" y="721"/>
                </a:lnTo>
                <a:lnTo>
                  <a:pt x="1495" y="714"/>
                </a:lnTo>
                <a:lnTo>
                  <a:pt x="1500" y="706"/>
                </a:lnTo>
                <a:lnTo>
                  <a:pt x="1504" y="697"/>
                </a:lnTo>
                <a:lnTo>
                  <a:pt x="1507" y="689"/>
                </a:lnTo>
                <a:lnTo>
                  <a:pt x="1509" y="680"/>
                </a:lnTo>
                <a:lnTo>
                  <a:pt x="1512" y="670"/>
                </a:lnTo>
                <a:lnTo>
                  <a:pt x="1512" y="661"/>
                </a:lnTo>
                <a:lnTo>
                  <a:pt x="1512" y="94"/>
                </a:lnTo>
                <a:lnTo>
                  <a:pt x="1512" y="94"/>
                </a:lnTo>
                <a:lnTo>
                  <a:pt x="1512" y="85"/>
                </a:lnTo>
                <a:lnTo>
                  <a:pt x="1509" y="75"/>
                </a:lnTo>
                <a:lnTo>
                  <a:pt x="1507" y="66"/>
                </a:lnTo>
                <a:lnTo>
                  <a:pt x="1504" y="57"/>
                </a:lnTo>
                <a:lnTo>
                  <a:pt x="1500" y="49"/>
                </a:lnTo>
                <a:lnTo>
                  <a:pt x="1495" y="41"/>
                </a:lnTo>
                <a:lnTo>
                  <a:pt x="1490" y="34"/>
                </a:lnTo>
                <a:lnTo>
                  <a:pt x="1484" y="27"/>
                </a:lnTo>
                <a:lnTo>
                  <a:pt x="1477" y="21"/>
                </a:lnTo>
                <a:lnTo>
                  <a:pt x="1470" y="16"/>
                </a:lnTo>
                <a:lnTo>
                  <a:pt x="1462" y="11"/>
                </a:lnTo>
                <a:lnTo>
                  <a:pt x="1454" y="7"/>
                </a:lnTo>
                <a:lnTo>
                  <a:pt x="1445" y="4"/>
                </a:lnTo>
                <a:lnTo>
                  <a:pt x="1436" y="2"/>
                </a:lnTo>
                <a:lnTo>
                  <a:pt x="1427" y="0"/>
                </a:lnTo>
                <a:lnTo>
                  <a:pt x="1417" y="0"/>
                </a:lnTo>
                <a:lnTo>
                  <a:pt x="1417" y="0"/>
                </a:lnTo>
                <a:close/>
                <a:moveTo>
                  <a:pt x="1417" y="614"/>
                </a:moveTo>
                <a:lnTo>
                  <a:pt x="1417" y="614"/>
                </a:lnTo>
                <a:lnTo>
                  <a:pt x="1416" y="623"/>
                </a:lnTo>
                <a:lnTo>
                  <a:pt x="1414" y="633"/>
                </a:lnTo>
                <a:lnTo>
                  <a:pt x="1409" y="640"/>
                </a:lnTo>
                <a:lnTo>
                  <a:pt x="1403" y="647"/>
                </a:lnTo>
                <a:lnTo>
                  <a:pt x="1396" y="653"/>
                </a:lnTo>
                <a:lnTo>
                  <a:pt x="1389" y="657"/>
                </a:lnTo>
                <a:lnTo>
                  <a:pt x="1379" y="660"/>
                </a:lnTo>
                <a:lnTo>
                  <a:pt x="1370" y="661"/>
                </a:lnTo>
                <a:lnTo>
                  <a:pt x="142" y="661"/>
                </a:lnTo>
                <a:lnTo>
                  <a:pt x="142" y="661"/>
                </a:lnTo>
                <a:lnTo>
                  <a:pt x="132" y="660"/>
                </a:lnTo>
                <a:lnTo>
                  <a:pt x="123" y="657"/>
                </a:lnTo>
                <a:lnTo>
                  <a:pt x="116" y="653"/>
                </a:lnTo>
                <a:lnTo>
                  <a:pt x="109" y="647"/>
                </a:lnTo>
                <a:lnTo>
                  <a:pt x="103" y="640"/>
                </a:lnTo>
                <a:lnTo>
                  <a:pt x="98" y="633"/>
                </a:lnTo>
                <a:lnTo>
                  <a:pt x="96" y="623"/>
                </a:lnTo>
                <a:lnTo>
                  <a:pt x="94" y="614"/>
                </a:lnTo>
                <a:lnTo>
                  <a:pt x="94" y="141"/>
                </a:lnTo>
                <a:lnTo>
                  <a:pt x="94" y="141"/>
                </a:lnTo>
                <a:lnTo>
                  <a:pt x="96" y="132"/>
                </a:lnTo>
                <a:lnTo>
                  <a:pt x="98" y="122"/>
                </a:lnTo>
                <a:lnTo>
                  <a:pt x="103" y="115"/>
                </a:lnTo>
                <a:lnTo>
                  <a:pt x="109" y="108"/>
                </a:lnTo>
                <a:lnTo>
                  <a:pt x="116" y="102"/>
                </a:lnTo>
                <a:lnTo>
                  <a:pt x="123" y="98"/>
                </a:lnTo>
                <a:lnTo>
                  <a:pt x="132" y="95"/>
                </a:lnTo>
                <a:lnTo>
                  <a:pt x="142" y="94"/>
                </a:lnTo>
                <a:lnTo>
                  <a:pt x="1370" y="94"/>
                </a:lnTo>
                <a:lnTo>
                  <a:pt x="1370" y="94"/>
                </a:lnTo>
                <a:lnTo>
                  <a:pt x="1379" y="95"/>
                </a:lnTo>
                <a:lnTo>
                  <a:pt x="1389" y="98"/>
                </a:lnTo>
                <a:lnTo>
                  <a:pt x="1396" y="102"/>
                </a:lnTo>
                <a:lnTo>
                  <a:pt x="1403" y="108"/>
                </a:lnTo>
                <a:lnTo>
                  <a:pt x="1409" y="115"/>
                </a:lnTo>
                <a:lnTo>
                  <a:pt x="1414" y="122"/>
                </a:lnTo>
                <a:lnTo>
                  <a:pt x="1416" y="132"/>
                </a:lnTo>
                <a:lnTo>
                  <a:pt x="1417" y="141"/>
                </a:lnTo>
                <a:lnTo>
                  <a:pt x="1417" y="614"/>
                </a:lnTo>
                <a:close/>
                <a:moveTo>
                  <a:pt x="1086" y="415"/>
                </a:moveTo>
                <a:lnTo>
                  <a:pt x="1086" y="415"/>
                </a:lnTo>
                <a:lnTo>
                  <a:pt x="1086" y="435"/>
                </a:lnTo>
                <a:lnTo>
                  <a:pt x="1089" y="445"/>
                </a:lnTo>
                <a:lnTo>
                  <a:pt x="1091" y="454"/>
                </a:lnTo>
                <a:lnTo>
                  <a:pt x="1091" y="454"/>
                </a:lnTo>
                <a:lnTo>
                  <a:pt x="1097" y="464"/>
                </a:lnTo>
                <a:lnTo>
                  <a:pt x="1102" y="472"/>
                </a:lnTo>
                <a:lnTo>
                  <a:pt x="1109" y="480"/>
                </a:lnTo>
                <a:lnTo>
                  <a:pt x="1117" y="487"/>
                </a:lnTo>
                <a:lnTo>
                  <a:pt x="1117" y="487"/>
                </a:lnTo>
                <a:lnTo>
                  <a:pt x="1127" y="494"/>
                </a:lnTo>
                <a:lnTo>
                  <a:pt x="1136" y="500"/>
                </a:lnTo>
                <a:lnTo>
                  <a:pt x="1148" y="506"/>
                </a:lnTo>
                <a:lnTo>
                  <a:pt x="1160" y="511"/>
                </a:lnTo>
                <a:lnTo>
                  <a:pt x="1160" y="511"/>
                </a:lnTo>
                <a:lnTo>
                  <a:pt x="1170" y="514"/>
                </a:lnTo>
                <a:lnTo>
                  <a:pt x="1175" y="517"/>
                </a:lnTo>
                <a:lnTo>
                  <a:pt x="1181" y="518"/>
                </a:lnTo>
                <a:lnTo>
                  <a:pt x="1188" y="519"/>
                </a:lnTo>
                <a:lnTo>
                  <a:pt x="1197" y="519"/>
                </a:lnTo>
                <a:lnTo>
                  <a:pt x="1210" y="518"/>
                </a:lnTo>
                <a:lnTo>
                  <a:pt x="1226" y="516"/>
                </a:lnTo>
                <a:lnTo>
                  <a:pt x="1226" y="516"/>
                </a:lnTo>
                <a:lnTo>
                  <a:pt x="1236" y="513"/>
                </a:lnTo>
                <a:lnTo>
                  <a:pt x="1247" y="509"/>
                </a:lnTo>
                <a:lnTo>
                  <a:pt x="1255" y="504"/>
                </a:lnTo>
                <a:lnTo>
                  <a:pt x="1266" y="498"/>
                </a:lnTo>
                <a:lnTo>
                  <a:pt x="1266" y="498"/>
                </a:lnTo>
                <a:lnTo>
                  <a:pt x="1277" y="490"/>
                </a:lnTo>
                <a:lnTo>
                  <a:pt x="1287" y="479"/>
                </a:lnTo>
                <a:lnTo>
                  <a:pt x="1298" y="468"/>
                </a:lnTo>
                <a:lnTo>
                  <a:pt x="1306" y="457"/>
                </a:lnTo>
                <a:lnTo>
                  <a:pt x="1306" y="457"/>
                </a:lnTo>
                <a:lnTo>
                  <a:pt x="1311" y="446"/>
                </a:lnTo>
                <a:lnTo>
                  <a:pt x="1316" y="433"/>
                </a:lnTo>
                <a:lnTo>
                  <a:pt x="1319" y="420"/>
                </a:lnTo>
                <a:lnTo>
                  <a:pt x="1319" y="405"/>
                </a:lnTo>
                <a:lnTo>
                  <a:pt x="1319" y="289"/>
                </a:lnTo>
                <a:lnTo>
                  <a:pt x="1319" y="289"/>
                </a:lnTo>
                <a:lnTo>
                  <a:pt x="1320" y="264"/>
                </a:lnTo>
                <a:lnTo>
                  <a:pt x="1323" y="244"/>
                </a:lnTo>
                <a:lnTo>
                  <a:pt x="1323" y="244"/>
                </a:lnTo>
                <a:lnTo>
                  <a:pt x="1323" y="236"/>
                </a:lnTo>
                <a:lnTo>
                  <a:pt x="1323" y="229"/>
                </a:lnTo>
                <a:lnTo>
                  <a:pt x="1323" y="223"/>
                </a:lnTo>
                <a:lnTo>
                  <a:pt x="1324" y="222"/>
                </a:lnTo>
                <a:lnTo>
                  <a:pt x="1325" y="219"/>
                </a:lnTo>
                <a:lnTo>
                  <a:pt x="1325" y="219"/>
                </a:lnTo>
                <a:lnTo>
                  <a:pt x="1336" y="214"/>
                </a:lnTo>
                <a:lnTo>
                  <a:pt x="1349" y="211"/>
                </a:lnTo>
                <a:lnTo>
                  <a:pt x="1349" y="211"/>
                </a:lnTo>
                <a:lnTo>
                  <a:pt x="1360" y="209"/>
                </a:lnTo>
                <a:lnTo>
                  <a:pt x="1369" y="209"/>
                </a:lnTo>
                <a:lnTo>
                  <a:pt x="1369" y="190"/>
                </a:lnTo>
                <a:lnTo>
                  <a:pt x="1225" y="190"/>
                </a:lnTo>
                <a:lnTo>
                  <a:pt x="1225" y="209"/>
                </a:lnTo>
                <a:lnTo>
                  <a:pt x="1225" y="209"/>
                </a:lnTo>
                <a:lnTo>
                  <a:pt x="1232" y="210"/>
                </a:lnTo>
                <a:lnTo>
                  <a:pt x="1242" y="212"/>
                </a:lnTo>
                <a:lnTo>
                  <a:pt x="1242" y="212"/>
                </a:lnTo>
                <a:lnTo>
                  <a:pt x="1248" y="214"/>
                </a:lnTo>
                <a:lnTo>
                  <a:pt x="1253" y="217"/>
                </a:lnTo>
                <a:lnTo>
                  <a:pt x="1260" y="222"/>
                </a:lnTo>
                <a:lnTo>
                  <a:pt x="1260" y="222"/>
                </a:lnTo>
                <a:lnTo>
                  <a:pt x="1264" y="225"/>
                </a:lnTo>
                <a:lnTo>
                  <a:pt x="1267" y="231"/>
                </a:lnTo>
                <a:lnTo>
                  <a:pt x="1269" y="237"/>
                </a:lnTo>
                <a:lnTo>
                  <a:pt x="1272" y="245"/>
                </a:lnTo>
                <a:lnTo>
                  <a:pt x="1272" y="245"/>
                </a:lnTo>
                <a:lnTo>
                  <a:pt x="1275" y="266"/>
                </a:lnTo>
                <a:lnTo>
                  <a:pt x="1277" y="291"/>
                </a:lnTo>
                <a:lnTo>
                  <a:pt x="1277" y="385"/>
                </a:lnTo>
                <a:lnTo>
                  <a:pt x="1277" y="385"/>
                </a:lnTo>
                <a:lnTo>
                  <a:pt x="1275" y="400"/>
                </a:lnTo>
                <a:lnTo>
                  <a:pt x="1272" y="414"/>
                </a:lnTo>
                <a:lnTo>
                  <a:pt x="1272" y="414"/>
                </a:lnTo>
                <a:lnTo>
                  <a:pt x="1268" y="429"/>
                </a:lnTo>
                <a:lnTo>
                  <a:pt x="1265" y="437"/>
                </a:lnTo>
                <a:lnTo>
                  <a:pt x="1261" y="444"/>
                </a:lnTo>
                <a:lnTo>
                  <a:pt x="1261" y="444"/>
                </a:lnTo>
                <a:lnTo>
                  <a:pt x="1251" y="457"/>
                </a:lnTo>
                <a:lnTo>
                  <a:pt x="1245" y="461"/>
                </a:lnTo>
                <a:lnTo>
                  <a:pt x="1236" y="467"/>
                </a:lnTo>
                <a:lnTo>
                  <a:pt x="1236" y="467"/>
                </a:lnTo>
                <a:lnTo>
                  <a:pt x="1215" y="471"/>
                </a:lnTo>
                <a:lnTo>
                  <a:pt x="1199" y="471"/>
                </a:lnTo>
                <a:lnTo>
                  <a:pt x="1186" y="470"/>
                </a:lnTo>
                <a:lnTo>
                  <a:pt x="1179" y="468"/>
                </a:lnTo>
                <a:lnTo>
                  <a:pt x="1179" y="468"/>
                </a:lnTo>
                <a:lnTo>
                  <a:pt x="1171" y="464"/>
                </a:lnTo>
                <a:lnTo>
                  <a:pt x="1164" y="458"/>
                </a:lnTo>
                <a:lnTo>
                  <a:pt x="1158" y="451"/>
                </a:lnTo>
                <a:lnTo>
                  <a:pt x="1154" y="444"/>
                </a:lnTo>
                <a:lnTo>
                  <a:pt x="1154" y="444"/>
                </a:lnTo>
                <a:lnTo>
                  <a:pt x="1143" y="429"/>
                </a:lnTo>
                <a:lnTo>
                  <a:pt x="1138" y="422"/>
                </a:lnTo>
                <a:lnTo>
                  <a:pt x="1136" y="414"/>
                </a:lnTo>
                <a:lnTo>
                  <a:pt x="1136" y="414"/>
                </a:lnTo>
                <a:lnTo>
                  <a:pt x="1134" y="399"/>
                </a:lnTo>
                <a:lnTo>
                  <a:pt x="1134" y="385"/>
                </a:lnTo>
                <a:lnTo>
                  <a:pt x="1135" y="239"/>
                </a:lnTo>
                <a:lnTo>
                  <a:pt x="1135" y="239"/>
                </a:lnTo>
                <a:lnTo>
                  <a:pt x="1135" y="236"/>
                </a:lnTo>
                <a:lnTo>
                  <a:pt x="1137" y="232"/>
                </a:lnTo>
                <a:lnTo>
                  <a:pt x="1141" y="224"/>
                </a:lnTo>
                <a:lnTo>
                  <a:pt x="1141" y="224"/>
                </a:lnTo>
                <a:lnTo>
                  <a:pt x="1142" y="222"/>
                </a:lnTo>
                <a:lnTo>
                  <a:pt x="1144" y="218"/>
                </a:lnTo>
                <a:lnTo>
                  <a:pt x="1148" y="216"/>
                </a:lnTo>
                <a:lnTo>
                  <a:pt x="1153" y="214"/>
                </a:lnTo>
                <a:lnTo>
                  <a:pt x="1153" y="214"/>
                </a:lnTo>
                <a:lnTo>
                  <a:pt x="1157" y="212"/>
                </a:lnTo>
                <a:lnTo>
                  <a:pt x="1164" y="211"/>
                </a:lnTo>
                <a:lnTo>
                  <a:pt x="1164" y="211"/>
                </a:lnTo>
                <a:lnTo>
                  <a:pt x="1183" y="209"/>
                </a:lnTo>
                <a:lnTo>
                  <a:pt x="1183" y="190"/>
                </a:lnTo>
                <a:lnTo>
                  <a:pt x="1038" y="190"/>
                </a:lnTo>
                <a:lnTo>
                  <a:pt x="1038" y="209"/>
                </a:lnTo>
                <a:lnTo>
                  <a:pt x="1038" y="209"/>
                </a:lnTo>
                <a:lnTo>
                  <a:pt x="1055" y="211"/>
                </a:lnTo>
                <a:lnTo>
                  <a:pt x="1055" y="211"/>
                </a:lnTo>
                <a:lnTo>
                  <a:pt x="1064" y="213"/>
                </a:lnTo>
                <a:lnTo>
                  <a:pt x="1072" y="217"/>
                </a:lnTo>
                <a:lnTo>
                  <a:pt x="1072" y="217"/>
                </a:lnTo>
                <a:lnTo>
                  <a:pt x="1079" y="222"/>
                </a:lnTo>
                <a:lnTo>
                  <a:pt x="1084" y="227"/>
                </a:lnTo>
                <a:lnTo>
                  <a:pt x="1084" y="227"/>
                </a:lnTo>
                <a:lnTo>
                  <a:pt x="1086" y="235"/>
                </a:lnTo>
                <a:lnTo>
                  <a:pt x="1086" y="243"/>
                </a:lnTo>
                <a:lnTo>
                  <a:pt x="1086" y="415"/>
                </a:lnTo>
                <a:close/>
                <a:moveTo>
                  <a:pt x="968" y="141"/>
                </a:moveTo>
                <a:lnTo>
                  <a:pt x="968" y="141"/>
                </a:lnTo>
                <a:lnTo>
                  <a:pt x="964" y="141"/>
                </a:lnTo>
                <a:lnTo>
                  <a:pt x="959" y="144"/>
                </a:lnTo>
                <a:lnTo>
                  <a:pt x="955" y="145"/>
                </a:lnTo>
                <a:lnTo>
                  <a:pt x="952" y="148"/>
                </a:lnTo>
                <a:lnTo>
                  <a:pt x="948" y="152"/>
                </a:lnTo>
                <a:lnTo>
                  <a:pt x="947" y="155"/>
                </a:lnTo>
                <a:lnTo>
                  <a:pt x="945" y="160"/>
                </a:lnTo>
                <a:lnTo>
                  <a:pt x="945" y="165"/>
                </a:lnTo>
                <a:lnTo>
                  <a:pt x="945" y="590"/>
                </a:lnTo>
                <a:lnTo>
                  <a:pt x="945" y="590"/>
                </a:lnTo>
                <a:lnTo>
                  <a:pt x="945" y="595"/>
                </a:lnTo>
                <a:lnTo>
                  <a:pt x="947" y="599"/>
                </a:lnTo>
                <a:lnTo>
                  <a:pt x="948" y="603"/>
                </a:lnTo>
                <a:lnTo>
                  <a:pt x="952" y="607"/>
                </a:lnTo>
                <a:lnTo>
                  <a:pt x="955" y="610"/>
                </a:lnTo>
                <a:lnTo>
                  <a:pt x="959" y="611"/>
                </a:lnTo>
                <a:lnTo>
                  <a:pt x="964" y="614"/>
                </a:lnTo>
                <a:lnTo>
                  <a:pt x="968" y="614"/>
                </a:lnTo>
                <a:lnTo>
                  <a:pt x="968" y="614"/>
                </a:lnTo>
                <a:lnTo>
                  <a:pt x="973" y="614"/>
                </a:lnTo>
                <a:lnTo>
                  <a:pt x="978" y="611"/>
                </a:lnTo>
                <a:lnTo>
                  <a:pt x="981" y="610"/>
                </a:lnTo>
                <a:lnTo>
                  <a:pt x="985" y="607"/>
                </a:lnTo>
                <a:lnTo>
                  <a:pt x="988" y="603"/>
                </a:lnTo>
                <a:lnTo>
                  <a:pt x="990" y="599"/>
                </a:lnTo>
                <a:lnTo>
                  <a:pt x="992" y="595"/>
                </a:lnTo>
                <a:lnTo>
                  <a:pt x="992" y="590"/>
                </a:lnTo>
                <a:lnTo>
                  <a:pt x="992" y="165"/>
                </a:lnTo>
                <a:lnTo>
                  <a:pt x="992" y="165"/>
                </a:lnTo>
                <a:lnTo>
                  <a:pt x="992" y="160"/>
                </a:lnTo>
                <a:lnTo>
                  <a:pt x="990" y="155"/>
                </a:lnTo>
                <a:lnTo>
                  <a:pt x="988" y="152"/>
                </a:lnTo>
                <a:lnTo>
                  <a:pt x="985" y="148"/>
                </a:lnTo>
                <a:lnTo>
                  <a:pt x="981" y="145"/>
                </a:lnTo>
                <a:lnTo>
                  <a:pt x="978" y="144"/>
                </a:lnTo>
                <a:lnTo>
                  <a:pt x="973" y="141"/>
                </a:lnTo>
                <a:lnTo>
                  <a:pt x="968" y="141"/>
                </a:lnTo>
                <a:lnTo>
                  <a:pt x="968" y="14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4"/>
          <p:cNvSpPr>
            <a:spLocks noChangeAspect="1" noEditPoints="1"/>
          </p:cNvSpPr>
          <p:nvPr/>
        </p:nvSpPr>
        <p:spPr bwMode="auto">
          <a:xfrm>
            <a:off x="2759018" y="1232755"/>
            <a:ext cx="1077858" cy="1080000"/>
          </a:xfrm>
          <a:custGeom>
            <a:avLst/>
            <a:gdLst>
              <a:gd name="T0" fmla="*/ 1158 w 1509"/>
              <a:gd name="T1" fmla="*/ 159 h 1511"/>
              <a:gd name="T2" fmla="*/ 708 w 1509"/>
              <a:gd name="T3" fmla="*/ 907 h 1511"/>
              <a:gd name="T4" fmla="*/ 1342 w 1509"/>
              <a:gd name="T5" fmla="*/ 512 h 1511"/>
              <a:gd name="T6" fmla="*/ 1306 w 1509"/>
              <a:gd name="T7" fmla="*/ 518 h 1511"/>
              <a:gd name="T8" fmla="*/ 1282 w 1509"/>
              <a:gd name="T9" fmla="*/ 533 h 1511"/>
              <a:gd name="T10" fmla="*/ 1265 w 1509"/>
              <a:gd name="T11" fmla="*/ 557 h 1511"/>
              <a:gd name="T12" fmla="*/ 1259 w 1509"/>
              <a:gd name="T13" fmla="*/ 1293 h 1511"/>
              <a:gd name="T14" fmla="*/ 1254 w 1509"/>
              <a:gd name="T15" fmla="*/ 1314 h 1511"/>
              <a:gd name="T16" fmla="*/ 1234 w 1509"/>
              <a:gd name="T17" fmla="*/ 1338 h 1511"/>
              <a:gd name="T18" fmla="*/ 1203 w 1509"/>
              <a:gd name="T19" fmla="*/ 1347 h 1511"/>
              <a:gd name="T20" fmla="*/ 208 w 1509"/>
              <a:gd name="T21" fmla="*/ 1346 h 1511"/>
              <a:gd name="T22" fmla="*/ 181 w 1509"/>
              <a:gd name="T23" fmla="*/ 1331 h 1511"/>
              <a:gd name="T24" fmla="*/ 165 w 1509"/>
              <a:gd name="T25" fmla="*/ 1303 h 1511"/>
              <a:gd name="T26" fmla="*/ 164 w 1509"/>
              <a:gd name="T27" fmla="*/ 308 h 1511"/>
              <a:gd name="T28" fmla="*/ 173 w 1509"/>
              <a:gd name="T29" fmla="*/ 277 h 1511"/>
              <a:gd name="T30" fmla="*/ 197 w 1509"/>
              <a:gd name="T31" fmla="*/ 257 h 1511"/>
              <a:gd name="T32" fmla="*/ 923 w 1509"/>
              <a:gd name="T33" fmla="*/ 252 h 1511"/>
              <a:gd name="T34" fmla="*/ 943 w 1509"/>
              <a:gd name="T35" fmla="*/ 242 h 1511"/>
              <a:gd name="T36" fmla="*/ 972 w 1509"/>
              <a:gd name="T37" fmla="*/ 214 h 1511"/>
              <a:gd name="T38" fmla="*/ 984 w 1509"/>
              <a:gd name="T39" fmla="*/ 191 h 1511"/>
              <a:gd name="T40" fmla="*/ 986 w 1509"/>
              <a:gd name="T41" fmla="*/ 172 h 1511"/>
              <a:gd name="T42" fmla="*/ 981 w 1509"/>
              <a:gd name="T43" fmla="*/ 131 h 1511"/>
              <a:gd name="T44" fmla="*/ 969 w 1509"/>
              <a:gd name="T45" fmla="*/ 108 h 1511"/>
              <a:gd name="T46" fmla="*/ 949 w 1509"/>
              <a:gd name="T47" fmla="*/ 92 h 1511"/>
              <a:gd name="T48" fmla="*/ 164 w 1509"/>
              <a:gd name="T49" fmla="*/ 88 h 1511"/>
              <a:gd name="T50" fmla="*/ 131 w 1509"/>
              <a:gd name="T51" fmla="*/ 92 h 1511"/>
              <a:gd name="T52" fmla="*/ 86 w 1509"/>
              <a:gd name="T53" fmla="*/ 108 h 1511"/>
              <a:gd name="T54" fmla="*/ 48 w 1509"/>
              <a:gd name="T55" fmla="*/ 137 h 1511"/>
              <a:gd name="T56" fmla="*/ 20 w 1509"/>
              <a:gd name="T57" fmla="*/ 174 h 1511"/>
              <a:gd name="T58" fmla="*/ 3 w 1509"/>
              <a:gd name="T59" fmla="*/ 219 h 1511"/>
              <a:gd name="T60" fmla="*/ 0 w 1509"/>
              <a:gd name="T61" fmla="*/ 1347 h 1511"/>
              <a:gd name="T62" fmla="*/ 3 w 1509"/>
              <a:gd name="T63" fmla="*/ 1380 h 1511"/>
              <a:gd name="T64" fmla="*/ 20 w 1509"/>
              <a:gd name="T65" fmla="*/ 1425 h 1511"/>
              <a:gd name="T66" fmla="*/ 48 w 1509"/>
              <a:gd name="T67" fmla="*/ 1463 h 1511"/>
              <a:gd name="T68" fmla="*/ 86 w 1509"/>
              <a:gd name="T69" fmla="*/ 1491 h 1511"/>
              <a:gd name="T70" fmla="*/ 131 w 1509"/>
              <a:gd name="T71" fmla="*/ 1508 h 1511"/>
              <a:gd name="T72" fmla="*/ 1259 w 1509"/>
              <a:gd name="T73" fmla="*/ 1511 h 1511"/>
              <a:gd name="T74" fmla="*/ 1292 w 1509"/>
              <a:gd name="T75" fmla="*/ 1508 h 1511"/>
              <a:gd name="T76" fmla="*/ 1337 w 1509"/>
              <a:gd name="T77" fmla="*/ 1491 h 1511"/>
              <a:gd name="T78" fmla="*/ 1374 w 1509"/>
              <a:gd name="T79" fmla="*/ 1463 h 1511"/>
              <a:gd name="T80" fmla="*/ 1403 w 1509"/>
              <a:gd name="T81" fmla="*/ 1425 h 1511"/>
              <a:gd name="T82" fmla="*/ 1419 w 1509"/>
              <a:gd name="T83" fmla="*/ 1380 h 1511"/>
              <a:gd name="T84" fmla="*/ 1423 w 1509"/>
              <a:gd name="T85" fmla="*/ 577 h 1511"/>
              <a:gd name="T86" fmla="*/ 1419 w 1509"/>
              <a:gd name="T87" fmla="*/ 559 h 1511"/>
              <a:gd name="T88" fmla="*/ 1404 w 1509"/>
              <a:gd name="T89" fmla="*/ 540 h 1511"/>
              <a:gd name="T90" fmla="*/ 1367 w 1509"/>
              <a:gd name="T91" fmla="*/ 520 h 1511"/>
              <a:gd name="T92" fmla="*/ 1342 w 1509"/>
              <a:gd name="T93" fmla="*/ 512 h 1511"/>
              <a:gd name="T94" fmla="*/ 1374 w 1509"/>
              <a:gd name="T95" fmla="*/ 23 h 1511"/>
              <a:gd name="T96" fmla="*/ 1352 w 1509"/>
              <a:gd name="T97" fmla="*/ 4 h 1511"/>
              <a:gd name="T98" fmla="*/ 1334 w 1509"/>
              <a:gd name="T99" fmla="*/ 0 h 1511"/>
              <a:gd name="T100" fmla="*/ 1314 w 1509"/>
              <a:gd name="T101" fmla="*/ 4 h 1511"/>
              <a:gd name="T102" fmla="*/ 1207 w 1509"/>
              <a:gd name="T103" fmla="*/ 113 h 1511"/>
              <a:gd name="T104" fmla="*/ 1492 w 1509"/>
              <a:gd name="T105" fmla="*/ 213 h 1511"/>
              <a:gd name="T106" fmla="*/ 1507 w 1509"/>
              <a:gd name="T107" fmla="*/ 193 h 1511"/>
              <a:gd name="T108" fmla="*/ 1509 w 1509"/>
              <a:gd name="T109" fmla="*/ 178 h 1511"/>
              <a:gd name="T110" fmla="*/ 1502 w 1509"/>
              <a:gd name="T111" fmla="*/ 159 h 1511"/>
              <a:gd name="T112" fmla="*/ 1491 w 1509"/>
              <a:gd name="T113" fmla="*/ 145 h 1511"/>
              <a:gd name="T114" fmla="*/ 577 w 1509"/>
              <a:gd name="T115" fmla="*/ 860 h 1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09" h="1511">
                <a:moveTo>
                  <a:pt x="900" y="806"/>
                </a:moveTo>
                <a:lnTo>
                  <a:pt x="1365" y="355"/>
                </a:lnTo>
                <a:lnTo>
                  <a:pt x="1158" y="159"/>
                </a:lnTo>
                <a:lnTo>
                  <a:pt x="688" y="624"/>
                </a:lnTo>
                <a:lnTo>
                  <a:pt x="616" y="806"/>
                </a:lnTo>
                <a:lnTo>
                  <a:pt x="708" y="907"/>
                </a:lnTo>
                <a:lnTo>
                  <a:pt x="900" y="806"/>
                </a:lnTo>
                <a:close/>
                <a:moveTo>
                  <a:pt x="1342" y="512"/>
                </a:moveTo>
                <a:lnTo>
                  <a:pt x="1342" y="512"/>
                </a:lnTo>
                <a:lnTo>
                  <a:pt x="1328" y="513"/>
                </a:lnTo>
                <a:lnTo>
                  <a:pt x="1317" y="516"/>
                </a:lnTo>
                <a:lnTo>
                  <a:pt x="1306" y="518"/>
                </a:lnTo>
                <a:lnTo>
                  <a:pt x="1298" y="523"/>
                </a:lnTo>
                <a:lnTo>
                  <a:pt x="1289" y="527"/>
                </a:lnTo>
                <a:lnTo>
                  <a:pt x="1282" y="533"/>
                </a:lnTo>
                <a:lnTo>
                  <a:pt x="1276" y="539"/>
                </a:lnTo>
                <a:lnTo>
                  <a:pt x="1272" y="545"/>
                </a:lnTo>
                <a:lnTo>
                  <a:pt x="1265" y="557"/>
                </a:lnTo>
                <a:lnTo>
                  <a:pt x="1261" y="566"/>
                </a:lnTo>
                <a:lnTo>
                  <a:pt x="1259" y="577"/>
                </a:lnTo>
                <a:lnTo>
                  <a:pt x="1259" y="1293"/>
                </a:lnTo>
                <a:lnTo>
                  <a:pt x="1259" y="1293"/>
                </a:lnTo>
                <a:lnTo>
                  <a:pt x="1257" y="1303"/>
                </a:lnTo>
                <a:lnTo>
                  <a:pt x="1254" y="1314"/>
                </a:lnTo>
                <a:lnTo>
                  <a:pt x="1249" y="1323"/>
                </a:lnTo>
                <a:lnTo>
                  <a:pt x="1242" y="1331"/>
                </a:lnTo>
                <a:lnTo>
                  <a:pt x="1234" y="1338"/>
                </a:lnTo>
                <a:lnTo>
                  <a:pt x="1224" y="1342"/>
                </a:lnTo>
                <a:lnTo>
                  <a:pt x="1215" y="1346"/>
                </a:lnTo>
                <a:lnTo>
                  <a:pt x="1203" y="1347"/>
                </a:lnTo>
                <a:lnTo>
                  <a:pt x="218" y="1347"/>
                </a:lnTo>
                <a:lnTo>
                  <a:pt x="218" y="1347"/>
                </a:lnTo>
                <a:lnTo>
                  <a:pt x="208" y="1346"/>
                </a:lnTo>
                <a:lnTo>
                  <a:pt x="197" y="1342"/>
                </a:lnTo>
                <a:lnTo>
                  <a:pt x="188" y="1338"/>
                </a:lnTo>
                <a:lnTo>
                  <a:pt x="181" y="1331"/>
                </a:lnTo>
                <a:lnTo>
                  <a:pt x="173" y="1323"/>
                </a:lnTo>
                <a:lnTo>
                  <a:pt x="169" y="1314"/>
                </a:lnTo>
                <a:lnTo>
                  <a:pt x="165" y="1303"/>
                </a:lnTo>
                <a:lnTo>
                  <a:pt x="164" y="1293"/>
                </a:lnTo>
                <a:lnTo>
                  <a:pt x="164" y="308"/>
                </a:lnTo>
                <a:lnTo>
                  <a:pt x="164" y="308"/>
                </a:lnTo>
                <a:lnTo>
                  <a:pt x="165" y="296"/>
                </a:lnTo>
                <a:lnTo>
                  <a:pt x="169" y="287"/>
                </a:lnTo>
                <a:lnTo>
                  <a:pt x="173" y="277"/>
                </a:lnTo>
                <a:lnTo>
                  <a:pt x="181" y="269"/>
                </a:lnTo>
                <a:lnTo>
                  <a:pt x="188" y="262"/>
                </a:lnTo>
                <a:lnTo>
                  <a:pt x="197" y="257"/>
                </a:lnTo>
                <a:lnTo>
                  <a:pt x="208" y="253"/>
                </a:lnTo>
                <a:lnTo>
                  <a:pt x="218" y="252"/>
                </a:lnTo>
                <a:lnTo>
                  <a:pt x="923" y="252"/>
                </a:lnTo>
                <a:lnTo>
                  <a:pt x="923" y="252"/>
                </a:lnTo>
                <a:lnTo>
                  <a:pt x="934" y="248"/>
                </a:lnTo>
                <a:lnTo>
                  <a:pt x="943" y="242"/>
                </a:lnTo>
                <a:lnTo>
                  <a:pt x="955" y="232"/>
                </a:lnTo>
                <a:lnTo>
                  <a:pt x="967" y="220"/>
                </a:lnTo>
                <a:lnTo>
                  <a:pt x="972" y="214"/>
                </a:lnTo>
                <a:lnTo>
                  <a:pt x="976" y="207"/>
                </a:lnTo>
                <a:lnTo>
                  <a:pt x="981" y="199"/>
                </a:lnTo>
                <a:lnTo>
                  <a:pt x="984" y="191"/>
                </a:lnTo>
                <a:lnTo>
                  <a:pt x="986" y="181"/>
                </a:lnTo>
                <a:lnTo>
                  <a:pt x="986" y="172"/>
                </a:lnTo>
                <a:lnTo>
                  <a:pt x="986" y="172"/>
                </a:lnTo>
                <a:lnTo>
                  <a:pt x="986" y="159"/>
                </a:lnTo>
                <a:lnTo>
                  <a:pt x="985" y="146"/>
                </a:lnTo>
                <a:lnTo>
                  <a:pt x="981" y="131"/>
                </a:lnTo>
                <a:lnTo>
                  <a:pt x="978" y="122"/>
                </a:lnTo>
                <a:lnTo>
                  <a:pt x="974" y="115"/>
                </a:lnTo>
                <a:lnTo>
                  <a:pt x="969" y="108"/>
                </a:lnTo>
                <a:lnTo>
                  <a:pt x="963" y="101"/>
                </a:lnTo>
                <a:lnTo>
                  <a:pt x="956" y="96"/>
                </a:lnTo>
                <a:lnTo>
                  <a:pt x="949" y="92"/>
                </a:lnTo>
                <a:lnTo>
                  <a:pt x="940" y="89"/>
                </a:lnTo>
                <a:lnTo>
                  <a:pt x="928" y="88"/>
                </a:lnTo>
                <a:lnTo>
                  <a:pt x="164" y="88"/>
                </a:lnTo>
                <a:lnTo>
                  <a:pt x="164" y="88"/>
                </a:lnTo>
                <a:lnTo>
                  <a:pt x="147" y="89"/>
                </a:lnTo>
                <a:lnTo>
                  <a:pt x="131" y="92"/>
                </a:lnTo>
                <a:lnTo>
                  <a:pt x="116" y="96"/>
                </a:lnTo>
                <a:lnTo>
                  <a:pt x="100" y="101"/>
                </a:lnTo>
                <a:lnTo>
                  <a:pt x="86" y="108"/>
                </a:lnTo>
                <a:lnTo>
                  <a:pt x="72" y="116"/>
                </a:lnTo>
                <a:lnTo>
                  <a:pt x="60" y="126"/>
                </a:lnTo>
                <a:lnTo>
                  <a:pt x="48" y="137"/>
                </a:lnTo>
                <a:lnTo>
                  <a:pt x="38" y="148"/>
                </a:lnTo>
                <a:lnTo>
                  <a:pt x="28" y="161"/>
                </a:lnTo>
                <a:lnTo>
                  <a:pt x="20" y="174"/>
                </a:lnTo>
                <a:lnTo>
                  <a:pt x="13" y="188"/>
                </a:lnTo>
                <a:lnTo>
                  <a:pt x="7" y="204"/>
                </a:lnTo>
                <a:lnTo>
                  <a:pt x="3" y="219"/>
                </a:lnTo>
                <a:lnTo>
                  <a:pt x="1" y="236"/>
                </a:lnTo>
                <a:lnTo>
                  <a:pt x="0" y="252"/>
                </a:lnTo>
                <a:lnTo>
                  <a:pt x="0" y="1347"/>
                </a:lnTo>
                <a:lnTo>
                  <a:pt x="0" y="1347"/>
                </a:lnTo>
                <a:lnTo>
                  <a:pt x="1" y="1364"/>
                </a:lnTo>
                <a:lnTo>
                  <a:pt x="3" y="1380"/>
                </a:lnTo>
                <a:lnTo>
                  <a:pt x="7" y="1395"/>
                </a:lnTo>
                <a:lnTo>
                  <a:pt x="13" y="1411"/>
                </a:lnTo>
                <a:lnTo>
                  <a:pt x="20" y="1425"/>
                </a:lnTo>
                <a:lnTo>
                  <a:pt x="28" y="1439"/>
                </a:lnTo>
                <a:lnTo>
                  <a:pt x="38" y="1451"/>
                </a:lnTo>
                <a:lnTo>
                  <a:pt x="48" y="1463"/>
                </a:lnTo>
                <a:lnTo>
                  <a:pt x="60" y="1473"/>
                </a:lnTo>
                <a:lnTo>
                  <a:pt x="72" y="1483"/>
                </a:lnTo>
                <a:lnTo>
                  <a:pt x="86" y="1491"/>
                </a:lnTo>
                <a:lnTo>
                  <a:pt x="100" y="1498"/>
                </a:lnTo>
                <a:lnTo>
                  <a:pt x="116" y="1504"/>
                </a:lnTo>
                <a:lnTo>
                  <a:pt x="131" y="1508"/>
                </a:lnTo>
                <a:lnTo>
                  <a:pt x="147" y="1510"/>
                </a:lnTo>
                <a:lnTo>
                  <a:pt x="164" y="1511"/>
                </a:lnTo>
                <a:lnTo>
                  <a:pt x="1259" y="1511"/>
                </a:lnTo>
                <a:lnTo>
                  <a:pt x="1259" y="1511"/>
                </a:lnTo>
                <a:lnTo>
                  <a:pt x="1275" y="1510"/>
                </a:lnTo>
                <a:lnTo>
                  <a:pt x="1292" y="1508"/>
                </a:lnTo>
                <a:lnTo>
                  <a:pt x="1307" y="1504"/>
                </a:lnTo>
                <a:lnTo>
                  <a:pt x="1322" y="1498"/>
                </a:lnTo>
                <a:lnTo>
                  <a:pt x="1337" y="1491"/>
                </a:lnTo>
                <a:lnTo>
                  <a:pt x="1350" y="1483"/>
                </a:lnTo>
                <a:lnTo>
                  <a:pt x="1363" y="1473"/>
                </a:lnTo>
                <a:lnTo>
                  <a:pt x="1374" y="1463"/>
                </a:lnTo>
                <a:lnTo>
                  <a:pt x="1385" y="1451"/>
                </a:lnTo>
                <a:lnTo>
                  <a:pt x="1394" y="1439"/>
                </a:lnTo>
                <a:lnTo>
                  <a:pt x="1403" y="1425"/>
                </a:lnTo>
                <a:lnTo>
                  <a:pt x="1410" y="1411"/>
                </a:lnTo>
                <a:lnTo>
                  <a:pt x="1415" y="1395"/>
                </a:lnTo>
                <a:lnTo>
                  <a:pt x="1419" y="1380"/>
                </a:lnTo>
                <a:lnTo>
                  <a:pt x="1422" y="1364"/>
                </a:lnTo>
                <a:lnTo>
                  <a:pt x="1423" y="1347"/>
                </a:lnTo>
                <a:lnTo>
                  <a:pt x="1423" y="577"/>
                </a:lnTo>
                <a:lnTo>
                  <a:pt x="1423" y="577"/>
                </a:lnTo>
                <a:lnTo>
                  <a:pt x="1422" y="568"/>
                </a:lnTo>
                <a:lnTo>
                  <a:pt x="1419" y="559"/>
                </a:lnTo>
                <a:lnTo>
                  <a:pt x="1415" y="552"/>
                </a:lnTo>
                <a:lnTo>
                  <a:pt x="1410" y="546"/>
                </a:lnTo>
                <a:lnTo>
                  <a:pt x="1404" y="540"/>
                </a:lnTo>
                <a:lnTo>
                  <a:pt x="1397" y="535"/>
                </a:lnTo>
                <a:lnTo>
                  <a:pt x="1383" y="526"/>
                </a:lnTo>
                <a:lnTo>
                  <a:pt x="1367" y="520"/>
                </a:lnTo>
                <a:lnTo>
                  <a:pt x="1354" y="516"/>
                </a:lnTo>
                <a:lnTo>
                  <a:pt x="1342" y="512"/>
                </a:lnTo>
                <a:lnTo>
                  <a:pt x="1342" y="512"/>
                </a:lnTo>
                <a:close/>
                <a:moveTo>
                  <a:pt x="1491" y="145"/>
                </a:moveTo>
                <a:lnTo>
                  <a:pt x="1374" y="23"/>
                </a:lnTo>
                <a:lnTo>
                  <a:pt x="1374" y="23"/>
                </a:lnTo>
                <a:lnTo>
                  <a:pt x="1368" y="16"/>
                </a:lnTo>
                <a:lnTo>
                  <a:pt x="1361" y="10"/>
                </a:lnTo>
                <a:lnTo>
                  <a:pt x="1352" y="4"/>
                </a:lnTo>
                <a:lnTo>
                  <a:pt x="1347" y="2"/>
                </a:lnTo>
                <a:lnTo>
                  <a:pt x="1341" y="1"/>
                </a:lnTo>
                <a:lnTo>
                  <a:pt x="1334" y="0"/>
                </a:lnTo>
                <a:lnTo>
                  <a:pt x="1328" y="0"/>
                </a:lnTo>
                <a:lnTo>
                  <a:pt x="1321" y="2"/>
                </a:lnTo>
                <a:lnTo>
                  <a:pt x="1314" y="4"/>
                </a:lnTo>
                <a:lnTo>
                  <a:pt x="1307" y="9"/>
                </a:lnTo>
                <a:lnTo>
                  <a:pt x="1299" y="16"/>
                </a:lnTo>
                <a:lnTo>
                  <a:pt x="1207" y="113"/>
                </a:lnTo>
                <a:lnTo>
                  <a:pt x="1402" y="303"/>
                </a:lnTo>
                <a:lnTo>
                  <a:pt x="1492" y="213"/>
                </a:lnTo>
                <a:lnTo>
                  <a:pt x="1492" y="213"/>
                </a:lnTo>
                <a:lnTo>
                  <a:pt x="1497" y="207"/>
                </a:lnTo>
                <a:lnTo>
                  <a:pt x="1502" y="201"/>
                </a:lnTo>
                <a:lnTo>
                  <a:pt x="1507" y="193"/>
                </a:lnTo>
                <a:lnTo>
                  <a:pt x="1508" y="188"/>
                </a:lnTo>
                <a:lnTo>
                  <a:pt x="1509" y="184"/>
                </a:lnTo>
                <a:lnTo>
                  <a:pt x="1509" y="178"/>
                </a:lnTo>
                <a:lnTo>
                  <a:pt x="1508" y="172"/>
                </a:lnTo>
                <a:lnTo>
                  <a:pt x="1505" y="165"/>
                </a:lnTo>
                <a:lnTo>
                  <a:pt x="1502" y="159"/>
                </a:lnTo>
                <a:lnTo>
                  <a:pt x="1497" y="152"/>
                </a:lnTo>
                <a:lnTo>
                  <a:pt x="1491" y="145"/>
                </a:lnTo>
                <a:lnTo>
                  <a:pt x="1491" y="145"/>
                </a:lnTo>
                <a:close/>
                <a:moveTo>
                  <a:pt x="554" y="955"/>
                </a:moveTo>
                <a:lnTo>
                  <a:pt x="661" y="940"/>
                </a:lnTo>
                <a:lnTo>
                  <a:pt x="577" y="860"/>
                </a:lnTo>
                <a:lnTo>
                  <a:pt x="554" y="95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5"/>
          <p:cNvSpPr>
            <a:spLocks noChangeAspect="1" noEditPoints="1"/>
          </p:cNvSpPr>
          <p:nvPr/>
        </p:nvSpPr>
        <p:spPr bwMode="auto">
          <a:xfrm>
            <a:off x="4556956" y="1232756"/>
            <a:ext cx="790715" cy="1080000"/>
          </a:xfrm>
          <a:custGeom>
            <a:avLst/>
            <a:gdLst>
              <a:gd name="T0" fmla="*/ 28 w 1108"/>
              <a:gd name="T1" fmla="*/ 242 h 1512"/>
              <a:gd name="T2" fmla="*/ 131 w 1108"/>
              <a:gd name="T3" fmla="*/ 300 h 1512"/>
              <a:gd name="T4" fmla="*/ 204 w 1108"/>
              <a:gd name="T5" fmla="*/ 361 h 1512"/>
              <a:gd name="T6" fmla="*/ 251 w 1108"/>
              <a:gd name="T7" fmla="*/ 402 h 1512"/>
              <a:gd name="T8" fmla="*/ 207 w 1108"/>
              <a:gd name="T9" fmla="*/ 77 h 1512"/>
              <a:gd name="T10" fmla="*/ 3 w 1108"/>
              <a:gd name="T11" fmla="*/ 613 h 1512"/>
              <a:gd name="T12" fmla="*/ 81 w 1108"/>
              <a:gd name="T13" fmla="*/ 671 h 1512"/>
              <a:gd name="T14" fmla="*/ 154 w 1108"/>
              <a:gd name="T15" fmla="*/ 746 h 1512"/>
              <a:gd name="T16" fmla="*/ 227 w 1108"/>
              <a:gd name="T17" fmla="*/ 798 h 1512"/>
              <a:gd name="T18" fmla="*/ 227 w 1108"/>
              <a:gd name="T19" fmla="*/ 461 h 1512"/>
              <a:gd name="T20" fmla="*/ 203 w 1108"/>
              <a:gd name="T21" fmla="*/ 906 h 1512"/>
              <a:gd name="T22" fmla="*/ 37 w 1108"/>
              <a:gd name="T23" fmla="*/ 1056 h 1512"/>
              <a:gd name="T24" fmla="*/ 138 w 1108"/>
              <a:gd name="T25" fmla="*/ 1114 h 1512"/>
              <a:gd name="T26" fmla="*/ 206 w 1108"/>
              <a:gd name="T27" fmla="*/ 1174 h 1512"/>
              <a:gd name="T28" fmla="*/ 251 w 1108"/>
              <a:gd name="T29" fmla="*/ 857 h 1512"/>
              <a:gd name="T30" fmla="*/ 205 w 1108"/>
              <a:gd name="T31" fmla="*/ 890 h 1512"/>
              <a:gd name="T32" fmla="*/ 876 w 1108"/>
              <a:gd name="T33" fmla="*/ 801 h 1512"/>
              <a:gd name="T34" fmla="*/ 953 w 1108"/>
              <a:gd name="T35" fmla="*/ 756 h 1512"/>
              <a:gd name="T36" fmla="*/ 1009 w 1108"/>
              <a:gd name="T37" fmla="*/ 681 h 1512"/>
              <a:gd name="T38" fmla="*/ 1101 w 1108"/>
              <a:gd name="T39" fmla="*/ 619 h 1512"/>
              <a:gd name="T40" fmla="*/ 897 w 1108"/>
              <a:gd name="T41" fmla="*/ 475 h 1512"/>
              <a:gd name="T42" fmla="*/ 856 w 1108"/>
              <a:gd name="T43" fmla="*/ 1208 h 1512"/>
              <a:gd name="T44" fmla="*/ 901 w 1108"/>
              <a:gd name="T45" fmla="*/ 1174 h 1512"/>
              <a:gd name="T46" fmla="*/ 969 w 1108"/>
              <a:gd name="T47" fmla="*/ 1114 h 1512"/>
              <a:gd name="T48" fmla="*/ 1069 w 1108"/>
              <a:gd name="T49" fmla="*/ 1056 h 1512"/>
              <a:gd name="T50" fmla="*/ 905 w 1108"/>
              <a:gd name="T51" fmla="*/ 906 h 1512"/>
              <a:gd name="T52" fmla="*/ 864 w 1108"/>
              <a:gd name="T53" fmla="*/ 858 h 1512"/>
              <a:gd name="T54" fmla="*/ 893 w 1108"/>
              <a:gd name="T55" fmla="*/ 68 h 1512"/>
              <a:gd name="T56" fmla="*/ 870 w 1108"/>
              <a:gd name="T57" fmla="*/ 400 h 1512"/>
              <a:gd name="T58" fmla="*/ 953 w 1108"/>
              <a:gd name="T59" fmla="*/ 353 h 1512"/>
              <a:gd name="T60" fmla="*/ 991 w 1108"/>
              <a:gd name="T61" fmla="*/ 287 h 1512"/>
              <a:gd name="T62" fmla="*/ 1095 w 1108"/>
              <a:gd name="T63" fmla="*/ 225 h 1512"/>
              <a:gd name="T64" fmla="*/ 393 w 1108"/>
              <a:gd name="T65" fmla="*/ 0 h 1512"/>
              <a:gd name="T66" fmla="*/ 320 w 1108"/>
              <a:gd name="T67" fmla="*/ 45 h 1512"/>
              <a:gd name="T68" fmla="*/ 302 w 1108"/>
              <a:gd name="T69" fmla="*/ 1220 h 1512"/>
              <a:gd name="T70" fmla="*/ 347 w 1108"/>
              <a:gd name="T71" fmla="*/ 1294 h 1512"/>
              <a:gd name="T72" fmla="*/ 403 w 1108"/>
              <a:gd name="T73" fmla="*/ 1469 h 1512"/>
              <a:gd name="T74" fmla="*/ 442 w 1108"/>
              <a:gd name="T75" fmla="*/ 1512 h 1512"/>
              <a:gd name="T76" fmla="*/ 693 w 1108"/>
              <a:gd name="T77" fmla="*/ 1497 h 1512"/>
              <a:gd name="T78" fmla="*/ 726 w 1108"/>
              <a:gd name="T79" fmla="*/ 1309 h 1512"/>
              <a:gd name="T80" fmla="*/ 793 w 1108"/>
              <a:gd name="T81" fmla="*/ 1258 h 1512"/>
              <a:gd name="T82" fmla="*/ 804 w 1108"/>
              <a:gd name="T83" fmla="*/ 81 h 1512"/>
              <a:gd name="T84" fmla="*/ 753 w 1108"/>
              <a:gd name="T85" fmla="*/ 12 h 1512"/>
              <a:gd name="T86" fmla="*/ 703 w 1108"/>
              <a:gd name="T87" fmla="*/ 1170 h 1512"/>
              <a:gd name="T88" fmla="*/ 453 w 1108"/>
              <a:gd name="T89" fmla="*/ 1210 h 1512"/>
              <a:gd name="T90" fmla="*/ 402 w 1108"/>
              <a:gd name="T91" fmla="*/ 1008 h 1512"/>
              <a:gd name="T92" fmla="*/ 453 w 1108"/>
              <a:gd name="T93" fmla="*/ 958 h 1512"/>
              <a:gd name="T94" fmla="*/ 534 w 1108"/>
              <a:gd name="T95" fmla="*/ 910 h 1512"/>
              <a:gd name="T96" fmla="*/ 640 w 1108"/>
              <a:gd name="T97" fmla="*/ 942 h 1512"/>
              <a:gd name="T98" fmla="*/ 701 w 1108"/>
              <a:gd name="T99" fmla="*/ 989 h 1512"/>
              <a:gd name="T100" fmla="*/ 690 w 1108"/>
              <a:gd name="T101" fmla="*/ 792 h 1512"/>
              <a:gd name="T102" fmla="*/ 425 w 1108"/>
              <a:gd name="T103" fmla="*/ 798 h 1512"/>
              <a:gd name="T104" fmla="*/ 407 w 1108"/>
              <a:gd name="T105" fmla="*/ 585 h 1512"/>
              <a:gd name="T106" fmla="*/ 474 w 1108"/>
              <a:gd name="T107" fmla="*/ 537 h 1512"/>
              <a:gd name="T108" fmla="*/ 569 w 1108"/>
              <a:gd name="T109" fmla="*/ 505 h 1512"/>
              <a:gd name="T110" fmla="*/ 655 w 1108"/>
              <a:gd name="T111" fmla="*/ 554 h 1512"/>
              <a:gd name="T112" fmla="*/ 705 w 1108"/>
              <a:gd name="T113" fmla="*/ 756 h 1512"/>
              <a:gd name="T114" fmla="*/ 664 w 1108"/>
              <a:gd name="T115" fmla="*/ 402 h 1512"/>
              <a:gd name="T116" fmla="*/ 407 w 1108"/>
              <a:gd name="T117" fmla="*/ 372 h 1512"/>
              <a:gd name="T118" fmla="*/ 425 w 1108"/>
              <a:gd name="T119" fmla="*/ 160 h 1512"/>
              <a:gd name="T120" fmla="*/ 506 w 1108"/>
              <a:gd name="T121" fmla="*/ 114 h 1512"/>
              <a:gd name="T122" fmla="*/ 611 w 1108"/>
              <a:gd name="T123" fmla="*/ 115 h 1512"/>
              <a:gd name="T124" fmla="*/ 683 w 1108"/>
              <a:gd name="T125" fmla="*/ 160 h 1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08" h="1512">
                <a:moveTo>
                  <a:pt x="203" y="100"/>
                </a:moveTo>
                <a:lnTo>
                  <a:pt x="0" y="100"/>
                </a:lnTo>
                <a:lnTo>
                  <a:pt x="0" y="203"/>
                </a:lnTo>
                <a:lnTo>
                  <a:pt x="0" y="203"/>
                </a:lnTo>
                <a:lnTo>
                  <a:pt x="3" y="209"/>
                </a:lnTo>
                <a:lnTo>
                  <a:pt x="7" y="216"/>
                </a:lnTo>
                <a:lnTo>
                  <a:pt x="11" y="225"/>
                </a:lnTo>
                <a:lnTo>
                  <a:pt x="18" y="233"/>
                </a:lnTo>
                <a:lnTo>
                  <a:pt x="28" y="242"/>
                </a:lnTo>
                <a:lnTo>
                  <a:pt x="37" y="250"/>
                </a:lnTo>
                <a:lnTo>
                  <a:pt x="50" y="255"/>
                </a:lnTo>
                <a:lnTo>
                  <a:pt x="50" y="255"/>
                </a:lnTo>
                <a:lnTo>
                  <a:pt x="64" y="261"/>
                </a:lnTo>
                <a:lnTo>
                  <a:pt x="81" y="268"/>
                </a:lnTo>
                <a:lnTo>
                  <a:pt x="99" y="277"/>
                </a:lnTo>
                <a:lnTo>
                  <a:pt x="115" y="287"/>
                </a:lnTo>
                <a:lnTo>
                  <a:pt x="124" y="294"/>
                </a:lnTo>
                <a:lnTo>
                  <a:pt x="131" y="300"/>
                </a:lnTo>
                <a:lnTo>
                  <a:pt x="138" y="307"/>
                </a:lnTo>
                <a:lnTo>
                  <a:pt x="144" y="316"/>
                </a:lnTo>
                <a:lnTo>
                  <a:pt x="148" y="324"/>
                </a:lnTo>
                <a:lnTo>
                  <a:pt x="152" y="333"/>
                </a:lnTo>
                <a:lnTo>
                  <a:pt x="154" y="343"/>
                </a:lnTo>
                <a:lnTo>
                  <a:pt x="155" y="353"/>
                </a:lnTo>
                <a:lnTo>
                  <a:pt x="201" y="353"/>
                </a:lnTo>
                <a:lnTo>
                  <a:pt x="201" y="353"/>
                </a:lnTo>
                <a:lnTo>
                  <a:pt x="204" y="361"/>
                </a:lnTo>
                <a:lnTo>
                  <a:pt x="206" y="369"/>
                </a:lnTo>
                <a:lnTo>
                  <a:pt x="211" y="377"/>
                </a:lnTo>
                <a:lnTo>
                  <a:pt x="218" y="387"/>
                </a:lnTo>
                <a:lnTo>
                  <a:pt x="223" y="390"/>
                </a:lnTo>
                <a:lnTo>
                  <a:pt x="227" y="395"/>
                </a:lnTo>
                <a:lnTo>
                  <a:pt x="232" y="397"/>
                </a:lnTo>
                <a:lnTo>
                  <a:pt x="238" y="400"/>
                </a:lnTo>
                <a:lnTo>
                  <a:pt x="244" y="402"/>
                </a:lnTo>
                <a:lnTo>
                  <a:pt x="251" y="402"/>
                </a:lnTo>
                <a:lnTo>
                  <a:pt x="251" y="51"/>
                </a:lnTo>
                <a:lnTo>
                  <a:pt x="251" y="51"/>
                </a:lnTo>
                <a:lnTo>
                  <a:pt x="244" y="51"/>
                </a:lnTo>
                <a:lnTo>
                  <a:pt x="236" y="53"/>
                </a:lnTo>
                <a:lnTo>
                  <a:pt x="227" y="57"/>
                </a:lnTo>
                <a:lnTo>
                  <a:pt x="218" y="63"/>
                </a:lnTo>
                <a:lnTo>
                  <a:pt x="214" y="68"/>
                </a:lnTo>
                <a:lnTo>
                  <a:pt x="210" y="72"/>
                </a:lnTo>
                <a:lnTo>
                  <a:pt x="207" y="77"/>
                </a:lnTo>
                <a:lnTo>
                  <a:pt x="205" y="84"/>
                </a:lnTo>
                <a:lnTo>
                  <a:pt x="203" y="91"/>
                </a:lnTo>
                <a:lnTo>
                  <a:pt x="203" y="100"/>
                </a:lnTo>
                <a:lnTo>
                  <a:pt x="203" y="100"/>
                </a:lnTo>
                <a:close/>
                <a:moveTo>
                  <a:pt x="203" y="502"/>
                </a:moveTo>
                <a:lnTo>
                  <a:pt x="0" y="502"/>
                </a:lnTo>
                <a:lnTo>
                  <a:pt x="0" y="606"/>
                </a:lnTo>
                <a:lnTo>
                  <a:pt x="0" y="606"/>
                </a:lnTo>
                <a:lnTo>
                  <a:pt x="3" y="613"/>
                </a:lnTo>
                <a:lnTo>
                  <a:pt x="7" y="619"/>
                </a:lnTo>
                <a:lnTo>
                  <a:pt x="11" y="627"/>
                </a:lnTo>
                <a:lnTo>
                  <a:pt x="18" y="637"/>
                </a:lnTo>
                <a:lnTo>
                  <a:pt x="28" y="645"/>
                </a:lnTo>
                <a:lnTo>
                  <a:pt x="37" y="652"/>
                </a:lnTo>
                <a:lnTo>
                  <a:pt x="50" y="658"/>
                </a:lnTo>
                <a:lnTo>
                  <a:pt x="50" y="658"/>
                </a:lnTo>
                <a:lnTo>
                  <a:pt x="64" y="664"/>
                </a:lnTo>
                <a:lnTo>
                  <a:pt x="81" y="671"/>
                </a:lnTo>
                <a:lnTo>
                  <a:pt x="99" y="681"/>
                </a:lnTo>
                <a:lnTo>
                  <a:pt x="115" y="691"/>
                </a:lnTo>
                <a:lnTo>
                  <a:pt x="124" y="697"/>
                </a:lnTo>
                <a:lnTo>
                  <a:pt x="131" y="704"/>
                </a:lnTo>
                <a:lnTo>
                  <a:pt x="138" y="711"/>
                </a:lnTo>
                <a:lnTo>
                  <a:pt x="144" y="718"/>
                </a:lnTo>
                <a:lnTo>
                  <a:pt x="148" y="727"/>
                </a:lnTo>
                <a:lnTo>
                  <a:pt x="152" y="736"/>
                </a:lnTo>
                <a:lnTo>
                  <a:pt x="154" y="746"/>
                </a:lnTo>
                <a:lnTo>
                  <a:pt x="155" y="756"/>
                </a:lnTo>
                <a:lnTo>
                  <a:pt x="201" y="756"/>
                </a:lnTo>
                <a:lnTo>
                  <a:pt x="201" y="756"/>
                </a:lnTo>
                <a:lnTo>
                  <a:pt x="204" y="763"/>
                </a:lnTo>
                <a:lnTo>
                  <a:pt x="206" y="772"/>
                </a:lnTo>
                <a:lnTo>
                  <a:pt x="211" y="781"/>
                </a:lnTo>
                <a:lnTo>
                  <a:pt x="218" y="789"/>
                </a:lnTo>
                <a:lnTo>
                  <a:pt x="223" y="794"/>
                </a:lnTo>
                <a:lnTo>
                  <a:pt x="227" y="798"/>
                </a:lnTo>
                <a:lnTo>
                  <a:pt x="232" y="801"/>
                </a:lnTo>
                <a:lnTo>
                  <a:pt x="238" y="803"/>
                </a:lnTo>
                <a:lnTo>
                  <a:pt x="244" y="805"/>
                </a:lnTo>
                <a:lnTo>
                  <a:pt x="251" y="805"/>
                </a:lnTo>
                <a:lnTo>
                  <a:pt x="251" y="454"/>
                </a:lnTo>
                <a:lnTo>
                  <a:pt x="251" y="454"/>
                </a:lnTo>
                <a:lnTo>
                  <a:pt x="244" y="455"/>
                </a:lnTo>
                <a:lnTo>
                  <a:pt x="236" y="457"/>
                </a:lnTo>
                <a:lnTo>
                  <a:pt x="227" y="461"/>
                </a:lnTo>
                <a:lnTo>
                  <a:pt x="218" y="467"/>
                </a:lnTo>
                <a:lnTo>
                  <a:pt x="214" y="470"/>
                </a:lnTo>
                <a:lnTo>
                  <a:pt x="210" y="475"/>
                </a:lnTo>
                <a:lnTo>
                  <a:pt x="207" y="481"/>
                </a:lnTo>
                <a:lnTo>
                  <a:pt x="205" y="487"/>
                </a:lnTo>
                <a:lnTo>
                  <a:pt x="203" y="494"/>
                </a:lnTo>
                <a:lnTo>
                  <a:pt x="203" y="502"/>
                </a:lnTo>
                <a:lnTo>
                  <a:pt x="203" y="502"/>
                </a:lnTo>
                <a:close/>
                <a:moveTo>
                  <a:pt x="203" y="906"/>
                </a:moveTo>
                <a:lnTo>
                  <a:pt x="0" y="906"/>
                </a:lnTo>
                <a:lnTo>
                  <a:pt x="0" y="1010"/>
                </a:lnTo>
                <a:lnTo>
                  <a:pt x="0" y="1010"/>
                </a:lnTo>
                <a:lnTo>
                  <a:pt x="3" y="1016"/>
                </a:lnTo>
                <a:lnTo>
                  <a:pt x="7" y="1023"/>
                </a:lnTo>
                <a:lnTo>
                  <a:pt x="11" y="1031"/>
                </a:lnTo>
                <a:lnTo>
                  <a:pt x="18" y="1040"/>
                </a:lnTo>
                <a:lnTo>
                  <a:pt x="28" y="1048"/>
                </a:lnTo>
                <a:lnTo>
                  <a:pt x="37" y="1056"/>
                </a:lnTo>
                <a:lnTo>
                  <a:pt x="50" y="1062"/>
                </a:lnTo>
                <a:lnTo>
                  <a:pt x="50" y="1062"/>
                </a:lnTo>
                <a:lnTo>
                  <a:pt x="64" y="1067"/>
                </a:lnTo>
                <a:lnTo>
                  <a:pt x="81" y="1074"/>
                </a:lnTo>
                <a:lnTo>
                  <a:pt x="99" y="1083"/>
                </a:lnTo>
                <a:lnTo>
                  <a:pt x="115" y="1094"/>
                </a:lnTo>
                <a:lnTo>
                  <a:pt x="124" y="1100"/>
                </a:lnTo>
                <a:lnTo>
                  <a:pt x="131" y="1107"/>
                </a:lnTo>
                <a:lnTo>
                  <a:pt x="138" y="1114"/>
                </a:lnTo>
                <a:lnTo>
                  <a:pt x="144" y="1122"/>
                </a:lnTo>
                <a:lnTo>
                  <a:pt x="148" y="1131"/>
                </a:lnTo>
                <a:lnTo>
                  <a:pt x="152" y="1139"/>
                </a:lnTo>
                <a:lnTo>
                  <a:pt x="154" y="1149"/>
                </a:lnTo>
                <a:lnTo>
                  <a:pt x="155" y="1159"/>
                </a:lnTo>
                <a:lnTo>
                  <a:pt x="201" y="1159"/>
                </a:lnTo>
                <a:lnTo>
                  <a:pt x="201" y="1159"/>
                </a:lnTo>
                <a:lnTo>
                  <a:pt x="204" y="1167"/>
                </a:lnTo>
                <a:lnTo>
                  <a:pt x="206" y="1174"/>
                </a:lnTo>
                <a:lnTo>
                  <a:pt x="211" y="1184"/>
                </a:lnTo>
                <a:lnTo>
                  <a:pt x="218" y="1193"/>
                </a:lnTo>
                <a:lnTo>
                  <a:pt x="223" y="1197"/>
                </a:lnTo>
                <a:lnTo>
                  <a:pt x="227" y="1200"/>
                </a:lnTo>
                <a:lnTo>
                  <a:pt x="232" y="1204"/>
                </a:lnTo>
                <a:lnTo>
                  <a:pt x="238" y="1206"/>
                </a:lnTo>
                <a:lnTo>
                  <a:pt x="244" y="1207"/>
                </a:lnTo>
                <a:lnTo>
                  <a:pt x="251" y="1208"/>
                </a:lnTo>
                <a:lnTo>
                  <a:pt x="251" y="857"/>
                </a:lnTo>
                <a:lnTo>
                  <a:pt x="251" y="857"/>
                </a:lnTo>
                <a:lnTo>
                  <a:pt x="244" y="858"/>
                </a:lnTo>
                <a:lnTo>
                  <a:pt x="236" y="860"/>
                </a:lnTo>
                <a:lnTo>
                  <a:pt x="227" y="864"/>
                </a:lnTo>
                <a:lnTo>
                  <a:pt x="218" y="870"/>
                </a:lnTo>
                <a:lnTo>
                  <a:pt x="214" y="873"/>
                </a:lnTo>
                <a:lnTo>
                  <a:pt x="210" y="878"/>
                </a:lnTo>
                <a:lnTo>
                  <a:pt x="207" y="884"/>
                </a:lnTo>
                <a:lnTo>
                  <a:pt x="205" y="890"/>
                </a:lnTo>
                <a:lnTo>
                  <a:pt x="203" y="898"/>
                </a:lnTo>
                <a:lnTo>
                  <a:pt x="203" y="906"/>
                </a:lnTo>
                <a:lnTo>
                  <a:pt x="203" y="906"/>
                </a:lnTo>
                <a:close/>
                <a:moveTo>
                  <a:pt x="856" y="454"/>
                </a:moveTo>
                <a:lnTo>
                  <a:pt x="856" y="805"/>
                </a:lnTo>
                <a:lnTo>
                  <a:pt x="856" y="805"/>
                </a:lnTo>
                <a:lnTo>
                  <a:pt x="863" y="805"/>
                </a:lnTo>
                <a:lnTo>
                  <a:pt x="870" y="803"/>
                </a:lnTo>
                <a:lnTo>
                  <a:pt x="876" y="801"/>
                </a:lnTo>
                <a:lnTo>
                  <a:pt x="880" y="798"/>
                </a:lnTo>
                <a:lnTo>
                  <a:pt x="885" y="794"/>
                </a:lnTo>
                <a:lnTo>
                  <a:pt x="889" y="789"/>
                </a:lnTo>
                <a:lnTo>
                  <a:pt x="896" y="781"/>
                </a:lnTo>
                <a:lnTo>
                  <a:pt x="901" y="772"/>
                </a:lnTo>
                <a:lnTo>
                  <a:pt x="904" y="763"/>
                </a:lnTo>
                <a:lnTo>
                  <a:pt x="906" y="756"/>
                </a:lnTo>
                <a:lnTo>
                  <a:pt x="953" y="756"/>
                </a:lnTo>
                <a:lnTo>
                  <a:pt x="953" y="756"/>
                </a:lnTo>
                <a:lnTo>
                  <a:pt x="953" y="746"/>
                </a:lnTo>
                <a:lnTo>
                  <a:pt x="955" y="736"/>
                </a:lnTo>
                <a:lnTo>
                  <a:pt x="958" y="727"/>
                </a:lnTo>
                <a:lnTo>
                  <a:pt x="963" y="718"/>
                </a:lnTo>
                <a:lnTo>
                  <a:pt x="969" y="711"/>
                </a:lnTo>
                <a:lnTo>
                  <a:pt x="976" y="704"/>
                </a:lnTo>
                <a:lnTo>
                  <a:pt x="984" y="697"/>
                </a:lnTo>
                <a:lnTo>
                  <a:pt x="991" y="691"/>
                </a:lnTo>
                <a:lnTo>
                  <a:pt x="1009" y="681"/>
                </a:lnTo>
                <a:lnTo>
                  <a:pt x="1027" y="671"/>
                </a:lnTo>
                <a:lnTo>
                  <a:pt x="1043" y="664"/>
                </a:lnTo>
                <a:lnTo>
                  <a:pt x="1058" y="658"/>
                </a:lnTo>
                <a:lnTo>
                  <a:pt x="1058" y="658"/>
                </a:lnTo>
                <a:lnTo>
                  <a:pt x="1069" y="652"/>
                </a:lnTo>
                <a:lnTo>
                  <a:pt x="1080" y="645"/>
                </a:lnTo>
                <a:lnTo>
                  <a:pt x="1088" y="637"/>
                </a:lnTo>
                <a:lnTo>
                  <a:pt x="1095" y="627"/>
                </a:lnTo>
                <a:lnTo>
                  <a:pt x="1101" y="619"/>
                </a:lnTo>
                <a:lnTo>
                  <a:pt x="1105" y="613"/>
                </a:lnTo>
                <a:lnTo>
                  <a:pt x="1108" y="606"/>
                </a:lnTo>
                <a:lnTo>
                  <a:pt x="1108" y="502"/>
                </a:lnTo>
                <a:lnTo>
                  <a:pt x="905" y="502"/>
                </a:lnTo>
                <a:lnTo>
                  <a:pt x="905" y="502"/>
                </a:lnTo>
                <a:lnTo>
                  <a:pt x="904" y="494"/>
                </a:lnTo>
                <a:lnTo>
                  <a:pt x="903" y="487"/>
                </a:lnTo>
                <a:lnTo>
                  <a:pt x="901" y="481"/>
                </a:lnTo>
                <a:lnTo>
                  <a:pt x="897" y="475"/>
                </a:lnTo>
                <a:lnTo>
                  <a:pt x="893" y="470"/>
                </a:lnTo>
                <a:lnTo>
                  <a:pt x="890" y="467"/>
                </a:lnTo>
                <a:lnTo>
                  <a:pt x="880" y="461"/>
                </a:lnTo>
                <a:lnTo>
                  <a:pt x="871" y="457"/>
                </a:lnTo>
                <a:lnTo>
                  <a:pt x="864" y="455"/>
                </a:lnTo>
                <a:lnTo>
                  <a:pt x="856" y="454"/>
                </a:lnTo>
                <a:lnTo>
                  <a:pt x="856" y="454"/>
                </a:lnTo>
                <a:close/>
                <a:moveTo>
                  <a:pt x="856" y="857"/>
                </a:moveTo>
                <a:lnTo>
                  <a:pt x="856" y="1208"/>
                </a:lnTo>
                <a:lnTo>
                  <a:pt x="856" y="1208"/>
                </a:lnTo>
                <a:lnTo>
                  <a:pt x="863" y="1207"/>
                </a:lnTo>
                <a:lnTo>
                  <a:pt x="870" y="1206"/>
                </a:lnTo>
                <a:lnTo>
                  <a:pt x="876" y="1204"/>
                </a:lnTo>
                <a:lnTo>
                  <a:pt x="880" y="1200"/>
                </a:lnTo>
                <a:lnTo>
                  <a:pt x="885" y="1197"/>
                </a:lnTo>
                <a:lnTo>
                  <a:pt x="889" y="1193"/>
                </a:lnTo>
                <a:lnTo>
                  <a:pt x="896" y="1184"/>
                </a:lnTo>
                <a:lnTo>
                  <a:pt x="901" y="1174"/>
                </a:lnTo>
                <a:lnTo>
                  <a:pt x="904" y="1167"/>
                </a:lnTo>
                <a:lnTo>
                  <a:pt x="906" y="1159"/>
                </a:lnTo>
                <a:lnTo>
                  <a:pt x="953" y="1159"/>
                </a:lnTo>
                <a:lnTo>
                  <a:pt x="953" y="1159"/>
                </a:lnTo>
                <a:lnTo>
                  <a:pt x="953" y="1149"/>
                </a:lnTo>
                <a:lnTo>
                  <a:pt x="955" y="1139"/>
                </a:lnTo>
                <a:lnTo>
                  <a:pt x="958" y="1131"/>
                </a:lnTo>
                <a:lnTo>
                  <a:pt x="963" y="1122"/>
                </a:lnTo>
                <a:lnTo>
                  <a:pt x="969" y="1114"/>
                </a:lnTo>
                <a:lnTo>
                  <a:pt x="976" y="1107"/>
                </a:lnTo>
                <a:lnTo>
                  <a:pt x="984" y="1100"/>
                </a:lnTo>
                <a:lnTo>
                  <a:pt x="991" y="1094"/>
                </a:lnTo>
                <a:lnTo>
                  <a:pt x="1009" y="1083"/>
                </a:lnTo>
                <a:lnTo>
                  <a:pt x="1027" y="1074"/>
                </a:lnTo>
                <a:lnTo>
                  <a:pt x="1043" y="1067"/>
                </a:lnTo>
                <a:lnTo>
                  <a:pt x="1058" y="1062"/>
                </a:lnTo>
                <a:lnTo>
                  <a:pt x="1058" y="1062"/>
                </a:lnTo>
                <a:lnTo>
                  <a:pt x="1069" y="1056"/>
                </a:lnTo>
                <a:lnTo>
                  <a:pt x="1080" y="1048"/>
                </a:lnTo>
                <a:lnTo>
                  <a:pt x="1088" y="1040"/>
                </a:lnTo>
                <a:lnTo>
                  <a:pt x="1095" y="1031"/>
                </a:lnTo>
                <a:lnTo>
                  <a:pt x="1101" y="1023"/>
                </a:lnTo>
                <a:lnTo>
                  <a:pt x="1105" y="1016"/>
                </a:lnTo>
                <a:lnTo>
                  <a:pt x="1108" y="1010"/>
                </a:lnTo>
                <a:lnTo>
                  <a:pt x="1108" y="906"/>
                </a:lnTo>
                <a:lnTo>
                  <a:pt x="905" y="906"/>
                </a:lnTo>
                <a:lnTo>
                  <a:pt x="905" y="906"/>
                </a:lnTo>
                <a:lnTo>
                  <a:pt x="904" y="898"/>
                </a:lnTo>
                <a:lnTo>
                  <a:pt x="903" y="890"/>
                </a:lnTo>
                <a:lnTo>
                  <a:pt x="901" y="884"/>
                </a:lnTo>
                <a:lnTo>
                  <a:pt x="897" y="878"/>
                </a:lnTo>
                <a:lnTo>
                  <a:pt x="893" y="873"/>
                </a:lnTo>
                <a:lnTo>
                  <a:pt x="890" y="870"/>
                </a:lnTo>
                <a:lnTo>
                  <a:pt x="880" y="864"/>
                </a:lnTo>
                <a:lnTo>
                  <a:pt x="871" y="860"/>
                </a:lnTo>
                <a:lnTo>
                  <a:pt x="864" y="858"/>
                </a:lnTo>
                <a:lnTo>
                  <a:pt x="856" y="857"/>
                </a:lnTo>
                <a:lnTo>
                  <a:pt x="856" y="857"/>
                </a:lnTo>
                <a:close/>
                <a:moveTo>
                  <a:pt x="905" y="100"/>
                </a:moveTo>
                <a:lnTo>
                  <a:pt x="905" y="100"/>
                </a:lnTo>
                <a:lnTo>
                  <a:pt x="904" y="91"/>
                </a:lnTo>
                <a:lnTo>
                  <a:pt x="903" y="84"/>
                </a:lnTo>
                <a:lnTo>
                  <a:pt x="901" y="77"/>
                </a:lnTo>
                <a:lnTo>
                  <a:pt x="897" y="72"/>
                </a:lnTo>
                <a:lnTo>
                  <a:pt x="893" y="68"/>
                </a:lnTo>
                <a:lnTo>
                  <a:pt x="890" y="63"/>
                </a:lnTo>
                <a:lnTo>
                  <a:pt x="880" y="57"/>
                </a:lnTo>
                <a:lnTo>
                  <a:pt x="871" y="53"/>
                </a:lnTo>
                <a:lnTo>
                  <a:pt x="864" y="51"/>
                </a:lnTo>
                <a:lnTo>
                  <a:pt x="856" y="51"/>
                </a:lnTo>
                <a:lnTo>
                  <a:pt x="856" y="402"/>
                </a:lnTo>
                <a:lnTo>
                  <a:pt x="856" y="402"/>
                </a:lnTo>
                <a:lnTo>
                  <a:pt x="863" y="402"/>
                </a:lnTo>
                <a:lnTo>
                  <a:pt x="870" y="400"/>
                </a:lnTo>
                <a:lnTo>
                  <a:pt x="876" y="397"/>
                </a:lnTo>
                <a:lnTo>
                  <a:pt x="880" y="395"/>
                </a:lnTo>
                <a:lnTo>
                  <a:pt x="885" y="390"/>
                </a:lnTo>
                <a:lnTo>
                  <a:pt x="889" y="387"/>
                </a:lnTo>
                <a:lnTo>
                  <a:pt x="896" y="377"/>
                </a:lnTo>
                <a:lnTo>
                  <a:pt x="901" y="369"/>
                </a:lnTo>
                <a:lnTo>
                  <a:pt x="904" y="361"/>
                </a:lnTo>
                <a:lnTo>
                  <a:pt x="906" y="353"/>
                </a:lnTo>
                <a:lnTo>
                  <a:pt x="953" y="353"/>
                </a:lnTo>
                <a:lnTo>
                  <a:pt x="953" y="353"/>
                </a:lnTo>
                <a:lnTo>
                  <a:pt x="953" y="343"/>
                </a:lnTo>
                <a:lnTo>
                  <a:pt x="955" y="333"/>
                </a:lnTo>
                <a:lnTo>
                  <a:pt x="958" y="324"/>
                </a:lnTo>
                <a:lnTo>
                  <a:pt x="963" y="316"/>
                </a:lnTo>
                <a:lnTo>
                  <a:pt x="969" y="307"/>
                </a:lnTo>
                <a:lnTo>
                  <a:pt x="976" y="300"/>
                </a:lnTo>
                <a:lnTo>
                  <a:pt x="984" y="294"/>
                </a:lnTo>
                <a:lnTo>
                  <a:pt x="991" y="287"/>
                </a:lnTo>
                <a:lnTo>
                  <a:pt x="1009" y="277"/>
                </a:lnTo>
                <a:lnTo>
                  <a:pt x="1027" y="268"/>
                </a:lnTo>
                <a:lnTo>
                  <a:pt x="1043" y="261"/>
                </a:lnTo>
                <a:lnTo>
                  <a:pt x="1058" y="255"/>
                </a:lnTo>
                <a:lnTo>
                  <a:pt x="1058" y="255"/>
                </a:lnTo>
                <a:lnTo>
                  <a:pt x="1069" y="250"/>
                </a:lnTo>
                <a:lnTo>
                  <a:pt x="1080" y="242"/>
                </a:lnTo>
                <a:lnTo>
                  <a:pt x="1088" y="233"/>
                </a:lnTo>
                <a:lnTo>
                  <a:pt x="1095" y="225"/>
                </a:lnTo>
                <a:lnTo>
                  <a:pt x="1101" y="216"/>
                </a:lnTo>
                <a:lnTo>
                  <a:pt x="1105" y="209"/>
                </a:lnTo>
                <a:lnTo>
                  <a:pt x="1108" y="203"/>
                </a:lnTo>
                <a:lnTo>
                  <a:pt x="1108" y="100"/>
                </a:lnTo>
                <a:lnTo>
                  <a:pt x="905" y="100"/>
                </a:lnTo>
                <a:close/>
                <a:moveTo>
                  <a:pt x="705" y="0"/>
                </a:moveTo>
                <a:lnTo>
                  <a:pt x="402" y="0"/>
                </a:lnTo>
                <a:lnTo>
                  <a:pt x="402" y="0"/>
                </a:lnTo>
                <a:lnTo>
                  <a:pt x="393" y="0"/>
                </a:lnTo>
                <a:lnTo>
                  <a:pt x="382" y="3"/>
                </a:lnTo>
                <a:lnTo>
                  <a:pt x="373" y="5"/>
                </a:lnTo>
                <a:lnTo>
                  <a:pt x="363" y="9"/>
                </a:lnTo>
                <a:lnTo>
                  <a:pt x="355" y="12"/>
                </a:lnTo>
                <a:lnTo>
                  <a:pt x="347" y="18"/>
                </a:lnTo>
                <a:lnTo>
                  <a:pt x="338" y="23"/>
                </a:lnTo>
                <a:lnTo>
                  <a:pt x="331" y="30"/>
                </a:lnTo>
                <a:lnTo>
                  <a:pt x="324" y="37"/>
                </a:lnTo>
                <a:lnTo>
                  <a:pt x="320" y="45"/>
                </a:lnTo>
                <a:lnTo>
                  <a:pt x="314" y="53"/>
                </a:lnTo>
                <a:lnTo>
                  <a:pt x="310" y="62"/>
                </a:lnTo>
                <a:lnTo>
                  <a:pt x="307" y="71"/>
                </a:lnTo>
                <a:lnTo>
                  <a:pt x="304" y="81"/>
                </a:lnTo>
                <a:lnTo>
                  <a:pt x="302" y="91"/>
                </a:lnTo>
                <a:lnTo>
                  <a:pt x="302" y="101"/>
                </a:lnTo>
                <a:lnTo>
                  <a:pt x="302" y="1210"/>
                </a:lnTo>
                <a:lnTo>
                  <a:pt x="302" y="1210"/>
                </a:lnTo>
                <a:lnTo>
                  <a:pt x="302" y="1220"/>
                </a:lnTo>
                <a:lnTo>
                  <a:pt x="304" y="1230"/>
                </a:lnTo>
                <a:lnTo>
                  <a:pt x="307" y="1239"/>
                </a:lnTo>
                <a:lnTo>
                  <a:pt x="310" y="1249"/>
                </a:lnTo>
                <a:lnTo>
                  <a:pt x="314" y="1258"/>
                </a:lnTo>
                <a:lnTo>
                  <a:pt x="320" y="1266"/>
                </a:lnTo>
                <a:lnTo>
                  <a:pt x="324" y="1273"/>
                </a:lnTo>
                <a:lnTo>
                  <a:pt x="331" y="1281"/>
                </a:lnTo>
                <a:lnTo>
                  <a:pt x="338" y="1288"/>
                </a:lnTo>
                <a:lnTo>
                  <a:pt x="347" y="1294"/>
                </a:lnTo>
                <a:lnTo>
                  <a:pt x="355" y="1298"/>
                </a:lnTo>
                <a:lnTo>
                  <a:pt x="363" y="1303"/>
                </a:lnTo>
                <a:lnTo>
                  <a:pt x="373" y="1305"/>
                </a:lnTo>
                <a:lnTo>
                  <a:pt x="382" y="1309"/>
                </a:lnTo>
                <a:lnTo>
                  <a:pt x="393" y="1310"/>
                </a:lnTo>
                <a:lnTo>
                  <a:pt x="402" y="1310"/>
                </a:lnTo>
                <a:lnTo>
                  <a:pt x="402" y="1461"/>
                </a:lnTo>
                <a:lnTo>
                  <a:pt x="402" y="1461"/>
                </a:lnTo>
                <a:lnTo>
                  <a:pt x="403" y="1469"/>
                </a:lnTo>
                <a:lnTo>
                  <a:pt x="405" y="1478"/>
                </a:lnTo>
                <a:lnTo>
                  <a:pt x="407" y="1487"/>
                </a:lnTo>
                <a:lnTo>
                  <a:pt x="410" y="1492"/>
                </a:lnTo>
                <a:lnTo>
                  <a:pt x="413" y="1495"/>
                </a:lnTo>
                <a:lnTo>
                  <a:pt x="418" y="1500"/>
                </a:lnTo>
                <a:lnTo>
                  <a:pt x="422" y="1504"/>
                </a:lnTo>
                <a:lnTo>
                  <a:pt x="428" y="1507"/>
                </a:lnTo>
                <a:lnTo>
                  <a:pt x="434" y="1510"/>
                </a:lnTo>
                <a:lnTo>
                  <a:pt x="442" y="1512"/>
                </a:lnTo>
                <a:lnTo>
                  <a:pt x="452" y="1512"/>
                </a:lnTo>
                <a:lnTo>
                  <a:pt x="653" y="1512"/>
                </a:lnTo>
                <a:lnTo>
                  <a:pt x="653" y="1512"/>
                </a:lnTo>
                <a:lnTo>
                  <a:pt x="661" y="1512"/>
                </a:lnTo>
                <a:lnTo>
                  <a:pt x="669" y="1510"/>
                </a:lnTo>
                <a:lnTo>
                  <a:pt x="679" y="1506"/>
                </a:lnTo>
                <a:lnTo>
                  <a:pt x="683" y="1504"/>
                </a:lnTo>
                <a:lnTo>
                  <a:pt x="688" y="1500"/>
                </a:lnTo>
                <a:lnTo>
                  <a:pt x="693" y="1497"/>
                </a:lnTo>
                <a:lnTo>
                  <a:pt x="696" y="1492"/>
                </a:lnTo>
                <a:lnTo>
                  <a:pt x="700" y="1486"/>
                </a:lnTo>
                <a:lnTo>
                  <a:pt x="702" y="1479"/>
                </a:lnTo>
                <a:lnTo>
                  <a:pt x="705" y="1471"/>
                </a:lnTo>
                <a:lnTo>
                  <a:pt x="705" y="1461"/>
                </a:lnTo>
                <a:lnTo>
                  <a:pt x="705" y="1310"/>
                </a:lnTo>
                <a:lnTo>
                  <a:pt x="705" y="1310"/>
                </a:lnTo>
                <a:lnTo>
                  <a:pt x="715" y="1310"/>
                </a:lnTo>
                <a:lnTo>
                  <a:pt x="726" y="1309"/>
                </a:lnTo>
                <a:lnTo>
                  <a:pt x="735" y="1305"/>
                </a:lnTo>
                <a:lnTo>
                  <a:pt x="745" y="1303"/>
                </a:lnTo>
                <a:lnTo>
                  <a:pt x="753" y="1298"/>
                </a:lnTo>
                <a:lnTo>
                  <a:pt x="761" y="1294"/>
                </a:lnTo>
                <a:lnTo>
                  <a:pt x="769" y="1288"/>
                </a:lnTo>
                <a:lnTo>
                  <a:pt x="777" y="1281"/>
                </a:lnTo>
                <a:lnTo>
                  <a:pt x="782" y="1273"/>
                </a:lnTo>
                <a:lnTo>
                  <a:pt x="788" y="1266"/>
                </a:lnTo>
                <a:lnTo>
                  <a:pt x="793" y="1258"/>
                </a:lnTo>
                <a:lnTo>
                  <a:pt x="798" y="1249"/>
                </a:lnTo>
                <a:lnTo>
                  <a:pt x="801" y="1239"/>
                </a:lnTo>
                <a:lnTo>
                  <a:pt x="804" y="1230"/>
                </a:lnTo>
                <a:lnTo>
                  <a:pt x="805" y="1220"/>
                </a:lnTo>
                <a:lnTo>
                  <a:pt x="806" y="1210"/>
                </a:lnTo>
                <a:lnTo>
                  <a:pt x="806" y="101"/>
                </a:lnTo>
                <a:lnTo>
                  <a:pt x="806" y="101"/>
                </a:lnTo>
                <a:lnTo>
                  <a:pt x="805" y="91"/>
                </a:lnTo>
                <a:lnTo>
                  <a:pt x="804" y="81"/>
                </a:lnTo>
                <a:lnTo>
                  <a:pt x="801" y="71"/>
                </a:lnTo>
                <a:lnTo>
                  <a:pt x="798" y="62"/>
                </a:lnTo>
                <a:lnTo>
                  <a:pt x="793" y="53"/>
                </a:lnTo>
                <a:lnTo>
                  <a:pt x="788" y="45"/>
                </a:lnTo>
                <a:lnTo>
                  <a:pt x="782" y="37"/>
                </a:lnTo>
                <a:lnTo>
                  <a:pt x="777" y="30"/>
                </a:lnTo>
                <a:lnTo>
                  <a:pt x="769" y="23"/>
                </a:lnTo>
                <a:lnTo>
                  <a:pt x="761" y="18"/>
                </a:lnTo>
                <a:lnTo>
                  <a:pt x="753" y="12"/>
                </a:lnTo>
                <a:lnTo>
                  <a:pt x="745" y="9"/>
                </a:lnTo>
                <a:lnTo>
                  <a:pt x="735" y="5"/>
                </a:lnTo>
                <a:lnTo>
                  <a:pt x="726" y="3"/>
                </a:lnTo>
                <a:lnTo>
                  <a:pt x="715" y="0"/>
                </a:lnTo>
                <a:lnTo>
                  <a:pt x="705" y="0"/>
                </a:lnTo>
                <a:lnTo>
                  <a:pt x="705" y="0"/>
                </a:lnTo>
                <a:close/>
                <a:moveTo>
                  <a:pt x="705" y="1159"/>
                </a:moveTo>
                <a:lnTo>
                  <a:pt x="705" y="1159"/>
                </a:lnTo>
                <a:lnTo>
                  <a:pt x="703" y="1170"/>
                </a:lnTo>
                <a:lnTo>
                  <a:pt x="701" y="1179"/>
                </a:lnTo>
                <a:lnTo>
                  <a:pt x="696" y="1187"/>
                </a:lnTo>
                <a:lnTo>
                  <a:pt x="690" y="1195"/>
                </a:lnTo>
                <a:lnTo>
                  <a:pt x="683" y="1201"/>
                </a:lnTo>
                <a:lnTo>
                  <a:pt x="674" y="1206"/>
                </a:lnTo>
                <a:lnTo>
                  <a:pt x="664" y="1208"/>
                </a:lnTo>
                <a:lnTo>
                  <a:pt x="655" y="1210"/>
                </a:lnTo>
                <a:lnTo>
                  <a:pt x="453" y="1210"/>
                </a:lnTo>
                <a:lnTo>
                  <a:pt x="453" y="1210"/>
                </a:lnTo>
                <a:lnTo>
                  <a:pt x="442" y="1208"/>
                </a:lnTo>
                <a:lnTo>
                  <a:pt x="433" y="1206"/>
                </a:lnTo>
                <a:lnTo>
                  <a:pt x="425" y="1201"/>
                </a:lnTo>
                <a:lnTo>
                  <a:pt x="418" y="1195"/>
                </a:lnTo>
                <a:lnTo>
                  <a:pt x="412" y="1187"/>
                </a:lnTo>
                <a:lnTo>
                  <a:pt x="407" y="1179"/>
                </a:lnTo>
                <a:lnTo>
                  <a:pt x="403" y="1170"/>
                </a:lnTo>
                <a:lnTo>
                  <a:pt x="402" y="1159"/>
                </a:lnTo>
                <a:lnTo>
                  <a:pt x="402" y="1008"/>
                </a:lnTo>
                <a:lnTo>
                  <a:pt x="402" y="1008"/>
                </a:lnTo>
                <a:lnTo>
                  <a:pt x="403" y="998"/>
                </a:lnTo>
                <a:lnTo>
                  <a:pt x="407" y="989"/>
                </a:lnTo>
                <a:lnTo>
                  <a:pt x="412" y="979"/>
                </a:lnTo>
                <a:lnTo>
                  <a:pt x="418" y="972"/>
                </a:lnTo>
                <a:lnTo>
                  <a:pt x="425" y="966"/>
                </a:lnTo>
                <a:lnTo>
                  <a:pt x="433" y="962"/>
                </a:lnTo>
                <a:lnTo>
                  <a:pt x="442" y="959"/>
                </a:lnTo>
                <a:lnTo>
                  <a:pt x="453" y="958"/>
                </a:lnTo>
                <a:lnTo>
                  <a:pt x="453" y="958"/>
                </a:lnTo>
                <a:lnTo>
                  <a:pt x="464" y="947"/>
                </a:lnTo>
                <a:lnTo>
                  <a:pt x="474" y="939"/>
                </a:lnTo>
                <a:lnTo>
                  <a:pt x="485" y="931"/>
                </a:lnTo>
                <a:lnTo>
                  <a:pt x="496" y="925"/>
                </a:lnTo>
                <a:lnTo>
                  <a:pt x="506" y="920"/>
                </a:lnTo>
                <a:lnTo>
                  <a:pt x="516" y="916"/>
                </a:lnTo>
                <a:lnTo>
                  <a:pt x="525" y="912"/>
                </a:lnTo>
                <a:lnTo>
                  <a:pt x="534" y="910"/>
                </a:lnTo>
                <a:lnTo>
                  <a:pt x="543" y="909"/>
                </a:lnTo>
                <a:lnTo>
                  <a:pt x="552" y="907"/>
                </a:lnTo>
                <a:lnTo>
                  <a:pt x="569" y="907"/>
                </a:lnTo>
                <a:lnTo>
                  <a:pt x="584" y="911"/>
                </a:lnTo>
                <a:lnTo>
                  <a:pt x="598" y="916"/>
                </a:lnTo>
                <a:lnTo>
                  <a:pt x="611" y="922"/>
                </a:lnTo>
                <a:lnTo>
                  <a:pt x="622" y="927"/>
                </a:lnTo>
                <a:lnTo>
                  <a:pt x="631" y="935"/>
                </a:lnTo>
                <a:lnTo>
                  <a:pt x="640" y="942"/>
                </a:lnTo>
                <a:lnTo>
                  <a:pt x="650" y="953"/>
                </a:lnTo>
                <a:lnTo>
                  <a:pt x="655" y="958"/>
                </a:lnTo>
                <a:lnTo>
                  <a:pt x="655" y="958"/>
                </a:lnTo>
                <a:lnTo>
                  <a:pt x="664" y="959"/>
                </a:lnTo>
                <a:lnTo>
                  <a:pt x="674" y="962"/>
                </a:lnTo>
                <a:lnTo>
                  <a:pt x="683" y="966"/>
                </a:lnTo>
                <a:lnTo>
                  <a:pt x="690" y="972"/>
                </a:lnTo>
                <a:lnTo>
                  <a:pt x="696" y="979"/>
                </a:lnTo>
                <a:lnTo>
                  <a:pt x="701" y="989"/>
                </a:lnTo>
                <a:lnTo>
                  <a:pt x="703" y="998"/>
                </a:lnTo>
                <a:lnTo>
                  <a:pt x="705" y="1008"/>
                </a:lnTo>
                <a:lnTo>
                  <a:pt x="705" y="1159"/>
                </a:lnTo>
                <a:close/>
                <a:moveTo>
                  <a:pt x="705" y="756"/>
                </a:moveTo>
                <a:lnTo>
                  <a:pt x="705" y="756"/>
                </a:lnTo>
                <a:lnTo>
                  <a:pt x="703" y="767"/>
                </a:lnTo>
                <a:lnTo>
                  <a:pt x="701" y="776"/>
                </a:lnTo>
                <a:lnTo>
                  <a:pt x="696" y="785"/>
                </a:lnTo>
                <a:lnTo>
                  <a:pt x="690" y="792"/>
                </a:lnTo>
                <a:lnTo>
                  <a:pt x="683" y="798"/>
                </a:lnTo>
                <a:lnTo>
                  <a:pt x="674" y="802"/>
                </a:lnTo>
                <a:lnTo>
                  <a:pt x="664" y="806"/>
                </a:lnTo>
                <a:lnTo>
                  <a:pt x="655" y="807"/>
                </a:lnTo>
                <a:lnTo>
                  <a:pt x="453" y="807"/>
                </a:lnTo>
                <a:lnTo>
                  <a:pt x="453" y="807"/>
                </a:lnTo>
                <a:lnTo>
                  <a:pt x="442" y="806"/>
                </a:lnTo>
                <a:lnTo>
                  <a:pt x="433" y="802"/>
                </a:lnTo>
                <a:lnTo>
                  <a:pt x="425" y="798"/>
                </a:lnTo>
                <a:lnTo>
                  <a:pt x="418" y="792"/>
                </a:lnTo>
                <a:lnTo>
                  <a:pt x="412" y="785"/>
                </a:lnTo>
                <a:lnTo>
                  <a:pt x="407" y="776"/>
                </a:lnTo>
                <a:lnTo>
                  <a:pt x="403" y="767"/>
                </a:lnTo>
                <a:lnTo>
                  <a:pt x="402" y="756"/>
                </a:lnTo>
                <a:lnTo>
                  <a:pt x="402" y="605"/>
                </a:lnTo>
                <a:lnTo>
                  <a:pt x="402" y="605"/>
                </a:lnTo>
                <a:lnTo>
                  <a:pt x="403" y="594"/>
                </a:lnTo>
                <a:lnTo>
                  <a:pt x="407" y="585"/>
                </a:lnTo>
                <a:lnTo>
                  <a:pt x="412" y="577"/>
                </a:lnTo>
                <a:lnTo>
                  <a:pt x="418" y="570"/>
                </a:lnTo>
                <a:lnTo>
                  <a:pt x="425" y="564"/>
                </a:lnTo>
                <a:lnTo>
                  <a:pt x="433" y="559"/>
                </a:lnTo>
                <a:lnTo>
                  <a:pt x="442" y="555"/>
                </a:lnTo>
                <a:lnTo>
                  <a:pt x="453" y="554"/>
                </a:lnTo>
                <a:lnTo>
                  <a:pt x="453" y="554"/>
                </a:lnTo>
                <a:lnTo>
                  <a:pt x="464" y="545"/>
                </a:lnTo>
                <a:lnTo>
                  <a:pt x="474" y="537"/>
                </a:lnTo>
                <a:lnTo>
                  <a:pt x="485" y="528"/>
                </a:lnTo>
                <a:lnTo>
                  <a:pt x="496" y="522"/>
                </a:lnTo>
                <a:lnTo>
                  <a:pt x="506" y="516"/>
                </a:lnTo>
                <a:lnTo>
                  <a:pt x="516" y="513"/>
                </a:lnTo>
                <a:lnTo>
                  <a:pt x="525" y="509"/>
                </a:lnTo>
                <a:lnTo>
                  <a:pt x="534" y="507"/>
                </a:lnTo>
                <a:lnTo>
                  <a:pt x="543" y="505"/>
                </a:lnTo>
                <a:lnTo>
                  <a:pt x="552" y="505"/>
                </a:lnTo>
                <a:lnTo>
                  <a:pt x="569" y="505"/>
                </a:lnTo>
                <a:lnTo>
                  <a:pt x="584" y="507"/>
                </a:lnTo>
                <a:lnTo>
                  <a:pt x="598" y="512"/>
                </a:lnTo>
                <a:lnTo>
                  <a:pt x="611" y="518"/>
                </a:lnTo>
                <a:lnTo>
                  <a:pt x="622" y="525"/>
                </a:lnTo>
                <a:lnTo>
                  <a:pt x="631" y="532"/>
                </a:lnTo>
                <a:lnTo>
                  <a:pt x="640" y="539"/>
                </a:lnTo>
                <a:lnTo>
                  <a:pt x="650" y="550"/>
                </a:lnTo>
                <a:lnTo>
                  <a:pt x="655" y="554"/>
                </a:lnTo>
                <a:lnTo>
                  <a:pt x="655" y="554"/>
                </a:lnTo>
                <a:lnTo>
                  <a:pt x="664" y="555"/>
                </a:lnTo>
                <a:lnTo>
                  <a:pt x="674" y="559"/>
                </a:lnTo>
                <a:lnTo>
                  <a:pt x="683" y="564"/>
                </a:lnTo>
                <a:lnTo>
                  <a:pt x="690" y="570"/>
                </a:lnTo>
                <a:lnTo>
                  <a:pt x="696" y="577"/>
                </a:lnTo>
                <a:lnTo>
                  <a:pt x="701" y="585"/>
                </a:lnTo>
                <a:lnTo>
                  <a:pt x="703" y="594"/>
                </a:lnTo>
                <a:lnTo>
                  <a:pt x="705" y="605"/>
                </a:lnTo>
                <a:lnTo>
                  <a:pt x="705" y="756"/>
                </a:lnTo>
                <a:close/>
                <a:moveTo>
                  <a:pt x="705" y="353"/>
                </a:moveTo>
                <a:lnTo>
                  <a:pt x="705" y="353"/>
                </a:lnTo>
                <a:lnTo>
                  <a:pt x="703" y="363"/>
                </a:lnTo>
                <a:lnTo>
                  <a:pt x="701" y="372"/>
                </a:lnTo>
                <a:lnTo>
                  <a:pt x="696" y="382"/>
                </a:lnTo>
                <a:lnTo>
                  <a:pt x="690" y="389"/>
                </a:lnTo>
                <a:lnTo>
                  <a:pt x="683" y="395"/>
                </a:lnTo>
                <a:lnTo>
                  <a:pt x="674" y="400"/>
                </a:lnTo>
                <a:lnTo>
                  <a:pt x="664" y="402"/>
                </a:lnTo>
                <a:lnTo>
                  <a:pt x="655" y="403"/>
                </a:lnTo>
                <a:lnTo>
                  <a:pt x="453" y="403"/>
                </a:lnTo>
                <a:lnTo>
                  <a:pt x="453" y="403"/>
                </a:lnTo>
                <a:lnTo>
                  <a:pt x="442" y="402"/>
                </a:lnTo>
                <a:lnTo>
                  <a:pt x="433" y="400"/>
                </a:lnTo>
                <a:lnTo>
                  <a:pt x="425" y="395"/>
                </a:lnTo>
                <a:lnTo>
                  <a:pt x="418" y="389"/>
                </a:lnTo>
                <a:lnTo>
                  <a:pt x="412" y="382"/>
                </a:lnTo>
                <a:lnTo>
                  <a:pt x="407" y="372"/>
                </a:lnTo>
                <a:lnTo>
                  <a:pt x="403" y="363"/>
                </a:lnTo>
                <a:lnTo>
                  <a:pt x="402" y="353"/>
                </a:lnTo>
                <a:lnTo>
                  <a:pt x="402" y="202"/>
                </a:lnTo>
                <a:lnTo>
                  <a:pt x="402" y="202"/>
                </a:lnTo>
                <a:lnTo>
                  <a:pt x="403" y="192"/>
                </a:lnTo>
                <a:lnTo>
                  <a:pt x="407" y="182"/>
                </a:lnTo>
                <a:lnTo>
                  <a:pt x="412" y="174"/>
                </a:lnTo>
                <a:lnTo>
                  <a:pt x="418" y="166"/>
                </a:lnTo>
                <a:lnTo>
                  <a:pt x="425" y="160"/>
                </a:lnTo>
                <a:lnTo>
                  <a:pt x="433" y="155"/>
                </a:lnTo>
                <a:lnTo>
                  <a:pt x="442" y="153"/>
                </a:lnTo>
                <a:lnTo>
                  <a:pt x="453" y="152"/>
                </a:lnTo>
                <a:lnTo>
                  <a:pt x="453" y="152"/>
                </a:lnTo>
                <a:lnTo>
                  <a:pt x="464" y="142"/>
                </a:lnTo>
                <a:lnTo>
                  <a:pt x="474" y="133"/>
                </a:lnTo>
                <a:lnTo>
                  <a:pt x="485" y="126"/>
                </a:lnTo>
                <a:lnTo>
                  <a:pt x="496" y="118"/>
                </a:lnTo>
                <a:lnTo>
                  <a:pt x="506" y="114"/>
                </a:lnTo>
                <a:lnTo>
                  <a:pt x="516" y="109"/>
                </a:lnTo>
                <a:lnTo>
                  <a:pt x="525" y="107"/>
                </a:lnTo>
                <a:lnTo>
                  <a:pt x="534" y="103"/>
                </a:lnTo>
                <a:lnTo>
                  <a:pt x="543" y="102"/>
                </a:lnTo>
                <a:lnTo>
                  <a:pt x="552" y="101"/>
                </a:lnTo>
                <a:lnTo>
                  <a:pt x="569" y="102"/>
                </a:lnTo>
                <a:lnTo>
                  <a:pt x="584" y="104"/>
                </a:lnTo>
                <a:lnTo>
                  <a:pt x="598" y="109"/>
                </a:lnTo>
                <a:lnTo>
                  <a:pt x="611" y="115"/>
                </a:lnTo>
                <a:lnTo>
                  <a:pt x="622" y="122"/>
                </a:lnTo>
                <a:lnTo>
                  <a:pt x="631" y="129"/>
                </a:lnTo>
                <a:lnTo>
                  <a:pt x="640" y="135"/>
                </a:lnTo>
                <a:lnTo>
                  <a:pt x="650" y="147"/>
                </a:lnTo>
                <a:lnTo>
                  <a:pt x="655" y="152"/>
                </a:lnTo>
                <a:lnTo>
                  <a:pt x="655" y="152"/>
                </a:lnTo>
                <a:lnTo>
                  <a:pt x="664" y="153"/>
                </a:lnTo>
                <a:lnTo>
                  <a:pt x="674" y="155"/>
                </a:lnTo>
                <a:lnTo>
                  <a:pt x="683" y="160"/>
                </a:lnTo>
                <a:lnTo>
                  <a:pt x="690" y="166"/>
                </a:lnTo>
                <a:lnTo>
                  <a:pt x="696" y="174"/>
                </a:lnTo>
                <a:lnTo>
                  <a:pt x="701" y="182"/>
                </a:lnTo>
                <a:lnTo>
                  <a:pt x="703" y="192"/>
                </a:lnTo>
                <a:lnTo>
                  <a:pt x="705" y="202"/>
                </a:lnTo>
                <a:lnTo>
                  <a:pt x="705" y="35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6"/>
          <p:cNvSpPr>
            <a:spLocks noChangeAspect="1" noEditPoints="1"/>
          </p:cNvSpPr>
          <p:nvPr/>
        </p:nvSpPr>
        <p:spPr bwMode="auto">
          <a:xfrm>
            <a:off x="6069124" y="1363470"/>
            <a:ext cx="1080000" cy="818571"/>
          </a:xfrm>
          <a:custGeom>
            <a:avLst/>
            <a:gdLst>
              <a:gd name="T0" fmla="*/ 725 w 1512"/>
              <a:gd name="T1" fmla="*/ 241 h 1147"/>
              <a:gd name="T2" fmla="*/ 689 w 1512"/>
              <a:gd name="T3" fmla="*/ 209 h 1147"/>
              <a:gd name="T4" fmla="*/ 188 w 1512"/>
              <a:gd name="T5" fmla="*/ 213 h 1147"/>
              <a:gd name="T6" fmla="*/ 157 w 1512"/>
              <a:gd name="T7" fmla="*/ 251 h 1147"/>
              <a:gd name="T8" fmla="*/ 161 w 1512"/>
              <a:gd name="T9" fmla="*/ 594 h 1147"/>
              <a:gd name="T10" fmla="*/ 198 w 1512"/>
              <a:gd name="T11" fmla="*/ 625 h 1147"/>
              <a:gd name="T12" fmla="*/ 698 w 1512"/>
              <a:gd name="T13" fmla="*/ 622 h 1147"/>
              <a:gd name="T14" fmla="*/ 729 w 1512"/>
              <a:gd name="T15" fmla="*/ 584 h 1147"/>
              <a:gd name="T16" fmla="*/ 261 w 1512"/>
              <a:gd name="T17" fmla="*/ 313 h 1147"/>
              <a:gd name="T18" fmla="*/ 469 w 1512"/>
              <a:gd name="T19" fmla="*/ 678 h 1147"/>
              <a:gd name="T20" fmla="*/ 426 w 1512"/>
              <a:gd name="T21" fmla="*/ 701 h 1147"/>
              <a:gd name="T22" fmla="*/ 417 w 1512"/>
              <a:gd name="T23" fmla="*/ 938 h 1147"/>
              <a:gd name="T24" fmla="*/ 441 w 1512"/>
              <a:gd name="T25" fmla="*/ 982 h 1147"/>
              <a:gd name="T26" fmla="*/ 834 w 1512"/>
              <a:gd name="T27" fmla="*/ 991 h 1147"/>
              <a:gd name="T28" fmla="*/ 877 w 1512"/>
              <a:gd name="T29" fmla="*/ 968 h 1147"/>
              <a:gd name="T30" fmla="*/ 886 w 1512"/>
              <a:gd name="T31" fmla="*/ 730 h 1147"/>
              <a:gd name="T32" fmla="*/ 863 w 1512"/>
              <a:gd name="T33" fmla="*/ 686 h 1147"/>
              <a:gd name="T34" fmla="*/ 782 w 1512"/>
              <a:gd name="T35" fmla="*/ 886 h 1147"/>
              <a:gd name="T36" fmla="*/ 1303 w 1512"/>
              <a:gd name="T37" fmla="*/ 209 h 1147"/>
              <a:gd name="T38" fmla="*/ 961 w 1512"/>
              <a:gd name="T39" fmla="*/ 218 h 1147"/>
              <a:gd name="T40" fmla="*/ 938 w 1512"/>
              <a:gd name="T41" fmla="*/ 261 h 1147"/>
              <a:gd name="T42" fmla="*/ 947 w 1512"/>
              <a:gd name="T43" fmla="*/ 812 h 1147"/>
              <a:gd name="T44" fmla="*/ 991 w 1512"/>
              <a:gd name="T45" fmla="*/ 834 h 1147"/>
              <a:gd name="T46" fmla="*/ 1332 w 1512"/>
              <a:gd name="T47" fmla="*/ 826 h 1147"/>
              <a:gd name="T48" fmla="*/ 1356 w 1512"/>
              <a:gd name="T49" fmla="*/ 782 h 1147"/>
              <a:gd name="T50" fmla="*/ 1346 w 1512"/>
              <a:gd name="T51" fmla="*/ 232 h 1147"/>
              <a:gd name="T52" fmla="*/ 1303 w 1512"/>
              <a:gd name="T53" fmla="*/ 209 h 1147"/>
              <a:gd name="T54" fmla="*/ 1251 w 1512"/>
              <a:gd name="T55" fmla="*/ 313 h 1147"/>
              <a:gd name="T56" fmla="*/ 93 w 1512"/>
              <a:gd name="T57" fmla="*/ 0 h 1147"/>
              <a:gd name="T58" fmla="*/ 46 w 1512"/>
              <a:gd name="T59" fmla="*/ 18 h 1147"/>
              <a:gd name="T60" fmla="*/ 13 w 1512"/>
              <a:gd name="T61" fmla="*/ 55 h 1147"/>
              <a:gd name="T62" fmla="*/ 0 w 1512"/>
              <a:gd name="T63" fmla="*/ 104 h 1147"/>
              <a:gd name="T64" fmla="*/ 5 w 1512"/>
              <a:gd name="T65" fmla="*/ 1074 h 1147"/>
              <a:gd name="T66" fmla="*/ 31 w 1512"/>
              <a:gd name="T67" fmla="*/ 1116 h 1147"/>
              <a:gd name="T68" fmla="*/ 73 w 1512"/>
              <a:gd name="T69" fmla="*/ 1142 h 1147"/>
              <a:gd name="T70" fmla="*/ 1408 w 1512"/>
              <a:gd name="T71" fmla="*/ 1147 h 1147"/>
              <a:gd name="T72" fmla="*/ 1457 w 1512"/>
              <a:gd name="T73" fmla="*/ 1134 h 1147"/>
              <a:gd name="T74" fmla="*/ 1494 w 1512"/>
              <a:gd name="T75" fmla="*/ 1101 h 1147"/>
              <a:gd name="T76" fmla="*/ 1512 w 1512"/>
              <a:gd name="T77" fmla="*/ 1054 h 1147"/>
              <a:gd name="T78" fmla="*/ 1509 w 1512"/>
              <a:gd name="T79" fmla="*/ 83 h 1147"/>
              <a:gd name="T80" fmla="*/ 1488 w 1512"/>
              <a:gd name="T81" fmla="*/ 38 h 1147"/>
              <a:gd name="T82" fmla="*/ 1448 w 1512"/>
              <a:gd name="T83" fmla="*/ 9 h 1147"/>
              <a:gd name="T84" fmla="*/ 1408 w 1512"/>
              <a:gd name="T85" fmla="*/ 0 h 1147"/>
              <a:gd name="T86" fmla="*/ 1398 w 1512"/>
              <a:gd name="T87" fmla="*/ 1020 h 1147"/>
              <a:gd name="T88" fmla="*/ 1356 w 1512"/>
              <a:gd name="T89" fmla="*/ 1043 h 1147"/>
              <a:gd name="T90" fmla="*/ 128 w 1512"/>
              <a:gd name="T91" fmla="*/ 1034 h 1147"/>
              <a:gd name="T92" fmla="*/ 104 w 1512"/>
              <a:gd name="T93" fmla="*/ 991 h 1147"/>
              <a:gd name="T94" fmla="*/ 113 w 1512"/>
              <a:gd name="T95" fmla="*/ 128 h 1147"/>
              <a:gd name="T96" fmla="*/ 156 w 1512"/>
              <a:gd name="T97" fmla="*/ 104 h 1147"/>
              <a:gd name="T98" fmla="*/ 1384 w 1512"/>
              <a:gd name="T99" fmla="*/ 114 h 1147"/>
              <a:gd name="T100" fmla="*/ 1408 w 1512"/>
              <a:gd name="T101" fmla="*/ 156 h 1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12" h="1147">
                <a:moveTo>
                  <a:pt x="730" y="574"/>
                </a:moveTo>
                <a:lnTo>
                  <a:pt x="730" y="261"/>
                </a:lnTo>
                <a:lnTo>
                  <a:pt x="730" y="261"/>
                </a:lnTo>
                <a:lnTo>
                  <a:pt x="729" y="251"/>
                </a:lnTo>
                <a:lnTo>
                  <a:pt x="725" y="241"/>
                </a:lnTo>
                <a:lnTo>
                  <a:pt x="720" y="232"/>
                </a:lnTo>
                <a:lnTo>
                  <a:pt x="714" y="224"/>
                </a:lnTo>
                <a:lnTo>
                  <a:pt x="706" y="218"/>
                </a:lnTo>
                <a:lnTo>
                  <a:pt x="698" y="213"/>
                </a:lnTo>
                <a:lnTo>
                  <a:pt x="689" y="209"/>
                </a:lnTo>
                <a:lnTo>
                  <a:pt x="678" y="209"/>
                </a:lnTo>
                <a:lnTo>
                  <a:pt x="209" y="209"/>
                </a:lnTo>
                <a:lnTo>
                  <a:pt x="209" y="209"/>
                </a:lnTo>
                <a:lnTo>
                  <a:pt x="198" y="209"/>
                </a:lnTo>
                <a:lnTo>
                  <a:pt x="188" y="213"/>
                </a:lnTo>
                <a:lnTo>
                  <a:pt x="180" y="218"/>
                </a:lnTo>
                <a:lnTo>
                  <a:pt x="171" y="224"/>
                </a:lnTo>
                <a:lnTo>
                  <a:pt x="165" y="232"/>
                </a:lnTo>
                <a:lnTo>
                  <a:pt x="161" y="241"/>
                </a:lnTo>
                <a:lnTo>
                  <a:pt x="157" y="251"/>
                </a:lnTo>
                <a:lnTo>
                  <a:pt x="156" y="261"/>
                </a:lnTo>
                <a:lnTo>
                  <a:pt x="156" y="574"/>
                </a:lnTo>
                <a:lnTo>
                  <a:pt x="156" y="574"/>
                </a:lnTo>
                <a:lnTo>
                  <a:pt x="157" y="584"/>
                </a:lnTo>
                <a:lnTo>
                  <a:pt x="161" y="594"/>
                </a:lnTo>
                <a:lnTo>
                  <a:pt x="165" y="603"/>
                </a:lnTo>
                <a:lnTo>
                  <a:pt x="171" y="611"/>
                </a:lnTo>
                <a:lnTo>
                  <a:pt x="180" y="617"/>
                </a:lnTo>
                <a:lnTo>
                  <a:pt x="188" y="622"/>
                </a:lnTo>
                <a:lnTo>
                  <a:pt x="198" y="625"/>
                </a:lnTo>
                <a:lnTo>
                  <a:pt x="209" y="626"/>
                </a:lnTo>
                <a:lnTo>
                  <a:pt x="678" y="626"/>
                </a:lnTo>
                <a:lnTo>
                  <a:pt x="678" y="626"/>
                </a:lnTo>
                <a:lnTo>
                  <a:pt x="689" y="625"/>
                </a:lnTo>
                <a:lnTo>
                  <a:pt x="698" y="622"/>
                </a:lnTo>
                <a:lnTo>
                  <a:pt x="706" y="617"/>
                </a:lnTo>
                <a:lnTo>
                  <a:pt x="714" y="611"/>
                </a:lnTo>
                <a:lnTo>
                  <a:pt x="720" y="603"/>
                </a:lnTo>
                <a:lnTo>
                  <a:pt x="725" y="594"/>
                </a:lnTo>
                <a:lnTo>
                  <a:pt x="729" y="584"/>
                </a:lnTo>
                <a:lnTo>
                  <a:pt x="730" y="574"/>
                </a:lnTo>
                <a:lnTo>
                  <a:pt x="730" y="574"/>
                </a:lnTo>
                <a:close/>
                <a:moveTo>
                  <a:pt x="626" y="521"/>
                </a:moveTo>
                <a:lnTo>
                  <a:pt x="261" y="521"/>
                </a:lnTo>
                <a:lnTo>
                  <a:pt x="261" y="313"/>
                </a:lnTo>
                <a:lnTo>
                  <a:pt x="626" y="313"/>
                </a:lnTo>
                <a:lnTo>
                  <a:pt x="626" y="521"/>
                </a:lnTo>
                <a:close/>
                <a:moveTo>
                  <a:pt x="834" y="678"/>
                </a:moveTo>
                <a:lnTo>
                  <a:pt x="469" y="678"/>
                </a:lnTo>
                <a:lnTo>
                  <a:pt x="469" y="678"/>
                </a:lnTo>
                <a:lnTo>
                  <a:pt x="458" y="679"/>
                </a:lnTo>
                <a:lnTo>
                  <a:pt x="449" y="682"/>
                </a:lnTo>
                <a:lnTo>
                  <a:pt x="441" y="686"/>
                </a:lnTo>
                <a:lnTo>
                  <a:pt x="432" y="694"/>
                </a:lnTo>
                <a:lnTo>
                  <a:pt x="426" y="701"/>
                </a:lnTo>
                <a:lnTo>
                  <a:pt x="422" y="710"/>
                </a:lnTo>
                <a:lnTo>
                  <a:pt x="418" y="720"/>
                </a:lnTo>
                <a:lnTo>
                  <a:pt x="417" y="730"/>
                </a:lnTo>
                <a:lnTo>
                  <a:pt x="417" y="938"/>
                </a:lnTo>
                <a:lnTo>
                  <a:pt x="417" y="938"/>
                </a:lnTo>
                <a:lnTo>
                  <a:pt x="418" y="949"/>
                </a:lnTo>
                <a:lnTo>
                  <a:pt x="422" y="959"/>
                </a:lnTo>
                <a:lnTo>
                  <a:pt x="426" y="968"/>
                </a:lnTo>
                <a:lnTo>
                  <a:pt x="432" y="976"/>
                </a:lnTo>
                <a:lnTo>
                  <a:pt x="441" y="982"/>
                </a:lnTo>
                <a:lnTo>
                  <a:pt x="449" y="986"/>
                </a:lnTo>
                <a:lnTo>
                  <a:pt x="458" y="990"/>
                </a:lnTo>
                <a:lnTo>
                  <a:pt x="469" y="991"/>
                </a:lnTo>
                <a:lnTo>
                  <a:pt x="834" y="991"/>
                </a:lnTo>
                <a:lnTo>
                  <a:pt x="834" y="991"/>
                </a:lnTo>
                <a:lnTo>
                  <a:pt x="844" y="990"/>
                </a:lnTo>
                <a:lnTo>
                  <a:pt x="854" y="986"/>
                </a:lnTo>
                <a:lnTo>
                  <a:pt x="863" y="982"/>
                </a:lnTo>
                <a:lnTo>
                  <a:pt x="870" y="976"/>
                </a:lnTo>
                <a:lnTo>
                  <a:pt x="877" y="968"/>
                </a:lnTo>
                <a:lnTo>
                  <a:pt x="882" y="959"/>
                </a:lnTo>
                <a:lnTo>
                  <a:pt x="885" y="949"/>
                </a:lnTo>
                <a:lnTo>
                  <a:pt x="886" y="938"/>
                </a:lnTo>
                <a:lnTo>
                  <a:pt x="886" y="730"/>
                </a:lnTo>
                <a:lnTo>
                  <a:pt x="886" y="730"/>
                </a:lnTo>
                <a:lnTo>
                  <a:pt x="885" y="720"/>
                </a:lnTo>
                <a:lnTo>
                  <a:pt x="882" y="710"/>
                </a:lnTo>
                <a:lnTo>
                  <a:pt x="877" y="701"/>
                </a:lnTo>
                <a:lnTo>
                  <a:pt x="870" y="694"/>
                </a:lnTo>
                <a:lnTo>
                  <a:pt x="863" y="686"/>
                </a:lnTo>
                <a:lnTo>
                  <a:pt x="854" y="682"/>
                </a:lnTo>
                <a:lnTo>
                  <a:pt x="844" y="679"/>
                </a:lnTo>
                <a:lnTo>
                  <a:pt x="834" y="678"/>
                </a:lnTo>
                <a:lnTo>
                  <a:pt x="834" y="678"/>
                </a:lnTo>
                <a:close/>
                <a:moveTo>
                  <a:pt x="782" y="886"/>
                </a:moveTo>
                <a:lnTo>
                  <a:pt x="521" y="886"/>
                </a:lnTo>
                <a:lnTo>
                  <a:pt x="521" y="782"/>
                </a:lnTo>
                <a:lnTo>
                  <a:pt x="782" y="782"/>
                </a:lnTo>
                <a:lnTo>
                  <a:pt x="782" y="886"/>
                </a:lnTo>
                <a:close/>
                <a:moveTo>
                  <a:pt x="1303" y="209"/>
                </a:moveTo>
                <a:lnTo>
                  <a:pt x="991" y="209"/>
                </a:lnTo>
                <a:lnTo>
                  <a:pt x="991" y="209"/>
                </a:lnTo>
                <a:lnTo>
                  <a:pt x="980" y="209"/>
                </a:lnTo>
                <a:lnTo>
                  <a:pt x="970" y="213"/>
                </a:lnTo>
                <a:lnTo>
                  <a:pt x="961" y="218"/>
                </a:lnTo>
                <a:lnTo>
                  <a:pt x="953" y="224"/>
                </a:lnTo>
                <a:lnTo>
                  <a:pt x="947" y="232"/>
                </a:lnTo>
                <a:lnTo>
                  <a:pt x="942" y="241"/>
                </a:lnTo>
                <a:lnTo>
                  <a:pt x="939" y="251"/>
                </a:lnTo>
                <a:lnTo>
                  <a:pt x="938" y="261"/>
                </a:lnTo>
                <a:lnTo>
                  <a:pt x="938" y="782"/>
                </a:lnTo>
                <a:lnTo>
                  <a:pt x="938" y="782"/>
                </a:lnTo>
                <a:lnTo>
                  <a:pt x="939" y="793"/>
                </a:lnTo>
                <a:lnTo>
                  <a:pt x="942" y="802"/>
                </a:lnTo>
                <a:lnTo>
                  <a:pt x="947" y="812"/>
                </a:lnTo>
                <a:lnTo>
                  <a:pt x="953" y="819"/>
                </a:lnTo>
                <a:lnTo>
                  <a:pt x="961" y="826"/>
                </a:lnTo>
                <a:lnTo>
                  <a:pt x="970" y="831"/>
                </a:lnTo>
                <a:lnTo>
                  <a:pt x="980" y="833"/>
                </a:lnTo>
                <a:lnTo>
                  <a:pt x="991" y="834"/>
                </a:lnTo>
                <a:lnTo>
                  <a:pt x="1303" y="834"/>
                </a:lnTo>
                <a:lnTo>
                  <a:pt x="1303" y="834"/>
                </a:lnTo>
                <a:lnTo>
                  <a:pt x="1313" y="833"/>
                </a:lnTo>
                <a:lnTo>
                  <a:pt x="1324" y="831"/>
                </a:lnTo>
                <a:lnTo>
                  <a:pt x="1332" y="826"/>
                </a:lnTo>
                <a:lnTo>
                  <a:pt x="1340" y="819"/>
                </a:lnTo>
                <a:lnTo>
                  <a:pt x="1346" y="812"/>
                </a:lnTo>
                <a:lnTo>
                  <a:pt x="1351" y="802"/>
                </a:lnTo>
                <a:lnTo>
                  <a:pt x="1355" y="793"/>
                </a:lnTo>
                <a:lnTo>
                  <a:pt x="1356" y="782"/>
                </a:lnTo>
                <a:lnTo>
                  <a:pt x="1356" y="261"/>
                </a:lnTo>
                <a:lnTo>
                  <a:pt x="1356" y="261"/>
                </a:lnTo>
                <a:lnTo>
                  <a:pt x="1355" y="251"/>
                </a:lnTo>
                <a:lnTo>
                  <a:pt x="1351" y="241"/>
                </a:lnTo>
                <a:lnTo>
                  <a:pt x="1346" y="232"/>
                </a:lnTo>
                <a:lnTo>
                  <a:pt x="1340" y="224"/>
                </a:lnTo>
                <a:lnTo>
                  <a:pt x="1332" y="218"/>
                </a:lnTo>
                <a:lnTo>
                  <a:pt x="1324" y="213"/>
                </a:lnTo>
                <a:lnTo>
                  <a:pt x="1313" y="209"/>
                </a:lnTo>
                <a:lnTo>
                  <a:pt x="1303" y="209"/>
                </a:lnTo>
                <a:lnTo>
                  <a:pt x="1303" y="209"/>
                </a:lnTo>
                <a:close/>
                <a:moveTo>
                  <a:pt x="1251" y="730"/>
                </a:moveTo>
                <a:lnTo>
                  <a:pt x="1039" y="730"/>
                </a:lnTo>
                <a:lnTo>
                  <a:pt x="1039" y="313"/>
                </a:lnTo>
                <a:lnTo>
                  <a:pt x="1251" y="313"/>
                </a:lnTo>
                <a:lnTo>
                  <a:pt x="1251" y="730"/>
                </a:lnTo>
                <a:close/>
                <a:moveTo>
                  <a:pt x="1408" y="0"/>
                </a:moveTo>
                <a:lnTo>
                  <a:pt x="104" y="0"/>
                </a:lnTo>
                <a:lnTo>
                  <a:pt x="104" y="0"/>
                </a:lnTo>
                <a:lnTo>
                  <a:pt x="93" y="0"/>
                </a:lnTo>
                <a:lnTo>
                  <a:pt x="83" y="3"/>
                </a:lnTo>
                <a:lnTo>
                  <a:pt x="73" y="5"/>
                </a:lnTo>
                <a:lnTo>
                  <a:pt x="64" y="9"/>
                </a:lnTo>
                <a:lnTo>
                  <a:pt x="54" y="13"/>
                </a:lnTo>
                <a:lnTo>
                  <a:pt x="46" y="18"/>
                </a:lnTo>
                <a:lnTo>
                  <a:pt x="38" y="24"/>
                </a:lnTo>
                <a:lnTo>
                  <a:pt x="31" y="31"/>
                </a:lnTo>
                <a:lnTo>
                  <a:pt x="24" y="38"/>
                </a:lnTo>
                <a:lnTo>
                  <a:pt x="18" y="46"/>
                </a:lnTo>
                <a:lnTo>
                  <a:pt x="13" y="55"/>
                </a:lnTo>
                <a:lnTo>
                  <a:pt x="8" y="64"/>
                </a:lnTo>
                <a:lnTo>
                  <a:pt x="5" y="74"/>
                </a:lnTo>
                <a:lnTo>
                  <a:pt x="2" y="83"/>
                </a:lnTo>
                <a:lnTo>
                  <a:pt x="0" y="94"/>
                </a:lnTo>
                <a:lnTo>
                  <a:pt x="0" y="104"/>
                </a:lnTo>
                <a:lnTo>
                  <a:pt x="0" y="1043"/>
                </a:lnTo>
                <a:lnTo>
                  <a:pt x="0" y="1043"/>
                </a:lnTo>
                <a:lnTo>
                  <a:pt x="0" y="1054"/>
                </a:lnTo>
                <a:lnTo>
                  <a:pt x="2" y="1064"/>
                </a:lnTo>
                <a:lnTo>
                  <a:pt x="5" y="1074"/>
                </a:lnTo>
                <a:lnTo>
                  <a:pt x="8" y="1083"/>
                </a:lnTo>
                <a:lnTo>
                  <a:pt x="13" y="1093"/>
                </a:lnTo>
                <a:lnTo>
                  <a:pt x="18" y="1101"/>
                </a:lnTo>
                <a:lnTo>
                  <a:pt x="24" y="1109"/>
                </a:lnTo>
                <a:lnTo>
                  <a:pt x="31" y="1116"/>
                </a:lnTo>
                <a:lnTo>
                  <a:pt x="38" y="1123"/>
                </a:lnTo>
                <a:lnTo>
                  <a:pt x="46" y="1129"/>
                </a:lnTo>
                <a:lnTo>
                  <a:pt x="54" y="1134"/>
                </a:lnTo>
                <a:lnTo>
                  <a:pt x="64" y="1139"/>
                </a:lnTo>
                <a:lnTo>
                  <a:pt x="73" y="1142"/>
                </a:lnTo>
                <a:lnTo>
                  <a:pt x="83" y="1145"/>
                </a:lnTo>
                <a:lnTo>
                  <a:pt x="93" y="1147"/>
                </a:lnTo>
                <a:lnTo>
                  <a:pt x="104" y="1147"/>
                </a:lnTo>
                <a:lnTo>
                  <a:pt x="1408" y="1147"/>
                </a:lnTo>
                <a:lnTo>
                  <a:pt x="1408" y="1147"/>
                </a:lnTo>
                <a:lnTo>
                  <a:pt x="1418" y="1147"/>
                </a:lnTo>
                <a:lnTo>
                  <a:pt x="1429" y="1145"/>
                </a:lnTo>
                <a:lnTo>
                  <a:pt x="1438" y="1142"/>
                </a:lnTo>
                <a:lnTo>
                  <a:pt x="1448" y="1139"/>
                </a:lnTo>
                <a:lnTo>
                  <a:pt x="1457" y="1134"/>
                </a:lnTo>
                <a:lnTo>
                  <a:pt x="1466" y="1129"/>
                </a:lnTo>
                <a:lnTo>
                  <a:pt x="1474" y="1123"/>
                </a:lnTo>
                <a:lnTo>
                  <a:pt x="1481" y="1116"/>
                </a:lnTo>
                <a:lnTo>
                  <a:pt x="1488" y="1109"/>
                </a:lnTo>
                <a:lnTo>
                  <a:pt x="1494" y="1101"/>
                </a:lnTo>
                <a:lnTo>
                  <a:pt x="1499" y="1093"/>
                </a:lnTo>
                <a:lnTo>
                  <a:pt x="1503" y="1083"/>
                </a:lnTo>
                <a:lnTo>
                  <a:pt x="1507" y="1074"/>
                </a:lnTo>
                <a:lnTo>
                  <a:pt x="1509" y="1064"/>
                </a:lnTo>
                <a:lnTo>
                  <a:pt x="1512" y="1054"/>
                </a:lnTo>
                <a:lnTo>
                  <a:pt x="1512" y="1043"/>
                </a:lnTo>
                <a:lnTo>
                  <a:pt x="1512" y="104"/>
                </a:lnTo>
                <a:lnTo>
                  <a:pt x="1512" y="104"/>
                </a:lnTo>
                <a:lnTo>
                  <a:pt x="1512" y="94"/>
                </a:lnTo>
                <a:lnTo>
                  <a:pt x="1509" y="83"/>
                </a:lnTo>
                <a:lnTo>
                  <a:pt x="1507" y="74"/>
                </a:lnTo>
                <a:lnTo>
                  <a:pt x="1503" y="64"/>
                </a:lnTo>
                <a:lnTo>
                  <a:pt x="1499" y="55"/>
                </a:lnTo>
                <a:lnTo>
                  <a:pt x="1494" y="46"/>
                </a:lnTo>
                <a:lnTo>
                  <a:pt x="1488" y="38"/>
                </a:lnTo>
                <a:lnTo>
                  <a:pt x="1481" y="31"/>
                </a:lnTo>
                <a:lnTo>
                  <a:pt x="1474" y="24"/>
                </a:lnTo>
                <a:lnTo>
                  <a:pt x="1466" y="18"/>
                </a:lnTo>
                <a:lnTo>
                  <a:pt x="1457" y="13"/>
                </a:lnTo>
                <a:lnTo>
                  <a:pt x="1448" y="9"/>
                </a:lnTo>
                <a:lnTo>
                  <a:pt x="1438" y="5"/>
                </a:lnTo>
                <a:lnTo>
                  <a:pt x="1429" y="3"/>
                </a:lnTo>
                <a:lnTo>
                  <a:pt x="1418" y="0"/>
                </a:lnTo>
                <a:lnTo>
                  <a:pt x="1408" y="0"/>
                </a:lnTo>
                <a:lnTo>
                  <a:pt x="1408" y="0"/>
                </a:lnTo>
                <a:close/>
                <a:moveTo>
                  <a:pt x="1408" y="991"/>
                </a:moveTo>
                <a:lnTo>
                  <a:pt x="1408" y="991"/>
                </a:lnTo>
                <a:lnTo>
                  <a:pt x="1406" y="1002"/>
                </a:lnTo>
                <a:lnTo>
                  <a:pt x="1403" y="1011"/>
                </a:lnTo>
                <a:lnTo>
                  <a:pt x="1398" y="1020"/>
                </a:lnTo>
                <a:lnTo>
                  <a:pt x="1392" y="1028"/>
                </a:lnTo>
                <a:lnTo>
                  <a:pt x="1384" y="1034"/>
                </a:lnTo>
                <a:lnTo>
                  <a:pt x="1376" y="1038"/>
                </a:lnTo>
                <a:lnTo>
                  <a:pt x="1365" y="1042"/>
                </a:lnTo>
                <a:lnTo>
                  <a:pt x="1356" y="1043"/>
                </a:lnTo>
                <a:lnTo>
                  <a:pt x="156" y="1043"/>
                </a:lnTo>
                <a:lnTo>
                  <a:pt x="156" y="1043"/>
                </a:lnTo>
                <a:lnTo>
                  <a:pt x="146" y="1042"/>
                </a:lnTo>
                <a:lnTo>
                  <a:pt x="136" y="1038"/>
                </a:lnTo>
                <a:lnTo>
                  <a:pt x="128" y="1034"/>
                </a:lnTo>
                <a:lnTo>
                  <a:pt x="119" y="1028"/>
                </a:lnTo>
                <a:lnTo>
                  <a:pt x="113" y="1020"/>
                </a:lnTo>
                <a:lnTo>
                  <a:pt x="109" y="1011"/>
                </a:lnTo>
                <a:lnTo>
                  <a:pt x="105" y="1002"/>
                </a:lnTo>
                <a:lnTo>
                  <a:pt x="104" y="991"/>
                </a:lnTo>
                <a:lnTo>
                  <a:pt x="104" y="156"/>
                </a:lnTo>
                <a:lnTo>
                  <a:pt x="104" y="156"/>
                </a:lnTo>
                <a:lnTo>
                  <a:pt x="105" y="147"/>
                </a:lnTo>
                <a:lnTo>
                  <a:pt x="109" y="136"/>
                </a:lnTo>
                <a:lnTo>
                  <a:pt x="113" y="128"/>
                </a:lnTo>
                <a:lnTo>
                  <a:pt x="119" y="120"/>
                </a:lnTo>
                <a:lnTo>
                  <a:pt x="128" y="114"/>
                </a:lnTo>
                <a:lnTo>
                  <a:pt x="136" y="109"/>
                </a:lnTo>
                <a:lnTo>
                  <a:pt x="146" y="105"/>
                </a:lnTo>
                <a:lnTo>
                  <a:pt x="156" y="104"/>
                </a:lnTo>
                <a:lnTo>
                  <a:pt x="1356" y="104"/>
                </a:lnTo>
                <a:lnTo>
                  <a:pt x="1356" y="104"/>
                </a:lnTo>
                <a:lnTo>
                  <a:pt x="1365" y="105"/>
                </a:lnTo>
                <a:lnTo>
                  <a:pt x="1376" y="109"/>
                </a:lnTo>
                <a:lnTo>
                  <a:pt x="1384" y="114"/>
                </a:lnTo>
                <a:lnTo>
                  <a:pt x="1392" y="120"/>
                </a:lnTo>
                <a:lnTo>
                  <a:pt x="1398" y="128"/>
                </a:lnTo>
                <a:lnTo>
                  <a:pt x="1403" y="136"/>
                </a:lnTo>
                <a:lnTo>
                  <a:pt x="1406" y="147"/>
                </a:lnTo>
                <a:lnTo>
                  <a:pt x="1408" y="156"/>
                </a:lnTo>
                <a:lnTo>
                  <a:pt x="1408" y="99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7"/>
          <p:cNvSpPr>
            <a:spLocks noChangeAspect="1" noEditPoints="1"/>
          </p:cNvSpPr>
          <p:nvPr/>
        </p:nvSpPr>
        <p:spPr bwMode="auto">
          <a:xfrm>
            <a:off x="7941332" y="1232756"/>
            <a:ext cx="662144" cy="1080000"/>
          </a:xfrm>
          <a:custGeom>
            <a:avLst/>
            <a:gdLst>
              <a:gd name="T0" fmla="*/ 0 w 928"/>
              <a:gd name="T1" fmla="*/ 760 h 1512"/>
              <a:gd name="T2" fmla="*/ 2 w 928"/>
              <a:gd name="T3" fmla="*/ 814 h 1512"/>
              <a:gd name="T4" fmla="*/ 26 w 928"/>
              <a:gd name="T5" fmla="*/ 900 h 1512"/>
              <a:gd name="T6" fmla="*/ 61 w 928"/>
              <a:gd name="T7" fmla="*/ 964 h 1512"/>
              <a:gd name="T8" fmla="*/ 122 w 928"/>
              <a:gd name="T9" fmla="*/ 1025 h 1512"/>
              <a:gd name="T10" fmla="*/ 209 w 928"/>
              <a:gd name="T11" fmla="*/ 1073 h 1512"/>
              <a:gd name="T12" fmla="*/ 333 w 928"/>
              <a:gd name="T13" fmla="*/ 1101 h 1512"/>
              <a:gd name="T14" fmla="*/ 407 w 928"/>
              <a:gd name="T15" fmla="*/ 1400 h 1512"/>
              <a:gd name="T16" fmla="*/ 388 w 928"/>
              <a:gd name="T17" fmla="*/ 1436 h 1512"/>
              <a:gd name="T18" fmla="*/ 368 w 928"/>
              <a:gd name="T19" fmla="*/ 1452 h 1512"/>
              <a:gd name="T20" fmla="*/ 173 w 928"/>
              <a:gd name="T21" fmla="*/ 1454 h 1512"/>
              <a:gd name="T22" fmla="*/ 137 w 928"/>
              <a:gd name="T23" fmla="*/ 1473 h 1512"/>
              <a:gd name="T24" fmla="*/ 122 w 928"/>
              <a:gd name="T25" fmla="*/ 1495 h 1512"/>
              <a:gd name="T26" fmla="*/ 815 w 928"/>
              <a:gd name="T27" fmla="*/ 1512 h 1512"/>
              <a:gd name="T28" fmla="*/ 804 w 928"/>
              <a:gd name="T29" fmla="*/ 1478 h 1512"/>
              <a:gd name="T30" fmla="*/ 784 w 928"/>
              <a:gd name="T31" fmla="*/ 1459 h 1512"/>
              <a:gd name="T32" fmla="*/ 576 w 928"/>
              <a:gd name="T33" fmla="*/ 1458 h 1512"/>
              <a:gd name="T34" fmla="*/ 549 w 928"/>
              <a:gd name="T35" fmla="*/ 1452 h 1512"/>
              <a:gd name="T36" fmla="*/ 530 w 928"/>
              <a:gd name="T37" fmla="*/ 1436 h 1512"/>
              <a:gd name="T38" fmla="*/ 522 w 928"/>
              <a:gd name="T39" fmla="*/ 1403 h 1512"/>
              <a:gd name="T40" fmla="*/ 560 w 928"/>
              <a:gd name="T41" fmla="*/ 1101 h 1512"/>
              <a:gd name="T42" fmla="*/ 687 w 928"/>
              <a:gd name="T43" fmla="*/ 1068 h 1512"/>
              <a:gd name="T44" fmla="*/ 763 w 928"/>
              <a:gd name="T45" fmla="*/ 1032 h 1512"/>
              <a:gd name="T46" fmla="*/ 835 w 928"/>
              <a:gd name="T47" fmla="*/ 982 h 1512"/>
              <a:gd name="T48" fmla="*/ 891 w 928"/>
              <a:gd name="T49" fmla="*/ 911 h 1512"/>
              <a:gd name="T50" fmla="*/ 925 w 928"/>
              <a:gd name="T51" fmla="*/ 816 h 1512"/>
              <a:gd name="T52" fmla="*/ 462 w 928"/>
              <a:gd name="T53" fmla="*/ 1047 h 1512"/>
              <a:gd name="T54" fmla="*/ 367 w 928"/>
              <a:gd name="T55" fmla="*/ 1041 h 1512"/>
              <a:gd name="T56" fmla="*/ 264 w 928"/>
              <a:gd name="T57" fmla="*/ 1016 h 1512"/>
              <a:gd name="T58" fmla="*/ 188 w 928"/>
              <a:gd name="T59" fmla="*/ 979 h 1512"/>
              <a:gd name="T60" fmla="*/ 133 w 928"/>
              <a:gd name="T61" fmla="*/ 934 h 1512"/>
              <a:gd name="T62" fmla="*/ 88 w 928"/>
              <a:gd name="T63" fmla="*/ 878 h 1512"/>
              <a:gd name="T64" fmla="*/ 60 w 928"/>
              <a:gd name="T65" fmla="*/ 810 h 1512"/>
              <a:gd name="T66" fmla="*/ 62 w 928"/>
              <a:gd name="T67" fmla="*/ 752 h 1512"/>
              <a:gd name="T68" fmla="*/ 155 w 928"/>
              <a:gd name="T69" fmla="*/ 167 h 1512"/>
              <a:gd name="T70" fmla="*/ 875 w 928"/>
              <a:gd name="T71" fmla="*/ 797 h 1512"/>
              <a:gd name="T72" fmla="*/ 819 w 928"/>
              <a:gd name="T73" fmla="*/ 888 h 1512"/>
              <a:gd name="T74" fmla="*/ 754 w 928"/>
              <a:gd name="T75" fmla="*/ 954 h 1512"/>
              <a:gd name="T76" fmla="*/ 686 w 928"/>
              <a:gd name="T77" fmla="*/ 999 h 1512"/>
              <a:gd name="T78" fmla="*/ 619 w 928"/>
              <a:gd name="T79" fmla="*/ 1026 h 1512"/>
              <a:gd name="T80" fmla="*/ 508 w 928"/>
              <a:gd name="T81" fmla="*/ 1047 h 1512"/>
              <a:gd name="T82" fmla="*/ 462 w 928"/>
              <a:gd name="T83" fmla="*/ 1047 h 1512"/>
              <a:gd name="T84" fmla="*/ 120 w 928"/>
              <a:gd name="T85" fmla="*/ 801 h 1512"/>
              <a:gd name="T86" fmla="*/ 145 w 928"/>
              <a:gd name="T87" fmla="*/ 846 h 1512"/>
              <a:gd name="T88" fmla="*/ 205 w 928"/>
              <a:gd name="T89" fmla="*/ 908 h 1512"/>
              <a:gd name="T90" fmla="*/ 293 w 928"/>
              <a:gd name="T91" fmla="*/ 960 h 1512"/>
              <a:gd name="T92" fmla="*/ 359 w 928"/>
              <a:gd name="T93" fmla="*/ 980 h 1512"/>
              <a:gd name="T94" fmla="*/ 438 w 928"/>
              <a:gd name="T95" fmla="*/ 990 h 1512"/>
              <a:gd name="T96" fmla="*/ 505 w 928"/>
              <a:gd name="T97" fmla="*/ 989 h 1512"/>
              <a:gd name="T98" fmla="*/ 587 w 928"/>
              <a:gd name="T99" fmla="*/ 973 h 1512"/>
              <a:gd name="T100" fmla="*/ 653 w 928"/>
              <a:gd name="T101" fmla="*/ 947 h 1512"/>
              <a:gd name="T102" fmla="*/ 749 w 928"/>
              <a:gd name="T103" fmla="*/ 881 h 1512"/>
              <a:gd name="T104" fmla="*/ 804 w 928"/>
              <a:gd name="T105" fmla="*/ 815 h 1512"/>
              <a:gd name="T106" fmla="*/ 804 w 928"/>
              <a:gd name="T107" fmla="*/ 770 h 1512"/>
              <a:gd name="T108" fmla="*/ 738 w 928"/>
              <a:gd name="T109" fmla="*/ 412 h 1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28" h="1512">
                <a:moveTo>
                  <a:pt x="928" y="760"/>
                </a:moveTo>
                <a:lnTo>
                  <a:pt x="809" y="0"/>
                </a:lnTo>
                <a:lnTo>
                  <a:pt x="122" y="0"/>
                </a:lnTo>
                <a:lnTo>
                  <a:pt x="0" y="760"/>
                </a:lnTo>
                <a:lnTo>
                  <a:pt x="0" y="760"/>
                </a:lnTo>
                <a:lnTo>
                  <a:pt x="0" y="775"/>
                </a:lnTo>
                <a:lnTo>
                  <a:pt x="1" y="791"/>
                </a:lnTo>
                <a:lnTo>
                  <a:pt x="2" y="814"/>
                </a:lnTo>
                <a:lnTo>
                  <a:pt x="7" y="840"/>
                </a:lnTo>
                <a:lnTo>
                  <a:pt x="14" y="869"/>
                </a:lnTo>
                <a:lnTo>
                  <a:pt x="20" y="885"/>
                </a:lnTo>
                <a:lnTo>
                  <a:pt x="26" y="900"/>
                </a:lnTo>
                <a:lnTo>
                  <a:pt x="33" y="917"/>
                </a:lnTo>
                <a:lnTo>
                  <a:pt x="41" y="932"/>
                </a:lnTo>
                <a:lnTo>
                  <a:pt x="51" y="949"/>
                </a:lnTo>
                <a:lnTo>
                  <a:pt x="61" y="964"/>
                </a:lnTo>
                <a:lnTo>
                  <a:pt x="74" y="980"/>
                </a:lnTo>
                <a:lnTo>
                  <a:pt x="88" y="996"/>
                </a:lnTo>
                <a:lnTo>
                  <a:pt x="104" y="1010"/>
                </a:lnTo>
                <a:lnTo>
                  <a:pt x="122" y="1025"/>
                </a:lnTo>
                <a:lnTo>
                  <a:pt x="140" y="1038"/>
                </a:lnTo>
                <a:lnTo>
                  <a:pt x="162" y="1051"/>
                </a:lnTo>
                <a:lnTo>
                  <a:pt x="184" y="1063"/>
                </a:lnTo>
                <a:lnTo>
                  <a:pt x="209" y="1073"/>
                </a:lnTo>
                <a:lnTo>
                  <a:pt x="237" y="1082"/>
                </a:lnTo>
                <a:lnTo>
                  <a:pt x="267" y="1090"/>
                </a:lnTo>
                <a:lnTo>
                  <a:pt x="299" y="1096"/>
                </a:lnTo>
                <a:lnTo>
                  <a:pt x="333" y="1101"/>
                </a:lnTo>
                <a:lnTo>
                  <a:pt x="369" y="1104"/>
                </a:lnTo>
                <a:lnTo>
                  <a:pt x="408" y="1104"/>
                </a:lnTo>
                <a:lnTo>
                  <a:pt x="407" y="1400"/>
                </a:lnTo>
                <a:lnTo>
                  <a:pt x="407" y="1400"/>
                </a:lnTo>
                <a:lnTo>
                  <a:pt x="405" y="1408"/>
                </a:lnTo>
                <a:lnTo>
                  <a:pt x="401" y="1416"/>
                </a:lnTo>
                <a:lnTo>
                  <a:pt x="397" y="1427"/>
                </a:lnTo>
                <a:lnTo>
                  <a:pt x="388" y="1436"/>
                </a:lnTo>
                <a:lnTo>
                  <a:pt x="385" y="1441"/>
                </a:lnTo>
                <a:lnTo>
                  <a:pt x="380" y="1446"/>
                </a:lnTo>
                <a:lnTo>
                  <a:pt x="374" y="1449"/>
                </a:lnTo>
                <a:lnTo>
                  <a:pt x="368" y="1452"/>
                </a:lnTo>
                <a:lnTo>
                  <a:pt x="361" y="1453"/>
                </a:lnTo>
                <a:lnTo>
                  <a:pt x="354" y="1454"/>
                </a:lnTo>
                <a:lnTo>
                  <a:pt x="173" y="1454"/>
                </a:lnTo>
                <a:lnTo>
                  <a:pt x="173" y="1454"/>
                </a:lnTo>
                <a:lnTo>
                  <a:pt x="165" y="1456"/>
                </a:lnTo>
                <a:lnTo>
                  <a:pt x="157" y="1460"/>
                </a:lnTo>
                <a:lnTo>
                  <a:pt x="146" y="1465"/>
                </a:lnTo>
                <a:lnTo>
                  <a:pt x="137" y="1473"/>
                </a:lnTo>
                <a:lnTo>
                  <a:pt x="132" y="1478"/>
                </a:lnTo>
                <a:lnTo>
                  <a:pt x="129" y="1482"/>
                </a:lnTo>
                <a:lnTo>
                  <a:pt x="125" y="1489"/>
                </a:lnTo>
                <a:lnTo>
                  <a:pt x="122" y="1495"/>
                </a:lnTo>
                <a:lnTo>
                  <a:pt x="120" y="1504"/>
                </a:lnTo>
                <a:lnTo>
                  <a:pt x="119" y="1512"/>
                </a:lnTo>
                <a:lnTo>
                  <a:pt x="815" y="1512"/>
                </a:lnTo>
                <a:lnTo>
                  <a:pt x="815" y="1512"/>
                </a:lnTo>
                <a:lnTo>
                  <a:pt x="814" y="1502"/>
                </a:lnTo>
                <a:lnTo>
                  <a:pt x="811" y="1493"/>
                </a:lnTo>
                <a:lnTo>
                  <a:pt x="808" y="1482"/>
                </a:lnTo>
                <a:lnTo>
                  <a:pt x="804" y="1478"/>
                </a:lnTo>
                <a:lnTo>
                  <a:pt x="801" y="1472"/>
                </a:lnTo>
                <a:lnTo>
                  <a:pt x="796" y="1467"/>
                </a:lnTo>
                <a:lnTo>
                  <a:pt x="790" y="1462"/>
                </a:lnTo>
                <a:lnTo>
                  <a:pt x="784" y="1459"/>
                </a:lnTo>
                <a:lnTo>
                  <a:pt x="776" y="1456"/>
                </a:lnTo>
                <a:lnTo>
                  <a:pt x="766" y="1454"/>
                </a:lnTo>
                <a:lnTo>
                  <a:pt x="757" y="1454"/>
                </a:lnTo>
                <a:lnTo>
                  <a:pt x="576" y="1458"/>
                </a:lnTo>
                <a:lnTo>
                  <a:pt x="576" y="1458"/>
                </a:lnTo>
                <a:lnTo>
                  <a:pt x="568" y="1458"/>
                </a:lnTo>
                <a:lnTo>
                  <a:pt x="558" y="1455"/>
                </a:lnTo>
                <a:lnTo>
                  <a:pt x="549" y="1452"/>
                </a:lnTo>
                <a:lnTo>
                  <a:pt x="544" y="1449"/>
                </a:lnTo>
                <a:lnTo>
                  <a:pt x="538" y="1446"/>
                </a:lnTo>
                <a:lnTo>
                  <a:pt x="535" y="1441"/>
                </a:lnTo>
                <a:lnTo>
                  <a:pt x="530" y="1436"/>
                </a:lnTo>
                <a:lnTo>
                  <a:pt x="527" y="1429"/>
                </a:lnTo>
                <a:lnTo>
                  <a:pt x="524" y="1422"/>
                </a:lnTo>
                <a:lnTo>
                  <a:pt x="522" y="1413"/>
                </a:lnTo>
                <a:lnTo>
                  <a:pt x="522" y="1403"/>
                </a:lnTo>
                <a:lnTo>
                  <a:pt x="522" y="1104"/>
                </a:lnTo>
                <a:lnTo>
                  <a:pt x="522" y="1104"/>
                </a:lnTo>
                <a:lnTo>
                  <a:pt x="540" y="1103"/>
                </a:lnTo>
                <a:lnTo>
                  <a:pt x="560" y="1101"/>
                </a:lnTo>
                <a:lnTo>
                  <a:pt x="586" y="1096"/>
                </a:lnTo>
                <a:lnTo>
                  <a:pt x="616" y="1089"/>
                </a:lnTo>
                <a:lnTo>
                  <a:pt x="651" y="1080"/>
                </a:lnTo>
                <a:lnTo>
                  <a:pt x="687" y="1068"/>
                </a:lnTo>
                <a:lnTo>
                  <a:pt x="706" y="1061"/>
                </a:lnTo>
                <a:lnTo>
                  <a:pt x="725" y="1052"/>
                </a:lnTo>
                <a:lnTo>
                  <a:pt x="744" y="1043"/>
                </a:lnTo>
                <a:lnTo>
                  <a:pt x="763" y="1032"/>
                </a:lnTo>
                <a:lnTo>
                  <a:pt x="782" y="1022"/>
                </a:lnTo>
                <a:lnTo>
                  <a:pt x="799" y="1010"/>
                </a:lnTo>
                <a:lnTo>
                  <a:pt x="817" y="996"/>
                </a:lnTo>
                <a:lnTo>
                  <a:pt x="835" y="982"/>
                </a:lnTo>
                <a:lnTo>
                  <a:pt x="850" y="965"/>
                </a:lnTo>
                <a:lnTo>
                  <a:pt x="865" y="949"/>
                </a:lnTo>
                <a:lnTo>
                  <a:pt x="878" y="930"/>
                </a:lnTo>
                <a:lnTo>
                  <a:pt x="891" y="911"/>
                </a:lnTo>
                <a:lnTo>
                  <a:pt x="902" y="889"/>
                </a:lnTo>
                <a:lnTo>
                  <a:pt x="912" y="866"/>
                </a:lnTo>
                <a:lnTo>
                  <a:pt x="919" y="842"/>
                </a:lnTo>
                <a:lnTo>
                  <a:pt x="925" y="816"/>
                </a:lnTo>
                <a:lnTo>
                  <a:pt x="927" y="789"/>
                </a:lnTo>
                <a:lnTo>
                  <a:pt x="928" y="760"/>
                </a:lnTo>
                <a:lnTo>
                  <a:pt x="928" y="760"/>
                </a:lnTo>
                <a:close/>
                <a:moveTo>
                  <a:pt x="462" y="1047"/>
                </a:moveTo>
                <a:lnTo>
                  <a:pt x="462" y="1047"/>
                </a:lnTo>
                <a:lnTo>
                  <a:pt x="427" y="1045"/>
                </a:lnTo>
                <a:lnTo>
                  <a:pt x="397" y="1044"/>
                </a:lnTo>
                <a:lnTo>
                  <a:pt x="367" y="1041"/>
                </a:lnTo>
                <a:lnTo>
                  <a:pt x="339" y="1036"/>
                </a:lnTo>
                <a:lnTo>
                  <a:pt x="313" y="1030"/>
                </a:lnTo>
                <a:lnTo>
                  <a:pt x="288" y="1024"/>
                </a:lnTo>
                <a:lnTo>
                  <a:pt x="264" y="1016"/>
                </a:lnTo>
                <a:lnTo>
                  <a:pt x="243" y="1008"/>
                </a:lnTo>
                <a:lnTo>
                  <a:pt x="223" y="999"/>
                </a:lnTo>
                <a:lnTo>
                  <a:pt x="205" y="989"/>
                </a:lnTo>
                <a:lnTo>
                  <a:pt x="188" y="979"/>
                </a:lnTo>
                <a:lnTo>
                  <a:pt x="172" y="969"/>
                </a:lnTo>
                <a:lnTo>
                  <a:pt x="158" y="957"/>
                </a:lnTo>
                <a:lnTo>
                  <a:pt x="145" y="946"/>
                </a:lnTo>
                <a:lnTo>
                  <a:pt x="133" y="934"/>
                </a:lnTo>
                <a:lnTo>
                  <a:pt x="122" y="923"/>
                </a:lnTo>
                <a:lnTo>
                  <a:pt x="112" y="912"/>
                </a:lnTo>
                <a:lnTo>
                  <a:pt x="104" y="900"/>
                </a:lnTo>
                <a:lnTo>
                  <a:pt x="88" y="878"/>
                </a:lnTo>
                <a:lnTo>
                  <a:pt x="78" y="856"/>
                </a:lnTo>
                <a:lnTo>
                  <a:pt x="70" y="837"/>
                </a:lnTo>
                <a:lnTo>
                  <a:pt x="64" y="822"/>
                </a:lnTo>
                <a:lnTo>
                  <a:pt x="60" y="810"/>
                </a:lnTo>
                <a:lnTo>
                  <a:pt x="58" y="800"/>
                </a:lnTo>
                <a:lnTo>
                  <a:pt x="58" y="800"/>
                </a:lnTo>
                <a:lnTo>
                  <a:pt x="59" y="782"/>
                </a:lnTo>
                <a:lnTo>
                  <a:pt x="62" y="752"/>
                </a:lnTo>
                <a:lnTo>
                  <a:pt x="75" y="662"/>
                </a:lnTo>
                <a:lnTo>
                  <a:pt x="94" y="542"/>
                </a:lnTo>
                <a:lnTo>
                  <a:pt x="116" y="409"/>
                </a:lnTo>
                <a:lnTo>
                  <a:pt x="155" y="167"/>
                </a:lnTo>
                <a:lnTo>
                  <a:pt x="172" y="58"/>
                </a:lnTo>
                <a:lnTo>
                  <a:pt x="754" y="58"/>
                </a:lnTo>
                <a:lnTo>
                  <a:pt x="875" y="797"/>
                </a:lnTo>
                <a:lnTo>
                  <a:pt x="875" y="797"/>
                </a:lnTo>
                <a:lnTo>
                  <a:pt x="863" y="823"/>
                </a:lnTo>
                <a:lnTo>
                  <a:pt x="849" y="847"/>
                </a:lnTo>
                <a:lnTo>
                  <a:pt x="835" y="868"/>
                </a:lnTo>
                <a:lnTo>
                  <a:pt x="819" y="888"/>
                </a:lnTo>
                <a:lnTo>
                  <a:pt x="804" y="907"/>
                </a:lnTo>
                <a:lnTo>
                  <a:pt x="788" y="925"/>
                </a:lnTo>
                <a:lnTo>
                  <a:pt x="771" y="940"/>
                </a:lnTo>
                <a:lnTo>
                  <a:pt x="754" y="954"/>
                </a:lnTo>
                <a:lnTo>
                  <a:pt x="738" y="967"/>
                </a:lnTo>
                <a:lnTo>
                  <a:pt x="720" y="979"/>
                </a:lnTo>
                <a:lnTo>
                  <a:pt x="704" y="990"/>
                </a:lnTo>
                <a:lnTo>
                  <a:pt x="686" y="999"/>
                </a:lnTo>
                <a:lnTo>
                  <a:pt x="669" y="1008"/>
                </a:lnTo>
                <a:lnTo>
                  <a:pt x="652" y="1015"/>
                </a:lnTo>
                <a:lnTo>
                  <a:pt x="635" y="1022"/>
                </a:lnTo>
                <a:lnTo>
                  <a:pt x="619" y="1026"/>
                </a:lnTo>
                <a:lnTo>
                  <a:pt x="587" y="1036"/>
                </a:lnTo>
                <a:lnTo>
                  <a:pt x="557" y="1042"/>
                </a:lnTo>
                <a:lnTo>
                  <a:pt x="531" y="1045"/>
                </a:lnTo>
                <a:lnTo>
                  <a:pt x="508" y="1047"/>
                </a:lnTo>
                <a:lnTo>
                  <a:pt x="489" y="1048"/>
                </a:lnTo>
                <a:lnTo>
                  <a:pt x="473" y="1048"/>
                </a:lnTo>
                <a:lnTo>
                  <a:pt x="462" y="1047"/>
                </a:lnTo>
                <a:lnTo>
                  <a:pt x="462" y="1047"/>
                </a:lnTo>
                <a:close/>
                <a:moveTo>
                  <a:pt x="725" y="349"/>
                </a:moveTo>
                <a:lnTo>
                  <a:pt x="201" y="347"/>
                </a:lnTo>
                <a:lnTo>
                  <a:pt x="120" y="801"/>
                </a:lnTo>
                <a:lnTo>
                  <a:pt x="120" y="801"/>
                </a:lnTo>
                <a:lnTo>
                  <a:pt x="123" y="809"/>
                </a:lnTo>
                <a:lnTo>
                  <a:pt x="129" y="820"/>
                </a:lnTo>
                <a:lnTo>
                  <a:pt x="136" y="832"/>
                </a:lnTo>
                <a:lnTo>
                  <a:pt x="145" y="846"/>
                </a:lnTo>
                <a:lnTo>
                  <a:pt x="156" y="861"/>
                </a:lnTo>
                <a:lnTo>
                  <a:pt x="170" y="876"/>
                </a:lnTo>
                <a:lnTo>
                  <a:pt x="186" y="893"/>
                </a:lnTo>
                <a:lnTo>
                  <a:pt x="205" y="908"/>
                </a:lnTo>
                <a:lnTo>
                  <a:pt x="227" y="925"/>
                </a:lnTo>
                <a:lnTo>
                  <a:pt x="251" y="940"/>
                </a:lnTo>
                <a:lnTo>
                  <a:pt x="279" y="953"/>
                </a:lnTo>
                <a:lnTo>
                  <a:pt x="293" y="960"/>
                </a:lnTo>
                <a:lnTo>
                  <a:pt x="308" y="966"/>
                </a:lnTo>
                <a:lnTo>
                  <a:pt x="325" y="971"/>
                </a:lnTo>
                <a:lnTo>
                  <a:pt x="341" y="976"/>
                </a:lnTo>
                <a:lnTo>
                  <a:pt x="359" y="980"/>
                </a:lnTo>
                <a:lnTo>
                  <a:pt x="378" y="984"/>
                </a:lnTo>
                <a:lnTo>
                  <a:pt x="397" y="986"/>
                </a:lnTo>
                <a:lnTo>
                  <a:pt x="417" y="989"/>
                </a:lnTo>
                <a:lnTo>
                  <a:pt x="438" y="990"/>
                </a:lnTo>
                <a:lnTo>
                  <a:pt x="460" y="990"/>
                </a:lnTo>
                <a:lnTo>
                  <a:pt x="460" y="990"/>
                </a:lnTo>
                <a:lnTo>
                  <a:pt x="483" y="990"/>
                </a:lnTo>
                <a:lnTo>
                  <a:pt x="505" y="989"/>
                </a:lnTo>
                <a:lnTo>
                  <a:pt x="528" y="986"/>
                </a:lnTo>
                <a:lnTo>
                  <a:pt x="548" y="983"/>
                </a:lnTo>
                <a:lnTo>
                  <a:pt x="568" y="978"/>
                </a:lnTo>
                <a:lnTo>
                  <a:pt x="587" y="973"/>
                </a:lnTo>
                <a:lnTo>
                  <a:pt x="604" y="967"/>
                </a:lnTo>
                <a:lnTo>
                  <a:pt x="622" y="962"/>
                </a:lnTo>
                <a:lnTo>
                  <a:pt x="638" y="954"/>
                </a:lnTo>
                <a:lnTo>
                  <a:pt x="653" y="947"/>
                </a:lnTo>
                <a:lnTo>
                  <a:pt x="682" y="932"/>
                </a:lnTo>
                <a:lnTo>
                  <a:pt x="707" y="915"/>
                </a:lnTo>
                <a:lnTo>
                  <a:pt x="730" y="899"/>
                </a:lnTo>
                <a:lnTo>
                  <a:pt x="749" y="881"/>
                </a:lnTo>
                <a:lnTo>
                  <a:pt x="765" y="865"/>
                </a:lnTo>
                <a:lnTo>
                  <a:pt x="779" y="849"/>
                </a:lnTo>
                <a:lnTo>
                  <a:pt x="790" y="835"/>
                </a:lnTo>
                <a:lnTo>
                  <a:pt x="804" y="815"/>
                </a:lnTo>
                <a:lnTo>
                  <a:pt x="809" y="807"/>
                </a:lnTo>
                <a:lnTo>
                  <a:pt x="809" y="807"/>
                </a:lnTo>
                <a:lnTo>
                  <a:pt x="808" y="791"/>
                </a:lnTo>
                <a:lnTo>
                  <a:pt x="804" y="770"/>
                </a:lnTo>
                <a:lnTo>
                  <a:pt x="795" y="710"/>
                </a:lnTo>
                <a:lnTo>
                  <a:pt x="782" y="636"/>
                </a:lnTo>
                <a:lnTo>
                  <a:pt x="766" y="555"/>
                </a:lnTo>
                <a:lnTo>
                  <a:pt x="738" y="412"/>
                </a:lnTo>
                <a:lnTo>
                  <a:pt x="725" y="349"/>
                </a:lnTo>
                <a:lnTo>
                  <a:pt x="725" y="34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18"/>
          <p:cNvSpPr>
            <a:spLocks noChangeAspect="1" noEditPoints="1"/>
          </p:cNvSpPr>
          <p:nvPr/>
        </p:nvSpPr>
        <p:spPr bwMode="auto">
          <a:xfrm>
            <a:off x="1316596" y="2889000"/>
            <a:ext cx="617143" cy="1080000"/>
          </a:xfrm>
          <a:custGeom>
            <a:avLst/>
            <a:gdLst>
              <a:gd name="T0" fmla="*/ 0 w 863"/>
              <a:gd name="T1" fmla="*/ 543 h 1512"/>
              <a:gd name="T2" fmla="*/ 3 w 863"/>
              <a:gd name="T3" fmla="*/ 594 h 1512"/>
              <a:gd name="T4" fmla="*/ 24 w 863"/>
              <a:gd name="T5" fmla="*/ 675 h 1512"/>
              <a:gd name="T6" fmla="*/ 58 w 863"/>
              <a:gd name="T7" fmla="*/ 735 h 1512"/>
              <a:gd name="T8" fmla="*/ 112 w 863"/>
              <a:gd name="T9" fmla="*/ 790 h 1512"/>
              <a:gd name="T10" fmla="*/ 195 w 863"/>
              <a:gd name="T11" fmla="*/ 835 h 1512"/>
              <a:gd name="T12" fmla="*/ 310 w 863"/>
              <a:gd name="T13" fmla="*/ 861 h 1512"/>
              <a:gd name="T14" fmla="*/ 379 w 863"/>
              <a:gd name="T15" fmla="*/ 1409 h 1512"/>
              <a:gd name="T16" fmla="*/ 363 w 863"/>
              <a:gd name="T17" fmla="*/ 1443 h 1512"/>
              <a:gd name="T18" fmla="*/ 344 w 863"/>
              <a:gd name="T19" fmla="*/ 1458 h 1512"/>
              <a:gd name="T20" fmla="*/ 216 w 863"/>
              <a:gd name="T21" fmla="*/ 1460 h 1512"/>
              <a:gd name="T22" fmla="*/ 182 w 863"/>
              <a:gd name="T23" fmla="*/ 1476 h 1512"/>
              <a:gd name="T24" fmla="*/ 168 w 863"/>
              <a:gd name="T25" fmla="*/ 1496 h 1512"/>
              <a:gd name="T26" fmla="*/ 705 w 863"/>
              <a:gd name="T27" fmla="*/ 1512 h 1512"/>
              <a:gd name="T28" fmla="*/ 696 w 863"/>
              <a:gd name="T29" fmla="*/ 1481 h 1512"/>
              <a:gd name="T30" fmla="*/ 676 w 863"/>
              <a:gd name="T31" fmla="*/ 1465 h 1512"/>
              <a:gd name="T32" fmla="*/ 536 w 863"/>
              <a:gd name="T33" fmla="*/ 1463 h 1512"/>
              <a:gd name="T34" fmla="*/ 510 w 863"/>
              <a:gd name="T35" fmla="*/ 1458 h 1512"/>
              <a:gd name="T36" fmla="*/ 493 w 863"/>
              <a:gd name="T37" fmla="*/ 1443 h 1512"/>
              <a:gd name="T38" fmla="*/ 486 w 863"/>
              <a:gd name="T39" fmla="*/ 1413 h 1512"/>
              <a:gd name="T40" fmla="*/ 520 w 863"/>
              <a:gd name="T41" fmla="*/ 861 h 1512"/>
              <a:gd name="T42" fmla="*/ 639 w 863"/>
              <a:gd name="T43" fmla="*/ 830 h 1512"/>
              <a:gd name="T44" fmla="*/ 710 w 863"/>
              <a:gd name="T45" fmla="*/ 799 h 1512"/>
              <a:gd name="T46" fmla="*/ 776 w 863"/>
              <a:gd name="T47" fmla="*/ 750 h 1512"/>
              <a:gd name="T48" fmla="*/ 829 w 863"/>
              <a:gd name="T49" fmla="*/ 684 h 1512"/>
              <a:gd name="T50" fmla="*/ 859 w 863"/>
              <a:gd name="T51" fmla="*/ 597 h 1512"/>
              <a:gd name="T52" fmla="*/ 429 w 863"/>
              <a:gd name="T53" fmla="*/ 810 h 1512"/>
              <a:gd name="T54" fmla="*/ 342 w 863"/>
              <a:gd name="T55" fmla="*/ 806 h 1512"/>
              <a:gd name="T56" fmla="*/ 247 w 863"/>
              <a:gd name="T57" fmla="*/ 782 h 1512"/>
              <a:gd name="T58" fmla="*/ 175 w 863"/>
              <a:gd name="T59" fmla="*/ 748 h 1512"/>
              <a:gd name="T60" fmla="*/ 123 w 863"/>
              <a:gd name="T61" fmla="*/ 706 h 1512"/>
              <a:gd name="T62" fmla="*/ 82 w 863"/>
              <a:gd name="T63" fmla="*/ 653 h 1512"/>
              <a:gd name="T64" fmla="*/ 55 w 863"/>
              <a:gd name="T65" fmla="*/ 591 h 1512"/>
              <a:gd name="T66" fmla="*/ 58 w 863"/>
              <a:gd name="T67" fmla="*/ 545 h 1512"/>
              <a:gd name="T68" fmla="*/ 144 w 863"/>
              <a:gd name="T69" fmla="*/ 130 h 1512"/>
              <a:gd name="T70" fmla="*/ 813 w 863"/>
              <a:gd name="T71" fmla="*/ 579 h 1512"/>
              <a:gd name="T72" fmla="*/ 761 w 863"/>
              <a:gd name="T73" fmla="*/ 664 h 1512"/>
              <a:gd name="T74" fmla="*/ 701 w 863"/>
              <a:gd name="T75" fmla="*/ 725 h 1512"/>
              <a:gd name="T76" fmla="*/ 637 w 863"/>
              <a:gd name="T77" fmla="*/ 767 h 1512"/>
              <a:gd name="T78" fmla="*/ 546 w 863"/>
              <a:gd name="T79" fmla="*/ 801 h 1512"/>
              <a:gd name="T80" fmla="*/ 454 w 863"/>
              <a:gd name="T81" fmla="*/ 812 h 1512"/>
              <a:gd name="T82" fmla="*/ 701 w 863"/>
              <a:gd name="T83" fmla="*/ 379 h 1512"/>
              <a:gd name="T84" fmla="*/ 162 w 863"/>
              <a:gd name="T85" fmla="*/ 377 h 1512"/>
              <a:gd name="T86" fmla="*/ 114 w 863"/>
              <a:gd name="T87" fmla="*/ 566 h 1512"/>
              <a:gd name="T88" fmla="*/ 116 w 863"/>
              <a:gd name="T89" fmla="*/ 600 h 1512"/>
              <a:gd name="T90" fmla="*/ 156 w 863"/>
              <a:gd name="T91" fmla="*/ 652 h 1512"/>
              <a:gd name="T92" fmla="*/ 233 w 863"/>
              <a:gd name="T93" fmla="*/ 710 h 1512"/>
              <a:gd name="T94" fmla="*/ 334 w 863"/>
              <a:gd name="T95" fmla="*/ 748 h 1512"/>
              <a:gd name="T96" fmla="*/ 408 w 863"/>
              <a:gd name="T97" fmla="*/ 756 h 1512"/>
              <a:gd name="T98" fmla="*/ 470 w 863"/>
              <a:gd name="T99" fmla="*/ 755 h 1512"/>
              <a:gd name="T100" fmla="*/ 546 w 863"/>
              <a:gd name="T101" fmla="*/ 742 h 1512"/>
              <a:gd name="T102" fmla="*/ 610 w 863"/>
              <a:gd name="T103" fmla="*/ 718 h 1512"/>
              <a:gd name="T104" fmla="*/ 699 w 863"/>
              <a:gd name="T105" fmla="*/ 657 h 1512"/>
              <a:gd name="T106" fmla="*/ 752 w 863"/>
              <a:gd name="T107" fmla="*/ 595 h 1512"/>
              <a:gd name="T108" fmla="*/ 748 w 863"/>
              <a:gd name="T109" fmla="*/ 545 h 1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63" h="1512">
                <a:moveTo>
                  <a:pt x="863" y="543"/>
                </a:moveTo>
                <a:lnTo>
                  <a:pt x="756" y="0"/>
                </a:lnTo>
                <a:lnTo>
                  <a:pt x="110" y="0"/>
                </a:lnTo>
                <a:lnTo>
                  <a:pt x="0" y="543"/>
                </a:lnTo>
                <a:lnTo>
                  <a:pt x="0" y="543"/>
                </a:lnTo>
                <a:lnTo>
                  <a:pt x="0" y="558"/>
                </a:lnTo>
                <a:lnTo>
                  <a:pt x="1" y="574"/>
                </a:lnTo>
                <a:lnTo>
                  <a:pt x="3" y="594"/>
                </a:lnTo>
                <a:lnTo>
                  <a:pt x="7" y="619"/>
                </a:lnTo>
                <a:lnTo>
                  <a:pt x="14" y="645"/>
                </a:lnTo>
                <a:lnTo>
                  <a:pt x="19" y="660"/>
                </a:lnTo>
                <a:lnTo>
                  <a:pt x="24" y="675"/>
                </a:lnTo>
                <a:lnTo>
                  <a:pt x="31" y="690"/>
                </a:lnTo>
                <a:lnTo>
                  <a:pt x="38" y="704"/>
                </a:lnTo>
                <a:lnTo>
                  <a:pt x="47" y="719"/>
                </a:lnTo>
                <a:lnTo>
                  <a:pt x="58" y="735"/>
                </a:lnTo>
                <a:lnTo>
                  <a:pt x="69" y="749"/>
                </a:lnTo>
                <a:lnTo>
                  <a:pt x="82" y="763"/>
                </a:lnTo>
                <a:lnTo>
                  <a:pt x="97" y="777"/>
                </a:lnTo>
                <a:lnTo>
                  <a:pt x="112" y="790"/>
                </a:lnTo>
                <a:lnTo>
                  <a:pt x="130" y="803"/>
                </a:lnTo>
                <a:lnTo>
                  <a:pt x="150" y="815"/>
                </a:lnTo>
                <a:lnTo>
                  <a:pt x="171" y="826"/>
                </a:lnTo>
                <a:lnTo>
                  <a:pt x="195" y="835"/>
                </a:lnTo>
                <a:lnTo>
                  <a:pt x="220" y="843"/>
                </a:lnTo>
                <a:lnTo>
                  <a:pt x="248" y="852"/>
                </a:lnTo>
                <a:lnTo>
                  <a:pt x="278" y="858"/>
                </a:lnTo>
                <a:lnTo>
                  <a:pt x="310" y="861"/>
                </a:lnTo>
                <a:lnTo>
                  <a:pt x="344" y="863"/>
                </a:lnTo>
                <a:lnTo>
                  <a:pt x="380" y="865"/>
                </a:lnTo>
                <a:lnTo>
                  <a:pt x="379" y="1409"/>
                </a:lnTo>
                <a:lnTo>
                  <a:pt x="379" y="1409"/>
                </a:lnTo>
                <a:lnTo>
                  <a:pt x="377" y="1416"/>
                </a:lnTo>
                <a:lnTo>
                  <a:pt x="373" y="1424"/>
                </a:lnTo>
                <a:lnTo>
                  <a:pt x="369" y="1434"/>
                </a:lnTo>
                <a:lnTo>
                  <a:pt x="363" y="1443"/>
                </a:lnTo>
                <a:lnTo>
                  <a:pt x="359" y="1448"/>
                </a:lnTo>
                <a:lnTo>
                  <a:pt x="355" y="1452"/>
                </a:lnTo>
                <a:lnTo>
                  <a:pt x="350" y="1455"/>
                </a:lnTo>
                <a:lnTo>
                  <a:pt x="344" y="1458"/>
                </a:lnTo>
                <a:lnTo>
                  <a:pt x="338" y="1459"/>
                </a:lnTo>
                <a:lnTo>
                  <a:pt x="332" y="1460"/>
                </a:lnTo>
                <a:lnTo>
                  <a:pt x="216" y="1460"/>
                </a:lnTo>
                <a:lnTo>
                  <a:pt x="216" y="1460"/>
                </a:lnTo>
                <a:lnTo>
                  <a:pt x="209" y="1461"/>
                </a:lnTo>
                <a:lnTo>
                  <a:pt x="201" y="1465"/>
                </a:lnTo>
                <a:lnTo>
                  <a:pt x="192" y="1469"/>
                </a:lnTo>
                <a:lnTo>
                  <a:pt x="182" y="1476"/>
                </a:lnTo>
                <a:lnTo>
                  <a:pt x="177" y="1480"/>
                </a:lnTo>
                <a:lnTo>
                  <a:pt x="174" y="1485"/>
                </a:lnTo>
                <a:lnTo>
                  <a:pt x="170" y="1491"/>
                </a:lnTo>
                <a:lnTo>
                  <a:pt x="168" y="1496"/>
                </a:lnTo>
                <a:lnTo>
                  <a:pt x="167" y="1504"/>
                </a:lnTo>
                <a:lnTo>
                  <a:pt x="166" y="1512"/>
                </a:lnTo>
                <a:lnTo>
                  <a:pt x="705" y="1512"/>
                </a:lnTo>
                <a:lnTo>
                  <a:pt x="705" y="1512"/>
                </a:lnTo>
                <a:lnTo>
                  <a:pt x="704" y="1504"/>
                </a:lnTo>
                <a:lnTo>
                  <a:pt x="702" y="1495"/>
                </a:lnTo>
                <a:lnTo>
                  <a:pt x="698" y="1486"/>
                </a:lnTo>
                <a:lnTo>
                  <a:pt x="696" y="1481"/>
                </a:lnTo>
                <a:lnTo>
                  <a:pt x="691" y="1476"/>
                </a:lnTo>
                <a:lnTo>
                  <a:pt x="688" y="1472"/>
                </a:lnTo>
                <a:lnTo>
                  <a:pt x="682" y="1468"/>
                </a:lnTo>
                <a:lnTo>
                  <a:pt x="676" y="1465"/>
                </a:lnTo>
                <a:lnTo>
                  <a:pt x="669" y="1462"/>
                </a:lnTo>
                <a:lnTo>
                  <a:pt x="660" y="1460"/>
                </a:lnTo>
                <a:lnTo>
                  <a:pt x="651" y="1460"/>
                </a:lnTo>
                <a:lnTo>
                  <a:pt x="536" y="1463"/>
                </a:lnTo>
                <a:lnTo>
                  <a:pt x="536" y="1463"/>
                </a:lnTo>
                <a:lnTo>
                  <a:pt x="528" y="1462"/>
                </a:lnTo>
                <a:lnTo>
                  <a:pt x="520" y="1461"/>
                </a:lnTo>
                <a:lnTo>
                  <a:pt x="510" y="1458"/>
                </a:lnTo>
                <a:lnTo>
                  <a:pt x="506" y="1455"/>
                </a:lnTo>
                <a:lnTo>
                  <a:pt x="501" y="1452"/>
                </a:lnTo>
                <a:lnTo>
                  <a:pt x="497" y="1448"/>
                </a:lnTo>
                <a:lnTo>
                  <a:pt x="493" y="1443"/>
                </a:lnTo>
                <a:lnTo>
                  <a:pt x="490" y="1437"/>
                </a:lnTo>
                <a:lnTo>
                  <a:pt x="488" y="1430"/>
                </a:lnTo>
                <a:lnTo>
                  <a:pt x="486" y="1422"/>
                </a:lnTo>
                <a:lnTo>
                  <a:pt x="486" y="1413"/>
                </a:lnTo>
                <a:lnTo>
                  <a:pt x="486" y="865"/>
                </a:lnTo>
                <a:lnTo>
                  <a:pt x="486" y="865"/>
                </a:lnTo>
                <a:lnTo>
                  <a:pt x="501" y="863"/>
                </a:lnTo>
                <a:lnTo>
                  <a:pt x="520" y="861"/>
                </a:lnTo>
                <a:lnTo>
                  <a:pt x="545" y="856"/>
                </a:lnTo>
                <a:lnTo>
                  <a:pt x="573" y="850"/>
                </a:lnTo>
                <a:lnTo>
                  <a:pt x="605" y="842"/>
                </a:lnTo>
                <a:lnTo>
                  <a:pt x="639" y="830"/>
                </a:lnTo>
                <a:lnTo>
                  <a:pt x="657" y="823"/>
                </a:lnTo>
                <a:lnTo>
                  <a:pt x="675" y="816"/>
                </a:lnTo>
                <a:lnTo>
                  <a:pt x="692" y="808"/>
                </a:lnTo>
                <a:lnTo>
                  <a:pt x="710" y="799"/>
                </a:lnTo>
                <a:lnTo>
                  <a:pt x="726" y="788"/>
                </a:lnTo>
                <a:lnTo>
                  <a:pt x="744" y="776"/>
                </a:lnTo>
                <a:lnTo>
                  <a:pt x="761" y="764"/>
                </a:lnTo>
                <a:lnTo>
                  <a:pt x="776" y="750"/>
                </a:lnTo>
                <a:lnTo>
                  <a:pt x="790" y="736"/>
                </a:lnTo>
                <a:lnTo>
                  <a:pt x="804" y="719"/>
                </a:lnTo>
                <a:lnTo>
                  <a:pt x="817" y="703"/>
                </a:lnTo>
                <a:lnTo>
                  <a:pt x="829" y="684"/>
                </a:lnTo>
                <a:lnTo>
                  <a:pt x="839" y="664"/>
                </a:lnTo>
                <a:lnTo>
                  <a:pt x="847" y="643"/>
                </a:lnTo>
                <a:lnTo>
                  <a:pt x="854" y="620"/>
                </a:lnTo>
                <a:lnTo>
                  <a:pt x="859" y="597"/>
                </a:lnTo>
                <a:lnTo>
                  <a:pt x="862" y="571"/>
                </a:lnTo>
                <a:lnTo>
                  <a:pt x="863" y="543"/>
                </a:lnTo>
                <a:lnTo>
                  <a:pt x="863" y="543"/>
                </a:lnTo>
                <a:close/>
                <a:moveTo>
                  <a:pt x="429" y="810"/>
                </a:moveTo>
                <a:lnTo>
                  <a:pt x="429" y="810"/>
                </a:lnTo>
                <a:lnTo>
                  <a:pt x="398" y="810"/>
                </a:lnTo>
                <a:lnTo>
                  <a:pt x="369" y="808"/>
                </a:lnTo>
                <a:lnTo>
                  <a:pt x="342" y="806"/>
                </a:lnTo>
                <a:lnTo>
                  <a:pt x="316" y="801"/>
                </a:lnTo>
                <a:lnTo>
                  <a:pt x="291" y="796"/>
                </a:lnTo>
                <a:lnTo>
                  <a:pt x="268" y="789"/>
                </a:lnTo>
                <a:lnTo>
                  <a:pt x="247" y="782"/>
                </a:lnTo>
                <a:lnTo>
                  <a:pt x="227" y="775"/>
                </a:lnTo>
                <a:lnTo>
                  <a:pt x="208" y="767"/>
                </a:lnTo>
                <a:lnTo>
                  <a:pt x="190" y="757"/>
                </a:lnTo>
                <a:lnTo>
                  <a:pt x="175" y="748"/>
                </a:lnTo>
                <a:lnTo>
                  <a:pt x="161" y="738"/>
                </a:lnTo>
                <a:lnTo>
                  <a:pt x="147" y="728"/>
                </a:lnTo>
                <a:lnTo>
                  <a:pt x="135" y="717"/>
                </a:lnTo>
                <a:lnTo>
                  <a:pt x="123" y="706"/>
                </a:lnTo>
                <a:lnTo>
                  <a:pt x="114" y="696"/>
                </a:lnTo>
                <a:lnTo>
                  <a:pt x="104" y="685"/>
                </a:lnTo>
                <a:lnTo>
                  <a:pt x="96" y="675"/>
                </a:lnTo>
                <a:lnTo>
                  <a:pt x="82" y="653"/>
                </a:lnTo>
                <a:lnTo>
                  <a:pt x="71" y="634"/>
                </a:lnTo>
                <a:lnTo>
                  <a:pt x="64" y="617"/>
                </a:lnTo>
                <a:lnTo>
                  <a:pt x="58" y="602"/>
                </a:lnTo>
                <a:lnTo>
                  <a:pt x="55" y="591"/>
                </a:lnTo>
                <a:lnTo>
                  <a:pt x="53" y="581"/>
                </a:lnTo>
                <a:lnTo>
                  <a:pt x="53" y="581"/>
                </a:lnTo>
                <a:lnTo>
                  <a:pt x="55" y="567"/>
                </a:lnTo>
                <a:lnTo>
                  <a:pt x="58" y="545"/>
                </a:lnTo>
                <a:lnTo>
                  <a:pt x="70" y="478"/>
                </a:lnTo>
                <a:lnTo>
                  <a:pt x="88" y="392"/>
                </a:lnTo>
                <a:lnTo>
                  <a:pt x="107" y="299"/>
                </a:lnTo>
                <a:lnTo>
                  <a:pt x="144" y="130"/>
                </a:lnTo>
                <a:lnTo>
                  <a:pt x="161" y="55"/>
                </a:lnTo>
                <a:lnTo>
                  <a:pt x="702" y="55"/>
                </a:lnTo>
                <a:lnTo>
                  <a:pt x="813" y="579"/>
                </a:lnTo>
                <a:lnTo>
                  <a:pt x="813" y="579"/>
                </a:lnTo>
                <a:lnTo>
                  <a:pt x="801" y="602"/>
                </a:lnTo>
                <a:lnTo>
                  <a:pt x="788" y="625"/>
                </a:lnTo>
                <a:lnTo>
                  <a:pt x="775" y="645"/>
                </a:lnTo>
                <a:lnTo>
                  <a:pt x="761" y="664"/>
                </a:lnTo>
                <a:lnTo>
                  <a:pt x="747" y="682"/>
                </a:lnTo>
                <a:lnTo>
                  <a:pt x="731" y="697"/>
                </a:lnTo>
                <a:lnTo>
                  <a:pt x="716" y="712"/>
                </a:lnTo>
                <a:lnTo>
                  <a:pt x="701" y="725"/>
                </a:lnTo>
                <a:lnTo>
                  <a:pt x="685" y="737"/>
                </a:lnTo>
                <a:lnTo>
                  <a:pt x="669" y="748"/>
                </a:lnTo>
                <a:lnTo>
                  <a:pt x="653" y="758"/>
                </a:lnTo>
                <a:lnTo>
                  <a:pt x="637" y="767"/>
                </a:lnTo>
                <a:lnTo>
                  <a:pt x="621" y="775"/>
                </a:lnTo>
                <a:lnTo>
                  <a:pt x="605" y="782"/>
                </a:lnTo>
                <a:lnTo>
                  <a:pt x="574" y="793"/>
                </a:lnTo>
                <a:lnTo>
                  <a:pt x="546" y="801"/>
                </a:lnTo>
                <a:lnTo>
                  <a:pt x="517" y="806"/>
                </a:lnTo>
                <a:lnTo>
                  <a:pt x="494" y="809"/>
                </a:lnTo>
                <a:lnTo>
                  <a:pt x="471" y="812"/>
                </a:lnTo>
                <a:lnTo>
                  <a:pt x="454" y="812"/>
                </a:lnTo>
                <a:lnTo>
                  <a:pt x="441" y="812"/>
                </a:lnTo>
                <a:lnTo>
                  <a:pt x="429" y="810"/>
                </a:lnTo>
                <a:lnTo>
                  <a:pt x="429" y="810"/>
                </a:lnTo>
                <a:close/>
                <a:moveTo>
                  <a:pt x="701" y="379"/>
                </a:moveTo>
                <a:lnTo>
                  <a:pt x="701" y="379"/>
                </a:lnTo>
                <a:lnTo>
                  <a:pt x="293" y="378"/>
                </a:lnTo>
                <a:lnTo>
                  <a:pt x="162" y="377"/>
                </a:lnTo>
                <a:lnTo>
                  <a:pt x="162" y="377"/>
                </a:lnTo>
                <a:lnTo>
                  <a:pt x="154" y="416"/>
                </a:lnTo>
                <a:lnTo>
                  <a:pt x="146" y="454"/>
                </a:lnTo>
                <a:lnTo>
                  <a:pt x="128" y="519"/>
                </a:lnTo>
                <a:lnTo>
                  <a:pt x="114" y="566"/>
                </a:lnTo>
                <a:lnTo>
                  <a:pt x="109" y="582"/>
                </a:lnTo>
                <a:lnTo>
                  <a:pt x="109" y="582"/>
                </a:lnTo>
                <a:lnTo>
                  <a:pt x="111" y="591"/>
                </a:lnTo>
                <a:lnTo>
                  <a:pt x="116" y="600"/>
                </a:lnTo>
                <a:lnTo>
                  <a:pt x="123" y="611"/>
                </a:lnTo>
                <a:lnTo>
                  <a:pt x="133" y="624"/>
                </a:lnTo>
                <a:lnTo>
                  <a:pt x="143" y="638"/>
                </a:lnTo>
                <a:lnTo>
                  <a:pt x="156" y="652"/>
                </a:lnTo>
                <a:lnTo>
                  <a:pt x="171" y="667"/>
                </a:lnTo>
                <a:lnTo>
                  <a:pt x="189" y="682"/>
                </a:lnTo>
                <a:lnTo>
                  <a:pt x="210" y="697"/>
                </a:lnTo>
                <a:lnTo>
                  <a:pt x="233" y="710"/>
                </a:lnTo>
                <a:lnTo>
                  <a:pt x="259" y="723"/>
                </a:lnTo>
                <a:lnTo>
                  <a:pt x="287" y="735"/>
                </a:lnTo>
                <a:lnTo>
                  <a:pt x="318" y="743"/>
                </a:lnTo>
                <a:lnTo>
                  <a:pt x="334" y="748"/>
                </a:lnTo>
                <a:lnTo>
                  <a:pt x="351" y="750"/>
                </a:lnTo>
                <a:lnTo>
                  <a:pt x="370" y="754"/>
                </a:lnTo>
                <a:lnTo>
                  <a:pt x="389" y="755"/>
                </a:lnTo>
                <a:lnTo>
                  <a:pt x="408" y="756"/>
                </a:lnTo>
                <a:lnTo>
                  <a:pt x="428" y="757"/>
                </a:lnTo>
                <a:lnTo>
                  <a:pt x="428" y="757"/>
                </a:lnTo>
                <a:lnTo>
                  <a:pt x="450" y="756"/>
                </a:lnTo>
                <a:lnTo>
                  <a:pt x="470" y="755"/>
                </a:lnTo>
                <a:lnTo>
                  <a:pt x="490" y="752"/>
                </a:lnTo>
                <a:lnTo>
                  <a:pt x="510" y="750"/>
                </a:lnTo>
                <a:lnTo>
                  <a:pt x="528" y="745"/>
                </a:lnTo>
                <a:lnTo>
                  <a:pt x="546" y="742"/>
                </a:lnTo>
                <a:lnTo>
                  <a:pt x="562" y="736"/>
                </a:lnTo>
                <a:lnTo>
                  <a:pt x="579" y="730"/>
                </a:lnTo>
                <a:lnTo>
                  <a:pt x="594" y="724"/>
                </a:lnTo>
                <a:lnTo>
                  <a:pt x="610" y="718"/>
                </a:lnTo>
                <a:lnTo>
                  <a:pt x="636" y="703"/>
                </a:lnTo>
                <a:lnTo>
                  <a:pt x="660" y="689"/>
                </a:lnTo>
                <a:lnTo>
                  <a:pt x="682" y="672"/>
                </a:lnTo>
                <a:lnTo>
                  <a:pt x="699" y="657"/>
                </a:lnTo>
                <a:lnTo>
                  <a:pt x="716" y="641"/>
                </a:lnTo>
                <a:lnTo>
                  <a:pt x="729" y="627"/>
                </a:lnTo>
                <a:lnTo>
                  <a:pt x="739" y="614"/>
                </a:lnTo>
                <a:lnTo>
                  <a:pt x="752" y="595"/>
                </a:lnTo>
                <a:lnTo>
                  <a:pt x="757" y="588"/>
                </a:lnTo>
                <a:lnTo>
                  <a:pt x="757" y="588"/>
                </a:lnTo>
                <a:lnTo>
                  <a:pt x="755" y="572"/>
                </a:lnTo>
                <a:lnTo>
                  <a:pt x="748" y="545"/>
                </a:lnTo>
                <a:lnTo>
                  <a:pt x="729" y="474"/>
                </a:lnTo>
                <a:lnTo>
                  <a:pt x="701" y="379"/>
                </a:lnTo>
                <a:lnTo>
                  <a:pt x="701" y="37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19"/>
          <p:cNvSpPr>
            <a:spLocks noChangeAspect="1" noEditPoints="1"/>
          </p:cNvSpPr>
          <p:nvPr/>
        </p:nvSpPr>
        <p:spPr bwMode="auto">
          <a:xfrm>
            <a:off x="2756876" y="3078035"/>
            <a:ext cx="1080000" cy="675001"/>
          </a:xfrm>
          <a:custGeom>
            <a:avLst/>
            <a:gdLst>
              <a:gd name="T0" fmla="*/ 83 w 1512"/>
              <a:gd name="T1" fmla="*/ 102 h 944"/>
              <a:gd name="T2" fmla="*/ 35 w 1512"/>
              <a:gd name="T3" fmla="*/ 142 h 944"/>
              <a:gd name="T4" fmla="*/ 5 w 1512"/>
              <a:gd name="T5" fmla="*/ 211 h 944"/>
              <a:gd name="T6" fmla="*/ 0 w 1512"/>
              <a:gd name="T7" fmla="*/ 276 h 944"/>
              <a:gd name="T8" fmla="*/ 16 w 1512"/>
              <a:gd name="T9" fmla="*/ 344 h 944"/>
              <a:gd name="T10" fmla="*/ 48 w 1512"/>
              <a:gd name="T11" fmla="*/ 396 h 944"/>
              <a:gd name="T12" fmla="*/ 94 w 1512"/>
              <a:gd name="T13" fmla="*/ 423 h 944"/>
              <a:gd name="T14" fmla="*/ 97 w 1512"/>
              <a:gd name="T15" fmla="*/ 646 h 944"/>
              <a:gd name="T16" fmla="*/ 101 w 1512"/>
              <a:gd name="T17" fmla="*/ 888 h 944"/>
              <a:gd name="T18" fmla="*/ 126 w 1512"/>
              <a:gd name="T19" fmla="*/ 896 h 944"/>
              <a:gd name="T20" fmla="*/ 142 w 1512"/>
              <a:gd name="T21" fmla="*/ 874 h 944"/>
              <a:gd name="T22" fmla="*/ 142 w 1512"/>
              <a:gd name="T23" fmla="*/ 442 h 944"/>
              <a:gd name="T24" fmla="*/ 173 w 1512"/>
              <a:gd name="T25" fmla="*/ 408 h 944"/>
              <a:gd name="T26" fmla="*/ 211 w 1512"/>
              <a:gd name="T27" fmla="*/ 365 h 944"/>
              <a:gd name="T28" fmla="*/ 233 w 1512"/>
              <a:gd name="T29" fmla="*/ 303 h 944"/>
              <a:gd name="T30" fmla="*/ 235 w 1512"/>
              <a:gd name="T31" fmla="*/ 244 h 944"/>
              <a:gd name="T32" fmla="*/ 217 w 1512"/>
              <a:gd name="T33" fmla="*/ 167 h 944"/>
              <a:gd name="T34" fmla="*/ 175 w 1512"/>
              <a:gd name="T35" fmla="*/ 114 h 944"/>
              <a:gd name="T36" fmla="*/ 119 w 1512"/>
              <a:gd name="T37" fmla="*/ 94 h 944"/>
              <a:gd name="T38" fmla="*/ 1374 w 1512"/>
              <a:gd name="T39" fmla="*/ 238 h 944"/>
              <a:gd name="T40" fmla="*/ 1276 w 1512"/>
              <a:gd name="T41" fmla="*/ 251 h 944"/>
              <a:gd name="T42" fmla="*/ 1290 w 1512"/>
              <a:gd name="T43" fmla="*/ 309 h 944"/>
              <a:gd name="T44" fmla="*/ 1324 w 1512"/>
              <a:gd name="T45" fmla="*/ 330 h 944"/>
              <a:gd name="T46" fmla="*/ 1374 w 1512"/>
              <a:gd name="T47" fmla="*/ 884 h 944"/>
              <a:gd name="T48" fmla="*/ 1390 w 1512"/>
              <a:gd name="T49" fmla="*/ 898 h 944"/>
              <a:gd name="T50" fmla="*/ 1408 w 1512"/>
              <a:gd name="T51" fmla="*/ 894 h 944"/>
              <a:gd name="T52" fmla="*/ 1418 w 1512"/>
              <a:gd name="T53" fmla="*/ 875 h 944"/>
              <a:gd name="T54" fmla="*/ 1473 w 1512"/>
              <a:gd name="T55" fmla="*/ 330 h 944"/>
              <a:gd name="T56" fmla="*/ 1498 w 1512"/>
              <a:gd name="T57" fmla="*/ 310 h 944"/>
              <a:gd name="T58" fmla="*/ 1512 w 1512"/>
              <a:gd name="T59" fmla="*/ 253 h 944"/>
              <a:gd name="T60" fmla="*/ 756 w 1512"/>
              <a:gd name="T61" fmla="*/ 0 h 944"/>
              <a:gd name="T62" fmla="*/ 638 w 1512"/>
              <a:gd name="T63" fmla="*/ 16 h 944"/>
              <a:gd name="T64" fmla="*/ 532 w 1512"/>
              <a:gd name="T65" fmla="*/ 57 h 944"/>
              <a:gd name="T66" fmla="*/ 440 w 1512"/>
              <a:gd name="T67" fmla="*/ 123 h 944"/>
              <a:gd name="T68" fmla="*/ 365 w 1512"/>
              <a:gd name="T69" fmla="*/ 208 h 944"/>
              <a:gd name="T70" fmla="*/ 313 w 1512"/>
              <a:gd name="T71" fmla="*/ 310 h 944"/>
              <a:gd name="T72" fmla="*/ 287 w 1512"/>
              <a:gd name="T73" fmla="*/ 423 h 944"/>
              <a:gd name="T74" fmla="*/ 287 w 1512"/>
              <a:gd name="T75" fmla="*/ 520 h 944"/>
              <a:gd name="T76" fmla="*/ 313 w 1512"/>
              <a:gd name="T77" fmla="*/ 633 h 944"/>
              <a:gd name="T78" fmla="*/ 365 w 1512"/>
              <a:gd name="T79" fmla="*/ 735 h 944"/>
              <a:gd name="T80" fmla="*/ 440 w 1512"/>
              <a:gd name="T81" fmla="*/ 821 h 944"/>
              <a:gd name="T82" fmla="*/ 532 w 1512"/>
              <a:gd name="T83" fmla="*/ 887 h 944"/>
              <a:gd name="T84" fmla="*/ 638 w 1512"/>
              <a:gd name="T85" fmla="*/ 929 h 944"/>
              <a:gd name="T86" fmla="*/ 756 w 1512"/>
              <a:gd name="T87" fmla="*/ 944 h 944"/>
              <a:gd name="T88" fmla="*/ 852 w 1512"/>
              <a:gd name="T89" fmla="*/ 935 h 944"/>
              <a:gd name="T90" fmla="*/ 961 w 1512"/>
              <a:gd name="T91" fmla="*/ 898 h 944"/>
              <a:gd name="T92" fmla="*/ 1056 w 1512"/>
              <a:gd name="T93" fmla="*/ 835 h 944"/>
              <a:gd name="T94" fmla="*/ 1134 w 1512"/>
              <a:gd name="T95" fmla="*/ 754 h 944"/>
              <a:gd name="T96" fmla="*/ 1191 w 1512"/>
              <a:gd name="T97" fmla="*/ 655 h 944"/>
              <a:gd name="T98" fmla="*/ 1223 w 1512"/>
              <a:gd name="T99" fmla="*/ 544 h 944"/>
              <a:gd name="T100" fmla="*/ 1227 w 1512"/>
              <a:gd name="T101" fmla="*/ 447 h 944"/>
              <a:gd name="T102" fmla="*/ 1206 w 1512"/>
              <a:gd name="T103" fmla="*/ 331 h 944"/>
              <a:gd name="T104" fmla="*/ 1159 w 1512"/>
              <a:gd name="T105" fmla="*/ 227 h 944"/>
              <a:gd name="T106" fmla="*/ 1089 w 1512"/>
              <a:gd name="T107" fmla="*/ 139 h 944"/>
              <a:gd name="T108" fmla="*/ 1001 w 1512"/>
              <a:gd name="T109" fmla="*/ 69 h 944"/>
              <a:gd name="T110" fmla="*/ 897 w 1512"/>
              <a:gd name="T111" fmla="*/ 22 h 944"/>
              <a:gd name="T112" fmla="*/ 781 w 1512"/>
              <a:gd name="T113" fmla="*/ 2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12" h="944">
                <a:moveTo>
                  <a:pt x="119" y="94"/>
                </a:moveTo>
                <a:lnTo>
                  <a:pt x="119" y="94"/>
                </a:lnTo>
                <a:lnTo>
                  <a:pt x="107" y="95"/>
                </a:lnTo>
                <a:lnTo>
                  <a:pt x="95" y="97"/>
                </a:lnTo>
                <a:lnTo>
                  <a:pt x="83" y="102"/>
                </a:lnTo>
                <a:lnTo>
                  <a:pt x="73" y="107"/>
                </a:lnTo>
                <a:lnTo>
                  <a:pt x="62" y="114"/>
                </a:lnTo>
                <a:lnTo>
                  <a:pt x="52" y="122"/>
                </a:lnTo>
                <a:lnTo>
                  <a:pt x="43" y="131"/>
                </a:lnTo>
                <a:lnTo>
                  <a:pt x="35" y="142"/>
                </a:lnTo>
                <a:lnTo>
                  <a:pt x="28" y="154"/>
                </a:lnTo>
                <a:lnTo>
                  <a:pt x="21" y="167"/>
                </a:lnTo>
                <a:lnTo>
                  <a:pt x="15" y="181"/>
                </a:lnTo>
                <a:lnTo>
                  <a:pt x="10" y="195"/>
                </a:lnTo>
                <a:lnTo>
                  <a:pt x="5" y="211"/>
                </a:lnTo>
                <a:lnTo>
                  <a:pt x="3" y="227"/>
                </a:lnTo>
                <a:lnTo>
                  <a:pt x="2" y="244"/>
                </a:lnTo>
                <a:lnTo>
                  <a:pt x="0" y="260"/>
                </a:lnTo>
                <a:lnTo>
                  <a:pt x="0" y="260"/>
                </a:lnTo>
                <a:lnTo>
                  <a:pt x="0" y="276"/>
                </a:lnTo>
                <a:lnTo>
                  <a:pt x="2" y="290"/>
                </a:lnTo>
                <a:lnTo>
                  <a:pt x="4" y="304"/>
                </a:lnTo>
                <a:lnTo>
                  <a:pt x="8" y="318"/>
                </a:lnTo>
                <a:lnTo>
                  <a:pt x="11" y="331"/>
                </a:lnTo>
                <a:lnTo>
                  <a:pt x="16" y="344"/>
                </a:lnTo>
                <a:lnTo>
                  <a:pt x="21" y="356"/>
                </a:lnTo>
                <a:lnTo>
                  <a:pt x="26" y="366"/>
                </a:lnTo>
                <a:lnTo>
                  <a:pt x="32" y="377"/>
                </a:lnTo>
                <a:lnTo>
                  <a:pt x="39" y="387"/>
                </a:lnTo>
                <a:lnTo>
                  <a:pt x="48" y="396"/>
                </a:lnTo>
                <a:lnTo>
                  <a:pt x="56" y="403"/>
                </a:lnTo>
                <a:lnTo>
                  <a:pt x="64" y="410"/>
                </a:lnTo>
                <a:lnTo>
                  <a:pt x="74" y="416"/>
                </a:lnTo>
                <a:lnTo>
                  <a:pt x="83" y="420"/>
                </a:lnTo>
                <a:lnTo>
                  <a:pt x="94" y="423"/>
                </a:lnTo>
                <a:lnTo>
                  <a:pt x="94" y="423"/>
                </a:lnTo>
                <a:lnTo>
                  <a:pt x="95" y="429"/>
                </a:lnTo>
                <a:lnTo>
                  <a:pt x="96" y="443"/>
                </a:lnTo>
                <a:lnTo>
                  <a:pt x="97" y="494"/>
                </a:lnTo>
                <a:lnTo>
                  <a:pt x="97" y="646"/>
                </a:lnTo>
                <a:lnTo>
                  <a:pt x="95" y="870"/>
                </a:lnTo>
                <a:lnTo>
                  <a:pt x="95" y="870"/>
                </a:lnTo>
                <a:lnTo>
                  <a:pt x="95" y="873"/>
                </a:lnTo>
                <a:lnTo>
                  <a:pt x="98" y="883"/>
                </a:lnTo>
                <a:lnTo>
                  <a:pt x="101" y="888"/>
                </a:lnTo>
                <a:lnTo>
                  <a:pt x="104" y="892"/>
                </a:lnTo>
                <a:lnTo>
                  <a:pt x="110" y="896"/>
                </a:lnTo>
                <a:lnTo>
                  <a:pt x="117" y="897"/>
                </a:lnTo>
                <a:lnTo>
                  <a:pt x="117" y="897"/>
                </a:lnTo>
                <a:lnTo>
                  <a:pt x="126" y="896"/>
                </a:lnTo>
                <a:lnTo>
                  <a:pt x="133" y="892"/>
                </a:lnTo>
                <a:lnTo>
                  <a:pt x="137" y="888"/>
                </a:lnTo>
                <a:lnTo>
                  <a:pt x="140" y="884"/>
                </a:lnTo>
                <a:lnTo>
                  <a:pt x="142" y="879"/>
                </a:lnTo>
                <a:lnTo>
                  <a:pt x="142" y="874"/>
                </a:lnTo>
                <a:lnTo>
                  <a:pt x="143" y="871"/>
                </a:lnTo>
                <a:lnTo>
                  <a:pt x="143" y="871"/>
                </a:lnTo>
                <a:lnTo>
                  <a:pt x="142" y="648"/>
                </a:lnTo>
                <a:lnTo>
                  <a:pt x="142" y="493"/>
                </a:lnTo>
                <a:lnTo>
                  <a:pt x="142" y="442"/>
                </a:lnTo>
                <a:lnTo>
                  <a:pt x="143" y="422"/>
                </a:lnTo>
                <a:lnTo>
                  <a:pt x="143" y="422"/>
                </a:lnTo>
                <a:lnTo>
                  <a:pt x="154" y="418"/>
                </a:lnTo>
                <a:lnTo>
                  <a:pt x="163" y="414"/>
                </a:lnTo>
                <a:lnTo>
                  <a:pt x="173" y="408"/>
                </a:lnTo>
                <a:lnTo>
                  <a:pt x="181" y="402"/>
                </a:lnTo>
                <a:lnTo>
                  <a:pt x="189" y="394"/>
                </a:lnTo>
                <a:lnTo>
                  <a:pt x="196" y="385"/>
                </a:lnTo>
                <a:lnTo>
                  <a:pt x="204" y="376"/>
                </a:lnTo>
                <a:lnTo>
                  <a:pt x="211" y="365"/>
                </a:lnTo>
                <a:lnTo>
                  <a:pt x="217" y="353"/>
                </a:lnTo>
                <a:lnTo>
                  <a:pt x="221" y="342"/>
                </a:lnTo>
                <a:lnTo>
                  <a:pt x="226" y="330"/>
                </a:lnTo>
                <a:lnTo>
                  <a:pt x="230" y="317"/>
                </a:lnTo>
                <a:lnTo>
                  <a:pt x="233" y="303"/>
                </a:lnTo>
                <a:lnTo>
                  <a:pt x="234" y="290"/>
                </a:lnTo>
                <a:lnTo>
                  <a:pt x="237" y="274"/>
                </a:lnTo>
                <a:lnTo>
                  <a:pt x="237" y="260"/>
                </a:lnTo>
                <a:lnTo>
                  <a:pt x="237" y="260"/>
                </a:lnTo>
                <a:lnTo>
                  <a:pt x="235" y="244"/>
                </a:lnTo>
                <a:lnTo>
                  <a:pt x="234" y="227"/>
                </a:lnTo>
                <a:lnTo>
                  <a:pt x="232" y="211"/>
                </a:lnTo>
                <a:lnTo>
                  <a:pt x="227" y="195"/>
                </a:lnTo>
                <a:lnTo>
                  <a:pt x="222" y="181"/>
                </a:lnTo>
                <a:lnTo>
                  <a:pt x="217" y="167"/>
                </a:lnTo>
                <a:lnTo>
                  <a:pt x="209" y="154"/>
                </a:lnTo>
                <a:lnTo>
                  <a:pt x="202" y="142"/>
                </a:lnTo>
                <a:lnTo>
                  <a:pt x="194" y="131"/>
                </a:lnTo>
                <a:lnTo>
                  <a:pt x="185" y="122"/>
                </a:lnTo>
                <a:lnTo>
                  <a:pt x="175" y="114"/>
                </a:lnTo>
                <a:lnTo>
                  <a:pt x="165" y="107"/>
                </a:lnTo>
                <a:lnTo>
                  <a:pt x="154" y="102"/>
                </a:lnTo>
                <a:lnTo>
                  <a:pt x="142" y="97"/>
                </a:lnTo>
                <a:lnTo>
                  <a:pt x="130" y="95"/>
                </a:lnTo>
                <a:lnTo>
                  <a:pt x="119" y="94"/>
                </a:lnTo>
                <a:lnTo>
                  <a:pt x="119" y="94"/>
                </a:lnTo>
                <a:close/>
                <a:moveTo>
                  <a:pt x="1477" y="238"/>
                </a:moveTo>
                <a:lnTo>
                  <a:pt x="1418" y="238"/>
                </a:lnTo>
                <a:lnTo>
                  <a:pt x="1394" y="94"/>
                </a:lnTo>
                <a:lnTo>
                  <a:pt x="1374" y="238"/>
                </a:lnTo>
                <a:lnTo>
                  <a:pt x="1324" y="238"/>
                </a:lnTo>
                <a:lnTo>
                  <a:pt x="1277" y="96"/>
                </a:lnTo>
                <a:lnTo>
                  <a:pt x="1276" y="235"/>
                </a:lnTo>
                <a:lnTo>
                  <a:pt x="1276" y="235"/>
                </a:lnTo>
                <a:lnTo>
                  <a:pt x="1276" y="251"/>
                </a:lnTo>
                <a:lnTo>
                  <a:pt x="1277" y="266"/>
                </a:lnTo>
                <a:lnTo>
                  <a:pt x="1281" y="283"/>
                </a:lnTo>
                <a:lnTo>
                  <a:pt x="1283" y="292"/>
                </a:lnTo>
                <a:lnTo>
                  <a:pt x="1285" y="300"/>
                </a:lnTo>
                <a:lnTo>
                  <a:pt x="1290" y="309"/>
                </a:lnTo>
                <a:lnTo>
                  <a:pt x="1295" y="316"/>
                </a:lnTo>
                <a:lnTo>
                  <a:pt x="1301" y="322"/>
                </a:lnTo>
                <a:lnTo>
                  <a:pt x="1308" y="326"/>
                </a:lnTo>
                <a:lnTo>
                  <a:pt x="1315" y="329"/>
                </a:lnTo>
                <a:lnTo>
                  <a:pt x="1324" y="330"/>
                </a:lnTo>
                <a:lnTo>
                  <a:pt x="1371" y="330"/>
                </a:lnTo>
                <a:lnTo>
                  <a:pt x="1371" y="875"/>
                </a:lnTo>
                <a:lnTo>
                  <a:pt x="1371" y="875"/>
                </a:lnTo>
                <a:lnTo>
                  <a:pt x="1373" y="880"/>
                </a:lnTo>
                <a:lnTo>
                  <a:pt x="1374" y="884"/>
                </a:lnTo>
                <a:lnTo>
                  <a:pt x="1376" y="888"/>
                </a:lnTo>
                <a:lnTo>
                  <a:pt x="1379" y="892"/>
                </a:lnTo>
                <a:lnTo>
                  <a:pt x="1382" y="894"/>
                </a:lnTo>
                <a:lnTo>
                  <a:pt x="1386" y="897"/>
                </a:lnTo>
                <a:lnTo>
                  <a:pt x="1390" y="898"/>
                </a:lnTo>
                <a:lnTo>
                  <a:pt x="1395" y="899"/>
                </a:lnTo>
                <a:lnTo>
                  <a:pt x="1395" y="899"/>
                </a:lnTo>
                <a:lnTo>
                  <a:pt x="1400" y="898"/>
                </a:lnTo>
                <a:lnTo>
                  <a:pt x="1405" y="897"/>
                </a:lnTo>
                <a:lnTo>
                  <a:pt x="1408" y="894"/>
                </a:lnTo>
                <a:lnTo>
                  <a:pt x="1412" y="892"/>
                </a:lnTo>
                <a:lnTo>
                  <a:pt x="1414" y="888"/>
                </a:lnTo>
                <a:lnTo>
                  <a:pt x="1416" y="884"/>
                </a:lnTo>
                <a:lnTo>
                  <a:pt x="1418" y="880"/>
                </a:lnTo>
                <a:lnTo>
                  <a:pt x="1418" y="875"/>
                </a:lnTo>
                <a:lnTo>
                  <a:pt x="1418" y="330"/>
                </a:lnTo>
                <a:lnTo>
                  <a:pt x="1466" y="330"/>
                </a:lnTo>
                <a:lnTo>
                  <a:pt x="1466" y="330"/>
                </a:lnTo>
                <a:lnTo>
                  <a:pt x="1468" y="330"/>
                </a:lnTo>
                <a:lnTo>
                  <a:pt x="1473" y="330"/>
                </a:lnTo>
                <a:lnTo>
                  <a:pt x="1481" y="326"/>
                </a:lnTo>
                <a:lnTo>
                  <a:pt x="1485" y="324"/>
                </a:lnTo>
                <a:lnTo>
                  <a:pt x="1490" y="320"/>
                </a:lnTo>
                <a:lnTo>
                  <a:pt x="1493" y="316"/>
                </a:lnTo>
                <a:lnTo>
                  <a:pt x="1498" y="310"/>
                </a:lnTo>
                <a:lnTo>
                  <a:pt x="1501" y="302"/>
                </a:lnTo>
                <a:lnTo>
                  <a:pt x="1505" y="293"/>
                </a:lnTo>
                <a:lnTo>
                  <a:pt x="1507" y="281"/>
                </a:lnTo>
                <a:lnTo>
                  <a:pt x="1510" y="268"/>
                </a:lnTo>
                <a:lnTo>
                  <a:pt x="1512" y="253"/>
                </a:lnTo>
                <a:lnTo>
                  <a:pt x="1512" y="235"/>
                </a:lnTo>
                <a:lnTo>
                  <a:pt x="1512" y="94"/>
                </a:lnTo>
                <a:lnTo>
                  <a:pt x="1477" y="238"/>
                </a:lnTo>
                <a:close/>
                <a:moveTo>
                  <a:pt x="756" y="0"/>
                </a:moveTo>
                <a:lnTo>
                  <a:pt x="756" y="0"/>
                </a:lnTo>
                <a:lnTo>
                  <a:pt x="733" y="2"/>
                </a:lnTo>
                <a:lnTo>
                  <a:pt x="708" y="3"/>
                </a:lnTo>
                <a:lnTo>
                  <a:pt x="684" y="6"/>
                </a:lnTo>
                <a:lnTo>
                  <a:pt x="662" y="10"/>
                </a:lnTo>
                <a:lnTo>
                  <a:pt x="638" y="16"/>
                </a:lnTo>
                <a:lnTo>
                  <a:pt x="617" y="22"/>
                </a:lnTo>
                <a:lnTo>
                  <a:pt x="594" y="29"/>
                </a:lnTo>
                <a:lnTo>
                  <a:pt x="573" y="37"/>
                </a:lnTo>
                <a:lnTo>
                  <a:pt x="552" y="46"/>
                </a:lnTo>
                <a:lnTo>
                  <a:pt x="532" y="57"/>
                </a:lnTo>
                <a:lnTo>
                  <a:pt x="512" y="69"/>
                </a:lnTo>
                <a:lnTo>
                  <a:pt x="493" y="81"/>
                </a:lnTo>
                <a:lnTo>
                  <a:pt x="474" y="94"/>
                </a:lnTo>
                <a:lnTo>
                  <a:pt x="456" y="108"/>
                </a:lnTo>
                <a:lnTo>
                  <a:pt x="440" y="123"/>
                </a:lnTo>
                <a:lnTo>
                  <a:pt x="423" y="139"/>
                </a:lnTo>
                <a:lnTo>
                  <a:pt x="408" y="155"/>
                </a:lnTo>
                <a:lnTo>
                  <a:pt x="393" y="172"/>
                </a:lnTo>
                <a:lnTo>
                  <a:pt x="378" y="189"/>
                </a:lnTo>
                <a:lnTo>
                  <a:pt x="365" y="208"/>
                </a:lnTo>
                <a:lnTo>
                  <a:pt x="354" y="227"/>
                </a:lnTo>
                <a:lnTo>
                  <a:pt x="342" y="247"/>
                </a:lnTo>
                <a:lnTo>
                  <a:pt x="332" y="267"/>
                </a:lnTo>
                <a:lnTo>
                  <a:pt x="323" y="289"/>
                </a:lnTo>
                <a:lnTo>
                  <a:pt x="313" y="310"/>
                </a:lnTo>
                <a:lnTo>
                  <a:pt x="306" y="331"/>
                </a:lnTo>
                <a:lnTo>
                  <a:pt x="300" y="353"/>
                </a:lnTo>
                <a:lnTo>
                  <a:pt x="295" y="377"/>
                </a:lnTo>
                <a:lnTo>
                  <a:pt x="291" y="400"/>
                </a:lnTo>
                <a:lnTo>
                  <a:pt x="287" y="423"/>
                </a:lnTo>
                <a:lnTo>
                  <a:pt x="286" y="447"/>
                </a:lnTo>
                <a:lnTo>
                  <a:pt x="285" y="472"/>
                </a:lnTo>
                <a:lnTo>
                  <a:pt x="285" y="472"/>
                </a:lnTo>
                <a:lnTo>
                  <a:pt x="286" y="495"/>
                </a:lnTo>
                <a:lnTo>
                  <a:pt x="287" y="520"/>
                </a:lnTo>
                <a:lnTo>
                  <a:pt x="291" y="544"/>
                </a:lnTo>
                <a:lnTo>
                  <a:pt x="295" y="566"/>
                </a:lnTo>
                <a:lnTo>
                  <a:pt x="300" y="590"/>
                </a:lnTo>
                <a:lnTo>
                  <a:pt x="306" y="612"/>
                </a:lnTo>
                <a:lnTo>
                  <a:pt x="313" y="633"/>
                </a:lnTo>
                <a:lnTo>
                  <a:pt x="323" y="655"/>
                </a:lnTo>
                <a:lnTo>
                  <a:pt x="332" y="676"/>
                </a:lnTo>
                <a:lnTo>
                  <a:pt x="342" y="696"/>
                </a:lnTo>
                <a:lnTo>
                  <a:pt x="354" y="716"/>
                </a:lnTo>
                <a:lnTo>
                  <a:pt x="365" y="735"/>
                </a:lnTo>
                <a:lnTo>
                  <a:pt x="378" y="754"/>
                </a:lnTo>
                <a:lnTo>
                  <a:pt x="393" y="772"/>
                </a:lnTo>
                <a:lnTo>
                  <a:pt x="408" y="789"/>
                </a:lnTo>
                <a:lnTo>
                  <a:pt x="423" y="806"/>
                </a:lnTo>
                <a:lnTo>
                  <a:pt x="440" y="821"/>
                </a:lnTo>
                <a:lnTo>
                  <a:pt x="456" y="835"/>
                </a:lnTo>
                <a:lnTo>
                  <a:pt x="474" y="849"/>
                </a:lnTo>
                <a:lnTo>
                  <a:pt x="493" y="864"/>
                </a:lnTo>
                <a:lnTo>
                  <a:pt x="512" y="875"/>
                </a:lnTo>
                <a:lnTo>
                  <a:pt x="532" y="887"/>
                </a:lnTo>
                <a:lnTo>
                  <a:pt x="552" y="898"/>
                </a:lnTo>
                <a:lnTo>
                  <a:pt x="573" y="907"/>
                </a:lnTo>
                <a:lnTo>
                  <a:pt x="594" y="916"/>
                </a:lnTo>
                <a:lnTo>
                  <a:pt x="617" y="923"/>
                </a:lnTo>
                <a:lnTo>
                  <a:pt x="638" y="929"/>
                </a:lnTo>
                <a:lnTo>
                  <a:pt x="662" y="935"/>
                </a:lnTo>
                <a:lnTo>
                  <a:pt x="684" y="938"/>
                </a:lnTo>
                <a:lnTo>
                  <a:pt x="708" y="942"/>
                </a:lnTo>
                <a:lnTo>
                  <a:pt x="733" y="944"/>
                </a:lnTo>
                <a:lnTo>
                  <a:pt x="756" y="944"/>
                </a:lnTo>
                <a:lnTo>
                  <a:pt x="756" y="944"/>
                </a:lnTo>
                <a:lnTo>
                  <a:pt x="781" y="944"/>
                </a:lnTo>
                <a:lnTo>
                  <a:pt x="805" y="942"/>
                </a:lnTo>
                <a:lnTo>
                  <a:pt x="828" y="938"/>
                </a:lnTo>
                <a:lnTo>
                  <a:pt x="852" y="935"/>
                </a:lnTo>
                <a:lnTo>
                  <a:pt x="874" y="929"/>
                </a:lnTo>
                <a:lnTo>
                  <a:pt x="897" y="923"/>
                </a:lnTo>
                <a:lnTo>
                  <a:pt x="918" y="916"/>
                </a:lnTo>
                <a:lnTo>
                  <a:pt x="939" y="907"/>
                </a:lnTo>
                <a:lnTo>
                  <a:pt x="961" y="898"/>
                </a:lnTo>
                <a:lnTo>
                  <a:pt x="981" y="887"/>
                </a:lnTo>
                <a:lnTo>
                  <a:pt x="1001" y="875"/>
                </a:lnTo>
                <a:lnTo>
                  <a:pt x="1020" y="864"/>
                </a:lnTo>
                <a:lnTo>
                  <a:pt x="1038" y="849"/>
                </a:lnTo>
                <a:lnTo>
                  <a:pt x="1056" y="835"/>
                </a:lnTo>
                <a:lnTo>
                  <a:pt x="1073" y="821"/>
                </a:lnTo>
                <a:lnTo>
                  <a:pt x="1089" y="806"/>
                </a:lnTo>
                <a:lnTo>
                  <a:pt x="1105" y="789"/>
                </a:lnTo>
                <a:lnTo>
                  <a:pt x="1120" y="772"/>
                </a:lnTo>
                <a:lnTo>
                  <a:pt x="1134" y="754"/>
                </a:lnTo>
                <a:lnTo>
                  <a:pt x="1147" y="735"/>
                </a:lnTo>
                <a:lnTo>
                  <a:pt x="1159" y="716"/>
                </a:lnTo>
                <a:lnTo>
                  <a:pt x="1171" y="696"/>
                </a:lnTo>
                <a:lnTo>
                  <a:pt x="1181" y="676"/>
                </a:lnTo>
                <a:lnTo>
                  <a:pt x="1191" y="655"/>
                </a:lnTo>
                <a:lnTo>
                  <a:pt x="1199" y="633"/>
                </a:lnTo>
                <a:lnTo>
                  <a:pt x="1206" y="612"/>
                </a:lnTo>
                <a:lnTo>
                  <a:pt x="1213" y="590"/>
                </a:lnTo>
                <a:lnTo>
                  <a:pt x="1218" y="566"/>
                </a:lnTo>
                <a:lnTo>
                  <a:pt x="1223" y="544"/>
                </a:lnTo>
                <a:lnTo>
                  <a:pt x="1225" y="520"/>
                </a:lnTo>
                <a:lnTo>
                  <a:pt x="1227" y="495"/>
                </a:lnTo>
                <a:lnTo>
                  <a:pt x="1227" y="472"/>
                </a:lnTo>
                <a:lnTo>
                  <a:pt x="1227" y="472"/>
                </a:lnTo>
                <a:lnTo>
                  <a:pt x="1227" y="447"/>
                </a:lnTo>
                <a:lnTo>
                  <a:pt x="1225" y="423"/>
                </a:lnTo>
                <a:lnTo>
                  <a:pt x="1223" y="400"/>
                </a:lnTo>
                <a:lnTo>
                  <a:pt x="1218" y="377"/>
                </a:lnTo>
                <a:lnTo>
                  <a:pt x="1213" y="353"/>
                </a:lnTo>
                <a:lnTo>
                  <a:pt x="1206" y="331"/>
                </a:lnTo>
                <a:lnTo>
                  <a:pt x="1199" y="310"/>
                </a:lnTo>
                <a:lnTo>
                  <a:pt x="1191" y="289"/>
                </a:lnTo>
                <a:lnTo>
                  <a:pt x="1181" y="267"/>
                </a:lnTo>
                <a:lnTo>
                  <a:pt x="1171" y="247"/>
                </a:lnTo>
                <a:lnTo>
                  <a:pt x="1159" y="227"/>
                </a:lnTo>
                <a:lnTo>
                  <a:pt x="1147" y="208"/>
                </a:lnTo>
                <a:lnTo>
                  <a:pt x="1134" y="189"/>
                </a:lnTo>
                <a:lnTo>
                  <a:pt x="1120" y="172"/>
                </a:lnTo>
                <a:lnTo>
                  <a:pt x="1105" y="155"/>
                </a:lnTo>
                <a:lnTo>
                  <a:pt x="1089" y="139"/>
                </a:lnTo>
                <a:lnTo>
                  <a:pt x="1073" y="123"/>
                </a:lnTo>
                <a:lnTo>
                  <a:pt x="1056" y="108"/>
                </a:lnTo>
                <a:lnTo>
                  <a:pt x="1038" y="94"/>
                </a:lnTo>
                <a:lnTo>
                  <a:pt x="1020" y="81"/>
                </a:lnTo>
                <a:lnTo>
                  <a:pt x="1001" y="69"/>
                </a:lnTo>
                <a:lnTo>
                  <a:pt x="981" y="57"/>
                </a:lnTo>
                <a:lnTo>
                  <a:pt x="961" y="46"/>
                </a:lnTo>
                <a:lnTo>
                  <a:pt x="939" y="37"/>
                </a:lnTo>
                <a:lnTo>
                  <a:pt x="918" y="29"/>
                </a:lnTo>
                <a:lnTo>
                  <a:pt x="897" y="22"/>
                </a:lnTo>
                <a:lnTo>
                  <a:pt x="874" y="16"/>
                </a:lnTo>
                <a:lnTo>
                  <a:pt x="852" y="10"/>
                </a:lnTo>
                <a:lnTo>
                  <a:pt x="828" y="6"/>
                </a:lnTo>
                <a:lnTo>
                  <a:pt x="805" y="3"/>
                </a:lnTo>
                <a:lnTo>
                  <a:pt x="781" y="2"/>
                </a:lnTo>
                <a:lnTo>
                  <a:pt x="756" y="0"/>
                </a:lnTo>
                <a:lnTo>
                  <a:pt x="756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5"/>
          <p:cNvSpPr>
            <a:spLocks noChangeAspect="1" noEditPoints="1"/>
          </p:cNvSpPr>
          <p:nvPr/>
        </p:nvSpPr>
        <p:spPr bwMode="auto">
          <a:xfrm>
            <a:off x="4644358" y="2891493"/>
            <a:ext cx="596674" cy="1080000"/>
          </a:xfrm>
          <a:custGeom>
            <a:avLst/>
            <a:gdLst>
              <a:gd name="T0" fmla="*/ 156 w 835"/>
              <a:gd name="T1" fmla="*/ 0 h 1514"/>
              <a:gd name="T2" fmla="*/ 110 w 835"/>
              <a:gd name="T3" fmla="*/ 7 h 1514"/>
              <a:gd name="T4" fmla="*/ 69 w 835"/>
              <a:gd name="T5" fmla="*/ 25 h 1514"/>
              <a:gd name="T6" fmla="*/ 35 w 835"/>
              <a:gd name="T7" fmla="*/ 54 h 1514"/>
              <a:gd name="T8" fmla="*/ 12 w 835"/>
              <a:gd name="T9" fmla="*/ 92 h 1514"/>
              <a:gd name="T10" fmla="*/ 0 w 835"/>
              <a:gd name="T11" fmla="*/ 136 h 1514"/>
              <a:gd name="T12" fmla="*/ 2 w 835"/>
              <a:gd name="T13" fmla="*/ 416 h 1514"/>
              <a:gd name="T14" fmla="*/ 8 w 835"/>
              <a:gd name="T15" fmla="*/ 453 h 1514"/>
              <a:gd name="T16" fmla="*/ 24 w 835"/>
              <a:gd name="T17" fmla="*/ 495 h 1514"/>
              <a:gd name="T18" fmla="*/ 54 w 835"/>
              <a:gd name="T19" fmla="*/ 538 h 1514"/>
              <a:gd name="T20" fmla="*/ 77 w 835"/>
              <a:gd name="T21" fmla="*/ 556 h 1514"/>
              <a:gd name="T22" fmla="*/ 106 w 835"/>
              <a:gd name="T23" fmla="*/ 568 h 1514"/>
              <a:gd name="T24" fmla="*/ 142 w 835"/>
              <a:gd name="T25" fmla="*/ 574 h 1514"/>
              <a:gd name="T26" fmla="*/ 261 w 835"/>
              <a:gd name="T27" fmla="*/ 783 h 1514"/>
              <a:gd name="T28" fmla="*/ 311 w 835"/>
              <a:gd name="T29" fmla="*/ 976 h 1514"/>
              <a:gd name="T30" fmla="*/ 313 w 835"/>
              <a:gd name="T31" fmla="*/ 1187 h 1514"/>
              <a:gd name="T32" fmla="*/ 264 w 835"/>
              <a:gd name="T33" fmla="*/ 1364 h 1514"/>
              <a:gd name="T34" fmla="*/ 294 w 835"/>
              <a:gd name="T35" fmla="*/ 1420 h 1514"/>
              <a:gd name="T36" fmla="*/ 328 w 835"/>
              <a:gd name="T37" fmla="*/ 1464 h 1514"/>
              <a:gd name="T38" fmla="*/ 367 w 835"/>
              <a:gd name="T39" fmla="*/ 1500 h 1514"/>
              <a:gd name="T40" fmla="*/ 396 w 835"/>
              <a:gd name="T41" fmla="*/ 1513 h 1514"/>
              <a:gd name="T42" fmla="*/ 569 w 835"/>
              <a:gd name="T43" fmla="*/ 1303 h 1514"/>
              <a:gd name="T44" fmla="*/ 669 w 835"/>
              <a:gd name="T45" fmla="*/ 576 h 1514"/>
              <a:gd name="T46" fmla="*/ 707 w 835"/>
              <a:gd name="T47" fmla="*/ 569 h 1514"/>
              <a:gd name="T48" fmla="*/ 751 w 835"/>
              <a:gd name="T49" fmla="*/ 552 h 1514"/>
              <a:gd name="T50" fmla="*/ 795 w 835"/>
              <a:gd name="T51" fmla="*/ 520 h 1514"/>
              <a:gd name="T52" fmla="*/ 812 w 835"/>
              <a:gd name="T53" fmla="*/ 497 h 1514"/>
              <a:gd name="T54" fmla="*/ 825 w 835"/>
              <a:gd name="T55" fmla="*/ 467 h 1514"/>
              <a:gd name="T56" fmla="*/ 831 w 835"/>
              <a:gd name="T57" fmla="*/ 430 h 1514"/>
              <a:gd name="T58" fmla="*/ 835 w 835"/>
              <a:gd name="T59" fmla="*/ 152 h 1514"/>
              <a:gd name="T60" fmla="*/ 828 w 835"/>
              <a:gd name="T61" fmla="*/ 106 h 1514"/>
              <a:gd name="T62" fmla="*/ 809 w 835"/>
              <a:gd name="T63" fmla="*/ 66 h 1514"/>
              <a:gd name="T64" fmla="*/ 778 w 835"/>
              <a:gd name="T65" fmla="*/ 34 h 1514"/>
              <a:gd name="T66" fmla="*/ 739 w 835"/>
              <a:gd name="T67" fmla="*/ 12 h 1514"/>
              <a:gd name="T68" fmla="*/ 694 w 835"/>
              <a:gd name="T69" fmla="*/ 1 h 1514"/>
              <a:gd name="T70" fmla="*/ 469 w 835"/>
              <a:gd name="T71" fmla="*/ 1259 h 1514"/>
              <a:gd name="T72" fmla="*/ 467 w 835"/>
              <a:gd name="T73" fmla="*/ 1269 h 1514"/>
              <a:gd name="T74" fmla="*/ 458 w 835"/>
              <a:gd name="T75" fmla="*/ 1281 h 1514"/>
              <a:gd name="T76" fmla="*/ 443 w 835"/>
              <a:gd name="T77" fmla="*/ 1285 h 1514"/>
              <a:gd name="T78" fmla="*/ 433 w 835"/>
              <a:gd name="T79" fmla="*/ 1283 h 1514"/>
              <a:gd name="T80" fmla="*/ 422 w 835"/>
              <a:gd name="T81" fmla="*/ 1274 h 1514"/>
              <a:gd name="T82" fmla="*/ 417 w 835"/>
              <a:gd name="T83" fmla="*/ 1259 h 1514"/>
              <a:gd name="T84" fmla="*/ 417 w 835"/>
              <a:gd name="T85" fmla="*/ 592 h 1514"/>
              <a:gd name="T86" fmla="*/ 425 w 835"/>
              <a:gd name="T87" fmla="*/ 579 h 1514"/>
              <a:gd name="T88" fmla="*/ 439 w 835"/>
              <a:gd name="T89" fmla="*/ 572 h 1514"/>
              <a:gd name="T90" fmla="*/ 448 w 835"/>
              <a:gd name="T91" fmla="*/ 572 h 1514"/>
              <a:gd name="T92" fmla="*/ 462 w 835"/>
              <a:gd name="T93" fmla="*/ 579 h 1514"/>
              <a:gd name="T94" fmla="*/ 469 w 835"/>
              <a:gd name="T95" fmla="*/ 592 h 1514"/>
              <a:gd name="T96" fmla="*/ 648 w 835"/>
              <a:gd name="T97" fmla="*/ 209 h 1514"/>
              <a:gd name="T98" fmla="*/ 195 w 835"/>
              <a:gd name="T99" fmla="*/ 208 h 1514"/>
              <a:gd name="T100" fmla="*/ 168 w 835"/>
              <a:gd name="T101" fmla="*/ 195 h 1514"/>
              <a:gd name="T102" fmla="*/ 153 w 835"/>
              <a:gd name="T103" fmla="*/ 169 h 1514"/>
              <a:gd name="T104" fmla="*/ 153 w 835"/>
              <a:gd name="T105" fmla="*/ 147 h 1514"/>
              <a:gd name="T106" fmla="*/ 168 w 835"/>
              <a:gd name="T107" fmla="*/ 119 h 1514"/>
              <a:gd name="T108" fmla="*/ 195 w 835"/>
              <a:gd name="T109" fmla="*/ 104 h 1514"/>
              <a:gd name="T110" fmla="*/ 648 w 835"/>
              <a:gd name="T111" fmla="*/ 103 h 1514"/>
              <a:gd name="T112" fmla="*/ 679 w 835"/>
              <a:gd name="T113" fmla="*/ 112 h 1514"/>
              <a:gd name="T114" fmla="*/ 699 w 835"/>
              <a:gd name="T115" fmla="*/ 137 h 1514"/>
              <a:gd name="T116" fmla="*/ 702 w 835"/>
              <a:gd name="T117" fmla="*/ 157 h 1514"/>
              <a:gd name="T118" fmla="*/ 693 w 835"/>
              <a:gd name="T119" fmla="*/ 187 h 1514"/>
              <a:gd name="T120" fmla="*/ 669 w 835"/>
              <a:gd name="T121" fmla="*/ 206 h 1514"/>
              <a:gd name="T122" fmla="*/ 648 w 835"/>
              <a:gd name="T123" fmla="*/ 209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35" h="1514">
                <a:moveTo>
                  <a:pt x="679" y="0"/>
                </a:moveTo>
                <a:lnTo>
                  <a:pt x="156" y="0"/>
                </a:lnTo>
                <a:lnTo>
                  <a:pt x="156" y="0"/>
                </a:lnTo>
                <a:lnTo>
                  <a:pt x="140" y="1"/>
                </a:lnTo>
                <a:lnTo>
                  <a:pt x="124" y="3"/>
                </a:lnTo>
                <a:lnTo>
                  <a:pt x="110" y="7"/>
                </a:lnTo>
                <a:lnTo>
                  <a:pt x="95" y="12"/>
                </a:lnTo>
                <a:lnTo>
                  <a:pt x="82" y="18"/>
                </a:lnTo>
                <a:lnTo>
                  <a:pt x="69" y="25"/>
                </a:lnTo>
                <a:lnTo>
                  <a:pt x="57" y="34"/>
                </a:lnTo>
                <a:lnTo>
                  <a:pt x="45" y="44"/>
                </a:lnTo>
                <a:lnTo>
                  <a:pt x="35" y="54"/>
                </a:lnTo>
                <a:lnTo>
                  <a:pt x="26" y="66"/>
                </a:lnTo>
                <a:lnTo>
                  <a:pt x="19" y="79"/>
                </a:lnTo>
                <a:lnTo>
                  <a:pt x="12" y="92"/>
                </a:lnTo>
                <a:lnTo>
                  <a:pt x="6" y="106"/>
                </a:lnTo>
                <a:lnTo>
                  <a:pt x="2" y="121"/>
                </a:lnTo>
                <a:lnTo>
                  <a:pt x="0" y="136"/>
                </a:lnTo>
                <a:lnTo>
                  <a:pt x="0" y="152"/>
                </a:lnTo>
                <a:lnTo>
                  <a:pt x="2" y="416"/>
                </a:lnTo>
                <a:lnTo>
                  <a:pt x="2" y="416"/>
                </a:lnTo>
                <a:lnTo>
                  <a:pt x="4" y="423"/>
                </a:lnTo>
                <a:lnTo>
                  <a:pt x="6" y="441"/>
                </a:lnTo>
                <a:lnTo>
                  <a:pt x="8" y="453"/>
                </a:lnTo>
                <a:lnTo>
                  <a:pt x="12" y="467"/>
                </a:lnTo>
                <a:lnTo>
                  <a:pt x="17" y="481"/>
                </a:lnTo>
                <a:lnTo>
                  <a:pt x="24" y="495"/>
                </a:lnTo>
                <a:lnTo>
                  <a:pt x="32" y="511"/>
                </a:lnTo>
                <a:lnTo>
                  <a:pt x="41" y="525"/>
                </a:lnTo>
                <a:lnTo>
                  <a:pt x="54" y="538"/>
                </a:lnTo>
                <a:lnTo>
                  <a:pt x="61" y="544"/>
                </a:lnTo>
                <a:lnTo>
                  <a:pt x="69" y="550"/>
                </a:lnTo>
                <a:lnTo>
                  <a:pt x="77" y="556"/>
                </a:lnTo>
                <a:lnTo>
                  <a:pt x="86" y="560"/>
                </a:lnTo>
                <a:lnTo>
                  <a:pt x="96" y="564"/>
                </a:lnTo>
                <a:lnTo>
                  <a:pt x="106" y="568"/>
                </a:lnTo>
                <a:lnTo>
                  <a:pt x="117" y="571"/>
                </a:lnTo>
                <a:lnTo>
                  <a:pt x="130" y="572"/>
                </a:lnTo>
                <a:lnTo>
                  <a:pt x="142" y="574"/>
                </a:lnTo>
                <a:lnTo>
                  <a:pt x="156" y="575"/>
                </a:lnTo>
                <a:lnTo>
                  <a:pt x="263" y="575"/>
                </a:lnTo>
                <a:lnTo>
                  <a:pt x="261" y="783"/>
                </a:lnTo>
                <a:lnTo>
                  <a:pt x="313" y="877"/>
                </a:lnTo>
                <a:lnTo>
                  <a:pt x="260" y="922"/>
                </a:lnTo>
                <a:lnTo>
                  <a:pt x="311" y="976"/>
                </a:lnTo>
                <a:lnTo>
                  <a:pt x="311" y="1028"/>
                </a:lnTo>
                <a:lnTo>
                  <a:pt x="261" y="1080"/>
                </a:lnTo>
                <a:lnTo>
                  <a:pt x="313" y="1187"/>
                </a:lnTo>
                <a:lnTo>
                  <a:pt x="260" y="1358"/>
                </a:lnTo>
                <a:lnTo>
                  <a:pt x="260" y="1358"/>
                </a:lnTo>
                <a:lnTo>
                  <a:pt x="264" y="1364"/>
                </a:lnTo>
                <a:lnTo>
                  <a:pt x="272" y="1381"/>
                </a:lnTo>
                <a:lnTo>
                  <a:pt x="286" y="1406"/>
                </a:lnTo>
                <a:lnTo>
                  <a:pt x="294" y="1420"/>
                </a:lnTo>
                <a:lnTo>
                  <a:pt x="305" y="1436"/>
                </a:lnTo>
                <a:lnTo>
                  <a:pt x="316" y="1450"/>
                </a:lnTo>
                <a:lnTo>
                  <a:pt x="328" y="1464"/>
                </a:lnTo>
                <a:lnTo>
                  <a:pt x="339" y="1477"/>
                </a:lnTo>
                <a:lnTo>
                  <a:pt x="352" y="1489"/>
                </a:lnTo>
                <a:lnTo>
                  <a:pt x="367" y="1500"/>
                </a:lnTo>
                <a:lnTo>
                  <a:pt x="382" y="1507"/>
                </a:lnTo>
                <a:lnTo>
                  <a:pt x="389" y="1510"/>
                </a:lnTo>
                <a:lnTo>
                  <a:pt x="396" y="1513"/>
                </a:lnTo>
                <a:lnTo>
                  <a:pt x="404" y="1514"/>
                </a:lnTo>
                <a:lnTo>
                  <a:pt x="413" y="1514"/>
                </a:lnTo>
                <a:lnTo>
                  <a:pt x="569" y="1303"/>
                </a:lnTo>
                <a:lnTo>
                  <a:pt x="571" y="575"/>
                </a:lnTo>
                <a:lnTo>
                  <a:pt x="669" y="576"/>
                </a:lnTo>
                <a:lnTo>
                  <a:pt x="669" y="576"/>
                </a:lnTo>
                <a:lnTo>
                  <a:pt x="676" y="575"/>
                </a:lnTo>
                <a:lnTo>
                  <a:pt x="694" y="572"/>
                </a:lnTo>
                <a:lnTo>
                  <a:pt x="707" y="569"/>
                </a:lnTo>
                <a:lnTo>
                  <a:pt x="720" y="565"/>
                </a:lnTo>
                <a:lnTo>
                  <a:pt x="736" y="559"/>
                </a:lnTo>
                <a:lnTo>
                  <a:pt x="751" y="552"/>
                </a:lnTo>
                <a:lnTo>
                  <a:pt x="766" y="544"/>
                </a:lnTo>
                <a:lnTo>
                  <a:pt x="781" y="533"/>
                </a:lnTo>
                <a:lnTo>
                  <a:pt x="795" y="520"/>
                </a:lnTo>
                <a:lnTo>
                  <a:pt x="801" y="513"/>
                </a:lnTo>
                <a:lnTo>
                  <a:pt x="807" y="505"/>
                </a:lnTo>
                <a:lnTo>
                  <a:pt x="812" y="497"/>
                </a:lnTo>
                <a:lnTo>
                  <a:pt x="817" y="487"/>
                </a:lnTo>
                <a:lnTo>
                  <a:pt x="821" y="478"/>
                </a:lnTo>
                <a:lnTo>
                  <a:pt x="825" y="467"/>
                </a:lnTo>
                <a:lnTo>
                  <a:pt x="828" y="455"/>
                </a:lnTo>
                <a:lnTo>
                  <a:pt x="830" y="443"/>
                </a:lnTo>
                <a:lnTo>
                  <a:pt x="831" y="430"/>
                </a:lnTo>
                <a:lnTo>
                  <a:pt x="831" y="416"/>
                </a:lnTo>
                <a:lnTo>
                  <a:pt x="835" y="152"/>
                </a:lnTo>
                <a:lnTo>
                  <a:pt x="835" y="152"/>
                </a:lnTo>
                <a:lnTo>
                  <a:pt x="835" y="136"/>
                </a:lnTo>
                <a:lnTo>
                  <a:pt x="833" y="121"/>
                </a:lnTo>
                <a:lnTo>
                  <a:pt x="828" y="106"/>
                </a:lnTo>
                <a:lnTo>
                  <a:pt x="823" y="92"/>
                </a:lnTo>
                <a:lnTo>
                  <a:pt x="816" y="79"/>
                </a:lnTo>
                <a:lnTo>
                  <a:pt x="809" y="66"/>
                </a:lnTo>
                <a:lnTo>
                  <a:pt x="799" y="54"/>
                </a:lnTo>
                <a:lnTo>
                  <a:pt x="789" y="44"/>
                </a:lnTo>
                <a:lnTo>
                  <a:pt x="778" y="34"/>
                </a:lnTo>
                <a:lnTo>
                  <a:pt x="766" y="25"/>
                </a:lnTo>
                <a:lnTo>
                  <a:pt x="753" y="18"/>
                </a:lnTo>
                <a:lnTo>
                  <a:pt x="739" y="12"/>
                </a:lnTo>
                <a:lnTo>
                  <a:pt x="725" y="7"/>
                </a:lnTo>
                <a:lnTo>
                  <a:pt x="710" y="3"/>
                </a:lnTo>
                <a:lnTo>
                  <a:pt x="694" y="1"/>
                </a:lnTo>
                <a:lnTo>
                  <a:pt x="679" y="0"/>
                </a:lnTo>
                <a:lnTo>
                  <a:pt x="679" y="0"/>
                </a:lnTo>
                <a:close/>
                <a:moveTo>
                  <a:pt x="469" y="1259"/>
                </a:moveTo>
                <a:lnTo>
                  <a:pt x="469" y="1259"/>
                </a:lnTo>
                <a:lnTo>
                  <a:pt x="469" y="1264"/>
                </a:lnTo>
                <a:lnTo>
                  <a:pt x="467" y="1269"/>
                </a:lnTo>
                <a:lnTo>
                  <a:pt x="465" y="1274"/>
                </a:lnTo>
                <a:lnTo>
                  <a:pt x="462" y="1277"/>
                </a:lnTo>
                <a:lnTo>
                  <a:pt x="458" y="1281"/>
                </a:lnTo>
                <a:lnTo>
                  <a:pt x="454" y="1283"/>
                </a:lnTo>
                <a:lnTo>
                  <a:pt x="448" y="1284"/>
                </a:lnTo>
                <a:lnTo>
                  <a:pt x="443" y="1285"/>
                </a:lnTo>
                <a:lnTo>
                  <a:pt x="443" y="1285"/>
                </a:lnTo>
                <a:lnTo>
                  <a:pt x="439" y="1284"/>
                </a:lnTo>
                <a:lnTo>
                  <a:pt x="433" y="1283"/>
                </a:lnTo>
                <a:lnTo>
                  <a:pt x="429" y="1281"/>
                </a:lnTo>
                <a:lnTo>
                  <a:pt x="425" y="1277"/>
                </a:lnTo>
                <a:lnTo>
                  <a:pt x="422" y="1274"/>
                </a:lnTo>
                <a:lnTo>
                  <a:pt x="420" y="1269"/>
                </a:lnTo>
                <a:lnTo>
                  <a:pt x="417" y="1264"/>
                </a:lnTo>
                <a:lnTo>
                  <a:pt x="417" y="1259"/>
                </a:lnTo>
                <a:lnTo>
                  <a:pt x="417" y="597"/>
                </a:lnTo>
                <a:lnTo>
                  <a:pt x="417" y="597"/>
                </a:lnTo>
                <a:lnTo>
                  <a:pt x="417" y="592"/>
                </a:lnTo>
                <a:lnTo>
                  <a:pt x="420" y="588"/>
                </a:lnTo>
                <a:lnTo>
                  <a:pt x="422" y="583"/>
                </a:lnTo>
                <a:lnTo>
                  <a:pt x="425" y="579"/>
                </a:lnTo>
                <a:lnTo>
                  <a:pt x="429" y="576"/>
                </a:lnTo>
                <a:lnTo>
                  <a:pt x="433" y="574"/>
                </a:lnTo>
                <a:lnTo>
                  <a:pt x="439" y="572"/>
                </a:lnTo>
                <a:lnTo>
                  <a:pt x="443" y="571"/>
                </a:lnTo>
                <a:lnTo>
                  <a:pt x="443" y="571"/>
                </a:lnTo>
                <a:lnTo>
                  <a:pt x="448" y="572"/>
                </a:lnTo>
                <a:lnTo>
                  <a:pt x="454" y="574"/>
                </a:lnTo>
                <a:lnTo>
                  <a:pt x="458" y="576"/>
                </a:lnTo>
                <a:lnTo>
                  <a:pt x="462" y="579"/>
                </a:lnTo>
                <a:lnTo>
                  <a:pt x="465" y="583"/>
                </a:lnTo>
                <a:lnTo>
                  <a:pt x="467" y="588"/>
                </a:lnTo>
                <a:lnTo>
                  <a:pt x="469" y="592"/>
                </a:lnTo>
                <a:lnTo>
                  <a:pt x="469" y="597"/>
                </a:lnTo>
                <a:lnTo>
                  <a:pt x="469" y="1259"/>
                </a:lnTo>
                <a:close/>
                <a:moveTo>
                  <a:pt x="648" y="209"/>
                </a:moveTo>
                <a:lnTo>
                  <a:pt x="206" y="209"/>
                </a:lnTo>
                <a:lnTo>
                  <a:pt x="206" y="209"/>
                </a:lnTo>
                <a:lnTo>
                  <a:pt x="195" y="208"/>
                </a:lnTo>
                <a:lnTo>
                  <a:pt x="184" y="206"/>
                </a:lnTo>
                <a:lnTo>
                  <a:pt x="176" y="201"/>
                </a:lnTo>
                <a:lnTo>
                  <a:pt x="168" y="195"/>
                </a:lnTo>
                <a:lnTo>
                  <a:pt x="161" y="187"/>
                </a:lnTo>
                <a:lnTo>
                  <a:pt x="156" y="178"/>
                </a:lnTo>
                <a:lnTo>
                  <a:pt x="153" y="169"/>
                </a:lnTo>
                <a:lnTo>
                  <a:pt x="151" y="157"/>
                </a:lnTo>
                <a:lnTo>
                  <a:pt x="151" y="157"/>
                </a:lnTo>
                <a:lnTo>
                  <a:pt x="153" y="147"/>
                </a:lnTo>
                <a:lnTo>
                  <a:pt x="156" y="137"/>
                </a:lnTo>
                <a:lnTo>
                  <a:pt x="161" y="128"/>
                </a:lnTo>
                <a:lnTo>
                  <a:pt x="168" y="119"/>
                </a:lnTo>
                <a:lnTo>
                  <a:pt x="176" y="112"/>
                </a:lnTo>
                <a:lnTo>
                  <a:pt x="184" y="108"/>
                </a:lnTo>
                <a:lnTo>
                  <a:pt x="195" y="104"/>
                </a:lnTo>
                <a:lnTo>
                  <a:pt x="206" y="103"/>
                </a:lnTo>
                <a:lnTo>
                  <a:pt x="648" y="103"/>
                </a:lnTo>
                <a:lnTo>
                  <a:pt x="648" y="103"/>
                </a:lnTo>
                <a:lnTo>
                  <a:pt x="659" y="104"/>
                </a:lnTo>
                <a:lnTo>
                  <a:pt x="669" y="108"/>
                </a:lnTo>
                <a:lnTo>
                  <a:pt x="679" y="112"/>
                </a:lnTo>
                <a:lnTo>
                  <a:pt x="687" y="119"/>
                </a:lnTo>
                <a:lnTo>
                  <a:pt x="693" y="128"/>
                </a:lnTo>
                <a:lnTo>
                  <a:pt x="699" y="137"/>
                </a:lnTo>
                <a:lnTo>
                  <a:pt x="701" y="147"/>
                </a:lnTo>
                <a:lnTo>
                  <a:pt x="702" y="157"/>
                </a:lnTo>
                <a:lnTo>
                  <a:pt x="702" y="157"/>
                </a:lnTo>
                <a:lnTo>
                  <a:pt x="701" y="169"/>
                </a:lnTo>
                <a:lnTo>
                  <a:pt x="699" y="178"/>
                </a:lnTo>
                <a:lnTo>
                  <a:pt x="693" y="187"/>
                </a:lnTo>
                <a:lnTo>
                  <a:pt x="687" y="195"/>
                </a:lnTo>
                <a:lnTo>
                  <a:pt x="679" y="201"/>
                </a:lnTo>
                <a:lnTo>
                  <a:pt x="669" y="206"/>
                </a:lnTo>
                <a:lnTo>
                  <a:pt x="659" y="208"/>
                </a:lnTo>
                <a:lnTo>
                  <a:pt x="648" y="209"/>
                </a:lnTo>
                <a:lnTo>
                  <a:pt x="648" y="2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6"/>
          <p:cNvSpPr>
            <a:spLocks noChangeAspect="1" noEditPoints="1"/>
          </p:cNvSpPr>
          <p:nvPr/>
        </p:nvSpPr>
        <p:spPr bwMode="auto">
          <a:xfrm>
            <a:off x="6343315" y="2888940"/>
            <a:ext cx="553901" cy="1080000"/>
          </a:xfrm>
          <a:custGeom>
            <a:avLst/>
            <a:gdLst>
              <a:gd name="T0" fmla="*/ 342 w 778"/>
              <a:gd name="T1" fmla="*/ 2 h 1514"/>
              <a:gd name="T2" fmla="*/ 267 w 778"/>
              <a:gd name="T3" fmla="*/ 16 h 1514"/>
              <a:gd name="T4" fmla="*/ 199 w 778"/>
              <a:gd name="T5" fmla="*/ 46 h 1514"/>
              <a:gd name="T6" fmla="*/ 138 w 778"/>
              <a:gd name="T7" fmla="*/ 87 h 1514"/>
              <a:gd name="T8" fmla="*/ 86 w 778"/>
              <a:gd name="T9" fmla="*/ 138 h 1514"/>
              <a:gd name="T10" fmla="*/ 45 w 778"/>
              <a:gd name="T11" fmla="*/ 200 h 1514"/>
              <a:gd name="T12" fmla="*/ 17 w 778"/>
              <a:gd name="T13" fmla="*/ 267 h 1514"/>
              <a:gd name="T14" fmla="*/ 1 w 778"/>
              <a:gd name="T15" fmla="*/ 342 h 1514"/>
              <a:gd name="T16" fmla="*/ 1 w 778"/>
              <a:gd name="T17" fmla="*/ 410 h 1514"/>
              <a:gd name="T18" fmla="*/ 30 w 778"/>
              <a:gd name="T19" fmla="*/ 523 h 1514"/>
              <a:gd name="T20" fmla="*/ 90 w 778"/>
              <a:gd name="T21" fmla="*/ 618 h 1514"/>
              <a:gd name="T22" fmla="*/ 175 w 778"/>
              <a:gd name="T23" fmla="*/ 694 h 1514"/>
              <a:gd name="T24" fmla="*/ 252 w 778"/>
              <a:gd name="T25" fmla="*/ 762 h 1514"/>
              <a:gd name="T26" fmla="*/ 303 w 778"/>
              <a:gd name="T27" fmla="*/ 1102 h 1514"/>
              <a:gd name="T28" fmla="*/ 254 w 778"/>
              <a:gd name="T29" fmla="*/ 1369 h 1514"/>
              <a:gd name="T30" fmla="*/ 297 w 778"/>
              <a:gd name="T31" fmla="*/ 1442 h 1514"/>
              <a:gd name="T32" fmla="*/ 343 w 778"/>
              <a:gd name="T33" fmla="*/ 1491 h 1514"/>
              <a:gd name="T34" fmla="*/ 386 w 778"/>
              <a:gd name="T35" fmla="*/ 1513 h 1514"/>
              <a:gd name="T36" fmla="*/ 503 w 778"/>
              <a:gd name="T37" fmla="*/ 762 h 1514"/>
              <a:gd name="T38" fmla="*/ 500 w 778"/>
              <a:gd name="T39" fmla="*/ 745 h 1514"/>
              <a:gd name="T40" fmla="*/ 513 w 778"/>
              <a:gd name="T41" fmla="*/ 737 h 1514"/>
              <a:gd name="T42" fmla="*/ 592 w 778"/>
              <a:gd name="T43" fmla="*/ 700 h 1514"/>
              <a:gd name="T44" fmla="*/ 681 w 778"/>
              <a:gd name="T45" fmla="*/ 617 h 1514"/>
              <a:gd name="T46" fmla="*/ 750 w 778"/>
              <a:gd name="T47" fmla="*/ 505 h 1514"/>
              <a:gd name="T48" fmla="*/ 771 w 778"/>
              <a:gd name="T49" fmla="*/ 442 h 1514"/>
              <a:gd name="T50" fmla="*/ 778 w 778"/>
              <a:gd name="T51" fmla="*/ 376 h 1514"/>
              <a:gd name="T52" fmla="*/ 773 w 778"/>
              <a:gd name="T53" fmla="*/ 319 h 1514"/>
              <a:gd name="T54" fmla="*/ 752 w 778"/>
              <a:gd name="T55" fmla="*/ 246 h 1514"/>
              <a:gd name="T56" fmla="*/ 718 w 778"/>
              <a:gd name="T57" fmla="*/ 180 h 1514"/>
              <a:gd name="T58" fmla="*/ 672 w 778"/>
              <a:gd name="T59" fmla="*/ 123 h 1514"/>
              <a:gd name="T60" fmla="*/ 614 w 778"/>
              <a:gd name="T61" fmla="*/ 74 h 1514"/>
              <a:gd name="T62" fmla="*/ 549 w 778"/>
              <a:gd name="T63" fmla="*/ 37 h 1514"/>
              <a:gd name="T64" fmla="*/ 477 w 778"/>
              <a:gd name="T65" fmla="*/ 12 h 1514"/>
              <a:gd name="T66" fmla="*/ 400 w 778"/>
              <a:gd name="T67" fmla="*/ 0 h 1514"/>
              <a:gd name="T68" fmla="*/ 454 w 778"/>
              <a:gd name="T69" fmla="*/ 1287 h 1514"/>
              <a:gd name="T70" fmla="*/ 446 w 778"/>
              <a:gd name="T71" fmla="*/ 1304 h 1514"/>
              <a:gd name="T72" fmla="*/ 428 w 778"/>
              <a:gd name="T73" fmla="*/ 1313 h 1514"/>
              <a:gd name="T74" fmla="*/ 414 w 778"/>
              <a:gd name="T75" fmla="*/ 1308 h 1514"/>
              <a:gd name="T76" fmla="*/ 403 w 778"/>
              <a:gd name="T77" fmla="*/ 1293 h 1514"/>
              <a:gd name="T78" fmla="*/ 403 w 778"/>
              <a:gd name="T79" fmla="*/ 777 h 1514"/>
              <a:gd name="T80" fmla="*/ 414 w 778"/>
              <a:gd name="T81" fmla="*/ 760 h 1514"/>
              <a:gd name="T82" fmla="*/ 428 w 778"/>
              <a:gd name="T83" fmla="*/ 757 h 1514"/>
              <a:gd name="T84" fmla="*/ 446 w 778"/>
              <a:gd name="T85" fmla="*/ 764 h 1514"/>
              <a:gd name="T86" fmla="*/ 454 w 778"/>
              <a:gd name="T87" fmla="*/ 782 h 1514"/>
              <a:gd name="T88" fmla="*/ 354 w 778"/>
              <a:gd name="T89" fmla="*/ 202 h 1514"/>
              <a:gd name="T90" fmla="*/ 263 w 778"/>
              <a:gd name="T91" fmla="*/ 186 h 1514"/>
              <a:gd name="T92" fmla="*/ 240 w 778"/>
              <a:gd name="T93" fmla="*/ 170 h 1514"/>
              <a:gd name="T94" fmla="*/ 238 w 778"/>
              <a:gd name="T95" fmla="*/ 156 h 1514"/>
              <a:gd name="T96" fmla="*/ 255 w 778"/>
              <a:gd name="T97" fmla="*/ 136 h 1514"/>
              <a:gd name="T98" fmla="*/ 326 w 778"/>
              <a:gd name="T99" fmla="*/ 106 h 1514"/>
              <a:gd name="T100" fmla="*/ 383 w 778"/>
              <a:gd name="T101" fmla="*/ 100 h 1514"/>
              <a:gd name="T102" fmla="*/ 427 w 778"/>
              <a:gd name="T103" fmla="*/ 104 h 1514"/>
              <a:gd name="T104" fmla="*/ 504 w 778"/>
              <a:gd name="T105" fmla="*/ 131 h 1514"/>
              <a:gd name="T106" fmla="*/ 526 w 778"/>
              <a:gd name="T107" fmla="*/ 151 h 1514"/>
              <a:gd name="T108" fmla="*/ 529 w 778"/>
              <a:gd name="T109" fmla="*/ 165 h 1514"/>
              <a:gd name="T110" fmla="*/ 511 w 778"/>
              <a:gd name="T111" fmla="*/ 182 h 1514"/>
              <a:gd name="T112" fmla="*/ 440 w 778"/>
              <a:gd name="T113" fmla="*/ 200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78" h="1514">
                <a:moveTo>
                  <a:pt x="381" y="0"/>
                </a:moveTo>
                <a:lnTo>
                  <a:pt x="381" y="0"/>
                </a:lnTo>
                <a:lnTo>
                  <a:pt x="361" y="0"/>
                </a:lnTo>
                <a:lnTo>
                  <a:pt x="342" y="2"/>
                </a:lnTo>
                <a:lnTo>
                  <a:pt x="322" y="5"/>
                </a:lnTo>
                <a:lnTo>
                  <a:pt x="304" y="8"/>
                </a:lnTo>
                <a:lnTo>
                  <a:pt x="285" y="12"/>
                </a:lnTo>
                <a:lnTo>
                  <a:pt x="267" y="16"/>
                </a:lnTo>
                <a:lnTo>
                  <a:pt x="250" y="24"/>
                </a:lnTo>
                <a:lnTo>
                  <a:pt x="232" y="29"/>
                </a:lnTo>
                <a:lnTo>
                  <a:pt x="215" y="38"/>
                </a:lnTo>
                <a:lnTo>
                  <a:pt x="199" y="46"/>
                </a:lnTo>
                <a:lnTo>
                  <a:pt x="183" y="55"/>
                </a:lnTo>
                <a:lnTo>
                  <a:pt x="167" y="65"/>
                </a:lnTo>
                <a:lnTo>
                  <a:pt x="153" y="76"/>
                </a:lnTo>
                <a:lnTo>
                  <a:pt x="138" y="87"/>
                </a:lnTo>
                <a:lnTo>
                  <a:pt x="124" y="99"/>
                </a:lnTo>
                <a:lnTo>
                  <a:pt x="111" y="111"/>
                </a:lnTo>
                <a:lnTo>
                  <a:pt x="98" y="124"/>
                </a:lnTo>
                <a:lnTo>
                  <a:pt x="86" y="138"/>
                </a:lnTo>
                <a:lnTo>
                  <a:pt x="74" y="152"/>
                </a:lnTo>
                <a:lnTo>
                  <a:pt x="65" y="168"/>
                </a:lnTo>
                <a:lnTo>
                  <a:pt x="54" y="183"/>
                </a:lnTo>
                <a:lnTo>
                  <a:pt x="45" y="200"/>
                </a:lnTo>
                <a:lnTo>
                  <a:pt x="37" y="215"/>
                </a:lnTo>
                <a:lnTo>
                  <a:pt x="30" y="233"/>
                </a:lnTo>
                <a:lnTo>
                  <a:pt x="22" y="249"/>
                </a:lnTo>
                <a:lnTo>
                  <a:pt x="17" y="267"/>
                </a:lnTo>
                <a:lnTo>
                  <a:pt x="12" y="286"/>
                </a:lnTo>
                <a:lnTo>
                  <a:pt x="7" y="304"/>
                </a:lnTo>
                <a:lnTo>
                  <a:pt x="4" y="323"/>
                </a:lnTo>
                <a:lnTo>
                  <a:pt x="1" y="342"/>
                </a:lnTo>
                <a:lnTo>
                  <a:pt x="0" y="361"/>
                </a:lnTo>
                <a:lnTo>
                  <a:pt x="0" y="381"/>
                </a:lnTo>
                <a:lnTo>
                  <a:pt x="0" y="381"/>
                </a:lnTo>
                <a:lnTo>
                  <a:pt x="1" y="410"/>
                </a:lnTo>
                <a:lnTo>
                  <a:pt x="5" y="440"/>
                </a:lnTo>
                <a:lnTo>
                  <a:pt x="11" y="468"/>
                </a:lnTo>
                <a:lnTo>
                  <a:pt x="19" y="495"/>
                </a:lnTo>
                <a:lnTo>
                  <a:pt x="30" y="523"/>
                </a:lnTo>
                <a:lnTo>
                  <a:pt x="41" y="547"/>
                </a:lnTo>
                <a:lnTo>
                  <a:pt x="57" y="572"/>
                </a:lnTo>
                <a:lnTo>
                  <a:pt x="72" y="596"/>
                </a:lnTo>
                <a:lnTo>
                  <a:pt x="90" y="618"/>
                </a:lnTo>
                <a:lnTo>
                  <a:pt x="110" y="640"/>
                </a:lnTo>
                <a:lnTo>
                  <a:pt x="130" y="660"/>
                </a:lnTo>
                <a:lnTo>
                  <a:pt x="153" y="678"/>
                </a:lnTo>
                <a:lnTo>
                  <a:pt x="175" y="694"/>
                </a:lnTo>
                <a:lnTo>
                  <a:pt x="200" y="710"/>
                </a:lnTo>
                <a:lnTo>
                  <a:pt x="225" y="723"/>
                </a:lnTo>
                <a:lnTo>
                  <a:pt x="251" y="734"/>
                </a:lnTo>
                <a:lnTo>
                  <a:pt x="252" y="762"/>
                </a:lnTo>
                <a:lnTo>
                  <a:pt x="255" y="915"/>
                </a:lnTo>
                <a:lnTo>
                  <a:pt x="305" y="1008"/>
                </a:lnTo>
                <a:lnTo>
                  <a:pt x="254" y="1051"/>
                </a:lnTo>
                <a:lnTo>
                  <a:pt x="303" y="1102"/>
                </a:lnTo>
                <a:lnTo>
                  <a:pt x="304" y="1152"/>
                </a:lnTo>
                <a:lnTo>
                  <a:pt x="253" y="1203"/>
                </a:lnTo>
                <a:lnTo>
                  <a:pt x="305" y="1256"/>
                </a:lnTo>
                <a:lnTo>
                  <a:pt x="254" y="1369"/>
                </a:lnTo>
                <a:lnTo>
                  <a:pt x="254" y="1369"/>
                </a:lnTo>
                <a:lnTo>
                  <a:pt x="266" y="1392"/>
                </a:lnTo>
                <a:lnTo>
                  <a:pt x="279" y="1414"/>
                </a:lnTo>
                <a:lnTo>
                  <a:pt x="297" y="1442"/>
                </a:lnTo>
                <a:lnTo>
                  <a:pt x="307" y="1455"/>
                </a:lnTo>
                <a:lnTo>
                  <a:pt x="318" y="1468"/>
                </a:lnTo>
                <a:lnTo>
                  <a:pt x="330" y="1481"/>
                </a:lnTo>
                <a:lnTo>
                  <a:pt x="343" y="1491"/>
                </a:lnTo>
                <a:lnTo>
                  <a:pt x="357" y="1501"/>
                </a:lnTo>
                <a:lnTo>
                  <a:pt x="371" y="1508"/>
                </a:lnTo>
                <a:lnTo>
                  <a:pt x="378" y="1510"/>
                </a:lnTo>
                <a:lnTo>
                  <a:pt x="386" y="1513"/>
                </a:lnTo>
                <a:lnTo>
                  <a:pt x="393" y="1514"/>
                </a:lnTo>
                <a:lnTo>
                  <a:pt x="401" y="1514"/>
                </a:lnTo>
                <a:lnTo>
                  <a:pt x="501" y="1317"/>
                </a:lnTo>
                <a:lnTo>
                  <a:pt x="503" y="762"/>
                </a:lnTo>
                <a:lnTo>
                  <a:pt x="503" y="762"/>
                </a:lnTo>
                <a:lnTo>
                  <a:pt x="503" y="759"/>
                </a:lnTo>
                <a:lnTo>
                  <a:pt x="500" y="753"/>
                </a:lnTo>
                <a:lnTo>
                  <a:pt x="500" y="745"/>
                </a:lnTo>
                <a:lnTo>
                  <a:pt x="501" y="741"/>
                </a:lnTo>
                <a:lnTo>
                  <a:pt x="504" y="739"/>
                </a:lnTo>
                <a:lnTo>
                  <a:pt x="504" y="739"/>
                </a:lnTo>
                <a:lnTo>
                  <a:pt x="513" y="737"/>
                </a:lnTo>
                <a:lnTo>
                  <a:pt x="524" y="734"/>
                </a:lnTo>
                <a:lnTo>
                  <a:pt x="546" y="726"/>
                </a:lnTo>
                <a:lnTo>
                  <a:pt x="569" y="714"/>
                </a:lnTo>
                <a:lnTo>
                  <a:pt x="592" y="700"/>
                </a:lnTo>
                <a:lnTo>
                  <a:pt x="615" y="682"/>
                </a:lnTo>
                <a:lnTo>
                  <a:pt x="639" y="663"/>
                </a:lnTo>
                <a:lnTo>
                  <a:pt x="660" y="642"/>
                </a:lnTo>
                <a:lnTo>
                  <a:pt x="681" y="617"/>
                </a:lnTo>
                <a:lnTo>
                  <a:pt x="701" y="592"/>
                </a:lnTo>
                <a:lnTo>
                  <a:pt x="720" y="564"/>
                </a:lnTo>
                <a:lnTo>
                  <a:pt x="736" y="536"/>
                </a:lnTo>
                <a:lnTo>
                  <a:pt x="750" y="505"/>
                </a:lnTo>
                <a:lnTo>
                  <a:pt x="757" y="490"/>
                </a:lnTo>
                <a:lnTo>
                  <a:pt x="762" y="474"/>
                </a:lnTo>
                <a:lnTo>
                  <a:pt x="766" y="459"/>
                </a:lnTo>
                <a:lnTo>
                  <a:pt x="771" y="442"/>
                </a:lnTo>
                <a:lnTo>
                  <a:pt x="773" y="426"/>
                </a:lnTo>
                <a:lnTo>
                  <a:pt x="776" y="409"/>
                </a:lnTo>
                <a:lnTo>
                  <a:pt x="777" y="393"/>
                </a:lnTo>
                <a:lnTo>
                  <a:pt x="778" y="376"/>
                </a:lnTo>
                <a:lnTo>
                  <a:pt x="778" y="376"/>
                </a:lnTo>
                <a:lnTo>
                  <a:pt x="777" y="357"/>
                </a:lnTo>
                <a:lnTo>
                  <a:pt x="776" y="338"/>
                </a:lnTo>
                <a:lnTo>
                  <a:pt x="773" y="319"/>
                </a:lnTo>
                <a:lnTo>
                  <a:pt x="770" y="300"/>
                </a:lnTo>
                <a:lnTo>
                  <a:pt x="765" y="281"/>
                </a:lnTo>
                <a:lnTo>
                  <a:pt x="759" y="264"/>
                </a:lnTo>
                <a:lnTo>
                  <a:pt x="752" y="246"/>
                </a:lnTo>
                <a:lnTo>
                  <a:pt x="745" y="229"/>
                </a:lnTo>
                <a:lnTo>
                  <a:pt x="737" y="213"/>
                </a:lnTo>
                <a:lnTo>
                  <a:pt x="728" y="196"/>
                </a:lnTo>
                <a:lnTo>
                  <a:pt x="718" y="180"/>
                </a:lnTo>
                <a:lnTo>
                  <a:pt x="707" y="165"/>
                </a:lnTo>
                <a:lnTo>
                  <a:pt x="697" y="150"/>
                </a:lnTo>
                <a:lnTo>
                  <a:pt x="684" y="136"/>
                </a:lnTo>
                <a:lnTo>
                  <a:pt x="672" y="123"/>
                </a:lnTo>
                <a:lnTo>
                  <a:pt x="658" y="110"/>
                </a:lnTo>
                <a:lnTo>
                  <a:pt x="643" y="97"/>
                </a:lnTo>
                <a:lnTo>
                  <a:pt x="629" y="85"/>
                </a:lnTo>
                <a:lnTo>
                  <a:pt x="614" y="74"/>
                </a:lnTo>
                <a:lnTo>
                  <a:pt x="598" y="64"/>
                </a:lnTo>
                <a:lnTo>
                  <a:pt x="582" y="54"/>
                </a:lnTo>
                <a:lnTo>
                  <a:pt x="565" y="45"/>
                </a:lnTo>
                <a:lnTo>
                  <a:pt x="549" y="37"/>
                </a:lnTo>
                <a:lnTo>
                  <a:pt x="531" y="29"/>
                </a:lnTo>
                <a:lnTo>
                  <a:pt x="513" y="22"/>
                </a:lnTo>
                <a:lnTo>
                  <a:pt x="495" y="16"/>
                </a:lnTo>
                <a:lnTo>
                  <a:pt x="477" y="12"/>
                </a:lnTo>
                <a:lnTo>
                  <a:pt x="458" y="7"/>
                </a:lnTo>
                <a:lnTo>
                  <a:pt x="439" y="5"/>
                </a:lnTo>
                <a:lnTo>
                  <a:pt x="420" y="2"/>
                </a:lnTo>
                <a:lnTo>
                  <a:pt x="400" y="0"/>
                </a:lnTo>
                <a:lnTo>
                  <a:pt x="381" y="0"/>
                </a:lnTo>
                <a:lnTo>
                  <a:pt x="381" y="0"/>
                </a:lnTo>
                <a:close/>
                <a:moveTo>
                  <a:pt x="454" y="1287"/>
                </a:moveTo>
                <a:lnTo>
                  <a:pt x="454" y="1287"/>
                </a:lnTo>
                <a:lnTo>
                  <a:pt x="453" y="1293"/>
                </a:lnTo>
                <a:lnTo>
                  <a:pt x="452" y="1297"/>
                </a:lnTo>
                <a:lnTo>
                  <a:pt x="449" y="1301"/>
                </a:lnTo>
                <a:lnTo>
                  <a:pt x="446" y="1304"/>
                </a:lnTo>
                <a:lnTo>
                  <a:pt x="442" y="1308"/>
                </a:lnTo>
                <a:lnTo>
                  <a:pt x="439" y="1310"/>
                </a:lnTo>
                <a:lnTo>
                  <a:pt x="434" y="1312"/>
                </a:lnTo>
                <a:lnTo>
                  <a:pt x="428" y="1313"/>
                </a:lnTo>
                <a:lnTo>
                  <a:pt x="428" y="1313"/>
                </a:lnTo>
                <a:lnTo>
                  <a:pt x="423" y="1312"/>
                </a:lnTo>
                <a:lnTo>
                  <a:pt x="419" y="1310"/>
                </a:lnTo>
                <a:lnTo>
                  <a:pt x="414" y="1308"/>
                </a:lnTo>
                <a:lnTo>
                  <a:pt x="410" y="1304"/>
                </a:lnTo>
                <a:lnTo>
                  <a:pt x="408" y="1301"/>
                </a:lnTo>
                <a:lnTo>
                  <a:pt x="406" y="1297"/>
                </a:lnTo>
                <a:lnTo>
                  <a:pt x="403" y="1293"/>
                </a:lnTo>
                <a:lnTo>
                  <a:pt x="403" y="1287"/>
                </a:lnTo>
                <a:lnTo>
                  <a:pt x="403" y="782"/>
                </a:lnTo>
                <a:lnTo>
                  <a:pt x="403" y="782"/>
                </a:lnTo>
                <a:lnTo>
                  <a:pt x="403" y="777"/>
                </a:lnTo>
                <a:lnTo>
                  <a:pt x="406" y="772"/>
                </a:lnTo>
                <a:lnTo>
                  <a:pt x="408" y="767"/>
                </a:lnTo>
                <a:lnTo>
                  <a:pt x="410" y="764"/>
                </a:lnTo>
                <a:lnTo>
                  <a:pt x="414" y="760"/>
                </a:lnTo>
                <a:lnTo>
                  <a:pt x="419" y="758"/>
                </a:lnTo>
                <a:lnTo>
                  <a:pt x="423" y="757"/>
                </a:lnTo>
                <a:lnTo>
                  <a:pt x="428" y="757"/>
                </a:lnTo>
                <a:lnTo>
                  <a:pt x="428" y="757"/>
                </a:lnTo>
                <a:lnTo>
                  <a:pt x="434" y="757"/>
                </a:lnTo>
                <a:lnTo>
                  <a:pt x="439" y="758"/>
                </a:lnTo>
                <a:lnTo>
                  <a:pt x="442" y="760"/>
                </a:lnTo>
                <a:lnTo>
                  <a:pt x="446" y="764"/>
                </a:lnTo>
                <a:lnTo>
                  <a:pt x="449" y="767"/>
                </a:lnTo>
                <a:lnTo>
                  <a:pt x="452" y="772"/>
                </a:lnTo>
                <a:lnTo>
                  <a:pt x="453" y="777"/>
                </a:lnTo>
                <a:lnTo>
                  <a:pt x="454" y="782"/>
                </a:lnTo>
                <a:lnTo>
                  <a:pt x="454" y="1287"/>
                </a:lnTo>
                <a:close/>
                <a:moveTo>
                  <a:pt x="383" y="203"/>
                </a:moveTo>
                <a:lnTo>
                  <a:pt x="383" y="203"/>
                </a:lnTo>
                <a:lnTo>
                  <a:pt x="354" y="202"/>
                </a:lnTo>
                <a:lnTo>
                  <a:pt x="326" y="200"/>
                </a:lnTo>
                <a:lnTo>
                  <a:pt x="302" y="196"/>
                </a:lnTo>
                <a:lnTo>
                  <a:pt x="280" y="191"/>
                </a:lnTo>
                <a:lnTo>
                  <a:pt x="263" y="186"/>
                </a:lnTo>
                <a:lnTo>
                  <a:pt x="255" y="182"/>
                </a:lnTo>
                <a:lnTo>
                  <a:pt x="248" y="178"/>
                </a:lnTo>
                <a:lnTo>
                  <a:pt x="244" y="174"/>
                </a:lnTo>
                <a:lnTo>
                  <a:pt x="240" y="170"/>
                </a:lnTo>
                <a:lnTo>
                  <a:pt x="238" y="165"/>
                </a:lnTo>
                <a:lnTo>
                  <a:pt x="238" y="161"/>
                </a:lnTo>
                <a:lnTo>
                  <a:pt x="238" y="161"/>
                </a:lnTo>
                <a:lnTo>
                  <a:pt x="238" y="156"/>
                </a:lnTo>
                <a:lnTo>
                  <a:pt x="240" y="151"/>
                </a:lnTo>
                <a:lnTo>
                  <a:pt x="244" y="147"/>
                </a:lnTo>
                <a:lnTo>
                  <a:pt x="248" y="141"/>
                </a:lnTo>
                <a:lnTo>
                  <a:pt x="255" y="136"/>
                </a:lnTo>
                <a:lnTo>
                  <a:pt x="263" y="131"/>
                </a:lnTo>
                <a:lnTo>
                  <a:pt x="280" y="122"/>
                </a:lnTo>
                <a:lnTo>
                  <a:pt x="302" y="113"/>
                </a:lnTo>
                <a:lnTo>
                  <a:pt x="326" y="106"/>
                </a:lnTo>
                <a:lnTo>
                  <a:pt x="339" y="104"/>
                </a:lnTo>
                <a:lnTo>
                  <a:pt x="354" y="102"/>
                </a:lnTo>
                <a:lnTo>
                  <a:pt x="368" y="100"/>
                </a:lnTo>
                <a:lnTo>
                  <a:pt x="383" y="100"/>
                </a:lnTo>
                <a:lnTo>
                  <a:pt x="383" y="100"/>
                </a:lnTo>
                <a:lnTo>
                  <a:pt x="399" y="100"/>
                </a:lnTo>
                <a:lnTo>
                  <a:pt x="413" y="102"/>
                </a:lnTo>
                <a:lnTo>
                  <a:pt x="427" y="104"/>
                </a:lnTo>
                <a:lnTo>
                  <a:pt x="440" y="106"/>
                </a:lnTo>
                <a:lnTo>
                  <a:pt x="465" y="113"/>
                </a:lnTo>
                <a:lnTo>
                  <a:pt x="486" y="122"/>
                </a:lnTo>
                <a:lnTo>
                  <a:pt x="504" y="131"/>
                </a:lnTo>
                <a:lnTo>
                  <a:pt x="511" y="136"/>
                </a:lnTo>
                <a:lnTo>
                  <a:pt x="518" y="141"/>
                </a:lnTo>
                <a:lnTo>
                  <a:pt x="523" y="147"/>
                </a:lnTo>
                <a:lnTo>
                  <a:pt x="526" y="151"/>
                </a:lnTo>
                <a:lnTo>
                  <a:pt x="529" y="156"/>
                </a:lnTo>
                <a:lnTo>
                  <a:pt x="529" y="161"/>
                </a:lnTo>
                <a:lnTo>
                  <a:pt x="529" y="161"/>
                </a:lnTo>
                <a:lnTo>
                  <a:pt x="529" y="165"/>
                </a:lnTo>
                <a:lnTo>
                  <a:pt x="526" y="170"/>
                </a:lnTo>
                <a:lnTo>
                  <a:pt x="523" y="174"/>
                </a:lnTo>
                <a:lnTo>
                  <a:pt x="518" y="178"/>
                </a:lnTo>
                <a:lnTo>
                  <a:pt x="511" y="182"/>
                </a:lnTo>
                <a:lnTo>
                  <a:pt x="504" y="186"/>
                </a:lnTo>
                <a:lnTo>
                  <a:pt x="486" y="191"/>
                </a:lnTo>
                <a:lnTo>
                  <a:pt x="465" y="196"/>
                </a:lnTo>
                <a:lnTo>
                  <a:pt x="440" y="200"/>
                </a:lnTo>
                <a:lnTo>
                  <a:pt x="413" y="202"/>
                </a:lnTo>
                <a:lnTo>
                  <a:pt x="383" y="203"/>
                </a:lnTo>
                <a:lnTo>
                  <a:pt x="383" y="2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7"/>
          <p:cNvSpPr>
            <a:spLocks noChangeAspect="1" noEditPoints="1"/>
          </p:cNvSpPr>
          <p:nvPr/>
        </p:nvSpPr>
        <p:spPr bwMode="auto">
          <a:xfrm>
            <a:off x="7689304" y="3141745"/>
            <a:ext cx="1080000" cy="575287"/>
          </a:xfrm>
          <a:custGeom>
            <a:avLst/>
            <a:gdLst>
              <a:gd name="T0" fmla="*/ 331 w 1513"/>
              <a:gd name="T1" fmla="*/ 572 h 805"/>
              <a:gd name="T2" fmla="*/ 338 w 1513"/>
              <a:gd name="T3" fmla="*/ 587 h 805"/>
              <a:gd name="T4" fmla="*/ 367 w 1513"/>
              <a:gd name="T5" fmla="*/ 607 h 805"/>
              <a:gd name="T6" fmla="*/ 401 w 1513"/>
              <a:gd name="T7" fmla="*/ 615 h 805"/>
              <a:gd name="T8" fmla="*/ 423 w 1513"/>
              <a:gd name="T9" fmla="*/ 611 h 805"/>
              <a:gd name="T10" fmla="*/ 455 w 1513"/>
              <a:gd name="T11" fmla="*/ 594 h 805"/>
              <a:gd name="T12" fmla="*/ 469 w 1513"/>
              <a:gd name="T13" fmla="*/ 577 h 805"/>
              <a:gd name="T14" fmla="*/ 470 w 1513"/>
              <a:gd name="T15" fmla="*/ 378 h 805"/>
              <a:gd name="T16" fmla="*/ 1040 w 1513"/>
              <a:gd name="T17" fmla="*/ 568 h 805"/>
              <a:gd name="T18" fmla="*/ 1041 w 1513"/>
              <a:gd name="T19" fmla="*/ 577 h 805"/>
              <a:gd name="T20" fmla="*/ 1056 w 1513"/>
              <a:gd name="T21" fmla="*/ 594 h 805"/>
              <a:gd name="T22" fmla="*/ 1089 w 1513"/>
              <a:gd name="T23" fmla="*/ 611 h 805"/>
              <a:gd name="T24" fmla="*/ 1111 w 1513"/>
              <a:gd name="T25" fmla="*/ 615 h 805"/>
              <a:gd name="T26" fmla="*/ 1144 w 1513"/>
              <a:gd name="T27" fmla="*/ 607 h 805"/>
              <a:gd name="T28" fmla="*/ 1173 w 1513"/>
              <a:gd name="T29" fmla="*/ 587 h 805"/>
              <a:gd name="T30" fmla="*/ 1180 w 1513"/>
              <a:gd name="T31" fmla="*/ 572 h 805"/>
              <a:gd name="T32" fmla="*/ 1040 w 1513"/>
              <a:gd name="T33" fmla="*/ 378 h 805"/>
              <a:gd name="T34" fmla="*/ 1324 w 1513"/>
              <a:gd name="T35" fmla="*/ 47 h 805"/>
              <a:gd name="T36" fmla="*/ 1304 w 1513"/>
              <a:gd name="T37" fmla="*/ 22 h 805"/>
              <a:gd name="T38" fmla="*/ 1276 w 1513"/>
              <a:gd name="T39" fmla="*/ 5 h 805"/>
              <a:gd name="T40" fmla="*/ 1247 w 1513"/>
              <a:gd name="T41" fmla="*/ 0 h 805"/>
              <a:gd name="T42" fmla="*/ 359 w 1513"/>
              <a:gd name="T43" fmla="*/ 0 h 805"/>
              <a:gd name="T44" fmla="*/ 330 w 1513"/>
              <a:gd name="T45" fmla="*/ 7 h 805"/>
              <a:gd name="T46" fmla="*/ 295 w 1513"/>
              <a:gd name="T47" fmla="*/ 33 h 805"/>
              <a:gd name="T48" fmla="*/ 7 w 1513"/>
              <a:gd name="T49" fmla="*/ 284 h 805"/>
              <a:gd name="T50" fmla="*/ 0 w 1513"/>
              <a:gd name="T51" fmla="*/ 309 h 805"/>
              <a:gd name="T52" fmla="*/ 6 w 1513"/>
              <a:gd name="T53" fmla="*/ 323 h 805"/>
              <a:gd name="T54" fmla="*/ 26 w 1513"/>
              <a:gd name="T55" fmla="*/ 330 h 805"/>
              <a:gd name="T56" fmla="*/ 93 w 1513"/>
              <a:gd name="T57" fmla="*/ 331 h 805"/>
              <a:gd name="T58" fmla="*/ 98 w 1513"/>
              <a:gd name="T59" fmla="*/ 764 h 805"/>
              <a:gd name="T60" fmla="*/ 117 w 1513"/>
              <a:gd name="T61" fmla="*/ 790 h 805"/>
              <a:gd name="T62" fmla="*/ 134 w 1513"/>
              <a:gd name="T63" fmla="*/ 801 h 805"/>
              <a:gd name="T64" fmla="*/ 158 w 1513"/>
              <a:gd name="T65" fmla="*/ 805 h 805"/>
              <a:gd name="T66" fmla="*/ 182 w 1513"/>
              <a:gd name="T67" fmla="*/ 803 h 805"/>
              <a:gd name="T68" fmla="*/ 209 w 1513"/>
              <a:gd name="T69" fmla="*/ 792 h 805"/>
              <a:gd name="T70" fmla="*/ 225 w 1513"/>
              <a:gd name="T71" fmla="*/ 778 h 805"/>
              <a:gd name="T72" fmla="*/ 234 w 1513"/>
              <a:gd name="T73" fmla="*/ 756 h 805"/>
              <a:gd name="T74" fmla="*/ 1277 w 1513"/>
              <a:gd name="T75" fmla="*/ 763 h 805"/>
              <a:gd name="T76" fmla="*/ 1285 w 1513"/>
              <a:gd name="T77" fmla="*/ 777 h 805"/>
              <a:gd name="T78" fmla="*/ 1313 w 1513"/>
              <a:gd name="T79" fmla="*/ 799 h 805"/>
              <a:gd name="T80" fmla="*/ 1334 w 1513"/>
              <a:gd name="T81" fmla="*/ 804 h 805"/>
              <a:gd name="T82" fmla="*/ 1354 w 1513"/>
              <a:gd name="T83" fmla="*/ 803 h 805"/>
              <a:gd name="T84" fmla="*/ 1392 w 1513"/>
              <a:gd name="T85" fmla="*/ 792 h 805"/>
              <a:gd name="T86" fmla="*/ 1408 w 1513"/>
              <a:gd name="T87" fmla="*/ 779 h 805"/>
              <a:gd name="T88" fmla="*/ 1416 w 1513"/>
              <a:gd name="T89" fmla="*/ 760 h 805"/>
              <a:gd name="T90" fmla="*/ 1462 w 1513"/>
              <a:gd name="T91" fmla="*/ 331 h 805"/>
              <a:gd name="T92" fmla="*/ 1504 w 1513"/>
              <a:gd name="T93" fmla="*/ 323 h 805"/>
              <a:gd name="T94" fmla="*/ 1512 w 1513"/>
              <a:gd name="T95" fmla="*/ 314 h 805"/>
              <a:gd name="T96" fmla="*/ 1512 w 1513"/>
              <a:gd name="T97" fmla="*/ 301 h 805"/>
              <a:gd name="T98" fmla="*/ 1510 w 1513"/>
              <a:gd name="T99" fmla="*/ 284 h 8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13" h="805">
                <a:moveTo>
                  <a:pt x="330" y="568"/>
                </a:moveTo>
                <a:lnTo>
                  <a:pt x="330" y="568"/>
                </a:lnTo>
                <a:lnTo>
                  <a:pt x="331" y="572"/>
                </a:lnTo>
                <a:lnTo>
                  <a:pt x="332" y="577"/>
                </a:lnTo>
                <a:lnTo>
                  <a:pt x="334" y="582"/>
                </a:lnTo>
                <a:lnTo>
                  <a:pt x="338" y="587"/>
                </a:lnTo>
                <a:lnTo>
                  <a:pt x="346" y="594"/>
                </a:lnTo>
                <a:lnTo>
                  <a:pt x="356" y="601"/>
                </a:lnTo>
                <a:lnTo>
                  <a:pt x="367" y="607"/>
                </a:lnTo>
                <a:lnTo>
                  <a:pt x="379" y="611"/>
                </a:lnTo>
                <a:lnTo>
                  <a:pt x="391" y="614"/>
                </a:lnTo>
                <a:lnTo>
                  <a:pt x="401" y="615"/>
                </a:lnTo>
                <a:lnTo>
                  <a:pt x="401" y="615"/>
                </a:lnTo>
                <a:lnTo>
                  <a:pt x="411" y="614"/>
                </a:lnTo>
                <a:lnTo>
                  <a:pt x="423" y="611"/>
                </a:lnTo>
                <a:lnTo>
                  <a:pt x="435" y="607"/>
                </a:lnTo>
                <a:lnTo>
                  <a:pt x="445" y="601"/>
                </a:lnTo>
                <a:lnTo>
                  <a:pt x="455" y="594"/>
                </a:lnTo>
                <a:lnTo>
                  <a:pt x="463" y="587"/>
                </a:lnTo>
                <a:lnTo>
                  <a:pt x="467" y="582"/>
                </a:lnTo>
                <a:lnTo>
                  <a:pt x="469" y="577"/>
                </a:lnTo>
                <a:lnTo>
                  <a:pt x="470" y="572"/>
                </a:lnTo>
                <a:lnTo>
                  <a:pt x="470" y="568"/>
                </a:lnTo>
                <a:lnTo>
                  <a:pt x="470" y="378"/>
                </a:lnTo>
                <a:lnTo>
                  <a:pt x="330" y="378"/>
                </a:lnTo>
                <a:lnTo>
                  <a:pt x="330" y="568"/>
                </a:lnTo>
                <a:close/>
                <a:moveTo>
                  <a:pt x="1040" y="568"/>
                </a:moveTo>
                <a:lnTo>
                  <a:pt x="1040" y="568"/>
                </a:lnTo>
                <a:lnTo>
                  <a:pt x="1040" y="572"/>
                </a:lnTo>
                <a:lnTo>
                  <a:pt x="1041" y="577"/>
                </a:lnTo>
                <a:lnTo>
                  <a:pt x="1044" y="582"/>
                </a:lnTo>
                <a:lnTo>
                  <a:pt x="1047" y="587"/>
                </a:lnTo>
                <a:lnTo>
                  <a:pt x="1056" y="594"/>
                </a:lnTo>
                <a:lnTo>
                  <a:pt x="1065" y="601"/>
                </a:lnTo>
                <a:lnTo>
                  <a:pt x="1077" y="607"/>
                </a:lnTo>
                <a:lnTo>
                  <a:pt x="1089" y="611"/>
                </a:lnTo>
                <a:lnTo>
                  <a:pt x="1101" y="614"/>
                </a:lnTo>
                <a:lnTo>
                  <a:pt x="1111" y="615"/>
                </a:lnTo>
                <a:lnTo>
                  <a:pt x="1111" y="615"/>
                </a:lnTo>
                <a:lnTo>
                  <a:pt x="1121" y="614"/>
                </a:lnTo>
                <a:lnTo>
                  <a:pt x="1133" y="611"/>
                </a:lnTo>
                <a:lnTo>
                  <a:pt x="1144" y="607"/>
                </a:lnTo>
                <a:lnTo>
                  <a:pt x="1155" y="601"/>
                </a:lnTo>
                <a:lnTo>
                  <a:pt x="1166" y="594"/>
                </a:lnTo>
                <a:lnTo>
                  <a:pt x="1173" y="587"/>
                </a:lnTo>
                <a:lnTo>
                  <a:pt x="1176" y="582"/>
                </a:lnTo>
                <a:lnTo>
                  <a:pt x="1179" y="577"/>
                </a:lnTo>
                <a:lnTo>
                  <a:pt x="1180" y="572"/>
                </a:lnTo>
                <a:lnTo>
                  <a:pt x="1180" y="568"/>
                </a:lnTo>
                <a:lnTo>
                  <a:pt x="1180" y="378"/>
                </a:lnTo>
                <a:lnTo>
                  <a:pt x="1040" y="378"/>
                </a:lnTo>
                <a:lnTo>
                  <a:pt x="1040" y="568"/>
                </a:lnTo>
                <a:close/>
                <a:moveTo>
                  <a:pt x="1510" y="284"/>
                </a:moveTo>
                <a:lnTo>
                  <a:pt x="1324" y="47"/>
                </a:lnTo>
                <a:lnTo>
                  <a:pt x="1324" y="47"/>
                </a:lnTo>
                <a:lnTo>
                  <a:pt x="1313" y="33"/>
                </a:lnTo>
                <a:lnTo>
                  <a:pt x="1304" y="22"/>
                </a:lnTo>
                <a:lnTo>
                  <a:pt x="1295" y="14"/>
                </a:lnTo>
                <a:lnTo>
                  <a:pt x="1285" y="8"/>
                </a:lnTo>
                <a:lnTo>
                  <a:pt x="1276" y="5"/>
                </a:lnTo>
                <a:lnTo>
                  <a:pt x="1266" y="1"/>
                </a:lnTo>
                <a:lnTo>
                  <a:pt x="1257" y="0"/>
                </a:lnTo>
                <a:lnTo>
                  <a:pt x="1247" y="0"/>
                </a:lnTo>
                <a:lnTo>
                  <a:pt x="369" y="0"/>
                </a:lnTo>
                <a:lnTo>
                  <a:pt x="369" y="0"/>
                </a:lnTo>
                <a:lnTo>
                  <a:pt x="359" y="0"/>
                </a:lnTo>
                <a:lnTo>
                  <a:pt x="350" y="1"/>
                </a:lnTo>
                <a:lnTo>
                  <a:pt x="339" y="3"/>
                </a:lnTo>
                <a:lnTo>
                  <a:pt x="330" y="7"/>
                </a:lnTo>
                <a:lnTo>
                  <a:pt x="319" y="13"/>
                </a:lnTo>
                <a:lnTo>
                  <a:pt x="307" y="21"/>
                </a:lnTo>
                <a:lnTo>
                  <a:pt x="295" y="33"/>
                </a:lnTo>
                <a:lnTo>
                  <a:pt x="282" y="47"/>
                </a:lnTo>
                <a:lnTo>
                  <a:pt x="7" y="284"/>
                </a:lnTo>
                <a:lnTo>
                  <a:pt x="7" y="284"/>
                </a:lnTo>
                <a:lnTo>
                  <a:pt x="2" y="293"/>
                </a:lnTo>
                <a:lnTo>
                  <a:pt x="0" y="301"/>
                </a:lnTo>
                <a:lnTo>
                  <a:pt x="0" y="309"/>
                </a:lnTo>
                <a:lnTo>
                  <a:pt x="0" y="314"/>
                </a:lnTo>
                <a:lnTo>
                  <a:pt x="2" y="319"/>
                </a:lnTo>
                <a:lnTo>
                  <a:pt x="6" y="323"/>
                </a:lnTo>
                <a:lnTo>
                  <a:pt x="10" y="326"/>
                </a:lnTo>
                <a:lnTo>
                  <a:pt x="15" y="328"/>
                </a:lnTo>
                <a:lnTo>
                  <a:pt x="26" y="330"/>
                </a:lnTo>
                <a:lnTo>
                  <a:pt x="35" y="331"/>
                </a:lnTo>
                <a:lnTo>
                  <a:pt x="46" y="330"/>
                </a:lnTo>
                <a:lnTo>
                  <a:pt x="93" y="331"/>
                </a:lnTo>
                <a:lnTo>
                  <a:pt x="95" y="757"/>
                </a:lnTo>
                <a:lnTo>
                  <a:pt x="95" y="757"/>
                </a:lnTo>
                <a:lnTo>
                  <a:pt x="98" y="764"/>
                </a:lnTo>
                <a:lnTo>
                  <a:pt x="102" y="772"/>
                </a:lnTo>
                <a:lnTo>
                  <a:pt x="108" y="780"/>
                </a:lnTo>
                <a:lnTo>
                  <a:pt x="117" y="790"/>
                </a:lnTo>
                <a:lnTo>
                  <a:pt x="123" y="793"/>
                </a:lnTo>
                <a:lnTo>
                  <a:pt x="127" y="797"/>
                </a:lnTo>
                <a:lnTo>
                  <a:pt x="134" y="801"/>
                </a:lnTo>
                <a:lnTo>
                  <a:pt x="142" y="803"/>
                </a:lnTo>
                <a:lnTo>
                  <a:pt x="150" y="804"/>
                </a:lnTo>
                <a:lnTo>
                  <a:pt x="158" y="805"/>
                </a:lnTo>
                <a:lnTo>
                  <a:pt x="158" y="805"/>
                </a:lnTo>
                <a:lnTo>
                  <a:pt x="170" y="804"/>
                </a:lnTo>
                <a:lnTo>
                  <a:pt x="182" y="803"/>
                </a:lnTo>
                <a:lnTo>
                  <a:pt x="196" y="798"/>
                </a:lnTo>
                <a:lnTo>
                  <a:pt x="202" y="796"/>
                </a:lnTo>
                <a:lnTo>
                  <a:pt x="209" y="792"/>
                </a:lnTo>
                <a:lnTo>
                  <a:pt x="216" y="789"/>
                </a:lnTo>
                <a:lnTo>
                  <a:pt x="221" y="784"/>
                </a:lnTo>
                <a:lnTo>
                  <a:pt x="225" y="778"/>
                </a:lnTo>
                <a:lnTo>
                  <a:pt x="230" y="771"/>
                </a:lnTo>
                <a:lnTo>
                  <a:pt x="233" y="764"/>
                </a:lnTo>
                <a:lnTo>
                  <a:pt x="234" y="756"/>
                </a:lnTo>
                <a:lnTo>
                  <a:pt x="235" y="331"/>
                </a:lnTo>
                <a:lnTo>
                  <a:pt x="1277" y="331"/>
                </a:lnTo>
                <a:lnTo>
                  <a:pt x="1277" y="763"/>
                </a:lnTo>
                <a:lnTo>
                  <a:pt x="1277" y="763"/>
                </a:lnTo>
                <a:lnTo>
                  <a:pt x="1280" y="770"/>
                </a:lnTo>
                <a:lnTo>
                  <a:pt x="1285" y="777"/>
                </a:lnTo>
                <a:lnTo>
                  <a:pt x="1292" y="785"/>
                </a:lnTo>
                <a:lnTo>
                  <a:pt x="1302" y="792"/>
                </a:lnTo>
                <a:lnTo>
                  <a:pt x="1313" y="799"/>
                </a:lnTo>
                <a:lnTo>
                  <a:pt x="1319" y="802"/>
                </a:lnTo>
                <a:lnTo>
                  <a:pt x="1326" y="804"/>
                </a:lnTo>
                <a:lnTo>
                  <a:pt x="1334" y="804"/>
                </a:lnTo>
                <a:lnTo>
                  <a:pt x="1342" y="804"/>
                </a:lnTo>
                <a:lnTo>
                  <a:pt x="1342" y="804"/>
                </a:lnTo>
                <a:lnTo>
                  <a:pt x="1354" y="803"/>
                </a:lnTo>
                <a:lnTo>
                  <a:pt x="1364" y="802"/>
                </a:lnTo>
                <a:lnTo>
                  <a:pt x="1379" y="798"/>
                </a:lnTo>
                <a:lnTo>
                  <a:pt x="1392" y="792"/>
                </a:lnTo>
                <a:lnTo>
                  <a:pt x="1397" y="789"/>
                </a:lnTo>
                <a:lnTo>
                  <a:pt x="1403" y="784"/>
                </a:lnTo>
                <a:lnTo>
                  <a:pt x="1408" y="779"/>
                </a:lnTo>
                <a:lnTo>
                  <a:pt x="1412" y="773"/>
                </a:lnTo>
                <a:lnTo>
                  <a:pt x="1415" y="767"/>
                </a:lnTo>
                <a:lnTo>
                  <a:pt x="1416" y="760"/>
                </a:lnTo>
                <a:lnTo>
                  <a:pt x="1416" y="331"/>
                </a:lnTo>
                <a:lnTo>
                  <a:pt x="1462" y="331"/>
                </a:lnTo>
                <a:lnTo>
                  <a:pt x="1462" y="331"/>
                </a:lnTo>
                <a:lnTo>
                  <a:pt x="1484" y="329"/>
                </a:lnTo>
                <a:lnTo>
                  <a:pt x="1498" y="325"/>
                </a:lnTo>
                <a:lnTo>
                  <a:pt x="1504" y="323"/>
                </a:lnTo>
                <a:lnTo>
                  <a:pt x="1507" y="320"/>
                </a:lnTo>
                <a:lnTo>
                  <a:pt x="1510" y="318"/>
                </a:lnTo>
                <a:lnTo>
                  <a:pt x="1512" y="314"/>
                </a:lnTo>
                <a:lnTo>
                  <a:pt x="1512" y="312"/>
                </a:lnTo>
                <a:lnTo>
                  <a:pt x="1513" y="309"/>
                </a:lnTo>
                <a:lnTo>
                  <a:pt x="1512" y="301"/>
                </a:lnTo>
                <a:lnTo>
                  <a:pt x="1511" y="293"/>
                </a:lnTo>
                <a:lnTo>
                  <a:pt x="1510" y="284"/>
                </a:lnTo>
                <a:lnTo>
                  <a:pt x="1510" y="2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8"/>
          <p:cNvSpPr>
            <a:spLocks noChangeAspect="1" noEditPoints="1"/>
          </p:cNvSpPr>
          <p:nvPr/>
        </p:nvSpPr>
        <p:spPr bwMode="auto">
          <a:xfrm>
            <a:off x="1200478" y="4545124"/>
            <a:ext cx="836198" cy="1080000"/>
          </a:xfrm>
          <a:custGeom>
            <a:avLst/>
            <a:gdLst>
              <a:gd name="T0" fmla="*/ 1170 w 1174"/>
              <a:gd name="T1" fmla="*/ 45 h 1514"/>
              <a:gd name="T2" fmla="*/ 1157 w 1174"/>
              <a:gd name="T3" fmla="*/ 16 h 1514"/>
              <a:gd name="T4" fmla="*/ 1144 w 1174"/>
              <a:gd name="T5" fmla="*/ 5 h 1514"/>
              <a:gd name="T6" fmla="*/ 1126 w 1174"/>
              <a:gd name="T7" fmla="*/ 0 h 1514"/>
              <a:gd name="T8" fmla="*/ 440 w 1174"/>
              <a:gd name="T9" fmla="*/ 0 h 1514"/>
              <a:gd name="T10" fmla="*/ 415 w 1174"/>
              <a:gd name="T11" fmla="*/ 3 h 1514"/>
              <a:gd name="T12" fmla="*/ 402 w 1174"/>
              <a:gd name="T13" fmla="*/ 13 h 1514"/>
              <a:gd name="T14" fmla="*/ 393 w 1174"/>
              <a:gd name="T15" fmla="*/ 31 h 1514"/>
              <a:gd name="T16" fmla="*/ 392 w 1174"/>
              <a:gd name="T17" fmla="*/ 609 h 1514"/>
              <a:gd name="T18" fmla="*/ 389 w 1174"/>
              <a:gd name="T19" fmla="*/ 623 h 1514"/>
              <a:gd name="T20" fmla="*/ 376 w 1174"/>
              <a:gd name="T21" fmla="*/ 653 h 1514"/>
              <a:gd name="T22" fmla="*/ 362 w 1174"/>
              <a:gd name="T23" fmla="*/ 665 h 1514"/>
              <a:gd name="T24" fmla="*/ 338 w 1174"/>
              <a:gd name="T25" fmla="*/ 674 h 1514"/>
              <a:gd name="T26" fmla="*/ 109 w 1174"/>
              <a:gd name="T27" fmla="*/ 765 h 1514"/>
              <a:gd name="T28" fmla="*/ 53 w 1174"/>
              <a:gd name="T29" fmla="*/ 786 h 1514"/>
              <a:gd name="T30" fmla="*/ 26 w 1174"/>
              <a:gd name="T31" fmla="*/ 803 h 1514"/>
              <a:gd name="T32" fmla="*/ 10 w 1174"/>
              <a:gd name="T33" fmla="*/ 825 h 1514"/>
              <a:gd name="T34" fmla="*/ 1 w 1174"/>
              <a:gd name="T35" fmla="*/ 855 h 1514"/>
              <a:gd name="T36" fmla="*/ 0 w 1174"/>
              <a:gd name="T37" fmla="*/ 1461 h 1514"/>
              <a:gd name="T38" fmla="*/ 12 w 1174"/>
              <a:gd name="T39" fmla="*/ 1477 h 1514"/>
              <a:gd name="T40" fmla="*/ 39 w 1174"/>
              <a:gd name="T41" fmla="*/ 1501 h 1514"/>
              <a:gd name="T42" fmla="*/ 63 w 1174"/>
              <a:gd name="T43" fmla="*/ 1511 h 1514"/>
              <a:gd name="T44" fmla="*/ 82 w 1174"/>
              <a:gd name="T45" fmla="*/ 1514 h 1514"/>
              <a:gd name="T46" fmla="*/ 123 w 1174"/>
              <a:gd name="T47" fmla="*/ 1505 h 1514"/>
              <a:gd name="T48" fmla="*/ 146 w 1174"/>
              <a:gd name="T49" fmla="*/ 1494 h 1514"/>
              <a:gd name="T50" fmla="*/ 162 w 1174"/>
              <a:gd name="T51" fmla="*/ 1476 h 1514"/>
              <a:gd name="T52" fmla="*/ 166 w 1174"/>
              <a:gd name="T53" fmla="*/ 898 h 1514"/>
              <a:gd name="T54" fmla="*/ 616 w 1174"/>
              <a:gd name="T55" fmla="*/ 1464 h 1514"/>
              <a:gd name="T56" fmla="*/ 632 w 1174"/>
              <a:gd name="T57" fmla="*/ 1489 h 1514"/>
              <a:gd name="T58" fmla="*/ 655 w 1174"/>
              <a:gd name="T59" fmla="*/ 1505 h 1514"/>
              <a:gd name="T60" fmla="*/ 684 w 1174"/>
              <a:gd name="T61" fmla="*/ 1514 h 1514"/>
              <a:gd name="T62" fmla="*/ 708 w 1174"/>
              <a:gd name="T63" fmla="*/ 1513 h 1514"/>
              <a:gd name="T64" fmla="*/ 746 w 1174"/>
              <a:gd name="T65" fmla="*/ 1504 h 1514"/>
              <a:gd name="T66" fmla="*/ 769 w 1174"/>
              <a:gd name="T67" fmla="*/ 1490 h 1514"/>
              <a:gd name="T68" fmla="*/ 781 w 1174"/>
              <a:gd name="T69" fmla="*/ 1469 h 1514"/>
              <a:gd name="T70" fmla="*/ 1008 w 1174"/>
              <a:gd name="T71" fmla="*/ 726 h 1514"/>
              <a:gd name="T72" fmla="*/ 1012 w 1174"/>
              <a:gd name="T73" fmla="*/ 1192 h 1514"/>
              <a:gd name="T74" fmla="*/ 1042 w 1174"/>
              <a:gd name="T75" fmla="*/ 1218 h 1514"/>
              <a:gd name="T76" fmla="*/ 1074 w 1174"/>
              <a:gd name="T77" fmla="*/ 1231 h 1514"/>
              <a:gd name="T78" fmla="*/ 1093 w 1174"/>
              <a:gd name="T79" fmla="*/ 1233 h 1514"/>
              <a:gd name="T80" fmla="*/ 1118 w 1174"/>
              <a:gd name="T81" fmla="*/ 1229 h 1514"/>
              <a:gd name="T82" fmla="*/ 1152 w 1174"/>
              <a:gd name="T83" fmla="*/ 1209 h 1514"/>
              <a:gd name="T84" fmla="*/ 1174 w 1174"/>
              <a:gd name="T85" fmla="*/ 1185 h 1514"/>
              <a:gd name="T86" fmla="*/ 390 w 1174"/>
              <a:gd name="T87" fmla="*/ 1180 h 1514"/>
              <a:gd name="T88" fmla="*/ 409 w 1174"/>
              <a:gd name="T89" fmla="*/ 1206 h 1514"/>
              <a:gd name="T90" fmla="*/ 435 w 1174"/>
              <a:gd name="T91" fmla="*/ 1225 h 1514"/>
              <a:gd name="T92" fmla="*/ 464 w 1174"/>
              <a:gd name="T93" fmla="*/ 1232 h 1514"/>
              <a:gd name="T94" fmla="*/ 485 w 1174"/>
              <a:gd name="T95" fmla="*/ 1232 h 1514"/>
              <a:gd name="T96" fmla="*/ 512 w 1174"/>
              <a:gd name="T97" fmla="*/ 1225 h 1514"/>
              <a:gd name="T98" fmla="*/ 537 w 1174"/>
              <a:gd name="T99" fmla="*/ 1206 h 1514"/>
              <a:gd name="T100" fmla="*/ 556 w 1174"/>
              <a:gd name="T101" fmla="*/ 1178 h 1514"/>
              <a:gd name="T102" fmla="*/ 390 w 1174"/>
              <a:gd name="T103" fmla="*/ 1180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74" h="1514">
                <a:moveTo>
                  <a:pt x="1171" y="53"/>
                </a:moveTo>
                <a:lnTo>
                  <a:pt x="1171" y="53"/>
                </a:lnTo>
                <a:lnTo>
                  <a:pt x="1170" y="45"/>
                </a:lnTo>
                <a:lnTo>
                  <a:pt x="1167" y="37"/>
                </a:lnTo>
                <a:lnTo>
                  <a:pt x="1163" y="26"/>
                </a:lnTo>
                <a:lnTo>
                  <a:pt x="1157" y="16"/>
                </a:lnTo>
                <a:lnTo>
                  <a:pt x="1153" y="13"/>
                </a:lnTo>
                <a:lnTo>
                  <a:pt x="1148" y="8"/>
                </a:lnTo>
                <a:lnTo>
                  <a:pt x="1144" y="5"/>
                </a:lnTo>
                <a:lnTo>
                  <a:pt x="1139" y="2"/>
                </a:lnTo>
                <a:lnTo>
                  <a:pt x="1132" y="1"/>
                </a:lnTo>
                <a:lnTo>
                  <a:pt x="1126" y="0"/>
                </a:lnTo>
                <a:lnTo>
                  <a:pt x="1126" y="0"/>
                </a:lnTo>
                <a:lnTo>
                  <a:pt x="440" y="0"/>
                </a:lnTo>
                <a:lnTo>
                  <a:pt x="440" y="0"/>
                </a:lnTo>
                <a:lnTo>
                  <a:pt x="433" y="0"/>
                </a:lnTo>
                <a:lnTo>
                  <a:pt x="425" y="1"/>
                </a:lnTo>
                <a:lnTo>
                  <a:pt x="415" y="3"/>
                </a:lnTo>
                <a:lnTo>
                  <a:pt x="410" y="6"/>
                </a:lnTo>
                <a:lnTo>
                  <a:pt x="407" y="9"/>
                </a:lnTo>
                <a:lnTo>
                  <a:pt x="402" y="13"/>
                </a:lnTo>
                <a:lnTo>
                  <a:pt x="399" y="18"/>
                </a:lnTo>
                <a:lnTo>
                  <a:pt x="395" y="24"/>
                </a:lnTo>
                <a:lnTo>
                  <a:pt x="393" y="31"/>
                </a:lnTo>
                <a:lnTo>
                  <a:pt x="392" y="39"/>
                </a:lnTo>
                <a:lnTo>
                  <a:pt x="392" y="50"/>
                </a:lnTo>
                <a:lnTo>
                  <a:pt x="392" y="609"/>
                </a:lnTo>
                <a:lnTo>
                  <a:pt x="392" y="609"/>
                </a:lnTo>
                <a:lnTo>
                  <a:pt x="390" y="616"/>
                </a:lnTo>
                <a:lnTo>
                  <a:pt x="389" y="623"/>
                </a:lnTo>
                <a:lnTo>
                  <a:pt x="387" y="633"/>
                </a:lnTo>
                <a:lnTo>
                  <a:pt x="383" y="642"/>
                </a:lnTo>
                <a:lnTo>
                  <a:pt x="376" y="653"/>
                </a:lnTo>
                <a:lnTo>
                  <a:pt x="373" y="656"/>
                </a:lnTo>
                <a:lnTo>
                  <a:pt x="368" y="661"/>
                </a:lnTo>
                <a:lnTo>
                  <a:pt x="362" y="665"/>
                </a:lnTo>
                <a:lnTo>
                  <a:pt x="355" y="668"/>
                </a:lnTo>
                <a:lnTo>
                  <a:pt x="355" y="668"/>
                </a:lnTo>
                <a:lnTo>
                  <a:pt x="338" y="674"/>
                </a:lnTo>
                <a:lnTo>
                  <a:pt x="304" y="686"/>
                </a:lnTo>
                <a:lnTo>
                  <a:pt x="207" y="725"/>
                </a:lnTo>
                <a:lnTo>
                  <a:pt x="109" y="765"/>
                </a:lnTo>
                <a:lnTo>
                  <a:pt x="72" y="779"/>
                </a:lnTo>
                <a:lnTo>
                  <a:pt x="53" y="786"/>
                </a:lnTo>
                <a:lnTo>
                  <a:pt x="53" y="786"/>
                </a:lnTo>
                <a:lnTo>
                  <a:pt x="43" y="791"/>
                </a:lnTo>
                <a:lnTo>
                  <a:pt x="33" y="796"/>
                </a:lnTo>
                <a:lnTo>
                  <a:pt x="26" y="803"/>
                </a:lnTo>
                <a:lnTo>
                  <a:pt x="19" y="810"/>
                </a:lnTo>
                <a:lnTo>
                  <a:pt x="14" y="817"/>
                </a:lnTo>
                <a:lnTo>
                  <a:pt x="10" y="825"/>
                </a:lnTo>
                <a:lnTo>
                  <a:pt x="6" y="833"/>
                </a:lnTo>
                <a:lnTo>
                  <a:pt x="4" y="841"/>
                </a:lnTo>
                <a:lnTo>
                  <a:pt x="1" y="855"/>
                </a:lnTo>
                <a:lnTo>
                  <a:pt x="0" y="867"/>
                </a:lnTo>
                <a:lnTo>
                  <a:pt x="0" y="879"/>
                </a:lnTo>
                <a:lnTo>
                  <a:pt x="0" y="1461"/>
                </a:lnTo>
                <a:lnTo>
                  <a:pt x="0" y="1461"/>
                </a:lnTo>
                <a:lnTo>
                  <a:pt x="5" y="1469"/>
                </a:lnTo>
                <a:lnTo>
                  <a:pt x="12" y="1477"/>
                </a:lnTo>
                <a:lnTo>
                  <a:pt x="21" y="1487"/>
                </a:lnTo>
                <a:lnTo>
                  <a:pt x="32" y="1497"/>
                </a:lnTo>
                <a:lnTo>
                  <a:pt x="39" y="1501"/>
                </a:lnTo>
                <a:lnTo>
                  <a:pt x="46" y="1505"/>
                </a:lnTo>
                <a:lnTo>
                  <a:pt x="54" y="1509"/>
                </a:lnTo>
                <a:lnTo>
                  <a:pt x="63" y="1511"/>
                </a:lnTo>
                <a:lnTo>
                  <a:pt x="72" y="1513"/>
                </a:lnTo>
                <a:lnTo>
                  <a:pt x="82" y="1514"/>
                </a:lnTo>
                <a:lnTo>
                  <a:pt x="82" y="1514"/>
                </a:lnTo>
                <a:lnTo>
                  <a:pt x="95" y="1513"/>
                </a:lnTo>
                <a:lnTo>
                  <a:pt x="108" y="1510"/>
                </a:lnTo>
                <a:lnTo>
                  <a:pt x="123" y="1505"/>
                </a:lnTo>
                <a:lnTo>
                  <a:pt x="131" y="1502"/>
                </a:lnTo>
                <a:lnTo>
                  <a:pt x="138" y="1498"/>
                </a:lnTo>
                <a:lnTo>
                  <a:pt x="146" y="1494"/>
                </a:lnTo>
                <a:lnTo>
                  <a:pt x="153" y="1489"/>
                </a:lnTo>
                <a:lnTo>
                  <a:pt x="157" y="1483"/>
                </a:lnTo>
                <a:lnTo>
                  <a:pt x="162" y="1476"/>
                </a:lnTo>
                <a:lnTo>
                  <a:pt x="164" y="1469"/>
                </a:lnTo>
                <a:lnTo>
                  <a:pt x="166" y="1461"/>
                </a:lnTo>
                <a:lnTo>
                  <a:pt x="166" y="898"/>
                </a:lnTo>
                <a:lnTo>
                  <a:pt x="616" y="898"/>
                </a:lnTo>
                <a:lnTo>
                  <a:pt x="616" y="1464"/>
                </a:lnTo>
                <a:lnTo>
                  <a:pt x="616" y="1464"/>
                </a:lnTo>
                <a:lnTo>
                  <a:pt x="620" y="1471"/>
                </a:lnTo>
                <a:lnTo>
                  <a:pt x="625" y="1479"/>
                </a:lnTo>
                <a:lnTo>
                  <a:pt x="632" y="1489"/>
                </a:lnTo>
                <a:lnTo>
                  <a:pt x="642" y="1498"/>
                </a:lnTo>
                <a:lnTo>
                  <a:pt x="648" y="1502"/>
                </a:lnTo>
                <a:lnTo>
                  <a:pt x="655" y="1505"/>
                </a:lnTo>
                <a:lnTo>
                  <a:pt x="664" y="1509"/>
                </a:lnTo>
                <a:lnTo>
                  <a:pt x="673" y="1511"/>
                </a:lnTo>
                <a:lnTo>
                  <a:pt x="684" y="1514"/>
                </a:lnTo>
                <a:lnTo>
                  <a:pt x="694" y="1514"/>
                </a:lnTo>
                <a:lnTo>
                  <a:pt x="694" y="1514"/>
                </a:lnTo>
                <a:lnTo>
                  <a:pt x="708" y="1513"/>
                </a:lnTo>
                <a:lnTo>
                  <a:pt x="723" y="1510"/>
                </a:lnTo>
                <a:lnTo>
                  <a:pt x="738" y="1507"/>
                </a:lnTo>
                <a:lnTo>
                  <a:pt x="746" y="1504"/>
                </a:lnTo>
                <a:lnTo>
                  <a:pt x="755" y="1500"/>
                </a:lnTo>
                <a:lnTo>
                  <a:pt x="762" y="1496"/>
                </a:lnTo>
                <a:lnTo>
                  <a:pt x="769" y="1490"/>
                </a:lnTo>
                <a:lnTo>
                  <a:pt x="774" y="1484"/>
                </a:lnTo>
                <a:lnTo>
                  <a:pt x="778" y="1477"/>
                </a:lnTo>
                <a:lnTo>
                  <a:pt x="781" y="1469"/>
                </a:lnTo>
                <a:lnTo>
                  <a:pt x="782" y="1461"/>
                </a:lnTo>
                <a:lnTo>
                  <a:pt x="782" y="840"/>
                </a:lnTo>
                <a:lnTo>
                  <a:pt x="1008" y="726"/>
                </a:lnTo>
                <a:lnTo>
                  <a:pt x="1007" y="1184"/>
                </a:lnTo>
                <a:lnTo>
                  <a:pt x="1007" y="1184"/>
                </a:lnTo>
                <a:lnTo>
                  <a:pt x="1012" y="1192"/>
                </a:lnTo>
                <a:lnTo>
                  <a:pt x="1021" y="1200"/>
                </a:lnTo>
                <a:lnTo>
                  <a:pt x="1030" y="1209"/>
                </a:lnTo>
                <a:lnTo>
                  <a:pt x="1042" y="1218"/>
                </a:lnTo>
                <a:lnTo>
                  <a:pt x="1057" y="1226"/>
                </a:lnTo>
                <a:lnTo>
                  <a:pt x="1066" y="1229"/>
                </a:lnTo>
                <a:lnTo>
                  <a:pt x="1074" y="1231"/>
                </a:lnTo>
                <a:lnTo>
                  <a:pt x="1083" y="1233"/>
                </a:lnTo>
                <a:lnTo>
                  <a:pt x="1093" y="1233"/>
                </a:lnTo>
                <a:lnTo>
                  <a:pt x="1093" y="1233"/>
                </a:lnTo>
                <a:lnTo>
                  <a:pt x="1102" y="1233"/>
                </a:lnTo>
                <a:lnTo>
                  <a:pt x="1111" y="1231"/>
                </a:lnTo>
                <a:lnTo>
                  <a:pt x="1118" y="1229"/>
                </a:lnTo>
                <a:lnTo>
                  <a:pt x="1126" y="1226"/>
                </a:lnTo>
                <a:lnTo>
                  <a:pt x="1140" y="1218"/>
                </a:lnTo>
                <a:lnTo>
                  <a:pt x="1152" y="1209"/>
                </a:lnTo>
                <a:lnTo>
                  <a:pt x="1161" y="1200"/>
                </a:lnTo>
                <a:lnTo>
                  <a:pt x="1169" y="1192"/>
                </a:lnTo>
                <a:lnTo>
                  <a:pt x="1174" y="1185"/>
                </a:lnTo>
                <a:lnTo>
                  <a:pt x="1171" y="53"/>
                </a:lnTo>
                <a:close/>
                <a:moveTo>
                  <a:pt x="390" y="1180"/>
                </a:moveTo>
                <a:lnTo>
                  <a:pt x="390" y="1180"/>
                </a:lnTo>
                <a:lnTo>
                  <a:pt x="395" y="1189"/>
                </a:lnTo>
                <a:lnTo>
                  <a:pt x="401" y="1197"/>
                </a:lnTo>
                <a:lnTo>
                  <a:pt x="409" y="1206"/>
                </a:lnTo>
                <a:lnTo>
                  <a:pt x="421" y="1217"/>
                </a:lnTo>
                <a:lnTo>
                  <a:pt x="428" y="1220"/>
                </a:lnTo>
                <a:lnTo>
                  <a:pt x="435" y="1225"/>
                </a:lnTo>
                <a:lnTo>
                  <a:pt x="444" y="1229"/>
                </a:lnTo>
                <a:lnTo>
                  <a:pt x="453" y="1231"/>
                </a:lnTo>
                <a:lnTo>
                  <a:pt x="464" y="1232"/>
                </a:lnTo>
                <a:lnTo>
                  <a:pt x="474" y="1233"/>
                </a:lnTo>
                <a:lnTo>
                  <a:pt x="474" y="1233"/>
                </a:lnTo>
                <a:lnTo>
                  <a:pt x="485" y="1232"/>
                </a:lnTo>
                <a:lnTo>
                  <a:pt x="494" y="1231"/>
                </a:lnTo>
                <a:lnTo>
                  <a:pt x="504" y="1229"/>
                </a:lnTo>
                <a:lnTo>
                  <a:pt x="512" y="1225"/>
                </a:lnTo>
                <a:lnTo>
                  <a:pt x="519" y="1220"/>
                </a:lnTo>
                <a:lnTo>
                  <a:pt x="526" y="1216"/>
                </a:lnTo>
                <a:lnTo>
                  <a:pt x="537" y="1206"/>
                </a:lnTo>
                <a:lnTo>
                  <a:pt x="545" y="1196"/>
                </a:lnTo>
                <a:lnTo>
                  <a:pt x="551" y="1186"/>
                </a:lnTo>
                <a:lnTo>
                  <a:pt x="556" y="1178"/>
                </a:lnTo>
                <a:lnTo>
                  <a:pt x="558" y="953"/>
                </a:lnTo>
                <a:lnTo>
                  <a:pt x="392" y="953"/>
                </a:lnTo>
                <a:lnTo>
                  <a:pt x="390" y="11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9"/>
          <p:cNvSpPr>
            <a:spLocks noChangeAspect="1" noEditPoints="1"/>
          </p:cNvSpPr>
          <p:nvPr/>
        </p:nvSpPr>
        <p:spPr bwMode="auto">
          <a:xfrm>
            <a:off x="2733800" y="4586373"/>
            <a:ext cx="1080000" cy="1077861"/>
          </a:xfrm>
          <a:custGeom>
            <a:avLst/>
            <a:gdLst>
              <a:gd name="T0" fmla="*/ 718 w 1514"/>
              <a:gd name="T1" fmla="*/ 1 h 1511"/>
              <a:gd name="T2" fmla="*/ 604 w 1514"/>
              <a:gd name="T3" fmla="*/ 15 h 1511"/>
              <a:gd name="T4" fmla="*/ 495 w 1514"/>
              <a:gd name="T5" fmla="*/ 46 h 1511"/>
              <a:gd name="T6" fmla="*/ 395 w 1514"/>
              <a:gd name="T7" fmla="*/ 91 h 1511"/>
              <a:gd name="T8" fmla="*/ 304 w 1514"/>
              <a:gd name="T9" fmla="*/ 150 h 1511"/>
              <a:gd name="T10" fmla="*/ 221 w 1514"/>
              <a:gd name="T11" fmla="*/ 221 h 1511"/>
              <a:gd name="T12" fmla="*/ 150 w 1514"/>
              <a:gd name="T13" fmla="*/ 304 h 1511"/>
              <a:gd name="T14" fmla="*/ 91 w 1514"/>
              <a:gd name="T15" fmla="*/ 396 h 1511"/>
              <a:gd name="T16" fmla="*/ 45 w 1514"/>
              <a:gd name="T17" fmla="*/ 497 h 1511"/>
              <a:gd name="T18" fmla="*/ 15 w 1514"/>
              <a:gd name="T19" fmla="*/ 604 h 1511"/>
              <a:gd name="T20" fmla="*/ 0 w 1514"/>
              <a:gd name="T21" fmla="*/ 718 h 1511"/>
              <a:gd name="T22" fmla="*/ 0 w 1514"/>
              <a:gd name="T23" fmla="*/ 796 h 1511"/>
              <a:gd name="T24" fmla="*/ 15 w 1514"/>
              <a:gd name="T25" fmla="*/ 909 h 1511"/>
              <a:gd name="T26" fmla="*/ 45 w 1514"/>
              <a:gd name="T27" fmla="*/ 1017 h 1511"/>
              <a:gd name="T28" fmla="*/ 91 w 1514"/>
              <a:gd name="T29" fmla="*/ 1118 h 1511"/>
              <a:gd name="T30" fmla="*/ 150 w 1514"/>
              <a:gd name="T31" fmla="*/ 1209 h 1511"/>
              <a:gd name="T32" fmla="*/ 221 w 1514"/>
              <a:gd name="T33" fmla="*/ 1290 h 1511"/>
              <a:gd name="T34" fmla="*/ 304 w 1514"/>
              <a:gd name="T35" fmla="*/ 1362 h 1511"/>
              <a:gd name="T36" fmla="*/ 395 w 1514"/>
              <a:gd name="T37" fmla="*/ 1420 h 1511"/>
              <a:gd name="T38" fmla="*/ 495 w 1514"/>
              <a:gd name="T39" fmla="*/ 1465 h 1511"/>
              <a:gd name="T40" fmla="*/ 604 w 1514"/>
              <a:gd name="T41" fmla="*/ 1496 h 1511"/>
              <a:gd name="T42" fmla="*/ 718 w 1514"/>
              <a:gd name="T43" fmla="*/ 1510 h 1511"/>
              <a:gd name="T44" fmla="*/ 795 w 1514"/>
              <a:gd name="T45" fmla="*/ 1510 h 1511"/>
              <a:gd name="T46" fmla="*/ 908 w 1514"/>
              <a:gd name="T47" fmla="*/ 1496 h 1511"/>
              <a:gd name="T48" fmla="*/ 1017 w 1514"/>
              <a:gd name="T49" fmla="*/ 1465 h 1511"/>
              <a:gd name="T50" fmla="*/ 1117 w 1514"/>
              <a:gd name="T51" fmla="*/ 1420 h 1511"/>
              <a:gd name="T52" fmla="*/ 1208 w 1514"/>
              <a:gd name="T53" fmla="*/ 1362 h 1511"/>
              <a:gd name="T54" fmla="*/ 1291 w 1514"/>
              <a:gd name="T55" fmla="*/ 1290 h 1511"/>
              <a:gd name="T56" fmla="*/ 1362 w 1514"/>
              <a:gd name="T57" fmla="*/ 1209 h 1511"/>
              <a:gd name="T58" fmla="*/ 1421 w 1514"/>
              <a:gd name="T59" fmla="*/ 1118 h 1511"/>
              <a:gd name="T60" fmla="*/ 1467 w 1514"/>
              <a:gd name="T61" fmla="*/ 1017 h 1511"/>
              <a:gd name="T62" fmla="*/ 1498 w 1514"/>
              <a:gd name="T63" fmla="*/ 909 h 1511"/>
              <a:gd name="T64" fmla="*/ 1512 w 1514"/>
              <a:gd name="T65" fmla="*/ 796 h 1511"/>
              <a:gd name="T66" fmla="*/ 1512 w 1514"/>
              <a:gd name="T67" fmla="*/ 718 h 1511"/>
              <a:gd name="T68" fmla="*/ 1498 w 1514"/>
              <a:gd name="T69" fmla="*/ 604 h 1511"/>
              <a:gd name="T70" fmla="*/ 1467 w 1514"/>
              <a:gd name="T71" fmla="*/ 497 h 1511"/>
              <a:gd name="T72" fmla="*/ 1421 w 1514"/>
              <a:gd name="T73" fmla="*/ 396 h 1511"/>
              <a:gd name="T74" fmla="*/ 1362 w 1514"/>
              <a:gd name="T75" fmla="*/ 304 h 1511"/>
              <a:gd name="T76" fmla="*/ 1291 w 1514"/>
              <a:gd name="T77" fmla="*/ 221 h 1511"/>
              <a:gd name="T78" fmla="*/ 1208 w 1514"/>
              <a:gd name="T79" fmla="*/ 150 h 1511"/>
              <a:gd name="T80" fmla="*/ 1117 w 1514"/>
              <a:gd name="T81" fmla="*/ 91 h 1511"/>
              <a:gd name="T82" fmla="*/ 1017 w 1514"/>
              <a:gd name="T83" fmla="*/ 46 h 1511"/>
              <a:gd name="T84" fmla="*/ 908 w 1514"/>
              <a:gd name="T85" fmla="*/ 15 h 1511"/>
              <a:gd name="T86" fmla="*/ 795 w 1514"/>
              <a:gd name="T87" fmla="*/ 1 h 1511"/>
              <a:gd name="T88" fmla="*/ 124 w 1514"/>
              <a:gd name="T89" fmla="*/ 874 h 1511"/>
              <a:gd name="T90" fmla="*/ 118 w 1514"/>
              <a:gd name="T91" fmla="*/ 834 h 1511"/>
              <a:gd name="T92" fmla="*/ 111 w 1514"/>
              <a:gd name="T93" fmla="*/ 726 h 1511"/>
              <a:gd name="T94" fmla="*/ 125 w 1514"/>
              <a:gd name="T95" fmla="*/ 626 h 1511"/>
              <a:gd name="T96" fmla="*/ 136 w 1514"/>
              <a:gd name="T97" fmla="*/ 579 h 1511"/>
              <a:gd name="T98" fmla="*/ 746 w 1514"/>
              <a:gd name="T99" fmla="*/ 581 h 1511"/>
              <a:gd name="T100" fmla="*/ 1376 w 1514"/>
              <a:gd name="T101" fmla="*/ 603 h 1511"/>
              <a:gd name="T102" fmla="*/ 1394 w 1514"/>
              <a:gd name="T103" fmla="*/ 713 h 1511"/>
              <a:gd name="T104" fmla="*/ 1393 w 1514"/>
              <a:gd name="T105" fmla="*/ 785 h 1511"/>
              <a:gd name="T106" fmla="*/ 1384 w 1514"/>
              <a:gd name="T107" fmla="*/ 873 h 1511"/>
              <a:gd name="T108" fmla="*/ 124 w 1514"/>
              <a:gd name="T109" fmla="*/ 874 h 1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514" h="1511">
                <a:moveTo>
                  <a:pt x="756" y="0"/>
                </a:moveTo>
                <a:lnTo>
                  <a:pt x="756" y="0"/>
                </a:lnTo>
                <a:lnTo>
                  <a:pt x="718" y="1"/>
                </a:lnTo>
                <a:lnTo>
                  <a:pt x="679" y="3"/>
                </a:lnTo>
                <a:lnTo>
                  <a:pt x="641" y="8"/>
                </a:lnTo>
                <a:lnTo>
                  <a:pt x="604" y="15"/>
                </a:lnTo>
                <a:lnTo>
                  <a:pt x="568" y="24"/>
                </a:lnTo>
                <a:lnTo>
                  <a:pt x="531" y="34"/>
                </a:lnTo>
                <a:lnTo>
                  <a:pt x="495" y="46"/>
                </a:lnTo>
                <a:lnTo>
                  <a:pt x="461" y="59"/>
                </a:lnTo>
                <a:lnTo>
                  <a:pt x="428" y="74"/>
                </a:lnTo>
                <a:lnTo>
                  <a:pt x="395" y="91"/>
                </a:lnTo>
                <a:lnTo>
                  <a:pt x="364" y="110"/>
                </a:lnTo>
                <a:lnTo>
                  <a:pt x="333" y="129"/>
                </a:lnTo>
                <a:lnTo>
                  <a:pt x="304" y="150"/>
                </a:lnTo>
                <a:lnTo>
                  <a:pt x="274" y="173"/>
                </a:lnTo>
                <a:lnTo>
                  <a:pt x="247" y="196"/>
                </a:lnTo>
                <a:lnTo>
                  <a:pt x="221" y="221"/>
                </a:lnTo>
                <a:lnTo>
                  <a:pt x="196" y="248"/>
                </a:lnTo>
                <a:lnTo>
                  <a:pt x="173" y="275"/>
                </a:lnTo>
                <a:lnTo>
                  <a:pt x="150" y="304"/>
                </a:lnTo>
                <a:lnTo>
                  <a:pt x="129" y="333"/>
                </a:lnTo>
                <a:lnTo>
                  <a:pt x="109" y="364"/>
                </a:lnTo>
                <a:lnTo>
                  <a:pt x="91" y="396"/>
                </a:lnTo>
                <a:lnTo>
                  <a:pt x="74" y="429"/>
                </a:lnTo>
                <a:lnTo>
                  <a:pt x="59" y="462"/>
                </a:lnTo>
                <a:lnTo>
                  <a:pt x="45" y="497"/>
                </a:lnTo>
                <a:lnTo>
                  <a:pt x="33" y="532"/>
                </a:lnTo>
                <a:lnTo>
                  <a:pt x="23" y="568"/>
                </a:lnTo>
                <a:lnTo>
                  <a:pt x="15" y="604"/>
                </a:lnTo>
                <a:lnTo>
                  <a:pt x="8" y="642"/>
                </a:lnTo>
                <a:lnTo>
                  <a:pt x="3" y="680"/>
                </a:lnTo>
                <a:lnTo>
                  <a:pt x="0" y="718"/>
                </a:lnTo>
                <a:lnTo>
                  <a:pt x="0" y="757"/>
                </a:lnTo>
                <a:lnTo>
                  <a:pt x="0" y="757"/>
                </a:lnTo>
                <a:lnTo>
                  <a:pt x="0" y="796"/>
                </a:lnTo>
                <a:lnTo>
                  <a:pt x="3" y="834"/>
                </a:lnTo>
                <a:lnTo>
                  <a:pt x="8" y="872"/>
                </a:lnTo>
                <a:lnTo>
                  <a:pt x="15" y="909"/>
                </a:lnTo>
                <a:lnTo>
                  <a:pt x="23" y="946"/>
                </a:lnTo>
                <a:lnTo>
                  <a:pt x="33" y="982"/>
                </a:lnTo>
                <a:lnTo>
                  <a:pt x="45" y="1017"/>
                </a:lnTo>
                <a:lnTo>
                  <a:pt x="59" y="1051"/>
                </a:lnTo>
                <a:lnTo>
                  <a:pt x="74" y="1084"/>
                </a:lnTo>
                <a:lnTo>
                  <a:pt x="91" y="1118"/>
                </a:lnTo>
                <a:lnTo>
                  <a:pt x="109" y="1148"/>
                </a:lnTo>
                <a:lnTo>
                  <a:pt x="129" y="1179"/>
                </a:lnTo>
                <a:lnTo>
                  <a:pt x="150" y="1209"/>
                </a:lnTo>
                <a:lnTo>
                  <a:pt x="173" y="1237"/>
                </a:lnTo>
                <a:lnTo>
                  <a:pt x="196" y="1264"/>
                </a:lnTo>
                <a:lnTo>
                  <a:pt x="221" y="1290"/>
                </a:lnTo>
                <a:lnTo>
                  <a:pt x="247" y="1316"/>
                </a:lnTo>
                <a:lnTo>
                  <a:pt x="274" y="1340"/>
                </a:lnTo>
                <a:lnTo>
                  <a:pt x="304" y="1362"/>
                </a:lnTo>
                <a:lnTo>
                  <a:pt x="333" y="1382"/>
                </a:lnTo>
                <a:lnTo>
                  <a:pt x="364" y="1403"/>
                </a:lnTo>
                <a:lnTo>
                  <a:pt x="395" y="1420"/>
                </a:lnTo>
                <a:lnTo>
                  <a:pt x="428" y="1437"/>
                </a:lnTo>
                <a:lnTo>
                  <a:pt x="461" y="1452"/>
                </a:lnTo>
                <a:lnTo>
                  <a:pt x="495" y="1465"/>
                </a:lnTo>
                <a:lnTo>
                  <a:pt x="531" y="1477"/>
                </a:lnTo>
                <a:lnTo>
                  <a:pt x="568" y="1488"/>
                </a:lnTo>
                <a:lnTo>
                  <a:pt x="604" y="1496"/>
                </a:lnTo>
                <a:lnTo>
                  <a:pt x="641" y="1503"/>
                </a:lnTo>
                <a:lnTo>
                  <a:pt x="679" y="1508"/>
                </a:lnTo>
                <a:lnTo>
                  <a:pt x="718" y="1510"/>
                </a:lnTo>
                <a:lnTo>
                  <a:pt x="756" y="1511"/>
                </a:lnTo>
                <a:lnTo>
                  <a:pt x="756" y="1511"/>
                </a:lnTo>
                <a:lnTo>
                  <a:pt x="795" y="1510"/>
                </a:lnTo>
                <a:lnTo>
                  <a:pt x="834" y="1508"/>
                </a:lnTo>
                <a:lnTo>
                  <a:pt x="871" y="1503"/>
                </a:lnTo>
                <a:lnTo>
                  <a:pt x="908" y="1496"/>
                </a:lnTo>
                <a:lnTo>
                  <a:pt x="945" y="1488"/>
                </a:lnTo>
                <a:lnTo>
                  <a:pt x="981" y="1477"/>
                </a:lnTo>
                <a:lnTo>
                  <a:pt x="1017" y="1465"/>
                </a:lnTo>
                <a:lnTo>
                  <a:pt x="1051" y="1452"/>
                </a:lnTo>
                <a:lnTo>
                  <a:pt x="1084" y="1437"/>
                </a:lnTo>
                <a:lnTo>
                  <a:pt x="1117" y="1420"/>
                </a:lnTo>
                <a:lnTo>
                  <a:pt x="1148" y="1403"/>
                </a:lnTo>
                <a:lnTo>
                  <a:pt x="1179" y="1382"/>
                </a:lnTo>
                <a:lnTo>
                  <a:pt x="1208" y="1362"/>
                </a:lnTo>
                <a:lnTo>
                  <a:pt x="1238" y="1340"/>
                </a:lnTo>
                <a:lnTo>
                  <a:pt x="1265" y="1316"/>
                </a:lnTo>
                <a:lnTo>
                  <a:pt x="1291" y="1290"/>
                </a:lnTo>
                <a:lnTo>
                  <a:pt x="1316" y="1264"/>
                </a:lnTo>
                <a:lnTo>
                  <a:pt x="1340" y="1237"/>
                </a:lnTo>
                <a:lnTo>
                  <a:pt x="1362" y="1209"/>
                </a:lnTo>
                <a:lnTo>
                  <a:pt x="1384" y="1179"/>
                </a:lnTo>
                <a:lnTo>
                  <a:pt x="1404" y="1148"/>
                </a:lnTo>
                <a:lnTo>
                  <a:pt x="1421" y="1118"/>
                </a:lnTo>
                <a:lnTo>
                  <a:pt x="1438" y="1084"/>
                </a:lnTo>
                <a:lnTo>
                  <a:pt x="1453" y="1051"/>
                </a:lnTo>
                <a:lnTo>
                  <a:pt x="1467" y="1017"/>
                </a:lnTo>
                <a:lnTo>
                  <a:pt x="1479" y="982"/>
                </a:lnTo>
                <a:lnTo>
                  <a:pt x="1489" y="946"/>
                </a:lnTo>
                <a:lnTo>
                  <a:pt x="1498" y="909"/>
                </a:lnTo>
                <a:lnTo>
                  <a:pt x="1504" y="872"/>
                </a:lnTo>
                <a:lnTo>
                  <a:pt x="1509" y="834"/>
                </a:lnTo>
                <a:lnTo>
                  <a:pt x="1512" y="796"/>
                </a:lnTo>
                <a:lnTo>
                  <a:pt x="1514" y="757"/>
                </a:lnTo>
                <a:lnTo>
                  <a:pt x="1514" y="757"/>
                </a:lnTo>
                <a:lnTo>
                  <a:pt x="1512" y="718"/>
                </a:lnTo>
                <a:lnTo>
                  <a:pt x="1509" y="680"/>
                </a:lnTo>
                <a:lnTo>
                  <a:pt x="1504" y="642"/>
                </a:lnTo>
                <a:lnTo>
                  <a:pt x="1498" y="604"/>
                </a:lnTo>
                <a:lnTo>
                  <a:pt x="1489" y="568"/>
                </a:lnTo>
                <a:lnTo>
                  <a:pt x="1479" y="532"/>
                </a:lnTo>
                <a:lnTo>
                  <a:pt x="1467" y="497"/>
                </a:lnTo>
                <a:lnTo>
                  <a:pt x="1453" y="462"/>
                </a:lnTo>
                <a:lnTo>
                  <a:pt x="1438" y="429"/>
                </a:lnTo>
                <a:lnTo>
                  <a:pt x="1421" y="396"/>
                </a:lnTo>
                <a:lnTo>
                  <a:pt x="1404" y="364"/>
                </a:lnTo>
                <a:lnTo>
                  <a:pt x="1384" y="333"/>
                </a:lnTo>
                <a:lnTo>
                  <a:pt x="1362" y="304"/>
                </a:lnTo>
                <a:lnTo>
                  <a:pt x="1340" y="275"/>
                </a:lnTo>
                <a:lnTo>
                  <a:pt x="1316" y="248"/>
                </a:lnTo>
                <a:lnTo>
                  <a:pt x="1291" y="221"/>
                </a:lnTo>
                <a:lnTo>
                  <a:pt x="1265" y="196"/>
                </a:lnTo>
                <a:lnTo>
                  <a:pt x="1238" y="173"/>
                </a:lnTo>
                <a:lnTo>
                  <a:pt x="1208" y="150"/>
                </a:lnTo>
                <a:lnTo>
                  <a:pt x="1179" y="129"/>
                </a:lnTo>
                <a:lnTo>
                  <a:pt x="1148" y="110"/>
                </a:lnTo>
                <a:lnTo>
                  <a:pt x="1117" y="91"/>
                </a:lnTo>
                <a:lnTo>
                  <a:pt x="1084" y="74"/>
                </a:lnTo>
                <a:lnTo>
                  <a:pt x="1051" y="59"/>
                </a:lnTo>
                <a:lnTo>
                  <a:pt x="1017" y="46"/>
                </a:lnTo>
                <a:lnTo>
                  <a:pt x="981" y="34"/>
                </a:lnTo>
                <a:lnTo>
                  <a:pt x="945" y="24"/>
                </a:lnTo>
                <a:lnTo>
                  <a:pt x="908" y="15"/>
                </a:lnTo>
                <a:lnTo>
                  <a:pt x="871" y="8"/>
                </a:lnTo>
                <a:lnTo>
                  <a:pt x="834" y="3"/>
                </a:lnTo>
                <a:lnTo>
                  <a:pt x="795" y="1"/>
                </a:lnTo>
                <a:lnTo>
                  <a:pt x="756" y="0"/>
                </a:lnTo>
                <a:lnTo>
                  <a:pt x="756" y="0"/>
                </a:lnTo>
                <a:close/>
                <a:moveTo>
                  <a:pt x="124" y="874"/>
                </a:moveTo>
                <a:lnTo>
                  <a:pt x="124" y="874"/>
                </a:lnTo>
                <a:lnTo>
                  <a:pt x="120" y="856"/>
                </a:lnTo>
                <a:lnTo>
                  <a:pt x="118" y="834"/>
                </a:lnTo>
                <a:lnTo>
                  <a:pt x="115" y="784"/>
                </a:lnTo>
                <a:lnTo>
                  <a:pt x="111" y="726"/>
                </a:lnTo>
                <a:lnTo>
                  <a:pt x="111" y="726"/>
                </a:lnTo>
                <a:lnTo>
                  <a:pt x="112" y="711"/>
                </a:lnTo>
                <a:lnTo>
                  <a:pt x="117" y="674"/>
                </a:lnTo>
                <a:lnTo>
                  <a:pt x="125" y="626"/>
                </a:lnTo>
                <a:lnTo>
                  <a:pt x="130" y="602"/>
                </a:lnTo>
                <a:lnTo>
                  <a:pt x="136" y="579"/>
                </a:lnTo>
                <a:lnTo>
                  <a:pt x="136" y="579"/>
                </a:lnTo>
                <a:lnTo>
                  <a:pt x="202" y="581"/>
                </a:lnTo>
                <a:lnTo>
                  <a:pt x="343" y="581"/>
                </a:lnTo>
                <a:lnTo>
                  <a:pt x="746" y="581"/>
                </a:lnTo>
                <a:lnTo>
                  <a:pt x="1370" y="581"/>
                </a:lnTo>
                <a:lnTo>
                  <a:pt x="1370" y="581"/>
                </a:lnTo>
                <a:lnTo>
                  <a:pt x="1376" y="603"/>
                </a:lnTo>
                <a:lnTo>
                  <a:pt x="1381" y="628"/>
                </a:lnTo>
                <a:lnTo>
                  <a:pt x="1389" y="675"/>
                </a:lnTo>
                <a:lnTo>
                  <a:pt x="1394" y="713"/>
                </a:lnTo>
                <a:lnTo>
                  <a:pt x="1395" y="728"/>
                </a:lnTo>
                <a:lnTo>
                  <a:pt x="1395" y="728"/>
                </a:lnTo>
                <a:lnTo>
                  <a:pt x="1393" y="785"/>
                </a:lnTo>
                <a:lnTo>
                  <a:pt x="1388" y="834"/>
                </a:lnTo>
                <a:lnTo>
                  <a:pt x="1386" y="855"/>
                </a:lnTo>
                <a:lnTo>
                  <a:pt x="1384" y="873"/>
                </a:lnTo>
                <a:lnTo>
                  <a:pt x="1384" y="873"/>
                </a:lnTo>
                <a:lnTo>
                  <a:pt x="124" y="874"/>
                </a:lnTo>
                <a:lnTo>
                  <a:pt x="124" y="87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0"/>
          <p:cNvSpPr>
            <a:spLocks noChangeAspect="1" noEditPoints="1"/>
          </p:cNvSpPr>
          <p:nvPr/>
        </p:nvSpPr>
        <p:spPr bwMode="auto">
          <a:xfrm>
            <a:off x="4413000" y="4545124"/>
            <a:ext cx="1080000" cy="1117699"/>
          </a:xfrm>
          <a:custGeom>
            <a:avLst/>
            <a:gdLst>
              <a:gd name="T0" fmla="*/ 1071 w 1463"/>
              <a:gd name="T1" fmla="*/ 191 h 1513"/>
              <a:gd name="T2" fmla="*/ 1006 w 1463"/>
              <a:gd name="T3" fmla="*/ 179 h 1513"/>
              <a:gd name="T4" fmla="*/ 892 w 1463"/>
              <a:gd name="T5" fmla="*/ 48 h 1513"/>
              <a:gd name="T6" fmla="*/ 624 w 1463"/>
              <a:gd name="T7" fmla="*/ 8 h 1513"/>
              <a:gd name="T8" fmla="*/ 379 w 1463"/>
              <a:gd name="T9" fmla="*/ 212 h 1513"/>
              <a:gd name="T10" fmla="*/ 305 w 1463"/>
              <a:gd name="T11" fmla="*/ 217 h 1513"/>
              <a:gd name="T12" fmla="*/ 193 w 1463"/>
              <a:gd name="T13" fmla="*/ 204 h 1513"/>
              <a:gd name="T14" fmla="*/ 59 w 1463"/>
              <a:gd name="T15" fmla="*/ 315 h 1513"/>
              <a:gd name="T16" fmla="*/ 0 w 1463"/>
              <a:gd name="T17" fmla="*/ 557 h 1513"/>
              <a:gd name="T18" fmla="*/ 58 w 1463"/>
              <a:gd name="T19" fmla="*/ 733 h 1513"/>
              <a:gd name="T20" fmla="*/ 194 w 1463"/>
              <a:gd name="T21" fmla="*/ 853 h 1513"/>
              <a:gd name="T22" fmla="*/ 1034 w 1463"/>
              <a:gd name="T23" fmla="*/ 888 h 1513"/>
              <a:gd name="T24" fmla="*/ 1281 w 1463"/>
              <a:gd name="T25" fmla="*/ 824 h 1513"/>
              <a:gd name="T26" fmla="*/ 1422 w 1463"/>
              <a:gd name="T27" fmla="*/ 669 h 1513"/>
              <a:gd name="T28" fmla="*/ 1463 w 1463"/>
              <a:gd name="T29" fmla="*/ 499 h 1513"/>
              <a:gd name="T30" fmla="*/ 1421 w 1463"/>
              <a:gd name="T31" fmla="*/ 266 h 1513"/>
              <a:gd name="T32" fmla="*/ 1310 w 1463"/>
              <a:gd name="T33" fmla="*/ 175 h 1513"/>
              <a:gd name="T34" fmla="*/ 939 w 1463"/>
              <a:gd name="T35" fmla="*/ 1098 h 1513"/>
              <a:gd name="T36" fmla="*/ 211 w 1463"/>
              <a:gd name="T37" fmla="*/ 962 h 1513"/>
              <a:gd name="T38" fmla="*/ 236 w 1463"/>
              <a:gd name="T39" fmla="*/ 993 h 1513"/>
              <a:gd name="T40" fmla="*/ 258 w 1463"/>
              <a:gd name="T41" fmla="*/ 958 h 1513"/>
              <a:gd name="T42" fmla="*/ 904 w 1463"/>
              <a:gd name="T43" fmla="*/ 993 h 1513"/>
              <a:gd name="T44" fmla="*/ 896 w 1463"/>
              <a:gd name="T45" fmla="*/ 1037 h 1513"/>
              <a:gd name="T46" fmla="*/ 939 w 1463"/>
              <a:gd name="T47" fmla="*/ 1028 h 1513"/>
              <a:gd name="T48" fmla="*/ 915 w 1463"/>
              <a:gd name="T49" fmla="*/ 991 h 1513"/>
              <a:gd name="T50" fmla="*/ 158 w 1463"/>
              <a:gd name="T51" fmla="*/ 1125 h 1513"/>
              <a:gd name="T52" fmla="*/ 188 w 1463"/>
              <a:gd name="T53" fmla="*/ 1150 h 1513"/>
              <a:gd name="T54" fmla="*/ 204 w 1463"/>
              <a:gd name="T55" fmla="*/ 1111 h 1513"/>
              <a:gd name="T56" fmla="*/ 271 w 1463"/>
              <a:gd name="T57" fmla="*/ 1257 h 1513"/>
              <a:gd name="T58" fmla="*/ 271 w 1463"/>
              <a:gd name="T59" fmla="*/ 1304 h 1513"/>
              <a:gd name="T60" fmla="*/ 315 w 1463"/>
              <a:gd name="T61" fmla="*/ 1286 h 1513"/>
              <a:gd name="T62" fmla="*/ 288 w 1463"/>
              <a:gd name="T63" fmla="*/ 1252 h 1513"/>
              <a:gd name="T64" fmla="*/ 470 w 1463"/>
              <a:gd name="T65" fmla="*/ 966 h 1513"/>
              <a:gd name="T66" fmla="*/ 505 w 1463"/>
              <a:gd name="T67" fmla="*/ 991 h 1513"/>
              <a:gd name="T68" fmla="*/ 514 w 1463"/>
              <a:gd name="T69" fmla="*/ 948 h 1513"/>
              <a:gd name="T70" fmla="*/ 424 w 1463"/>
              <a:gd name="T71" fmla="*/ 1156 h 1513"/>
              <a:gd name="T72" fmla="*/ 433 w 1463"/>
              <a:gd name="T73" fmla="*/ 1201 h 1513"/>
              <a:gd name="T74" fmla="*/ 471 w 1463"/>
              <a:gd name="T75" fmla="*/ 1175 h 1513"/>
              <a:gd name="T76" fmla="*/ 653 w 1463"/>
              <a:gd name="T77" fmla="*/ 991 h 1513"/>
              <a:gd name="T78" fmla="*/ 625 w 1463"/>
              <a:gd name="T79" fmla="*/ 1025 h 1513"/>
              <a:gd name="T80" fmla="*/ 670 w 1463"/>
              <a:gd name="T81" fmla="*/ 1043 h 1513"/>
              <a:gd name="T82" fmla="*/ 670 w 1463"/>
              <a:gd name="T83" fmla="*/ 995 h 1513"/>
              <a:gd name="T84" fmla="*/ 579 w 1463"/>
              <a:gd name="T85" fmla="*/ 1108 h 1513"/>
              <a:gd name="T86" fmla="*/ 598 w 1463"/>
              <a:gd name="T87" fmla="*/ 1154 h 1513"/>
              <a:gd name="T88" fmla="*/ 633 w 1463"/>
              <a:gd name="T89" fmla="*/ 1124 h 1513"/>
              <a:gd name="T90" fmla="*/ 497 w 1463"/>
              <a:gd name="T91" fmla="*/ 1358 h 1513"/>
              <a:gd name="T92" fmla="*/ 473 w 1463"/>
              <a:gd name="T93" fmla="*/ 1394 h 1513"/>
              <a:gd name="T94" fmla="*/ 515 w 1463"/>
              <a:gd name="T95" fmla="*/ 1401 h 1513"/>
              <a:gd name="T96" fmla="*/ 507 w 1463"/>
              <a:gd name="T97" fmla="*/ 1361 h 1513"/>
              <a:gd name="T98" fmla="*/ 1099 w 1463"/>
              <a:gd name="T99" fmla="*/ 958 h 1513"/>
              <a:gd name="T100" fmla="*/ 1124 w 1463"/>
              <a:gd name="T101" fmla="*/ 995 h 1513"/>
              <a:gd name="T102" fmla="*/ 1151 w 1463"/>
              <a:gd name="T103" fmla="*/ 962 h 1513"/>
              <a:gd name="T104" fmla="*/ 1223 w 1463"/>
              <a:gd name="T105" fmla="*/ 1045 h 1513"/>
              <a:gd name="T106" fmla="*/ 1205 w 1463"/>
              <a:gd name="T107" fmla="*/ 1088 h 1513"/>
              <a:gd name="T108" fmla="*/ 1252 w 1463"/>
              <a:gd name="T109" fmla="*/ 1088 h 1513"/>
              <a:gd name="T110" fmla="*/ 1235 w 1463"/>
              <a:gd name="T111" fmla="*/ 1045 h 1513"/>
              <a:gd name="T112" fmla="*/ 993 w 1463"/>
              <a:gd name="T113" fmla="*/ 1222 h 1513"/>
              <a:gd name="T114" fmla="*/ 1019 w 1463"/>
              <a:gd name="T115" fmla="*/ 1256 h 1513"/>
              <a:gd name="T116" fmla="*/ 1043 w 1463"/>
              <a:gd name="T117" fmla="*/ 1218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63" h="1513">
                <a:moveTo>
                  <a:pt x="1175" y="157"/>
                </a:moveTo>
                <a:lnTo>
                  <a:pt x="1175" y="157"/>
                </a:lnTo>
                <a:lnTo>
                  <a:pt x="1162" y="157"/>
                </a:lnTo>
                <a:lnTo>
                  <a:pt x="1146" y="158"/>
                </a:lnTo>
                <a:lnTo>
                  <a:pt x="1129" y="160"/>
                </a:lnTo>
                <a:lnTo>
                  <a:pt x="1111" y="165"/>
                </a:lnTo>
                <a:lnTo>
                  <a:pt x="1103" y="169"/>
                </a:lnTo>
                <a:lnTo>
                  <a:pt x="1094" y="173"/>
                </a:lnTo>
                <a:lnTo>
                  <a:pt x="1086" y="178"/>
                </a:lnTo>
                <a:lnTo>
                  <a:pt x="1078" y="184"/>
                </a:lnTo>
                <a:lnTo>
                  <a:pt x="1071" y="191"/>
                </a:lnTo>
                <a:lnTo>
                  <a:pt x="1064" y="199"/>
                </a:lnTo>
                <a:lnTo>
                  <a:pt x="1058" y="209"/>
                </a:lnTo>
                <a:lnTo>
                  <a:pt x="1053" y="220"/>
                </a:lnTo>
                <a:lnTo>
                  <a:pt x="1025" y="280"/>
                </a:lnTo>
                <a:lnTo>
                  <a:pt x="1025" y="280"/>
                </a:lnTo>
                <a:lnTo>
                  <a:pt x="1025" y="261"/>
                </a:lnTo>
                <a:lnTo>
                  <a:pt x="1022" y="243"/>
                </a:lnTo>
                <a:lnTo>
                  <a:pt x="1020" y="227"/>
                </a:lnTo>
                <a:lnTo>
                  <a:pt x="1016" y="210"/>
                </a:lnTo>
                <a:lnTo>
                  <a:pt x="1011" y="195"/>
                </a:lnTo>
                <a:lnTo>
                  <a:pt x="1006" y="179"/>
                </a:lnTo>
                <a:lnTo>
                  <a:pt x="1000" y="165"/>
                </a:lnTo>
                <a:lnTo>
                  <a:pt x="993" y="151"/>
                </a:lnTo>
                <a:lnTo>
                  <a:pt x="985" y="138"/>
                </a:lnTo>
                <a:lnTo>
                  <a:pt x="977" y="126"/>
                </a:lnTo>
                <a:lnTo>
                  <a:pt x="969" y="114"/>
                </a:lnTo>
                <a:lnTo>
                  <a:pt x="959" y="102"/>
                </a:lnTo>
                <a:lnTo>
                  <a:pt x="949" y="92"/>
                </a:lnTo>
                <a:lnTo>
                  <a:pt x="938" y="82"/>
                </a:lnTo>
                <a:lnTo>
                  <a:pt x="928" y="73"/>
                </a:lnTo>
                <a:lnTo>
                  <a:pt x="916" y="65"/>
                </a:lnTo>
                <a:lnTo>
                  <a:pt x="892" y="48"/>
                </a:lnTo>
                <a:lnTo>
                  <a:pt x="867" y="35"/>
                </a:lnTo>
                <a:lnTo>
                  <a:pt x="841" y="24"/>
                </a:lnTo>
                <a:lnTo>
                  <a:pt x="814" y="15"/>
                </a:lnTo>
                <a:lnTo>
                  <a:pt x="786" y="8"/>
                </a:lnTo>
                <a:lnTo>
                  <a:pt x="758" y="3"/>
                </a:lnTo>
                <a:lnTo>
                  <a:pt x="731" y="1"/>
                </a:lnTo>
                <a:lnTo>
                  <a:pt x="704" y="0"/>
                </a:lnTo>
                <a:lnTo>
                  <a:pt x="704" y="0"/>
                </a:lnTo>
                <a:lnTo>
                  <a:pt x="677" y="1"/>
                </a:lnTo>
                <a:lnTo>
                  <a:pt x="651" y="3"/>
                </a:lnTo>
                <a:lnTo>
                  <a:pt x="624" y="8"/>
                </a:lnTo>
                <a:lnTo>
                  <a:pt x="599" y="14"/>
                </a:lnTo>
                <a:lnTo>
                  <a:pt x="573" y="22"/>
                </a:lnTo>
                <a:lnTo>
                  <a:pt x="549" y="33"/>
                </a:lnTo>
                <a:lnTo>
                  <a:pt x="524" y="46"/>
                </a:lnTo>
                <a:lnTo>
                  <a:pt x="502" y="61"/>
                </a:lnTo>
                <a:lnTo>
                  <a:pt x="478" y="79"/>
                </a:lnTo>
                <a:lnTo>
                  <a:pt x="457" y="100"/>
                </a:lnTo>
                <a:lnTo>
                  <a:pt x="436" y="124"/>
                </a:lnTo>
                <a:lnTo>
                  <a:pt x="415" y="150"/>
                </a:lnTo>
                <a:lnTo>
                  <a:pt x="397" y="179"/>
                </a:lnTo>
                <a:lnTo>
                  <a:pt x="379" y="212"/>
                </a:lnTo>
                <a:lnTo>
                  <a:pt x="361" y="248"/>
                </a:lnTo>
                <a:lnTo>
                  <a:pt x="344" y="288"/>
                </a:lnTo>
                <a:lnTo>
                  <a:pt x="344" y="288"/>
                </a:lnTo>
                <a:lnTo>
                  <a:pt x="335" y="280"/>
                </a:lnTo>
                <a:lnTo>
                  <a:pt x="326" y="272"/>
                </a:lnTo>
                <a:lnTo>
                  <a:pt x="316" y="259"/>
                </a:lnTo>
                <a:lnTo>
                  <a:pt x="313" y="251"/>
                </a:lnTo>
                <a:lnTo>
                  <a:pt x="309" y="244"/>
                </a:lnTo>
                <a:lnTo>
                  <a:pt x="307" y="236"/>
                </a:lnTo>
                <a:lnTo>
                  <a:pt x="305" y="227"/>
                </a:lnTo>
                <a:lnTo>
                  <a:pt x="305" y="217"/>
                </a:lnTo>
                <a:lnTo>
                  <a:pt x="308" y="206"/>
                </a:lnTo>
                <a:lnTo>
                  <a:pt x="313" y="196"/>
                </a:lnTo>
                <a:lnTo>
                  <a:pt x="318" y="184"/>
                </a:lnTo>
                <a:lnTo>
                  <a:pt x="318" y="184"/>
                </a:lnTo>
                <a:lnTo>
                  <a:pt x="298" y="184"/>
                </a:lnTo>
                <a:lnTo>
                  <a:pt x="279" y="185"/>
                </a:lnTo>
                <a:lnTo>
                  <a:pt x="261" y="188"/>
                </a:lnTo>
                <a:lnTo>
                  <a:pt x="243" y="190"/>
                </a:lnTo>
                <a:lnTo>
                  <a:pt x="225" y="195"/>
                </a:lnTo>
                <a:lnTo>
                  <a:pt x="208" y="199"/>
                </a:lnTo>
                <a:lnTo>
                  <a:pt x="193" y="204"/>
                </a:lnTo>
                <a:lnTo>
                  <a:pt x="178" y="211"/>
                </a:lnTo>
                <a:lnTo>
                  <a:pt x="162" y="218"/>
                </a:lnTo>
                <a:lnTo>
                  <a:pt x="148" y="227"/>
                </a:lnTo>
                <a:lnTo>
                  <a:pt x="135" y="235"/>
                </a:lnTo>
                <a:lnTo>
                  <a:pt x="122" y="244"/>
                </a:lnTo>
                <a:lnTo>
                  <a:pt x="110" y="255"/>
                </a:lnTo>
                <a:lnTo>
                  <a:pt x="99" y="266"/>
                </a:lnTo>
                <a:lnTo>
                  <a:pt x="88" y="277"/>
                </a:lnTo>
                <a:lnTo>
                  <a:pt x="78" y="289"/>
                </a:lnTo>
                <a:lnTo>
                  <a:pt x="69" y="302"/>
                </a:lnTo>
                <a:lnTo>
                  <a:pt x="59" y="315"/>
                </a:lnTo>
                <a:lnTo>
                  <a:pt x="51" y="328"/>
                </a:lnTo>
                <a:lnTo>
                  <a:pt x="44" y="343"/>
                </a:lnTo>
                <a:lnTo>
                  <a:pt x="37" y="357"/>
                </a:lnTo>
                <a:lnTo>
                  <a:pt x="30" y="372"/>
                </a:lnTo>
                <a:lnTo>
                  <a:pt x="19" y="403"/>
                </a:lnTo>
                <a:lnTo>
                  <a:pt x="11" y="436"/>
                </a:lnTo>
                <a:lnTo>
                  <a:pt x="5" y="469"/>
                </a:lnTo>
                <a:lnTo>
                  <a:pt x="2" y="503"/>
                </a:lnTo>
                <a:lnTo>
                  <a:pt x="0" y="539"/>
                </a:lnTo>
                <a:lnTo>
                  <a:pt x="0" y="539"/>
                </a:lnTo>
                <a:lnTo>
                  <a:pt x="0" y="557"/>
                </a:lnTo>
                <a:lnTo>
                  <a:pt x="2" y="573"/>
                </a:lnTo>
                <a:lnTo>
                  <a:pt x="4" y="591"/>
                </a:lnTo>
                <a:lnTo>
                  <a:pt x="6" y="607"/>
                </a:lnTo>
                <a:lnTo>
                  <a:pt x="11" y="624"/>
                </a:lnTo>
                <a:lnTo>
                  <a:pt x="16" y="641"/>
                </a:lnTo>
                <a:lnTo>
                  <a:pt x="20" y="657"/>
                </a:lnTo>
                <a:lnTo>
                  <a:pt x="26" y="672"/>
                </a:lnTo>
                <a:lnTo>
                  <a:pt x="33" y="688"/>
                </a:lnTo>
                <a:lnTo>
                  <a:pt x="42" y="703"/>
                </a:lnTo>
                <a:lnTo>
                  <a:pt x="50" y="717"/>
                </a:lnTo>
                <a:lnTo>
                  <a:pt x="58" y="733"/>
                </a:lnTo>
                <a:lnTo>
                  <a:pt x="68" y="746"/>
                </a:lnTo>
                <a:lnTo>
                  <a:pt x="78" y="759"/>
                </a:lnTo>
                <a:lnTo>
                  <a:pt x="89" y="772"/>
                </a:lnTo>
                <a:lnTo>
                  <a:pt x="101" y="785"/>
                </a:lnTo>
                <a:lnTo>
                  <a:pt x="113" y="797"/>
                </a:lnTo>
                <a:lnTo>
                  <a:pt x="125" y="807"/>
                </a:lnTo>
                <a:lnTo>
                  <a:pt x="138" y="818"/>
                </a:lnTo>
                <a:lnTo>
                  <a:pt x="151" y="827"/>
                </a:lnTo>
                <a:lnTo>
                  <a:pt x="165" y="837"/>
                </a:lnTo>
                <a:lnTo>
                  <a:pt x="179" y="845"/>
                </a:lnTo>
                <a:lnTo>
                  <a:pt x="194" y="853"/>
                </a:lnTo>
                <a:lnTo>
                  <a:pt x="210" y="861"/>
                </a:lnTo>
                <a:lnTo>
                  <a:pt x="225" y="868"/>
                </a:lnTo>
                <a:lnTo>
                  <a:pt x="240" y="872"/>
                </a:lnTo>
                <a:lnTo>
                  <a:pt x="257" y="877"/>
                </a:lnTo>
                <a:lnTo>
                  <a:pt x="274" y="882"/>
                </a:lnTo>
                <a:lnTo>
                  <a:pt x="290" y="885"/>
                </a:lnTo>
                <a:lnTo>
                  <a:pt x="307" y="887"/>
                </a:lnTo>
                <a:lnTo>
                  <a:pt x="324" y="889"/>
                </a:lnTo>
                <a:lnTo>
                  <a:pt x="342" y="889"/>
                </a:lnTo>
                <a:lnTo>
                  <a:pt x="1034" y="888"/>
                </a:lnTo>
                <a:lnTo>
                  <a:pt x="1034" y="888"/>
                </a:lnTo>
                <a:lnTo>
                  <a:pt x="1061" y="888"/>
                </a:lnTo>
                <a:lnTo>
                  <a:pt x="1087" y="885"/>
                </a:lnTo>
                <a:lnTo>
                  <a:pt x="1112" y="883"/>
                </a:lnTo>
                <a:lnTo>
                  <a:pt x="1137" y="878"/>
                </a:lnTo>
                <a:lnTo>
                  <a:pt x="1159" y="874"/>
                </a:lnTo>
                <a:lnTo>
                  <a:pt x="1182" y="868"/>
                </a:lnTo>
                <a:lnTo>
                  <a:pt x="1203" y="861"/>
                </a:lnTo>
                <a:lnTo>
                  <a:pt x="1224" y="852"/>
                </a:lnTo>
                <a:lnTo>
                  <a:pt x="1244" y="844"/>
                </a:lnTo>
                <a:lnTo>
                  <a:pt x="1263" y="835"/>
                </a:lnTo>
                <a:lnTo>
                  <a:pt x="1281" y="824"/>
                </a:lnTo>
                <a:lnTo>
                  <a:pt x="1298" y="812"/>
                </a:lnTo>
                <a:lnTo>
                  <a:pt x="1314" y="800"/>
                </a:lnTo>
                <a:lnTo>
                  <a:pt x="1330" y="788"/>
                </a:lnTo>
                <a:lnTo>
                  <a:pt x="1344" y="775"/>
                </a:lnTo>
                <a:lnTo>
                  <a:pt x="1358" y="761"/>
                </a:lnTo>
                <a:lnTo>
                  <a:pt x="1371" y="747"/>
                </a:lnTo>
                <a:lnTo>
                  <a:pt x="1383" y="732"/>
                </a:lnTo>
                <a:lnTo>
                  <a:pt x="1393" y="717"/>
                </a:lnTo>
                <a:lnTo>
                  <a:pt x="1404" y="701"/>
                </a:lnTo>
                <a:lnTo>
                  <a:pt x="1414" y="685"/>
                </a:lnTo>
                <a:lnTo>
                  <a:pt x="1422" y="669"/>
                </a:lnTo>
                <a:lnTo>
                  <a:pt x="1430" y="652"/>
                </a:lnTo>
                <a:lnTo>
                  <a:pt x="1437" y="636"/>
                </a:lnTo>
                <a:lnTo>
                  <a:pt x="1443" y="618"/>
                </a:lnTo>
                <a:lnTo>
                  <a:pt x="1448" y="602"/>
                </a:lnTo>
                <a:lnTo>
                  <a:pt x="1453" y="584"/>
                </a:lnTo>
                <a:lnTo>
                  <a:pt x="1456" y="567"/>
                </a:lnTo>
                <a:lnTo>
                  <a:pt x="1460" y="549"/>
                </a:lnTo>
                <a:lnTo>
                  <a:pt x="1461" y="533"/>
                </a:lnTo>
                <a:lnTo>
                  <a:pt x="1462" y="515"/>
                </a:lnTo>
                <a:lnTo>
                  <a:pt x="1463" y="499"/>
                </a:lnTo>
                <a:lnTo>
                  <a:pt x="1463" y="499"/>
                </a:lnTo>
                <a:lnTo>
                  <a:pt x="1462" y="448"/>
                </a:lnTo>
                <a:lnTo>
                  <a:pt x="1461" y="424"/>
                </a:lnTo>
                <a:lnTo>
                  <a:pt x="1459" y="403"/>
                </a:lnTo>
                <a:lnTo>
                  <a:pt x="1456" y="382"/>
                </a:lnTo>
                <a:lnTo>
                  <a:pt x="1454" y="361"/>
                </a:lnTo>
                <a:lnTo>
                  <a:pt x="1449" y="343"/>
                </a:lnTo>
                <a:lnTo>
                  <a:pt x="1446" y="326"/>
                </a:lnTo>
                <a:lnTo>
                  <a:pt x="1440" y="309"/>
                </a:lnTo>
                <a:lnTo>
                  <a:pt x="1434" y="294"/>
                </a:lnTo>
                <a:lnTo>
                  <a:pt x="1428" y="279"/>
                </a:lnTo>
                <a:lnTo>
                  <a:pt x="1421" y="266"/>
                </a:lnTo>
                <a:lnTo>
                  <a:pt x="1414" y="254"/>
                </a:lnTo>
                <a:lnTo>
                  <a:pt x="1405" y="242"/>
                </a:lnTo>
                <a:lnTo>
                  <a:pt x="1397" y="231"/>
                </a:lnTo>
                <a:lnTo>
                  <a:pt x="1389" y="221"/>
                </a:lnTo>
                <a:lnTo>
                  <a:pt x="1378" y="212"/>
                </a:lnTo>
                <a:lnTo>
                  <a:pt x="1369" y="204"/>
                </a:lnTo>
                <a:lnTo>
                  <a:pt x="1358" y="197"/>
                </a:lnTo>
                <a:lnTo>
                  <a:pt x="1346" y="190"/>
                </a:lnTo>
                <a:lnTo>
                  <a:pt x="1334" y="184"/>
                </a:lnTo>
                <a:lnTo>
                  <a:pt x="1323" y="179"/>
                </a:lnTo>
                <a:lnTo>
                  <a:pt x="1310" y="175"/>
                </a:lnTo>
                <a:lnTo>
                  <a:pt x="1297" y="170"/>
                </a:lnTo>
                <a:lnTo>
                  <a:pt x="1269" y="164"/>
                </a:lnTo>
                <a:lnTo>
                  <a:pt x="1240" y="159"/>
                </a:lnTo>
                <a:lnTo>
                  <a:pt x="1208" y="157"/>
                </a:lnTo>
                <a:lnTo>
                  <a:pt x="1175" y="157"/>
                </a:lnTo>
                <a:lnTo>
                  <a:pt x="1175" y="157"/>
                </a:lnTo>
                <a:close/>
                <a:moveTo>
                  <a:pt x="835" y="931"/>
                </a:moveTo>
                <a:lnTo>
                  <a:pt x="731" y="1149"/>
                </a:lnTo>
                <a:lnTo>
                  <a:pt x="839" y="1150"/>
                </a:lnTo>
                <a:lnTo>
                  <a:pt x="728" y="1513"/>
                </a:lnTo>
                <a:lnTo>
                  <a:pt x="939" y="1098"/>
                </a:lnTo>
                <a:lnTo>
                  <a:pt x="832" y="1098"/>
                </a:lnTo>
                <a:lnTo>
                  <a:pt x="835" y="931"/>
                </a:lnTo>
                <a:close/>
                <a:moveTo>
                  <a:pt x="236" y="942"/>
                </a:moveTo>
                <a:lnTo>
                  <a:pt x="236" y="942"/>
                </a:lnTo>
                <a:lnTo>
                  <a:pt x="230" y="942"/>
                </a:lnTo>
                <a:lnTo>
                  <a:pt x="225" y="943"/>
                </a:lnTo>
                <a:lnTo>
                  <a:pt x="222" y="946"/>
                </a:lnTo>
                <a:lnTo>
                  <a:pt x="217" y="949"/>
                </a:lnTo>
                <a:lnTo>
                  <a:pt x="214" y="953"/>
                </a:lnTo>
                <a:lnTo>
                  <a:pt x="212" y="958"/>
                </a:lnTo>
                <a:lnTo>
                  <a:pt x="211" y="962"/>
                </a:lnTo>
                <a:lnTo>
                  <a:pt x="210" y="967"/>
                </a:lnTo>
                <a:lnTo>
                  <a:pt x="210" y="967"/>
                </a:lnTo>
                <a:lnTo>
                  <a:pt x="211" y="972"/>
                </a:lnTo>
                <a:lnTo>
                  <a:pt x="212" y="976"/>
                </a:lnTo>
                <a:lnTo>
                  <a:pt x="214" y="981"/>
                </a:lnTo>
                <a:lnTo>
                  <a:pt x="217" y="985"/>
                </a:lnTo>
                <a:lnTo>
                  <a:pt x="222" y="988"/>
                </a:lnTo>
                <a:lnTo>
                  <a:pt x="225" y="991"/>
                </a:lnTo>
                <a:lnTo>
                  <a:pt x="230" y="992"/>
                </a:lnTo>
                <a:lnTo>
                  <a:pt x="236" y="993"/>
                </a:lnTo>
                <a:lnTo>
                  <a:pt x="236" y="993"/>
                </a:lnTo>
                <a:lnTo>
                  <a:pt x="240" y="992"/>
                </a:lnTo>
                <a:lnTo>
                  <a:pt x="245" y="991"/>
                </a:lnTo>
                <a:lnTo>
                  <a:pt x="250" y="988"/>
                </a:lnTo>
                <a:lnTo>
                  <a:pt x="253" y="985"/>
                </a:lnTo>
                <a:lnTo>
                  <a:pt x="256" y="981"/>
                </a:lnTo>
                <a:lnTo>
                  <a:pt x="258" y="976"/>
                </a:lnTo>
                <a:lnTo>
                  <a:pt x="261" y="972"/>
                </a:lnTo>
                <a:lnTo>
                  <a:pt x="261" y="967"/>
                </a:lnTo>
                <a:lnTo>
                  <a:pt x="261" y="967"/>
                </a:lnTo>
                <a:lnTo>
                  <a:pt x="261" y="962"/>
                </a:lnTo>
                <a:lnTo>
                  <a:pt x="258" y="958"/>
                </a:lnTo>
                <a:lnTo>
                  <a:pt x="256" y="953"/>
                </a:lnTo>
                <a:lnTo>
                  <a:pt x="253" y="949"/>
                </a:lnTo>
                <a:lnTo>
                  <a:pt x="250" y="946"/>
                </a:lnTo>
                <a:lnTo>
                  <a:pt x="245" y="943"/>
                </a:lnTo>
                <a:lnTo>
                  <a:pt x="240" y="942"/>
                </a:lnTo>
                <a:lnTo>
                  <a:pt x="236" y="942"/>
                </a:lnTo>
                <a:lnTo>
                  <a:pt x="236" y="942"/>
                </a:lnTo>
                <a:close/>
                <a:moveTo>
                  <a:pt x="915" y="991"/>
                </a:moveTo>
                <a:lnTo>
                  <a:pt x="915" y="991"/>
                </a:lnTo>
                <a:lnTo>
                  <a:pt x="909" y="992"/>
                </a:lnTo>
                <a:lnTo>
                  <a:pt x="904" y="993"/>
                </a:lnTo>
                <a:lnTo>
                  <a:pt x="899" y="995"/>
                </a:lnTo>
                <a:lnTo>
                  <a:pt x="896" y="999"/>
                </a:lnTo>
                <a:lnTo>
                  <a:pt x="892" y="1002"/>
                </a:lnTo>
                <a:lnTo>
                  <a:pt x="890" y="1007"/>
                </a:lnTo>
                <a:lnTo>
                  <a:pt x="889" y="1012"/>
                </a:lnTo>
                <a:lnTo>
                  <a:pt x="887" y="1018"/>
                </a:lnTo>
                <a:lnTo>
                  <a:pt x="887" y="1018"/>
                </a:lnTo>
                <a:lnTo>
                  <a:pt x="889" y="1024"/>
                </a:lnTo>
                <a:lnTo>
                  <a:pt x="890" y="1028"/>
                </a:lnTo>
                <a:lnTo>
                  <a:pt x="892" y="1033"/>
                </a:lnTo>
                <a:lnTo>
                  <a:pt x="896" y="1037"/>
                </a:lnTo>
                <a:lnTo>
                  <a:pt x="899" y="1040"/>
                </a:lnTo>
                <a:lnTo>
                  <a:pt x="904" y="1043"/>
                </a:lnTo>
                <a:lnTo>
                  <a:pt x="909" y="1044"/>
                </a:lnTo>
                <a:lnTo>
                  <a:pt x="915" y="1045"/>
                </a:lnTo>
                <a:lnTo>
                  <a:pt x="915" y="1045"/>
                </a:lnTo>
                <a:lnTo>
                  <a:pt x="920" y="1044"/>
                </a:lnTo>
                <a:lnTo>
                  <a:pt x="925" y="1043"/>
                </a:lnTo>
                <a:lnTo>
                  <a:pt x="930" y="1040"/>
                </a:lnTo>
                <a:lnTo>
                  <a:pt x="933" y="1037"/>
                </a:lnTo>
                <a:lnTo>
                  <a:pt x="937" y="1033"/>
                </a:lnTo>
                <a:lnTo>
                  <a:pt x="939" y="1028"/>
                </a:lnTo>
                <a:lnTo>
                  <a:pt x="941" y="1024"/>
                </a:lnTo>
                <a:lnTo>
                  <a:pt x="942" y="1018"/>
                </a:lnTo>
                <a:lnTo>
                  <a:pt x="942" y="1018"/>
                </a:lnTo>
                <a:lnTo>
                  <a:pt x="941" y="1012"/>
                </a:lnTo>
                <a:lnTo>
                  <a:pt x="939" y="1007"/>
                </a:lnTo>
                <a:lnTo>
                  <a:pt x="937" y="1002"/>
                </a:lnTo>
                <a:lnTo>
                  <a:pt x="933" y="999"/>
                </a:lnTo>
                <a:lnTo>
                  <a:pt x="930" y="995"/>
                </a:lnTo>
                <a:lnTo>
                  <a:pt x="925" y="993"/>
                </a:lnTo>
                <a:lnTo>
                  <a:pt x="920" y="992"/>
                </a:lnTo>
                <a:lnTo>
                  <a:pt x="915" y="991"/>
                </a:lnTo>
                <a:lnTo>
                  <a:pt x="915" y="991"/>
                </a:lnTo>
                <a:close/>
                <a:moveTo>
                  <a:pt x="182" y="1101"/>
                </a:moveTo>
                <a:lnTo>
                  <a:pt x="182" y="1101"/>
                </a:lnTo>
                <a:lnTo>
                  <a:pt x="178" y="1101"/>
                </a:lnTo>
                <a:lnTo>
                  <a:pt x="173" y="1102"/>
                </a:lnTo>
                <a:lnTo>
                  <a:pt x="168" y="1104"/>
                </a:lnTo>
                <a:lnTo>
                  <a:pt x="165" y="1108"/>
                </a:lnTo>
                <a:lnTo>
                  <a:pt x="162" y="1111"/>
                </a:lnTo>
                <a:lnTo>
                  <a:pt x="160" y="1116"/>
                </a:lnTo>
                <a:lnTo>
                  <a:pt x="158" y="1121"/>
                </a:lnTo>
                <a:lnTo>
                  <a:pt x="158" y="1125"/>
                </a:lnTo>
                <a:lnTo>
                  <a:pt x="158" y="1125"/>
                </a:lnTo>
                <a:lnTo>
                  <a:pt x="158" y="1130"/>
                </a:lnTo>
                <a:lnTo>
                  <a:pt x="160" y="1135"/>
                </a:lnTo>
                <a:lnTo>
                  <a:pt x="162" y="1140"/>
                </a:lnTo>
                <a:lnTo>
                  <a:pt x="165" y="1143"/>
                </a:lnTo>
                <a:lnTo>
                  <a:pt x="168" y="1147"/>
                </a:lnTo>
                <a:lnTo>
                  <a:pt x="173" y="1149"/>
                </a:lnTo>
                <a:lnTo>
                  <a:pt x="178" y="1150"/>
                </a:lnTo>
                <a:lnTo>
                  <a:pt x="182" y="1150"/>
                </a:lnTo>
                <a:lnTo>
                  <a:pt x="182" y="1150"/>
                </a:lnTo>
                <a:lnTo>
                  <a:pt x="188" y="1150"/>
                </a:lnTo>
                <a:lnTo>
                  <a:pt x="193" y="1149"/>
                </a:lnTo>
                <a:lnTo>
                  <a:pt x="197" y="1147"/>
                </a:lnTo>
                <a:lnTo>
                  <a:pt x="201" y="1143"/>
                </a:lnTo>
                <a:lnTo>
                  <a:pt x="204" y="1140"/>
                </a:lnTo>
                <a:lnTo>
                  <a:pt x="206" y="1135"/>
                </a:lnTo>
                <a:lnTo>
                  <a:pt x="207" y="1130"/>
                </a:lnTo>
                <a:lnTo>
                  <a:pt x="208" y="1125"/>
                </a:lnTo>
                <a:lnTo>
                  <a:pt x="208" y="1125"/>
                </a:lnTo>
                <a:lnTo>
                  <a:pt x="207" y="1121"/>
                </a:lnTo>
                <a:lnTo>
                  <a:pt x="206" y="1116"/>
                </a:lnTo>
                <a:lnTo>
                  <a:pt x="204" y="1111"/>
                </a:lnTo>
                <a:lnTo>
                  <a:pt x="201" y="1108"/>
                </a:lnTo>
                <a:lnTo>
                  <a:pt x="197" y="1104"/>
                </a:lnTo>
                <a:lnTo>
                  <a:pt x="193" y="1102"/>
                </a:lnTo>
                <a:lnTo>
                  <a:pt x="188" y="1101"/>
                </a:lnTo>
                <a:lnTo>
                  <a:pt x="182" y="1101"/>
                </a:lnTo>
                <a:lnTo>
                  <a:pt x="182" y="1101"/>
                </a:lnTo>
                <a:close/>
                <a:moveTo>
                  <a:pt x="288" y="1252"/>
                </a:moveTo>
                <a:lnTo>
                  <a:pt x="288" y="1252"/>
                </a:lnTo>
                <a:lnTo>
                  <a:pt x="282" y="1253"/>
                </a:lnTo>
                <a:lnTo>
                  <a:pt x="276" y="1254"/>
                </a:lnTo>
                <a:lnTo>
                  <a:pt x="271" y="1257"/>
                </a:lnTo>
                <a:lnTo>
                  <a:pt x="268" y="1260"/>
                </a:lnTo>
                <a:lnTo>
                  <a:pt x="264" y="1265"/>
                </a:lnTo>
                <a:lnTo>
                  <a:pt x="262" y="1270"/>
                </a:lnTo>
                <a:lnTo>
                  <a:pt x="259" y="1274"/>
                </a:lnTo>
                <a:lnTo>
                  <a:pt x="259" y="1280"/>
                </a:lnTo>
                <a:lnTo>
                  <a:pt x="259" y="1280"/>
                </a:lnTo>
                <a:lnTo>
                  <a:pt x="259" y="1286"/>
                </a:lnTo>
                <a:lnTo>
                  <a:pt x="262" y="1292"/>
                </a:lnTo>
                <a:lnTo>
                  <a:pt x="264" y="1297"/>
                </a:lnTo>
                <a:lnTo>
                  <a:pt x="268" y="1300"/>
                </a:lnTo>
                <a:lnTo>
                  <a:pt x="271" y="1304"/>
                </a:lnTo>
                <a:lnTo>
                  <a:pt x="276" y="1308"/>
                </a:lnTo>
                <a:lnTo>
                  <a:pt x="282" y="1309"/>
                </a:lnTo>
                <a:lnTo>
                  <a:pt x="288" y="1309"/>
                </a:lnTo>
                <a:lnTo>
                  <a:pt x="288" y="1309"/>
                </a:lnTo>
                <a:lnTo>
                  <a:pt x="294" y="1309"/>
                </a:lnTo>
                <a:lnTo>
                  <a:pt x="298" y="1308"/>
                </a:lnTo>
                <a:lnTo>
                  <a:pt x="303" y="1304"/>
                </a:lnTo>
                <a:lnTo>
                  <a:pt x="308" y="1300"/>
                </a:lnTo>
                <a:lnTo>
                  <a:pt x="311" y="1297"/>
                </a:lnTo>
                <a:lnTo>
                  <a:pt x="314" y="1292"/>
                </a:lnTo>
                <a:lnTo>
                  <a:pt x="315" y="1286"/>
                </a:lnTo>
                <a:lnTo>
                  <a:pt x="316" y="1280"/>
                </a:lnTo>
                <a:lnTo>
                  <a:pt x="316" y="1280"/>
                </a:lnTo>
                <a:lnTo>
                  <a:pt x="315" y="1274"/>
                </a:lnTo>
                <a:lnTo>
                  <a:pt x="314" y="1270"/>
                </a:lnTo>
                <a:lnTo>
                  <a:pt x="311" y="1265"/>
                </a:lnTo>
                <a:lnTo>
                  <a:pt x="308" y="1260"/>
                </a:lnTo>
                <a:lnTo>
                  <a:pt x="303" y="1257"/>
                </a:lnTo>
                <a:lnTo>
                  <a:pt x="298" y="1254"/>
                </a:lnTo>
                <a:lnTo>
                  <a:pt x="294" y="1253"/>
                </a:lnTo>
                <a:lnTo>
                  <a:pt x="288" y="1252"/>
                </a:lnTo>
                <a:lnTo>
                  <a:pt x="288" y="1252"/>
                </a:lnTo>
                <a:close/>
                <a:moveTo>
                  <a:pt x="496" y="940"/>
                </a:moveTo>
                <a:lnTo>
                  <a:pt x="496" y="940"/>
                </a:lnTo>
                <a:lnTo>
                  <a:pt x="490" y="941"/>
                </a:lnTo>
                <a:lnTo>
                  <a:pt x="485" y="942"/>
                </a:lnTo>
                <a:lnTo>
                  <a:pt x="480" y="944"/>
                </a:lnTo>
                <a:lnTo>
                  <a:pt x="477" y="948"/>
                </a:lnTo>
                <a:lnTo>
                  <a:pt x="475" y="952"/>
                </a:lnTo>
                <a:lnTo>
                  <a:pt x="471" y="956"/>
                </a:lnTo>
                <a:lnTo>
                  <a:pt x="470" y="961"/>
                </a:lnTo>
                <a:lnTo>
                  <a:pt x="470" y="966"/>
                </a:lnTo>
                <a:lnTo>
                  <a:pt x="470" y="966"/>
                </a:lnTo>
                <a:lnTo>
                  <a:pt x="470" y="972"/>
                </a:lnTo>
                <a:lnTo>
                  <a:pt x="471" y="976"/>
                </a:lnTo>
                <a:lnTo>
                  <a:pt x="475" y="981"/>
                </a:lnTo>
                <a:lnTo>
                  <a:pt x="477" y="985"/>
                </a:lnTo>
                <a:lnTo>
                  <a:pt x="480" y="988"/>
                </a:lnTo>
                <a:lnTo>
                  <a:pt x="485" y="991"/>
                </a:lnTo>
                <a:lnTo>
                  <a:pt x="490" y="992"/>
                </a:lnTo>
                <a:lnTo>
                  <a:pt x="496" y="993"/>
                </a:lnTo>
                <a:lnTo>
                  <a:pt x="496" y="993"/>
                </a:lnTo>
                <a:lnTo>
                  <a:pt x="501" y="992"/>
                </a:lnTo>
                <a:lnTo>
                  <a:pt x="505" y="991"/>
                </a:lnTo>
                <a:lnTo>
                  <a:pt x="510" y="988"/>
                </a:lnTo>
                <a:lnTo>
                  <a:pt x="514" y="985"/>
                </a:lnTo>
                <a:lnTo>
                  <a:pt x="517" y="981"/>
                </a:lnTo>
                <a:lnTo>
                  <a:pt x="520" y="976"/>
                </a:lnTo>
                <a:lnTo>
                  <a:pt x="521" y="972"/>
                </a:lnTo>
                <a:lnTo>
                  <a:pt x="522" y="966"/>
                </a:lnTo>
                <a:lnTo>
                  <a:pt x="522" y="966"/>
                </a:lnTo>
                <a:lnTo>
                  <a:pt x="521" y="961"/>
                </a:lnTo>
                <a:lnTo>
                  <a:pt x="520" y="956"/>
                </a:lnTo>
                <a:lnTo>
                  <a:pt x="517" y="952"/>
                </a:lnTo>
                <a:lnTo>
                  <a:pt x="514" y="948"/>
                </a:lnTo>
                <a:lnTo>
                  <a:pt x="510" y="944"/>
                </a:lnTo>
                <a:lnTo>
                  <a:pt x="505" y="942"/>
                </a:lnTo>
                <a:lnTo>
                  <a:pt x="501" y="941"/>
                </a:lnTo>
                <a:lnTo>
                  <a:pt x="496" y="940"/>
                </a:lnTo>
                <a:lnTo>
                  <a:pt x="496" y="940"/>
                </a:lnTo>
                <a:close/>
                <a:moveTo>
                  <a:pt x="444" y="1148"/>
                </a:moveTo>
                <a:lnTo>
                  <a:pt x="444" y="1148"/>
                </a:lnTo>
                <a:lnTo>
                  <a:pt x="438" y="1148"/>
                </a:lnTo>
                <a:lnTo>
                  <a:pt x="433" y="1150"/>
                </a:lnTo>
                <a:lnTo>
                  <a:pt x="428" y="1153"/>
                </a:lnTo>
                <a:lnTo>
                  <a:pt x="424" y="1156"/>
                </a:lnTo>
                <a:lnTo>
                  <a:pt x="420" y="1160"/>
                </a:lnTo>
                <a:lnTo>
                  <a:pt x="418" y="1164"/>
                </a:lnTo>
                <a:lnTo>
                  <a:pt x="417" y="1169"/>
                </a:lnTo>
                <a:lnTo>
                  <a:pt x="415" y="1175"/>
                </a:lnTo>
                <a:lnTo>
                  <a:pt x="415" y="1175"/>
                </a:lnTo>
                <a:lnTo>
                  <a:pt x="417" y="1181"/>
                </a:lnTo>
                <a:lnTo>
                  <a:pt x="418" y="1186"/>
                </a:lnTo>
                <a:lnTo>
                  <a:pt x="420" y="1191"/>
                </a:lnTo>
                <a:lnTo>
                  <a:pt x="424" y="1195"/>
                </a:lnTo>
                <a:lnTo>
                  <a:pt x="428" y="1199"/>
                </a:lnTo>
                <a:lnTo>
                  <a:pt x="433" y="1201"/>
                </a:lnTo>
                <a:lnTo>
                  <a:pt x="438" y="1202"/>
                </a:lnTo>
                <a:lnTo>
                  <a:pt x="444" y="1204"/>
                </a:lnTo>
                <a:lnTo>
                  <a:pt x="444" y="1204"/>
                </a:lnTo>
                <a:lnTo>
                  <a:pt x="449" y="1202"/>
                </a:lnTo>
                <a:lnTo>
                  <a:pt x="454" y="1201"/>
                </a:lnTo>
                <a:lnTo>
                  <a:pt x="459" y="1199"/>
                </a:lnTo>
                <a:lnTo>
                  <a:pt x="463" y="1195"/>
                </a:lnTo>
                <a:lnTo>
                  <a:pt x="466" y="1191"/>
                </a:lnTo>
                <a:lnTo>
                  <a:pt x="469" y="1186"/>
                </a:lnTo>
                <a:lnTo>
                  <a:pt x="471" y="1181"/>
                </a:lnTo>
                <a:lnTo>
                  <a:pt x="471" y="1175"/>
                </a:lnTo>
                <a:lnTo>
                  <a:pt x="471" y="1175"/>
                </a:lnTo>
                <a:lnTo>
                  <a:pt x="471" y="1169"/>
                </a:lnTo>
                <a:lnTo>
                  <a:pt x="469" y="1164"/>
                </a:lnTo>
                <a:lnTo>
                  <a:pt x="466" y="1160"/>
                </a:lnTo>
                <a:lnTo>
                  <a:pt x="463" y="1156"/>
                </a:lnTo>
                <a:lnTo>
                  <a:pt x="459" y="1153"/>
                </a:lnTo>
                <a:lnTo>
                  <a:pt x="454" y="1150"/>
                </a:lnTo>
                <a:lnTo>
                  <a:pt x="449" y="1148"/>
                </a:lnTo>
                <a:lnTo>
                  <a:pt x="444" y="1148"/>
                </a:lnTo>
                <a:lnTo>
                  <a:pt x="444" y="1148"/>
                </a:lnTo>
                <a:close/>
                <a:moveTo>
                  <a:pt x="653" y="991"/>
                </a:moveTo>
                <a:lnTo>
                  <a:pt x="653" y="991"/>
                </a:lnTo>
                <a:lnTo>
                  <a:pt x="647" y="992"/>
                </a:lnTo>
                <a:lnTo>
                  <a:pt x="643" y="993"/>
                </a:lnTo>
                <a:lnTo>
                  <a:pt x="638" y="995"/>
                </a:lnTo>
                <a:lnTo>
                  <a:pt x="633" y="999"/>
                </a:lnTo>
                <a:lnTo>
                  <a:pt x="630" y="1004"/>
                </a:lnTo>
                <a:lnTo>
                  <a:pt x="627" y="1008"/>
                </a:lnTo>
                <a:lnTo>
                  <a:pt x="625" y="1013"/>
                </a:lnTo>
                <a:lnTo>
                  <a:pt x="625" y="1019"/>
                </a:lnTo>
                <a:lnTo>
                  <a:pt x="625" y="1019"/>
                </a:lnTo>
                <a:lnTo>
                  <a:pt x="625" y="1025"/>
                </a:lnTo>
                <a:lnTo>
                  <a:pt x="627" y="1031"/>
                </a:lnTo>
                <a:lnTo>
                  <a:pt x="630" y="1036"/>
                </a:lnTo>
                <a:lnTo>
                  <a:pt x="633" y="1039"/>
                </a:lnTo>
                <a:lnTo>
                  <a:pt x="638" y="1043"/>
                </a:lnTo>
                <a:lnTo>
                  <a:pt x="643" y="1046"/>
                </a:lnTo>
                <a:lnTo>
                  <a:pt x="647" y="1047"/>
                </a:lnTo>
                <a:lnTo>
                  <a:pt x="653" y="1047"/>
                </a:lnTo>
                <a:lnTo>
                  <a:pt x="653" y="1047"/>
                </a:lnTo>
                <a:lnTo>
                  <a:pt x="659" y="1047"/>
                </a:lnTo>
                <a:lnTo>
                  <a:pt x="664" y="1046"/>
                </a:lnTo>
                <a:lnTo>
                  <a:pt x="670" y="1043"/>
                </a:lnTo>
                <a:lnTo>
                  <a:pt x="673" y="1039"/>
                </a:lnTo>
                <a:lnTo>
                  <a:pt x="677" y="1036"/>
                </a:lnTo>
                <a:lnTo>
                  <a:pt x="679" y="1031"/>
                </a:lnTo>
                <a:lnTo>
                  <a:pt x="682" y="1025"/>
                </a:lnTo>
                <a:lnTo>
                  <a:pt x="682" y="1019"/>
                </a:lnTo>
                <a:lnTo>
                  <a:pt x="682" y="1019"/>
                </a:lnTo>
                <a:lnTo>
                  <a:pt x="682" y="1013"/>
                </a:lnTo>
                <a:lnTo>
                  <a:pt x="679" y="1008"/>
                </a:lnTo>
                <a:lnTo>
                  <a:pt x="677" y="1004"/>
                </a:lnTo>
                <a:lnTo>
                  <a:pt x="673" y="999"/>
                </a:lnTo>
                <a:lnTo>
                  <a:pt x="670" y="995"/>
                </a:lnTo>
                <a:lnTo>
                  <a:pt x="664" y="993"/>
                </a:lnTo>
                <a:lnTo>
                  <a:pt x="659" y="992"/>
                </a:lnTo>
                <a:lnTo>
                  <a:pt x="653" y="991"/>
                </a:lnTo>
                <a:lnTo>
                  <a:pt x="653" y="991"/>
                </a:lnTo>
                <a:close/>
                <a:moveTo>
                  <a:pt x="603" y="1096"/>
                </a:moveTo>
                <a:lnTo>
                  <a:pt x="603" y="1096"/>
                </a:lnTo>
                <a:lnTo>
                  <a:pt x="598" y="1096"/>
                </a:lnTo>
                <a:lnTo>
                  <a:pt x="592" y="1097"/>
                </a:lnTo>
                <a:lnTo>
                  <a:pt x="587" y="1101"/>
                </a:lnTo>
                <a:lnTo>
                  <a:pt x="582" y="1104"/>
                </a:lnTo>
                <a:lnTo>
                  <a:pt x="579" y="1108"/>
                </a:lnTo>
                <a:lnTo>
                  <a:pt x="576" y="1114"/>
                </a:lnTo>
                <a:lnTo>
                  <a:pt x="575" y="1118"/>
                </a:lnTo>
                <a:lnTo>
                  <a:pt x="574" y="1124"/>
                </a:lnTo>
                <a:lnTo>
                  <a:pt x="574" y="1124"/>
                </a:lnTo>
                <a:lnTo>
                  <a:pt x="575" y="1130"/>
                </a:lnTo>
                <a:lnTo>
                  <a:pt x="576" y="1136"/>
                </a:lnTo>
                <a:lnTo>
                  <a:pt x="579" y="1141"/>
                </a:lnTo>
                <a:lnTo>
                  <a:pt x="582" y="1146"/>
                </a:lnTo>
                <a:lnTo>
                  <a:pt x="587" y="1149"/>
                </a:lnTo>
                <a:lnTo>
                  <a:pt x="592" y="1151"/>
                </a:lnTo>
                <a:lnTo>
                  <a:pt x="598" y="1154"/>
                </a:lnTo>
                <a:lnTo>
                  <a:pt x="603" y="1154"/>
                </a:lnTo>
                <a:lnTo>
                  <a:pt x="603" y="1154"/>
                </a:lnTo>
                <a:lnTo>
                  <a:pt x="609" y="1154"/>
                </a:lnTo>
                <a:lnTo>
                  <a:pt x="615" y="1151"/>
                </a:lnTo>
                <a:lnTo>
                  <a:pt x="620" y="1149"/>
                </a:lnTo>
                <a:lnTo>
                  <a:pt x="625" y="1146"/>
                </a:lnTo>
                <a:lnTo>
                  <a:pt x="628" y="1141"/>
                </a:lnTo>
                <a:lnTo>
                  <a:pt x="631" y="1136"/>
                </a:lnTo>
                <a:lnTo>
                  <a:pt x="632" y="1130"/>
                </a:lnTo>
                <a:lnTo>
                  <a:pt x="633" y="1124"/>
                </a:lnTo>
                <a:lnTo>
                  <a:pt x="633" y="1124"/>
                </a:lnTo>
                <a:lnTo>
                  <a:pt x="632" y="1118"/>
                </a:lnTo>
                <a:lnTo>
                  <a:pt x="631" y="1114"/>
                </a:lnTo>
                <a:lnTo>
                  <a:pt x="628" y="1108"/>
                </a:lnTo>
                <a:lnTo>
                  <a:pt x="625" y="1104"/>
                </a:lnTo>
                <a:lnTo>
                  <a:pt x="620" y="1101"/>
                </a:lnTo>
                <a:lnTo>
                  <a:pt x="615" y="1097"/>
                </a:lnTo>
                <a:lnTo>
                  <a:pt x="609" y="1096"/>
                </a:lnTo>
                <a:lnTo>
                  <a:pt x="603" y="1096"/>
                </a:lnTo>
                <a:lnTo>
                  <a:pt x="603" y="1096"/>
                </a:lnTo>
                <a:close/>
                <a:moveTo>
                  <a:pt x="497" y="1358"/>
                </a:moveTo>
                <a:lnTo>
                  <a:pt x="497" y="1358"/>
                </a:lnTo>
                <a:lnTo>
                  <a:pt x="491" y="1358"/>
                </a:lnTo>
                <a:lnTo>
                  <a:pt x="486" y="1361"/>
                </a:lnTo>
                <a:lnTo>
                  <a:pt x="483" y="1362"/>
                </a:lnTo>
                <a:lnTo>
                  <a:pt x="478" y="1366"/>
                </a:lnTo>
                <a:lnTo>
                  <a:pt x="476" y="1369"/>
                </a:lnTo>
                <a:lnTo>
                  <a:pt x="473" y="1374"/>
                </a:lnTo>
                <a:lnTo>
                  <a:pt x="472" y="1379"/>
                </a:lnTo>
                <a:lnTo>
                  <a:pt x="471" y="1383"/>
                </a:lnTo>
                <a:lnTo>
                  <a:pt x="471" y="1383"/>
                </a:lnTo>
                <a:lnTo>
                  <a:pt x="472" y="1389"/>
                </a:lnTo>
                <a:lnTo>
                  <a:pt x="473" y="1394"/>
                </a:lnTo>
                <a:lnTo>
                  <a:pt x="476" y="1397"/>
                </a:lnTo>
                <a:lnTo>
                  <a:pt x="478" y="1401"/>
                </a:lnTo>
                <a:lnTo>
                  <a:pt x="483" y="1405"/>
                </a:lnTo>
                <a:lnTo>
                  <a:pt x="486" y="1407"/>
                </a:lnTo>
                <a:lnTo>
                  <a:pt x="491" y="1408"/>
                </a:lnTo>
                <a:lnTo>
                  <a:pt x="497" y="1409"/>
                </a:lnTo>
                <a:lnTo>
                  <a:pt x="497" y="1409"/>
                </a:lnTo>
                <a:lnTo>
                  <a:pt x="502" y="1408"/>
                </a:lnTo>
                <a:lnTo>
                  <a:pt x="507" y="1407"/>
                </a:lnTo>
                <a:lnTo>
                  <a:pt x="511" y="1405"/>
                </a:lnTo>
                <a:lnTo>
                  <a:pt x="515" y="1401"/>
                </a:lnTo>
                <a:lnTo>
                  <a:pt x="517" y="1397"/>
                </a:lnTo>
                <a:lnTo>
                  <a:pt x="520" y="1394"/>
                </a:lnTo>
                <a:lnTo>
                  <a:pt x="522" y="1389"/>
                </a:lnTo>
                <a:lnTo>
                  <a:pt x="522" y="1383"/>
                </a:lnTo>
                <a:lnTo>
                  <a:pt x="522" y="1383"/>
                </a:lnTo>
                <a:lnTo>
                  <a:pt x="522" y="1379"/>
                </a:lnTo>
                <a:lnTo>
                  <a:pt x="520" y="1374"/>
                </a:lnTo>
                <a:lnTo>
                  <a:pt x="517" y="1369"/>
                </a:lnTo>
                <a:lnTo>
                  <a:pt x="515" y="1366"/>
                </a:lnTo>
                <a:lnTo>
                  <a:pt x="511" y="1362"/>
                </a:lnTo>
                <a:lnTo>
                  <a:pt x="507" y="1361"/>
                </a:lnTo>
                <a:lnTo>
                  <a:pt x="502" y="1358"/>
                </a:lnTo>
                <a:lnTo>
                  <a:pt x="497" y="1358"/>
                </a:lnTo>
                <a:lnTo>
                  <a:pt x="497" y="1358"/>
                </a:lnTo>
                <a:close/>
                <a:moveTo>
                  <a:pt x="1124" y="940"/>
                </a:moveTo>
                <a:lnTo>
                  <a:pt x="1124" y="940"/>
                </a:lnTo>
                <a:lnTo>
                  <a:pt x="1119" y="941"/>
                </a:lnTo>
                <a:lnTo>
                  <a:pt x="1113" y="942"/>
                </a:lnTo>
                <a:lnTo>
                  <a:pt x="1108" y="944"/>
                </a:lnTo>
                <a:lnTo>
                  <a:pt x="1105" y="948"/>
                </a:lnTo>
                <a:lnTo>
                  <a:pt x="1101" y="953"/>
                </a:lnTo>
                <a:lnTo>
                  <a:pt x="1099" y="958"/>
                </a:lnTo>
                <a:lnTo>
                  <a:pt x="1097" y="962"/>
                </a:lnTo>
                <a:lnTo>
                  <a:pt x="1097" y="968"/>
                </a:lnTo>
                <a:lnTo>
                  <a:pt x="1097" y="968"/>
                </a:lnTo>
                <a:lnTo>
                  <a:pt x="1097" y="974"/>
                </a:lnTo>
                <a:lnTo>
                  <a:pt x="1099" y="979"/>
                </a:lnTo>
                <a:lnTo>
                  <a:pt x="1101" y="984"/>
                </a:lnTo>
                <a:lnTo>
                  <a:pt x="1105" y="987"/>
                </a:lnTo>
                <a:lnTo>
                  <a:pt x="1108" y="991"/>
                </a:lnTo>
                <a:lnTo>
                  <a:pt x="1113" y="993"/>
                </a:lnTo>
                <a:lnTo>
                  <a:pt x="1119" y="995"/>
                </a:lnTo>
                <a:lnTo>
                  <a:pt x="1124" y="995"/>
                </a:lnTo>
                <a:lnTo>
                  <a:pt x="1124" y="995"/>
                </a:lnTo>
                <a:lnTo>
                  <a:pt x="1130" y="995"/>
                </a:lnTo>
                <a:lnTo>
                  <a:pt x="1136" y="993"/>
                </a:lnTo>
                <a:lnTo>
                  <a:pt x="1140" y="991"/>
                </a:lnTo>
                <a:lnTo>
                  <a:pt x="1144" y="987"/>
                </a:lnTo>
                <a:lnTo>
                  <a:pt x="1147" y="984"/>
                </a:lnTo>
                <a:lnTo>
                  <a:pt x="1150" y="979"/>
                </a:lnTo>
                <a:lnTo>
                  <a:pt x="1151" y="974"/>
                </a:lnTo>
                <a:lnTo>
                  <a:pt x="1152" y="968"/>
                </a:lnTo>
                <a:lnTo>
                  <a:pt x="1152" y="968"/>
                </a:lnTo>
                <a:lnTo>
                  <a:pt x="1151" y="962"/>
                </a:lnTo>
                <a:lnTo>
                  <a:pt x="1150" y="958"/>
                </a:lnTo>
                <a:lnTo>
                  <a:pt x="1147" y="953"/>
                </a:lnTo>
                <a:lnTo>
                  <a:pt x="1144" y="948"/>
                </a:lnTo>
                <a:lnTo>
                  <a:pt x="1140" y="944"/>
                </a:lnTo>
                <a:lnTo>
                  <a:pt x="1136" y="942"/>
                </a:lnTo>
                <a:lnTo>
                  <a:pt x="1130" y="941"/>
                </a:lnTo>
                <a:lnTo>
                  <a:pt x="1124" y="940"/>
                </a:lnTo>
                <a:lnTo>
                  <a:pt x="1124" y="940"/>
                </a:lnTo>
                <a:close/>
                <a:moveTo>
                  <a:pt x="1229" y="1045"/>
                </a:moveTo>
                <a:lnTo>
                  <a:pt x="1229" y="1045"/>
                </a:lnTo>
                <a:lnTo>
                  <a:pt x="1223" y="1045"/>
                </a:lnTo>
                <a:lnTo>
                  <a:pt x="1218" y="1047"/>
                </a:lnTo>
                <a:lnTo>
                  <a:pt x="1214" y="1050"/>
                </a:lnTo>
                <a:lnTo>
                  <a:pt x="1209" y="1053"/>
                </a:lnTo>
                <a:lnTo>
                  <a:pt x="1205" y="1057"/>
                </a:lnTo>
                <a:lnTo>
                  <a:pt x="1203" y="1062"/>
                </a:lnTo>
                <a:lnTo>
                  <a:pt x="1202" y="1066"/>
                </a:lnTo>
                <a:lnTo>
                  <a:pt x="1201" y="1072"/>
                </a:lnTo>
                <a:lnTo>
                  <a:pt x="1201" y="1072"/>
                </a:lnTo>
                <a:lnTo>
                  <a:pt x="1202" y="1078"/>
                </a:lnTo>
                <a:lnTo>
                  <a:pt x="1203" y="1083"/>
                </a:lnTo>
                <a:lnTo>
                  <a:pt x="1205" y="1088"/>
                </a:lnTo>
                <a:lnTo>
                  <a:pt x="1209" y="1092"/>
                </a:lnTo>
                <a:lnTo>
                  <a:pt x="1214" y="1096"/>
                </a:lnTo>
                <a:lnTo>
                  <a:pt x="1218" y="1098"/>
                </a:lnTo>
                <a:lnTo>
                  <a:pt x="1223" y="1099"/>
                </a:lnTo>
                <a:lnTo>
                  <a:pt x="1229" y="1101"/>
                </a:lnTo>
                <a:lnTo>
                  <a:pt x="1229" y="1101"/>
                </a:lnTo>
                <a:lnTo>
                  <a:pt x="1235" y="1099"/>
                </a:lnTo>
                <a:lnTo>
                  <a:pt x="1240" y="1098"/>
                </a:lnTo>
                <a:lnTo>
                  <a:pt x="1244" y="1096"/>
                </a:lnTo>
                <a:lnTo>
                  <a:pt x="1248" y="1092"/>
                </a:lnTo>
                <a:lnTo>
                  <a:pt x="1252" y="1088"/>
                </a:lnTo>
                <a:lnTo>
                  <a:pt x="1254" y="1083"/>
                </a:lnTo>
                <a:lnTo>
                  <a:pt x="1256" y="1078"/>
                </a:lnTo>
                <a:lnTo>
                  <a:pt x="1256" y="1072"/>
                </a:lnTo>
                <a:lnTo>
                  <a:pt x="1256" y="1072"/>
                </a:lnTo>
                <a:lnTo>
                  <a:pt x="1256" y="1066"/>
                </a:lnTo>
                <a:lnTo>
                  <a:pt x="1254" y="1062"/>
                </a:lnTo>
                <a:lnTo>
                  <a:pt x="1252" y="1057"/>
                </a:lnTo>
                <a:lnTo>
                  <a:pt x="1248" y="1053"/>
                </a:lnTo>
                <a:lnTo>
                  <a:pt x="1244" y="1050"/>
                </a:lnTo>
                <a:lnTo>
                  <a:pt x="1240" y="1047"/>
                </a:lnTo>
                <a:lnTo>
                  <a:pt x="1235" y="1045"/>
                </a:lnTo>
                <a:lnTo>
                  <a:pt x="1229" y="1045"/>
                </a:lnTo>
                <a:lnTo>
                  <a:pt x="1229" y="1045"/>
                </a:lnTo>
                <a:close/>
                <a:moveTo>
                  <a:pt x="1019" y="1201"/>
                </a:moveTo>
                <a:lnTo>
                  <a:pt x="1019" y="1201"/>
                </a:lnTo>
                <a:lnTo>
                  <a:pt x="1014" y="1202"/>
                </a:lnTo>
                <a:lnTo>
                  <a:pt x="1009" y="1204"/>
                </a:lnTo>
                <a:lnTo>
                  <a:pt x="1004" y="1206"/>
                </a:lnTo>
                <a:lnTo>
                  <a:pt x="1000" y="1209"/>
                </a:lnTo>
                <a:lnTo>
                  <a:pt x="997" y="1213"/>
                </a:lnTo>
                <a:lnTo>
                  <a:pt x="994" y="1218"/>
                </a:lnTo>
                <a:lnTo>
                  <a:pt x="993" y="1222"/>
                </a:lnTo>
                <a:lnTo>
                  <a:pt x="993" y="1228"/>
                </a:lnTo>
                <a:lnTo>
                  <a:pt x="993" y="1228"/>
                </a:lnTo>
                <a:lnTo>
                  <a:pt x="993" y="1234"/>
                </a:lnTo>
                <a:lnTo>
                  <a:pt x="994" y="1239"/>
                </a:lnTo>
                <a:lnTo>
                  <a:pt x="997" y="1244"/>
                </a:lnTo>
                <a:lnTo>
                  <a:pt x="1000" y="1247"/>
                </a:lnTo>
                <a:lnTo>
                  <a:pt x="1004" y="1251"/>
                </a:lnTo>
                <a:lnTo>
                  <a:pt x="1009" y="1253"/>
                </a:lnTo>
                <a:lnTo>
                  <a:pt x="1014" y="1254"/>
                </a:lnTo>
                <a:lnTo>
                  <a:pt x="1019" y="1256"/>
                </a:lnTo>
                <a:lnTo>
                  <a:pt x="1019" y="1256"/>
                </a:lnTo>
                <a:lnTo>
                  <a:pt x="1025" y="1254"/>
                </a:lnTo>
                <a:lnTo>
                  <a:pt x="1029" y="1253"/>
                </a:lnTo>
                <a:lnTo>
                  <a:pt x="1034" y="1251"/>
                </a:lnTo>
                <a:lnTo>
                  <a:pt x="1039" y="1247"/>
                </a:lnTo>
                <a:lnTo>
                  <a:pt x="1041" y="1244"/>
                </a:lnTo>
                <a:lnTo>
                  <a:pt x="1043" y="1239"/>
                </a:lnTo>
                <a:lnTo>
                  <a:pt x="1046" y="1234"/>
                </a:lnTo>
                <a:lnTo>
                  <a:pt x="1046" y="1228"/>
                </a:lnTo>
                <a:lnTo>
                  <a:pt x="1046" y="1228"/>
                </a:lnTo>
                <a:lnTo>
                  <a:pt x="1046" y="1222"/>
                </a:lnTo>
                <a:lnTo>
                  <a:pt x="1043" y="1218"/>
                </a:lnTo>
                <a:lnTo>
                  <a:pt x="1041" y="1213"/>
                </a:lnTo>
                <a:lnTo>
                  <a:pt x="1039" y="1209"/>
                </a:lnTo>
                <a:lnTo>
                  <a:pt x="1034" y="1206"/>
                </a:lnTo>
                <a:lnTo>
                  <a:pt x="1029" y="1204"/>
                </a:lnTo>
                <a:lnTo>
                  <a:pt x="1025" y="1202"/>
                </a:lnTo>
                <a:lnTo>
                  <a:pt x="1019" y="1201"/>
                </a:lnTo>
                <a:lnTo>
                  <a:pt x="1019" y="120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1"/>
          <p:cNvSpPr>
            <a:spLocks noChangeAspect="1" noEditPoints="1"/>
          </p:cNvSpPr>
          <p:nvPr/>
        </p:nvSpPr>
        <p:spPr bwMode="auto">
          <a:xfrm>
            <a:off x="6069124" y="4545124"/>
            <a:ext cx="1080000" cy="1117699"/>
          </a:xfrm>
          <a:custGeom>
            <a:avLst/>
            <a:gdLst>
              <a:gd name="T0" fmla="*/ 1145 w 1459"/>
              <a:gd name="T1" fmla="*/ 159 h 1513"/>
              <a:gd name="T2" fmla="*/ 1093 w 1459"/>
              <a:gd name="T3" fmla="*/ 175 h 1513"/>
              <a:gd name="T4" fmla="*/ 1062 w 1459"/>
              <a:gd name="T5" fmla="*/ 201 h 1513"/>
              <a:gd name="T6" fmla="*/ 1023 w 1459"/>
              <a:gd name="T7" fmla="*/ 281 h 1513"/>
              <a:gd name="T8" fmla="*/ 1015 w 1459"/>
              <a:gd name="T9" fmla="*/ 211 h 1513"/>
              <a:gd name="T10" fmla="*/ 991 w 1459"/>
              <a:gd name="T11" fmla="*/ 152 h 1513"/>
              <a:gd name="T12" fmla="*/ 958 w 1459"/>
              <a:gd name="T13" fmla="*/ 104 h 1513"/>
              <a:gd name="T14" fmla="*/ 915 w 1459"/>
              <a:gd name="T15" fmla="*/ 65 h 1513"/>
              <a:gd name="T16" fmla="*/ 812 w 1459"/>
              <a:gd name="T17" fmla="*/ 15 h 1513"/>
              <a:gd name="T18" fmla="*/ 702 w 1459"/>
              <a:gd name="T19" fmla="*/ 0 h 1513"/>
              <a:gd name="T20" fmla="*/ 623 w 1459"/>
              <a:gd name="T21" fmla="*/ 8 h 1513"/>
              <a:gd name="T22" fmla="*/ 524 w 1459"/>
              <a:gd name="T23" fmla="*/ 46 h 1513"/>
              <a:gd name="T24" fmla="*/ 435 w 1459"/>
              <a:gd name="T25" fmla="*/ 124 h 1513"/>
              <a:gd name="T26" fmla="*/ 361 w 1459"/>
              <a:gd name="T27" fmla="*/ 249 h 1513"/>
              <a:gd name="T28" fmla="*/ 325 w 1459"/>
              <a:gd name="T29" fmla="*/ 275 h 1513"/>
              <a:gd name="T30" fmla="*/ 309 w 1459"/>
              <a:gd name="T31" fmla="*/ 251 h 1513"/>
              <a:gd name="T32" fmla="*/ 307 w 1459"/>
              <a:gd name="T33" fmla="*/ 216 h 1513"/>
              <a:gd name="T34" fmla="*/ 298 w 1459"/>
              <a:gd name="T35" fmla="*/ 193 h 1513"/>
              <a:gd name="T36" fmla="*/ 225 w 1459"/>
              <a:gd name="T37" fmla="*/ 203 h 1513"/>
              <a:gd name="T38" fmla="*/ 162 w 1459"/>
              <a:gd name="T39" fmla="*/ 227 h 1513"/>
              <a:gd name="T40" fmla="*/ 110 w 1459"/>
              <a:gd name="T41" fmla="*/ 262 h 1513"/>
              <a:gd name="T42" fmla="*/ 67 w 1459"/>
              <a:gd name="T43" fmla="*/ 307 h 1513"/>
              <a:gd name="T44" fmla="*/ 37 w 1459"/>
              <a:gd name="T45" fmla="*/ 360 h 1513"/>
              <a:gd name="T46" fmla="*/ 10 w 1459"/>
              <a:gd name="T47" fmla="*/ 437 h 1513"/>
              <a:gd name="T48" fmla="*/ 0 w 1459"/>
              <a:gd name="T49" fmla="*/ 540 h 1513"/>
              <a:gd name="T50" fmla="*/ 6 w 1459"/>
              <a:gd name="T51" fmla="*/ 609 h 1513"/>
              <a:gd name="T52" fmla="*/ 26 w 1459"/>
              <a:gd name="T53" fmla="*/ 674 h 1513"/>
              <a:gd name="T54" fmla="*/ 57 w 1459"/>
              <a:gd name="T55" fmla="*/ 733 h 1513"/>
              <a:gd name="T56" fmla="*/ 98 w 1459"/>
              <a:gd name="T57" fmla="*/ 785 h 1513"/>
              <a:gd name="T58" fmla="*/ 148 w 1459"/>
              <a:gd name="T59" fmla="*/ 827 h 1513"/>
              <a:gd name="T60" fmla="*/ 206 w 1459"/>
              <a:gd name="T61" fmla="*/ 861 h 1513"/>
              <a:gd name="T62" fmla="*/ 269 w 1459"/>
              <a:gd name="T63" fmla="*/ 881 h 1513"/>
              <a:gd name="T64" fmla="*/ 338 w 1459"/>
              <a:gd name="T65" fmla="*/ 888 h 1513"/>
              <a:gd name="T66" fmla="*/ 1085 w 1459"/>
              <a:gd name="T67" fmla="*/ 884 h 1513"/>
              <a:gd name="T68" fmla="*/ 1180 w 1459"/>
              <a:gd name="T69" fmla="*/ 866 h 1513"/>
              <a:gd name="T70" fmla="*/ 1261 w 1459"/>
              <a:gd name="T71" fmla="*/ 833 h 1513"/>
              <a:gd name="T72" fmla="*/ 1327 w 1459"/>
              <a:gd name="T73" fmla="*/ 788 h 1513"/>
              <a:gd name="T74" fmla="*/ 1380 w 1459"/>
              <a:gd name="T75" fmla="*/ 733 h 1513"/>
              <a:gd name="T76" fmla="*/ 1419 w 1459"/>
              <a:gd name="T77" fmla="*/ 669 h 1513"/>
              <a:gd name="T78" fmla="*/ 1445 w 1459"/>
              <a:gd name="T79" fmla="*/ 603 h 1513"/>
              <a:gd name="T80" fmla="*/ 1458 w 1459"/>
              <a:gd name="T81" fmla="*/ 533 h 1513"/>
              <a:gd name="T82" fmla="*/ 1458 w 1459"/>
              <a:gd name="T83" fmla="*/ 449 h 1513"/>
              <a:gd name="T84" fmla="*/ 1450 w 1459"/>
              <a:gd name="T85" fmla="*/ 363 h 1513"/>
              <a:gd name="T86" fmla="*/ 1431 w 1459"/>
              <a:gd name="T87" fmla="*/ 295 h 1513"/>
              <a:gd name="T88" fmla="*/ 1402 w 1459"/>
              <a:gd name="T89" fmla="*/ 243 h 1513"/>
              <a:gd name="T90" fmla="*/ 1366 w 1459"/>
              <a:gd name="T91" fmla="*/ 205 h 1513"/>
              <a:gd name="T92" fmla="*/ 1321 w 1459"/>
              <a:gd name="T93" fmla="*/ 180 h 1513"/>
              <a:gd name="T94" fmla="*/ 1237 w 1459"/>
              <a:gd name="T95" fmla="*/ 160 h 1513"/>
              <a:gd name="T96" fmla="*/ 1043 w 1459"/>
              <a:gd name="T97" fmla="*/ 937 h 1513"/>
              <a:gd name="T98" fmla="*/ 1146 w 1459"/>
              <a:gd name="T99" fmla="*/ 1096 h 1513"/>
              <a:gd name="T100" fmla="*/ 468 w 1459"/>
              <a:gd name="T101" fmla="*/ 1044 h 1513"/>
              <a:gd name="T102" fmla="*/ 573 w 1459"/>
              <a:gd name="T103" fmla="*/ 1095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59" h="1513">
                <a:moveTo>
                  <a:pt x="1173" y="158"/>
                </a:moveTo>
                <a:lnTo>
                  <a:pt x="1173" y="158"/>
                </a:lnTo>
                <a:lnTo>
                  <a:pt x="1160" y="158"/>
                </a:lnTo>
                <a:lnTo>
                  <a:pt x="1145" y="159"/>
                </a:lnTo>
                <a:lnTo>
                  <a:pt x="1127" y="162"/>
                </a:lnTo>
                <a:lnTo>
                  <a:pt x="1109" y="166"/>
                </a:lnTo>
                <a:lnTo>
                  <a:pt x="1101" y="170"/>
                </a:lnTo>
                <a:lnTo>
                  <a:pt x="1093" y="175"/>
                </a:lnTo>
                <a:lnTo>
                  <a:pt x="1084" y="179"/>
                </a:lnTo>
                <a:lnTo>
                  <a:pt x="1076" y="185"/>
                </a:lnTo>
                <a:lnTo>
                  <a:pt x="1069" y="192"/>
                </a:lnTo>
                <a:lnTo>
                  <a:pt x="1062" y="201"/>
                </a:lnTo>
                <a:lnTo>
                  <a:pt x="1056" y="210"/>
                </a:lnTo>
                <a:lnTo>
                  <a:pt x="1051" y="221"/>
                </a:lnTo>
                <a:lnTo>
                  <a:pt x="1023" y="281"/>
                </a:lnTo>
                <a:lnTo>
                  <a:pt x="1023" y="281"/>
                </a:lnTo>
                <a:lnTo>
                  <a:pt x="1023" y="263"/>
                </a:lnTo>
                <a:lnTo>
                  <a:pt x="1020" y="244"/>
                </a:lnTo>
                <a:lnTo>
                  <a:pt x="1018" y="228"/>
                </a:lnTo>
                <a:lnTo>
                  <a:pt x="1015" y="211"/>
                </a:lnTo>
                <a:lnTo>
                  <a:pt x="1010" y="196"/>
                </a:lnTo>
                <a:lnTo>
                  <a:pt x="1004" y="180"/>
                </a:lnTo>
                <a:lnTo>
                  <a:pt x="998" y="166"/>
                </a:lnTo>
                <a:lnTo>
                  <a:pt x="991" y="152"/>
                </a:lnTo>
                <a:lnTo>
                  <a:pt x="984" y="139"/>
                </a:lnTo>
                <a:lnTo>
                  <a:pt x="976" y="127"/>
                </a:lnTo>
                <a:lnTo>
                  <a:pt x="967" y="115"/>
                </a:lnTo>
                <a:lnTo>
                  <a:pt x="958" y="104"/>
                </a:lnTo>
                <a:lnTo>
                  <a:pt x="947" y="93"/>
                </a:lnTo>
                <a:lnTo>
                  <a:pt x="938" y="83"/>
                </a:lnTo>
                <a:lnTo>
                  <a:pt x="926" y="74"/>
                </a:lnTo>
                <a:lnTo>
                  <a:pt x="915" y="65"/>
                </a:lnTo>
                <a:lnTo>
                  <a:pt x="890" y="49"/>
                </a:lnTo>
                <a:lnTo>
                  <a:pt x="866" y="36"/>
                </a:lnTo>
                <a:lnTo>
                  <a:pt x="840" y="24"/>
                </a:lnTo>
                <a:lnTo>
                  <a:pt x="812" y="15"/>
                </a:lnTo>
                <a:lnTo>
                  <a:pt x="785" y="8"/>
                </a:lnTo>
                <a:lnTo>
                  <a:pt x="757" y="3"/>
                </a:lnTo>
                <a:lnTo>
                  <a:pt x="730" y="1"/>
                </a:lnTo>
                <a:lnTo>
                  <a:pt x="702" y="0"/>
                </a:lnTo>
                <a:lnTo>
                  <a:pt x="702" y="0"/>
                </a:lnTo>
                <a:lnTo>
                  <a:pt x="675" y="1"/>
                </a:lnTo>
                <a:lnTo>
                  <a:pt x="649" y="3"/>
                </a:lnTo>
                <a:lnTo>
                  <a:pt x="623" y="8"/>
                </a:lnTo>
                <a:lnTo>
                  <a:pt x="597" y="14"/>
                </a:lnTo>
                <a:lnTo>
                  <a:pt x="572" y="22"/>
                </a:lnTo>
                <a:lnTo>
                  <a:pt x="547" y="33"/>
                </a:lnTo>
                <a:lnTo>
                  <a:pt x="524" y="46"/>
                </a:lnTo>
                <a:lnTo>
                  <a:pt x="500" y="62"/>
                </a:lnTo>
                <a:lnTo>
                  <a:pt x="478" y="80"/>
                </a:lnTo>
                <a:lnTo>
                  <a:pt x="456" y="100"/>
                </a:lnTo>
                <a:lnTo>
                  <a:pt x="435" y="124"/>
                </a:lnTo>
                <a:lnTo>
                  <a:pt x="415" y="151"/>
                </a:lnTo>
                <a:lnTo>
                  <a:pt x="396" y="180"/>
                </a:lnTo>
                <a:lnTo>
                  <a:pt x="377" y="214"/>
                </a:lnTo>
                <a:lnTo>
                  <a:pt x="361" y="249"/>
                </a:lnTo>
                <a:lnTo>
                  <a:pt x="344" y="289"/>
                </a:lnTo>
                <a:lnTo>
                  <a:pt x="344" y="289"/>
                </a:lnTo>
                <a:lnTo>
                  <a:pt x="335" y="282"/>
                </a:lnTo>
                <a:lnTo>
                  <a:pt x="325" y="275"/>
                </a:lnTo>
                <a:lnTo>
                  <a:pt x="320" y="270"/>
                </a:lnTo>
                <a:lnTo>
                  <a:pt x="316" y="264"/>
                </a:lnTo>
                <a:lnTo>
                  <a:pt x="311" y="259"/>
                </a:lnTo>
                <a:lnTo>
                  <a:pt x="309" y="251"/>
                </a:lnTo>
                <a:lnTo>
                  <a:pt x="306" y="243"/>
                </a:lnTo>
                <a:lnTo>
                  <a:pt x="305" y="235"/>
                </a:lnTo>
                <a:lnTo>
                  <a:pt x="305" y="225"/>
                </a:lnTo>
                <a:lnTo>
                  <a:pt x="307" y="216"/>
                </a:lnTo>
                <a:lnTo>
                  <a:pt x="311" y="205"/>
                </a:lnTo>
                <a:lnTo>
                  <a:pt x="318" y="193"/>
                </a:lnTo>
                <a:lnTo>
                  <a:pt x="318" y="193"/>
                </a:lnTo>
                <a:lnTo>
                  <a:pt x="298" y="193"/>
                </a:lnTo>
                <a:lnTo>
                  <a:pt x="279" y="195"/>
                </a:lnTo>
                <a:lnTo>
                  <a:pt x="260" y="197"/>
                </a:lnTo>
                <a:lnTo>
                  <a:pt x="242" y="199"/>
                </a:lnTo>
                <a:lnTo>
                  <a:pt x="225" y="203"/>
                </a:lnTo>
                <a:lnTo>
                  <a:pt x="208" y="208"/>
                </a:lnTo>
                <a:lnTo>
                  <a:pt x="191" y="214"/>
                </a:lnTo>
                <a:lnTo>
                  <a:pt x="177" y="220"/>
                </a:lnTo>
                <a:lnTo>
                  <a:pt x="162" y="227"/>
                </a:lnTo>
                <a:lnTo>
                  <a:pt x="148" y="234"/>
                </a:lnTo>
                <a:lnTo>
                  <a:pt x="135" y="243"/>
                </a:lnTo>
                <a:lnTo>
                  <a:pt x="122" y="251"/>
                </a:lnTo>
                <a:lnTo>
                  <a:pt x="110" y="262"/>
                </a:lnTo>
                <a:lnTo>
                  <a:pt x="98" y="272"/>
                </a:lnTo>
                <a:lnTo>
                  <a:pt x="87" y="283"/>
                </a:lnTo>
                <a:lnTo>
                  <a:pt x="78" y="295"/>
                </a:lnTo>
                <a:lnTo>
                  <a:pt x="67" y="307"/>
                </a:lnTo>
                <a:lnTo>
                  <a:pt x="59" y="320"/>
                </a:lnTo>
                <a:lnTo>
                  <a:pt x="51" y="333"/>
                </a:lnTo>
                <a:lnTo>
                  <a:pt x="42" y="346"/>
                </a:lnTo>
                <a:lnTo>
                  <a:pt x="37" y="360"/>
                </a:lnTo>
                <a:lnTo>
                  <a:pt x="29" y="376"/>
                </a:lnTo>
                <a:lnTo>
                  <a:pt x="24" y="390"/>
                </a:lnTo>
                <a:lnTo>
                  <a:pt x="19" y="406"/>
                </a:lnTo>
                <a:lnTo>
                  <a:pt x="10" y="437"/>
                </a:lnTo>
                <a:lnTo>
                  <a:pt x="5" y="470"/>
                </a:lnTo>
                <a:lnTo>
                  <a:pt x="1" y="505"/>
                </a:lnTo>
                <a:lnTo>
                  <a:pt x="0" y="540"/>
                </a:lnTo>
                <a:lnTo>
                  <a:pt x="0" y="540"/>
                </a:lnTo>
                <a:lnTo>
                  <a:pt x="0" y="558"/>
                </a:lnTo>
                <a:lnTo>
                  <a:pt x="1" y="574"/>
                </a:lnTo>
                <a:lnTo>
                  <a:pt x="3" y="592"/>
                </a:lnTo>
                <a:lnTo>
                  <a:pt x="6" y="609"/>
                </a:lnTo>
                <a:lnTo>
                  <a:pt x="9" y="625"/>
                </a:lnTo>
                <a:lnTo>
                  <a:pt x="14" y="642"/>
                </a:lnTo>
                <a:lnTo>
                  <a:pt x="20" y="658"/>
                </a:lnTo>
                <a:lnTo>
                  <a:pt x="26" y="674"/>
                </a:lnTo>
                <a:lnTo>
                  <a:pt x="33" y="689"/>
                </a:lnTo>
                <a:lnTo>
                  <a:pt x="40" y="704"/>
                </a:lnTo>
                <a:lnTo>
                  <a:pt x="48" y="719"/>
                </a:lnTo>
                <a:lnTo>
                  <a:pt x="57" y="733"/>
                </a:lnTo>
                <a:lnTo>
                  <a:pt x="66" y="746"/>
                </a:lnTo>
                <a:lnTo>
                  <a:pt x="77" y="760"/>
                </a:lnTo>
                <a:lnTo>
                  <a:pt x="87" y="772"/>
                </a:lnTo>
                <a:lnTo>
                  <a:pt x="98" y="785"/>
                </a:lnTo>
                <a:lnTo>
                  <a:pt x="110" y="795"/>
                </a:lnTo>
                <a:lnTo>
                  <a:pt x="122" y="807"/>
                </a:lnTo>
                <a:lnTo>
                  <a:pt x="135" y="818"/>
                </a:lnTo>
                <a:lnTo>
                  <a:pt x="148" y="827"/>
                </a:lnTo>
                <a:lnTo>
                  <a:pt x="162" y="837"/>
                </a:lnTo>
                <a:lnTo>
                  <a:pt x="176" y="845"/>
                </a:lnTo>
                <a:lnTo>
                  <a:pt x="190" y="853"/>
                </a:lnTo>
                <a:lnTo>
                  <a:pt x="206" y="861"/>
                </a:lnTo>
                <a:lnTo>
                  <a:pt x="221" y="866"/>
                </a:lnTo>
                <a:lnTo>
                  <a:pt x="236" y="872"/>
                </a:lnTo>
                <a:lnTo>
                  <a:pt x="253" y="877"/>
                </a:lnTo>
                <a:lnTo>
                  <a:pt x="269" y="881"/>
                </a:lnTo>
                <a:lnTo>
                  <a:pt x="286" y="884"/>
                </a:lnTo>
                <a:lnTo>
                  <a:pt x="303" y="887"/>
                </a:lnTo>
                <a:lnTo>
                  <a:pt x="320" y="888"/>
                </a:lnTo>
                <a:lnTo>
                  <a:pt x="338" y="888"/>
                </a:lnTo>
                <a:lnTo>
                  <a:pt x="1032" y="887"/>
                </a:lnTo>
                <a:lnTo>
                  <a:pt x="1032" y="887"/>
                </a:lnTo>
                <a:lnTo>
                  <a:pt x="1059" y="887"/>
                </a:lnTo>
                <a:lnTo>
                  <a:pt x="1085" y="884"/>
                </a:lnTo>
                <a:lnTo>
                  <a:pt x="1110" y="882"/>
                </a:lnTo>
                <a:lnTo>
                  <a:pt x="1134" y="878"/>
                </a:lnTo>
                <a:lnTo>
                  <a:pt x="1158" y="872"/>
                </a:lnTo>
                <a:lnTo>
                  <a:pt x="1180" y="866"/>
                </a:lnTo>
                <a:lnTo>
                  <a:pt x="1201" y="859"/>
                </a:lnTo>
                <a:lnTo>
                  <a:pt x="1223" y="852"/>
                </a:lnTo>
                <a:lnTo>
                  <a:pt x="1242" y="843"/>
                </a:lnTo>
                <a:lnTo>
                  <a:pt x="1261" y="833"/>
                </a:lnTo>
                <a:lnTo>
                  <a:pt x="1278" y="823"/>
                </a:lnTo>
                <a:lnTo>
                  <a:pt x="1296" y="812"/>
                </a:lnTo>
                <a:lnTo>
                  <a:pt x="1311" y="800"/>
                </a:lnTo>
                <a:lnTo>
                  <a:pt x="1327" y="788"/>
                </a:lnTo>
                <a:lnTo>
                  <a:pt x="1342" y="774"/>
                </a:lnTo>
                <a:lnTo>
                  <a:pt x="1355" y="761"/>
                </a:lnTo>
                <a:lnTo>
                  <a:pt x="1368" y="747"/>
                </a:lnTo>
                <a:lnTo>
                  <a:pt x="1380" y="733"/>
                </a:lnTo>
                <a:lnTo>
                  <a:pt x="1391" y="717"/>
                </a:lnTo>
                <a:lnTo>
                  <a:pt x="1401" y="702"/>
                </a:lnTo>
                <a:lnTo>
                  <a:pt x="1411" y="685"/>
                </a:lnTo>
                <a:lnTo>
                  <a:pt x="1419" y="669"/>
                </a:lnTo>
                <a:lnTo>
                  <a:pt x="1426" y="654"/>
                </a:lnTo>
                <a:lnTo>
                  <a:pt x="1433" y="636"/>
                </a:lnTo>
                <a:lnTo>
                  <a:pt x="1439" y="619"/>
                </a:lnTo>
                <a:lnTo>
                  <a:pt x="1445" y="603"/>
                </a:lnTo>
                <a:lnTo>
                  <a:pt x="1449" y="585"/>
                </a:lnTo>
                <a:lnTo>
                  <a:pt x="1452" y="568"/>
                </a:lnTo>
                <a:lnTo>
                  <a:pt x="1456" y="551"/>
                </a:lnTo>
                <a:lnTo>
                  <a:pt x="1458" y="533"/>
                </a:lnTo>
                <a:lnTo>
                  <a:pt x="1459" y="516"/>
                </a:lnTo>
                <a:lnTo>
                  <a:pt x="1459" y="500"/>
                </a:lnTo>
                <a:lnTo>
                  <a:pt x="1459" y="500"/>
                </a:lnTo>
                <a:lnTo>
                  <a:pt x="1458" y="449"/>
                </a:lnTo>
                <a:lnTo>
                  <a:pt x="1457" y="425"/>
                </a:lnTo>
                <a:lnTo>
                  <a:pt x="1456" y="404"/>
                </a:lnTo>
                <a:lnTo>
                  <a:pt x="1453" y="383"/>
                </a:lnTo>
                <a:lnTo>
                  <a:pt x="1450" y="363"/>
                </a:lnTo>
                <a:lnTo>
                  <a:pt x="1446" y="344"/>
                </a:lnTo>
                <a:lnTo>
                  <a:pt x="1441" y="327"/>
                </a:lnTo>
                <a:lnTo>
                  <a:pt x="1437" y="311"/>
                </a:lnTo>
                <a:lnTo>
                  <a:pt x="1431" y="295"/>
                </a:lnTo>
                <a:lnTo>
                  <a:pt x="1425" y="281"/>
                </a:lnTo>
                <a:lnTo>
                  <a:pt x="1418" y="267"/>
                </a:lnTo>
                <a:lnTo>
                  <a:pt x="1411" y="255"/>
                </a:lnTo>
                <a:lnTo>
                  <a:pt x="1402" y="243"/>
                </a:lnTo>
                <a:lnTo>
                  <a:pt x="1394" y="233"/>
                </a:lnTo>
                <a:lnTo>
                  <a:pt x="1386" y="223"/>
                </a:lnTo>
                <a:lnTo>
                  <a:pt x="1376" y="214"/>
                </a:lnTo>
                <a:lnTo>
                  <a:pt x="1366" y="205"/>
                </a:lnTo>
                <a:lnTo>
                  <a:pt x="1355" y="198"/>
                </a:lnTo>
                <a:lnTo>
                  <a:pt x="1344" y="191"/>
                </a:lnTo>
                <a:lnTo>
                  <a:pt x="1333" y="185"/>
                </a:lnTo>
                <a:lnTo>
                  <a:pt x="1321" y="180"/>
                </a:lnTo>
                <a:lnTo>
                  <a:pt x="1308" y="176"/>
                </a:lnTo>
                <a:lnTo>
                  <a:pt x="1295" y="171"/>
                </a:lnTo>
                <a:lnTo>
                  <a:pt x="1266" y="165"/>
                </a:lnTo>
                <a:lnTo>
                  <a:pt x="1237" y="160"/>
                </a:lnTo>
                <a:lnTo>
                  <a:pt x="1206" y="158"/>
                </a:lnTo>
                <a:lnTo>
                  <a:pt x="1173" y="158"/>
                </a:lnTo>
                <a:lnTo>
                  <a:pt x="1173" y="158"/>
                </a:lnTo>
                <a:close/>
                <a:moveTo>
                  <a:pt x="1043" y="937"/>
                </a:moveTo>
                <a:lnTo>
                  <a:pt x="939" y="1148"/>
                </a:lnTo>
                <a:lnTo>
                  <a:pt x="1046" y="1147"/>
                </a:lnTo>
                <a:lnTo>
                  <a:pt x="935" y="1513"/>
                </a:lnTo>
                <a:lnTo>
                  <a:pt x="1146" y="1096"/>
                </a:lnTo>
                <a:lnTo>
                  <a:pt x="1041" y="1096"/>
                </a:lnTo>
                <a:lnTo>
                  <a:pt x="1043" y="937"/>
                </a:lnTo>
                <a:close/>
                <a:moveTo>
                  <a:pt x="468" y="937"/>
                </a:moveTo>
                <a:lnTo>
                  <a:pt x="468" y="1044"/>
                </a:lnTo>
                <a:lnTo>
                  <a:pt x="364" y="1044"/>
                </a:lnTo>
                <a:lnTo>
                  <a:pt x="520" y="1300"/>
                </a:lnTo>
                <a:lnTo>
                  <a:pt x="466" y="1095"/>
                </a:lnTo>
                <a:lnTo>
                  <a:pt x="573" y="1095"/>
                </a:lnTo>
                <a:lnTo>
                  <a:pt x="468" y="9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2"/>
          <p:cNvSpPr>
            <a:spLocks noChangeAspect="1" noEditPoints="1"/>
          </p:cNvSpPr>
          <p:nvPr/>
        </p:nvSpPr>
        <p:spPr bwMode="auto">
          <a:xfrm>
            <a:off x="7725428" y="4563829"/>
            <a:ext cx="1080000" cy="1097419"/>
          </a:xfrm>
          <a:custGeom>
            <a:avLst/>
            <a:gdLst>
              <a:gd name="T0" fmla="*/ 981 w 1490"/>
              <a:gd name="T1" fmla="*/ 519 h 1513"/>
              <a:gd name="T2" fmla="*/ 780 w 1490"/>
              <a:gd name="T3" fmla="*/ 526 h 1513"/>
              <a:gd name="T4" fmla="*/ 462 w 1490"/>
              <a:gd name="T5" fmla="*/ 397 h 1513"/>
              <a:gd name="T6" fmla="*/ 239 w 1490"/>
              <a:gd name="T7" fmla="*/ 573 h 1513"/>
              <a:gd name="T8" fmla="*/ 77 w 1490"/>
              <a:gd name="T9" fmla="*/ 594 h 1513"/>
              <a:gd name="T10" fmla="*/ 95 w 1490"/>
              <a:gd name="T11" fmla="*/ 992 h 1513"/>
              <a:gd name="T12" fmla="*/ 978 w 1490"/>
              <a:gd name="T13" fmla="*/ 1012 h 1513"/>
              <a:gd name="T14" fmla="*/ 693 w 1490"/>
              <a:gd name="T15" fmla="*/ 380 h 1513"/>
              <a:gd name="T16" fmla="*/ 878 w 1490"/>
              <a:gd name="T17" fmla="*/ 452 h 1513"/>
              <a:gd name="T18" fmla="*/ 1132 w 1490"/>
              <a:gd name="T19" fmla="*/ 536 h 1513"/>
              <a:gd name="T20" fmla="*/ 1269 w 1490"/>
              <a:gd name="T21" fmla="*/ 648 h 1513"/>
              <a:gd name="T22" fmla="*/ 1230 w 1490"/>
              <a:gd name="T23" fmla="*/ 366 h 1513"/>
              <a:gd name="T24" fmla="*/ 984 w 1490"/>
              <a:gd name="T25" fmla="*/ 230 h 1513"/>
              <a:gd name="T26" fmla="*/ 693 w 1490"/>
              <a:gd name="T27" fmla="*/ 380 h 1513"/>
              <a:gd name="T28" fmla="*/ 1007 w 1490"/>
              <a:gd name="T29" fmla="*/ 0 h 1513"/>
              <a:gd name="T30" fmla="*/ 997 w 1490"/>
              <a:gd name="T31" fmla="*/ 153 h 1513"/>
              <a:gd name="T32" fmla="*/ 1347 w 1490"/>
              <a:gd name="T33" fmla="*/ 585 h 1513"/>
              <a:gd name="T34" fmla="*/ 1480 w 1490"/>
              <a:gd name="T35" fmla="*/ 542 h 1513"/>
              <a:gd name="T36" fmla="*/ 1421 w 1490"/>
              <a:gd name="T37" fmla="*/ 287 h 1513"/>
              <a:gd name="T38" fmla="*/ 1287 w 1490"/>
              <a:gd name="T39" fmla="*/ 301 h 1513"/>
              <a:gd name="T40" fmla="*/ 1319 w 1490"/>
              <a:gd name="T41" fmla="*/ 111 h 1513"/>
              <a:gd name="T42" fmla="*/ 1223 w 1490"/>
              <a:gd name="T43" fmla="*/ 228 h 1513"/>
              <a:gd name="T44" fmla="*/ 878 w 1490"/>
              <a:gd name="T45" fmla="*/ 176 h 1513"/>
              <a:gd name="T46" fmla="*/ 836 w 1490"/>
              <a:gd name="T47" fmla="*/ 27 h 1513"/>
              <a:gd name="T48" fmla="*/ 1371 w 1490"/>
              <a:gd name="T49" fmla="*/ 466 h 1513"/>
              <a:gd name="T50" fmla="*/ 1456 w 1490"/>
              <a:gd name="T51" fmla="*/ 393 h 1513"/>
              <a:gd name="T52" fmla="*/ 1151 w 1490"/>
              <a:gd name="T53" fmla="*/ 169 h 1513"/>
              <a:gd name="T54" fmla="*/ 1146 w 1490"/>
              <a:gd name="T55" fmla="*/ 37 h 1513"/>
              <a:gd name="T56" fmla="*/ 718 w 1490"/>
              <a:gd name="T57" fmla="*/ 229 h 1513"/>
              <a:gd name="T58" fmla="*/ 656 w 1490"/>
              <a:gd name="T59" fmla="*/ 101 h 1513"/>
              <a:gd name="T60" fmla="*/ 639 w 1490"/>
              <a:gd name="T61" fmla="*/ 335 h 1513"/>
              <a:gd name="T62" fmla="*/ 549 w 1490"/>
              <a:gd name="T63" fmla="*/ 241 h 1513"/>
              <a:gd name="T64" fmla="*/ 1320 w 1490"/>
              <a:gd name="T65" fmla="*/ 793 h 1513"/>
              <a:gd name="T66" fmla="*/ 1389 w 1490"/>
              <a:gd name="T67" fmla="*/ 879 h 1513"/>
              <a:gd name="T68" fmla="*/ 1227 w 1490"/>
              <a:gd name="T69" fmla="*/ 904 h 1513"/>
              <a:gd name="T70" fmla="*/ 1256 w 1490"/>
              <a:gd name="T71" fmla="*/ 1014 h 1513"/>
              <a:gd name="T72" fmla="*/ 1227 w 1490"/>
              <a:gd name="T73" fmla="*/ 904 h 1513"/>
              <a:gd name="T74" fmla="*/ 1349 w 1490"/>
              <a:gd name="T75" fmla="*/ 713 h 1513"/>
              <a:gd name="T76" fmla="*/ 1467 w 1490"/>
              <a:gd name="T77" fmla="*/ 693 h 1513"/>
              <a:gd name="T78" fmla="*/ 168 w 1490"/>
              <a:gd name="T79" fmla="*/ 1153 h 1513"/>
              <a:gd name="T80" fmla="*/ 184 w 1490"/>
              <a:gd name="T81" fmla="*/ 1105 h 1513"/>
              <a:gd name="T82" fmla="*/ 839 w 1490"/>
              <a:gd name="T83" fmla="*/ 1206 h 1513"/>
              <a:gd name="T84" fmla="*/ 854 w 1490"/>
              <a:gd name="T85" fmla="*/ 1155 h 1513"/>
              <a:gd name="T86" fmla="*/ 119 w 1490"/>
              <a:gd name="T87" fmla="*/ 1308 h 1513"/>
              <a:gd name="T88" fmla="*/ 134 w 1490"/>
              <a:gd name="T89" fmla="*/ 1260 h 1513"/>
              <a:gd name="T90" fmla="*/ 220 w 1490"/>
              <a:gd name="T91" fmla="*/ 1413 h 1513"/>
              <a:gd name="T92" fmla="*/ 237 w 1490"/>
              <a:gd name="T93" fmla="*/ 1360 h 1513"/>
              <a:gd name="T94" fmla="*/ 426 w 1490"/>
              <a:gd name="T95" fmla="*/ 1153 h 1513"/>
              <a:gd name="T96" fmla="*/ 441 w 1490"/>
              <a:gd name="T97" fmla="*/ 1104 h 1513"/>
              <a:gd name="T98" fmla="*/ 376 w 1490"/>
              <a:gd name="T99" fmla="*/ 1309 h 1513"/>
              <a:gd name="T100" fmla="*/ 392 w 1490"/>
              <a:gd name="T101" fmla="*/ 1257 h 1513"/>
              <a:gd name="T102" fmla="*/ 579 w 1490"/>
              <a:gd name="T103" fmla="*/ 1207 h 1513"/>
              <a:gd name="T104" fmla="*/ 595 w 1490"/>
              <a:gd name="T105" fmla="*/ 1154 h 1513"/>
              <a:gd name="T106" fmla="*/ 427 w 1490"/>
              <a:gd name="T107" fmla="*/ 1511 h 1513"/>
              <a:gd name="T108" fmla="*/ 443 w 1490"/>
              <a:gd name="T109" fmla="*/ 1464 h 1513"/>
              <a:gd name="T110" fmla="*/ 1041 w 1490"/>
              <a:gd name="T111" fmla="*/ 1155 h 1513"/>
              <a:gd name="T112" fmla="*/ 1058 w 1490"/>
              <a:gd name="T113" fmla="*/ 1103 h 1513"/>
              <a:gd name="T114" fmla="*/ 1144 w 1490"/>
              <a:gd name="T115" fmla="*/ 1257 h 1513"/>
              <a:gd name="T116" fmla="*/ 1160 w 1490"/>
              <a:gd name="T117" fmla="*/ 1206 h 1513"/>
              <a:gd name="T118" fmla="*/ 939 w 1490"/>
              <a:gd name="T119" fmla="*/ 1361 h 1513"/>
              <a:gd name="T120" fmla="*/ 955 w 1490"/>
              <a:gd name="T121" fmla="*/ 1310 h 1513"/>
              <a:gd name="T122" fmla="*/ 735 w 1490"/>
              <a:gd name="T123" fmla="*/ 1408 h 1513"/>
              <a:gd name="T124" fmla="*/ 749 w 1490"/>
              <a:gd name="T125" fmla="*/ 1361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90" h="1513">
                <a:moveTo>
                  <a:pt x="1131" y="764"/>
                </a:moveTo>
                <a:lnTo>
                  <a:pt x="1131" y="764"/>
                </a:lnTo>
                <a:lnTo>
                  <a:pt x="1130" y="726"/>
                </a:lnTo>
                <a:lnTo>
                  <a:pt x="1127" y="693"/>
                </a:lnTo>
                <a:lnTo>
                  <a:pt x="1124" y="662"/>
                </a:lnTo>
                <a:lnTo>
                  <a:pt x="1117" y="636"/>
                </a:lnTo>
                <a:lnTo>
                  <a:pt x="1108" y="612"/>
                </a:lnTo>
                <a:lnTo>
                  <a:pt x="1104" y="602"/>
                </a:lnTo>
                <a:lnTo>
                  <a:pt x="1099" y="592"/>
                </a:lnTo>
                <a:lnTo>
                  <a:pt x="1093" y="583"/>
                </a:lnTo>
                <a:lnTo>
                  <a:pt x="1087" y="574"/>
                </a:lnTo>
                <a:lnTo>
                  <a:pt x="1080" y="567"/>
                </a:lnTo>
                <a:lnTo>
                  <a:pt x="1073" y="560"/>
                </a:lnTo>
                <a:lnTo>
                  <a:pt x="1066" y="553"/>
                </a:lnTo>
                <a:lnTo>
                  <a:pt x="1058" y="547"/>
                </a:lnTo>
                <a:lnTo>
                  <a:pt x="1041" y="538"/>
                </a:lnTo>
                <a:lnTo>
                  <a:pt x="1022" y="529"/>
                </a:lnTo>
                <a:lnTo>
                  <a:pt x="1002" y="523"/>
                </a:lnTo>
                <a:lnTo>
                  <a:pt x="981" y="519"/>
                </a:lnTo>
                <a:lnTo>
                  <a:pt x="957" y="516"/>
                </a:lnTo>
                <a:lnTo>
                  <a:pt x="933" y="514"/>
                </a:lnTo>
                <a:lnTo>
                  <a:pt x="907" y="514"/>
                </a:lnTo>
                <a:lnTo>
                  <a:pt x="907" y="514"/>
                </a:lnTo>
                <a:lnTo>
                  <a:pt x="884" y="519"/>
                </a:lnTo>
                <a:lnTo>
                  <a:pt x="872" y="521"/>
                </a:lnTo>
                <a:lnTo>
                  <a:pt x="861" y="526"/>
                </a:lnTo>
                <a:lnTo>
                  <a:pt x="849" y="532"/>
                </a:lnTo>
                <a:lnTo>
                  <a:pt x="839" y="540"/>
                </a:lnTo>
                <a:lnTo>
                  <a:pt x="828" y="551"/>
                </a:lnTo>
                <a:lnTo>
                  <a:pt x="819" y="564"/>
                </a:lnTo>
                <a:lnTo>
                  <a:pt x="795" y="600"/>
                </a:lnTo>
                <a:lnTo>
                  <a:pt x="795" y="600"/>
                </a:lnTo>
                <a:lnTo>
                  <a:pt x="794" y="587"/>
                </a:lnTo>
                <a:lnTo>
                  <a:pt x="793" y="574"/>
                </a:lnTo>
                <a:lnTo>
                  <a:pt x="790" y="561"/>
                </a:lnTo>
                <a:lnTo>
                  <a:pt x="788" y="548"/>
                </a:lnTo>
                <a:lnTo>
                  <a:pt x="784" y="536"/>
                </a:lnTo>
                <a:lnTo>
                  <a:pt x="780" y="526"/>
                </a:lnTo>
                <a:lnTo>
                  <a:pt x="775" y="514"/>
                </a:lnTo>
                <a:lnTo>
                  <a:pt x="770" y="505"/>
                </a:lnTo>
                <a:lnTo>
                  <a:pt x="757" y="484"/>
                </a:lnTo>
                <a:lnTo>
                  <a:pt x="743" y="467"/>
                </a:lnTo>
                <a:lnTo>
                  <a:pt x="728" y="451"/>
                </a:lnTo>
                <a:lnTo>
                  <a:pt x="710" y="437"/>
                </a:lnTo>
                <a:lnTo>
                  <a:pt x="691" y="424"/>
                </a:lnTo>
                <a:lnTo>
                  <a:pt x="671" y="413"/>
                </a:lnTo>
                <a:lnTo>
                  <a:pt x="650" y="405"/>
                </a:lnTo>
                <a:lnTo>
                  <a:pt x="628" y="398"/>
                </a:lnTo>
                <a:lnTo>
                  <a:pt x="607" y="392"/>
                </a:lnTo>
                <a:lnTo>
                  <a:pt x="586" y="389"/>
                </a:lnTo>
                <a:lnTo>
                  <a:pt x="564" y="386"/>
                </a:lnTo>
                <a:lnTo>
                  <a:pt x="543" y="385"/>
                </a:lnTo>
                <a:lnTo>
                  <a:pt x="543" y="385"/>
                </a:lnTo>
                <a:lnTo>
                  <a:pt x="522" y="385"/>
                </a:lnTo>
                <a:lnTo>
                  <a:pt x="502" y="387"/>
                </a:lnTo>
                <a:lnTo>
                  <a:pt x="482" y="391"/>
                </a:lnTo>
                <a:lnTo>
                  <a:pt x="462" y="397"/>
                </a:lnTo>
                <a:lnTo>
                  <a:pt x="443" y="403"/>
                </a:lnTo>
                <a:lnTo>
                  <a:pt x="424" y="412"/>
                </a:lnTo>
                <a:lnTo>
                  <a:pt x="406" y="422"/>
                </a:lnTo>
                <a:lnTo>
                  <a:pt x="388" y="435"/>
                </a:lnTo>
                <a:lnTo>
                  <a:pt x="371" y="449"/>
                </a:lnTo>
                <a:lnTo>
                  <a:pt x="354" y="464"/>
                </a:lnTo>
                <a:lnTo>
                  <a:pt x="339" y="483"/>
                </a:lnTo>
                <a:lnTo>
                  <a:pt x="323" y="503"/>
                </a:lnTo>
                <a:lnTo>
                  <a:pt x="309" y="526"/>
                </a:lnTo>
                <a:lnTo>
                  <a:pt x="295" y="551"/>
                </a:lnTo>
                <a:lnTo>
                  <a:pt x="282" y="577"/>
                </a:lnTo>
                <a:lnTo>
                  <a:pt x="269" y="606"/>
                </a:lnTo>
                <a:lnTo>
                  <a:pt x="269" y="606"/>
                </a:lnTo>
                <a:lnTo>
                  <a:pt x="262" y="602"/>
                </a:lnTo>
                <a:lnTo>
                  <a:pt x="253" y="597"/>
                </a:lnTo>
                <a:lnTo>
                  <a:pt x="246" y="589"/>
                </a:lnTo>
                <a:lnTo>
                  <a:pt x="244" y="584"/>
                </a:lnTo>
                <a:lnTo>
                  <a:pt x="240" y="579"/>
                </a:lnTo>
                <a:lnTo>
                  <a:pt x="239" y="573"/>
                </a:lnTo>
                <a:lnTo>
                  <a:pt x="238" y="566"/>
                </a:lnTo>
                <a:lnTo>
                  <a:pt x="238" y="559"/>
                </a:lnTo>
                <a:lnTo>
                  <a:pt x="240" y="552"/>
                </a:lnTo>
                <a:lnTo>
                  <a:pt x="243" y="544"/>
                </a:lnTo>
                <a:lnTo>
                  <a:pt x="249" y="535"/>
                </a:lnTo>
                <a:lnTo>
                  <a:pt x="249" y="535"/>
                </a:lnTo>
                <a:lnTo>
                  <a:pt x="233" y="535"/>
                </a:lnTo>
                <a:lnTo>
                  <a:pt x="218" y="536"/>
                </a:lnTo>
                <a:lnTo>
                  <a:pt x="204" y="538"/>
                </a:lnTo>
                <a:lnTo>
                  <a:pt x="190" y="540"/>
                </a:lnTo>
                <a:lnTo>
                  <a:pt x="175" y="542"/>
                </a:lnTo>
                <a:lnTo>
                  <a:pt x="162" y="546"/>
                </a:lnTo>
                <a:lnTo>
                  <a:pt x="151" y="551"/>
                </a:lnTo>
                <a:lnTo>
                  <a:pt x="139" y="555"/>
                </a:lnTo>
                <a:lnTo>
                  <a:pt x="127" y="560"/>
                </a:lnTo>
                <a:lnTo>
                  <a:pt x="116" y="566"/>
                </a:lnTo>
                <a:lnTo>
                  <a:pt x="106" y="572"/>
                </a:lnTo>
                <a:lnTo>
                  <a:pt x="95" y="579"/>
                </a:lnTo>
                <a:lnTo>
                  <a:pt x="77" y="594"/>
                </a:lnTo>
                <a:lnTo>
                  <a:pt x="61" y="611"/>
                </a:lnTo>
                <a:lnTo>
                  <a:pt x="46" y="630"/>
                </a:lnTo>
                <a:lnTo>
                  <a:pt x="33" y="650"/>
                </a:lnTo>
                <a:lnTo>
                  <a:pt x="23" y="671"/>
                </a:lnTo>
                <a:lnTo>
                  <a:pt x="15" y="694"/>
                </a:lnTo>
                <a:lnTo>
                  <a:pt x="9" y="717"/>
                </a:lnTo>
                <a:lnTo>
                  <a:pt x="4" y="742"/>
                </a:lnTo>
                <a:lnTo>
                  <a:pt x="0" y="767"/>
                </a:lnTo>
                <a:lnTo>
                  <a:pt x="0" y="793"/>
                </a:lnTo>
                <a:lnTo>
                  <a:pt x="0" y="793"/>
                </a:lnTo>
                <a:lnTo>
                  <a:pt x="2" y="819"/>
                </a:lnTo>
                <a:lnTo>
                  <a:pt x="5" y="844"/>
                </a:lnTo>
                <a:lnTo>
                  <a:pt x="11" y="869"/>
                </a:lnTo>
                <a:lnTo>
                  <a:pt x="20" y="892"/>
                </a:lnTo>
                <a:lnTo>
                  <a:pt x="31" y="915"/>
                </a:lnTo>
                <a:lnTo>
                  <a:pt x="44" y="936"/>
                </a:lnTo>
                <a:lnTo>
                  <a:pt x="59" y="956"/>
                </a:lnTo>
                <a:lnTo>
                  <a:pt x="76" y="975"/>
                </a:lnTo>
                <a:lnTo>
                  <a:pt x="95" y="992"/>
                </a:lnTo>
                <a:lnTo>
                  <a:pt x="115" y="1007"/>
                </a:lnTo>
                <a:lnTo>
                  <a:pt x="136" y="1020"/>
                </a:lnTo>
                <a:lnTo>
                  <a:pt x="160" y="1031"/>
                </a:lnTo>
                <a:lnTo>
                  <a:pt x="184" y="1040"/>
                </a:lnTo>
                <a:lnTo>
                  <a:pt x="210" y="1046"/>
                </a:lnTo>
                <a:lnTo>
                  <a:pt x="236" y="1051"/>
                </a:lnTo>
                <a:lnTo>
                  <a:pt x="263" y="1052"/>
                </a:lnTo>
                <a:lnTo>
                  <a:pt x="801" y="1051"/>
                </a:lnTo>
                <a:lnTo>
                  <a:pt x="801" y="1051"/>
                </a:lnTo>
                <a:lnTo>
                  <a:pt x="821" y="1051"/>
                </a:lnTo>
                <a:lnTo>
                  <a:pt x="842" y="1050"/>
                </a:lnTo>
                <a:lnTo>
                  <a:pt x="861" y="1047"/>
                </a:lnTo>
                <a:lnTo>
                  <a:pt x="880" y="1044"/>
                </a:lnTo>
                <a:lnTo>
                  <a:pt x="898" y="1040"/>
                </a:lnTo>
                <a:lnTo>
                  <a:pt x="916" y="1036"/>
                </a:lnTo>
                <a:lnTo>
                  <a:pt x="932" y="1031"/>
                </a:lnTo>
                <a:lnTo>
                  <a:pt x="949" y="1025"/>
                </a:lnTo>
                <a:lnTo>
                  <a:pt x="964" y="1019"/>
                </a:lnTo>
                <a:lnTo>
                  <a:pt x="978" y="1012"/>
                </a:lnTo>
                <a:lnTo>
                  <a:pt x="993" y="1004"/>
                </a:lnTo>
                <a:lnTo>
                  <a:pt x="1006" y="995"/>
                </a:lnTo>
                <a:lnTo>
                  <a:pt x="1017" y="987"/>
                </a:lnTo>
                <a:lnTo>
                  <a:pt x="1029" y="978"/>
                </a:lnTo>
                <a:lnTo>
                  <a:pt x="1041" y="968"/>
                </a:lnTo>
                <a:lnTo>
                  <a:pt x="1052" y="958"/>
                </a:lnTo>
                <a:lnTo>
                  <a:pt x="1061" y="947"/>
                </a:lnTo>
                <a:lnTo>
                  <a:pt x="1071" y="936"/>
                </a:lnTo>
                <a:lnTo>
                  <a:pt x="1079" y="924"/>
                </a:lnTo>
                <a:lnTo>
                  <a:pt x="1086" y="914"/>
                </a:lnTo>
                <a:lnTo>
                  <a:pt x="1100" y="890"/>
                </a:lnTo>
                <a:lnTo>
                  <a:pt x="1111" y="865"/>
                </a:lnTo>
                <a:lnTo>
                  <a:pt x="1120" y="839"/>
                </a:lnTo>
                <a:lnTo>
                  <a:pt x="1126" y="814"/>
                </a:lnTo>
                <a:lnTo>
                  <a:pt x="1130" y="788"/>
                </a:lnTo>
                <a:lnTo>
                  <a:pt x="1131" y="764"/>
                </a:lnTo>
                <a:lnTo>
                  <a:pt x="1131" y="764"/>
                </a:lnTo>
                <a:close/>
                <a:moveTo>
                  <a:pt x="693" y="380"/>
                </a:moveTo>
                <a:lnTo>
                  <a:pt x="693" y="380"/>
                </a:lnTo>
                <a:lnTo>
                  <a:pt x="717" y="390"/>
                </a:lnTo>
                <a:lnTo>
                  <a:pt x="737" y="399"/>
                </a:lnTo>
                <a:lnTo>
                  <a:pt x="755" y="408"/>
                </a:lnTo>
                <a:lnTo>
                  <a:pt x="770" y="417"/>
                </a:lnTo>
                <a:lnTo>
                  <a:pt x="783" y="426"/>
                </a:lnTo>
                <a:lnTo>
                  <a:pt x="794" y="435"/>
                </a:lnTo>
                <a:lnTo>
                  <a:pt x="802" y="443"/>
                </a:lnTo>
                <a:lnTo>
                  <a:pt x="809" y="451"/>
                </a:lnTo>
                <a:lnTo>
                  <a:pt x="815" y="458"/>
                </a:lnTo>
                <a:lnTo>
                  <a:pt x="819" y="466"/>
                </a:lnTo>
                <a:lnTo>
                  <a:pt x="823" y="476"/>
                </a:lnTo>
                <a:lnTo>
                  <a:pt x="826" y="483"/>
                </a:lnTo>
                <a:lnTo>
                  <a:pt x="826" y="486"/>
                </a:lnTo>
                <a:lnTo>
                  <a:pt x="826" y="486"/>
                </a:lnTo>
                <a:lnTo>
                  <a:pt x="831" y="482"/>
                </a:lnTo>
                <a:lnTo>
                  <a:pt x="844" y="471"/>
                </a:lnTo>
                <a:lnTo>
                  <a:pt x="853" y="466"/>
                </a:lnTo>
                <a:lnTo>
                  <a:pt x="864" y="458"/>
                </a:lnTo>
                <a:lnTo>
                  <a:pt x="878" y="452"/>
                </a:lnTo>
                <a:lnTo>
                  <a:pt x="893" y="447"/>
                </a:lnTo>
                <a:lnTo>
                  <a:pt x="910" y="442"/>
                </a:lnTo>
                <a:lnTo>
                  <a:pt x="929" y="438"/>
                </a:lnTo>
                <a:lnTo>
                  <a:pt x="950" y="437"/>
                </a:lnTo>
                <a:lnTo>
                  <a:pt x="972" y="438"/>
                </a:lnTo>
                <a:lnTo>
                  <a:pt x="997" y="442"/>
                </a:lnTo>
                <a:lnTo>
                  <a:pt x="1010" y="445"/>
                </a:lnTo>
                <a:lnTo>
                  <a:pt x="1023" y="449"/>
                </a:lnTo>
                <a:lnTo>
                  <a:pt x="1036" y="455"/>
                </a:lnTo>
                <a:lnTo>
                  <a:pt x="1051" y="461"/>
                </a:lnTo>
                <a:lnTo>
                  <a:pt x="1066" y="467"/>
                </a:lnTo>
                <a:lnTo>
                  <a:pt x="1080" y="475"/>
                </a:lnTo>
                <a:lnTo>
                  <a:pt x="1080" y="475"/>
                </a:lnTo>
                <a:lnTo>
                  <a:pt x="1085" y="479"/>
                </a:lnTo>
                <a:lnTo>
                  <a:pt x="1097" y="488"/>
                </a:lnTo>
                <a:lnTo>
                  <a:pt x="1105" y="496"/>
                </a:lnTo>
                <a:lnTo>
                  <a:pt x="1113" y="507"/>
                </a:lnTo>
                <a:lnTo>
                  <a:pt x="1123" y="520"/>
                </a:lnTo>
                <a:lnTo>
                  <a:pt x="1132" y="536"/>
                </a:lnTo>
                <a:lnTo>
                  <a:pt x="1143" y="555"/>
                </a:lnTo>
                <a:lnTo>
                  <a:pt x="1152" y="578"/>
                </a:lnTo>
                <a:lnTo>
                  <a:pt x="1160" y="605"/>
                </a:lnTo>
                <a:lnTo>
                  <a:pt x="1169" y="635"/>
                </a:lnTo>
                <a:lnTo>
                  <a:pt x="1175" y="669"/>
                </a:lnTo>
                <a:lnTo>
                  <a:pt x="1179" y="707"/>
                </a:lnTo>
                <a:lnTo>
                  <a:pt x="1183" y="749"/>
                </a:lnTo>
                <a:lnTo>
                  <a:pt x="1184" y="797"/>
                </a:lnTo>
                <a:lnTo>
                  <a:pt x="1184" y="797"/>
                </a:lnTo>
                <a:lnTo>
                  <a:pt x="1195" y="786"/>
                </a:lnTo>
                <a:lnTo>
                  <a:pt x="1207" y="773"/>
                </a:lnTo>
                <a:lnTo>
                  <a:pt x="1216" y="760"/>
                </a:lnTo>
                <a:lnTo>
                  <a:pt x="1226" y="746"/>
                </a:lnTo>
                <a:lnTo>
                  <a:pt x="1235" y="730"/>
                </a:lnTo>
                <a:lnTo>
                  <a:pt x="1243" y="715"/>
                </a:lnTo>
                <a:lnTo>
                  <a:pt x="1250" y="698"/>
                </a:lnTo>
                <a:lnTo>
                  <a:pt x="1257" y="682"/>
                </a:lnTo>
                <a:lnTo>
                  <a:pt x="1263" y="665"/>
                </a:lnTo>
                <a:lnTo>
                  <a:pt x="1269" y="648"/>
                </a:lnTo>
                <a:lnTo>
                  <a:pt x="1274" y="630"/>
                </a:lnTo>
                <a:lnTo>
                  <a:pt x="1278" y="612"/>
                </a:lnTo>
                <a:lnTo>
                  <a:pt x="1281" y="594"/>
                </a:lnTo>
                <a:lnTo>
                  <a:pt x="1283" y="577"/>
                </a:lnTo>
                <a:lnTo>
                  <a:pt x="1285" y="559"/>
                </a:lnTo>
                <a:lnTo>
                  <a:pt x="1285" y="542"/>
                </a:lnTo>
                <a:lnTo>
                  <a:pt x="1285" y="542"/>
                </a:lnTo>
                <a:lnTo>
                  <a:pt x="1285" y="526"/>
                </a:lnTo>
                <a:lnTo>
                  <a:pt x="1283" y="509"/>
                </a:lnTo>
                <a:lnTo>
                  <a:pt x="1281" y="494"/>
                </a:lnTo>
                <a:lnTo>
                  <a:pt x="1279" y="479"/>
                </a:lnTo>
                <a:lnTo>
                  <a:pt x="1275" y="463"/>
                </a:lnTo>
                <a:lnTo>
                  <a:pt x="1270" y="448"/>
                </a:lnTo>
                <a:lnTo>
                  <a:pt x="1266" y="434"/>
                </a:lnTo>
                <a:lnTo>
                  <a:pt x="1260" y="419"/>
                </a:lnTo>
                <a:lnTo>
                  <a:pt x="1254" y="405"/>
                </a:lnTo>
                <a:lnTo>
                  <a:pt x="1247" y="392"/>
                </a:lnTo>
                <a:lnTo>
                  <a:pt x="1239" y="379"/>
                </a:lnTo>
                <a:lnTo>
                  <a:pt x="1230" y="366"/>
                </a:lnTo>
                <a:lnTo>
                  <a:pt x="1222" y="354"/>
                </a:lnTo>
                <a:lnTo>
                  <a:pt x="1213" y="343"/>
                </a:lnTo>
                <a:lnTo>
                  <a:pt x="1203" y="331"/>
                </a:lnTo>
                <a:lnTo>
                  <a:pt x="1192" y="320"/>
                </a:lnTo>
                <a:lnTo>
                  <a:pt x="1181" y="311"/>
                </a:lnTo>
                <a:lnTo>
                  <a:pt x="1170" y="300"/>
                </a:lnTo>
                <a:lnTo>
                  <a:pt x="1158" y="292"/>
                </a:lnTo>
                <a:lnTo>
                  <a:pt x="1145" y="282"/>
                </a:lnTo>
                <a:lnTo>
                  <a:pt x="1132" y="274"/>
                </a:lnTo>
                <a:lnTo>
                  <a:pt x="1119" y="267"/>
                </a:lnTo>
                <a:lnTo>
                  <a:pt x="1105" y="260"/>
                </a:lnTo>
                <a:lnTo>
                  <a:pt x="1091" y="254"/>
                </a:lnTo>
                <a:lnTo>
                  <a:pt x="1077" y="249"/>
                </a:lnTo>
                <a:lnTo>
                  <a:pt x="1062" y="243"/>
                </a:lnTo>
                <a:lnTo>
                  <a:pt x="1047" y="240"/>
                </a:lnTo>
                <a:lnTo>
                  <a:pt x="1032" y="236"/>
                </a:lnTo>
                <a:lnTo>
                  <a:pt x="1016" y="234"/>
                </a:lnTo>
                <a:lnTo>
                  <a:pt x="1001" y="231"/>
                </a:lnTo>
                <a:lnTo>
                  <a:pt x="984" y="230"/>
                </a:lnTo>
                <a:lnTo>
                  <a:pt x="968" y="230"/>
                </a:lnTo>
                <a:lnTo>
                  <a:pt x="968" y="230"/>
                </a:lnTo>
                <a:lnTo>
                  <a:pt x="946" y="230"/>
                </a:lnTo>
                <a:lnTo>
                  <a:pt x="925" y="233"/>
                </a:lnTo>
                <a:lnTo>
                  <a:pt x="905" y="236"/>
                </a:lnTo>
                <a:lnTo>
                  <a:pt x="885" y="241"/>
                </a:lnTo>
                <a:lnTo>
                  <a:pt x="865" y="247"/>
                </a:lnTo>
                <a:lnTo>
                  <a:pt x="846" y="254"/>
                </a:lnTo>
                <a:lnTo>
                  <a:pt x="827" y="262"/>
                </a:lnTo>
                <a:lnTo>
                  <a:pt x="808" y="270"/>
                </a:lnTo>
                <a:lnTo>
                  <a:pt x="792" y="281"/>
                </a:lnTo>
                <a:lnTo>
                  <a:pt x="775" y="293"/>
                </a:lnTo>
                <a:lnTo>
                  <a:pt x="758" y="305"/>
                </a:lnTo>
                <a:lnTo>
                  <a:pt x="744" y="319"/>
                </a:lnTo>
                <a:lnTo>
                  <a:pt x="730" y="333"/>
                </a:lnTo>
                <a:lnTo>
                  <a:pt x="717" y="347"/>
                </a:lnTo>
                <a:lnTo>
                  <a:pt x="705" y="364"/>
                </a:lnTo>
                <a:lnTo>
                  <a:pt x="693" y="380"/>
                </a:lnTo>
                <a:lnTo>
                  <a:pt x="693" y="380"/>
                </a:lnTo>
                <a:close/>
                <a:moveTo>
                  <a:pt x="1002" y="153"/>
                </a:moveTo>
                <a:lnTo>
                  <a:pt x="1002" y="153"/>
                </a:lnTo>
                <a:lnTo>
                  <a:pt x="1007" y="153"/>
                </a:lnTo>
                <a:lnTo>
                  <a:pt x="1013" y="152"/>
                </a:lnTo>
                <a:lnTo>
                  <a:pt x="1016" y="150"/>
                </a:lnTo>
                <a:lnTo>
                  <a:pt x="1020" y="146"/>
                </a:lnTo>
                <a:lnTo>
                  <a:pt x="1023" y="143"/>
                </a:lnTo>
                <a:lnTo>
                  <a:pt x="1026" y="138"/>
                </a:lnTo>
                <a:lnTo>
                  <a:pt x="1027" y="133"/>
                </a:lnTo>
                <a:lnTo>
                  <a:pt x="1028" y="128"/>
                </a:lnTo>
                <a:lnTo>
                  <a:pt x="1028" y="26"/>
                </a:lnTo>
                <a:lnTo>
                  <a:pt x="1028" y="26"/>
                </a:lnTo>
                <a:lnTo>
                  <a:pt x="1027" y="20"/>
                </a:lnTo>
                <a:lnTo>
                  <a:pt x="1026" y="15"/>
                </a:lnTo>
                <a:lnTo>
                  <a:pt x="1023" y="11"/>
                </a:lnTo>
                <a:lnTo>
                  <a:pt x="1020" y="7"/>
                </a:lnTo>
                <a:lnTo>
                  <a:pt x="1016" y="4"/>
                </a:lnTo>
                <a:lnTo>
                  <a:pt x="1013" y="2"/>
                </a:lnTo>
                <a:lnTo>
                  <a:pt x="1007" y="0"/>
                </a:lnTo>
                <a:lnTo>
                  <a:pt x="1002" y="0"/>
                </a:lnTo>
                <a:lnTo>
                  <a:pt x="1002" y="0"/>
                </a:lnTo>
                <a:lnTo>
                  <a:pt x="997" y="0"/>
                </a:lnTo>
                <a:lnTo>
                  <a:pt x="993" y="2"/>
                </a:lnTo>
                <a:lnTo>
                  <a:pt x="988" y="4"/>
                </a:lnTo>
                <a:lnTo>
                  <a:pt x="984" y="7"/>
                </a:lnTo>
                <a:lnTo>
                  <a:pt x="981" y="11"/>
                </a:lnTo>
                <a:lnTo>
                  <a:pt x="978" y="15"/>
                </a:lnTo>
                <a:lnTo>
                  <a:pt x="977" y="20"/>
                </a:lnTo>
                <a:lnTo>
                  <a:pt x="976" y="26"/>
                </a:lnTo>
                <a:lnTo>
                  <a:pt x="976" y="128"/>
                </a:lnTo>
                <a:lnTo>
                  <a:pt x="976" y="128"/>
                </a:lnTo>
                <a:lnTo>
                  <a:pt x="977" y="133"/>
                </a:lnTo>
                <a:lnTo>
                  <a:pt x="978" y="138"/>
                </a:lnTo>
                <a:lnTo>
                  <a:pt x="981" y="143"/>
                </a:lnTo>
                <a:lnTo>
                  <a:pt x="984" y="146"/>
                </a:lnTo>
                <a:lnTo>
                  <a:pt x="988" y="150"/>
                </a:lnTo>
                <a:lnTo>
                  <a:pt x="993" y="152"/>
                </a:lnTo>
                <a:lnTo>
                  <a:pt x="997" y="153"/>
                </a:lnTo>
                <a:lnTo>
                  <a:pt x="1002" y="153"/>
                </a:lnTo>
                <a:lnTo>
                  <a:pt x="1002" y="153"/>
                </a:lnTo>
                <a:close/>
                <a:moveTo>
                  <a:pt x="1464" y="538"/>
                </a:moveTo>
                <a:lnTo>
                  <a:pt x="1362" y="538"/>
                </a:lnTo>
                <a:lnTo>
                  <a:pt x="1362" y="538"/>
                </a:lnTo>
                <a:lnTo>
                  <a:pt x="1357" y="539"/>
                </a:lnTo>
                <a:lnTo>
                  <a:pt x="1352" y="540"/>
                </a:lnTo>
                <a:lnTo>
                  <a:pt x="1347" y="542"/>
                </a:lnTo>
                <a:lnTo>
                  <a:pt x="1344" y="546"/>
                </a:lnTo>
                <a:lnTo>
                  <a:pt x="1340" y="549"/>
                </a:lnTo>
                <a:lnTo>
                  <a:pt x="1338" y="553"/>
                </a:lnTo>
                <a:lnTo>
                  <a:pt x="1337" y="559"/>
                </a:lnTo>
                <a:lnTo>
                  <a:pt x="1337" y="564"/>
                </a:lnTo>
                <a:lnTo>
                  <a:pt x="1337" y="564"/>
                </a:lnTo>
                <a:lnTo>
                  <a:pt x="1337" y="568"/>
                </a:lnTo>
                <a:lnTo>
                  <a:pt x="1338" y="573"/>
                </a:lnTo>
                <a:lnTo>
                  <a:pt x="1340" y="578"/>
                </a:lnTo>
                <a:lnTo>
                  <a:pt x="1344" y="581"/>
                </a:lnTo>
                <a:lnTo>
                  <a:pt x="1347" y="585"/>
                </a:lnTo>
                <a:lnTo>
                  <a:pt x="1352" y="587"/>
                </a:lnTo>
                <a:lnTo>
                  <a:pt x="1357" y="589"/>
                </a:lnTo>
                <a:lnTo>
                  <a:pt x="1362" y="590"/>
                </a:lnTo>
                <a:lnTo>
                  <a:pt x="1464" y="590"/>
                </a:lnTo>
                <a:lnTo>
                  <a:pt x="1464" y="590"/>
                </a:lnTo>
                <a:lnTo>
                  <a:pt x="1470" y="589"/>
                </a:lnTo>
                <a:lnTo>
                  <a:pt x="1475" y="587"/>
                </a:lnTo>
                <a:lnTo>
                  <a:pt x="1480" y="585"/>
                </a:lnTo>
                <a:lnTo>
                  <a:pt x="1483" y="581"/>
                </a:lnTo>
                <a:lnTo>
                  <a:pt x="1486" y="578"/>
                </a:lnTo>
                <a:lnTo>
                  <a:pt x="1488" y="573"/>
                </a:lnTo>
                <a:lnTo>
                  <a:pt x="1490" y="568"/>
                </a:lnTo>
                <a:lnTo>
                  <a:pt x="1490" y="564"/>
                </a:lnTo>
                <a:lnTo>
                  <a:pt x="1490" y="564"/>
                </a:lnTo>
                <a:lnTo>
                  <a:pt x="1490" y="559"/>
                </a:lnTo>
                <a:lnTo>
                  <a:pt x="1488" y="553"/>
                </a:lnTo>
                <a:lnTo>
                  <a:pt x="1486" y="549"/>
                </a:lnTo>
                <a:lnTo>
                  <a:pt x="1483" y="546"/>
                </a:lnTo>
                <a:lnTo>
                  <a:pt x="1480" y="542"/>
                </a:lnTo>
                <a:lnTo>
                  <a:pt x="1475" y="540"/>
                </a:lnTo>
                <a:lnTo>
                  <a:pt x="1470" y="539"/>
                </a:lnTo>
                <a:lnTo>
                  <a:pt x="1464" y="538"/>
                </a:lnTo>
                <a:lnTo>
                  <a:pt x="1464" y="538"/>
                </a:lnTo>
                <a:close/>
                <a:moveTo>
                  <a:pt x="1286" y="326"/>
                </a:moveTo>
                <a:lnTo>
                  <a:pt x="1286" y="326"/>
                </a:lnTo>
                <a:lnTo>
                  <a:pt x="1289" y="329"/>
                </a:lnTo>
                <a:lnTo>
                  <a:pt x="1293" y="334"/>
                </a:lnTo>
                <a:lnTo>
                  <a:pt x="1296" y="337"/>
                </a:lnTo>
                <a:lnTo>
                  <a:pt x="1301" y="339"/>
                </a:lnTo>
                <a:lnTo>
                  <a:pt x="1306" y="340"/>
                </a:lnTo>
                <a:lnTo>
                  <a:pt x="1311" y="340"/>
                </a:lnTo>
                <a:lnTo>
                  <a:pt x="1315" y="339"/>
                </a:lnTo>
                <a:lnTo>
                  <a:pt x="1320" y="338"/>
                </a:lnTo>
                <a:lnTo>
                  <a:pt x="1410" y="298"/>
                </a:lnTo>
                <a:lnTo>
                  <a:pt x="1410" y="298"/>
                </a:lnTo>
                <a:lnTo>
                  <a:pt x="1415" y="295"/>
                </a:lnTo>
                <a:lnTo>
                  <a:pt x="1418" y="292"/>
                </a:lnTo>
                <a:lnTo>
                  <a:pt x="1421" y="287"/>
                </a:lnTo>
                <a:lnTo>
                  <a:pt x="1423" y="283"/>
                </a:lnTo>
                <a:lnTo>
                  <a:pt x="1424" y="279"/>
                </a:lnTo>
                <a:lnTo>
                  <a:pt x="1424" y="273"/>
                </a:lnTo>
                <a:lnTo>
                  <a:pt x="1424" y="268"/>
                </a:lnTo>
                <a:lnTo>
                  <a:pt x="1422" y="263"/>
                </a:lnTo>
                <a:lnTo>
                  <a:pt x="1422" y="263"/>
                </a:lnTo>
                <a:lnTo>
                  <a:pt x="1419" y="259"/>
                </a:lnTo>
                <a:lnTo>
                  <a:pt x="1416" y="255"/>
                </a:lnTo>
                <a:lnTo>
                  <a:pt x="1411" y="253"/>
                </a:lnTo>
                <a:lnTo>
                  <a:pt x="1408" y="250"/>
                </a:lnTo>
                <a:lnTo>
                  <a:pt x="1403" y="249"/>
                </a:lnTo>
                <a:lnTo>
                  <a:pt x="1397" y="249"/>
                </a:lnTo>
                <a:lnTo>
                  <a:pt x="1392" y="249"/>
                </a:lnTo>
                <a:lnTo>
                  <a:pt x="1388" y="251"/>
                </a:lnTo>
                <a:lnTo>
                  <a:pt x="1298" y="292"/>
                </a:lnTo>
                <a:lnTo>
                  <a:pt x="1298" y="292"/>
                </a:lnTo>
                <a:lnTo>
                  <a:pt x="1294" y="294"/>
                </a:lnTo>
                <a:lnTo>
                  <a:pt x="1291" y="298"/>
                </a:lnTo>
                <a:lnTo>
                  <a:pt x="1287" y="301"/>
                </a:lnTo>
                <a:lnTo>
                  <a:pt x="1285" y="306"/>
                </a:lnTo>
                <a:lnTo>
                  <a:pt x="1283" y="311"/>
                </a:lnTo>
                <a:lnTo>
                  <a:pt x="1283" y="315"/>
                </a:lnTo>
                <a:lnTo>
                  <a:pt x="1285" y="321"/>
                </a:lnTo>
                <a:lnTo>
                  <a:pt x="1286" y="326"/>
                </a:lnTo>
                <a:lnTo>
                  <a:pt x="1286" y="326"/>
                </a:lnTo>
                <a:close/>
                <a:moveTo>
                  <a:pt x="1255" y="222"/>
                </a:moveTo>
                <a:lnTo>
                  <a:pt x="1325" y="151"/>
                </a:lnTo>
                <a:lnTo>
                  <a:pt x="1325" y="151"/>
                </a:lnTo>
                <a:lnTo>
                  <a:pt x="1328" y="146"/>
                </a:lnTo>
                <a:lnTo>
                  <a:pt x="1331" y="141"/>
                </a:lnTo>
                <a:lnTo>
                  <a:pt x="1332" y="137"/>
                </a:lnTo>
                <a:lnTo>
                  <a:pt x="1332" y="132"/>
                </a:lnTo>
                <a:lnTo>
                  <a:pt x="1331" y="127"/>
                </a:lnTo>
                <a:lnTo>
                  <a:pt x="1330" y="123"/>
                </a:lnTo>
                <a:lnTo>
                  <a:pt x="1327" y="118"/>
                </a:lnTo>
                <a:lnTo>
                  <a:pt x="1324" y="114"/>
                </a:lnTo>
                <a:lnTo>
                  <a:pt x="1324" y="114"/>
                </a:lnTo>
                <a:lnTo>
                  <a:pt x="1319" y="111"/>
                </a:lnTo>
                <a:lnTo>
                  <a:pt x="1314" y="110"/>
                </a:lnTo>
                <a:lnTo>
                  <a:pt x="1310" y="108"/>
                </a:lnTo>
                <a:lnTo>
                  <a:pt x="1305" y="107"/>
                </a:lnTo>
                <a:lnTo>
                  <a:pt x="1300" y="108"/>
                </a:lnTo>
                <a:lnTo>
                  <a:pt x="1295" y="111"/>
                </a:lnTo>
                <a:lnTo>
                  <a:pt x="1291" y="113"/>
                </a:lnTo>
                <a:lnTo>
                  <a:pt x="1287" y="117"/>
                </a:lnTo>
                <a:lnTo>
                  <a:pt x="1217" y="188"/>
                </a:lnTo>
                <a:lnTo>
                  <a:pt x="1217" y="188"/>
                </a:lnTo>
                <a:lnTo>
                  <a:pt x="1214" y="192"/>
                </a:lnTo>
                <a:lnTo>
                  <a:pt x="1211" y="197"/>
                </a:lnTo>
                <a:lnTo>
                  <a:pt x="1210" y="202"/>
                </a:lnTo>
                <a:lnTo>
                  <a:pt x="1210" y="206"/>
                </a:lnTo>
                <a:lnTo>
                  <a:pt x="1211" y="211"/>
                </a:lnTo>
                <a:lnTo>
                  <a:pt x="1213" y="216"/>
                </a:lnTo>
                <a:lnTo>
                  <a:pt x="1215" y="221"/>
                </a:lnTo>
                <a:lnTo>
                  <a:pt x="1218" y="224"/>
                </a:lnTo>
                <a:lnTo>
                  <a:pt x="1218" y="224"/>
                </a:lnTo>
                <a:lnTo>
                  <a:pt x="1223" y="228"/>
                </a:lnTo>
                <a:lnTo>
                  <a:pt x="1228" y="230"/>
                </a:lnTo>
                <a:lnTo>
                  <a:pt x="1233" y="230"/>
                </a:lnTo>
                <a:lnTo>
                  <a:pt x="1237" y="231"/>
                </a:lnTo>
                <a:lnTo>
                  <a:pt x="1242" y="230"/>
                </a:lnTo>
                <a:lnTo>
                  <a:pt x="1247" y="229"/>
                </a:lnTo>
                <a:lnTo>
                  <a:pt x="1252" y="225"/>
                </a:lnTo>
                <a:lnTo>
                  <a:pt x="1255" y="222"/>
                </a:lnTo>
                <a:lnTo>
                  <a:pt x="1255" y="222"/>
                </a:lnTo>
                <a:close/>
                <a:moveTo>
                  <a:pt x="846" y="157"/>
                </a:moveTo>
                <a:lnTo>
                  <a:pt x="846" y="157"/>
                </a:lnTo>
                <a:lnTo>
                  <a:pt x="848" y="162"/>
                </a:lnTo>
                <a:lnTo>
                  <a:pt x="851" y="166"/>
                </a:lnTo>
                <a:lnTo>
                  <a:pt x="854" y="170"/>
                </a:lnTo>
                <a:lnTo>
                  <a:pt x="858" y="172"/>
                </a:lnTo>
                <a:lnTo>
                  <a:pt x="862" y="175"/>
                </a:lnTo>
                <a:lnTo>
                  <a:pt x="867" y="176"/>
                </a:lnTo>
                <a:lnTo>
                  <a:pt x="872" y="176"/>
                </a:lnTo>
                <a:lnTo>
                  <a:pt x="878" y="176"/>
                </a:lnTo>
                <a:lnTo>
                  <a:pt x="878" y="176"/>
                </a:lnTo>
                <a:lnTo>
                  <a:pt x="883" y="173"/>
                </a:lnTo>
                <a:lnTo>
                  <a:pt x="886" y="171"/>
                </a:lnTo>
                <a:lnTo>
                  <a:pt x="890" y="167"/>
                </a:lnTo>
                <a:lnTo>
                  <a:pt x="893" y="163"/>
                </a:lnTo>
                <a:lnTo>
                  <a:pt x="896" y="159"/>
                </a:lnTo>
                <a:lnTo>
                  <a:pt x="897" y="154"/>
                </a:lnTo>
                <a:lnTo>
                  <a:pt x="897" y="149"/>
                </a:lnTo>
                <a:lnTo>
                  <a:pt x="896" y="144"/>
                </a:lnTo>
                <a:lnTo>
                  <a:pt x="867" y="44"/>
                </a:lnTo>
                <a:lnTo>
                  <a:pt x="867" y="44"/>
                </a:lnTo>
                <a:lnTo>
                  <a:pt x="866" y="40"/>
                </a:lnTo>
                <a:lnTo>
                  <a:pt x="862" y="35"/>
                </a:lnTo>
                <a:lnTo>
                  <a:pt x="859" y="31"/>
                </a:lnTo>
                <a:lnTo>
                  <a:pt x="855" y="29"/>
                </a:lnTo>
                <a:lnTo>
                  <a:pt x="851" y="27"/>
                </a:lnTo>
                <a:lnTo>
                  <a:pt x="846" y="26"/>
                </a:lnTo>
                <a:lnTo>
                  <a:pt x="841" y="26"/>
                </a:lnTo>
                <a:lnTo>
                  <a:pt x="836" y="27"/>
                </a:lnTo>
                <a:lnTo>
                  <a:pt x="836" y="27"/>
                </a:lnTo>
                <a:lnTo>
                  <a:pt x="831" y="28"/>
                </a:lnTo>
                <a:lnTo>
                  <a:pt x="827" y="30"/>
                </a:lnTo>
                <a:lnTo>
                  <a:pt x="823" y="34"/>
                </a:lnTo>
                <a:lnTo>
                  <a:pt x="820" y="39"/>
                </a:lnTo>
                <a:lnTo>
                  <a:pt x="819" y="43"/>
                </a:lnTo>
                <a:lnTo>
                  <a:pt x="818" y="48"/>
                </a:lnTo>
                <a:lnTo>
                  <a:pt x="816" y="53"/>
                </a:lnTo>
                <a:lnTo>
                  <a:pt x="818" y="57"/>
                </a:lnTo>
                <a:lnTo>
                  <a:pt x="846" y="157"/>
                </a:lnTo>
                <a:close/>
                <a:moveTo>
                  <a:pt x="1339" y="447"/>
                </a:moveTo>
                <a:lnTo>
                  <a:pt x="1339" y="447"/>
                </a:lnTo>
                <a:lnTo>
                  <a:pt x="1341" y="451"/>
                </a:lnTo>
                <a:lnTo>
                  <a:pt x="1344" y="456"/>
                </a:lnTo>
                <a:lnTo>
                  <a:pt x="1347" y="460"/>
                </a:lnTo>
                <a:lnTo>
                  <a:pt x="1351" y="463"/>
                </a:lnTo>
                <a:lnTo>
                  <a:pt x="1356" y="464"/>
                </a:lnTo>
                <a:lnTo>
                  <a:pt x="1360" y="466"/>
                </a:lnTo>
                <a:lnTo>
                  <a:pt x="1365" y="466"/>
                </a:lnTo>
                <a:lnTo>
                  <a:pt x="1371" y="466"/>
                </a:lnTo>
                <a:lnTo>
                  <a:pt x="1470" y="443"/>
                </a:lnTo>
                <a:lnTo>
                  <a:pt x="1470" y="443"/>
                </a:lnTo>
                <a:lnTo>
                  <a:pt x="1475" y="442"/>
                </a:lnTo>
                <a:lnTo>
                  <a:pt x="1479" y="438"/>
                </a:lnTo>
                <a:lnTo>
                  <a:pt x="1482" y="436"/>
                </a:lnTo>
                <a:lnTo>
                  <a:pt x="1486" y="431"/>
                </a:lnTo>
                <a:lnTo>
                  <a:pt x="1487" y="426"/>
                </a:lnTo>
                <a:lnTo>
                  <a:pt x="1488" y="422"/>
                </a:lnTo>
                <a:lnTo>
                  <a:pt x="1489" y="417"/>
                </a:lnTo>
                <a:lnTo>
                  <a:pt x="1488" y="412"/>
                </a:lnTo>
                <a:lnTo>
                  <a:pt x="1488" y="412"/>
                </a:lnTo>
                <a:lnTo>
                  <a:pt x="1486" y="408"/>
                </a:lnTo>
                <a:lnTo>
                  <a:pt x="1483" y="403"/>
                </a:lnTo>
                <a:lnTo>
                  <a:pt x="1480" y="399"/>
                </a:lnTo>
                <a:lnTo>
                  <a:pt x="1476" y="396"/>
                </a:lnTo>
                <a:lnTo>
                  <a:pt x="1472" y="395"/>
                </a:lnTo>
                <a:lnTo>
                  <a:pt x="1467" y="393"/>
                </a:lnTo>
                <a:lnTo>
                  <a:pt x="1462" y="393"/>
                </a:lnTo>
                <a:lnTo>
                  <a:pt x="1456" y="393"/>
                </a:lnTo>
                <a:lnTo>
                  <a:pt x="1357" y="416"/>
                </a:lnTo>
                <a:lnTo>
                  <a:pt x="1357" y="416"/>
                </a:lnTo>
                <a:lnTo>
                  <a:pt x="1352" y="417"/>
                </a:lnTo>
                <a:lnTo>
                  <a:pt x="1349" y="421"/>
                </a:lnTo>
                <a:lnTo>
                  <a:pt x="1345" y="423"/>
                </a:lnTo>
                <a:lnTo>
                  <a:pt x="1341" y="428"/>
                </a:lnTo>
                <a:lnTo>
                  <a:pt x="1339" y="432"/>
                </a:lnTo>
                <a:lnTo>
                  <a:pt x="1338" y="437"/>
                </a:lnTo>
                <a:lnTo>
                  <a:pt x="1338" y="442"/>
                </a:lnTo>
                <a:lnTo>
                  <a:pt x="1339" y="447"/>
                </a:lnTo>
                <a:lnTo>
                  <a:pt x="1339" y="447"/>
                </a:lnTo>
                <a:close/>
                <a:moveTo>
                  <a:pt x="1123" y="176"/>
                </a:moveTo>
                <a:lnTo>
                  <a:pt x="1123" y="176"/>
                </a:lnTo>
                <a:lnTo>
                  <a:pt x="1129" y="177"/>
                </a:lnTo>
                <a:lnTo>
                  <a:pt x="1133" y="177"/>
                </a:lnTo>
                <a:lnTo>
                  <a:pt x="1138" y="176"/>
                </a:lnTo>
                <a:lnTo>
                  <a:pt x="1143" y="175"/>
                </a:lnTo>
                <a:lnTo>
                  <a:pt x="1146" y="172"/>
                </a:lnTo>
                <a:lnTo>
                  <a:pt x="1151" y="169"/>
                </a:lnTo>
                <a:lnTo>
                  <a:pt x="1153" y="164"/>
                </a:lnTo>
                <a:lnTo>
                  <a:pt x="1156" y="159"/>
                </a:lnTo>
                <a:lnTo>
                  <a:pt x="1190" y="62"/>
                </a:lnTo>
                <a:lnTo>
                  <a:pt x="1190" y="62"/>
                </a:lnTo>
                <a:lnTo>
                  <a:pt x="1191" y="57"/>
                </a:lnTo>
                <a:lnTo>
                  <a:pt x="1191" y="53"/>
                </a:lnTo>
                <a:lnTo>
                  <a:pt x="1190" y="48"/>
                </a:lnTo>
                <a:lnTo>
                  <a:pt x="1189" y="43"/>
                </a:lnTo>
                <a:lnTo>
                  <a:pt x="1185" y="39"/>
                </a:lnTo>
                <a:lnTo>
                  <a:pt x="1183" y="35"/>
                </a:lnTo>
                <a:lnTo>
                  <a:pt x="1178" y="31"/>
                </a:lnTo>
                <a:lnTo>
                  <a:pt x="1174" y="30"/>
                </a:lnTo>
                <a:lnTo>
                  <a:pt x="1174" y="30"/>
                </a:lnTo>
                <a:lnTo>
                  <a:pt x="1169" y="29"/>
                </a:lnTo>
                <a:lnTo>
                  <a:pt x="1164" y="28"/>
                </a:lnTo>
                <a:lnTo>
                  <a:pt x="1159" y="29"/>
                </a:lnTo>
                <a:lnTo>
                  <a:pt x="1155" y="31"/>
                </a:lnTo>
                <a:lnTo>
                  <a:pt x="1150" y="34"/>
                </a:lnTo>
                <a:lnTo>
                  <a:pt x="1146" y="37"/>
                </a:lnTo>
                <a:lnTo>
                  <a:pt x="1143" y="41"/>
                </a:lnTo>
                <a:lnTo>
                  <a:pt x="1142" y="46"/>
                </a:lnTo>
                <a:lnTo>
                  <a:pt x="1107" y="143"/>
                </a:lnTo>
                <a:lnTo>
                  <a:pt x="1107" y="143"/>
                </a:lnTo>
                <a:lnTo>
                  <a:pt x="1106" y="147"/>
                </a:lnTo>
                <a:lnTo>
                  <a:pt x="1106" y="153"/>
                </a:lnTo>
                <a:lnTo>
                  <a:pt x="1106" y="158"/>
                </a:lnTo>
                <a:lnTo>
                  <a:pt x="1108" y="163"/>
                </a:lnTo>
                <a:lnTo>
                  <a:pt x="1111" y="166"/>
                </a:lnTo>
                <a:lnTo>
                  <a:pt x="1114" y="170"/>
                </a:lnTo>
                <a:lnTo>
                  <a:pt x="1118" y="173"/>
                </a:lnTo>
                <a:lnTo>
                  <a:pt x="1123" y="176"/>
                </a:lnTo>
                <a:lnTo>
                  <a:pt x="1123" y="176"/>
                </a:lnTo>
                <a:close/>
                <a:moveTo>
                  <a:pt x="700" y="221"/>
                </a:moveTo>
                <a:lnTo>
                  <a:pt x="700" y="221"/>
                </a:lnTo>
                <a:lnTo>
                  <a:pt x="704" y="224"/>
                </a:lnTo>
                <a:lnTo>
                  <a:pt x="709" y="227"/>
                </a:lnTo>
                <a:lnTo>
                  <a:pt x="713" y="229"/>
                </a:lnTo>
                <a:lnTo>
                  <a:pt x="718" y="229"/>
                </a:lnTo>
                <a:lnTo>
                  <a:pt x="723" y="229"/>
                </a:lnTo>
                <a:lnTo>
                  <a:pt x="728" y="228"/>
                </a:lnTo>
                <a:lnTo>
                  <a:pt x="732" y="225"/>
                </a:lnTo>
                <a:lnTo>
                  <a:pt x="737" y="223"/>
                </a:lnTo>
                <a:lnTo>
                  <a:pt x="737" y="223"/>
                </a:lnTo>
                <a:lnTo>
                  <a:pt x="741" y="220"/>
                </a:lnTo>
                <a:lnTo>
                  <a:pt x="743" y="215"/>
                </a:lnTo>
                <a:lnTo>
                  <a:pt x="745" y="210"/>
                </a:lnTo>
                <a:lnTo>
                  <a:pt x="745" y="205"/>
                </a:lnTo>
                <a:lnTo>
                  <a:pt x="745" y="201"/>
                </a:lnTo>
                <a:lnTo>
                  <a:pt x="744" y="196"/>
                </a:lnTo>
                <a:lnTo>
                  <a:pt x="742" y="191"/>
                </a:lnTo>
                <a:lnTo>
                  <a:pt x="739" y="186"/>
                </a:lnTo>
                <a:lnTo>
                  <a:pt x="673" y="110"/>
                </a:lnTo>
                <a:lnTo>
                  <a:pt x="673" y="110"/>
                </a:lnTo>
                <a:lnTo>
                  <a:pt x="670" y="106"/>
                </a:lnTo>
                <a:lnTo>
                  <a:pt x="665" y="104"/>
                </a:lnTo>
                <a:lnTo>
                  <a:pt x="661" y="102"/>
                </a:lnTo>
                <a:lnTo>
                  <a:pt x="656" y="101"/>
                </a:lnTo>
                <a:lnTo>
                  <a:pt x="651" y="101"/>
                </a:lnTo>
                <a:lnTo>
                  <a:pt x="646" y="102"/>
                </a:lnTo>
                <a:lnTo>
                  <a:pt x="641" y="105"/>
                </a:lnTo>
                <a:lnTo>
                  <a:pt x="638" y="108"/>
                </a:lnTo>
                <a:lnTo>
                  <a:pt x="638" y="108"/>
                </a:lnTo>
                <a:lnTo>
                  <a:pt x="634" y="112"/>
                </a:lnTo>
                <a:lnTo>
                  <a:pt x="632" y="115"/>
                </a:lnTo>
                <a:lnTo>
                  <a:pt x="630" y="120"/>
                </a:lnTo>
                <a:lnTo>
                  <a:pt x="628" y="126"/>
                </a:lnTo>
                <a:lnTo>
                  <a:pt x="630" y="131"/>
                </a:lnTo>
                <a:lnTo>
                  <a:pt x="631" y="136"/>
                </a:lnTo>
                <a:lnTo>
                  <a:pt x="632" y="140"/>
                </a:lnTo>
                <a:lnTo>
                  <a:pt x="635" y="144"/>
                </a:lnTo>
                <a:lnTo>
                  <a:pt x="700" y="221"/>
                </a:lnTo>
                <a:close/>
                <a:moveTo>
                  <a:pt x="536" y="289"/>
                </a:moveTo>
                <a:lnTo>
                  <a:pt x="630" y="333"/>
                </a:lnTo>
                <a:lnTo>
                  <a:pt x="630" y="333"/>
                </a:lnTo>
                <a:lnTo>
                  <a:pt x="634" y="334"/>
                </a:lnTo>
                <a:lnTo>
                  <a:pt x="639" y="335"/>
                </a:lnTo>
                <a:lnTo>
                  <a:pt x="644" y="335"/>
                </a:lnTo>
                <a:lnTo>
                  <a:pt x="648" y="334"/>
                </a:lnTo>
                <a:lnTo>
                  <a:pt x="653" y="332"/>
                </a:lnTo>
                <a:lnTo>
                  <a:pt x="657" y="329"/>
                </a:lnTo>
                <a:lnTo>
                  <a:pt x="660" y="325"/>
                </a:lnTo>
                <a:lnTo>
                  <a:pt x="664" y="321"/>
                </a:lnTo>
                <a:lnTo>
                  <a:pt x="664" y="321"/>
                </a:lnTo>
                <a:lnTo>
                  <a:pt x="665" y="316"/>
                </a:lnTo>
                <a:lnTo>
                  <a:pt x="666" y="311"/>
                </a:lnTo>
                <a:lnTo>
                  <a:pt x="666" y="306"/>
                </a:lnTo>
                <a:lnTo>
                  <a:pt x="665" y="301"/>
                </a:lnTo>
                <a:lnTo>
                  <a:pt x="663" y="296"/>
                </a:lnTo>
                <a:lnTo>
                  <a:pt x="659" y="293"/>
                </a:lnTo>
                <a:lnTo>
                  <a:pt x="656" y="289"/>
                </a:lnTo>
                <a:lnTo>
                  <a:pt x="652" y="287"/>
                </a:lnTo>
                <a:lnTo>
                  <a:pt x="559" y="243"/>
                </a:lnTo>
                <a:lnTo>
                  <a:pt x="559" y="243"/>
                </a:lnTo>
                <a:lnTo>
                  <a:pt x="554" y="242"/>
                </a:lnTo>
                <a:lnTo>
                  <a:pt x="549" y="241"/>
                </a:lnTo>
                <a:lnTo>
                  <a:pt x="544" y="241"/>
                </a:lnTo>
                <a:lnTo>
                  <a:pt x="540" y="242"/>
                </a:lnTo>
                <a:lnTo>
                  <a:pt x="535" y="244"/>
                </a:lnTo>
                <a:lnTo>
                  <a:pt x="530" y="247"/>
                </a:lnTo>
                <a:lnTo>
                  <a:pt x="528" y="250"/>
                </a:lnTo>
                <a:lnTo>
                  <a:pt x="524" y="255"/>
                </a:lnTo>
                <a:lnTo>
                  <a:pt x="524" y="255"/>
                </a:lnTo>
                <a:lnTo>
                  <a:pt x="523" y="260"/>
                </a:lnTo>
                <a:lnTo>
                  <a:pt x="522" y="266"/>
                </a:lnTo>
                <a:lnTo>
                  <a:pt x="522" y="270"/>
                </a:lnTo>
                <a:lnTo>
                  <a:pt x="523" y="275"/>
                </a:lnTo>
                <a:lnTo>
                  <a:pt x="525" y="280"/>
                </a:lnTo>
                <a:lnTo>
                  <a:pt x="528" y="283"/>
                </a:lnTo>
                <a:lnTo>
                  <a:pt x="533" y="287"/>
                </a:lnTo>
                <a:lnTo>
                  <a:pt x="536" y="289"/>
                </a:lnTo>
                <a:lnTo>
                  <a:pt x="536" y="289"/>
                </a:lnTo>
                <a:close/>
                <a:moveTo>
                  <a:pt x="1411" y="833"/>
                </a:moveTo>
                <a:lnTo>
                  <a:pt x="1320" y="793"/>
                </a:lnTo>
                <a:lnTo>
                  <a:pt x="1320" y="793"/>
                </a:lnTo>
                <a:lnTo>
                  <a:pt x="1315" y="791"/>
                </a:lnTo>
                <a:lnTo>
                  <a:pt x="1311" y="791"/>
                </a:lnTo>
                <a:lnTo>
                  <a:pt x="1306" y="791"/>
                </a:lnTo>
                <a:lnTo>
                  <a:pt x="1301" y="792"/>
                </a:lnTo>
                <a:lnTo>
                  <a:pt x="1296" y="794"/>
                </a:lnTo>
                <a:lnTo>
                  <a:pt x="1293" y="797"/>
                </a:lnTo>
                <a:lnTo>
                  <a:pt x="1289" y="800"/>
                </a:lnTo>
                <a:lnTo>
                  <a:pt x="1286" y="805"/>
                </a:lnTo>
                <a:lnTo>
                  <a:pt x="1286" y="805"/>
                </a:lnTo>
                <a:lnTo>
                  <a:pt x="1285" y="810"/>
                </a:lnTo>
                <a:lnTo>
                  <a:pt x="1283" y="814"/>
                </a:lnTo>
                <a:lnTo>
                  <a:pt x="1283" y="819"/>
                </a:lnTo>
                <a:lnTo>
                  <a:pt x="1285" y="824"/>
                </a:lnTo>
                <a:lnTo>
                  <a:pt x="1287" y="829"/>
                </a:lnTo>
                <a:lnTo>
                  <a:pt x="1291" y="833"/>
                </a:lnTo>
                <a:lnTo>
                  <a:pt x="1294" y="837"/>
                </a:lnTo>
                <a:lnTo>
                  <a:pt x="1298" y="839"/>
                </a:lnTo>
                <a:lnTo>
                  <a:pt x="1389" y="879"/>
                </a:lnTo>
                <a:lnTo>
                  <a:pt x="1389" y="879"/>
                </a:lnTo>
                <a:lnTo>
                  <a:pt x="1393" y="881"/>
                </a:lnTo>
                <a:lnTo>
                  <a:pt x="1399" y="882"/>
                </a:lnTo>
                <a:lnTo>
                  <a:pt x="1404" y="882"/>
                </a:lnTo>
                <a:lnTo>
                  <a:pt x="1409" y="881"/>
                </a:lnTo>
                <a:lnTo>
                  <a:pt x="1414" y="878"/>
                </a:lnTo>
                <a:lnTo>
                  <a:pt x="1417" y="876"/>
                </a:lnTo>
                <a:lnTo>
                  <a:pt x="1421" y="871"/>
                </a:lnTo>
                <a:lnTo>
                  <a:pt x="1423" y="868"/>
                </a:lnTo>
                <a:lnTo>
                  <a:pt x="1423" y="868"/>
                </a:lnTo>
                <a:lnTo>
                  <a:pt x="1425" y="863"/>
                </a:lnTo>
                <a:lnTo>
                  <a:pt x="1427" y="857"/>
                </a:lnTo>
                <a:lnTo>
                  <a:pt x="1425" y="852"/>
                </a:lnTo>
                <a:lnTo>
                  <a:pt x="1424" y="848"/>
                </a:lnTo>
                <a:lnTo>
                  <a:pt x="1423" y="843"/>
                </a:lnTo>
                <a:lnTo>
                  <a:pt x="1419" y="839"/>
                </a:lnTo>
                <a:lnTo>
                  <a:pt x="1416" y="836"/>
                </a:lnTo>
                <a:lnTo>
                  <a:pt x="1411" y="833"/>
                </a:lnTo>
                <a:lnTo>
                  <a:pt x="1411" y="833"/>
                </a:lnTo>
                <a:close/>
                <a:moveTo>
                  <a:pt x="1227" y="904"/>
                </a:moveTo>
                <a:lnTo>
                  <a:pt x="1227" y="904"/>
                </a:lnTo>
                <a:lnTo>
                  <a:pt x="1222" y="901"/>
                </a:lnTo>
                <a:lnTo>
                  <a:pt x="1218" y="898"/>
                </a:lnTo>
                <a:lnTo>
                  <a:pt x="1214" y="897"/>
                </a:lnTo>
                <a:lnTo>
                  <a:pt x="1209" y="896"/>
                </a:lnTo>
                <a:lnTo>
                  <a:pt x="1204" y="896"/>
                </a:lnTo>
                <a:lnTo>
                  <a:pt x="1198" y="897"/>
                </a:lnTo>
                <a:lnTo>
                  <a:pt x="1195" y="900"/>
                </a:lnTo>
                <a:lnTo>
                  <a:pt x="1190" y="903"/>
                </a:lnTo>
                <a:lnTo>
                  <a:pt x="1190" y="903"/>
                </a:lnTo>
                <a:lnTo>
                  <a:pt x="1187" y="907"/>
                </a:lnTo>
                <a:lnTo>
                  <a:pt x="1184" y="911"/>
                </a:lnTo>
                <a:lnTo>
                  <a:pt x="1182" y="916"/>
                </a:lnTo>
                <a:lnTo>
                  <a:pt x="1182" y="921"/>
                </a:lnTo>
                <a:lnTo>
                  <a:pt x="1182" y="926"/>
                </a:lnTo>
                <a:lnTo>
                  <a:pt x="1183" y="930"/>
                </a:lnTo>
                <a:lnTo>
                  <a:pt x="1185" y="935"/>
                </a:lnTo>
                <a:lnTo>
                  <a:pt x="1188" y="939"/>
                </a:lnTo>
                <a:lnTo>
                  <a:pt x="1256" y="1014"/>
                </a:lnTo>
                <a:lnTo>
                  <a:pt x="1256" y="1014"/>
                </a:lnTo>
                <a:lnTo>
                  <a:pt x="1261" y="1018"/>
                </a:lnTo>
                <a:lnTo>
                  <a:pt x="1265" y="1020"/>
                </a:lnTo>
                <a:lnTo>
                  <a:pt x="1269" y="1023"/>
                </a:lnTo>
                <a:lnTo>
                  <a:pt x="1274" y="1023"/>
                </a:lnTo>
                <a:lnTo>
                  <a:pt x="1279" y="1023"/>
                </a:lnTo>
                <a:lnTo>
                  <a:pt x="1285" y="1021"/>
                </a:lnTo>
                <a:lnTo>
                  <a:pt x="1288" y="1019"/>
                </a:lnTo>
                <a:lnTo>
                  <a:pt x="1293" y="1017"/>
                </a:lnTo>
                <a:lnTo>
                  <a:pt x="1293" y="1017"/>
                </a:lnTo>
                <a:lnTo>
                  <a:pt x="1296" y="1012"/>
                </a:lnTo>
                <a:lnTo>
                  <a:pt x="1299" y="1008"/>
                </a:lnTo>
                <a:lnTo>
                  <a:pt x="1301" y="1004"/>
                </a:lnTo>
                <a:lnTo>
                  <a:pt x="1301" y="999"/>
                </a:lnTo>
                <a:lnTo>
                  <a:pt x="1301" y="993"/>
                </a:lnTo>
                <a:lnTo>
                  <a:pt x="1300" y="988"/>
                </a:lnTo>
                <a:lnTo>
                  <a:pt x="1298" y="984"/>
                </a:lnTo>
                <a:lnTo>
                  <a:pt x="1295" y="980"/>
                </a:lnTo>
                <a:lnTo>
                  <a:pt x="1227" y="904"/>
                </a:lnTo>
                <a:close/>
                <a:moveTo>
                  <a:pt x="1462" y="690"/>
                </a:moveTo>
                <a:lnTo>
                  <a:pt x="1367" y="665"/>
                </a:lnTo>
                <a:lnTo>
                  <a:pt x="1367" y="665"/>
                </a:lnTo>
                <a:lnTo>
                  <a:pt x="1362" y="664"/>
                </a:lnTo>
                <a:lnTo>
                  <a:pt x="1357" y="664"/>
                </a:lnTo>
                <a:lnTo>
                  <a:pt x="1352" y="665"/>
                </a:lnTo>
                <a:lnTo>
                  <a:pt x="1347" y="668"/>
                </a:lnTo>
                <a:lnTo>
                  <a:pt x="1344" y="670"/>
                </a:lnTo>
                <a:lnTo>
                  <a:pt x="1340" y="675"/>
                </a:lnTo>
                <a:lnTo>
                  <a:pt x="1338" y="678"/>
                </a:lnTo>
                <a:lnTo>
                  <a:pt x="1336" y="683"/>
                </a:lnTo>
                <a:lnTo>
                  <a:pt x="1336" y="683"/>
                </a:lnTo>
                <a:lnTo>
                  <a:pt x="1336" y="689"/>
                </a:lnTo>
                <a:lnTo>
                  <a:pt x="1336" y="694"/>
                </a:lnTo>
                <a:lnTo>
                  <a:pt x="1337" y="698"/>
                </a:lnTo>
                <a:lnTo>
                  <a:pt x="1338" y="703"/>
                </a:lnTo>
                <a:lnTo>
                  <a:pt x="1341" y="707"/>
                </a:lnTo>
                <a:lnTo>
                  <a:pt x="1345" y="710"/>
                </a:lnTo>
                <a:lnTo>
                  <a:pt x="1349" y="713"/>
                </a:lnTo>
                <a:lnTo>
                  <a:pt x="1354" y="715"/>
                </a:lnTo>
                <a:lnTo>
                  <a:pt x="1449" y="740"/>
                </a:lnTo>
                <a:lnTo>
                  <a:pt x="1449" y="740"/>
                </a:lnTo>
                <a:lnTo>
                  <a:pt x="1454" y="741"/>
                </a:lnTo>
                <a:lnTo>
                  <a:pt x="1459" y="741"/>
                </a:lnTo>
                <a:lnTo>
                  <a:pt x="1463" y="740"/>
                </a:lnTo>
                <a:lnTo>
                  <a:pt x="1468" y="738"/>
                </a:lnTo>
                <a:lnTo>
                  <a:pt x="1472" y="734"/>
                </a:lnTo>
                <a:lnTo>
                  <a:pt x="1475" y="730"/>
                </a:lnTo>
                <a:lnTo>
                  <a:pt x="1479" y="727"/>
                </a:lnTo>
                <a:lnTo>
                  <a:pt x="1480" y="722"/>
                </a:lnTo>
                <a:lnTo>
                  <a:pt x="1480" y="722"/>
                </a:lnTo>
                <a:lnTo>
                  <a:pt x="1481" y="716"/>
                </a:lnTo>
                <a:lnTo>
                  <a:pt x="1481" y="712"/>
                </a:lnTo>
                <a:lnTo>
                  <a:pt x="1480" y="707"/>
                </a:lnTo>
                <a:lnTo>
                  <a:pt x="1477" y="702"/>
                </a:lnTo>
                <a:lnTo>
                  <a:pt x="1475" y="698"/>
                </a:lnTo>
                <a:lnTo>
                  <a:pt x="1472" y="695"/>
                </a:lnTo>
                <a:lnTo>
                  <a:pt x="1467" y="693"/>
                </a:lnTo>
                <a:lnTo>
                  <a:pt x="1462" y="690"/>
                </a:lnTo>
                <a:lnTo>
                  <a:pt x="1462" y="690"/>
                </a:lnTo>
                <a:close/>
                <a:moveTo>
                  <a:pt x="179" y="1105"/>
                </a:moveTo>
                <a:lnTo>
                  <a:pt x="179" y="1105"/>
                </a:lnTo>
                <a:lnTo>
                  <a:pt x="173" y="1105"/>
                </a:lnTo>
                <a:lnTo>
                  <a:pt x="168" y="1108"/>
                </a:lnTo>
                <a:lnTo>
                  <a:pt x="165" y="1109"/>
                </a:lnTo>
                <a:lnTo>
                  <a:pt x="161" y="1112"/>
                </a:lnTo>
                <a:lnTo>
                  <a:pt x="158" y="1116"/>
                </a:lnTo>
                <a:lnTo>
                  <a:pt x="155" y="1121"/>
                </a:lnTo>
                <a:lnTo>
                  <a:pt x="154" y="1125"/>
                </a:lnTo>
                <a:lnTo>
                  <a:pt x="154" y="1130"/>
                </a:lnTo>
                <a:lnTo>
                  <a:pt x="154" y="1130"/>
                </a:lnTo>
                <a:lnTo>
                  <a:pt x="154" y="1135"/>
                </a:lnTo>
                <a:lnTo>
                  <a:pt x="155" y="1140"/>
                </a:lnTo>
                <a:lnTo>
                  <a:pt x="158" y="1144"/>
                </a:lnTo>
                <a:lnTo>
                  <a:pt x="161" y="1148"/>
                </a:lnTo>
                <a:lnTo>
                  <a:pt x="165" y="1150"/>
                </a:lnTo>
                <a:lnTo>
                  <a:pt x="168" y="1153"/>
                </a:lnTo>
                <a:lnTo>
                  <a:pt x="173" y="1155"/>
                </a:lnTo>
                <a:lnTo>
                  <a:pt x="179" y="1155"/>
                </a:lnTo>
                <a:lnTo>
                  <a:pt x="179" y="1155"/>
                </a:lnTo>
                <a:lnTo>
                  <a:pt x="184" y="1155"/>
                </a:lnTo>
                <a:lnTo>
                  <a:pt x="188" y="1153"/>
                </a:lnTo>
                <a:lnTo>
                  <a:pt x="192" y="1150"/>
                </a:lnTo>
                <a:lnTo>
                  <a:pt x="197" y="1148"/>
                </a:lnTo>
                <a:lnTo>
                  <a:pt x="199" y="1144"/>
                </a:lnTo>
                <a:lnTo>
                  <a:pt x="201" y="1140"/>
                </a:lnTo>
                <a:lnTo>
                  <a:pt x="203" y="1135"/>
                </a:lnTo>
                <a:lnTo>
                  <a:pt x="204" y="1130"/>
                </a:lnTo>
                <a:lnTo>
                  <a:pt x="204" y="1130"/>
                </a:lnTo>
                <a:lnTo>
                  <a:pt x="203" y="1125"/>
                </a:lnTo>
                <a:lnTo>
                  <a:pt x="201" y="1121"/>
                </a:lnTo>
                <a:lnTo>
                  <a:pt x="199" y="1116"/>
                </a:lnTo>
                <a:lnTo>
                  <a:pt x="197" y="1112"/>
                </a:lnTo>
                <a:lnTo>
                  <a:pt x="192" y="1109"/>
                </a:lnTo>
                <a:lnTo>
                  <a:pt x="188" y="1108"/>
                </a:lnTo>
                <a:lnTo>
                  <a:pt x="184" y="1105"/>
                </a:lnTo>
                <a:lnTo>
                  <a:pt x="179" y="1105"/>
                </a:lnTo>
                <a:lnTo>
                  <a:pt x="179" y="1105"/>
                </a:lnTo>
                <a:close/>
                <a:moveTo>
                  <a:pt x="848" y="1155"/>
                </a:moveTo>
                <a:lnTo>
                  <a:pt x="848" y="1155"/>
                </a:lnTo>
                <a:lnTo>
                  <a:pt x="844" y="1155"/>
                </a:lnTo>
                <a:lnTo>
                  <a:pt x="839" y="1157"/>
                </a:lnTo>
                <a:lnTo>
                  <a:pt x="834" y="1160"/>
                </a:lnTo>
                <a:lnTo>
                  <a:pt x="829" y="1163"/>
                </a:lnTo>
                <a:lnTo>
                  <a:pt x="827" y="1167"/>
                </a:lnTo>
                <a:lnTo>
                  <a:pt x="825" y="1172"/>
                </a:lnTo>
                <a:lnTo>
                  <a:pt x="822" y="1176"/>
                </a:lnTo>
                <a:lnTo>
                  <a:pt x="822" y="1181"/>
                </a:lnTo>
                <a:lnTo>
                  <a:pt x="822" y="1181"/>
                </a:lnTo>
                <a:lnTo>
                  <a:pt x="822" y="1187"/>
                </a:lnTo>
                <a:lnTo>
                  <a:pt x="825" y="1192"/>
                </a:lnTo>
                <a:lnTo>
                  <a:pt x="827" y="1196"/>
                </a:lnTo>
                <a:lnTo>
                  <a:pt x="829" y="1200"/>
                </a:lnTo>
                <a:lnTo>
                  <a:pt x="834" y="1204"/>
                </a:lnTo>
                <a:lnTo>
                  <a:pt x="839" y="1206"/>
                </a:lnTo>
                <a:lnTo>
                  <a:pt x="844" y="1207"/>
                </a:lnTo>
                <a:lnTo>
                  <a:pt x="848" y="1208"/>
                </a:lnTo>
                <a:lnTo>
                  <a:pt x="848" y="1208"/>
                </a:lnTo>
                <a:lnTo>
                  <a:pt x="854" y="1207"/>
                </a:lnTo>
                <a:lnTo>
                  <a:pt x="859" y="1206"/>
                </a:lnTo>
                <a:lnTo>
                  <a:pt x="864" y="1204"/>
                </a:lnTo>
                <a:lnTo>
                  <a:pt x="867" y="1200"/>
                </a:lnTo>
                <a:lnTo>
                  <a:pt x="871" y="1196"/>
                </a:lnTo>
                <a:lnTo>
                  <a:pt x="873" y="1192"/>
                </a:lnTo>
                <a:lnTo>
                  <a:pt x="874" y="1187"/>
                </a:lnTo>
                <a:lnTo>
                  <a:pt x="875" y="1181"/>
                </a:lnTo>
                <a:lnTo>
                  <a:pt x="875" y="1181"/>
                </a:lnTo>
                <a:lnTo>
                  <a:pt x="874" y="1176"/>
                </a:lnTo>
                <a:lnTo>
                  <a:pt x="873" y="1172"/>
                </a:lnTo>
                <a:lnTo>
                  <a:pt x="871" y="1167"/>
                </a:lnTo>
                <a:lnTo>
                  <a:pt x="867" y="1163"/>
                </a:lnTo>
                <a:lnTo>
                  <a:pt x="864" y="1160"/>
                </a:lnTo>
                <a:lnTo>
                  <a:pt x="859" y="1157"/>
                </a:lnTo>
                <a:lnTo>
                  <a:pt x="854" y="1155"/>
                </a:lnTo>
                <a:lnTo>
                  <a:pt x="848" y="1155"/>
                </a:lnTo>
                <a:lnTo>
                  <a:pt x="848" y="1155"/>
                </a:lnTo>
                <a:close/>
                <a:moveTo>
                  <a:pt x="129" y="1259"/>
                </a:moveTo>
                <a:lnTo>
                  <a:pt x="129" y="1259"/>
                </a:lnTo>
                <a:lnTo>
                  <a:pt x="123" y="1260"/>
                </a:lnTo>
                <a:lnTo>
                  <a:pt x="119" y="1261"/>
                </a:lnTo>
                <a:lnTo>
                  <a:pt x="115" y="1264"/>
                </a:lnTo>
                <a:lnTo>
                  <a:pt x="112" y="1266"/>
                </a:lnTo>
                <a:lnTo>
                  <a:pt x="108" y="1271"/>
                </a:lnTo>
                <a:lnTo>
                  <a:pt x="106" y="1274"/>
                </a:lnTo>
                <a:lnTo>
                  <a:pt x="104" y="1279"/>
                </a:lnTo>
                <a:lnTo>
                  <a:pt x="104" y="1284"/>
                </a:lnTo>
                <a:lnTo>
                  <a:pt x="104" y="1284"/>
                </a:lnTo>
                <a:lnTo>
                  <a:pt x="104" y="1290"/>
                </a:lnTo>
                <a:lnTo>
                  <a:pt x="106" y="1295"/>
                </a:lnTo>
                <a:lnTo>
                  <a:pt x="108" y="1298"/>
                </a:lnTo>
                <a:lnTo>
                  <a:pt x="112" y="1302"/>
                </a:lnTo>
                <a:lnTo>
                  <a:pt x="115" y="1305"/>
                </a:lnTo>
                <a:lnTo>
                  <a:pt x="119" y="1308"/>
                </a:lnTo>
                <a:lnTo>
                  <a:pt x="123" y="1309"/>
                </a:lnTo>
                <a:lnTo>
                  <a:pt x="129" y="1309"/>
                </a:lnTo>
                <a:lnTo>
                  <a:pt x="129" y="1309"/>
                </a:lnTo>
                <a:lnTo>
                  <a:pt x="134" y="1309"/>
                </a:lnTo>
                <a:lnTo>
                  <a:pt x="139" y="1308"/>
                </a:lnTo>
                <a:lnTo>
                  <a:pt x="142" y="1305"/>
                </a:lnTo>
                <a:lnTo>
                  <a:pt x="146" y="1302"/>
                </a:lnTo>
                <a:lnTo>
                  <a:pt x="149" y="1298"/>
                </a:lnTo>
                <a:lnTo>
                  <a:pt x="152" y="1295"/>
                </a:lnTo>
                <a:lnTo>
                  <a:pt x="153" y="1290"/>
                </a:lnTo>
                <a:lnTo>
                  <a:pt x="154" y="1284"/>
                </a:lnTo>
                <a:lnTo>
                  <a:pt x="154" y="1284"/>
                </a:lnTo>
                <a:lnTo>
                  <a:pt x="153" y="1279"/>
                </a:lnTo>
                <a:lnTo>
                  <a:pt x="152" y="1274"/>
                </a:lnTo>
                <a:lnTo>
                  <a:pt x="149" y="1271"/>
                </a:lnTo>
                <a:lnTo>
                  <a:pt x="146" y="1266"/>
                </a:lnTo>
                <a:lnTo>
                  <a:pt x="142" y="1264"/>
                </a:lnTo>
                <a:lnTo>
                  <a:pt x="139" y="1261"/>
                </a:lnTo>
                <a:lnTo>
                  <a:pt x="134" y="1260"/>
                </a:lnTo>
                <a:lnTo>
                  <a:pt x="129" y="1259"/>
                </a:lnTo>
                <a:lnTo>
                  <a:pt x="129" y="1259"/>
                </a:lnTo>
                <a:close/>
                <a:moveTo>
                  <a:pt x="232" y="1360"/>
                </a:moveTo>
                <a:lnTo>
                  <a:pt x="232" y="1360"/>
                </a:lnTo>
                <a:lnTo>
                  <a:pt x="226" y="1360"/>
                </a:lnTo>
                <a:lnTo>
                  <a:pt x="220" y="1361"/>
                </a:lnTo>
                <a:lnTo>
                  <a:pt x="216" y="1364"/>
                </a:lnTo>
                <a:lnTo>
                  <a:pt x="212" y="1368"/>
                </a:lnTo>
                <a:lnTo>
                  <a:pt x="208" y="1371"/>
                </a:lnTo>
                <a:lnTo>
                  <a:pt x="206" y="1376"/>
                </a:lnTo>
                <a:lnTo>
                  <a:pt x="204" y="1382"/>
                </a:lnTo>
                <a:lnTo>
                  <a:pt x="204" y="1387"/>
                </a:lnTo>
                <a:lnTo>
                  <a:pt x="204" y="1387"/>
                </a:lnTo>
                <a:lnTo>
                  <a:pt x="204" y="1393"/>
                </a:lnTo>
                <a:lnTo>
                  <a:pt x="206" y="1399"/>
                </a:lnTo>
                <a:lnTo>
                  <a:pt x="208" y="1403"/>
                </a:lnTo>
                <a:lnTo>
                  <a:pt x="212" y="1407"/>
                </a:lnTo>
                <a:lnTo>
                  <a:pt x="216" y="1410"/>
                </a:lnTo>
                <a:lnTo>
                  <a:pt x="220" y="1413"/>
                </a:lnTo>
                <a:lnTo>
                  <a:pt x="226" y="1415"/>
                </a:lnTo>
                <a:lnTo>
                  <a:pt x="232" y="1415"/>
                </a:lnTo>
                <a:lnTo>
                  <a:pt x="232" y="1415"/>
                </a:lnTo>
                <a:lnTo>
                  <a:pt x="237" y="1415"/>
                </a:lnTo>
                <a:lnTo>
                  <a:pt x="243" y="1413"/>
                </a:lnTo>
                <a:lnTo>
                  <a:pt x="248" y="1410"/>
                </a:lnTo>
                <a:lnTo>
                  <a:pt x="251" y="1407"/>
                </a:lnTo>
                <a:lnTo>
                  <a:pt x="255" y="1403"/>
                </a:lnTo>
                <a:lnTo>
                  <a:pt x="257" y="1399"/>
                </a:lnTo>
                <a:lnTo>
                  <a:pt x="259" y="1393"/>
                </a:lnTo>
                <a:lnTo>
                  <a:pt x="259" y="1387"/>
                </a:lnTo>
                <a:lnTo>
                  <a:pt x="259" y="1387"/>
                </a:lnTo>
                <a:lnTo>
                  <a:pt x="259" y="1382"/>
                </a:lnTo>
                <a:lnTo>
                  <a:pt x="257" y="1376"/>
                </a:lnTo>
                <a:lnTo>
                  <a:pt x="255" y="1371"/>
                </a:lnTo>
                <a:lnTo>
                  <a:pt x="251" y="1368"/>
                </a:lnTo>
                <a:lnTo>
                  <a:pt x="248" y="1364"/>
                </a:lnTo>
                <a:lnTo>
                  <a:pt x="243" y="1361"/>
                </a:lnTo>
                <a:lnTo>
                  <a:pt x="237" y="1360"/>
                </a:lnTo>
                <a:lnTo>
                  <a:pt x="232" y="1360"/>
                </a:lnTo>
                <a:lnTo>
                  <a:pt x="232" y="1360"/>
                </a:lnTo>
                <a:close/>
                <a:moveTo>
                  <a:pt x="437" y="1104"/>
                </a:moveTo>
                <a:lnTo>
                  <a:pt x="437" y="1104"/>
                </a:lnTo>
                <a:lnTo>
                  <a:pt x="431" y="1104"/>
                </a:lnTo>
                <a:lnTo>
                  <a:pt x="426" y="1105"/>
                </a:lnTo>
                <a:lnTo>
                  <a:pt x="423" y="1108"/>
                </a:lnTo>
                <a:lnTo>
                  <a:pt x="418" y="1111"/>
                </a:lnTo>
                <a:lnTo>
                  <a:pt x="415" y="1115"/>
                </a:lnTo>
                <a:lnTo>
                  <a:pt x="413" y="1120"/>
                </a:lnTo>
                <a:lnTo>
                  <a:pt x="411" y="1124"/>
                </a:lnTo>
                <a:lnTo>
                  <a:pt x="411" y="1129"/>
                </a:lnTo>
                <a:lnTo>
                  <a:pt x="411" y="1129"/>
                </a:lnTo>
                <a:lnTo>
                  <a:pt x="411" y="1135"/>
                </a:lnTo>
                <a:lnTo>
                  <a:pt x="413" y="1140"/>
                </a:lnTo>
                <a:lnTo>
                  <a:pt x="415" y="1143"/>
                </a:lnTo>
                <a:lnTo>
                  <a:pt x="418" y="1148"/>
                </a:lnTo>
                <a:lnTo>
                  <a:pt x="423" y="1150"/>
                </a:lnTo>
                <a:lnTo>
                  <a:pt x="426" y="1153"/>
                </a:lnTo>
                <a:lnTo>
                  <a:pt x="431" y="1155"/>
                </a:lnTo>
                <a:lnTo>
                  <a:pt x="437" y="1155"/>
                </a:lnTo>
                <a:lnTo>
                  <a:pt x="437" y="1155"/>
                </a:lnTo>
                <a:lnTo>
                  <a:pt x="441" y="1155"/>
                </a:lnTo>
                <a:lnTo>
                  <a:pt x="446" y="1153"/>
                </a:lnTo>
                <a:lnTo>
                  <a:pt x="451" y="1150"/>
                </a:lnTo>
                <a:lnTo>
                  <a:pt x="454" y="1148"/>
                </a:lnTo>
                <a:lnTo>
                  <a:pt x="458" y="1143"/>
                </a:lnTo>
                <a:lnTo>
                  <a:pt x="460" y="1140"/>
                </a:lnTo>
                <a:lnTo>
                  <a:pt x="462" y="1135"/>
                </a:lnTo>
                <a:lnTo>
                  <a:pt x="463" y="1129"/>
                </a:lnTo>
                <a:lnTo>
                  <a:pt x="463" y="1129"/>
                </a:lnTo>
                <a:lnTo>
                  <a:pt x="462" y="1124"/>
                </a:lnTo>
                <a:lnTo>
                  <a:pt x="460" y="1120"/>
                </a:lnTo>
                <a:lnTo>
                  <a:pt x="458" y="1115"/>
                </a:lnTo>
                <a:lnTo>
                  <a:pt x="454" y="1111"/>
                </a:lnTo>
                <a:lnTo>
                  <a:pt x="451" y="1108"/>
                </a:lnTo>
                <a:lnTo>
                  <a:pt x="446" y="1105"/>
                </a:lnTo>
                <a:lnTo>
                  <a:pt x="441" y="1104"/>
                </a:lnTo>
                <a:lnTo>
                  <a:pt x="437" y="1104"/>
                </a:lnTo>
                <a:lnTo>
                  <a:pt x="437" y="1104"/>
                </a:lnTo>
                <a:close/>
                <a:moveTo>
                  <a:pt x="387" y="1257"/>
                </a:moveTo>
                <a:lnTo>
                  <a:pt x="387" y="1257"/>
                </a:lnTo>
                <a:lnTo>
                  <a:pt x="381" y="1257"/>
                </a:lnTo>
                <a:lnTo>
                  <a:pt x="376" y="1258"/>
                </a:lnTo>
                <a:lnTo>
                  <a:pt x="372" y="1261"/>
                </a:lnTo>
                <a:lnTo>
                  <a:pt x="367" y="1264"/>
                </a:lnTo>
                <a:lnTo>
                  <a:pt x="365" y="1269"/>
                </a:lnTo>
                <a:lnTo>
                  <a:pt x="361" y="1273"/>
                </a:lnTo>
                <a:lnTo>
                  <a:pt x="360" y="1278"/>
                </a:lnTo>
                <a:lnTo>
                  <a:pt x="360" y="1284"/>
                </a:lnTo>
                <a:lnTo>
                  <a:pt x="360" y="1284"/>
                </a:lnTo>
                <a:lnTo>
                  <a:pt x="360" y="1289"/>
                </a:lnTo>
                <a:lnTo>
                  <a:pt x="361" y="1295"/>
                </a:lnTo>
                <a:lnTo>
                  <a:pt x="365" y="1299"/>
                </a:lnTo>
                <a:lnTo>
                  <a:pt x="367" y="1303"/>
                </a:lnTo>
                <a:lnTo>
                  <a:pt x="372" y="1306"/>
                </a:lnTo>
                <a:lnTo>
                  <a:pt x="376" y="1309"/>
                </a:lnTo>
                <a:lnTo>
                  <a:pt x="381" y="1310"/>
                </a:lnTo>
                <a:lnTo>
                  <a:pt x="387" y="1311"/>
                </a:lnTo>
                <a:lnTo>
                  <a:pt x="387" y="1311"/>
                </a:lnTo>
                <a:lnTo>
                  <a:pt x="392" y="1310"/>
                </a:lnTo>
                <a:lnTo>
                  <a:pt x="398" y="1309"/>
                </a:lnTo>
                <a:lnTo>
                  <a:pt x="402" y="1306"/>
                </a:lnTo>
                <a:lnTo>
                  <a:pt x="406" y="1303"/>
                </a:lnTo>
                <a:lnTo>
                  <a:pt x="410" y="1299"/>
                </a:lnTo>
                <a:lnTo>
                  <a:pt x="412" y="1295"/>
                </a:lnTo>
                <a:lnTo>
                  <a:pt x="413" y="1289"/>
                </a:lnTo>
                <a:lnTo>
                  <a:pt x="414" y="1284"/>
                </a:lnTo>
                <a:lnTo>
                  <a:pt x="414" y="1284"/>
                </a:lnTo>
                <a:lnTo>
                  <a:pt x="413" y="1278"/>
                </a:lnTo>
                <a:lnTo>
                  <a:pt x="412" y="1273"/>
                </a:lnTo>
                <a:lnTo>
                  <a:pt x="410" y="1269"/>
                </a:lnTo>
                <a:lnTo>
                  <a:pt x="406" y="1264"/>
                </a:lnTo>
                <a:lnTo>
                  <a:pt x="402" y="1261"/>
                </a:lnTo>
                <a:lnTo>
                  <a:pt x="398" y="1258"/>
                </a:lnTo>
                <a:lnTo>
                  <a:pt x="392" y="1257"/>
                </a:lnTo>
                <a:lnTo>
                  <a:pt x="387" y="1257"/>
                </a:lnTo>
                <a:lnTo>
                  <a:pt x="387" y="1257"/>
                </a:lnTo>
                <a:close/>
                <a:moveTo>
                  <a:pt x="590" y="1154"/>
                </a:moveTo>
                <a:lnTo>
                  <a:pt x="590" y="1154"/>
                </a:lnTo>
                <a:lnTo>
                  <a:pt x="585" y="1154"/>
                </a:lnTo>
                <a:lnTo>
                  <a:pt x="579" y="1155"/>
                </a:lnTo>
                <a:lnTo>
                  <a:pt x="574" y="1159"/>
                </a:lnTo>
                <a:lnTo>
                  <a:pt x="570" y="1162"/>
                </a:lnTo>
                <a:lnTo>
                  <a:pt x="567" y="1166"/>
                </a:lnTo>
                <a:lnTo>
                  <a:pt x="564" y="1170"/>
                </a:lnTo>
                <a:lnTo>
                  <a:pt x="562" y="1176"/>
                </a:lnTo>
                <a:lnTo>
                  <a:pt x="562" y="1181"/>
                </a:lnTo>
                <a:lnTo>
                  <a:pt x="562" y="1181"/>
                </a:lnTo>
                <a:lnTo>
                  <a:pt x="562" y="1187"/>
                </a:lnTo>
                <a:lnTo>
                  <a:pt x="564" y="1193"/>
                </a:lnTo>
                <a:lnTo>
                  <a:pt x="567" y="1198"/>
                </a:lnTo>
                <a:lnTo>
                  <a:pt x="570" y="1201"/>
                </a:lnTo>
                <a:lnTo>
                  <a:pt x="574" y="1205"/>
                </a:lnTo>
                <a:lnTo>
                  <a:pt x="579" y="1207"/>
                </a:lnTo>
                <a:lnTo>
                  <a:pt x="585" y="1209"/>
                </a:lnTo>
                <a:lnTo>
                  <a:pt x="590" y="1209"/>
                </a:lnTo>
                <a:lnTo>
                  <a:pt x="590" y="1209"/>
                </a:lnTo>
                <a:lnTo>
                  <a:pt x="595" y="1209"/>
                </a:lnTo>
                <a:lnTo>
                  <a:pt x="601" y="1207"/>
                </a:lnTo>
                <a:lnTo>
                  <a:pt x="606" y="1205"/>
                </a:lnTo>
                <a:lnTo>
                  <a:pt x="609" y="1201"/>
                </a:lnTo>
                <a:lnTo>
                  <a:pt x="613" y="1198"/>
                </a:lnTo>
                <a:lnTo>
                  <a:pt x="615" y="1193"/>
                </a:lnTo>
                <a:lnTo>
                  <a:pt x="618" y="1187"/>
                </a:lnTo>
                <a:lnTo>
                  <a:pt x="618" y="1181"/>
                </a:lnTo>
                <a:lnTo>
                  <a:pt x="618" y="1181"/>
                </a:lnTo>
                <a:lnTo>
                  <a:pt x="618" y="1176"/>
                </a:lnTo>
                <a:lnTo>
                  <a:pt x="615" y="1170"/>
                </a:lnTo>
                <a:lnTo>
                  <a:pt x="613" y="1166"/>
                </a:lnTo>
                <a:lnTo>
                  <a:pt x="609" y="1162"/>
                </a:lnTo>
                <a:lnTo>
                  <a:pt x="606" y="1159"/>
                </a:lnTo>
                <a:lnTo>
                  <a:pt x="601" y="1155"/>
                </a:lnTo>
                <a:lnTo>
                  <a:pt x="595" y="1154"/>
                </a:lnTo>
                <a:lnTo>
                  <a:pt x="590" y="1154"/>
                </a:lnTo>
                <a:lnTo>
                  <a:pt x="590" y="1154"/>
                </a:lnTo>
                <a:close/>
                <a:moveTo>
                  <a:pt x="437" y="1464"/>
                </a:moveTo>
                <a:lnTo>
                  <a:pt x="437" y="1464"/>
                </a:lnTo>
                <a:lnTo>
                  <a:pt x="432" y="1464"/>
                </a:lnTo>
                <a:lnTo>
                  <a:pt x="427" y="1466"/>
                </a:lnTo>
                <a:lnTo>
                  <a:pt x="424" y="1467"/>
                </a:lnTo>
                <a:lnTo>
                  <a:pt x="420" y="1471"/>
                </a:lnTo>
                <a:lnTo>
                  <a:pt x="417" y="1474"/>
                </a:lnTo>
                <a:lnTo>
                  <a:pt x="414" y="1479"/>
                </a:lnTo>
                <a:lnTo>
                  <a:pt x="413" y="1484"/>
                </a:lnTo>
                <a:lnTo>
                  <a:pt x="412" y="1489"/>
                </a:lnTo>
                <a:lnTo>
                  <a:pt x="412" y="1489"/>
                </a:lnTo>
                <a:lnTo>
                  <a:pt x="413" y="1493"/>
                </a:lnTo>
                <a:lnTo>
                  <a:pt x="414" y="1498"/>
                </a:lnTo>
                <a:lnTo>
                  <a:pt x="417" y="1503"/>
                </a:lnTo>
                <a:lnTo>
                  <a:pt x="420" y="1506"/>
                </a:lnTo>
                <a:lnTo>
                  <a:pt x="424" y="1509"/>
                </a:lnTo>
                <a:lnTo>
                  <a:pt x="427" y="1511"/>
                </a:lnTo>
                <a:lnTo>
                  <a:pt x="432" y="1513"/>
                </a:lnTo>
                <a:lnTo>
                  <a:pt x="437" y="1513"/>
                </a:lnTo>
                <a:lnTo>
                  <a:pt x="437" y="1513"/>
                </a:lnTo>
                <a:lnTo>
                  <a:pt x="443" y="1513"/>
                </a:lnTo>
                <a:lnTo>
                  <a:pt x="447" y="1511"/>
                </a:lnTo>
                <a:lnTo>
                  <a:pt x="451" y="1509"/>
                </a:lnTo>
                <a:lnTo>
                  <a:pt x="454" y="1506"/>
                </a:lnTo>
                <a:lnTo>
                  <a:pt x="458" y="1503"/>
                </a:lnTo>
                <a:lnTo>
                  <a:pt x="460" y="1498"/>
                </a:lnTo>
                <a:lnTo>
                  <a:pt x="462" y="1493"/>
                </a:lnTo>
                <a:lnTo>
                  <a:pt x="463" y="1489"/>
                </a:lnTo>
                <a:lnTo>
                  <a:pt x="463" y="1489"/>
                </a:lnTo>
                <a:lnTo>
                  <a:pt x="462" y="1484"/>
                </a:lnTo>
                <a:lnTo>
                  <a:pt x="460" y="1479"/>
                </a:lnTo>
                <a:lnTo>
                  <a:pt x="458" y="1474"/>
                </a:lnTo>
                <a:lnTo>
                  <a:pt x="454" y="1471"/>
                </a:lnTo>
                <a:lnTo>
                  <a:pt x="451" y="1467"/>
                </a:lnTo>
                <a:lnTo>
                  <a:pt x="447" y="1466"/>
                </a:lnTo>
                <a:lnTo>
                  <a:pt x="443" y="1464"/>
                </a:lnTo>
                <a:lnTo>
                  <a:pt x="437" y="1464"/>
                </a:lnTo>
                <a:lnTo>
                  <a:pt x="437" y="1464"/>
                </a:lnTo>
                <a:close/>
                <a:moveTo>
                  <a:pt x="1052" y="1102"/>
                </a:moveTo>
                <a:lnTo>
                  <a:pt x="1052" y="1102"/>
                </a:lnTo>
                <a:lnTo>
                  <a:pt x="1047" y="1103"/>
                </a:lnTo>
                <a:lnTo>
                  <a:pt x="1041" y="1104"/>
                </a:lnTo>
                <a:lnTo>
                  <a:pt x="1036" y="1107"/>
                </a:lnTo>
                <a:lnTo>
                  <a:pt x="1033" y="1110"/>
                </a:lnTo>
                <a:lnTo>
                  <a:pt x="1029" y="1114"/>
                </a:lnTo>
                <a:lnTo>
                  <a:pt x="1027" y="1118"/>
                </a:lnTo>
                <a:lnTo>
                  <a:pt x="1026" y="1124"/>
                </a:lnTo>
                <a:lnTo>
                  <a:pt x="1024" y="1129"/>
                </a:lnTo>
                <a:lnTo>
                  <a:pt x="1024" y="1129"/>
                </a:lnTo>
                <a:lnTo>
                  <a:pt x="1026" y="1135"/>
                </a:lnTo>
                <a:lnTo>
                  <a:pt x="1027" y="1140"/>
                </a:lnTo>
                <a:lnTo>
                  <a:pt x="1029" y="1144"/>
                </a:lnTo>
                <a:lnTo>
                  <a:pt x="1033" y="1149"/>
                </a:lnTo>
                <a:lnTo>
                  <a:pt x="1036" y="1151"/>
                </a:lnTo>
                <a:lnTo>
                  <a:pt x="1041" y="1155"/>
                </a:lnTo>
                <a:lnTo>
                  <a:pt x="1047" y="1156"/>
                </a:lnTo>
                <a:lnTo>
                  <a:pt x="1052" y="1156"/>
                </a:lnTo>
                <a:lnTo>
                  <a:pt x="1052" y="1156"/>
                </a:lnTo>
                <a:lnTo>
                  <a:pt x="1058" y="1156"/>
                </a:lnTo>
                <a:lnTo>
                  <a:pt x="1062" y="1155"/>
                </a:lnTo>
                <a:lnTo>
                  <a:pt x="1067" y="1151"/>
                </a:lnTo>
                <a:lnTo>
                  <a:pt x="1072" y="1149"/>
                </a:lnTo>
                <a:lnTo>
                  <a:pt x="1074" y="1144"/>
                </a:lnTo>
                <a:lnTo>
                  <a:pt x="1077" y="1140"/>
                </a:lnTo>
                <a:lnTo>
                  <a:pt x="1079" y="1135"/>
                </a:lnTo>
                <a:lnTo>
                  <a:pt x="1079" y="1129"/>
                </a:lnTo>
                <a:lnTo>
                  <a:pt x="1079" y="1129"/>
                </a:lnTo>
                <a:lnTo>
                  <a:pt x="1079" y="1124"/>
                </a:lnTo>
                <a:lnTo>
                  <a:pt x="1077" y="1118"/>
                </a:lnTo>
                <a:lnTo>
                  <a:pt x="1074" y="1114"/>
                </a:lnTo>
                <a:lnTo>
                  <a:pt x="1072" y="1110"/>
                </a:lnTo>
                <a:lnTo>
                  <a:pt x="1067" y="1107"/>
                </a:lnTo>
                <a:lnTo>
                  <a:pt x="1062" y="1104"/>
                </a:lnTo>
                <a:lnTo>
                  <a:pt x="1058" y="1103"/>
                </a:lnTo>
                <a:lnTo>
                  <a:pt x="1052" y="1102"/>
                </a:lnTo>
                <a:lnTo>
                  <a:pt x="1052" y="1102"/>
                </a:lnTo>
                <a:close/>
                <a:moveTo>
                  <a:pt x="1155" y="1205"/>
                </a:moveTo>
                <a:lnTo>
                  <a:pt x="1155" y="1205"/>
                </a:lnTo>
                <a:lnTo>
                  <a:pt x="1150" y="1206"/>
                </a:lnTo>
                <a:lnTo>
                  <a:pt x="1144" y="1207"/>
                </a:lnTo>
                <a:lnTo>
                  <a:pt x="1139" y="1209"/>
                </a:lnTo>
                <a:lnTo>
                  <a:pt x="1136" y="1213"/>
                </a:lnTo>
                <a:lnTo>
                  <a:pt x="1132" y="1217"/>
                </a:lnTo>
                <a:lnTo>
                  <a:pt x="1130" y="1221"/>
                </a:lnTo>
                <a:lnTo>
                  <a:pt x="1129" y="1227"/>
                </a:lnTo>
                <a:lnTo>
                  <a:pt x="1127" y="1232"/>
                </a:lnTo>
                <a:lnTo>
                  <a:pt x="1127" y="1232"/>
                </a:lnTo>
                <a:lnTo>
                  <a:pt x="1129" y="1238"/>
                </a:lnTo>
                <a:lnTo>
                  <a:pt x="1130" y="1243"/>
                </a:lnTo>
                <a:lnTo>
                  <a:pt x="1132" y="1247"/>
                </a:lnTo>
                <a:lnTo>
                  <a:pt x="1136" y="1252"/>
                </a:lnTo>
                <a:lnTo>
                  <a:pt x="1139" y="1254"/>
                </a:lnTo>
                <a:lnTo>
                  <a:pt x="1144" y="1257"/>
                </a:lnTo>
                <a:lnTo>
                  <a:pt x="1150" y="1259"/>
                </a:lnTo>
                <a:lnTo>
                  <a:pt x="1155" y="1259"/>
                </a:lnTo>
                <a:lnTo>
                  <a:pt x="1155" y="1259"/>
                </a:lnTo>
                <a:lnTo>
                  <a:pt x="1160" y="1259"/>
                </a:lnTo>
                <a:lnTo>
                  <a:pt x="1165" y="1257"/>
                </a:lnTo>
                <a:lnTo>
                  <a:pt x="1170" y="1254"/>
                </a:lnTo>
                <a:lnTo>
                  <a:pt x="1174" y="1252"/>
                </a:lnTo>
                <a:lnTo>
                  <a:pt x="1177" y="1247"/>
                </a:lnTo>
                <a:lnTo>
                  <a:pt x="1179" y="1243"/>
                </a:lnTo>
                <a:lnTo>
                  <a:pt x="1182" y="1238"/>
                </a:lnTo>
                <a:lnTo>
                  <a:pt x="1182" y="1232"/>
                </a:lnTo>
                <a:lnTo>
                  <a:pt x="1182" y="1232"/>
                </a:lnTo>
                <a:lnTo>
                  <a:pt x="1182" y="1227"/>
                </a:lnTo>
                <a:lnTo>
                  <a:pt x="1179" y="1221"/>
                </a:lnTo>
                <a:lnTo>
                  <a:pt x="1177" y="1217"/>
                </a:lnTo>
                <a:lnTo>
                  <a:pt x="1174" y="1213"/>
                </a:lnTo>
                <a:lnTo>
                  <a:pt x="1170" y="1209"/>
                </a:lnTo>
                <a:lnTo>
                  <a:pt x="1165" y="1207"/>
                </a:lnTo>
                <a:lnTo>
                  <a:pt x="1160" y="1206"/>
                </a:lnTo>
                <a:lnTo>
                  <a:pt x="1155" y="1205"/>
                </a:lnTo>
                <a:lnTo>
                  <a:pt x="1155" y="1205"/>
                </a:lnTo>
                <a:close/>
                <a:moveTo>
                  <a:pt x="950" y="1309"/>
                </a:moveTo>
                <a:lnTo>
                  <a:pt x="950" y="1309"/>
                </a:lnTo>
                <a:lnTo>
                  <a:pt x="944" y="1310"/>
                </a:lnTo>
                <a:lnTo>
                  <a:pt x="939" y="1311"/>
                </a:lnTo>
                <a:lnTo>
                  <a:pt x="935" y="1314"/>
                </a:lnTo>
                <a:lnTo>
                  <a:pt x="931" y="1317"/>
                </a:lnTo>
                <a:lnTo>
                  <a:pt x="928" y="1321"/>
                </a:lnTo>
                <a:lnTo>
                  <a:pt x="925" y="1325"/>
                </a:lnTo>
                <a:lnTo>
                  <a:pt x="924" y="1330"/>
                </a:lnTo>
                <a:lnTo>
                  <a:pt x="923" y="1336"/>
                </a:lnTo>
                <a:lnTo>
                  <a:pt x="923" y="1336"/>
                </a:lnTo>
                <a:lnTo>
                  <a:pt x="924" y="1341"/>
                </a:lnTo>
                <a:lnTo>
                  <a:pt x="925" y="1347"/>
                </a:lnTo>
                <a:lnTo>
                  <a:pt x="928" y="1350"/>
                </a:lnTo>
                <a:lnTo>
                  <a:pt x="931" y="1355"/>
                </a:lnTo>
                <a:lnTo>
                  <a:pt x="935" y="1357"/>
                </a:lnTo>
                <a:lnTo>
                  <a:pt x="939" y="1361"/>
                </a:lnTo>
                <a:lnTo>
                  <a:pt x="944" y="1362"/>
                </a:lnTo>
                <a:lnTo>
                  <a:pt x="950" y="1362"/>
                </a:lnTo>
                <a:lnTo>
                  <a:pt x="950" y="1362"/>
                </a:lnTo>
                <a:lnTo>
                  <a:pt x="955" y="1362"/>
                </a:lnTo>
                <a:lnTo>
                  <a:pt x="961" y="1361"/>
                </a:lnTo>
                <a:lnTo>
                  <a:pt x="964" y="1357"/>
                </a:lnTo>
                <a:lnTo>
                  <a:pt x="969" y="1355"/>
                </a:lnTo>
                <a:lnTo>
                  <a:pt x="972" y="1350"/>
                </a:lnTo>
                <a:lnTo>
                  <a:pt x="975" y="1347"/>
                </a:lnTo>
                <a:lnTo>
                  <a:pt x="976" y="1341"/>
                </a:lnTo>
                <a:lnTo>
                  <a:pt x="976" y="1336"/>
                </a:lnTo>
                <a:lnTo>
                  <a:pt x="976" y="1336"/>
                </a:lnTo>
                <a:lnTo>
                  <a:pt x="976" y="1330"/>
                </a:lnTo>
                <a:lnTo>
                  <a:pt x="975" y="1325"/>
                </a:lnTo>
                <a:lnTo>
                  <a:pt x="972" y="1321"/>
                </a:lnTo>
                <a:lnTo>
                  <a:pt x="969" y="1317"/>
                </a:lnTo>
                <a:lnTo>
                  <a:pt x="964" y="1314"/>
                </a:lnTo>
                <a:lnTo>
                  <a:pt x="961" y="1311"/>
                </a:lnTo>
                <a:lnTo>
                  <a:pt x="955" y="1310"/>
                </a:lnTo>
                <a:lnTo>
                  <a:pt x="950" y="1309"/>
                </a:lnTo>
                <a:lnTo>
                  <a:pt x="950" y="1309"/>
                </a:lnTo>
                <a:close/>
                <a:moveTo>
                  <a:pt x="744" y="1361"/>
                </a:moveTo>
                <a:lnTo>
                  <a:pt x="744" y="1361"/>
                </a:lnTo>
                <a:lnTo>
                  <a:pt x="739" y="1361"/>
                </a:lnTo>
                <a:lnTo>
                  <a:pt x="735" y="1363"/>
                </a:lnTo>
                <a:lnTo>
                  <a:pt x="730" y="1366"/>
                </a:lnTo>
                <a:lnTo>
                  <a:pt x="726" y="1368"/>
                </a:lnTo>
                <a:lnTo>
                  <a:pt x="724" y="1371"/>
                </a:lnTo>
                <a:lnTo>
                  <a:pt x="722" y="1376"/>
                </a:lnTo>
                <a:lnTo>
                  <a:pt x="719" y="1381"/>
                </a:lnTo>
                <a:lnTo>
                  <a:pt x="719" y="1386"/>
                </a:lnTo>
                <a:lnTo>
                  <a:pt x="719" y="1386"/>
                </a:lnTo>
                <a:lnTo>
                  <a:pt x="719" y="1390"/>
                </a:lnTo>
                <a:lnTo>
                  <a:pt x="722" y="1395"/>
                </a:lnTo>
                <a:lnTo>
                  <a:pt x="724" y="1400"/>
                </a:lnTo>
                <a:lnTo>
                  <a:pt x="726" y="1403"/>
                </a:lnTo>
                <a:lnTo>
                  <a:pt x="730" y="1406"/>
                </a:lnTo>
                <a:lnTo>
                  <a:pt x="735" y="1408"/>
                </a:lnTo>
                <a:lnTo>
                  <a:pt x="739" y="1410"/>
                </a:lnTo>
                <a:lnTo>
                  <a:pt x="744" y="1410"/>
                </a:lnTo>
                <a:lnTo>
                  <a:pt x="744" y="1410"/>
                </a:lnTo>
                <a:lnTo>
                  <a:pt x="749" y="1410"/>
                </a:lnTo>
                <a:lnTo>
                  <a:pt x="754" y="1408"/>
                </a:lnTo>
                <a:lnTo>
                  <a:pt x="758" y="1406"/>
                </a:lnTo>
                <a:lnTo>
                  <a:pt x="762" y="1403"/>
                </a:lnTo>
                <a:lnTo>
                  <a:pt x="764" y="1400"/>
                </a:lnTo>
                <a:lnTo>
                  <a:pt x="767" y="1395"/>
                </a:lnTo>
                <a:lnTo>
                  <a:pt x="769" y="1390"/>
                </a:lnTo>
                <a:lnTo>
                  <a:pt x="769" y="1386"/>
                </a:lnTo>
                <a:lnTo>
                  <a:pt x="769" y="1386"/>
                </a:lnTo>
                <a:lnTo>
                  <a:pt x="769" y="1381"/>
                </a:lnTo>
                <a:lnTo>
                  <a:pt x="767" y="1376"/>
                </a:lnTo>
                <a:lnTo>
                  <a:pt x="764" y="1371"/>
                </a:lnTo>
                <a:lnTo>
                  <a:pt x="762" y="1368"/>
                </a:lnTo>
                <a:lnTo>
                  <a:pt x="758" y="1366"/>
                </a:lnTo>
                <a:lnTo>
                  <a:pt x="754" y="1363"/>
                </a:lnTo>
                <a:lnTo>
                  <a:pt x="749" y="1361"/>
                </a:lnTo>
                <a:lnTo>
                  <a:pt x="744" y="1361"/>
                </a:lnTo>
                <a:lnTo>
                  <a:pt x="744" y="13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Text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Styling 3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Create / Write</a:t>
            </a: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Traffic Light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Expose</a:t>
            </a: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Glass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Wine Glass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Plate /</a:t>
            </a:r>
            <a:r>
              <a:rPr lang="ja-JP" altLang="en-US" sz="900" dirty="0">
                <a:solidFill>
                  <a:schemeClr val="tx2"/>
                </a:solidFill>
                <a:latin typeface="Verdana" pitchFamily="34" charset="0"/>
                <a:ea typeface="メイリオ" pitchFamily="50" charset="-128"/>
                <a:cs typeface="Verdana" pitchFamily="34" charset="0"/>
              </a:rPr>
              <a:t>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Diner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Key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Key 2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Table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Chair</a:t>
            </a:r>
          </a:p>
        </p:txBody>
      </p:sp>
      <p:sp>
        <p:nvSpPr>
          <p:cNvPr id="45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Access Denied Sign</a:t>
            </a:r>
          </a:p>
        </p:txBody>
      </p:sp>
      <p:sp>
        <p:nvSpPr>
          <p:cNvPr id="46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- Lightning w/ Rain</a:t>
            </a:r>
          </a:p>
        </p:txBody>
      </p:sp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- Lightning</a:t>
            </a:r>
          </a:p>
        </p:txBody>
      </p:sp>
      <p:sp>
        <p:nvSpPr>
          <p:cNvPr id="48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– Rain w/ Shining Sun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6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Misc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#7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3" name="Freeform 13"/>
          <p:cNvSpPr>
            <a:spLocks noChangeAspect="1" noEditPoints="1"/>
          </p:cNvSpPr>
          <p:nvPr/>
        </p:nvSpPr>
        <p:spPr bwMode="auto">
          <a:xfrm>
            <a:off x="1100692" y="1196752"/>
            <a:ext cx="1080000" cy="1165567"/>
          </a:xfrm>
          <a:custGeom>
            <a:avLst/>
            <a:gdLst>
              <a:gd name="T0" fmla="*/ 864 w 1401"/>
              <a:gd name="T1" fmla="*/ 376 h 1513"/>
              <a:gd name="T2" fmla="*/ 753 w 1401"/>
              <a:gd name="T3" fmla="*/ 211 h 1513"/>
              <a:gd name="T4" fmla="*/ 481 w 1401"/>
              <a:gd name="T5" fmla="*/ 189 h 1513"/>
              <a:gd name="T6" fmla="*/ 285 w 1401"/>
              <a:gd name="T7" fmla="*/ 406 h 1513"/>
              <a:gd name="T8" fmla="*/ 239 w 1401"/>
              <a:gd name="T9" fmla="*/ 337 h 1513"/>
              <a:gd name="T10" fmla="*/ 76 w 1401"/>
              <a:gd name="T11" fmla="*/ 408 h 1513"/>
              <a:gd name="T12" fmla="*/ 2 w 1401"/>
              <a:gd name="T13" fmla="*/ 657 h 1513"/>
              <a:gd name="T14" fmla="*/ 213 w 1401"/>
              <a:gd name="T15" fmla="*/ 888 h 1513"/>
              <a:gd name="T16" fmla="*/ 999 w 1401"/>
              <a:gd name="T17" fmla="*/ 879 h 1513"/>
              <a:gd name="T18" fmla="*/ 1177 w 1401"/>
              <a:gd name="T19" fmla="*/ 759 h 1513"/>
              <a:gd name="T20" fmla="*/ 1225 w 1401"/>
              <a:gd name="T21" fmla="*/ 473 h 1513"/>
              <a:gd name="T22" fmla="*/ 1145 w 1401"/>
              <a:gd name="T23" fmla="*/ 344 h 1513"/>
              <a:gd name="T24" fmla="*/ 987 w 1401"/>
              <a:gd name="T25" fmla="*/ 5 h 1513"/>
              <a:gd name="T26" fmla="*/ 760 w 1401"/>
              <a:gd name="T27" fmla="*/ 162 h 1513"/>
              <a:gd name="T28" fmla="*/ 900 w 1401"/>
              <a:gd name="T29" fmla="*/ 273 h 1513"/>
              <a:gd name="T30" fmla="*/ 1074 w 1401"/>
              <a:gd name="T31" fmla="*/ 235 h 1513"/>
              <a:gd name="T32" fmla="*/ 1225 w 1401"/>
              <a:gd name="T33" fmla="*/ 326 h 1513"/>
              <a:gd name="T34" fmla="*/ 1327 w 1401"/>
              <a:gd name="T35" fmla="*/ 557 h 1513"/>
              <a:gd name="T36" fmla="*/ 1401 w 1401"/>
              <a:gd name="T37" fmla="*/ 341 h 1513"/>
              <a:gd name="T38" fmla="*/ 1342 w 1401"/>
              <a:gd name="T39" fmla="*/ 149 h 1513"/>
              <a:gd name="T40" fmla="*/ 1174 w 1401"/>
              <a:gd name="T41" fmla="*/ 20 h 1513"/>
              <a:gd name="T42" fmla="*/ 122 w 1401"/>
              <a:gd name="T43" fmla="*/ 1018 h 1513"/>
              <a:gd name="T44" fmla="*/ 131 w 1401"/>
              <a:gd name="T45" fmla="*/ 1067 h 1513"/>
              <a:gd name="T46" fmla="*/ 162 w 1401"/>
              <a:gd name="T47" fmla="*/ 1030 h 1513"/>
              <a:gd name="T48" fmla="*/ 849 w 1401"/>
              <a:gd name="T49" fmla="*/ 1075 h 1513"/>
              <a:gd name="T50" fmla="*/ 869 w 1401"/>
              <a:gd name="T51" fmla="*/ 1124 h 1513"/>
              <a:gd name="T52" fmla="*/ 893 w 1401"/>
              <a:gd name="T53" fmla="*/ 1079 h 1513"/>
              <a:gd name="T54" fmla="*/ 61 w 1401"/>
              <a:gd name="T55" fmla="*/ 1192 h 1513"/>
              <a:gd name="T56" fmla="*/ 84 w 1401"/>
              <a:gd name="T57" fmla="*/ 1234 h 1513"/>
              <a:gd name="T58" fmla="*/ 103 w 1401"/>
              <a:gd name="T59" fmla="*/ 1188 h 1513"/>
              <a:gd name="T60" fmla="*/ 167 w 1401"/>
              <a:gd name="T61" fmla="*/ 1364 h 1513"/>
              <a:gd name="T62" fmla="*/ 201 w 1401"/>
              <a:gd name="T63" fmla="*/ 1407 h 1513"/>
              <a:gd name="T64" fmla="*/ 213 w 1401"/>
              <a:gd name="T65" fmla="*/ 1351 h 1513"/>
              <a:gd name="T66" fmla="*/ 443 w 1401"/>
              <a:gd name="T67" fmla="*/ 1044 h 1513"/>
              <a:gd name="T68" fmla="*/ 404 w 1401"/>
              <a:gd name="T69" fmla="*/ 1012 h 1513"/>
              <a:gd name="T70" fmla="*/ 404 w 1401"/>
              <a:gd name="T71" fmla="*/ 1064 h 1513"/>
              <a:gd name="T72" fmla="*/ 333 w 1401"/>
              <a:gd name="T73" fmla="*/ 1261 h 1513"/>
              <a:gd name="T74" fmla="*/ 381 w 1401"/>
              <a:gd name="T75" fmla="*/ 1286 h 1513"/>
              <a:gd name="T76" fmla="*/ 370 w 1401"/>
              <a:gd name="T77" fmla="*/ 1233 h 1513"/>
              <a:gd name="T78" fmla="*/ 557 w 1401"/>
              <a:gd name="T79" fmla="*/ 1095 h 1513"/>
              <a:gd name="T80" fmla="*/ 610 w 1401"/>
              <a:gd name="T81" fmla="*/ 1117 h 1513"/>
              <a:gd name="T82" fmla="*/ 588 w 1401"/>
              <a:gd name="T83" fmla="*/ 1064 h 1513"/>
              <a:gd name="T84" fmla="*/ 501 w 1401"/>
              <a:gd name="T85" fmla="*/ 1212 h 1513"/>
              <a:gd name="T86" fmla="*/ 559 w 1401"/>
              <a:gd name="T87" fmla="*/ 1222 h 1513"/>
              <a:gd name="T88" fmla="*/ 533 w 1401"/>
              <a:gd name="T89" fmla="*/ 1174 h 1513"/>
              <a:gd name="T90" fmla="*/ 395 w 1401"/>
              <a:gd name="T91" fmla="*/ 1497 h 1513"/>
              <a:gd name="T92" fmla="*/ 446 w 1401"/>
              <a:gd name="T93" fmla="*/ 1497 h 1513"/>
              <a:gd name="T94" fmla="*/ 1093 w 1401"/>
              <a:gd name="T95" fmla="*/ 1008 h 1513"/>
              <a:gd name="T96" fmla="*/ 1068 w 1401"/>
              <a:gd name="T97" fmla="*/ 1054 h 1513"/>
              <a:gd name="T98" fmla="*/ 1122 w 1401"/>
              <a:gd name="T99" fmla="*/ 1044 h 1513"/>
              <a:gd name="T100" fmla="*/ 1205 w 1401"/>
              <a:gd name="T101" fmla="*/ 1120 h 1513"/>
              <a:gd name="T102" fmla="*/ 1184 w 1401"/>
              <a:gd name="T103" fmla="*/ 1170 h 1513"/>
              <a:gd name="T104" fmla="*/ 1234 w 1401"/>
              <a:gd name="T105" fmla="*/ 1150 h 1513"/>
              <a:gd name="T106" fmla="*/ 973 w 1401"/>
              <a:gd name="T107" fmla="*/ 1290 h 1513"/>
              <a:gd name="T108" fmla="*/ 962 w 1401"/>
              <a:gd name="T109" fmla="*/ 1342 h 1513"/>
              <a:gd name="T110" fmla="*/ 1007 w 1401"/>
              <a:gd name="T111" fmla="*/ 1318 h 1513"/>
              <a:gd name="T112" fmla="*/ 744 w 1401"/>
              <a:gd name="T113" fmla="*/ 1349 h 1513"/>
              <a:gd name="T114" fmla="*/ 744 w 1401"/>
              <a:gd name="T115" fmla="*/ 1399 h 1513"/>
              <a:gd name="T116" fmla="*/ 782 w 1401"/>
              <a:gd name="T117" fmla="*/ 1368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01" h="1513">
                <a:moveTo>
                  <a:pt x="990" y="314"/>
                </a:moveTo>
                <a:lnTo>
                  <a:pt x="990" y="314"/>
                </a:lnTo>
                <a:lnTo>
                  <a:pt x="964" y="318"/>
                </a:lnTo>
                <a:lnTo>
                  <a:pt x="951" y="321"/>
                </a:lnTo>
                <a:lnTo>
                  <a:pt x="939" y="325"/>
                </a:lnTo>
                <a:lnTo>
                  <a:pt x="927" y="331"/>
                </a:lnTo>
                <a:lnTo>
                  <a:pt x="915" y="339"/>
                </a:lnTo>
                <a:lnTo>
                  <a:pt x="903" y="351"/>
                </a:lnTo>
                <a:lnTo>
                  <a:pt x="893" y="365"/>
                </a:lnTo>
                <a:lnTo>
                  <a:pt x="867" y="405"/>
                </a:lnTo>
                <a:lnTo>
                  <a:pt x="867" y="405"/>
                </a:lnTo>
                <a:lnTo>
                  <a:pt x="866" y="390"/>
                </a:lnTo>
                <a:lnTo>
                  <a:pt x="864" y="376"/>
                </a:lnTo>
                <a:lnTo>
                  <a:pt x="862" y="361"/>
                </a:lnTo>
                <a:lnTo>
                  <a:pt x="858" y="348"/>
                </a:lnTo>
                <a:lnTo>
                  <a:pt x="855" y="335"/>
                </a:lnTo>
                <a:lnTo>
                  <a:pt x="850" y="322"/>
                </a:lnTo>
                <a:lnTo>
                  <a:pt x="845" y="311"/>
                </a:lnTo>
                <a:lnTo>
                  <a:pt x="840" y="299"/>
                </a:lnTo>
                <a:lnTo>
                  <a:pt x="832" y="288"/>
                </a:lnTo>
                <a:lnTo>
                  <a:pt x="825" y="277"/>
                </a:lnTo>
                <a:lnTo>
                  <a:pt x="818" y="268"/>
                </a:lnTo>
                <a:lnTo>
                  <a:pt x="810" y="259"/>
                </a:lnTo>
                <a:lnTo>
                  <a:pt x="792" y="241"/>
                </a:lnTo>
                <a:lnTo>
                  <a:pt x="773" y="225"/>
                </a:lnTo>
                <a:lnTo>
                  <a:pt x="753" y="211"/>
                </a:lnTo>
                <a:lnTo>
                  <a:pt x="731" y="199"/>
                </a:lnTo>
                <a:lnTo>
                  <a:pt x="708" y="190"/>
                </a:lnTo>
                <a:lnTo>
                  <a:pt x="686" y="182"/>
                </a:lnTo>
                <a:lnTo>
                  <a:pt x="662" y="176"/>
                </a:lnTo>
                <a:lnTo>
                  <a:pt x="638" y="171"/>
                </a:lnTo>
                <a:lnTo>
                  <a:pt x="615" y="169"/>
                </a:lnTo>
                <a:lnTo>
                  <a:pt x="591" y="167"/>
                </a:lnTo>
                <a:lnTo>
                  <a:pt x="591" y="167"/>
                </a:lnTo>
                <a:lnTo>
                  <a:pt x="569" y="169"/>
                </a:lnTo>
                <a:lnTo>
                  <a:pt x="546" y="171"/>
                </a:lnTo>
                <a:lnTo>
                  <a:pt x="524" y="175"/>
                </a:lnTo>
                <a:lnTo>
                  <a:pt x="502" y="180"/>
                </a:lnTo>
                <a:lnTo>
                  <a:pt x="481" y="189"/>
                </a:lnTo>
                <a:lnTo>
                  <a:pt x="461" y="198"/>
                </a:lnTo>
                <a:lnTo>
                  <a:pt x="441" y="209"/>
                </a:lnTo>
                <a:lnTo>
                  <a:pt x="422" y="223"/>
                </a:lnTo>
                <a:lnTo>
                  <a:pt x="403" y="238"/>
                </a:lnTo>
                <a:lnTo>
                  <a:pt x="385" y="256"/>
                </a:lnTo>
                <a:lnTo>
                  <a:pt x="369" y="275"/>
                </a:lnTo>
                <a:lnTo>
                  <a:pt x="352" y="298"/>
                </a:lnTo>
                <a:lnTo>
                  <a:pt x="336" y="322"/>
                </a:lnTo>
                <a:lnTo>
                  <a:pt x="320" y="350"/>
                </a:lnTo>
                <a:lnTo>
                  <a:pt x="306" y="379"/>
                </a:lnTo>
                <a:lnTo>
                  <a:pt x="293" y="411"/>
                </a:lnTo>
                <a:lnTo>
                  <a:pt x="293" y="411"/>
                </a:lnTo>
                <a:lnTo>
                  <a:pt x="285" y="406"/>
                </a:lnTo>
                <a:lnTo>
                  <a:pt x="277" y="400"/>
                </a:lnTo>
                <a:lnTo>
                  <a:pt x="269" y="392"/>
                </a:lnTo>
                <a:lnTo>
                  <a:pt x="266" y="387"/>
                </a:lnTo>
                <a:lnTo>
                  <a:pt x="264" y="383"/>
                </a:lnTo>
                <a:lnTo>
                  <a:pt x="261" y="376"/>
                </a:lnTo>
                <a:lnTo>
                  <a:pt x="261" y="370"/>
                </a:lnTo>
                <a:lnTo>
                  <a:pt x="261" y="361"/>
                </a:lnTo>
                <a:lnTo>
                  <a:pt x="264" y="354"/>
                </a:lnTo>
                <a:lnTo>
                  <a:pt x="267" y="345"/>
                </a:lnTo>
                <a:lnTo>
                  <a:pt x="272" y="337"/>
                </a:lnTo>
                <a:lnTo>
                  <a:pt x="272" y="337"/>
                </a:lnTo>
                <a:lnTo>
                  <a:pt x="255" y="337"/>
                </a:lnTo>
                <a:lnTo>
                  <a:pt x="239" y="337"/>
                </a:lnTo>
                <a:lnTo>
                  <a:pt x="223" y="339"/>
                </a:lnTo>
                <a:lnTo>
                  <a:pt x="208" y="341"/>
                </a:lnTo>
                <a:lnTo>
                  <a:pt x="193" y="344"/>
                </a:lnTo>
                <a:lnTo>
                  <a:pt x="178" y="347"/>
                </a:lnTo>
                <a:lnTo>
                  <a:pt x="165" y="352"/>
                </a:lnTo>
                <a:lnTo>
                  <a:pt x="152" y="357"/>
                </a:lnTo>
                <a:lnTo>
                  <a:pt x="139" y="363"/>
                </a:lnTo>
                <a:lnTo>
                  <a:pt x="128" y="369"/>
                </a:lnTo>
                <a:lnTo>
                  <a:pt x="116" y="376"/>
                </a:lnTo>
                <a:lnTo>
                  <a:pt x="105" y="383"/>
                </a:lnTo>
                <a:lnTo>
                  <a:pt x="94" y="391"/>
                </a:lnTo>
                <a:lnTo>
                  <a:pt x="85" y="399"/>
                </a:lnTo>
                <a:lnTo>
                  <a:pt x="76" y="408"/>
                </a:lnTo>
                <a:lnTo>
                  <a:pt x="66" y="417"/>
                </a:lnTo>
                <a:lnTo>
                  <a:pt x="51" y="437"/>
                </a:lnTo>
                <a:lnTo>
                  <a:pt x="37" y="458"/>
                </a:lnTo>
                <a:lnTo>
                  <a:pt x="26" y="482"/>
                </a:lnTo>
                <a:lnTo>
                  <a:pt x="16" y="507"/>
                </a:lnTo>
                <a:lnTo>
                  <a:pt x="8" y="532"/>
                </a:lnTo>
                <a:lnTo>
                  <a:pt x="3" y="559"/>
                </a:lnTo>
                <a:lnTo>
                  <a:pt x="0" y="586"/>
                </a:lnTo>
                <a:lnTo>
                  <a:pt x="0" y="615"/>
                </a:lnTo>
                <a:lnTo>
                  <a:pt x="0" y="615"/>
                </a:lnTo>
                <a:lnTo>
                  <a:pt x="0" y="629"/>
                </a:lnTo>
                <a:lnTo>
                  <a:pt x="1" y="643"/>
                </a:lnTo>
                <a:lnTo>
                  <a:pt x="2" y="657"/>
                </a:lnTo>
                <a:lnTo>
                  <a:pt x="5" y="671"/>
                </a:lnTo>
                <a:lnTo>
                  <a:pt x="12" y="697"/>
                </a:lnTo>
                <a:lnTo>
                  <a:pt x="21" y="723"/>
                </a:lnTo>
                <a:lnTo>
                  <a:pt x="33" y="748"/>
                </a:lnTo>
                <a:lnTo>
                  <a:pt x="47" y="772"/>
                </a:lnTo>
                <a:lnTo>
                  <a:pt x="64" y="793"/>
                </a:lnTo>
                <a:lnTo>
                  <a:pt x="83" y="813"/>
                </a:lnTo>
                <a:lnTo>
                  <a:pt x="103" y="832"/>
                </a:lnTo>
                <a:lnTo>
                  <a:pt x="124" y="849"/>
                </a:lnTo>
                <a:lnTo>
                  <a:pt x="148" y="863"/>
                </a:lnTo>
                <a:lnTo>
                  <a:pt x="174" y="875"/>
                </a:lnTo>
                <a:lnTo>
                  <a:pt x="200" y="884"/>
                </a:lnTo>
                <a:lnTo>
                  <a:pt x="213" y="888"/>
                </a:lnTo>
                <a:lnTo>
                  <a:pt x="227" y="891"/>
                </a:lnTo>
                <a:lnTo>
                  <a:pt x="241" y="894"/>
                </a:lnTo>
                <a:lnTo>
                  <a:pt x="256" y="896"/>
                </a:lnTo>
                <a:lnTo>
                  <a:pt x="271" y="897"/>
                </a:lnTo>
                <a:lnTo>
                  <a:pt x="286" y="897"/>
                </a:lnTo>
                <a:lnTo>
                  <a:pt x="873" y="896"/>
                </a:lnTo>
                <a:lnTo>
                  <a:pt x="873" y="896"/>
                </a:lnTo>
                <a:lnTo>
                  <a:pt x="896" y="896"/>
                </a:lnTo>
                <a:lnTo>
                  <a:pt x="918" y="895"/>
                </a:lnTo>
                <a:lnTo>
                  <a:pt x="939" y="892"/>
                </a:lnTo>
                <a:lnTo>
                  <a:pt x="960" y="889"/>
                </a:lnTo>
                <a:lnTo>
                  <a:pt x="979" y="885"/>
                </a:lnTo>
                <a:lnTo>
                  <a:pt x="999" y="879"/>
                </a:lnTo>
                <a:lnTo>
                  <a:pt x="1017" y="875"/>
                </a:lnTo>
                <a:lnTo>
                  <a:pt x="1035" y="868"/>
                </a:lnTo>
                <a:lnTo>
                  <a:pt x="1051" y="861"/>
                </a:lnTo>
                <a:lnTo>
                  <a:pt x="1067" y="853"/>
                </a:lnTo>
                <a:lnTo>
                  <a:pt x="1082" y="845"/>
                </a:lnTo>
                <a:lnTo>
                  <a:pt x="1096" y="836"/>
                </a:lnTo>
                <a:lnTo>
                  <a:pt x="1110" y="826"/>
                </a:lnTo>
                <a:lnTo>
                  <a:pt x="1123" y="816"/>
                </a:lnTo>
                <a:lnTo>
                  <a:pt x="1135" y="805"/>
                </a:lnTo>
                <a:lnTo>
                  <a:pt x="1147" y="794"/>
                </a:lnTo>
                <a:lnTo>
                  <a:pt x="1158" y="782"/>
                </a:lnTo>
                <a:lnTo>
                  <a:pt x="1167" y="771"/>
                </a:lnTo>
                <a:lnTo>
                  <a:pt x="1177" y="759"/>
                </a:lnTo>
                <a:lnTo>
                  <a:pt x="1185" y="746"/>
                </a:lnTo>
                <a:lnTo>
                  <a:pt x="1193" y="733"/>
                </a:lnTo>
                <a:lnTo>
                  <a:pt x="1200" y="720"/>
                </a:lnTo>
                <a:lnTo>
                  <a:pt x="1206" y="707"/>
                </a:lnTo>
                <a:lnTo>
                  <a:pt x="1212" y="694"/>
                </a:lnTo>
                <a:lnTo>
                  <a:pt x="1221" y="665"/>
                </a:lnTo>
                <a:lnTo>
                  <a:pt x="1227" y="638"/>
                </a:lnTo>
                <a:lnTo>
                  <a:pt x="1232" y="610"/>
                </a:lnTo>
                <a:lnTo>
                  <a:pt x="1233" y="583"/>
                </a:lnTo>
                <a:lnTo>
                  <a:pt x="1233" y="583"/>
                </a:lnTo>
                <a:lnTo>
                  <a:pt x="1232" y="541"/>
                </a:lnTo>
                <a:lnTo>
                  <a:pt x="1230" y="505"/>
                </a:lnTo>
                <a:lnTo>
                  <a:pt x="1225" y="473"/>
                </a:lnTo>
                <a:lnTo>
                  <a:pt x="1221" y="457"/>
                </a:lnTo>
                <a:lnTo>
                  <a:pt x="1218" y="443"/>
                </a:lnTo>
                <a:lnTo>
                  <a:pt x="1214" y="430"/>
                </a:lnTo>
                <a:lnTo>
                  <a:pt x="1210" y="418"/>
                </a:lnTo>
                <a:lnTo>
                  <a:pt x="1204" y="406"/>
                </a:lnTo>
                <a:lnTo>
                  <a:pt x="1198" y="397"/>
                </a:lnTo>
                <a:lnTo>
                  <a:pt x="1192" y="386"/>
                </a:lnTo>
                <a:lnTo>
                  <a:pt x="1185" y="378"/>
                </a:lnTo>
                <a:lnTo>
                  <a:pt x="1178" y="370"/>
                </a:lnTo>
                <a:lnTo>
                  <a:pt x="1171" y="361"/>
                </a:lnTo>
                <a:lnTo>
                  <a:pt x="1162" y="356"/>
                </a:lnTo>
                <a:lnTo>
                  <a:pt x="1154" y="348"/>
                </a:lnTo>
                <a:lnTo>
                  <a:pt x="1145" y="344"/>
                </a:lnTo>
                <a:lnTo>
                  <a:pt x="1135" y="338"/>
                </a:lnTo>
                <a:lnTo>
                  <a:pt x="1115" y="329"/>
                </a:lnTo>
                <a:lnTo>
                  <a:pt x="1093" y="324"/>
                </a:lnTo>
                <a:lnTo>
                  <a:pt x="1069" y="319"/>
                </a:lnTo>
                <a:lnTo>
                  <a:pt x="1044" y="315"/>
                </a:lnTo>
                <a:lnTo>
                  <a:pt x="1017" y="314"/>
                </a:lnTo>
                <a:lnTo>
                  <a:pt x="990" y="314"/>
                </a:lnTo>
                <a:lnTo>
                  <a:pt x="990" y="314"/>
                </a:lnTo>
                <a:close/>
                <a:moveTo>
                  <a:pt x="1056" y="0"/>
                </a:moveTo>
                <a:lnTo>
                  <a:pt x="1056" y="0"/>
                </a:lnTo>
                <a:lnTo>
                  <a:pt x="1032" y="1"/>
                </a:lnTo>
                <a:lnTo>
                  <a:pt x="1010" y="2"/>
                </a:lnTo>
                <a:lnTo>
                  <a:pt x="987" y="5"/>
                </a:lnTo>
                <a:lnTo>
                  <a:pt x="965" y="10"/>
                </a:lnTo>
                <a:lnTo>
                  <a:pt x="944" y="17"/>
                </a:lnTo>
                <a:lnTo>
                  <a:pt x="922" y="24"/>
                </a:lnTo>
                <a:lnTo>
                  <a:pt x="902" y="33"/>
                </a:lnTo>
                <a:lnTo>
                  <a:pt x="883" y="43"/>
                </a:lnTo>
                <a:lnTo>
                  <a:pt x="864" y="54"/>
                </a:lnTo>
                <a:lnTo>
                  <a:pt x="847" y="66"/>
                </a:lnTo>
                <a:lnTo>
                  <a:pt x="830" y="80"/>
                </a:lnTo>
                <a:lnTo>
                  <a:pt x="813" y="94"/>
                </a:lnTo>
                <a:lnTo>
                  <a:pt x="799" y="110"/>
                </a:lnTo>
                <a:lnTo>
                  <a:pt x="785" y="125"/>
                </a:lnTo>
                <a:lnTo>
                  <a:pt x="772" y="143"/>
                </a:lnTo>
                <a:lnTo>
                  <a:pt x="760" y="162"/>
                </a:lnTo>
                <a:lnTo>
                  <a:pt x="760" y="162"/>
                </a:lnTo>
                <a:lnTo>
                  <a:pt x="785" y="171"/>
                </a:lnTo>
                <a:lnTo>
                  <a:pt x="808" y="180"/>
                </a:lnTo>
                <a:lnTo>
                  <a:pt x="826" y="191"/>
                </a:lnTo>
                <a:lnTo>
                  <a:pt x="843" y="201"/>
                </a:lnTo>
                <a:lnTo>
                  <a:pt x="856" y="211"/>
                </a:lnTo>
                <a:lnTo>
                  <a:pt x="868" y="221"/>
                </a:lnTo>
                <a:lnTo>
                  <a:pt x="877" y="230"/>
                </a:lnTo>
                <a:lnTo>
                  <a:pt x="884" y="238"/>
                </a:lnTo>
                <a:lnTo>
                  <a:pt x="890" y="247"/>
                </a:lnTo>
                <a:lnTo>
                  <a:pt x="894" y="254"/>
                </a:lnTo>
                <a:lnTo>
                  <a:pt x="899" y="266"/>
                </a:lnTo>
                <a:lnTo>
                  <a:pt x="900" y="273"/>
                </a:lnTo>
                <a:lnTo>
                  <a:pt x="901" y="276"/>
                </a:lnTo>
                <a:lnTo>
                  <a:pt x="901" y="276"/>
                </a:lnTo>
                <a:lnTo>
                  <a:pt x="906" y="272"/>
                </a:lnTo>
                <a:lnTo>
                  <a:pt x="919" y="262"/>
                </a:lnTo>
                <a:lnTo>
                  <a:pt x="929" y="256"/>
                </a:lnTo>
                <a:lnTo>
                  <a:pt x="942" y="249"/>
                </a:lnTo>
                <a:lnTo>
                  <a:pt x="957" y="243"/>
                </a:lnTo>
                <a:lnTo>
                  <a:pt x="973" y="238"/>
                </a:lnTo>
                <a:lnTo>
                  <a:pt x="992" y="234"/>
                </a:lnTo>
                <a:lnTo>
                  <a:pt x="1013" y="231"/>
                </a:lnTo>
                <a:lnTo>
                  <a:pt x="1036" y="231"/>
                </a:lnTo>
                <a:lnTo>
                  <a:pt x="1061" y="233"/>
                </a:lnTo>
                <a:lnTo>
                  <a:pt x="1074" y="235"/>
                </a:lnTo>
                <a:lnTo>
                  <a:pt x="1088" y="238"/>
                </a:lnTo>
                <a:lnTo>
                  <a:pt x="1101" y="242"/>
                </a:lnTo>
                <a:lnTo>
                  <a:pt x="1116" y="247"/>
                </a:lnTo>
                <a:lnTo>
                  <a:pt x="1130" y="251"/>
                </a:lnTo>
                <a:lnTo>
                  <a:pt x="1146" y="259"/>
                </a:lnTo>
                <a:lnTo>
                  <a:pt x="1162" y="266"/>
                </a:lnTo>
                <a:lnTo>
                  <a:pt x="1178" y="275"/>
                </a:lnTo>
                <a:lnTo>
                  <a:pt x="1178" y="275"/>
                </a:lnTo>
                <a:lnTo>
                  <a:pt x="1182" y="279"/>
                </a:lnTo>
                <a:lnTo>
                  <a:pt x="1195" y="290"/>
                </a:lnTo>
                <a:lnTo>
                  <a:pt x="1205" y="300"/>
                </a:lnTo>
                <a:lnTo>
                  <a:pt x="1214" y="312"/>
                </a:lnTo>
                <a:lnTo>
                  <a:pt x="1225" y="326"/>
                </a:lnTo>
                <a:lnTo>
                  <a:pt x="1236" y="343"/>
                </a:lnTo>
                <a:lnTo>
                  <a:pt x="1246" y="363"/>
                </a:lnTo>
                <a:lnTo>
                  <a:pt x="1256" y="385"/>
                </a:lnTo>
                <a:lnTo>
                  <a:pt x="1265" y="411"/>
                </a:lnTo>
                <a:lnTo>
                  <a:pt x="1274" y="441"/>
                </a:lnTo>
                <a:lnTo>
                  <a:pt x="1282" y="474"/>
                </a:lnTo>
                <a:lnTo>
                  <a:pt x="1287" y="510"/>
                </a:lnTo>
                <a:lnTo>
                  <a:pt x="1290" y="551"/>
                </a:lnTo>
                <a:lnTo>
                  <a:pt x="1291" y="594"/>
                </a:lnTo>
                <a:lnTo>
                  <a:pt x="1291" y="594"/>
                </a:lnTo>
                <a:lnTo>
                  <a:pt x="1303" y="583"/>
                </a:lnTo>
                <a:lnTo>
                  <a:pt x="1315" y="570"/>
                </a:lnTo>
                <a:lnTo>
                  <a:pt x="1327" y="557"/>
                </a:lnTo>
                <a:lnTo>
                  <a:pt x="1337" y="542"/>
                </a:lnTo>
                <a:lnTo>
                  <a:pt x="1347" y="528"/>
                </a:lnTo>
                <a:lnTo>
                  <a:pt x="1356" y="513"/>
                </a:lnTo>
                <a:lnTo>
                  <a:pt x="1365" y="497"/>
                </a:lnTo>
                <a:lnTo>
                  <a:pt x="1372" y="482"/>
                </a:lnTo>
                <a:lnTo>
                  <a:pt x="1379" y="466"/>
                </a:lnTo>
                <a:lnTo>
                  <a:pt x="1385" y="449"/>
                </a:lnTo>
                <a:lnTo>
                  <a:pt x="1389" y="431"/>
                </a:lnTo>
                <a:lnTo>
                  <a:pt x="1394" y="413"/>
                </a:lnTo>
                <a:lnTo>
                  <a:pt x="1398" y="396"/>
                </a:lnTo>
                <a:lnTo>
                  <a:pt x="1400" y="378"/>
                </a:lnTo>
                <a:lnTo>
                  <a:pt x="1401" y="359"/>
                </a:lnTo>
                <a:lnTo>
                  <a:pt x="1401" y="341"/>
                </a:lnTo>
                <a:lnTo>
                  <a:pt x="1401" y="341"/>
                </a:lnTo>
                <a:lnTo>
                  <a:pt x="1401" y="324"/>
                </a:lnTo>
                <a:lnTo>
                  <a:pt x="1400" y="306"/>
                </a:lnTo>
                <a:lnTo>
                  <a:pt x="1398" y="288"/>
                </a:lnTo>
                <a:lnTo>
                  <a:pt x="1394" y="272"/>
                </a:lnTo>
                <a:lnTo>
                  <a:pt x="1391" y="255"/>
                </a:lnTo>
                <a:lnTo>
                  <a:pt x="1386" y="238"/>
                </a:lnTo>
                <a:lnTo>
                  <a:pt x="1380" y="223"/>
                </a:lnTo>
                <a:lnTo>
                  <a:pt x="1374" y="206"/>
                </a:lnTo>
                <a:lnTo>
                  <a:pt x="1367" y="192"/>
                </a:lnTo>
                <a:lnTo>
                  <a:pt x="1360" y="177"/>
                </a:lnTo>
                <a:lnTo>
                  <a:pt x="1352" y="163"/>
                </a:lnTo>
                <a:lnTo>
                  <a:pt x="1342" y="149"/>
                </a:lnTo>
                <a:lnTo>
                  <a:pt x="1333" y="136"/>
                </a:lnTo>
                <a:lnTo>
                  <a:pt x="1322" y="123"/>
                </a:lnTo>
                <a:lnTo>
                  <a:pt x="1311" y="111"/>
                </a:lnTo>
                <a:lnTo>
                  <a:pt x="1300" y="99"/>
                </a:lnTo>
                <a:lnTo>
                  <a:pt x="1288" y="87"/>
                </a:lnTo>
                <a:lnTo>
                  <a:pt x="1276" y="76"/>
                </a:lnTo>
                <a:lnTo>
                  <a:pt x="1263" y="67"/>
                </a:lnTo>
                <a:lnTo>
                  <a:pt x="1249" y="57"/>
                </a:lnTo>
                <a:lnTo>
                  <a:pt x="1234" y="48"/>
                </a:lnTo>
                <a:lnTo>
                  <a:pt x="1220" y="40"/>
                </a:lnTo>
                <a:lnTo>
                  <a:pt x="1205" y="33"/>
                </a:lnTo>
                <a:lnTo>
                  <a:pt x="1190" y="26"/>
                </a:lnTo>
                <a:lnTo>
                  <a:pt x="1174" y="20"/>
                </a:lnTo>
                <a:lnTo>
                  <a:pt x="1159" y="15"/>
                </a:lnTo>
                <a:lnTo>
                  <a:pt x="1142" y="10"/>
                </a:lnTo>
                <a:lnTo>
                  <a:pt x="1126" y="7"/>
                </a:lnTo>
                <a:lnTo>
                  <a:pt x="1108" y="3"/>
                </a:lnTo>
                <a:lnTo>
                  <a:pt x="1090" y="1"/>
                </a:lnTo>
                <a:lnTo>
                  <a:pt x="1074" y="0"/>
                </a:lnTo>
                <a:lnTo>
                  <a:pt x="1056" y="0"/>
                </a:lnTo>
                <a:lnTo>
                  <a:pt x="1056" y="0"/>
                </a:lnTo>
                <a:close/>
                <a:moveTo>
                  <a:pt x="137" y="1013"/>
                </a:moveTo>
                <a:lnTo>
                  <a:pt x="137" y="1013"/>
                </a:lnTo>
                <a:lnTo>
                  <a:pt x="131" y="1014"/>
                </a:lnTo>
                <a:lnTo>
                  <a:pt x="126" y="1015"/>
                </a:lnTo>
                <a:lnTo>
                  <a:pt x="122" y="1018"/>
                </a:lnTo>
                <a:lnTo>
                  <a:pt x="118" y="1021"/>
                </a:lnTo>
                <a:lnTo>
                  <a:pt x="115" y="1025"/>
                </a:lnTo>
                <a:lnTo>
                  <a:pt x="112" y="1030"/>
                </a:lnTo>
                <a:lnTo>
                  <a:pt x="111" y="1036"/>
                </a:lnTo>
                <a:lnTo>
                  <a:pt x="110" y="1040"/>
                </a:lnTo>
                <a:lnTo>
                  <a:pt x="110" y="1040"/>
                </a:lnTo>
                <a:lnTo>
                  <a:pt x="111" y="1046"/>
                </a:lnTo>
                <a:lnTo>
                  <a:pt x="112" y="1051"/>
                </a:lnTo>
                <a:lnTo>
                  <a:pt x="115" y="1056"/>
                </a:lnTo>
                <a:lnTo>
                  <a:pt x="118" y="1060"/>
                </a:lnTo>
                <a:lnTo>
                  <a:pt x="122" y="1063"/>
                </a:lnTo>
                <a:lnTo>
                  <a:pt x="126" y="1065"/>
                </a:lnTo>
                <a:lnTo>
                  <a:pt x="131" y="1067"/>
                </a:lnTo>
                <a:lnTo>
                  <a:pt x="137" y="1067"/>
                </a:lnTo>
                <a:lnTo>
                  <a:pt x="137" y="1067"/>
                </a:lnTo>
                <a:lnTo>
                  <a:pt x="143" y="1067"/>
                </a:lnTo>
                <a:lnTo>
                  <a:pt x="148" y="1065"/>
                </a:lnTo>
                <a:lnTo>
                  <a:pt x="152" y="1063"/>
                </a:lnTo>
                <a:lnTo>
                  <a:pt x="156" y="1060"/>
                </a:lnTo>
                <a:lnTo>
                  <a:pt x="159" y="1056"/>
                </a:lnTo>
                <a:lnTo>
                  <a:pt x="162" y="1051"/>
                </a:lnTo>
                <a:lnTo>
                  <a:pt x="164" y="1046"/>
                </a:lnTo>
                <a:lnTo>
                  <a:pt x="164" y="1040"/>
                </a:lnTo>
                <a:lnTo>
                  <a:pt x="164" y="1040"/>
                </a:lnTo>
                <a:lnTo>
                  <a:pt x="164" y="1036"/>
                </a:lnTo>
                <a:lnTo>
                  <a:pt x="162" y="1030"/>
                </a:lnTo>
                <a:lnTo>
                  <a:pt x="159" y="1025"/>
                </a:lnTo>
                <a:lnTo>
                  <a:pt x="156" y="1021"/>
                </a:lnTo>
                <a:lnTo>
                  <a:pt x="152" y="1018"/>
                </a:lnTo>
                <a:lnTo>
                  <a:pt x="148" y="1015"/>
                </a:lnTo>
                <a:lnTo>
                  <a:pt x="143" y="1014"/>
                </a:lnTo>
                <a:lnTo>
                  <a:pt x="137" y="1013"/>
                </a:lnTo>
                <a:lnTo>
                  <a:pt x="137" y="1013"/>
                </a:lnTo>
                <a:close/>
                <a:moveTo>
                  <a:pt x="869" y="1066"/>
                </a:moveTo>
                <a:lnTo>
                  <a:pt x="869" y="1066"/>
                </a:lnTo>
                <a:lnTo>
                  <a:pt x="863" y="1066"/>
                </a:lnTo>
                <a:lnTo>
                  <a:pt x="858" y="1069"/>
                </a:lnTo>
                <a:lnTo>
                  <a:pt x="853" y="1071"/>
                </a:lnTo>
                <a:lnTo>
                  <a:pt x="849" y="1075"/>
                </a:lnTo>
                <a:lnTo>
                  <a:pt x="845" y="1079"/>
                </a:lnTo>
                <a:lnTo>
                  <a:pt x="843" y="1084"/>
                </a:lnTo>
                <a:lnTo>
                  <a:pt x="841" y="1089"/>
                </a:lnTo>
                <a:lnTo>
                  <a:pt x="841" y="1095"/>
                </a:lnTo>
                <a:lnTo>
                  <a:pt x="841" y="1095"/>
                </a:lnTo>
                <a:lnTo>
                  <a:pt x="841" y="1101"/>
                </a:lnTo>
                <a:lnTo>
                  <a:pt x="843" y="1107"/>
                </a:lnTo>
                <a:lnTo>
                  <a:pt x="845" y="1111"/>
                </a:lnTo>
                <a:lnTo>
                  <a:pt x="849" y="1116"/>
                </a:lnTo>
                <a:lnTo>
                  <a:pt x="853" y="1120"/>
                </a:lnTo>
                <a:lnTo>
                  <a:pt x="858" y="1122"/>
                </a:lnTo>
                <a:lnTo>
                  <a:pt x="863" y="1123"/>
                </a:lnTo>
                <a:lnTo>
                  <a:pt x="869" y="1124"/>
                </a:lnTo>
                <a:lnTo>
                  <a:pt x="869" y="1124"/>
                </a:lnTo>
                <a:lnTo>
                  <a:pt x="875" y="1123"/>
                </a:lnTo>
                <a:lnTo>
                  <a:pt x="881" y="1122"/>
                </a:lnTo>
                <a:lnTo>
                  <a:pt x="886" y="1120"/>
                </a:lnTo>
                <a:lnTo>
                  <a:pt x="889" y="1116"/>
                </a:lnTo>
                <a:lnTo>
                  <a:pt x="893" y="1111"/>
                </a:lnTo>
                <a:lnTo>
                  <a:pt x="896" y="1107"/>
                </a:lnTo>
                <a:lnTo>
                  <a:pt x="897" y="1101"/>
                </a:lnTo>
                <a:lnTo>
                  <a:pt x="899" y="1095"/>
                </a:lnTo>
                <a:lnTo>
                  <a:pt x="899" y="1095"/>
                </a:lnTo>
                <a:lnTo>
                  <a:pt x="897" y="1089"/>
                </a:lnTo>
                <a:lnTo>
                  <a:pt x="896" y="1084"/>
                </a:lnTo>
                <a:lnTo>
                  <a:pt x="893" y="1079"/>
                </a:lnTo>
                <a:lnTo>
                  <a:pt x="889" y="1075"/>
                </a:lnTo>
                <a:lnTo>
                  <a:pt x="886" y="1071"/>
                </a:lnTo>
                <a:lnTo>
                  <a:pt x="881" y="1069"/>
                </a:lnTo>
                <a:lnTo>
                  <a:pt x="875" y="1066"/>
                </a:lnTo>
                <a:lnTo>
                  <a:pt x="869" y="1066"/>
                </a:lnTo>
                <a:lnTo>
                  <a:pt x="869" y="1066"/>
                </a:lnTo>
                <a:close/>
                <a:moveTo>
                  <a:pt x="84" y="1180"/>
                </a:moveTo>
                <a:lnTo>
                  <a:pt x="84" y="1180"/>
                </a:lnTo>
                <a:lnTo>
                  <a:pt x="78" y="1181"/>
                </a:lnTo>
                <a:lnTo>
                  <a:pt x="73" y="1182"/>
                </a:lnTo>
                <a:lnTo>
                  <a:pt x="68" y="1185"/>
                </a:lnTo>
                <a:lnTo>
                  <a:pt x="64" y="1188"/>
                </a:lnTo>
                <a:lnTo>
                  <a:pt x="61" y="1192"/>
                </a:lnTo>
                <a:lnTo>
                  <a:pt x="58" y="1196"/>
                </a:lnTo>
                <a:lnTo>
                  <a:pt x="57" y="1202"/>
                </a:lnTo>
                <a:lnTo>
                  <a:pt x="57" y="1207"/>
                </a:lnTo>
                <a:lnTo>
                  <a:pt x="57" y="1207"/>
                </a:lnTo>
                <a:lnTo>
                  <a:pt x="57" y="1213"/>
                </a:lnTo>
                <a:lnTo>
                  <a:pt x="58" y="1218"/>
                </a:lnTo>
                <a:lnTo>
                  <a:pt x="61" y="1222"/>
                </a:lnTo>
                <a:lnTo>
                  <a:pt x="64" y="1226"/>
                </a:lnTo>
                <a:lnTo>
                  <a:pt x="68" y="1230"/>
                </a:lnTo>
                <a:lnTo>
                  <a:pt x="73" y="1232"/>
                </a:lnTo>
                <a:lnTo>
                  <a:pt x="78" y="1234"/>
                </a:lnTo>
                <a:lnTo>
                  <a:pt x="84" y="1234"/>
                </a:lnTo>
                <a:lnTo>
                  <a:pt x="84" y="1234"/>
                </a:lnTo>
                <a:lnTo>
                  <a:pt x="89" y="1234"/>
                </a:lnTo>
                <a:lnTo>
                  <a:pt x="94" y="1232"/>
                </a:lnTo>
                <a:lnTo>
                  <a:pt x="98" y="1230"/>
                </a:lnTo>
                <a:lnTo>
                  <a:pt x="103" y="1226"/>
                </a:lnTo>
                <a:lnTo>
                  <a:pt x="106" y="1222"/>
                </a:lnTo>
                <a:lnTo>
                  <a:pt x="109" y="1218"/>
                </a:lnTo>
                <a:lnTo>
                  <a:pt x="110" y="1213"/>
                </a:lnTo>
                <a:lnTo>
                  <a:pt x="111" y="1207"/>
                </a:lnTo>
                <a:lnTo>
                  <a:pt x="111" y="1207"/>
                </a:lnTo>
                <a:lnTo>
                  <a:pt x="110" y="1202"/>
                </a:lnTo>
                <a:lnTo>
                  <a:pt x="109" y="1196"/>
                </a:lnTo>
                <a:lnTo>
                  <a:pt x="106" y="1192"/>
                </a:lnTo>
                <a:lnTo>
                  <a:pt x="103" y="1188"/>
                </a:lnTo>
                <a:lnTo>
                  <a:pt x="98" y="1185"/>
                </a:lnTo>
                <a:lnTo>
                  <a:pt x="94" y="1182"/>
                </a:lnTo>
                <a:lnTo>
                  <a:pt x="89" y="1181"/>
                </a:lnTo>
                <a:lnTo>
                  <a:pt x="84" y="1180"/>
                </a:lnTo>
                <a:lnTo>
                  <a:pt x="84" y="1180"/>
                </a:lnTo>
                <a:close/>
                <a:moveTo>
                  <a:pt x="195" y="1347"/>
                </a:moveTo>
                <a:lnTo>
                  <a:pt x="195" y="1347"/>
                </a:lnTo>
                <a:lnTo>
                  <a:pt x="189" y="1347"/>
                </a:lnTo>
                <a:lnTo>
                  <a:pt x="183" y="1349"/>
                </a:lnTo>
                <a:lnTo>
                  <a:pt x="178" y="1351"/>
                </a:lnTo>
                <a:lnTo>
                  <a:pt x="174" y="1355"/>
                </a:lnTo>
                <a:lnTo>
                  <a:pt x="170" y="1360"/>
                </a:lnTo>
                <a:lnTo>
                  <a:pt x="167" y="1364"/>
                </a:lnTo>
                <a:lnTo>
                  <a:pt x="165" y="1370"/>
                </a:lnTo>
                <a:lnTo>
                  <a:pt x="164" y="1377"/>
                </a:lnTo>
                <a:lnTo>
                  <a:pt x="164" y="1377"/>
                </a:lnTo>
                <a:lnTo>
                  <a:pt x="165" y="1383"/>
                </a:lnTo>
                <a:lnTo>
                  <a:pt x="167" y="1389"/>
                </a:lnTo>
                <a:lnTo>
                  <a:pt x="170" y="1394"/>
                </a:lnTo>
                <a:lnTo>
                  <a:pt x="174" y="1399"/>
                </a:lnTo>
                <a:lnTo>
                  <a:pt x="178" y="1402"/>
                </a:lnTo>
                <a:lnTo>
                  <a:pt x="183" y="1405"/>
                </a:lnTo>
                <a:lnTo>
                  <a:pt x="189" y="1407"/>
                </a:lnTo>
                <a:lnTo>
                  <a:pt x="195" y="1408"/>
                </a:lnTo>
                <a:lnTo>
                  <a:pt x="195" y="1408"/>
                </a:lnTo>
                <a:lnTo>
                  <a:pt x="201" y="1407"/>
                </a:lnTo>
                <a:lnTo>
                  <a:pt x="207" y="1405"/>
                </a:lnTo>
                <a:lnTo>
                  <a:pt x="213" y="1402"/>
                </a:lnTo>
                <a:lnTo>
                  <a:pt x="216" y="1399"/>
                </a:lnTo>
                <a:lnTo>
                  <a:pt x="221" y="1394"/>
                </a:lnTo>
                <a:lnTo>
                  <a:pt x="223" y="1389"/>
                </a:lnTo>
                <a:lnTo>
                  <a:pt x="225" y="1383"/>
                </a:lnTo>
                <a:lnTo>
                  <a:pt x="226" y="1377"/>
                </a:lnTo>
                <a:lnTo>
                  <a:pt x="226" y="1377"/>
                </a:lnTo>
                <a:lnTo>
                  <a:pt x="225" y="1370"/>
                </a:lnTo>
                <a:lnTo>
                  <a:pt x="223" y="1364"/>
                </a:lnTo>
                <a:lnTo>
                  <a:pt x="221" y="1360"/>
                </a:lnTo>
                <a:lnTo>
                  <a:pt x="216" y="1355"/>
                </a:lnTo>
                <a:lnTo>
                  <a:pt x="213" y="1351"/>
                </a:lnTo>
                <a:lnTo>
                  <a:pt x="207" y="1349"/>
                </a:lnTo>
                <a:lnTo>
                  <a:pt x="201" y="1347"/>
                </a:lnTo>
                <a:lnTo>
                  <a:pt x="195" y="1347"/>
                </a:lnTo>
                <a:lnTo>
                  <a:pt x="195" y="1347"/>
                </a:lnTo>
                <a:close/>
                <a:moveTo>
                  <a:pt x="416" y="1066"/>
                </a:moveTo>
                <a:lnTo>
                  <a:pt x="416" y="1066"/>
                </a:lnTo>
                <a:lnTo>
                  <a:pt x="421" y="1065"/>
                </a:lnTo>
                <a:lnTo>
                  <a:pt x="427" y="1064"/>
                </a:lnTo>
                <a:lnTo>
                  <a:pt x="432" y="1062"/>
                </a:lnTo>
                <a:lnTo>
                  <a:pt x="435" y="1058"/>
                </a:lnTo>
                <a:lnTo>
                  <a:pt x="439" y="1053"/>
                </a:lnTo>
                <a:lnTo>
                  <a:pt x="442" y="1049"/>
                </a:lnTo>
                <a:lnTo>
                  <a:pt x="443" y="1044"/>
                </a:lnTo>
                <a:lnTo>
                  <a:pt x="443" y="1038"/>
                </a:lnTo>
                <a:lnTo>
                  <a:pt x="443" y="1038"/>
                </a:lnTo>
                <a:lnTo>
                  <a:pt x="443" y="1032"/>
                </a:lnTo>
                <a:lnTo>
                  <a:pt x="442" y="1027"/>
                </a:lnTo>
                <a:lnTo>
                  <a:pt x="439" y="1023"/>
                </a:lnTo>
                <a:lnTo>
                  <a:pt x="435" y="1018"/>
                </a:lnTo>
                <a:lnTo>
                  <a:pt x="432" y="1014"/>
                </a:lnTo>
                <a:lnTo>
                  <a:pt x="427" y="1012"/>
                </a:lnTo>
                <a:lnTo>
                  <a:pt x="421" y="1011"/>
                </a:lnTo>
                <a:lnTo>
                  <a:pt x="416" y="1010"/>
                </a:lnTo>
                <a:lnTo>
                  <a:pt x="416" y="1010"/>
                </a:lnTo>
                <a:lnTo>
                  <a:pt x="410" y="1011"/>
                </a:lnTo>
                <a:lnTo>
                  <a:pt x="404" y="1012"/>
                </a:lnTo>
                <a:lnTo>
                  <a:pt x="400" y="1014"/>
                </a:lnTo>
                <a:lnTo>
                  <a:pt x="396" y="1018"/>
                </a:lnTo>
                <a:lnTo>
                  <a:pt x="392" y="1023"/>
                </a:lnTo>
                <a:lnTo>
                  <a:pt x="390" y="1027"/>
                </a:lnTo>
                <a:lnTo>
                  <a:pt x="388" y="1032"/>
                </a:lnTo>
                <a:lnTo>
                  <a:pt x="388" y="1038"/>
                </a:lnTo>
                <a:lnTo>
                  <a:pt x="388" y="1038"/>
                </a:lnTo>
                <a:lnTo>
                  <a:pt x="388" y="1044"/>
                </a:lnTo>
                <a:lnTo>
                  <a:pt x="390" y="1049"/>
                </a:lnTo>
                <a:lnTo>
                  <a:pt x="392" y="1053"/>
                </a:lnTo>
                <a:lnTo>
                  <a:pt x="396" y="1058"/>
                </a:lnTo>
                <a:lnTo>
                  <a:pt x="400" y="1062"/>
                </a:lnTo>
                <a:lnTo>
                  <a:pt x="404" y="1064"/>
                </a:lnTo>
                <a:lnTo>
                  <a:pt x="410" y="1065"/>
                </a:lnTo>
                <a:lnTo>
                  <a:pt x="416" y="1066"/>
                </a:lnTo>
                <a:lnTo>
                  <a:pt x="416" y="1066"/>
                </a:lnTo>
                <a:close/>
                <a:moveTo>
                  <a:pt x="364" y="1232"/>
                </a:moveTo>
                <a:lnTo>
                  <a:pt x="364" y="1232"/>
                </a:lnTo>
                <a:lnTo>
                  <a:pt x="358" y="1233"/>
                </a:lnTo>
                <a:lnTo>
                  <a:pt x="352" y="1234"/>
                </a:lnTo>
                <a:lnTo>
                  <a:pt x="348" y="1238"/>
                </a:lnTo>
                <a:lnTo>
                  <a:pt x="343" y="1241"/>
                </a:lnTo>
                <a:lnTo>
                  <a:pt x="339" y="1245"/>
                </a:lnTo>
                <a:lnTo>
                  <a:pt x="336" y="1251"/>
                </a:lnTo>
                <a:lnTo>
                  <a:pt x="335" y="1256"/>
                </a:lnTo>
                <a:lnTo>
                  <a:pt x="333" y="1261"/>
                </a:lnTo>
                <a:lnTo>
                  <a:pt x="333" y="1261"/>
                </a:lnTo>
                <a:lnTo>
                  <a:pt x="335" y="1269"/>
                </a:lnTo>
                <a:lnTo>
                  <a:pt x="336" y="1273"/>
                </a:lnTo>
                <a:lnTo>
                  <a:pt x="339" y="1279"/>
                </a:lnTo>
                <a:lnTo>
                  <a:pt x="343" y="1283"/>
                </a:lnTo>
                <a:lnTo>
                  <a:pt x="348" y="1286"/>
                </a:lnTo>
                <a:lnTo>
                  <a:pt x="352" y="1290"/>
                </a:lnTo>
                <a:lnTo>
                  <a:pt x="358" y="1291"/>
                </a:lnTo>
                <a:lnTo>
                  <a:pt x="364" y="1292"/>
                </a:lnTo>
                <a:lnTo>
                  <a:pt x="364" y="1292"/>
                </a:lnTo>
                <a:lnTo>
                  <a:pt x="370" y="1291"/>
                </a:lnTo>
                <a:lnTo>
                  <a:pt x="375" y="1290"/>
                </a:lnTo>
                <a:lnTo>
                  <a:pt x="381" y="1286"/>
                </a:lnTo>
                <a:lnTo>
                  <a:pt x="384" y="1283"/>
                </a:lnTo>
                <a:lnTo>
                  <a:pt x="389" y="1279"/>
                </a:lnTo>
                <a:lnTo>
                  <a:pt x="391" y="1273"/>
                </a:lnTo>
                <a:lnTo>
                  <a:pt x="392" y="1269"/>
                </a:lnTo>
                <a:lnTo>
                  <a:pt x="394" y="1261"/>
                </a:lnTo>
                <a:lnTo>
                  <a:pt x="394" y="1261"/>
                </a:lnTo>
                <a:lnTo>
                  <a:pt x="392" y="1256"/>
                </a:lnTo>
                <a:lnTo>
                  <a:pt x="391" y="1251"/>
                </a:lnTo>
                <a:lnTo>
                  <a:pt x="389" y="1245"/>
                </a:lnTo>
                <a:lnTo>
                  <a:pt x="384" y="1241"/>
                </a:lnTo>
                <a:lnTo>
                  <a:pt x="381" y="1238"/>
                </a:lnTo>
                <a:lnTo>
                  <a:pt x="375" y="1234"/>
                </a:lnTo>
                <a:lnTo>
                  <a:pt x="370" y="1233"/>
                </a:lnTo>
                <a:lnTo>
                  <a:pt x="364" y="1232"/>
                </a:lnTo>
                <a:lnTo>
                  <a:pt x="364" y="1232"/>
                </a:lnTo>
                <a:close/>
                <a:moveTo>
                  <a:pt x="588" y="1064"/>
                </a:moveTo>
                <a:lnTo>
                  <a:pt x="588" y="1064"/>
                </a:lnTo>
                <a:lnTo>
                  <a:pt x="582" y="1065"/>
                </a:lnTo>
                <a:lnTo>
                  <a:pt x="576" y="1066"/>
                </a:lnTo>
                <a:lnTo>
                  <a:pt x="571" y="1070"/>
                </a:lnTo>
                <a:lnTo>
                  <a:pt x="566" y="1073"/>
                </a:lnTo>
                <a:lnTo>
                  <a:pt x="563" y="1078"/>
                </a:lnTo>
                <a:lnTo>
                  <a:pt x="559" y="1083"/>
                </a:lnTo>
                <a:lnTo>
                  <a:pt x="558" y="1089"/>
                </a:lnTo>
                <a:lnTo>
                  <a:pt x="557" y="1095"/>
                </a:lnTo>
                <a:lnTo>
                  <a:pt x="557" y="1095"/>
                </a:lnTo>
                <a:lnTo>
                  <a:pt x="558" y="1101"/>
                </a:lnTo>
                <a:lnTo>
                  <a:pt x="559" y="1107"/>
                </a:lnTo>
                <a:lnTo>
                  <a:pt x="563" y="1112"/>
                </a:lnTo>
                <a:lnTo>
                  <a:pt x="566" y="1117"/>
                </a:lnTo>
                <a:lnTo>
                  <a:pt x="571" y="1121"/>
                </a:lnTo>
                <a:lnTo>
                  <a:pt x="576" y="1123"/>
                </a:lnTo>
                <a:lnTo>
                  <a:pt x="582" y="1125"/>
                </a:lnTo>
                <a:lnTo>
                  <a:pt x="588" y="1125"/>
                </a:lnTo>
                <a:lnTo>
                  <a:pt x="588" y="1125"/>
                </a:lnTo>
                <a:lnTo>
                  <a:pt x="594" y="1125"/>
                </a:lnTo>
                <a:lnTo>
                  <a:pt x="599" y="1123"/>
                </a:lnTo>
                <a:lnTo>
                  <a:pt x="605" y="1121"/>
                </a:lnTo>
                <a:lnTo>
                  <a:pt x="610" y="1117"/>
                </a:lnTo>
                <a:lnTo>
                  <a:pt x="614" y="1112"/>
                </a:lnTo>
                <a:lnTo>
                  <a:pt x="616" y="1107"/>
                </a:lnTo>
                <a:lnTo>
                  <a:pt x="618" y="1101"/>
                </a:lnTo>
                <a:lnTo>
                  <a:pt x="618" y="1095"/>
                </a:lnTo>
                <a:lnTo>
                  <a:pt x="618" y="1095"/>
                </a:lnTo>
                <a:lnTo>
                  <a:pt x="618" y="1089"/>
                </a:lnTo>
                <a:lnTo>
                  <a:pt x="616" y="1083"/>
                </a:lnTo>
                <a:lnTo>
                  <a:pt x="614" y="1078"/>
                </a:lnTo>
                <a:lnTo>
                  <a:pt x="610" y="1073"/>
                </a:lnTo>
                <a:lnTo>
                  <a:pt x="605" y="1070"/>
                </a:lnTo>
                <a:lnTo>
                  <a:pt x="599" y="1066"/>
                </a:lnTo>
                <a:lnTo>
                  <a:pt x="594" y="1065"/>
                </a:lnTo>
                <a:lnTo>
                  <a:pt x="588" y="1064"/>
                </a:lnTo>
                <a:lnTo>
                  <a:pt x="588" y="1064"/>
                </a:lnTo>
                <a:close/>
                <a:moveTo>
                  <a:pt x="533" y="1174"/>
                </a:moveTo>
                <a:lnTo>
                  <a:pt x="533" y="1174"/>
                </a:lnTo>
                <a:lnTo>
                  <a:pt x="526" y="1174"/>
                </a:lnTo>
                <a:lnTo>
                  <a:pt x="520" y="1176"/>
                </a:lnTo>
                <a:lnTo>
                  <a:pt x="515" y="1179"/>
                </a:lnTo>
                <a:lnTo>
                  <a:pt x="511" y="1183"/>
                </a:lnTo>
                <a:lnTo>
                  <a:pt x="506" y="1188"/>
                </a:lnTo>
                <a:lnTo>
                  <a:pt x="504" y="1193"/>
                </a:lnTo>
                <a:lnTo>
                  <a:pt x="501" y="1199"/>
                </a:lnTo>
                <a:lnTo>
                  <a:pt x="501" y="1205"/>
                </a:lnTo>
                <a:lnTo>
                  <a:pt x="501" y="1205"/>
                </a:lnTo>
                <a:lnTo>
                  <a:pt x="501" y="1212"/>
                </a:lnTo>
                <a:lnTo>
                  <a:pt x="504" y="1218"/>
                </a:lnTo>
                <a:lnTo>
                  <a:pt x="506" y="1222"/>
                </a:lnTo>
                <a:lnTo>
                  <a:pt x="511" y="1227"/>
                </a:lnTo>
                <a:lnTo>
                  <a:pt x="515" y="1232"/>
                </a:lnTo>
                <a:lnTo>
                  <a:pt x="520" y="1234"/>
                </a:lnTo>
                <a:lnTo>
                  <a:pt x="526" y="1237"/>
                </a:lnTo>
                <a:lnTo>
                  <a:pt x="533" y="1237"/>
                </a:lnTo>
                <a:lnTo>
                  <a:pt x="533" y="1237"/>
                </a:lnTo>
                <a:lnTo>
                  <a:pt x="539" y="1237"/>
                </a:lnTo>
                <a:lnTo>
                  <a:pt x="545" y="1234"/>
                </a:lnTo>
                <a:lnTo>
                  <a:pt x="550" y="1232"/>
                </a:lnTo>
                <a:lnTo>
                  <a:pt x="554" y="1227"/>
                </a:lnTo>
                <a:lnTo>
                  <a:pt x="559" y="1222"/>
                </a:lnTo>
                <a:lnTo>
                  <a:pt x="562" y="1218"/>
                </a:lnTo>
                <a:lnTo>
                  <a:pt x="564" y="1212"/>
                </a:lnTo>
                <a:lnTo>
                  <a:pt x="564" y="1205"/>
                </a:lnTo>
                <a:lnTo>
                  <a:pt x="564" y="1205"/>
                </a:lnTo>
                <a:lnTo>
                  <a:pt x="564" y="1199"/>
                </a:lnTo>
                <a:lnTo>
                  <a:pt x="562" y="1193"/>
                </a:lnTo>
                <a:lnTo>
                  <a:pt x="559" y="1188"/>
                </a:lnTo>
                <a:lnTo>
                  <a:pt x="554" y="1183"/>
                </a:lnTo>
                <a:lnTo>
                  <a:pt x="550" y="1179"/>
                </a:lnTo>
                <a:lnTo>
                  <a:pt x="545" y="1176"/>
                </a:lnTo>
                <a:lnTo>
                  <a:pt x="539" y="1174"/>
                </a:lnTo>
                <a:lnTo>
                  <a:pt x="533" y="1174"/>
                </a:lnTo>
                <a:lnTo>
                  <a:pt x="533" y="1174"/>
                </a:lnTo>
                <a:close/>
                <a:moveTo>
                  <a:pt x="420" y="1459"/>
                </a:moveTo>
                <a:lnTo>
                  <a:pt x="420" y="1459"/>
                </a:lnTo>
                <a:lnTo>
                  <a:pt x="415" y="1460"/>
                </a:lnTo>
                <a:lnTo>
                  <a:pt x="409" y="1461"/>
                </a:lnTo>
                <a:lnTo>
                  <a:pt x="405" y="1464"/>
                </a:lnTo>
                <a:lnTo>
                  <a:pt x="401" y="1467"/>
                </a:lnTo>
                <a:lnTo>
                  <a:pt x="397" y="1471"/>
                </a:lnTo>
                <a:lnTo>
                  <a:pt x="395" y="1476"/>
                </a:lnTo>
                <a:lnTo>
                  <a:pt x="394" y="1480"/>
                </a:lnTo>
                <a:lnTo>
                  <a:pt x="392" y="1486"/>
                </a:lnTo>
                <a:lnTo>
                  <a:pt x="392" y="1486"/>
                </a:lnTo>
                <a:lnTo>
                  <a:pt x="394" y="1492"/>
                </a:lnTo>
                <a:lnTo>
                  <a:pt x="395" y="1497"/>
                </a:lnTo>
                <a:lnTo>
                  <a:pt x="397" y="1502"/>
                </a:lnTo>
                <a:lnTo>
                  <a:pt x="401" y="1505"/>
                </a:lnTo>
                <a:lnTo>
                  <a:pt x="405" y="1509"/>
                </a:lnTo>
                <a:lnTo>
                  <a:pt x="409" y="1511"/>
                </a:lnTo>
                <a:lnTo>
                  <a:pt x="415" y="1513"/>
                </a:lnTo>
                <a:lnTo>
                  <a:pt x="420" y="1513"/>
                </a:lnTo>
                <a:lnTo>
                  <a:pt x="420" y="1513"/>
                </a:lnTo>
                <a:lnTo>
                  <a:pt x="426" y="1513"/>
                </a:lnTo>
                <a:lnTo>
                  <a:pt x="430" y="1511"/>
                </a:lnTo>
                <a:lnTo>
                  <a:pt x="435" y="1509"/>
                </a:lnTo>
                <a:lnTo>
                  <a:pt x="440" y="1505"/>
                </a:lnTo>
                <a:lnTo>
                  <a:pt x="442" y="1502"/>
                </a:lnTo>
                <a:lnTo>
                  <a:pt x="446" y="1497"/>
                </a:lnTo>
                <a:lnTo>
                  <a:pt x="447" y="1492"/>
                </a:lnTo>
                <a:lnTo>
                  <a:pt x="447" y="1486"/>
                </a:lnTo>
                <a:lnTo>
                  <a:pt x="447" y="1486"/>
                </a:lnTo>
                <a:lnTo>
                  <a:pt x="447" y="1480"/>
                </a:lnTo>
                <a:lnTo>
                  <a:pt x="446" y="1476"/>
                </a:lnTo>
                <a:lnTo>
                  <a:pt x="442" y="1471"/>
                </a:lnTo>
                <a:lnTo>
                  <a:pt x="440" y="1467"/>
                </a:lnTo>
                <a:lnTo>
                  <a:pt x="435" y="1464"/>
                </a:lnTo>
                <a:lnTo>
                  <a:pt x="430" y="1461"/>
                </a:lnTo>
                <a:lnTo>
                  <a:pt x="426" y="1460"/>
                </a:lnTo>
                <a:lnTo>
                  <a:pt x="420" y="1459"/>
                </a:lnTo>
                <a:lnTo>
                  <a:pt x="420" y="1459"/>
                </a:lnTo>
                <a:close/>
                <a:moveTo>
                  <a:pt x="1093" y="1008"/>
                </a:moveTo>
                <a:lnTo>
                  <a:pt x="1093" y="1008"/>
                </a:lnTo>
                <a:lnTo>
                  <a:pt x="1087" y="1008"/>
                </a:lnTo>
                <a:lnTo>
                  <a:pt x="1081" y="1011"/>
                </a:lnTo>
                <a:lnTo>
                  <a:pt x="1076" y="1013"/>
                </a:lnTo>
                <a:lnTo>
                  <a:pt x="1071" y="1017"/>
                </a:lnTo>
                <a:lnTo>
                  <a:pt x="1068" y="1021"/>
                </a:lnTo>
                <a:lnTo>
                  <a:pt x="1065" y="1026"/>
                </a:lnTo>
                <a:lnTo>
                  <a:pt x="1063" y="1032"/>
                </a:lnTo>
                <a:lnTo>
                  <a:pt x="1063" y="1038"/>
                </a:lnTo>
                <a:lnTo>
                  <a:pt x="1063" y="1038"/>
                </a:lnTo>
                <a:lnTo>
                  <a:pt x="1063" y="1044"/>
                </a:lnTo>
                <a:lnTo>
                  <a:pt x="1065" y="1050"/>
                </a:lnTo>
                <a:lnTo>
                  <a:pt x="1068" y="1054"/>
                </a:lnTo>
                <a:lnTo>
                  <a:pt x="1071" y="1059"/>
                </a:lnTo>
                <a:lnTo>
                  <a:pt x="1076" y="1063"/>
                </a:lnTo>
                <a:lnTo>
                  <a:pt x="1081" y="1065"/>
                </a:lnTo>
                <a:lnTo>
                  <a:pt x="1087" y="1067"/>
                </a:lnTo>
                <a:lnTo>
                  <a:pt x="1093" y="1067"/>
                </a:lnTo>
                <a:lnTo>
                  <a:pt x="1093" y="1067"/>
                </a:lnTo>
                <a:lnTo>
                  <a:pt x="1098" y="1067"/>
                </a:lnTo>
                <a:lnTo>
                  <a:pt x="1104" y="1065"/>
                </a:lnTo>
                <a:lnTo>
                  <a:pt x="1109" y="1063"/>
                </a:lnTo>
                <a:lnTo>
                  <a:pt x="1114" y="1059"/>
                </a:lnTo>
                <a:lnTo>
                  <a:pt x="1117" y="1054"/>
                </a:lnTo>
                <a:lnTo>
                  <a:pt x="1120" y="1050"/>
                </a:lnTo>
                <a:lnTo>
                  <a:pt x="1122" y="1044"/>
                </a:lnTo>
                <a:lnTo>
                  <a:pt x="1122" y="1038"/>
                </a:lnTo>
                <a:lnTo>
                  <a:pt x="1122" y="1038"/>
                </a:lnTo>
                <a:lnTo>
                  <a:pt x="1122" y="1032"/>
                </a:lnTo>
                <a:lnTo>
                  <a:pt x="1120" y="1026"/>
                </a:lnTo>
                <a:lnTo>
                  <a:pt x="1117" y="1021"/>
                </a:lnTo>
                <a:lnTo>
                  <a:pt x="1114" y="1017"/>
                </a:lnTo>
                <a:lnTo>
                  <a:pt x="1109" y="1013"/>
                </a:lnTo>
                <a:lnTo>
                  <a:pt x="1104" y="1011"/>
                </a:lnTo>
                <a:lnTo>
                  <a:pt x="1098" y="1008"/>
                </a:lnTo>
                <a:lnTo>
                  <a:pt x="1093" y="1008"/>
                </a:lnTo>
                <a:lnTo>
                  <a:pt x="1093" y="1008"/>
                </a:lnTo>
                <a:close/>
                <a:moveTo>
                  <a:pt x="1205" y="1120"/>
                </a:moveTo>
                <a:lnTo>
                  <a:pt x="1205" y="1120"/>
                </a:lnTo>
                <a:lnTo>
                  <a:pt x="1199" y="1121"/>
                </a:lnTo>
                <a:lnTo>
                  <a:pt x="1193" y="1122"/>
                </a:lnTo>
                <a:lnTo>
                  <a:pt x="1188" y="1125"/>
                </a:lnTo>
                <a:lnTo>
                  <a:pt x="1184" y="1129"/>
                </a:lnTo>
                <a:lnTo>
                  <a:pt x="1180" y="1133"/>
                </a:lnTo>
                <a:lnTo>
                  <a:pt x="1178" y="1138"/>
                </a:lnTo>
                <a:lnTo>
                  <a:pt x="1175" y="1143"/>
                </a:lnTo>
                <a:lnTo>
                  <a:pt x="1175" y="1150"/>
                </a:lnTo>
                <a:lnTo>
                  <a:pt x="1175" y="1150"/>
                </a:lnTo>
                <a:lnTo>
                  <a:pt x="1175" y="1156"/>
                </a:lnTo>
                <a:lnTo>
                  <a:pt x="1178" y="1161"/>
                </a:lnTo>
                <a:lnTo>
                  <a:pt x="1180" y="1167"/>
                </a:lnTo>
                <a:lnTo>
                  <a:pt x="1184" y="1170"/>
                </a:lnTo>
                <a:lnTo>
                  <a:pt x="1188" y="1174"/>
                </a:lnTo>
                <a:lnTo>
                  <a:pt x="1193" y="1177"/>
                </a:lnTo>
                <a:lnTo>
                  <a:pt x="1199" y="1179"/>
                </a:lnTo>
                <a:lnTo>
                  <a:pt x="1205" y="1180"/>
                </a:lnTo>
                <a:lnTo>
                  <a:pt x="1205" y="1180"/>
                </a:lnTo>
                <a:lnTo>
                  <a:pt x="1211" y="1179"/>
                </a:lnTo>
                <a:lnTo>
                  <a:pt x="1217" y="1177"/>
                </a:lnTo>
                <a:lnTo>
                  <a:pt x="1221" y="1174"/>
                </a:lnTo>
                <a:lnTo>
                  <a:pt x="1226" y="1170"/>
                </a:lnTo>
                <a:lnTo>
                  <a:pt x="1230" y="1167"/>
                </a:lnTo>
                <a:lnTo>
                  <a:pt x="1232" y="1161"/>
                </a:lnTo>
                <a:lnTo>
                  <a:pt x="1234" y="1156"/>
                </a:lnTo>
                <a:lnTo>
                  <a:pt x="1234" y="1150"/>
                </a:lnTo>
                <a:lnTo>
                  <a:pt x="1234" y="1150"/>
                </a:lnTo>
                <a:lnTo>
                  <a:pt x="1234" y="1143"/>
                </a:lnTo>
                <a:lnTo>
                  <a:pt x="1232" y="1138"/>
                </a:lnTo>
                <a:lnTo>
                  <a:pt x="1230" y="1133"/>
                </a:lnTo>
                <a:lnTo>
                  <a:pt x="1226" y="1129"/>
                </a:lnTo>
                <a:lnTo>
                  <a:pt x="1221" y="1125"/>
                </a:lnTo>
                <a:lnTo>
                  <a:pt x="1217" y="1122"/>
                </a:lnTo>
                <a:lnTo>
                  <a:pt x="1211" y="1121"/>
                </a:lnTo>
                <a:lnTo>
                  <a:pt x="1205" y="1120"/>
                </a:lnTo>
                <a:lnTo>
                  <a:pt x="1205" y="1120"/>
                </a:lnTo>
                <a:close/>
                <a:moveTo>
                  <a:pt x="979" y="1289"/>
                </a:moveTo>
                <a:lnTo>
                  <a:pt x="979" y="1289"/>
                </a:lnTo>
                <a:lnTo>
                  <a:pt x="973" y="1290"/>
                </a:lnTo>
                <a:lnTo>
                  <a:pt x="967" y="1291"/>
                </a:lnTo>
                <a:lnTo>
                  <a:pt x="962" y="1293"/>
                </a:lnTo>
                <a:lnTo>
                  <a:pt x="959" y="1297"/>
                </a:lnTo>
                <a:lnTo>
                  <a:pt x="955" y="1302"/>
                </a:lnTo>
                <a:lnTo>
                  <a:pt x="952" y="1306"/>
                </a:lnTo>
                <a:lnTo>
                  <a:pt x="951" y="1312"/>
                </a:lnTo>
                <a:lnTo>
                  <a:pt x="951" y="1318"/>
                </a:lnTo>
                <a:lnTo>
                  <a:pt x="951" y="1318"/>
                </a:lnTo>
                <a:lnTo>
                  <a:pt x="951" y="1324"/>
                </a:lnTo>
                <a:lnTo>
                  <a:pt x="952" y="1329"/>
                </a:lnTo>
                <a:lnTo>
                  <a:pt x="955" y="1334"/>
                </a:lnTo>
                <a:lnTo>
                  <a:pt x="959" y="1338"/>
                </a:lnTo>
                <a:lnTo>
                  <a:pt x="962" y="1342"/>
                </a:lnTo>
                <a:lnTo>
                  <a:pt x="967" y="1344"/>
                </a:lnTo>
                <a:lnTo>
                  <a:pt x="973" y="1347"/>
                </a:lnTo>
                <a:lnTo>
                  <a:pt x="979" y="1347"/>
                </a:lnTo>
                <a:lnTo>
                  <a:pt x="979" y="1347"/>
                </a:lnTo>
                <a:lnTo>
                  <a:pt x="985" y="1347"/>
                </a:lnTo>
                <a:lnTo>
                  <a:pt x="991" y="1344"/>
                </a:lnTo>
                <a:lnTo>
                  <a:pt x="996" y="1342"/>
                </a:lnTo>
                <a:lnTo>
                  <a:pt x="999" y="1338"/>
                </a:lnTo>
                <a:lnTo>
                  <a:pt x="1003" y="1334"/>
                </a:lnTo>
                <a:lnTo>
                  <a:pt x="1006" y="1329"/>
                </a:lnTo>
                <a:lnTo>
                  <a:pt x="1007" y="1324"/>
                </a:lnTo>
                <a:lnTo>
                  <a:pt x="1007" y="1318"/>
                </a:lnTo>
                <a:lnTo>
                  <a:pt x="1007" y="1318"/>
                </a:lnTo>
                <a:lnTo>
                  <a:pt x="1007" y="1312"/>
                </a:lnTo>
                <a:lnTo>
                  <a:pt x="1006" y="1306"/>
                </a:lnTo>
                <a:lnTo>
                  <a:pt x="1003" y="1302"/>
                </a:lnTo>
                <a:lnTo>
                  <a:pt x="999" y="1297"/>
                </a:lnTo>
                <a:lnTo>
                  <a:pt x="996" y="1293"/>
                </a:lnTo>
                <a:lnTo>
                  <a:pt x="991" y="1291"/>
                </a:lnTo>
                <a:lnTo>
                  <a:pt x="985" y="1290"/>
                </a:lnTo>
                <a:lnTo>
                  <a:pt x="979" y="1289"/>
                </a:lnTo>
                <a:lnTo>
                  <a:pt x="979" y="1289"/>
                </a:lnTo>
                <a:close/>
                <a:moveTo>
                  <a:pt x="754" y="1347"/>
                </a:moveTo>
                <a:lnTo>
                  <a:pt x="754" y="1347"/>
                </a:lnTo>
                <a:lnTo>
                  <a:pt x="750" y="1348"/>
                </a:lnTo>
                <a:lnTo>
                  <a:pt x="744" y="1349"/>
                </a:lnTo>
                <a:lnTo>
                  <a:pt x="739" y="1351"/>
                </a:lnTo>
                <a:lnTo>
                  <a:pt x="735" y="1355"/>
                </a:lnTo>
                <a:lnTo>
                  <a:pt x="732" y="1358"/>
                </a:lnTo>
                <a:lnTo>
                  <a:pt x="730" y="1363"/>
                </a:lnTo>
                <a:lnTo>
                  <a:pt x="728" y="1368"/>
                </a:lnTo>
                <a:lnTo>
                  <a:pt x="727" y="1374"/>
                </a:lnTo>
                <a:lnTo>
                  <a:pt x="727" y="1374"/>
                </a:lnTo>
                <a:lnTo>
                  <a:pt x="728" y="1380"/>
                </a:lnTo>
                <a:lnTo>
                  <a:pt x="730" y="1384"/>
                </a:lnTo>
                <a:lnTo>
                  <a:pt x="732" y="1389"/>
                </a:lnTo>
                <a:lnTo>
                  <a:pt x="735" y="1393"/>
                </a:lnTo>
                <a:lnTo>
                  <a:pt x="739" y="1396"/>
                </a:lnTo>
                <a:lnTo>
                  <a:pt x="744" y="1399"/>
                </a:lnTo>
                <a:lnTo>
                  <a:pt x="750" y="1401"/>
                </a:lnTo>
                <a:lnTo>
                  <a:pt x="754" y="1401"/>
                </a:lnTo>
                <a:lnTo>
                  <a:pt x="754" y="1401"/>
                </a:lnTo>
                <a:lnTo>
                  <a:pt x="760" y="1401"/>
                </a:lnTo>
                <a:lnTo>
                  <a:pt x="765" y="1399"/>
                </a:lnTo>
                <a:lnTo>
                  <a:pt x="770" y="1396"/>
                </a:lnTo>
                <a:lnTo>
                  <a:pt x="773" y="1393"/>
                </a:lnTo>
                <a:lnTo>
                  <a:pt x="777" y="1389"/>
                </a:lnTo>
                <a:lnTo>
                  <a:pt x="779" y="1384"/>
                </a:lnTo>
                <a:lnTo>
                  <a:pt x="782" y="1380"/>
                </a:lnTo>
                <a:lnTo>
                  <a:pt x="782" y="1374"/>
                </a:lnTo>
                <a:lnTo>
                  <a:pt x="782" y="1374"/>
                </a:lnTo>
                <a:lnTo>
                  <a:pt x="782" y="1368"/>
                </a:lnTo>
                <a:lnTo>
                  <a:pt x="779" y="1363"/>
                </a:lnTo>
                <a:lnTo>
                  <a:pt x="777" y="1358"/>
                </a:lnTo>
                <a:lnTo>
                  <a:pt x="773" y="1355"/>
                </a:lnTo>
                <a:lnTo>
                  <a:pt x="770" y="1351"/>
                </a:lnTo>
                <a:lnTo>
                  <a:pt x="765" y="1349"/>
                </a:lnTo>
                <a:lnTo>
                  <a:pt x="760" y="1348"/>
                </a:lnTo>
                <a:lnTo>
                  <a:pt x="754" y="1347"/>
                </a:lnTo>
                <a:lnTo>
                  <a:pt x="754" y="13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4"/>
          <p:cNvSpPr>
            <a:spLocks noChangeAspect="1" noEditPoints="1"/>
          </p:cNvSpPr>
          <p:nvPr/>
        </p:nvSpPr>
        <p:spPr bwMode="auto">
          <a:xfrm>
            <a:off x="2900772" y="1232756"/>
            <a:ext cx="805714" cy="1080000"/>
          </a:xfrm>
          <a:custGeom>
            <a:avLst/>
            <a:gdLst>
              <a:gd name="T0" fmla="*/ 429 w 1127"/>
              <a:gd name="T1" fmla="*/ 935 h 1513"/>
              <a:gd name="T2" fmla="*/ 416 w 1127"/>
              <a:gd name="T3" fmla="*/ 883 h 1513"/>
              <a:gd name="T4" fmla="*/ 537 w 1127"/>
              <a:gd name="T5" fmla="*/ 820 h 1513"/>
              <a:gd name="T6" fmla="*/ 630 w 1127"/>
              <a:gd name="T7" fmla="*/ 709 h 1513"/>
              <a:gd name="T8" fmla="*/ 723 w 1127"/>
              <a:gd name="T9" fmla="*/ 471 h 1513"/>
              <a:gd name="T10" fmla="*/ 731 w 1127"/>
              <a:gd name="T11" fmla="*/ 307 h 1513"/>
              <a:gd name="T12" fmla="*/ 692 w 1127"/>
              <a:gd name="T13" fmla="*/ 190 h 1513"/>
              <a:gd name="T14" fmla="*/ 617 w 1127"/>
              <a:gd name="T15" fmla="*/ 94 h 1513"/>
              <a:gd name="T16" fmla="*/ 514 w 1127"/>
              <a:gd name="T17" fmla="*/ 28 h 1513"/>
              <a:gd name="T18" fmla="*/ 389 w 1127"/>
              <a:gd name="T19" fmla="*/ 0 h 1513"/>
              <a:gd name="T20" fmla="*/ 277 w 1127"/>
              <a:gd name="T21" fmla="*/ 11 h 1513"/>
              <a:gd name="T22" fmla="*/ 162 w 1127"/>
              <a:gd name="T23" fmla="*/ 62 h 1513"/>
              <a:gd name="T24" fmla="*/ 72 w 1127"/>
              <a:gd name="T25" fmla="*/ 146 h 1513"/>
              <a:gd name="T26" fmla="*/ 15 w 1127"/>
              <a:gd name="T27" fmla="*/ 255 h 1513"/>
              <a:gd name="T28" fmla="*/ 0 w 1127"/>
              <a:gd name="T29" fmla="*/ 363 h 1513"/>
              <a:gd name="T30" fmla="*/ 54 w 1127"/>
              <a:gd name="T31" fmla="*/ 632 h 1513"/>
              <a:gd name="T32" fmla="*/ 129 w 1127"/>
              <a:gd name="T33" fmla="*/ 759 h 1513"/>
              <a:gd name="T34" fmla="*/ 240 w 1127"/>
              <a:gd name="T35" fmla="*/ 852 h 1513"/>
              <a:gd name="T36" fmla="*/ 323 w 1127"/>
              <a:gd name="T37" fmla="*/ 898 h 1513"/>
              <a:gd name="T38" fmla="*/ 280 w 1127"/>
              <a:gd name="T39" fmla="*/ 969 h 1513"/>
              <a:gd name="T40" fmla="*/ 440 w 1127"/>
              <a:gd name="T41" fmla="*/ 1167 h 1513"/>
              <a:gd name="T42" fmla="*/ 393 w 1127"/>
              <a:gd name="T43" fmla="*/ 1069 h 1513"/>
              <a:gd name="T44" fmla="*/ 383 w 1127"/>
              <a:gd name="T45" fmla="*/ 1028 h 1513"/>
              <a:gd name="T46" fmla="*/ 357 w 1127"/>
              <a:gd name="T47" fmla="*/ 1101 h 1513"/>
              <a:gd name="T48" fmla="*/ 425 w 1127"/>
              <a:gd name="T49" fmla="*/ 1212 h 1513"/>
              <a:gd name="T50" fmla="*/ 472 w 1127"/>
              <a:gd name="T51" fmla="*/ 1263 h 1513"/>
              <a:gd name="T52" fmla="*/ 482 w 1127"/>
              <a:gd name="T53" fmla="*/ 1375 h 1513"/>
              <a:gd name="T54" fmla="*/ 490 w 1127"/>
              <a:gd name="T55" fmla="*/ 1471 h 1513"/>
              <a:gd name="T56" fmla="*/ 532 w 1127"/>
              <a:gd name="T57" fmla="*/ 1382 h 1513"/>
              <a:gd name="T58" fmla="*/ 532 w 1127"/>
              <a:gd name="T59" fmla="*/ 1279 h 1513"/>
              <a:gd name="T60" fmla="*/ 493 w 1127"/>
              <a:gd name="T61" fmla="*/ 1218 h 1513"/>
              <a:gd name="T62" fmla="*/ 737 w 1127"/>
              <a:gd name="T63" fmla="*/ 133 h 1513"/>
              <a:gd name="T64" fmla="*/ 779 w 1127"/>
              <a:gd name="T65" fmla="*/ 294 h 1513"/>
              <a:gd name="T66" fmla="*/ 778 w 1127"/>
              <a:gd name="T67" fmla="*/ 507 h 1513"/>
              <a:gd name="T68" fmla="*/ 697 w 1127"/>
              <a:gd name="T69" fmla="*/ 708 h 1513"/>
              <a:gd name="T70" fmla="*/ 542 w 1127"/>
              <a:gd name="T71" fmla="*/ 885 h 1513"/>
              <a:gd name="T72" fmla="*/ 661 w 1127"/>
              <a:gd name="T73" fmla="*/ 966 h 1513"/>
              <a:gd name="T74" fmla="*/ 708 w 1127"/>
              <a:gd name="T75" fmla="*/ 1012 h 1513"/>
              <a:gd name="T76" fmla="*/ 860 w 1127"/>
              <a:gd name="T77" fmla="*/ 1077 h 1513"/>
              <a:gd name="T78" fmla="*/ 811 w 1127"/>
              <a:gd name="T79" fmla="*/ 1018 h 1513"/>
              <a:gd name="T80" fmla="*/ 844 w 1127"/>
              <a:gd name="T81" fmla="*/ 971 h 1513"/>
              <a:gd name="T82" fmla="*/ 957 w 1127"/>
              <a:gd name="T83" fmla="*/ 891 h 1513"/>
              <a:gd name="T84" fmla="*/ 1043 w 1127"/>
              <a:gd name="T85" fmla="*/ 769 h 1513"/>
              <a:gd name="T86" fmla="*/ 1126 w 1127"/>
              <a:gd name="T87" fmla="*/ 495 h 1513"/>
              <a:gd name="T88" fmla="*/ 1116 w 1127"/>
              <a:gd name="T89" fmla="*/ 370 h 1513"/>
              <a:gd name="T90" fmla="*/ 1066 w 1127"/>
              <a:gd name="T91" fmla="*/ 259 h 1513"/>
              <a:gd name="T92" fmla="*/ 983 w 1127"/>
              <a:gd name="T93" fmla="*/ 170 h 1513"/>
              <a:gd name="T94" fmla="*/ 873 w 1127"/>
              <a:gd name="T95" fmla="*/ 114 h 1513"/>
              <a:gd name="T96" fmla="*/ 762 w 1127"/>
              <a:gd name="T97" fmla="*/ 98 h 1513"/>
              <a:gd name="T98" fmla="*/ 782 w 1127"/>
              <a:gd name="T99" fmla="*/ 1239 h 1513"/>
              <a:gd name="T100" fmla="*/ 784 w 1127"/>
              <a:gd name="T101" fmla="*/ 1133 h 1513"/>
              <a:gd name="T102" fmla="*/ 733 w 1127"/>
              <a:gd name="T103" fmla="*/ 1188 h 1513"/>
              <a:gd name="T104" fmla="*/ 760 w 1127"/>
              <a:gd name="T105" fmla="*/ 1299 h 1513"/>
              <a:gd name="T106" fmla="*/ 823 w 1127"/>
              <a:gd name="T107" fmla="*/ 1364 h 1513"/>
              <a:gd name="T108" fmla="*/ 823 w 1127"/>
              <a:gd name="T109" fmla="*/ 1453 h 1513"/>
              <a:gd name="T110" fmla="*/ 837 w 1127"/>
              <a:gd name="T111" fmla="*/ 1509 h 1513"/>
              <a:gd name="T112" fmla="*/ 879 w 1127"/>
              <a:gd name="T113" fmla="*/ 1416 h 1513"/>
              <a:gd name="T114" fmla="*/ 863 w 1127"/>
              <a:gd name="T115" fmla="*/ 1349 h 1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27" h="1513">
                <a:moveTo>
                  <a:pt x="270" y="979"/>
                </a:moveTo>
                <a:lnTo>
                  <a:pt x="469" y="979"/>
                </a:lnTo>
                <a:lnTo>
                  <a:pt x="469" y="979"/>
                </a:lnTo>
                <a:lnTo>
                  <a:pt x="460" y="971"/>
                </a:lnTo>
                <a:lnTo>
                  <a:pt x="451" y="961"/>
                </a:lnTo>
                <a:lnTo>
                  <a:pt x="440" y="949"/>
                </a:lnTo>
                <a:lnTo>
                  <a:pt x="429" y="935"/>
                </a:lnTo>
                <a:lnTo>
                  <a:pt x="426" y="927"/>
                </a:lnTo>
                <a:lnTo>
                  <a:pt x="421" y="918"/>
                </a:lnTo>
                <a:lnTo>
                  <a:pt x="419" y="910"/>
                </a:lnTo>
                <a:lnTo>
                  <a:pt x="416" y="901"/>
                </a:lnTo>
                <a:lnTo>
                  <a:pt x="416" y="892"/>
                </a:lnTo>
                <a:lnTo>
                  <a:pt x="416" y="883"/>
                </a:lnTo>
                <a:lnTo>
                  <a:pt x="416" y="883"/>
                </a:lnTo>
                <a:lnTo>
                  <a:pt x="435" y="877"/>
                </a:lnTo>
                <a:lnTo>
                  <a:pt x="453" y="871"/>
                </a:lnTo>
                <a:lnTo>
                  <a:pt x="471" y="863"/>
                </a:lnTo>
                <a:lnTo>
                  <a:pt x="488" y="855"/>
                </a:lnTo>
                <a:lnTo>
                  <a:pt x="505" y="844"/>
                </a:lnTo>
                <a:lnTo>
                  <a:pt x="522" y="832"/>
                </a:lnTo>
                <a:lnTo>
                  <a:pt x="537" y="820"/>
                </a:lnTo>
                <a:lnTo>
                  <a:pt x="552" y="806"/>
                </a:lnTo>
                <a:lnTo>
                  <a:pt x="566" y="792"/>
                </a:lnTo>
                <a:lnTo>
                  <a:pt x="581" y="777"/>
                </a:lnTo>
                <a:lnTo>
                  <a:pt x="594" y="761"/>
                </a:lnTo>
                <a:lnTo>
                  <a:pt x="607" y="743"/>
                </a:lnTo>
                <a:lnTo>
                  <a:pt x="618" y="727"/>
                </a:lnTo>
                <a:lnTo>
                  <a:pt x="630" y="709"/>
                </a:lnTo>
                <a:lnTo>
                  <a:pt x="641" y="690"/>
                </a:lnTo>
                <a:lnTo>
                  <a:pt x="652" y="671"/>
                </a:lnTo>
                <a:lnTo>
                  <a:pt x="671" y="632"/>
                </a:lnTo>
                <a:lnTo>
                  <a:pt x="687" y="592"/>
                </a:lnTo>
                <a:lnTo>
                  <a:pt x="702" y="552"/>
                </a:lnTo>
                <a:lnTo>
                  <a:pt x="713" y="512"/>
                </a:lnTo>
                <a:lnTo>
                  <a:pt x="723" y="471"/>
                </a:lnTo>
                <a:lnTo>
                  <a:pt x="730" y="434"/>
                </a:lnTo>
                <a:lnTo>
                  <a:pt x="733" y="397"/>
                </a:lnTo>
                <a:lnTo>
                  <a:pt x="734" y="363"/>
                </a:lnTo>
                <a:lnTo>
                  <a:pt x="734" y="363"/>
                </a:lnTo>
                <a:lnTo>
                  <a:pt x="734" y="344"/>
                </a:lnTo>
                <a:lnTo>
                  <a:pt x="733" y="325"/>
                </a:lnTo>
                <a:lnTo>
                  <a:pt x="731" y="307"/>
                </a:lnTo>
                <a:lnTo>
                  <a:pt x="727" y="289"/>
                </a:lnTo>
                <a:lnTo>
                  <a:pt x="724" y="272"/>
                </a:lnTo>
                <a:lnTo>
                  <a:pt x="719" y="255"/>
                </a:lnTo>
                <a:lnTo>
                  <a:pt x="713" y="238"/>
                </a:lnTo>
                <a:lnTo>
                  <a:pt x="707" y="222"/>
                </a:lnTo>
                <a:lnTo>
                  <a:pt x="700" y="205"/>
                </a:lnTo>
                <a:lnTo>
                  <a:pt x="692" y="190"/>
                </a:lnTo>
                <a:lnTo>
                  <a:pt x="684" y="175"/>
                </a:lnTo>
                <a:lnTo>
                  <a:pt x="674" y="160"/>
                </a:lnTo>
                <a:lnTo>
                  <a:pt x="663" y="146"/>
                </a:lnTo>
                <a:lnTo>
                  <a:pt x="653" y="132"/>
                </a:lnTo>
                <a:lnTo>
                  <a:pt x="642" y="119"/>
                </a:lnTo>
                <a:lnTo>
                  <a:pt x="630" y="106"/>
                </a:lnTo>
                <a:lnTo>
                  <a:pt x="617" y="94"/>
                </a:lnTo>
                <a:lnTo>
                  <a:pt x="604" y="82"/>
                </a:lnTo>
                <a:lnTo>
                  <a:pt x="590" y="72"/>
                </a:lnTo>
                <a:lnTo>
                  <a:pt x="576" y="62"/>
                </a:lnTo>
                <a:lnTo>
                  <a:pt x="562" y="53"/>
                </a:lnTo>
                <a:lnTo>
                  <a:pt x="546" y="43"/>
                </a:lnTo>
                <a:lnTo>
                  <a:pt x="530" y="35"/>
                </a:lnTo>
                <a:lnTo>
                  <a:pt x="514" y="28"/>
                </a:lnTo>
                <a:lnTo>
                  <a:pt x="497" y="22"/>
                </a:lnTo>
                <a:lnTo>
                  <a:pt x="480" y="16"/>
                </a:lnTo>
                <a:lnTo>
                  <a:pt x="462" y="11"/>
                </a:lnTo>
                <a:lnTo>
                  <a:pt x="445" y="7"/>
                </a:lnTo>
                <a:lnTo>
                  <a:pt x="427" y="4"/>
                </a:lnTo>
                <a:lnTo>
                  <a:pt x="408" y="2"/>
                </a:lnTo>
                <a:lnTo>
                  <a:pt x="389" y="0"/>
                </a:lnTo>
                <a:lnTo>
                  <a:pt x="370" y="0"/>
                </a:lnTo>
                <a:lnTo>
                  <a:pt x="370" y="0"/>
                </a:lnTo>
                <a:lnTo>
                  <a:pt x="350" y="0"/>
                </a:lnTo>
                <a:lnTo>
                  <a:pt x="331" y="2"/>
                </a:lnTo>
                <a:lnTo>
                  <a:pt x="312" y="4"/>
                </a:lnTo>
                <a:lnTo>
                  <a:pt x="294" y="7"/>
                </a:lnTo>
                <a:lnTo>
                  <a:pt x="277" y="11"/>
                </a:lnTo>
                <a:lnTo>
                  <a:pt x="259" y="16"/>
                </a:lnTo>
                <a:lnTo>
                  <a:pt x="241" y="22"/>
                </a:lnTo>
                <a:lnTo>
                  <a:pt x="225" y="28"/>
                </a:lnTo>
                <a:lnTo>
                  <a:pt x="208" y="35"/>
                </a:lnTo>
                <a:lnTo>
                  <a:pt x="192" y="43"/>
                </a:lnTo>
                <a:lnTo>
                  <a:pt x="176" y="53"/>
                </a:lnTo>
                <a:lnTo>
                  <a:pt x="162" y="62"/>
                </a:lnTo>
                <a:lnTo>
                  <a:pt x="147" y="72"/>
                </a:lnTo>
                <a:lnTo>
                  <a:pt x="134" y="82"/>
                </a:lnTo>
                <a:lnTo>
                  <a:pt x="119" y="94"/>
                </a:lnTo>
                <a:lnTo>
                  <a:pt x="106" y="106"/>
                </a:lnTo>
                <a:lnTo>
                  <a:pt x="95" y="119"/>
                </a:lnTo>
                <a:lnTo>
                  <a:pt x="83" y="132"/>
                </a:lnTo>
                <a:lnTo>
                  <a:pt x="72" y="146"/>
                </a:lnTo>
                <a:lnTo>
                  <a:pt x="61" y="160"/>
                </a:lnTo>
                <a:lnTo>
                  <a:pt x="52" y="175"/>
                </a:lnTo>
                <a:lnTo>
                  <a:pt x="44" y="190"/>
                </a:lnTo>
                <a:lnTo>
                  <a:pt x="35" y="205"/>
                </a:lnTo>
                <a:lnTo>
                  <a:pt x="28" y="222"/>
                </a:lnTo>
                <a:lnTo>
                  <a:pt x="21" y="238"/>
                </a:lnTo>
                <a:lnTo>
                  <a:pt x="15" y="255"/>
                </a:lnTo>
                <a:lnTo>
                  <a:pt x="11" y="272"/>
                </a:lnTo>
                <a:lnTo>
                  <a:pt x="7" y="289"/>
                </a:lnTo>
                <a:lnTo>
                  <a:pt x="4" y="307"/>
                </a:lnTo>
                <a:lnTo>
                  <a:pt x="1" y="325"/>
                </a:lnTo>
                <a:lnTo>
                  <a:pt x="0" y="344"/>
                </a:lnTo>
                <a:lnTo>
                  <a:pt x="0" y="363"/>
                </a:lnTo>
                <a:lnTo>
                  <a:pt x="0" y="363"/>
                </a:lnTo>
                <a:lnTo>
                  <a:pt x="0" y="397"/>
                </a:lnTo>
                <a:lnTo>
                  <a:pt x="4" y="435"/>
                </a:lnTo>
                <a:lnTo>
                  <a:pt x="9" y="473"/>
                </a:lnTo>
                <a:lnTo>
                  <a:pt x="17" y="513"/>
                </a:lnTo>
                <a:lnTo>
                  <a:pt x="27" y="552"/>
                </a:lnTo>
                <a:lnTo>
                  <a:pt x="39" y="592"/>
                </a:lnTo>
                <a:lnTo>
                  <a:pt x="54" y="632"/>
                </a:lnTo>
                <a:lnTo>
                  <a:pt x="64" y="651"/>
                </a:lnTo>
                <a:lnTo>
                  <a:pt x="72" y="670"/>
                </a:lnTo>
                <a:lnTo>
                  <a:pt x="83" y="689"/>
                </a:lnTo>
                <a:lnTo>
                  <a:pt x="93" y="707"/>
                </a:lnTo>
                <a:lnTo>
                  <a:pt x="104" y="725"/>
                </a:lnTo>
                <a:lnTo>
                  <a:pt x="117" y="742"/>
                </a:lnTo>
                <a:lnTo>
                  <a:pt x="129" y="759"/>
                </a:lnTo>
                <a:lnTo>
                  <a:pt x="143" y="774"/>
                </a:lnTo>
                <a:lnTo>
                  <a:pt x="157" y="790"/>
                </a:lnTo>
                <a:lnTo>
                  <a:pt x="171" y="804"/>
                </a:lnTo>
                <a:lnTo>
                  <a:pt x="188" y="818"/>
                </a:lnTo>
                <a:lnTo>
                  <a:pt x="205" y="830"/>
                </a:lnTo>
                <a:lnTo>
                  <a:pt x="221" y="842"/>
                </a:lnTo>
                <a:lnTo>
                  <a:pt x="240" y="852"/>
                </a:lnTo>
                <a:lnTo>
                  <a:pt x="259" y="862"/>
                </a:lnTo>
                <a:lnTo>
                  <a:pt x="278" y="870"/>
                </a:lnTo>
                <a:lnTo>
                  <a:pt x="299" y="877"/>
                </a:lnTo>
                <a:lnTo>
                  <a:pt x="320" y="883"/>
                </a:lnTo>
                <a:lnTo>
                  <a:pt x="320" y="883"/>
                </a:lnTo>
                <a:lnTo>
                  <a:pt x="323" y="890"/>
                </a:lnTo>
                <a:lnTo>
                  <a:pt x="323" y="898"/>
                </a:lnTo>
                <a:lnTo>
                  <a:pt x="323" y="905"/>
                </a:lnTo>
                <a:lnTo>
                  <a:pt x="320" y="914"/>
                </a:lnTo>
                <a:lnTo>
                  <a:pt x="317" y="922"/>
                </a:lnTo>
                <a:lnTo>
                  <a:pt x="312" y="930"/>
                </a:lnTo>
                <a:lnTo>
                  <a:pt x="302" y="946"/>
                </a:lnTo>
                <a:lnTo>
                  <a:pt x="291" y="959"/>
                </a:lnTo>
                <a:lnTo>
                  <a:pt x="280" y="969"/>
                </a:lnTo>
                <a:lnTo>
                  <a:pt x="270" y="979"/>
                </a:lnTo>
                <a:lnTo>
                  <a:pt x="270" y="979"/>
                </a:lnTo>
                <a:close/>
                <a:moveTo>
                  <a:pt x="493" y="1218"/>
                </a:moveTo>
                <a:lnTo>
                  <a:pt x="493" y="1218"/>
                </a:lnTo>
                <a:lnTo>
                  <a:pt x="472" y="1201"/>
                </a:lnTo>
                <a:lnTo>
                  <a:pt x="454" y="1183"/>
                </a:lnTo>
                <a:lnTo>
                  <a:pt x="440" y="1167"/>
                </a:lnTo>
                <a:lnTo>
                  <a:pt x="427" y="1150"/>
                </a:lnTo>
                <a:lnTo>
                  <a:pt x="417" y="1135"/>
                </a:lnTo>
                <a:lnTo>
                  <a:pt x="409" y="1120"/>
                </a:lnTo>
                <a:lnTo>
                  <a:pt x="402" y="1105"/>
                </a:lnTo>
                <a:lnTo>
                  <a:pt x="397" y="1092"/>
                </a:lnTo>
                <a:lnTo>
                  <a:pt x="395" y="1079"/>
                </a:lnTo>
                <a:lnTo>
                  <a:pt x="393" y="1069"/>
                </a:lnTo>
                <a:lnTo>
                  <a:pt x="390" y="1050"/>
                </a:lnTo>
                <a:lnTo>
                  <a:pt x="391" y="1037"/>
                </a:lnTo>
                <a:lnTo>
                  <a:pt x="391" y="1031"/>
                </a:lnTo>
                <a:lnTo>
                  <a:pt x="391" y="1031"/>
                </a:lnTo>
                <a:lnTo>
                  <a:pt x="391" y="1030"/>
                </a:lnTo>
                <a:lnTo>
                  <a:pt x="389" y="1028"/>
                </a:lnTo>
                <a:lnTo>
                  <a:pt x="383" y="1028"/>
                </a:lnTo>
                <a:lnTo>
                  <a:pt x="367" y="1027"/>
                </a:lnTo>
                <a:lnTo>
                  <a:pt x="341" y="1030"/>
                </a:lnTo>
                <a:lnTo>
                  <a:pt x="341" y="1030"/>
                </a:lnTo>
                <a:lnTo>
                  <a:pt x="342" y="1034"/>
                </a:lnTo>
                <a:lnTo>
                  <a:pt x="344" y="1050"/>
                </a:lnTo>
                <a:lnTo>
                  <a:pt x="349" y="1072"/>
                </a:lnTo>
                <a:lnTo>
                  <a:pt x="357" y="1101"/>
                </a:lnTo>
                <a:lnTo>
                  <a:pt x="363" y="1116"/>
                </a:lnTo>
                <a:lnTo>
                  <a:pt x="370" y="1133"/>
                </a:lnTo>
                <a:lnTo>
                  <a:pt x="378" y="1149"/>
                </a:lnTo>
                <a:lnTo>
                  <a:pt x="388" y="1164"/>
                </a:lnTo>
                <a:lnTo>
                  <a:pt x="399" y="1181"/>
                </a:lnTo>
                <a:lnTo>
                  <a:pt x="410" y="1196"/>
                </a:lnTo>
                <a:lnTo>
                  <a:pt x="425" y="1212"/>
                </a:lnTo>
                <a:lnTo>
                  <a:pt x="441" y="1226"/>
                </a:lnTo>
                <a:lnTo>
                  <a:pt x="441" y="1226"/>
                </a:lnTo>
                <a:lnTo>
                  <a:pt x="448" y="1232"/>
                </a:lnTo>
                <a:lnTo>
                  <a:pt x="455" y="1239"/>
                </a:lnTo>
                <a:lnTo>
                  <a:pt x="462" y="1246"/>
                </a:lnTo>
                <a:lnTo>
                  <a:pt x="467" y="1254"/>
                </a:lnTo>
                <a:lnTo>
                  <a:pt x="472" y="1263"/>
                </a:lnTo>
                <a:lnTo>
                  <a:pt x="477" y="1270"/>
                </a:lnTo>
                <a:lnTo>
                  <a:pt x="482" y="1287"/>
                </a:lnTo>
                <a:lnTo>
                  <a:pt x="486" y="1304"/>
                </a:lnTo>
                <a:lnTo>
                  <a:pt x="487" y="1322"/>
                </a:lnTo>
                <a:lnTo>
                  <a:pt x="487" y="1340"/>
                </a:lnTo>
                <a:lnTo>
                  <a:pt x="485" y="1357"/>
                </a:lnTo>
                <a:lnTo>
                  <a:pt x="482" y="1375"/>
                </a:lnTo>
                <a:lnTo>
                  <a:pt x="478" y="1392"/>
                </a:lnTo>
                <a:lnTo>
                  <a:pt x="472" y="1407"/>
                </a:lnTo>
                <a:lnTo>
                  <a:pt x="466" y="1422"/>
                </a:lnTo>
                <a:lnTo>
                  <a:pt x="460" y="1437"/>
                </a:lnTo>
                <a:lnTo>
                  <a:pt x="453" y="1450"/>
                </a:lnTo>
                <a:lnTo>
                  <a:pt x="441" y="1471"/>
                </a:lnTo>
                <a:lnTo>
                  <a:pt x="490" y="1471"/>
                </a:lnTo>
                <a:lnTo>
                  <a:pt x="490" y="1471"/>
                </a:lnTo>
                <a:lnTo>
                  <a:pt x="494" y="1464"/>
                </a:lnTo>
                <a:lnTo>
                  <a:pt x="505" y="1446"/>
                </a:lnTo>
                <a:lnTo>
                  <a:pt x="512" y="1433"/>
                </a:lnTo>
                <a:lnTo>
                  <a:pt x="519" y="1418"/>
                </a:lnTo>
                <a:lnTo>
                  <a:pt x="526" y="1401"/>
                </a:lnTo>
                <a:lnTo>
                  <a:pt x="532" y="1382"/>
                </a:lnTo>
                <a:lnTo>
                  <a:pt x="537" y="1363"/>
                </a:lnTo>
                <a:lnTo>
                  <a:pt x="539" y="1343"/>
                </a:lnTo>
                <a:lnTo>
                  <a:pt x="540" y="1322"/>
                </a:lnTo>
                <a:lnTo>
                  <a:pt x="539" y="1311"/>
                </a:lnTo>
                <a:lnTo>
                  <a:pt x="538" y="1300"/>
                </a:lnTo>
                <a:lnTo>
                  <a:pt x="536" y="1290"/>
                </a:lnTo>
                <a:lnTo>
                  <a:pt x="532" y="1279"/>
                </a:lnTo>
                <a:lnTo>
                  <a:pt x="529" y="1269"/>
                </a:lnTo>
                <a:lnTo>
                  <a:pt x="524" y="1258"/>
                </a:lnTo>
                <a:lnTo>
                  <a:pt x="518" y="1247"/>
                </a:lnTo>
                <a:lnTo>
                  <a:pt x="511" y="1238"/>
                </a:lnTo>
                <a:lnTo>
                  <a:pt x="503" y="1227"/>
                </a:lnTo>
                <a:lnTo>
                  <a:pt x="493" y="1218"/>
                </a:lnTo>
                <a:lnTo>
                  <a:pt x="493" y="1218"/>
                </a:lnTo>
                <a:close/>
                <a:moveTo>
                  <a:pt x="762" y="98"/>
                </a:moveTo>
                <a:lnTo>
                  <a:pt x="762" y="98"/>
                </a:lnTo>
                <a:lnTo>
                  <a:pt x="737" y="98"/>
                </a:lnTo>
                <a:lnTo>
                  <a:pt x="711" y="99"/>
                </a:lnTo>
                <a:lnTo>
                  <a:pt x="711" y="99"/>
                </a:lnTo>
                <a:lnTo>
                  <a:pt x="725" y="115"/>
                </a:lnTo>
                <a:lnTo>
                  <a:pt x="737" y="133"/>
                </a:lnTo>
                <a:lnTo>
                  <a:pt x="747" y="153"/>
                </a:lnTo>
                <a:lnTo>
                  <a:pt x="756" y="175"/>
                </a:lnTo>
                <a:lnTo>
                  <a:pt x="763" y="197"/>
                </a:lnTo>
                <a:lnTo>
                  <a:pt x="769" y="220"/>
                </a:lnTo>
                <a:lnTo>
                  <a:pt x="773" y="244"/>
                </a:lnTo>
                <a:lnTo>
                  <a:pt x="777" y="268"/>
                </a:lnTo>
                <a:lnTo>
                  <a:pt x="779" y="294"/>
                </a:lnTo>
                <a:lnTo>
                  <a:pt x="782" y="319"/>
                </a:lnTo>
                <a:lnTo>
                  <a:pt x="783" y="369"/>
                </a:lnTo>
                <a:lnTo>
                  <a:pt x="783" y="417"/>
                </a:lnTo>
                <a:lnTo>
                  <a:pt x="783" y="462"/>
                </a:lnTo>
                <a:lnTo>
                  <a:pt x="783" y="462"/>
                </a:lnTo>
                <a:lnTo>
                  <a:pt x="782" y="483"/>
                </a:lnTo>
                <a:lnTo>
                  <a:pt x="778" y="507"/>
                </a:lnTo>
                <a:lnTo>
                  <a:pt x="772" y="533"/>
                </a:lnTo>
                <a:lnTo>
                  <a:pt x="764" y="560"/>
                </a:lnTo>
                <a:lnTo>
                  <a:pt x="754" y="589"/>
                </a:lnTo>
                <a:lnTo>
                  <a:pt x="743" y="618"/>
                </a:lnTo>
                <a:lnTo>
                  <a:pt x="728" y="648"/>
                </a:lnTo>
                <a:lnTo>
                  <a:pt x="713" y="678"/>
                </a:lnTo>
                <a:lnTo>
                  <a:pt x="697" y="708"/>
                </a:lnTo>
                <a:lnTo>
                  <a:pt x="678" y="738"/>
                </a:lnTo>
                <a:lnTo>
                  <a:pt x="658" y="767"/>
                </a:lnTo>
                <a:lnTo>
                  <a:pt x="636" y="794"/>
                </a:lnTo>
                <a:lnTo>
                  <a:pt x="615" y="820"/>
                </a:lnTo>
                <a:lnTo>
                  <a:pt x="591" y="844"/>
                </a:lnTo>
                <a:lnTo>
                  <a:pt x="568" y="865"/>
                </a:lnTo>
                <a:lnTo>
                  <a:pt x="542" y="885"/>
                </a:lnTo>
                <a:lnTo>
                  <a:pt x="542" y="885"/>
                </a:lnTo>
                <a:lnTo>
                  <a:pt x="559" y="901"/>
                </a:lnTo>
                <a:lnTo>
                  <a:pt x="577" y="916"/>
                </a:lnTo>
                <a:lnTo>
                  <a:pt x="597" y="930"/>
                </a:lnTo>
                <a:lnTo>
                  <a:pt x="617" y="943"/>
                </a:lnTo>
                <a:lnTo>
                  <a:pt x="640" y="955"/>
                </a:lnTo>
                <a:lnTo>
                  <a:pt x="661" y="966"/>
                </a:lnTo>
                <a:lnTo>
                  <a:pt x="685" y="974"/>
                </a:lnTo>
                <a:lnTo>
                  <a:pt x="708" y="981"/>
                </a:lnTo>
                <a:lnTo>
                  <a:pt x="708" y="981"/>
                </a:lnTo>
                <a:lnTo>
                  <a:pt x="711" y="988"/>
                </a:lnTo>
                <a:lnTo>
                  <a:pt x="712" y="997"/>
                </a:lnTo>
                <a:lnTo>
                  <a:pt x="711" y="1004"/>
                </a:lnTo>
                <a:lnTo>
                  <a:pt x="708" y="1012"/>
                </a:lnTo>
                <a:lnTo>
                  <a:pt x="706" y="1020"/>
                </a:lnTo>
                <a:lnTo>
                  <a:pt x="701" y="1028"/>
                </a:lnTo>
                <a:lnTo>
                  <a:pt x="692" y="1043"/>
                </a:lnTo>
                <a:lnTo>
                  <a:pt x="681" y="1057"/>
                </a:lnTo>
                <a:lnTo>
                  <a:pt x="672" y="1067"/>
                </a:lnTo>
                <a:lnTo>
                  <a:pt x="662" y="1077"/>
                </a:lnTo>
                <a:lnTo>
                  <a:pt x="860" y="1077"/>
                </a:lnTo>
                <a:lnTo>
                  <a:pt x="860" y="1077"/>
                </a:lnTo>
                <a:lnTo>
                  <a:pt x="850" y="1069"/>
                </a:lnTo>
                <a:lnTo>
                  <a:pt x="841" y="1060"/>
                </a:lnTo>
                <a:lnTo>
                  <a:pt x="830" y="1049"/>
                </a:lnTo>
                <a:lnTo>
                  <a:pt x="820" y="1034"/>
                </a:lnTo>
                <a:lnTo>
                  <a:pt x="816" y="1026"/>
                </a:lnTo>
                <a:lnTo>
                  <a:pt x="811" y="1018"/>
                </a:lnTo>
                <a:lnTo>
                  <a:pt x="809" y="1010"/>
                </a:lnTo>
                <a:lnTo>
                  <a:pt x="807" y="1001"/>
                </a:lnTo>
                <a:lnTo>
                  <a:pt x="807" y="992"/>
                </a:lnTo>
                <a:lnTo>
                  <a:pt x="807" y="982"/>
                </a:lnTo>
                <a:lnTo>
                  <a:pt x="807" y="982"/>
                </a:lnTo>
                <a:lnTo>
                  <a:pt x="825" y="978"/>
                </a:lnTo>
                <a:lnTo>
                  <a:pt x="844" y="971"/>
                </a:lnTo>
                <a:lnTo>
                  <a:pt x="862" y="962"/>
                </a:lnTo>
                <a:lnTo>
                  <a:pt x="879" y="954"/>
                </a:lnTo>
                <a:lnTo>
                  <a:pt x="895" y="943"/>
                </a:lnTo>
                <a:lnTo>
                  <a:pt x="912" y="931"/>
                </a:lnTo>
                <a:lnTo>
                  <a:pt x="927" y="920"/>
                </a:lnTo>
                <a:lnTo>
                  <a:pt x="943" y="905"/>
                </a:lnTo>
                <a:lnTo>
                  <a:pt x="957" y="891"/>
                </a:lnTo>
                <a:lnTo>
                  <a:pt x="971" y="876"/>
                </a:lnTo>
                <a:lnTo>
                  <a:pt x="985" y="859"/>
                </a:lnTo>
                <a:lnTo>
                  <a:pt x="997" y="843"/>
                </a:lnTo>
                <a:lnTo>
                  <a:pt x="1010" y="825"/>
                </a:lnTo>
                <a:lnTo>
                  <a:pt x="1022" y="807"/>
                </a:lnTo>
                <a:lnTo>
                  <a:pt x="1032" y="788"/>
                </a:lnTo>
                <a:lnTo>
                  <a:pt x="1043" y="769"/>
                </a:lnTo>
                <a:lnTo>
                  <a:pt x="1062" y="730"/>
                </a:lnTo>
                <a:lnTo>
                  <a:pt x="1080" y="690"/>
                </a:lnTo>
                <a:lnTo>
                  <a:pt x="1094" y="650"/>
                </a:lnTo>
                <a:lnTo>
                  <a:pt x="1106" y="610"/>
                </a:lnTo>
                <a:lnTo>
                  <a:pt x="1115" y="570"/>
                </a:lnTo>
                <a:lnTo>
                  <a:pt x="1121" y="532"/>
                </a:lnTo>
                <a:lnTo>
                  <a:pt x="1126" y="495"/>
                </a:lnTo>
                <a:lnTo>
                  <a:pt x="1127" y="461"/>
                </a:lnTo>
                <a:lnTo>
                  <a:pt x="1127" y="461"/>
                </a:lnTo>
                <a:lnTo>
                  <a:pt x="1127" y="442"/>
                </a:lnTo>
                <a:lnTo>
                  <a:pt x="1125" y="423"/>
                </a:lnTo>
                <a:lnTo>
                  <a:pt x="1123" y="405"/>
                </a:lnTo>
                <a:lnTo>
                  <a:pt x="1120" y="387"/>
                </a:lnTo>
                <a:lnTo>
                  <a:pt x="1116" y="370"/>
                </a:lnTo>
                <a:lnTo>
                  <a:pt x="1110" y="353"/>
                </a:lnTo>
                <a:lnTo>
                  <a:pt x="1106" y="337"/>
                </a:lnTo>
                <a:lnTo>
                  <a:pt x="1099" y="320"/>
                </a:lnTo>
                <a:lnTo>
                  <a:pt x="1092" y="303"/>
                </a:lnTo>
                <a:lnTo>
                  <a:pt x="1084" y="288"/>
                </a:lnTo>
                <a:lnTo>
                  <a:pt x="1075" y="273"/>
                </a:lnTo>
                <a:lnTo>
                  <a:pt x="1066" y="259"/>
                </a:lnTo>
                <a:lnTo>
                  <a:pt x="1056" y="244"/>
                </a:lnTo>
                <a:lnTo>
                  <a:pt x="1045" y="230"/>
                </a:lnTo>
                <a:lnTo>
                  <a:pt x="1034" y="217"/>
                </a:lnTo>
                <a:lnTo>
                  <a:pt x="1022" y="204"/>
                </a:lnTo>
                <a:lnTo>
                  <a:pt x="1010" y="192"/>
                </a:lnTo>
                <a:lnTo>
                  <a:pt x="996" y="180"/>
                </a:lnTo>
                <a:lnTo>
                  <a:pt x="983" y="170"/>
                </a:lnTo>
                <a:lnTo>
                  <a:pt x="969" y="160"/>
                </a:lnTo>
                <a:lnTo>
                  <a:pt x="953" y="151"/>
                </a:lnTo>
                <a:lnTo>
                  <a:pt x="938" y="141"/>
                </a:lnTo>
                <a:lnTo>
                  <a:pt x="922" y="133"/>
                </a:lnTo>
                <a:lnTo>
                  <a:pt x="906" y="126"/>
                </a:lnTo>
                <a:lnTo>
                  <a:pt x="889" y="120"/>
                </a:lnTo>
                <a:lnTo>
                  <a:pt x="873" y="114"/>
                </a:lnTo>
                <a:lnTo>
                  <a:pt x="855" y="110"/>
                </a:lnTo>
                <a:lnTo>
                  <a:pt x="837" y="105"/>
                </a:lnTo>
                <a:lnTo>
                  <a:pt x="818" y="101"/>
                </a:lnTo>
                <a:lnTo>
                  <a:pt x="799" y="100"/>
                </a:lnTo>
                <a:lnTo>
                  <a:pt x="780" y="98"/>
                </a:lnTo>
                <a:lnTo>
                  <a:pt x="762" y="98"/>
                </a:lnTo>
                <a:lnTo>
                  <a:pt x="762" y="98"/>
                </a:lnTo>
                <a:close/>
                <a:moveTo>
                  <a:pt x="833" y="1316"/>
                </a:moveTo>
                <a:lnTo>
                  <a:pt x="833" y="1316"/>
                </a:lnTo>
                <a:lnTo>
                  <a:pt x="817" y="1302"/>
                </a:lnTo>
                <a:lnTo>
                  <a:pt x="804" y="1286"/>
                </a:lnTo>
                <a:lnTo>
                  <a:pt x="795" y="1271"/>
                </a:lnTo>
                <a:lnTo>
                  <a:pt x="788" y="1256"/>
                </a:lnTo>
                <a:lnTo>
                  <a:pt x="782" y="1239"/>
                </a:lnTo>
                <a:lnTo>
                  <a:pt x="778" y="1224"/>
                </a:lnTo>
                <a:lnTo>
                  <a:pt x="776" y="1208"/>
                </a:lnTo>
                <a:lnTo>
                  <a:pt x="775" y="1194"/>
                </a:lnTo>
                <a:lnTo>
                  <a:pt x="776" y="1180"/>
                </a:lnTo>
                <a:lnTo>
                  <a:pt x="777" y="1168"/>
                </a:lnTo>
                <a:lnTo>
                  <a:pt x="779" y="1147"/>
                </a:lnTo>
                <a:lnTo>
                  <a:pt x="784" y="1133"/>
                </a:lnTo>
                <a:lnTo>
                  <a:pt x="785" y="1128"/>
                </a:lnTo>
                <a:lnTo>
                  <a:pt x="739" y="1125"/>
                </a:lnTo>
                <a:lnTo>
                  <a:pt x="739" y="1125"/>
                </a:lnTo>
                <a:lnTo>
                  <a:pt x="738" y="1133"/>
                </a:lnTo>
                <a:lnTo>
                  <a:pt x="736" y="1149"/>
                </a:lnTo>
                <a:lnTo>
                  <a:pt x="734" y="1174"/>
                </a:lnTo>
                <a:lnTo>
                  <a:pt x="733" y="1188"/>
                </a:lnTo>
                <a:lnTo>
                  <a:pt x="734" y="1204"/>
                </a:lnTo>
                <a:lnTo>
                  <a:pt x="736" y="1220"/>
                </a:lnTo>
                <a:lnTo>
                  <a:pt x="737" y="1237"/>
                </a:lnTo>
                <a:lnTo>
                  <a:pt x="740" y="1253"/>
                </a:lnTo>
                <a:lnTo>
                  <a:pt x="746" y="1270"/>
                </a:lnTo>
                <a:lnTo>
                  <a:pt x="752" y="1285"/>
                </a:lnTo>
                <a:lnTo>
                  <a:pt x="760" y="1299"/>
                </a:lnTo>
                <a:lnTo>
                  <a:pt x="771" y="1312"/>
                </a:lnTo>
                <a:lnTo>
                  <a:pt x="777" y="1318"/>
                </a:lnTo>
                <a:lnTo>
                  <a:pt x="784" y="1323"/>
                </a:lnTo>
                <a:lnTo>
                  <a:pt x="784" y="1323"/>
                </a:lnTo>
                <a:lnTo>
                  <a:pt x="801" y="1337"/>
                </a:lnTo>
                <a:lnTo>
                  <a:pt x="814" y="1351"/>
                </a:lnTo>
                <a:lnTo>
                  <a:pt x="823" y="1364"/>
                </a:lnTo>
                <a:lnTo>
                  <a:pt x="829" y="1377"/>
                </a:lnTo>
                <a:lnTo>
                  <a:pt x="834" y="1390"/>
                </a:lnTo>
                <a:lnTo>
                  <a:pt x="835" y="1403"/>
                </a:lnTo>
                <a:lnTo>
                  <a:pt x="834" y="1416"/>
                </a:lnTo>
                <a:lnTo>
                  <a:pt x="831" y="1428"/>
                </a:lnTo>
                <a:lnTo>
                  <a:pt x="828" y="1441"/>
                </a:lnTo>
                <a:lnTo>
                  <a:pt x="823" y="1453"/>
                </a:lnTo>
                <a:lnTo>
                  <a:pt x="817" y="1464"/>
                </a:lnTo>
                <a:lnTo>
                  <a:pt x="810" y="1474"/>
                </a:lnTo>
                <a:lnTo>
                  <a:pt x="797" y="1496"/>
                </a:lnTo>
                <a:lnTo>
                  <a:pt x="784" y="1513"/>
                </a:lnTo>
                <a:lnTo>
                  <a:pt x="833" y="1513"/>
                </a:lnTo>
                <a:lnTo>
                  <a:pt x="833" y="1513"/>
                </a:lnTo>
                <a:lnTo>
                  <a:pt x="837" y="1509"/>
                </a:lnTo>
                <a:lnTo>
                  <a:pt x="848" y="1494"/>
                </a:lnTo>
                <a:lnTo>
                  <a:pt x="854" y="1485"/>
                </a:lnTo>
                <a:lnTo>
                  <a:pt x="861" y="1474"/>
                </a:lnTo>
                <a:lnTo>
                  <a:pt x="867" y="1461"/>
                </a:lnTo>
                <a:lnTo>
                  <a:pt x="873" y="1447"/>
                </a:lnTo>
                <a:lnTo>
                  <a:pt x="876" y="1433"/>
                </a:lnTo>
                <a:lnTo>
                  <a:pt x="879" y="1416"/>
                </a:lnTo>
                <a:lnTo>
                  <a:pt x="880" y="1400"/>
                </a:lnTo>
                <a:lnTo>
                  <a:pt x="879" y="1392"/>
                </a:lnTo>
                <a:lnTo>
                  <a:pt x="877" y="1383"/>
                </a:lnTo>
                <a:lnTo>
                  <a:pt x="875" y="1375"/>
                </a:lnTo>
                <a:lnTo>
                  <a:pt x="872" y="1367"/>
                </a:lnTo>
                <a:lnTo>
                  <a:pt x="868" y="1358"/>
                </a:lnTo>
                <a:lnTo>
                  <a:pt x="863" y="1349"/>
                </a:lnTo>
                <a:lnTo>
                  <a:pt x="857" y="1341"/>
                </a:lnTo>
                <a:lnTo>
                  <a:pt x="850" y="1332"/>
                </a:lnTo>
                <a:lnTo>
                  <a:pt x="842" y="1324"/>
                </a:lnTo>
                <a:lnTo>
                  <a:pt x="833" y="1316"/>
                </a:lnTo>
                <a:lnTo>
                  <a:pt x="833" y="13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5"/>
          <p:cNvSpPr>
            <a:spLocks noChangeAspect="1" noEditPoints="1"/>
          </p:cNvSpPr>
          <p:nvPr/>
        </p:nvSpPr>
        <p:spPr bwMode="auto">
          <a:xfrm>
            <a:off x="4666426" y="1243878"/>
            <a:ext cx="573148" cy="1080000"/>
          </a:xfrm>
          <a:custGeom>
            <a:avLst/>
            <a:gdLst>
              <a:gd name="T0" fmla="*/ 405 w 805"/>
              <a:gd name="T1" fmla="*/ 1 h 1514"/>
              <a:gd name="T2" fmla="*/ 324 w 805"/>
              <a:gd name="T3" fmla="*/ 14 h 1514"/>
              <a:gd name="T4" fmla="*/ 270 w 805"/>
              <a:gd name="T5" fmla="*/ 32 h 1514"/>
              <a:gd name="T6" fmla="*/ 211 w 805"/>
              <a:gd name="T7" fmla="*/ 59 h 1514"/>
              <a:gd name="T8" fmla="*/ 153 w 805"/>
              <a:gd name="T9" fmla="*/ 99 h 1514"/>
              <a:gd name="T10" fmla="*/ 97 w 805"/>
              <a:gd name="T11" fmla="*/ 154 h 1514"/>
              <a:gd name="T12" fmla="*/ 51 w 805"/>
              <a:gd name="T13" fmla="*/ 226 h 1514"/>
              <a:gd name="T14" fmla="*/ 18 w 805"/>
              <a:gd name="T15" fmla="*/ 317 h 1514"/>
              <a:gd name="T16" fmla="*/ 2 w 805"/>
              <a:gd name="T17" fmla="*/ 431 h 1514"/>
              <a:gd name="T18" fmla="*/ 2 w 805"/>
              <a:gd name="T19" fmla="*/ 1470 h 1514"/>
              <a:gd name="T20" fmla="*/ 10 w 805"/>
              <a:gd name="T21" fmla="*/ 1493 h 1514"/>
              <a:gd name="T22" fmla="*/ 24 w 805"/>
              <a:gd name="T23" fmla="*/ 1507 h 1514"/>
              <a:gd name="T24" fmla="*/ 43 w 805"/>
              <a:gd name="T25" fmla="*/ 1514 h 1514"/>
              <a:gd name="T26" fmla="*/ 329 w 805"/>
              <a:gd name="T27" fmla="*/ 1514 h 1514"/>
              <a:gd name="T28" fmla="*/ 353 w 805"/>
              <a:gd name="T29" fmla="*/ 1506 h 1514"/>
              <a:gd name="T30" fmla="*/ 369 w 805"/>
              <a:gd name="T31" fmla="*/ 1489 h 1514"/>
              <a:gd name="T32" fmla="*/ 375 w 805"/>
              <a:gd name="T33" fmla="*/ 1468 h 1514"/>
              <a:gd name="T34" fmla="*/ 376 w 805"/>
              <a:gd name="T35" fmla="*/ 401 h 1514"/>
              <a:gd name="T36" fmla="*/ 379 w 805"/>
              <a:gd name="T37" fmla="*/ 389 h 1514"/>
              <a:gd name="T38" fmla="*/ 393 w 805"/>
              <a:gd name="T39" fmla="*/ 379 h 1514"/>
              <a:gd name="T40" fmla="*/ 407 w 805"/>
              <a:gd name="T41" fmla="*/ 377 h 1514"/>
              <a:gd name="T42" fmla="*/ 423 w 805"/>
              <a:gd name="T43" fmla="*/ 381 h 1514"/>
              <a:gd name="T44" fmla="*/ 428 w 805"/>
              <a:gd name="T45" fmla="*/ 389 h 1514"/>
              <a:gd name="T46" fmla="*/ 428 w 805"/>
              <a:gd name="T47" fmla="*/ 406 h 1514"/>
              <a:gd name="T48" fmla="*/ 428 w 805"/>
              <a:gd name="T49" fmla="*/ 711 h 1514"/>
              <a:gd name="T50" fmla="*/ 438 w 805"/>
              <a:gd name="T51" fmla="*/ 739 h 1514"/>
              <a:gd name="T52" fmla="*/ 450 w 805"/>
              <a:gd name="T53" fmla="*/ 752 h 1514"/>
              <a:gd name="T54" fmla="*/ 472 w 805"/>
              <a:gd name="T55" fmla="*/ 757 h 1514"/>
              <a:gd name="T56" fmla="*/ 762 w 805"/>
              <a:gd name="T57" fmla="*/ 758 h 1514"/>
              <a:gd name="T58" fmla="*/ 783 w 805"/>
              <a:gd name="T59" fmla="*/ 754 h 1514"/>
              <a:gd name="T60" fmla="*/ 796 w 805"/>
              <a:gd name="T61" fmla="*/ 743 h 1514"/>
              <a:gd name="T62" fmla="*/ 803 w 805"/>
              <a:gd name="T63" fmla="*/ 724 h 1514"/>
              <a:gd name="T64" fmla="*/ 805 w 805"/>
              <a:gd name="T65" fmla="*/ 471 h 1514"/>
              <a:gd name="T66" fmla="*/ 797 w 805"/>
              <a:gd name="T67" fmla="*/ 396 h 1514"/>
              <a:gd name="T68" fmla="*/ 777 w 805"/>
              <a:gd name="T69" fmla="*/ 301 h 1514"/>
              <a:gd name="T70" fmla="*/ 755 w 805"/>
              <a:gd name="T71" fmla="*/ 236 h 1514"/>
              <a:gd name="T72" fmla="*/ 723 w 805"/>
              <a:gd name="T73" fmla="*/ 170 h 1514"/>
              <a:gd name="T74" fmla="*/ 679 w 805"/>
              <a:gd name="T75" fmla="*/ 109 h 1514"/>
              <a:gd name="T76" fmla="*/ 621 w 805"/>
              <a:gd name="T77" fmla="*/ 58 h 1514"/>
              <a:gd name="T78" fmla="*/ 548 w 805"/>
              <a:gd name="T79" fmla="*/ 20 h 1514"/>
              <a:gd name="T80" fmla="*/ 457 w 805"/>
              <a:gd name="T81" fmla="*/ 1 h 1514"/>
              <a:gd name="T82" fmla="*/ 93 w 805"/>
              <a:gd name="T83" fmla="*/ 519 h 1514"/>
              <a:gd name="T84" fmla="*/ 91 w 805"/>
              <a:gd name="T85" fmla="*/ 709 h 1514"/>
              <a:gd name="T86" fmla="*/ 93 w 805"/>
              <a:gd name="T87" fmla="*/ 1276 h 1514"/>
              <a:gd name="T88" fmla="*/ 284 w 805"/>
              <a:gd name="T89" fmla="*/ 1324 h 1514"/>
              <a:gd name="T90" fmla="*/ 287 w 805"/>
              <a:gd name="T91" fmla="*/ 1134 h 1514"/>
              <a:gd name="T92" fmla="*/ 282 w 805"/>
              <a:gd name="T93" fmla="*/ 567 h 1514"/>
              <a:gd name="T94" fmla="*/ 121 w 805"/>
              <a:gd name="T95" fmla="*/ 315 h 1514"/>
              <a:gd name="T96" fmla="*/ 151 w 805"/>
              <a:gd name="T97" fmla="*/ 253 h 1514"/>
              <a:gd name="T98" fmla="*/ 179 w 805"/>
              <a:gd name="T99" fmla="*/ 213 h 1514"/>
              <a:gd name="T100" fmla="*/ 300 w 805"/>
              <a:gd name="T101" fmla="*/ 347 h 1514"/>
              <a:gd name="T102" fmla="*/ 292 w 805"/>
              <a:gd name="T103" fmla="*/ 354 h 1514"/>
              <a:gd name="T104" fmla="*/ 285 w 805"/>
              <a:gd name="T105" fmla="*/ 368 h 1514"/>
              <a:gd name="T106" fmla="*/ 518 w 805"/>
              <a:gd name="T107" fmla="*/ 662 h 1514"/>
              <a:gd name="T108" fmla="*/ 518 w 805"/>
              <a:gd name="T109" fmla="*/ 662 h 1514"/>
              <a:gd name="T110" fmla="*/ 315 w 805"/>
              <a:gd name="T111" fmla="*/ 120 h 1514"/>
              <a:gd name="T112" fmla="*/ 349 w 805"/>
              <a:gd name="T113" fmla="*/ 101 h 1514"/>
              <a:gd name="T114" fmla="*/ 393 w 805"/>
              <a:gd name="T115" fmla="*/ 94 h 1514"/>
              <a:gd name="T116" fmla="*/ 509 w 805"/>
              <a:gd name="T117" fmla="*/ 179 h 1514"/>
              <a:gd name="T118" fmla="*/ 708 w 805"/>
              <a:gd name="T119" fmla="*/ 571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5" h="1514">
                <a:moveTo>
                  <a:pt x="423" y="0"/>
                </a:moveTo>
                <a:lnTo>
                  <a:pt x="423" y="0"/>
                </a:lnTo>
                <a:lnTo>
                  <a:pt x="405" y="1"/>
                </a:lnTo>
                <a:lnTo>
                  <a:pt x="384" y="4"/>
                </a:lnTo>
                <a:lnTo>
                  <a:pt x="356" y="7"/>
                </a:lnTo>
                <a:lnTo>
                  <a:pt x="324" y="14"/>
                </a:lnTo>
                <a:lnTo>
                  <a:pt x="307" y="19"/>
                </a:lnTo>
                <a:lnTo>
                  <a:pt x="289" y="25"/>
                </a:lnTo>
                <a:lnTo>
                  <a:pt x="270" y="32"/>
                </a:lnTo>
                <a:lnTo>
                  <a:pt x="251" y="39"/>
                </a:lnTo>
                <a:lnTo>
                  <a:pt x="231" y="49"/>
                </a:lnTo>
                <a:lnTo>
                  <a:pt x="211" y="59"/>
                </a:lnTo>
                <a:lnTo>
                  <a:pt x="192" y="71"/>
                </a:lnTo>
                <a:lnTo>
                  <a:pt x="172" y="84"/>
                </a:lnTo>
                <a:lnTo>
                  <a:pt x="153" y="99"/>
                </a:lnTo>
                <a:lnTo>
                  <a:pt x="134" y="116"/>
                </a:lnTo>
                <a:lnTo>
                  <a:pt x="115" y="134"/>
                </a:lnTo>
                <a:lnTo>
                  <a:pt x="97" y="154"/>
                </a:lnTo>
                <a:lnTo>
                  <a:pt x="81" y="176"/>
                </a:lnTo>
                <a:lnTo>
                  <a:pt x="65" y="200"/>
                </a:lnTo>
                <a:lnTo>
                  <a:pt x="51" y="226"/>
                </a:lnTo>
                <a:lnTo>
                  <a:pt x="39" y="254"/>
                </a:lnTo>
                <a:lnTo>
                  <a:pt x="28" y="284"/>
                </a:lnTo>
                <a:lnTo>
                  <a:pt x="18" y="317"/>
                </a:lnTo>
                <a:lnTo>
                  <a:pt x="10" y="353"/>
                </a:lnTo>
                <a:lnTo>
                  <a:pt x="5" y="390"/>
                </a:lnTo>
                <a:lnTo>
                  <a:pt x="2" y="431"/>
                </a:lnTo>
                <a:lnTo>
                  <a:pt x="0" y="473"/>
                </a:lnTo>
                <a:lnTo>
                  <a:pt x="2" y="1470"/>
                </a:lnTo>
                <a:lnTo>
                  <a:pt x="2" y="1470"/>
                </a:lnTo>
                <a:lnTo>
                  <a:pt x="3" y="1477"/>
                </a:lnTo>
                <a:lnTo>
                  <a:pt x="5" y="1484"/>
                </a:lnTo>
                <a:lnTo>
                  <a:pt x="10" y="1493"/>
                </a:lnTo>
                <a:lnTo>
                  <a:pt x="16" y="1500"/>
                </a:lnTo>
                <a:lnTo>
                  <a:pt x="19" y="1505"/>
                </a:lnTo>
                <a:lnTo>
                  <a:pt x="24" y="1507"/>
                </a:lnTo>
                <a:lnTo>
                  <a:pt x="30" y="1510"/>
                </a:lnTo>
                <a:lnTo>
                  <a:pt x="36" y="1512"/>
                </a:lnTo>
                <a:lnTo>
                  <a:pt x="43" y="1514"/>
                </a:lnTo>
                <a:lnTo>
                  <a:pt x="50" y="1514"/>
                </a:lnTo>
                <a:lnTo>
                  <a:pt x="329" y="1514"/>
                </a:lnTo>
                <a:lnTo>
                  <a:pt x="329" y="1514"/>
                </a:lnTo>
                <a:lnTo>
                  <a:pt x="336" y="1513"/>
                </a:lnTo>
                <a:lnTo>
                  <a:pt x="343" y="1510"/>
                </a:lnTo>
                <a:lnTo>
                  <a:pt x="353" y="1506"/>
                </a:lnTo>
                <a:lnTo>
                  <a:pt x="361" y="1499"/>
                </a:lnTo>
                <a:lnTo>
                  <a:pt x="366" y="1494"/>
                </a:lnTo>
                <a:lnTo>
                  <a:pt x="369" y="1489"/>
                </a:lnTo>
                <a:lnTo>
                  <a:pt x="372" y="1483"/>
                </a:lnTo>
                <a:lnTo>
                  <a:pt x="374" y="1476"/>
                </a:lnTo>
                <a:lnTo>
                  <a:pt x="375" y="1468"/>
                </a:lnTo>
                <a:lnTo>
                  <a:pt x="376" y="1458"/>
                </a:lnTo>
                <a:lnTo>
                  <a:pt x="376" y="401"/>
                </a:lnTo>
                <a:lnTo>
                  <a:pt x="376" y="401"/>
                </a:lnTo>
                <a:lnTo>
                  <a:pt x="376" y="398"/>
                </a:lnTo>
                <a:lnTo>
                  <a:pt x="376" y="393"/>
                </a:lnTo>
                <a:lnTo>
                  <a:pt x="379" y="389"/>
                </a:lnTo>
                <a:lnTo>
                  <a:pt x="381" y="385"/>
                </a:lnTo>
                <a:lnTo>
                  <a:pt x="386" y="381"/>
                </a:lnTo>
                <a:lnTo>
                  <a:pt x="393" y="379"/>
                </a:lnTo>
                <a:lnTo>
                  <a:pt x="402" y="379"/>
                </a:lnTo>
                <a:lnTo>
                  <a:pt x="402" y="379"/>
                </a:lnTo>
                <a:lnTo>
                  <a:pt x="407" y="377"/>
                </a:lnTo>
                <a:lnTo>
                  <a:pt x="412" y="377"/>
                </a:lnTo>
                <a:lnTo>
                  <a:pt x="418" y="379"/>
                </a:lnTo>
                <a:lnTo>
                  <a:pt x="423" y="381"/>
                </a:lnTo>
                <a:lnTo>
                  <a:pt x="425" y="383"/>
                </a:lnTo>
                <a:lnTo>
                  <a:pt x="426" y="386"/>
                </a:lnTo>
                <a:lnTo>
                  <a:pt x="428" y="389"/>
                </a:lnTo>
                <a:lnTo>
                  <a:pt x="428" y="394"/>
                </a:lnTo>
                <a:lnTo>
                  <a:pt x="428" y="399"/>
                </a:lnTo>
                <a:lnTo>
                  <a:pt x="428" y="406"/>
                </a:lnTo>
                <a:lnTo>
                  <a:pt x="428" y="701"/>
                </a:lnTo>
                <a:lnTo>
                  <a:pt x="428" y="701"/>
                </a:lnTo>
                <a:lnTo>
                  <a:pt x="428" y="711"/>
                </a:lnTo>
                <a:lnTo>
                  <a:pt x="430" y="719"/>
                </a:lnTo>
                <a:lnTo>
                  <a:pt x="432" y="730"/>
                </a:lnTo>
                <a:lnTo>
                  <a:pt x="438" y="739"/>
                </a:lnTo>
                <a:lnTo>
                  <a:pt x="440" y="744"/>
                </a:lnTo>
                <a:lnTo>
                  <a:pt x="445" y="749"/>
                </a:lnTo>
                <a:lnTo>
                  <a:pt x="450" y="752"/>
                </a:lnTo>
                <a:lnTo>
                  <a:pt x="457" y="755"/>
                </a:lnTo>
                <a:lnTo>
                  <a:pt x="464" y="756"/>
                </a:lnTo>
                <a:lnTo>
                  <a:pt x="472" y="757"/>
                </a:lnTo>
                <a:lnTo>
                  <a:pt x="754" y="757"/>
                </a:lnTo>
                <a:lnTo>
                  <a:pt x="754" y="757"/>
                </a:lnTo>
                <a:lnTo>
                  <a:pt x="762" y="758"/>
                </a:lnTo>
                <a:lnTo>
                  <a:pt x="769" y="757"/>
                </a:lnTo>
                <a:lnTo>
                  <a:pt x="779" y="755"/>
                </a:lnTo>
                <a:lnTo>
                  <a:pt x="783" y="754"/>
                </a:lnTo>
                <a:lnTo>
                  <a:pt x="788" y="751"/>
                </a:lnTo>
                <a:lnTo>
                  <a:pt x="793" y="748"/>
                </a:lnTo>
                <a:lnTo>
                  <a:pt x="796" y="743"/>
                </a:lnTo>
                <a:lnTo>
                  <a:pt x="800" y="738"/>
                </a:lnTo>
                <a:lnTo>
                  <a:pt x="802" y="732"/>
                </a:lnTo>
                <a:lnTo>
                  <a:pt x="803" y="724"/>
                </a:lnTo>
                <a:lnTo>
                  <a:pt x="805" y="716"/>
                </a:lnTo>
                <a:lnTo>
                  <a:pt x="805" y="471"/>
                </a:lnTo>
                <a:lnTo>
                  <a:pt x="805" y="471"/>
                </a:lnTo>
                <a:lnTo>
                  <a:pt x="803" y="450"/>
                </a:lnTo>
                <a:lnTo>
                  <a:pt x="801" y="427"/>
                </a:lnTo>
                <a:lnTo>
                  <a:pt x="797" y="396"/>
                </a:lnTo>
                <a:lnTo>
                  <a:pt x="792" y="361"/>
                </a:lnTo>
                <a:lnTo>
                  <a:pt x="783" y="322"/>
                </a:lnTo>
                <a:lnTo>
                  <a:pt x="777" y="301"/>
                </a:lnTo>
                <a:lnTo>
                  <a:pt x="771" y="279"/>
                </a:lnTo>
                <a:lnTo>
                  <a:pt x="763" y="257"/>
                </a:lnTo>
                <a:lnTo>
                  <a:pt x="755" y="236"/>
                </a:lnTo>
                <a:lnTo>
                  <a:pt x="745" y="213"/>
                </a:lnTo>
                <a:lnTo>
                  <a:pt x="735" y="192"/>
                </a:lnTo>
                <a:lnTo>
                  <a:pt x="723" y="170"/>
                </a:lnTo>
                <a:lnTo>
                  <a:pt x="710" y="149"/>
                </a:lnTo>
                <a:lnTo>
                  <a:pt x="695" y="129"/>
                </a:lnTo>
                <a:lnTo>
                  <a:pt x="679" y="109"/>
                </a:lnTo>
                <a:lnTo>
                  <a:pt x="661" y="91"/>
                </a:lnTo>
                <a:lnTo>
                  <a:pt x="641" y="73"/>
                </a:lnTo>
                <a:lnTo>
                  <a:pt x="621" y="58"/>
                </a:lnTo>
                <a:lnTo>
                  <a:pt x="599" y="44"/>
                </a:lnTo>
                <a:lnTo>
                  <a:pt x="574" y="31"/>
                </a:lnTo>
                <a:lnTo>
                  <a:pt x="548" y="20"/>
                </a:lnTo>
                <a:lnTo>
                  <a:pt x="520" y="12"/>
                </a:lnTo>
                <a:lnTo>
                  <a:pt x="489" y="5"/>
                </a:lnTo>
                <a:lnTo>
                  <a:pt x="457" y="1"/>
                </a:lnTo>
                <a:lnTo>
                  <a:pt x="423" y="0"/>
                </a:lnTo>
                <a:lnTo>
                  <a:pt x="423" y="0"/>
                </a:lnTo>
                <a:close/>
                <a:moveTo>
                  <a:pt x="93" y="519"/>
                </a:moveTo>
                <a:lnTo>
                  <a:pt x="284" y="756"/>
                </a:lnTo>
                <a:lnTo>
                  <a:pt x="282" y="947"/>
                </a:lnTo>
                <a:lnTo>
                  <a:pt x="91" y="709"/>
                </a:lnTo>
                <a:lnTo>
                  <a:pt x="93" y="519"/>
                </a:lnTo>
                <a:close/>
                <a:moveTo>
                  <a:pt x="95" y="1419"/>
                </a:moveTo>
                <a:lnTo>
                  <a:pt x="93" y="1276"/>
                </a:lnTo>
                <a:lnTo>
                  <a:pt x="187" y="1419"/>
                </a:lnTo>
                <a:lnTo>
                  <a:pt x="95" y="1419"/>
                </a:lnTo>
                <a:close/>
                <a:moveTo>
                  <a:pt x="284" y="1324"/>
                </a:moveTo>
                <a:lnTo>
                  <a:pt x="91" y="1086"/>
                </a:lnTo>
                <a:lnTo>
                  <a:pt x="91" y="899"/>
                </a:lnTo>
                <a:lnTo>
                  <a:pt x="287" y="1134"/>
                </a:lnTo>
                <a:lnTo>
                  <a:pt x="284" y="1324"/>
                </a:lnTo>
                <a:close/>
                <a:moveTo>
                  <a:pt x="285" y="374"/>
                </a:moveTo>
                <a:lnTo>
                  <a:pt x="282" y="567"/>
                </a:lnTo>
                <a:lnTo>
                  <a:pt x="115" y="331"/>
                </a:lnTo>
                <a:lnTo>
                  <a:pt x="115" y="331"/>
                </a:lnTo>
                <a:lnTo>
                  <a:pt x="121" y="315"/>
                </a:lnTo>
                <a:lnTo>
                  <a:pt x="129" y="297"/>
                </a:lnTo>
                <a:lnTo>
                  <a:pt x="139" y="276"/>
                </a:lnTo>
                <a:lnTo>
                  <a:pt x="151" y="253"/>
                </a:lnTo>
                <a:lnTo>
                  <a:pt x="165" y="232"/>
                </a:lnTo>
                <a:lnTo>
                  <a:pt x="172" y="221"/>
                </a:lnTo>
                <a:lnTo>
                  <a:pt x="179" y="213"/>
                </a:lnTo>
                <a:lnTo>
                  <a:pt x="187" y="205"/>
                </a:lnTo>
                <a:lnTo>
                  <a:pt x="195" y="199"/>
                </a:lnTo>
                <a:lnTo>
                  <a:pt x="300" y="347"/>
                </a:lnTo>
                <a:lnTo>
                  <a:pt x="300" y="347"/>
                </a:lnTo>
                <a:lnTo>
                  <a:pt x="297" y="348"/>
                </a:lnTo>
                <a:lnTo>
                  <a:pt x="292" y="354"/>
                </a:lnTo>
                <a:lnTo>
                  <a:pt x="290" y="359"/>
                </a:lnTo>
                <a:lnTo>
                  <a:pt x="288" y="363"/>
                </a:lnTo>
                <a:lnTo>
                  <a:pt x="285" y="368"/>
                </a:lnTo>
                <a:lnTo>
                  <a:pt x="285" y="374"/>
                </a:lnTo>
                <a:lnTo>
                  <a:pt x="285" y="374"/>
                </a:lnTo>
                <a:close/>
                <a:moveTo>
                  <a:pt x="518" y="662"/>
                </a:moveTo>
                <a:lnTo>
                  <a:pt x="518" y="567"/>
                </a:lnTo>
                <a:lnTo>
                  <a:pt x="616" y="662"/>
                </a:lnTo>
                <a:lnTo>
                  <a:pt x="518" y="662"/>
                </a:lnTo>
                <a:close/>
                <a:moveTo>
                  <a:pt x="708" y="571"/>
                </a:moveTo>
                <a:lnTo>
                  <a:pt x="315" y="120"/>
                </a:lnTo>
                <a:lnTo>
                  <a:pt x="315" y="120"/>
                </a:lnTo>
                <a:lnTo>
                  <a:pt x="324" y="113"/>
                </a:lnTo>
                <a:lnTo>
                  <a:pt x="336" y="105"/>
                </a:lnTo>
                <a:lnTo>
                  <a:pt x="349" y="101"/>
                </a:lnTo>
                <a:lnTo>
                  <a:pt x="363" y="97"/>
                </a:lnTo>
                <a:lnTo>
                  <a:pt x="379" y="95"/>
                </a:lnTo>
                <a:lnTo>
                  <a:pt x="393" y="94"/>
                </a:lnTo>
                <a:lnTo>
                  <a:pt x="421" y="92"/>
                </a:lnTo>
                <a:lnTo>
                  <a:pt x="421" y="92"/>
                </a:lnTo>
                <a:lnTo>
                  <a:pt x="509" y="179"/>
                </a:lnTo>
                <a:lnTo>
                  <a:pt x="602" y="273"/>
                </a:lnTo>
                <a:lnTo>
                  <a:pt x="708" y="382"/>
                </a:lnTo>
                <a:lnTo>
                  <a:pt x="708" y="57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6"/>
          <p:cNvSpPr>
            <a:spLocks noChangeAspect="1" noEditPoints="1"/>
          </p:cNvSpPr>
          <p:nvPr/>
        </p:nvSpPr>
        <p:spPr bwMode="auto">
          <a:xfrm>
            <a:off x="6069124" y="1297343"/>
            <a:ext cx="1080000" cy="973069"/>
          </a:xfrm>
          <a:custGeom>
            <a:avLst/>
            <a:gdLst>
              <a:gd name="T0" fmla="*/ 965 w 1514"/>
              <a:gd name="T1" fmla="*/ 285 h 1365"/>
              <a:gd name="T2" fmla="*/ 825 w 1514"/>
              <a:gd name="T3" fmla="*/ 342 h 1365"/>
              <a:gd name="T4" fmla="*/ 730 w 1514"/>
              <a:gd name="T5" fmla="*/ 355 h 1365"/>
              <a:gd name="T6" fmla="*/ 598 w 1514"/>
              <a:gd name="T7" fmla="*/ 310 h 1365"/>
              <a:gd name="T8" fmla="*/ 472 w 1514"/>
              <a:gd name="T9" fmla="*/ 282 h 1365"/>
              <a:gd name="T10" fmla="*/ 382 w 1514"/>
              <a:gd name="T11" fmla="*/ 312 h 1365"/>
              <a:gd name="T12" fmla="*/ 251 w 1514"/>
              <a:gd name="T13" fmla="*/ 385 h 1365"/>
              <a:gd name="T14" fmla="*/ 142 w 1514"/>
              <a:gd name="T15" fmla="*/ 477 h 1365"/>
              <a:gd name="T16" fmla="*/ 62 w 1514"/>
              <a:gd name="T17" fmla="*/ 587 h 1365"/>
              <a:gd name="T18" fmla="*/ 13 w 1514"/>
              <a:gd name="T19" fmla="*/ 707 h 1365"/>
              <a:gd name="T20" fmla="*/ 0 w 1514"/>
              <a:gd name="T21" fmla="*/ 815 h 1365"/>
              <a:gd name="T22" fmla="*/ 33 w 1514"/>
              <a:gd name="T23" fmla="*/ 981 h 1365"/>
              <a:gd name="T24" fmla="*/ 126 w 1514"/>
              <a:gd name="T25" fmla="*/ 1125 h 1365"/>
              <a:gd name="T26" fmla="*/ 270 w 1514"/>
              <a:gd name="T27" fmla="*/ 1241 h 1365"/>
              <a:gd name="T28" fmla="*/ 453 w 1514"/>
              <a:gd name="T29" fmla="*/ 1322 h 1365"/>
              <a:gd name="T30" fmla="*/ 669 w 1514"/>
              <a:gd name="T31" fmla="*/ 1363 h 1365"/>
              <a:gd name="T32" fmla="*/ 860 w 1514"/>
              <a:gd name="T33" fmla="*/ 1359 h 1365"/>
              <a:gd name="T34" fmla="*/ 1074 w 1514"/>
              <a:gd name="T35" fmla="*/ 1312 h 1365"/>
              <a:gd name="T36" fmla="*/ 1259 w 1514"/>
              <a:gd name="T37" fmla="*/ 1224 h 1365"/>
              <a:gd name="T38" fmla="*/ 1401 w 1514"/>
              <a:gd name="T39" fmla="*/ 1102 h 1365"/>
              <a:gd name="T40" fmla="*/ 1489 w 1514"/>
              <a:gd name="T41" fmla="*/ 955 h 1365"/>
              <a:gd name="T42" fmla="*/ 1514 w 1514"/>
              <a:gd name="T43" fmla="*/ 815 h 1365"/>
              <a:gd name="T44" fmla="*/ 1493 w 1514"/>
              <a:gd name="T45" fmla="*/ 686 h 1365"/>
              <a:gd name="T46" fmla="*/ 1435 w 1514"/>
              <a:gd name="T47" fmla="*/ 567 h 1365"/>
              <a:gd name="T48" fmla="*/ 1344 w 1514"/>
              <a:gd name="T49" fmla="*/ 460 h 1365"/>
              <a:gd name="T50" fmla="*/ 1226 w 1514"/>
              <a:gd name="T51" fmla="*/ 372 h 1365"/>
              <a:gd name="T52" fmla="*/ 1085 w 1514"/>
              <a:gd name="T53" fmla="*/ 303 h 1365"/>
              <a:gd name="T54" fmla="*/ 1010 w 1514"/>
              <a:gd name="T55" fmla="*/ 711 h 1365"/>
              <a:gd name="T56" fmla="*/ 349 w 1514"/>
              <a:gd name="T57" fmla="*/ 457 h 1365"/>
              <a:gd name="T58" fmla="*/ 657 w 1514"/>
              <a:gd name="T59" fmla="*/ 1165 h 1365"/>
              <a:gd name="T60" fmla="*/ 546 w 1514"/>
              <a:gd name="T61" fmla="*/ 1225 h 1365"/>
              <a:gd name="T62" fmla="*/ 348 w 1514"/>
              <a:gd name="T63" fmla="*/ 1124 h 1365"/>
              <a:gd name="T64" fmla="*/ 227 w 1514"/>
              <a:gd name="T65" fmla="*/ 1020 h 1365"/>
              <a:gd name="T66" fmla="*/ 159 w 1514"/>
              <a:gd name="T67" fmla="*/ 886 h 1365"/>
              <a:gd name="T68" fmla="*/ 185 w 1514"/>
              <a:gd name="T69" fmla="*/ 855 h 1365"/>
              <a:gd name="T70" fmla="*/ 238 w 1514"/>
              <a:gd name="T71" fmla="*/ 895 h 1365"/>
              <a:gd name="T72" fmla="*/ 347 w 1514"/>
              <a:gd name="T73" fmla="*/ 955 h 1365"/>
              <a:gd name="T74" fmla="*/ 657 w 1514"/>
              <a:gd name="T75" fmla="*/ 1063 h 1365"/>
              <a:gd name="T76" fmla="*/ 723 w 1514"/>
              <a:gd name="T77" fmla="*/ 1030 h 1365"/>
              <a:gd name="T78" fmla="*/ 801 w 1514"/>
              <a:gd name="T79" fmla="*/ 1027 h 1365"/>
              <a:gd name="T80" fmla="*/ 1058 w 1514"/>
              <a:gd name="T81" fmla="*/ 968 h 1365"/>
              <a:gd name="T82" fmla="*/ 1143 w 1514"/>
              <a:gd name="T83" fmla="*/ 957 h 1365"/>
              <a:gd name="T84" fmla="*/ 1268 w 1514"/>
              <a:gd name="T85" fmla="*/ 900 h 1365"/>
              <a:gd name="T86" fmla="*/ 1332 w 1514"/>
              <a:gd name="T87" fmla="*/ 859 h 1365"/>
              <a:gd name="T88" fmla="*/ 1356 w 1514"/>
              <a:gd name="T89" fmla="*/ 880 h 1365"/>
              <a:gd name="T90" fmla="*/ 1321 w 1514"/>
              <a:gd name="T91" fmla="*/ 953 h 1365"/>
              <a:gd name="T92" fmla="*/ 1184 w 1514"/>
              <a:gd name="T93" fmla="*/ 1117 h 1365"/>
              <a:gd name="T94" fmla="*/ 1061 w 1514"/>
              <a:gd name="T95" fmla="*/ 1210 h 1365"/>
              <a:gd name="T96" fmla="*/ 913 w 1514"/>
              <a:gd name="T97" fmla="*/ 1264 h 1365"/>
              <a:gd name="T98" fmla="*/ 766 w 1514"/>
              <a:gd name="T99" fmla="*/ 303 h 1365"/>
              <a:gd name="T100" fmla="*/ 803 w 1514"/>
              <a:gd name="T101" fmla="*/ 277 h 1365"/>
              <a:gd name="T102" fmla="*/ 810 w 1514"/>
              <a:gd name="T103" fmla="*/ 146 h 1365"/>
              <a:gd name="T104" fmla="*/ 844 w 1514"/>
              <a:gd name="T105" fmla="*/ 68 h 1365"/>
              <a:gd name="T106" fmla="*/ 884 w 1514"/>
              <a:gd name="T107" fmla="*/ 24 h 1365"/>
              <a:gd name="T108" fmla="*/ 877 w 1514"/>
              <a:gd name="T109" fmla="*/ 4 h 1365"/>
              <a:gd name="T110" fmla="*/ 823 w 1514"/>
              <a:gd name="T111" fmla="*/ 6 h 1365"/>
              <a:gd name="T112" fmla="*/ 748 w 1514"/>
              <a:gd name="T113" fmla="*/ 70 h 1365"/>
              <a:gd name="T114" fmla="*/ 712 w 1514"/>
              <a:gd name="T115" fmla="*/ 175 h 1365"/>
              <a:gd name="T116" fmla="*/ 708 w 1514"/>
              <a:gd name="T117" fmla="*/ 263 h 1365"/>
              <a:gd name="T118" fmla="*/ 735 w 1514"/>
              <a:gd name="T119" fmla="*/ 301 h 1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14" h="1365">
                <a:moveTo>
                  <a:pt x="1033" y="286"/>
                </a:moveTo>
                <a:lnTo>
                  <a:pt x="1033" y="286"/>
                </a:lnTo>
                <a:lnTo>
                  <a:pt x="1016" y="283"/>
                </a:lnTo>
                <a:lnTo>
                  <a:pt x="1000" y="282"/>
                </a:lnTo>
                <a:lnTo>
                  <a:pt x="983" y="283"/>
                </a:lnTo>
                <a:lnTo>
                  <a:pt x="965" y="285"/>
                </a:lnTo>
                <a:lnTo>
                  <a:pt x="949" y="290"/>
                </a:lnTo>
                <a:lnTo>
                  <a:pt x="931" y="296"/>
                </a:lnTo>
                <a:lnTo>
                  <a:pt x="896" y="311"/>
                </a:lnTo>
                <a:lnTo>
                  <a:pt x="860" y="327"/>
                </a:lnTo>
                <a:lnTo>
                  <a:pt x="842" y="335"/>
                </a:lnTo>
                <a:lnTo>
                  <a:pt x="825" y="342"/>
                </a:lnTo>
                <a:lnTo>
                  <a:pt x="806" y="348"/>
                </a:lnTo>
                <a:lnTo>
                  <a:pt x="788" y="353"/>
                </a:lnTo>
                <a:lnTo>
                  <a:pt x="769" y="355"/>
                </a:lnTo>
                <a:lnTo>
                  <a:pt x="750" y="356"/>
                </a:lnTo>
                <a:lnTo>
                  <a:pt x="750" y="356"/>
                </a:lnTo>
                <a:lnTo>
                  <a:pt x="730" y="355"/>
                </a:lnTo>
                <a:lnTo>
                  <a:pt x="711" y="353"/>
                </a:lnTo>
                <a:lnTo>
                  <a:pt x="692" y="348"/>
                </a:lnTo>
                <a:lnTo>
                  <a:pt x="673" y="342"/>
                </a:lnTo>
                <a:lnTo>
                  <a:pt x="654" y="335"/>
                </a:lnTo>
                <a:lnTo>
                  <a:pt x="635" y="327"/>
                </a:lnTo>
                <a:lnTo>
                  <a:pt x="598" y="310"/>
                </a:lnTo>
                <a:lnTo>
                  <a:pt x="561" y="296"/>
                </a:lnTo>
                <a:lnTo>
                  <a:pt x="543" y="289"/>
                </a:lnTo>
                <a:lnTo>
                  <a:pt x="524" y="284"/>
                </a:lnTo>
                <a:lnTo>
                  <a:pt x="507" y="282"/>
                </a:lnTo>
                <a:lnTo>
                  <a:pt x="490" y="280"/>
                </a:lnTo>
                <a:lnTo>
                  <a:pt x="472" y="282"/>
                </a:lnTo>
                <a:lnTo>
                  <a:pt x="464" y="283"/>
                </a:lnTo>
                <a:lnTo>
                  <a:pt x="456" y="285"/>
                </a:lnTo>
                <a:lnTo>
                  <a:pt x="456" y="285"/>
                </a:lnTo>
                <a:lnTo>
                  <a:pt x="431" y="293"/>
                </a:lnTo>
                <a:lnTo>
                  <a:pt x="406" y="303"/>
                </a:lnTo>
                <a:lnTo>
                  <a:pt x="382" y="312"/>
                </a:lnTo>
                <a:lnTo>
                  <a:pt x="359" y="323"/>
                </a:lnTo>
                <a:lnTo>
                  <a:pt x="336" y="334"/>
                </a:lnTo>
                <a:lnTo>
                  <a:pt x="314" y="345"/>
                </a:lnTo>
                <a:lnTo>
                  <a:pt x="292" y="357"/>
                </a:lnTo>
                <a:lnTo>
                  <a:pt x="271" y="370"/>
                </a:lnTo>
                <a:lnTo>
                  <a:pt x="251" y="385"/>
                </a:lnTo>
                <a:lnTo>
                  <a:pt x="231" y="399"/>
                </a:lnTo>
                <a:lnTo>
                  <a:pt x="212" y="413"/>
                </a:lnTo>
                <a:lnTo>
                  <a:pt x="193" y="428"/>
                </a:lnTo>
                <a:lnTo>
                  <a:pt x="175" y="445"/>
                </a:lnTo>
                <a:lnTo>
                  <a:pt x="159" y="460"/>
                </a:lnTo>
                <a:lnTo>
                  <a:pt x="142" y="477"/>
                </a:lnTo>
                <a:lnTo>
                  <a:pt x="127" y="495"/>
                </a:lnTo>
                <a:lnTo>
                  <a:pt x="113" y="512"/>
                </a:lnTo>
                <a:lnTo>
                  <a:pt x="99" y="530"/>
                </a:lnTo>
                <a:lnTo>
                  <a:pt x="86" y="549"/>
                </a:lnTo>
                <a:lnTo>
                  <a:pt x="74" y="568"/>
                </a:lnTo>
                <a:lnTo>
                  <a:pt x="62" y="587"/>
                </a:lnTo>
                <a:lnTo>
                  <a:pt x="51" y="606"/>
                </a:lnTo>
                <a:lnTo>
                  <a:pt x="42" y="626"/>
                </a:lnTo>
                <a:lnTo>
                  <a:pt x="33" y="646"/>
                </a:lnTo>
                <a:lnTo>
                  <a:pt x="25" y="666"/>
                </a:lnTo>
                <a:lnTo>
                  <a:pt x="19" y="687"/>
                </a:lnTo>
                <a:lnTo>
                  <a:pt x="13" y="707"/>
                </a:lnTo>
                <a:lnTo>
                  <a:pt x="9" y="729"/>
                </a:lnTo>
                <a:lnTo>
                  <a:pt x="5" y="750"/>
                </a:lnTo>
                <a:lnTo>
                  <a:pt x="2" y="771"/>
                </a:lnTo>
                <a:lnTo>
                  <a:pt x="0" y="794"/>
                </a:lnTo>
                <a:lnTo>
                  <a:pt x="0" y="815"/>
                </a:lnTo>
                <a:lnTo>
                  <a:pt x="0" y="815"/>
                </a:lnTo>
                <a:lnTo>
                  <a:pt x="0" y="843"/>
                </a:lnTo>
                <a:lnTo>
                  <a:pt x="4" y="872"/>
                </a:lnTo>
                <a:lnTo>
                  <a:pt x="9" y="900"/>
                </a:lnTo>
                <a:lnTo>
                  <a:pt x="15" y="927"/>
                </a:lnTo>
                <a:lnTo>
                  <a:pt x="23" y="955"/>
                </a:lnTo>
                <a:lnTo>
                  <a:pt x="33" y="981"/>
                </a:lnTo>
                <a:lnTo>
                  <a:pt x="44" y="1007"/>
                </a:lnTo>
                <a:lnTo>
                  <a:pt x="58" y="1031"/>
                </a:lnTo>
                <a:lnTo>
                  <a:pt x="72" y="1056"/>
                </a:lnTo>
                <a:lnTo>
                  <a:pt x="89" y="1080"/>
                </a:lnTo>
                <a:lnTo>
                  <a:pt x="107" y="1102"/>
                </a:lnTo>
                <a:lnTo>
                  <a:pt x="126" y="1125"/>
                </a:lnTo>
                <a:lnTo>
                  <a:pt x="147" y="1146"/>
                </a:lnTo>
                <a:lnTo>
                  <a:pt x="168" y="1167"/>
                </a:lnTo>
                <a:lnTo>
                  <a:pt x="192" y="1188"/>
                </a:lnTo>
                <a:lnTo>
                  <a:pt x="217" y="1206"/>
                </a:lnTo>
                <a:lnTo>
                  <a:pt x="243" y="1224"/>
                </a:lnTo>
                <a:lnTo>
                  <a:pt x="270" y="1241"/>
                </a:lnTo>
                <a:lnTo>
                  <a:pt x="297" y="1257"/>
                </a:lnTo>
                <a:lnTo>
                  <a:pt x="327" y="1273"/>
                </a:lnTo>
                <a:lnTo>
                  <a:pt x="358" y="1287"/>
                </a:lnTo>
                <a:lnTo>
                  <a:pt x="388" y="1300"/>
                </a:lnTo>
                <a:lnTo>
                  <a:pt x="420" y="1312"/>
                </a:lnTo>
                <a:lnTo>
                  <a:pt x="453" y="1322"/>
                </a:lnTo>
                <a:lnTo>
                  <a:pt x="488" y="1332"/>
                </a:lnTo>
                <a:lnTo>
                  <a:pt x="522" y="1341"/>
                </a:lnTo>
                <a:lnTo>
                  <a:pt x="557" y="1348"/>
                </a:lnTo>
                <a:lnTo>
                  <a:pt x="594" y="1354"/>
                </a:lnTo>
                <a:lnTo>
                  <a:pt x="631" y="1359"/>
                </a:lnTo>
                <a:lnTo>
                  <a:pt x="669" y="1363"/>
                </a:lnTo>
                <a:lnTo>
                  <a:pt x="706" y="1364"/>
                </a:lnTo>
                <a:lnTo>
                  <a:pt x="745" y="1365"/>
                </a:lnTo>
                <a:lnTo>
                  <a:pt x="745" y="1365"/>
                </a:lnTo>
                <a:lnTo>
                  <a:pt x="783" y="1364"/>
                </a:lnTo>
                <a:lnTo>
                  <a:pt x="822" y="1363"/>
                </a:lnTo>
                <a:lnTo>
                  <a:pt x="860" y="1359"/>
                </a:lnTo>
                <a:lnTo>
                  <a:pt x="897" y="1354"/>
                </a:lnTo>
                <a:lnTo>
                  <a:pt x="933" y="1348"/>
                </a:lnTo>
                <a:lnTo>
                  <a:pt x="970" y="1341"/>
                </a:lnTo>
                <a:lnTo>
                  <a:pt x="1006" y="1332"/>
                </a:lnTo>
                <a:lnTo>
                  <a:pt x="1040" y="1322"/>
                </a:lnTo>
                <a:lnTo>
                  <a:pt x="1074" y="1312"/>
                </a:lnTo>
                <a:lnTo>
                  <a:pt x="1107" y="1300"/>
                </a:lnTo>
                <a:lnTo>
                  <a:pt x="1139" y="1287"/>
                </a:lnTo>
                <a:lnTo>
                  <a:pt x="1171" y="1273"/>
                </a:lnTo>
                <a:lnTo>
                  <a:pt x="1201" y="1257"/>
                </a:lnTo>
                <a:lnTo>
                  <a:pt x="1230" y="1241"/>
                </a:lnTo>
                <a:lnTo>
                  <a:pt x="1259" y="1224"/>
                </a:lnTo>
                <a:lnTo>
                  <a:pt x="1285" y="1206"/>
                </a:lnTo>
                <a:lnTo>
                  <a:pt x="1311" y="1188"/>
                </a:lnTo>
                <a:lnTo>
                  <a:pt x="1336" y="1167"/>
                </a:lnTo>
                <a:lnTo>
                  <a:pt x="1358" y="1146"/>
                </a:lnTo>
                <a:lnTo>
                  <a:pt x="1379" y="1125"/>
                </a:lnTo>
                <a:lnTo>
                  <a:pt x="1401" y="1102"/>
                </a:lnTo>
                <a:lnTo>
                  <a:pt x="1418" y="1080"/>
                </a:lnTo>
                <a:lnTo>
                  <a:pt x="1436" y="1056"/>
                </a:lnTo>
                <a:lnTo>
                  <a:pt x="1451" y="1031"/>
                </a:lnTo>
                <a:lnTo>
                  <a:pt x="1466" y="1007"/>
                </a:lnTo>
                <a:lnTo>
                  <a:pt x="1479" y="981"/>
                </a:lnTo>
                <a:lnTo>
                  <a:pt x="1489" y="955"/>
                </a:lnTo>
                <a:lnTo>
                  <a:pt x="1498" y="927"/>
                </a:lnTo>
                <a:lnTo>
                  <a:pt x="1505" y="900"/>
                </a:lnTo>
                <a:lnTo>
                  <a:pt x="1509" y="872"/>
                </a:lnTo>
                <a:lnTo>
                  <a:pt x="1513" y="843"/>
                </a:lnTo>
                <a:lnTo>
                  <a:pt x="1514" y="815"/>
                </a:lnTo>
                <a:lnTo>
                  <a:pt x="1514" y="815"/>
                </a:lnTo>
                <a:lnTo>
                  <a:pt x="1513" y="793"/>
                </a:lnTo>
                <a:lnTo>
                  <a:pt x="1512" y="771"/>
                </a:lnTo>
                <a:lnTo>
                  <a:pt x="1508" y="750"/>
                </a:lnTo>
                <a:lnTo>
                  <a:pt x="1505" y="729"/>
                </a:lnTo>
                <a:lnTo>
                  <a:pt x="1499" y="707"/>
                </a:lnTo>
                <a:lnTo>
                  <a:pt x="1493" y="686"/>
                </a:lnTo>
                <a:lnTo>
                  <a:pt x="1486" y="666"/>
                </a:lnTo>
                <a:lnTo>
                  <a:pt x="1477" y="646"/>
                </a:lnTo>
                <a:lnTo>
                  <a:pt x="1468" y="626"/>
                </a:lnTo>
                <a:lnTo>
                  <a:pt x="1457" y="606"/>
                </a:lnTo>
                <a:lnTo>
                  <a:pt x="1447" y="586"/>
                </a:lnTo>
                <a:lnTo>
                  <a:pt x="1435" y="567"/>
                </a:lnTo>
                <a:lnTo>
                  <a:pt x="1422" y="548"/>
                </a:lnTo>
                <a:lnTo>
                  <a:pt x="1408" y="530"/>
                </a:lnTo>
                <a:lnTo>
                  <a:pt x="1392" y="512"/>
                </a:lnTo>
                <a:lnTo>
                  <a:pt x="1377" y="495"/>
                </a:lnTo>
                <a:lnTo>
                  <a:pt x="1360" y="477"/>
                </a:lnTo>
                <a:lnTo>
                  <a:pt x="1344" y="460"/>
                </a:lnTo>
                <a:lnTo>
                  <a:pt x="1326" y="444"/>
                </a:lnTo>
                <a:lnTo>
                  <a:pt x="1307" y="428"/>
                </a:lnTo>
                <a:lnTo>
                  <a:pt x="1287" y="413"/>
                </a:lnTo>
                <a:lnTo>
                  <a:pt x="1267" y="399"/>
                </a:lnTo>
                <a:lnTo>
                  <a:pt x="1247" y="385"/>
                </a:lnTo>
                <a:lnTo>
                  <a:pt x="1226" y="372"/>
                </a:lnTo>
                <a:lnTo>
                  <a:pt x="1203" y="359"/>
                </a:lnTo>
                <a:lnTo>
                  <a:pt x="1181" y="345"/>
                </a:lnTo>
                <a:lnTo>
                  <a:pt x="1157" y="334"/>
                </a:lnTo>
                <a:lnTo>
                  <a:pt x="1133" y="323"/>
                </a:lnTo>
                <a:lnTo>
                  <a:pt x="1108" y="312"/>
                </a:lnTo>
                <a:lnTo>
                  <a:pt x="1085" y="303"/>
                </a:lnTo>
                <a:lnTo>
                  <a:pt x="1059" y="295"/>
                </a:lnTo>
                <a:lnTo>
                  <a:pt x="1033" y="286"/>
                </a:lnTo>
                <a:lnTo>
                  <a:pt x="1033" y="286"/>
                </a:lnTo>
                <a:close/>
                <a:moveTo>
                  <a:pt x="1159" y="458"/>
                </a:moveTo>
                <a:lnTo>
                  <a:pt x="1321" y="711"/>
                </a:lnTo>
                <a:lnTo>
                  <a:pt x="1010" y="711"/>
                </a:lnTo>
                <a:lnTo>
                  <a:pt x="1159" y="458"/>
                </a:lnTo>
                <a:close/>
                <a:moveTo>
                  <a:pt x="910" y="710"/>
                </a:moveTo>
                <a:lnTo>
                  <a:pt x="756" y="913"/>
                </a:lnTo>
                <a:lnTo>
                  <a:pt x="600" y="710"/>
                </a:lnTo>
                <a:lnTo>
                  <a:pt x="910" y="710"/>
                </a:lnTo>
                <a:close/>
                <a:moveTo>
                  <a:pt x="349" y="457"/>
                </a:moveTo>
                <a:lnTo>
                  <a:pt x="509" y="710"/>
                </a:lnTo>
                <a:lnTo>
                  <a:pt x="201" y="710"/>
                </a:lnTo>
                <a:lnTo>
                  <a:pt x="349" y="457"/>
                </a:lnTo>
                <a:close/>
                <a:moveTo>
                  <a:pt x="859" y="1268"/>
                </a:moveTo>
                <a:lnTo>
                  <a:pt x="859" y="1165"/>
                </a:lnTo>
                <a:lnTo>
                  <a:pt x="657" y="1165"/>
                </a:lnTo>
                <a:lnTo>
                  <a:pt x="657" y="1264"/>
                </a:lnTo>
                <a:lnTo>
                  <a:pt x="657" y="1264"/>
                </a:lnTo>
                <a:lnTo>
                  <a:pt x="637" y="1259"/>
                </a:lnTo>
                <a:lnTo>
                  <a:pt x="613" y="1251"/>
                </a:lnTo>
                <a:lnTo>
                  <a:pt x="582" y="1240"/>
                </a:lnTo>
                <a:lnTo>
                  <a:pt x="546" y="1225"/>
                </a:lnTo>
                <a:lnTo>
                  <a:pt x="505" y="1209"/>
                </a:lnTo>
                <a:lnTo>
                  <a:pt x="462" y="1189"/>
                </a:lnTo>
                <a:lnTo>
                  <a:pt x="417" y="1165"/>
                </a:lnTo>
                <a:lnTo>
                  <a:pt x="393" y="1152"/>
                </a:lnTo>
                <a:lnTo>
                  <a:pt x="371" y="1138"/>
                </a:lnTo>
                <a:lnTo>
                  <a:pt x="348" y="1124"/>
                </a:lnTo>
                <a:lnTo>
                  <a:pt x="326" y="1108"/>
                </a:lnTo>
                <a:lnTo>
                  <a:pt x="304" y="1092"/>
                </a:lnTo>
                <a:lnTo>
                  <a:pt x="283" y="1075"/>
                </a:lnTo>
                <a:lnTo>
                  <a:pt x="264" y="1057"/>
                </a:lnTo>
                <a:lnTo>
                  <a:pt x="245" y="1039"/>
                </a:lnTo>
                <a:lnTo>
                  <a:pt x="227" y="1020"/>
                </a:lnTo>
                <a:lnTo>
                  <a:pt x="211" y="1000"/>
                </a:lnTo>
                <a:lnTo>
                  <a:pt x="197" y="978"/>
                </a:lnTo>
                <a:lnTo>
                  <a:pt x="185" y="956"/>
                </a:lnTo>
                <a:lnTo>
                  <a:pt x="173" y="933"/>
                </a:lnTo>
                <a:lnTo>
                  <a:pt x="165" y="910"/>
                </a:lnTo>
                <a:lnTo>
                  <a:pt x="159" y="886"/>
                </a:lnTo>
                <a:lnTo>
                  <a:pt x="154" y="861"/>
                </a:lnTo>
                <a:lnTo>
                  <a:pt x="154" y="861"/>
                </a:lnTo>
                <a:lnTo>
                  <a:pt x="159" y="859"/>
                </a:lnTo>
                <a:lnTo>
                  <a:pt x="171" y="856"/>
                </a:lnTo>
                <a:lnTo>
                  <a:pt x="178" y="855"/>
                </a:lnTo>
                <a:lnTo>
                  <a:pt x="185" y="855"/>
                </a:lnTo>
                <a:lnTo>
                  <a:pt x="192" y="858"/>
                </a:lnTo>
                <a:lnTo>
                  <a:pt x="199" y="861"/>
                </a:lnTo>
                <a:lnTo>
                  <a:pt x="199" y="861"/>
                </a:lnTo>
                <a:lnTo>
                  <a:pt x="204" y="866"/>
                </a:lnTo>
                <a:lnTo>
                  <a:pt x="217" y="878"/>
                </a:lnTo>
                <a:lnTo>
                  <a:pt x="238" y="895"/>
                </a:lnTo>
                <a:lnTo>
                  <a:pt x="251" y="906"/>
                </a:lnTo>
                <a:lnTo>
                  <a:pt x="266" y="916"/>
                </a:lnTo>
                <a:lnTo>
                  <a:pt x="284" y="926"/>
                </a:lnTo>
                <a:lnTo>
                  <a:pt x="303" y="937"/>
                </a:lnTo>
                <a:lnTo>
                  <a:pt x="324" y="945"/>
                </a:lnTo>
                <a:lnTo>
                  <a:pt x="347" y="955"/>
                </a:lnTo>
                <a:lnTo>
                  <a:pt x="371" y="962"/>
                </a:lnTo>
                <a:lnTo>
                  <a:pt x="397" y="966"/>
                </a:lnTo>
                <a:lnTo>
                  <a:pt x="423" y="970"/>
                </a:lnTo>
                <a:lnTo>
                  <a:pt x="451" y="971"/>
                </a:lnTo>
                <a:lnTo>
                  <a:pt x="451" y="1063"/>
                </a:lnTo>
                <a:lnTo>
                  <a:pt x="657" y="1063"/>
                </a:lnTo>
                <a:lnTo>
                  <a:pt x="657" y="1008"/>
                </a:lnTo>
                <a:lnTo>
                  <a:pt x="657" y="1008"/>
                </a:lnTo>
                <a:lnTo>
                  <a:pt x="666" y="1011"/>
                </a:lnTo>
                <a:lnTo>
                  <a:pt x="691" y="1021"/>
                </a:lnTo>
                <a:lnTo>
                  <a:pt x="706" y="1027"/>
                </a:lnTo>
                <a:lnTo>
                  <a:pt x="723" y="1030"/>
                </a:lnTo>
                <a:lnTo>
                  <a:pt x="741" y="1034"/>
                </a:lnTo>
                <a:lnTo>
                  <a:pt x="757" y="1035"/>
                </a:lnTo>
                <a:lnTo>
                  <a:pt x="757" y="1035"/>
                </a:lnTo>
                <a:lnTo>
                  <a:pt x="766" y="1034"/>
                </a:lnTo>
                <a:lnTo>
                  <a:pt x="786" y="1030"/>
                </a:lnTo>
                <a:lnTo>
                  <a:pt x="801" y="1027"/>
                </a:lnTo>
                <a:lnTo>
                  <a:pt x="819" y="1021"/>
                </a:lnTo>
                <a:lnTo>
                  <a:pt x="839" y="1014"/>
                </a:lnTo>
                <a:lnTo>
                  <a:pt x="862" y="1004"/>
                </a:lnTo>
                <a:lnTo>
                  <a:pt x="862" y="1063"/>
                </a:lnTo>
                <a:lnTo>
                  <a:pt x="1058" y="1063"/>
                </a:lnTo>
                <a:lnTo>
                  <a:pt x="1058" y="968"/>
                </a:lnTo>
                <a:lnTo>
                  <a:pt x="1058" y="968"/>
                </a:lnTo>
                <a:lnTo>
                  <a:pt x="1064" y="969"/>
                </a:lnTo>
                <a:lnTo>
                  <a:pt x="1081" y="968"/>
                </a:lnTo>
                <a:lnTo>
                  <a:pt x="1108" y="964"/>
                </a:lnTo>
                <a:lnTo>
                  <a:pt x="1125" y="962"/>
                </a:lnTo>
                <a:lnTo>
                  <a:pt x="1143" y="957"/>
                </a:lnTo>
                <a:lnTo>
                  <a:pt x="1162" y="952"/>
                </a:lnTo>
                <a:lnTo>
                  <a:pt x="1182" y="945"/>
                </a:lnTo>
                <a:lnTo>
                  <a:pt x="1203" y="937"/>
                </a:lnTo>
                <a:lnTo>
                  <a:pt x="1224" y="927"/>
                </a:lnTo>
                <a:lnTo>
                  <a:pt x="1246" y="914"/>
                </a:lnTo>
                <a:lnTo>
                  <a:pt x="1268" y="900"/>
                </a:lnTo>
                <a:lnTo>
                  <a:pt x="1289" y="884"/>
                </a:lnTo>
                <a:lnTo>
                  <a:pt x="1311" y="864"/>
                </a:lnTo>
                <a:lnTo>
                  <a:pt x="1311" y="864"/>
                </a:lnTo>
                <a:lnTo>
                  <a:pt x="1319" y="861"/>
                </a:lnTo>
                <a:lnTo>
                  <a:pt x="1326" y="859"/>
                </a:lnTo>
                <a:lnTo>
                  <a:pt x="1332" y="859"/>
                </a:lnTo>
                <a:lnTo>
                  <a:pt x="1338" y="860"/>
                </a:lnTo>
                <a:lnTo>
                  <a:pt x="1343" y="861"/>
                </a:lnTo>
                <a:lnTo>
                  <a:pt x="1346" y="865"/>
                </a:lnTo>
                <a:lnTo>
                  <a:pt x="1350" y="867"/>
                </a:lnTo>
                <a:lnTo>
                  <a:pt x="1352" y="872"/>
                </a:lnTo>
                <a:lnTo>
                  <a:pt x="1356" y="880"/>
                </a:lnTo>
                <a:lnTo>
                  <a:pt x="1357" y="887"/>
                </a:lnTo>
                <a:lnTo>
                  <a:pt x="1358" y="895"/>
                </a:lnTo>
                <a:lnTo>
                  <a:pt x="1358" y="895"/>
                </a:lnTo>
                <a:lnTo>
                  <a:pt x="1349" y="912"/>
                </a:lnTo>
                <a:lnTo>
                  <a:pt x="1337" y="930"/>
                </a:lnTo>
                <a:lnTo>
                  <a:pt x="1321" y="953"/>
                </a:lnTo>
                <a:lnTo>
                  <a:pt x="1301" y="982"/>
                </a:lnTo>
                <a:lnTo>
                  <a:pt x="1278" y="1014"/>
                </a:lnTo>
                <a:lnTo>
                  <a:pt x="1249" y="1047"/>
                </a:lnTo>
                <a:lnTo>
                  <a:pt x="1218" y="1082"/>
                </a:lnTo>
                <a:lnTo>
                  <a:pt x="1202" y="1099"/>
                </a:lnTo>
                <a:lnTo>
                  <a:pt x="1184" y="1117"/>
                </a:lnTo>
                <a:lnTo>
                  <a:pt x="1165" y="1133"/>
                </a:lnTo>
                <a:lnTo>
                  <a:pt x="1145" y="1150"/>
                </a:lnTo>
                <a:lnTo>
                  <a:pt x="1125" y="1166"/>
                </a:lnTo>
                <a:lnTo>
                  <a:pt x="1105" y="1182"/>
                </a:lnTo>
                <a:lnTo>
                  <a:pt x="1082" y="1196"/>
                </a:lnTo>
                <a:lnTo>
                  <a:pt x="1061" y="1210"/>
                </a:lnTo>
                <a:lnTo>
                  <a:pt x="1038" y="1223"/>
                </a:lnTo>
                <a:lnTo>
                  <a:pt x="1014" y="1234"/>
                </a:lnTo>
                <a:lnTo>
                  <a:pt x="989" y="1243"/>
                </a:lnTo>
                <a:lnTo>
                  <a:pt x="964" y="1253"/>
                </a:lnTo>
                <a:lnTo>
                  <a:pt x="939" y="1259"/>
                </a:lnTo>
                <a:lnTo>
                  <a:pt x="913" y="1264"/>
                </a:lnTo>
                <a:lnTo>
                  <a:pt x="886" y="1267"/>
                </a:lnTo>
                <a:lnTo>
                  <a:pt x="859" y="1268"/>
                </a:lnTo>
                <a:lnTo>
                  <a:pt x="859" y="1268"/>
                </a:lnTo>
                <a:close/>
                <a:moveTo>
                  <a:pt x="757" y="305"/>
                </a:moveTo>
                <a:lnTo>
                  <a:pt x="757" y="305"/>
                </a:lnTo>
                <a:lnTo>
                  <a:pt x="766" y="303"/>
                </a:lnTo>
                <a:lnTo>
                  <a:pt x="774" y="301"/>
                </a:lnTo>
                <a:lnTo>
                  <a:pt x="783" y="297"/>
                </a:lnTo>
                <a:lnTo>
                  <a:pt x="793" y="291"/>
                </a:lnTo>
                <a:lnTo>
                  <a:pt x="796" y="286"/>
                </a:lnTo>
                <a:lnTo>
                  <a:pt x="800" y="283"/>
                </a:lnTo>
                <a:lnTo>
                  <a:pt x="803" y="277"/>
                </a:lnTo>
                <a:lnTo>
                  <a:pt x="806" y="271"/>
                </a:lnTo>
                <a:lnTo>
                  <a:pt x="808" y="264"/>
                </a:lnTo>
                <a:lnTo>
                  <a:pt x="808" y="256"/>
                </a:lnTo>
                <a:lnTo>
                  <a:pt x="808" y="156"/>
                </a:lnTo>
                <a:lnTo>
                  <a:pt x="808" y="156"/>
                </a:lnTo>
                <a:lnTo>
                  <a:pt x="810" y="146"/>
                </a:lnTo>
                <a:lnTo>
                  <a:pt x="813" y="133"/>
                </a:lnTo>
                <a:lnTo>
                  <a:pt x="816" y="118"/>
                </a:lnTo>
                <a:lnTo>
                  <a:pt x="823" y="101"/>
                </a:lnTo>
                <a:lnTo>
                  <a:pt x="832" y="84"/>
                </a:lnTo>
                <a:lnTo>
                  <a:pt x="838" y="76"/>
                </a:lnTo>
                <a:lnTo>
                  <a:pt x="844" y="68"/>
                </a:lnTo>
                <a:lnTo>
                  <a:pt x="851" y="59"/>
                </a:lnTo>
                <a:lnTo>
                  <a:pt x="859" y="52"/>
                </a:lnTo>
                <a:lnTo>
                  <a:pt x="859" y="52"/>
                </a:lnTo>
                <a:lnTo>
                  <a:pt x="873" y="39"/>
                </a:lnTo>
                <a:lnTo>
                  <a:pt x="881" y="29"/>
                </a:lnTo>
                <a:lnTo>
                  <a:pt x="884" y="24"/>
                </a:lnTo>
                <a:lnTo>
                  <a:pt x="886" y="20"/>
                </a:lnTo>
                <a:lnTo>
                  <a:pt x="886" y="16"/>
                </a:lnTo>
                <a:lnTo>
                  <a:pt x="886" y="13"/>
                </a:lnTo>
                <a:lnTo>
                  <a:pt x="885" y="10"/>
                </a:lnTo>
                <a:lnTo>
                  <a:pt x="883" y="7"/>
                </a:lnTo>
                <a:lnTo>
                  <a:pt x="877" y="4"/>
                </a:lnTo>
                <a:lnTo>
                  <a:pt x="868" y="1"/>
                </a:lnTo>
                <a:lnTo>
                  <a:pt x="859" y="0"/>
                </a:lnTo>
                <a:lnTo>
                  <a:pt x="859" y="0"/>
                </a:lnTo>
                <a:lnTo>
                  <a:pt x="844" y="1"/>
                </a:lnTo>
                <a:lnTo>
                  <a:pt x="834" y="4"/>
                </a:lnTo>
                <a:lnTo>
                  <a:pt x="823" y="6"/>
                </a:lnTo>
                <a:lnTo>
                  <a:pt x="810" y="12"/>
                </a:lnTo>
                <a:lnTo>
                  <a:pt x="799" y="18"/>
                </a:lnTo>
                <a:lnTo>
                  <a:pt x="786" y="27"/>
                </a:lnTo>
                <a:lnTo>
                  <a:pt x="773" y="38"/>
                </a:lnTo>
                <a:lnTo>
                  <a:pt x="760" y="52"/>
                </a:lnTo>
                <a:lnTo>
                  <a:pt x="748" y="70"/>
                </a:lnTo>
                <a:lnTo>
                  <a:pt x="737" y="90"/>
                </a:lnTo>
                <a:lnTo>
                  <a:pt x="726" y="115"/>
                </a:lnTo>
                <a:lnTo>
                  <a:pt x="723" y="128"/>
                </a:lnTo>
                <a:lnTo>
                  <a:pt x="718" y="143"/>
                </a:lnTo>
                <a:lnTo>
                  <a:pt x="716" y="159"/>
                </a:lnTo>
                <a:lnTo>
                  <a:pt x="712" y="175"/>
                </a:lnTo>
                <a:lnTo>
                  <a:pt x="710" y="193"/>
                </a:lnTo>
                <a:lnTo>
                  <a:pt x="709" y="213"/>
                </a:lnTo>
                <a:lnTo>
                  <a:pt x="708" y="233"/>
                </a:lnTo>
                <a:lnTo>
                  <a:pt x="708" y="254"/>
                </a:lnTo>
                <a:lnTo>
                  <a:pt x="708" y="254"/>
                </a:lnTo>
                <a:lnTo>
                  <a:pt x="708" y="263"/>
                </a:lnTo>
                <a:lnTo>
                  <a:pt x="710" y="270"/>
                </a:lnTo>
                <a:lnTo>
                  <a:pt x="713" y="279"/>
                </a:lnTo>
                <a:lnTo>
                  <a:pt x="719" y="289"/>
                </a:lnTo>
                <a:lnTo>
                  <a:pt x="724" y="293"/>
                </a:lnTo>
                <a:lnTo>
                  <a:pt x="729" y="297"/>
                </a:lnTo>
                <a:lnTo>
                  <a:pt x="735" y="301"/>
                </a:lnTo>
                <a:lnTo>
                  <a:pt x="741" y="303"/>
                </a:lnTo>
                <a:lnTo>
                  <a:pt x="749" y="304"/>
                </a:lnTo>
                <a:lnTo>
                  <a:pt x="757" y="305"/>
                </a:lnTo>
                <a:lnTo>
                  <a:pt x="757" y="3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7"/>
          <p:cNvSpPr>
            <a:spLocks noChangeAspect="1" noEditPoints="1"/>
          </p:cNvSpPr>
          <p:nvPr/>
        </p:nvSpPr>
        <p:spPr bwMode="auto">
          <a:xfrm>
            <a:off x="7725308" y="1301620"/>
            <a:ext cx="1080000" cy="964515"/>
          </a:xfrm>
          <a:custGeom>
            <a:avLst/>
            <a:gdLst>
              <a:gd name="T0" fmla="*/ 482 w 1514"/>
              <a:gd name="T1" fmla="*/ 213 h 1352"/>
              <a:gd name="T2" fmla="*/ 415 w 1514"/>
              <a:gd name="T3" fmla="*/ 379 h 1352"/>
              <a:gd name="T4" fmla="*/ 1074 w 1514"/>
              <a:gd name="T5" fmla="*/ 273 h 1352"/>
              <a:gd name="T6" fmla="*/ 1016 w 1514"/>
              <a:gd name="T7" fmla="*/ 153 h 1352"/>
              <a:gd name="T8" fmla="*/ 1239 w 1514"/>
              <a:gd name="T9" fmla="*/ 0 h 1352"/>
              <a:gd name="T10" fmla="*/ 486 w 1514"/>
              <a:gd name="T11" fmla="*/ 56 h 1352"/>
              <a:gd name="T12" fmla="*/ 1459 w 1514"/>
              <a:gd name="T13" fmla="*/ 162 h 1352"/>
              <a:gd name="T14" fmla="*/ 1320 w 1514"/>
              <a:gd name="T15" fmla="*/ 214 h 1352"/>
              <a:gd name="T16" fmla="*/ 1324 w 1514"/>
              <a:gd name="T17" fmla="*/ 434 h 1352"/>
              <a:gd name="T18" fmla="*/ 225 w 1514"/>
              <a:gd name="T19" fmla="*/ 331 h 1352"/>
              <a:gd name="T20" fmla="*/ 273 w 1514"/>
              <a:gd name="T21" fmla="*/ 162 h 1352"/>
              <a:gd name="T22" fmla="*/ 53 w 1514"/>
              <a:gd name="T23" fmla="*/ 162 h 1352"/>
              <a:gd name="T24" fmla="*/ 32 w 1514"/>
              <a:gd name="T25" fmla="*/ 167 h 1352"/>
              <a:gd name="T26" fmla="*/ 15 w 1514"/>
              <a:gd name="T27" fmla="*/ 179 h 1352"/>
              <a:gd name="T28" fmla="*/ 3 w 1514"/>
              <a:gd name="T29" fmla="*/ 195 h 1352"/>
              <a:gd name="T30" fmla="*/ 0 w 1514"/>
              <a:gd name="T31" fmla="*/ 217 h 1352"/>
              <a:gd name="T32" fmla="*/ 0 w 1514"/>
              <a:gd name="T33" fmla="*/ 1298 h 1352"/>
              <a:gd name="T34" fmla="*/ 3 w 1514"/>
              <a:gd name="T35" fmla="*/ 1319 h 1352"/>
              <a:gd name="T36" fmla="*/ 15 w 1514"/>
              <a:gd name="T37" fmla="*/ 1335 h 1352"/>
              <a:gd name="T38" fmla="*/ 32 w 1514"/>
              <a:gd name="T39" fmla="*/ 1347 h 1352"/>
              <a:gd name="T40" fmla="*/ 53 w 1514"/>
              <a:gd name="T41" fmla="*/ 1352 h 1352"/>
              <a:gd name="T42" fmla="*/ 1459 w 1514"/>
              <a:gd name="T43" fmla="*/ 1352 h 1352"/>
              <a:gd name="T44" fmla="*/ 1480 w 1514"/>
              <a:gd name="T45" fmla="*/ 1347 h 1352"/>
              <a:gd name="T46" fmla="*/ 1497 w 1514"/>
              <a:gd name="T47" fmla="*/ 1335 h 1352"/>
              <a:gd name="T48" fmla="*/ 1509 w 1514"/>
              <a:gd name="T49" fmla="*/ 1319 h 1352"/>
              <a:gd name="T50" fmla="*/ 1514 w 1514"/>
              <a:gd name="T51" fmla="*/ 1298 h 1352"/>
              <a:gd name="T52" fmla="*/ 1514 w 1514"/>
              <a:gd name="T53" fmla="*/ 217 h 1352"/>
              <a:gd name="T54" fmla="*/ 1509 w 1514"/>
              <a:gd name="T55" fmla="*/ 195 h 1352"/>
              <a:gd name="T56" fmla="*/ 1497 w 1514"/>
              <a:gd name="T57" fmla="*/ 179 h 1352"/>
              <a:gd name="T58" fmla="*/ 1480 w 1514"/>
              <a:gd name="T59" fmla="*/ 167 h 1352"/>
              <a:gd name="T60" fmla="*/ 1459 w 1514"/>
              <a:gd name="T61" fmla="*/ 162 h 1352"/>
              <a:gd name="T62" fmla="*/ 1459 w 1514"/>
              <a:gd name="T63" fmla="*/ 1243 h 1352"/>
              <a:gd name="T64" fmla="*/ 1458 w 1514"/>
              <a:gd name="T65" fmla="*/ 1255 h 1352"/>
              <a:gd name="T66" fmla="*/ 1450 w 1514"/>
              <a:gd name="T67" fmla="*/ 1274 h 1352"/>
              <a:gd name="T68" fmla="*/ 1436 w 1514"/>
              <a:gd name="T69" fmla="*/ 1288 h 1352"/>
              <a:gd name="T70" fmla="*/ 1415 w 1514"/>
              <a:gd name="T71" fmla="*/ 1296 h 1352"/>
              <a:gd name="T72" fmla="*/ 1188 w 1514"/>
              <a:gd name="T73" fmla="*/ 1298 h 1352"/>
              <a:gd name="T74" fmla="*/ 1459 w 1514"/>
              <a:gd name="T75" fmla="*/ 1243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514" h="1352">
                <a:moveTo>
                  <a:pt x="377" y="160"/>
                </a:moveTo>
                <a:lnTo>
                  <a:pt x="482" y="213"/>
                </a:lnTo>
                <a:lnTo>
                  <a:pt x="329" y="322"/>
                </a:lnTo>
                <a:lnTo>
                  <a:pt x="415" y="379"/>
                </a:lnTo>
                <a:lnTo>
                  <a:pt x="1188" y="379"/>
                </a:lnTo>
                <a:lnTo>
                  <a:pt x="1074" y="273"/>
                </a:lnTo>
                <a:lnTo>
                  <a:pt x="1184" y="207"/>
                </a:lnTo>
                <a:lnTo>
                  <a:pt x="1016" y="153"/>
                </a:lnTo>
                <a:lnTo>
                  <a:pt x="1128" y="102"/>
                </a:lnTo>
                <a:lnTo>
                  <a:pt x="1239" y="0"/>
                </a:lnTo>
                <a:lnTo>
                  <a:pt x="324" y="0"/>
                </a:lnTo>
                <a:lnTo>
                  <a:pt x="486" y="56"/>
                </a:lnTo>
                <a:lnTo>
                  <a:pt x="377" y="160"/>
                </a:lnTo>
                <a:close/>
                <a:moveTo>
                  <a:pt x="1459" y="162"/>
                </a:moveTo>
                <a:lnTo>
                  <a:pt x="1243" y="162"/>
                </a:lnTo>
                <a:lnTo>
                  <a:pt x="1320" y="214"/>
                </a:lnTo>
                <a:lnTo>
                  <a:pt x="1190" y="282"/>
                </a:lnTo>
                <a:lnTo>
                  <a:pt x="1324" y="434"/>
                </a:lnTo>
                <a:lnTo>
                  <a:pt x="375" y="433"/>
                </a:lnTo>
                <a:lnTo>
                  <a:pt x="225" y="331"/>
                </a:lnTo>
                <a:lnTo>
                  <a:pt x="370" y="218"/>
                </a:lnTo>
                <a:lnTo>
                  <a:pt x="273" y="162"/>
                </a:lnTo>
                <a:lnTo>
                  <a:pt x="53" y="162"/>
                </a:lnTo>
                <a:lnTo>
                  <a:pt x="53" y="162"/>
                </a:lnTo>
                <a:lnTo>
                  <a:pt x="42" y="163"/>
                </a:lnTo>
                <a:lnTo>
                  <a:pt x="32" y="167"/>
                </a:lnTo>
                <a:lnTo>
                  <a:pt x="24" y="172"/>
                </a:lnTo>
                <a:lnTo>
                  <a:pt x="15" y="179"/>
                </a:lnTo>
                <a:lnTo>
                  <a:pt x="8" y="186"/>
                </a:lnTo>
                <a:lnTo>
                  <a:pt x="3" y="195"/>
                </a:lnTo>
                <a:lnTo>
                  <a:pt x="0" y="206"/>
                </a:lnTo>
                <a:lnTo>
                  <a:pt x="0" y="217"/>
                </a:lnTo>
                <a:lnTo>
                  <a:pt x="0" y="1298"/>
                </a:lnTo>
                <a:lnTo>
                  <a:pt x="0" y="1298"/>
                </a:lnTo>
                <a:lnTo>
                  <a:pt x="0" y="1308"/>
                </a:lnTo>
                <a:lnTo>
                  <a:pt x="3" y="1319"/>
                </a:lnTo>
                <a:lnTo>
                  <a:pt x="8" y="1328"/>
                </a:lnTo>
                <a:lnTo>
                  <a:pt x="15" y="1335"/>
                </a:lnTo>
                <a:lnTo>
                  <a:pt x="24" y="1343"/>
                </a:lnTo>
                <a:lnTo>
                  <a:pt x="32" y="1347"/>
                </a:lnTo>
                <a:lnTo>
                  <a:pt x="42" y="1351"/>
                </a:lnTo>
                <a:lnTo>
                  <a:pt x="53" y="1352"/>
                </a:lnTo>
                <a:lnTo>
                  <a:pt x="1459" y="1352"/>
                </a:lnTo>
                <a:lnTo>
                  <a:pt x="1459" y="1352"/>
                </a:lnTo>
                <a:lnTo>
                  <a:pt x="1470" y="1351"/>
                </a:lnTo>
                <a:lnTo>
                  <a:pt x="1480" y="1347"/>
                </a:lnTo>
                <a:lnTo>
                  <a:pt x="1489" y="1343"/>
                </a:lnTo>
                <a:lnTo>
                  <a:pt x="1497" y="1335"/>
                </a:lnTo>
                <a:lnTo>
                  <a:pt x="1504" y="1328"/>
                </a:lnTo>
                <a:lnTo>
                  <a:pt x="1509" y="1319"/>
                </a:lnTo>
                <a:lnTo>
                  <a:pt x="1512" y="1308"/>
                </a:lnTo>
                <a:lnTo>
                  <a:pt x="1514" y="1298"/>
                </a:lnTo>
                <a:lnTo>
                  <a:pt x="1514" y="217"/>
                </a:lnTo>
                <a:lnTo>
                  <a:pt x="1514" y="217"/>
                </a:lnTo>
                <a:lnTo>
                  <a:pt x="1512" y="206"/>
                </a:lnTo>
                <a:lnTo>
                  <a:pt x="1509" y="195"/>
                </a:lnTo>
                <a:lnTo>
                  <a:pt x="1504" y="186"/>
                </a:lnTo>
                <a:lnTo>
                  <a:pt x="1497" y="179"/>
                </a:lnTo>
                <a:lnTo>
                  <a:pt x="1489" y="172"/>
                </a:lnTo>
                <a:lnTo>
                  <a:pt x="1480" y="167"/>
                </a:lnTo>
                <a:lnTo>
                  <a:pt x="1470" y="163"/>
                </a:lnTo>
                <a:lnTo>
                  <a:pt x="1459" y="162"/>
                </a:lnTo>
                <a:lnTo>
                  <a:pt x="1459" y="162"/>
                </a:lnTo>
                <a:close/>
                <a:moveTo>
                  <a:pt x="1459" y="1243"/>
                </a:moveTo>
                <a:lnTo>
                  <a:pt x="1459" y="1243"/>
                </a:lnTo>
                <a:lnTo>
                  <a:pt x="1458" y="1255"/>
                </a:lnTo>
                <a:lnTo>
                  <a:pt x="1454" y="1264"/>
                </a:lnTo>
                <a:lnTo>
                  <a:pt x="1450" y="1274"/>
                </a:lnTo>
                <a:lnTo>
                  <a:pt x="1443" y="1282"/>
                </a:lnTo>
                <a:lnTo>
                  <a:pt x="1436" y="1288"/>
                </a:lnTo>
                <a:lnTo>
                  <a:pt x="1426" y="1294"/>
                </a:lnTo>
                <a:lnTo>
                  <a:pt x="1415" y="1296"/>
                </a:lnTo>
                <a:lnTo>
                  <a:pt x="1405" y="1298"/>
                </a:lnTo>
                <a:lnTo>
                  <a:pt x="1188" y="1298"/>
                </a:lnTo>
                <a:lnTo>
                  <a:pt x="1459" y="1028"/>
                </a:lnTo>
                <a:lnTo>
                  <a:pt x="1459" y="124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18"/>
          <p:cNvSpPr>
            <a:spLocks noChangeAspect="1"/>
          </p:cNvSpPr>
          <p:nvPr/>
        </p:nvSpPr>
        <p:spPr bwMode="auto">
          <a:xfrm>
            <a:off x="1280592" y="2889000"/>
            <a:ext cx="654415" cy="1080000"/>
          </a:xfrm>
          <a:custGeom>
            <a:avLst/>
            <a:gdLst>
              <a:gd name="T0" fmla="*/ 639 w 916"/>
              <a:gd name="T1" fmla="*/ 126 h 1514"/>
              <a:gd name="T2" fmla="*/ 566 w 916"/>
              <a:gd name="T3" fmla="*/ 148 h 1514"/>
              <a:gd name="T4" fmla="*/ 491 w 916"/>
              <a:gd name="T5" fmla="*/ 202 h 1514"/>
              <a:gd name="T6" fmla="*/ 472 w 916"/>
              <a:gd name="T7" fmla="*/ 257 h 1514"/>
              <a:gd name="T8" fmla="*/ 482 w 916"/>
              <a:gd name="T9" fmla="*/ 337 h 1514"/>
              <a:gd name="T10" fmla="*/ 465 w 916"/>
              <a:gd name="T11" fmla="*/ 405 h 1514"/>
              <a:gd name="T12" fmla="*/ 363 w 916"/>
              <a:gd name="T13" fmla="*/ 445 h 1514"/>
              <a:gd name="T14" fmla="*/ 217 w 916"/>
              <a:gd name="T15" fmla="*/ 530 h 1514"/>
              <a:gd name="T16" fmla="*/ 115 w 916"/>
              <a:gd name="T17" fmla="*/ 633 h 1514"/>
              <a:gd name="T18" fmla="*/ 56 w 916"/>
              <a:gd name="T19" fmla="*/ 772 h 1514"/>
              <a:gd name="T20" fmla="*/ 49 w 916"/>
              <a:gd name="T21" fmla="*/ 931 h 1514"/>
              <a:gd name="T22" fmla="*/ 72 w 916"/>
              <a:gd name="T23" fmla="*/ 1083 h 1514"/>
              <a:gd name="T24" fmla="*/ 84 w 916"/>
              <a:gd name="T25" fmla="*/ 1159 h 1514"/>
              <a:gd name="T26" fmla="*/ 58 w 916"/>
              <a:gd name="T27" fmla="*/ 1182 h 1514"/>
              <a:gd name="T28" fmla="*/ 22 w 916"/>
              <a:gd name="T29" fmla="*/ 1221 h 1514"/>
              <a:gd name="T30" fmla="*/ 0 w 916"/>
              <a:gd name="T31" fmla="*/ 1313 h 1514"/>
              <a:gd name="T32" fmla="*/ 23 w 916"/>
              <a:gd name="T33" fmla="*/ 1400 h 1514"/>
              <a:gd name="T34" fmla="*/ 90 w 916"/>
              <a:gd name="T35" fmla="*/ 1471 h 1514"/>
              <a:gd name="T36" fmla="*/ 204 w 916"/>
              <a:gd name="T37" fmla="*/ 1510 h 1514"/>
              <a:gd name="T38" fmla="*/ 318 w 916"/>
              <a:gd name="T39" fmla="*/ 1510 h 1514"/>
              <a:gd name="T40" fmla="*/ 470 w 916"/>
              <a:gd name="T41" fmla="*/ 1481 h 1514"/>
              <a:gd name="T42" fmla="*/ 512 w 916"/>
              <a:gd name="T43" fmla="*/ 1447 h 1514"/>
              <a:gd name="T44" fmla="*/ 517 w 916"/>
              <a:gd name="T45" fmla="*/ 1418 h 1514"/>
              <a:gd name="T46" fmla="*/ 478 w 916"/>
              <a:gd name="T47" fmla="*/ 1389 h 1514"/>
              <a:gd name="T48" fmla="*/ 437 w 916"/>
              <a:gd name="T49" fmla="*/ 1397 h 1514"/>
              <a:gd name="T50" fmla="*/ 272 w 916"/>
              <a:gd name="T51" fmla="*/ 1423 h 1514"/>
              <a:gd name="T52" fmla="*/ 173 w 916"/>
              <a:gd name="T53" fmla="*/ 1409 h 1514"/>
              <a:gd name="T54" fmla="*/ 112 w 916"/>
              <a:gd name="T55" fmla="*/ 1366 h 1514"/>
              <a:gd name="T56" fmla="*/ 95 w 916"/>
              <a:gd name="T57" fmla="*/ 1305 h 1514"/>
              <a:gd name="T58" fmla="*/ 116 w 916"/>
              <a:gd name="T59" fmla="*/ 1255 h 1514"/>
              <a:gd name="T60" fmla="*/ 146 w 916"/>
              <a:gd name="T61" fmla="*/ 1247 h 1514"/>
              <a:gd name="T62" fmla="*/ 169 w 916"/>
              <a:gd name="T63" fmla="*/ 1270 h 1514"/>
              <a:gd name="T64" fmla="*/ 575 w 916"/>
              <a:gd name="T65" fmla="*/ 1276 h 1514"/>
              <a:gd name="T66" fmla="*/ 607 w 916"/>
              <a:gd name="T67" fmla="*/ 1248 h 1514"/>
              <a:gd name="T68" fmla="*/ 607 w 916"/>
              <a:gd name="T69" fmla="*/ 1221 h 1514"/>
              <a:gd name="T70" fmla="*/ 568 w 916"/>
              <a:gd name="T71" fmla="*/ 1191 h 1514"/>
              <a:gd name="T72" fmla="*/ 527 w 916"/>
              <a:gd name="T73" fmla="*/ 1180 h 1514"/>
              <a:gd name="T74" fmla="*/ 517 w 916"/>
              <a:gd name="T75" fmla="*/ 1147 h 1514"/>
              <a:gd name="T76" fmla="*/ 537 w 916"/>
              <a:gd name="T77" fmla="*/ 1070 h 1514"/>
              <a:gd name="T78" fmla="*/ 572 w 916"/>
              <a:gd name="T79" fmla="*/ 1065 h 1514"/>
              <a:gd name="T80" fmla="*/ 615 w 916"/>
              <a:gd name="T81" fmla="*/ 1104 h 1514"/>
              <a:gd name="T82" fmla="*/ 627 w 916"/>
              <a:gd name="T83" fmla="*/ 1173 h 1514"/>
              <a:gd name="T84" fmla="*/ 672 w 916"/>
              <a:gd name="T85" fmla="*/ 1225 h 1514"/>
              <a:gd name="T86" fmla="*/ 751 w 916"/>
              <a:gd name="T87" fmla="*/ 1225 h 1514"/>
              <a:gd name="T88" fmla="*/ 800 w 916"/>
              <a:gd name="T89" fmla="*/ 1197 h 1514"/>
              <a:gd name="T90" fmla="*/ 800 w 916"/>
              <a:gd name="T91" fmla="*/ 1149 h 1514"/>
              <a:gd name="T92" fmla="*/ 764 w 916"/>
              <a:gd name="T93" fmla="*/ 1131 h 1514"/>
              <a:gd name="T94" fmla="*/ 734 w 916"/>
              <a:gd name="T95" fmla="*/ 1126 h 1514"/>
              <a:gd name="T96" fmla="*/ 712 w 916"/>
              <a:gd name="T97" fmla="*/ 1070 h 1514"/>
              <a:gd name="T98" fmla="*/ 704 w 916"/>
              <a:gd name="T99" fmla="*/ 987 h 1514"/>
              <a:gd name="T100" fmla="*/ 695 w 916"/>
              <a:gd name="T101" fmla="*/ 917 h 1514"/>
              <a:gd name="T102" fmla="*/ 730 w 916"/>
              <a:gd name="T103" fmla="*/ 813 h 1514"/>
              <a:gd name="T104" fmla="*/ 794 w 916"/>
              <a:gd name="T105" fmla="*/ 646 h 1514"/>
              <a:gd name="T106" fmla="*/ 799 w 916"/>
              <a:gd name="T107" fmla="*/ 458 h 1514"/>
              <a:gd name="T108" fmla="*/ 806 w 916"/>
              <a:gd name="T109" fmla="*/ 360 h 1514"/>
              <a:gd name="T110" fmla="*/ 832 w 916"/>
              <a:gd name="T111" fmla="*/ 327 h 1514"/>
              <a:gd name="T112" fmla="*/ 897 w 916"/>
              <a:gd name="T113" fmla="*/ 305 h 1514"/>
              <a:gd name="T114" fmla="*/ 915 w 916"/>
              <a:gd name="T115" fmla="*/ 273 h 1514"/>
              <a:gd name="T116" fmla="*/ 877 w 916"/>
              <a:gd name="T117" fmla="*/ 227 h 1514"/>
              <a:gd name="T118" fmla="*/ 770 w 916"/>
              <a:gd name="T119" fmla="*/ 148 h 1514"/>
              <a:gd name="T120" fmla="*/ 760 w 916"/>
              <a:gd name="T121" fmla="*/ 96 h 1514"/>
              <a:gd name="T122" fmla="*/ 737 w 916"/>
              <a:gd name="T123" fmla="*/ 8 h 1514"/>
              <a:gd name="T124" fmla="*/ 710 w 916"/>
              <a:gd name="T125" fmla="*/ 1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16" h="1514">
                <a:moveTo>
                  <a:pt x="683" y="19"/>
                </a:moveTo>
                <a:lnTo>
                  <a:pt x="683" y="19"/>
                </a:lnTo>
                <a:lnTo>
                  <a:pt x="664" y="60"/>
                </a:lnTo>
                <a:lnTo>
                  <a:pt x="650" y="96"/>
                </a:lnTo>
                <a:lnTo>
                  <a:pt x="644" y="113"/>
                </a:lnTo>
                <a:lnTo>
                  <a:pt x="639" y="126"/>
                </a:lnTo>
                <a:lnTo>
                  <a:pt x="639" y="126"/>
                </a:lnTo>
                <a:lnTo>
                  <a:pt x="631" y="128"/>
                </a:lnTo>
                <a:lnTo>
                  <a:pt x="611" y="133"/>
                </a:lnTo>
                <a:lnTo>
                  <a:pt x="596" y="136"/>
                </a:lnTo>
                <a:lnTo>
                  <a:pt x="581" y="141"/>
                </a:lnTo>
                <a:lnTo>
                  <a:pt x="566" y="148"/>
                </a:lnTo>
                <a:lnTo>
                  <a:pt x="549" y="155"/>
                </a:lnTo>
                <a:lnTo>
                  <a:pt x="533" y="165"/>
                </a:lnTo>
                <a:lnTo>
                  <a:pt x="517" y="175"/>
                </a:lnTo>
                <a:lnTo>
                  <a:pt x="503" y="188"/>
                </a:lnTo>
                <a:lnTo>
                  <a:pt x="497" y="195"/>
                </a:lnTo>
                <a:lnTo>
                  <a:pt x="491" y="202"/>
                </a:lnTo>
                <a:lnTo>
                  <a:pt x="486" y="211"/>
                </a:lnTo>
                <a:lnTo>
                  <a:pt x="482" y="219"/>
                </a:lnTo>
                <a:lnTo>
                  <a:pt x="478" y="227"/>
                </a:lnTo>
                <a:lnTo>
                  <a:pt x="475" y="237"/>
                </a:lnTo>
                <a:lnTo>
                  <a:pt x="473" y="247"/>
                </a:lnTo>
                <a:lnTo>
                  <a:pt x="472" y="257"/>
                </a:lnTo>
                <a:lnTo>
                  <a:pt x="472" y="269"/>
                </a:lnTo>
                <a:lnTo>
                  <a:pt x="473" y="279"/>
                </a:lnTo>
                <a:lnTo>
                  <a:pt x="473" y="279"/>
                </a:lnTo>
                <a:lnTo>
                  <a:pt x="477" y="297"/>
                </a:lnTo>
                <a:lnTo>
                  <a:pt x="480" y="316"/>
                </a:lnTo>
                <a:lnTo>
                  <a:pt x="482" y="337"/>
                </a:lnTo>
                <a:lnTo>
                  <a:pt x="482" y="360"/>
                </a:lnTo>
                <a:lnTo>
                  <a:pt x="480" y="372"/>
                </a:lnTo>
                <a:lnTo>
                  <a:pt x="478" y="381"/>
                </a:lnTo>
                <a:lnTo>
                  <a:pt x="476" y="390"/>
                </a:lnTo>
                <a:lnTo>
                  <a:pt x="471" y="399"/>
                </a:lnTo>
                <a:lnTo>
                  <a:pt x="465" y="405"/>
                </a:lnTo>
                <a:lnTo>
                  <a:pt x="458" y="409"/>
                </a:lnTo>
                <a:lnTo>
                  <a:pt x="458" y="409"/>
                </a:lnTo>
                <a:lnTo>
                  <a:pt x="440" y="415"/>
                </a:lnTo>
                <a:lnTo>
                  <a:pt x="420" y="422"/>
                </a:lnTo>
                <a:lnTo>
                  <a:pt x="394" y="432"/>
                </a:lnTo>
                <a:lnTo>
                  <a:pt x="363" y="445"/>
                </a:lnTo>
                <a:lnTo>
                  <a:pt x="329" y="461"/>
                </a:lnTo>
                <a:lnTo>
                  <a:pt x="292" y="480"/>
                </a:lnTo>
                <a:lnTo>
                  <a:pt x="274" y="492"/>
                </a:lnTo>
                <a:lnTo>
                  <a:pt x="255" y="504"/>
                </a:lnTo>
                <a:lnTo>
                  <a:pt x="236" y="516"/>
                </a:lnTo>
                <a:lnTo>
                  <a:pt x="217" y="530"/>
                </a:lnTo>
                <a:lnTo>
                  <a:pt x="198" y="545"/>
                </a:lnTo>
                <a:lnTo>
                  <a:pt x="180" y="561"/>
                </a:lnTo>
                <a:lnTo>
                  <a:pt x="162" y="577"/>
                </a:lnTo>
                <a:lnTo>
                  <a:pt x="146" y="595"/>
                </a:lnTo>
                <a:lnTo>
                  <a:pt x="130" y="613"/>
                </a:lnTo>
                <a:lnTo>
                  <a:pt x="115" y="633"/>
                </a:lnTo>
                <a:lnTo>
                  <a:pt x="101" y="653"/>
                </a:lnTo>
                <a:lnTo>
                  <a:pt x="89" y="675"/>
                </a:lnTo>
                <a:lnTo>
                  <a:pt x="78" y="698"/>
                </a:lnTo>
                <a:lnTo>
                  <a:pt x="69" y="722"/>
                </a:lnTo>
                <a:lnTo>
                  <a:pt x="62" y="746"/>
                </a:lnTo>
                <a:lnTo>
                  <a:pt x="56" y="772"/>
                </a:lnTo>
                <a:lnTo>
                  <a:pt x="52" y="800"/>
                </a:lnTo>
                <a:lnTo>
                  <a:pt x="51" y="828"/>
                </a:lnTo>
                <a:lnTo>
                  <a:pt x="51" y="828"/>
                </a:lnTo>
                <a:lnTo>
                  <a:pt x="50" y="856"/>
                </a:lnTo>
                <a:lnTo>
                  <a:pt x="49" y="890"/>
                </a:lnTo>
                <a:lnTo>
                  <a:pt x="49" y="931"/>
                </a:lnTo>
                <a:lnTo>
                  <a:pt x="50" y="953"/>
                </a:lnTo>
                <a:lnTo>
                  <a:pt x="52" y="978"/>
                </a:lnTo>
                <a:lnTo>
                  <a:pt x="56" y="1004"/>
                </a:lnTo>
                <a:lnTo>
                  <a:pt x="59" y="1030"/>
                </a:lnTo>
                <a:lnTo>
                  <a:pt x="65" y="1056"/>
                </a:lnTo>
                <a:lnTo>
                  <a:pt x="72" y="1083"/>
                </a:lnTo>
                <a:lnTo>
                  <a:pt x="81" y="1110"/>
                </a:lnTo>
                <a:lnTo>
                  <a:pt x="91" y="1136"/>
                </a:lnTo>
                <a:lnTo>
                  <a:pt x="91" y="1136"/>
                </a:lnTo>
                <a:lnTo>
                  <a:pt x="90" y="1143"/>
                </a:lnTo>
                <a:lnTo>
                  <a:pt x="88" y="1151"/>
                </a:lnTo>
                <a:lnTo>
                  <a:pt x="84" y="1159"/>
                </a:lnTo>
                <a:lnTo>
                  <a:pt x="80" y="1167"/>
                </a:lnTo>
                <a:lnTo>
                  <a:pt x="76" y="1172"/>
                </a:lnTo>
                <a:lnTo>
                  <a:pt x="72" y="1176"/>
                </a:lnTo>
                <a:lnTo>
                  <a:pt x="69" y="1178"/>
                </a:lnTo>
                <a:lnTo>
                  <a:pt x="63" y="1180"/>
                </a:lnTo>
                <a:lnTo>
                  <a:pt x="58" y="1182"/>
                </a:lnTo>
                <a:lnTo>
                  <a:pt x="51" y="1183"/>
                </a:lnTo>
                <a:lnTo>
                  <a:pt x="51" y="1183"/>
                </a:lnTo>
                <a:lnTo>
                  <a:pt x="48" y="1186"/>
                </a:lnTo>
                <a:lnTo>
                  <a:pt x="39" y="1196"/>
                </a:lnTo>
                <a:lnTo>
                  <a:pt x="28" y="1211"/>
                </a:lnTo>
                <a:lnTo>
                  <a:pt x="22" y="1221"/>
                </a:lnTo>
                <a:lnTo>
                  <a:pt x="15" y="1233"/>
                </a:lnTo>
                <a:lnTo>
                  <a:pt x="10" y="1246"/>
                </a:lnTo>
                <a:lnTo>
                  <a:pt x="5" y="1261"/>
                </a:lnTo>
                <a:lnTo>
                  <a:pt x="2" y="1276"/>
                </a:lnTo>
                <a:lnTo>
                  <a:pt x="0" y="1294"/>
                </a:lnTo>
                <a:lnTo>
                  <a:pt x="0" y="1313"/>
                </a:lnTo>
                <a:lnTo>
                  <a:pt x="3" y="1334"/>
                </a:lnTo>
                <a:lnTo>
                  <a:pt x="6" y="1357"/>
                </a:lnTo>
                <a:lnTo>
                  <a:pt x="15" y="1380"/>
                </a:lnTo>
                <a:lnTo>
                  <a:pt x="15" y="1380"/>
                </a:lnTo>
                <a:lnTo>
                  <a:pt x="16" y="1386"/>
                </a:lnTo>
                <a:lnTo>
                  <a:pt x="23" y="1400"/>
                </a:lnTo>
                <a:lnTo>
                  <a:pt x="29" y="1411"/>
                </a:lnTo>
                <a:lnTo>
                  <a:pt x="37" y="1423"/>
                </a:lnTo>
                <a:lnTo>
                  <a:pt x="46" y="1435"/>
                </a:lnTo>
                <a:lnTo>
                  <a:pt x="58" y="1447"/>
                </a:lnTo>
                <a:lnTo>
                  <a:pt x="72" y="1460"/>
                </a:lnTo>
                <a:lnTo>
                  <a:pt x="90" y="1471"/>
                </a:lnTo>
                <a:lnTo>
                  <a:pt x="109" y="1483"/>
                </a:lnTo>
                <a:lnTo>
                  <a:pt x="133" y="1493"/>
                </a:lnTo>
                <a:lnTo>
                  <a:pt x="158" y="1502"/>
                </a:lnTo>
                <a:lnTo>
                  <a:pt x="172" y="1506"/>
                </a:lnTo>
                <a:lnTo>
                  <a:pt x="187" y="1508"/>
                </a:lnTo>
                <a:lnTo>
                  <a:pt x="204" y="1510"/>
                </a:lnTo>
                <a:lnTo>
                  <a:pt x="220" y="1513"/>
                </a:lnTo>
                <a:lnTo>
                  <a:pt x="238" y="1514"/>
                </a:lnTo>
                <a:lnTo>
                  <a:pt x="257" y="1514"/>
                </a:lnTo>
                <a:lnTo>
                  <a:pt x="257" y="1514"/>
                </a:lnTo>
                <a:lnTo>
                  <a:pt x="287" y="1513"/>
                </a:lnTo>
                <a:lnTo>
                  <a:pt x="318" y="1510"/>
                </a:lnTo>
                <a:lnTo>
                  <a:pt x="357" y="1507"/>
                </a:lnTo>
                <a:lnTo>
                  <a:pt x="398" y="1501"/>
                </a:lnTo>
                <a:lnTo>
                  <a:pt x="418" y="1497"/>
                </a:lnTo>
                <a:lnTo>
                  <a:pt x="437" y="1493"/>
                </a:lnTo>
                <a:lnTo>
                  <a:pt x="453" y="1487"/>
                </a:lnTo>
                <a:lnTo>
                  <a:pt x="470" y="1481"/>
                </a:lnTo>
                <a:lnTo>
                  <a:pt x="483" y="1475"/>
                </a:lnTo>
                <a:lnTo>
                  <a:pt x="493" y="1467"/>
                </a:lnTo>
                <a:lnTo>
                  <a:pt x="493" y="1467"/>
                </a:lnTo>
                <a:lnTo>
                  <a:pt x="499" y="1461"/>
                </a:lnTo>
                <a:lnTo>
                  <a:pt x="505" y="1455"/>
                </a:lnTo>
                <a:lnTo>
                  <a:pt x="512" y="1447"/>
                </a:lnTo>
                <a:lnTo>
                  <a:pt x="517" y="1438"/>
                </a:lnTo>
                <a:lnTo>
                  <a:pt x="518" y="1435"/>
                </a:lnTo>
                <a:lnTo>
                  <a:pt x="520" y="1430"/>
                </a:lnTo>
                <a:lnTo>
                  <a:pt x="520" y="1426"/>
                </a:lnTo>
                <a:lnTo>
                  <a:pt x="518" y="1422"/>
                </a:lnTo>
                <a:lnTo>
                  <a:pt x="517" y="1418"/>
                </a:lnTo>
                <a:lnTo>
                  <a:pt x="512" y="1416"/>
                </a:lnTo>
                <a:lnTo>
                  <a:pt x="512" y="1416"/>
                </a:lnTo>
                <a:lnTo>
                  <a:pt x="504" y="1409"/>
                </a:lnTo>
                <a:lnTo>
                  <a:pt x="497" y="1403"/>
                </a:lnTo>
                <a:lnTo>
                  <a:pt x="484" y="1392"/>
                </a:lnTo>
                <a:lnTo>
                  <a:pt x="478" y="1389"/>
                </a:lnTo>
                <a:lnTo>
                  <a:pt x="471" y="1386"/>
                </a:lnTo>
                <a:lnTo>
                  <a:pt x="469" y="1386"/>
                </a:lnTo>
                <a:lnTo>
                  <a:pt x="465" y="1387"/>
                </a:lnTo>
                <a:lnTo>
                  <a:pt x="458" y="1392"/>
                </a:lnTo>
                <a:lnTo>
                  <a:pt x="458" y="1392"/>
                </a:lnTo>
                <a:lnTo>
                  <a:pt x="437" y="1397"/>
                </a:lnTo>
                <a:lnTo>
                  <a:pt x="386" y="1408"/>
                </a:lnTo>
                <a:lnTo>
                  <a:pt x="355" y="1413"/>
                </a:lnTo>
                <a:lnTo>
                  <a:pt x="324" y="1418"/>
                </a:lnTo>
                <a:lnTo>
                  <a:pt x="296" y="1422"/>
                </a:lnTo>
                <a:lnTo>
                  <a:pt x="272" y="1423"/>
                </a:lnTo>
                <a:lnTo>
                  <a:pt x="272" y="1423"/>
                </a:lnTo>
                <a:lnTo>
                  <a:pt x="264" y="1423"/>
                </a:lnTo>
                <a:lnTo>
                  <a:pt x="240" y="1423"/>
                </a:lnTo>
                <a:lnTo>
                  <a:pt x="225" y="1421"/>
                </a:lnTo>
                <a:lnTo>
                  <a:pt x="208" y="1418"/>
                </a:lnTo>
                <a:lnTo>
                  <a:pt x="191" y="1415"/>
                </a:lnTo>
                <a:lnTo>
                  <a:pt x="173" y="1409"/>
                </a:lnTo>
                <a:lnTo>
                  <a:pt x="155" y="1402"/>
                </a:lnTo>
                <a:lnTo>
                  <a:pt x="139" y="1392"/>
                </a:lnTo>
                <a:lnTo>
                  <a:pt x="132" y="1386"/>
                </a:lnTo>
                <a:lnTo>
                  <a:pt x="125" y="1380"/>
                </a:lnTo>
                <a:lnTo>
                  <a:pt x="117" y="1373"/>
                </a:lnTo>
                <a:lnTo>
                  <a:pt x="112" y="1366"/>
                </a:lnTo>
                <a:lnTo>
                  <a:pt x="107" y="1358"/>
                </a:lnTo>
                <a:lnTo>
                  <a:pt x="102" y="1348"/>
                </a:lnTo>
                <a:lnTo>
                  <a:pt x="99" y="1339"/>
                </a:lnTo>
                <a:lnTo>
                  <a:pt x="96" y="1328"/>
                </a:lnTo>
                <a:lnTo>
                  <a:pt x="95" y="1316"/>
                </a:lnTo>
                <a:lnTo>
                  <a:pt x="95" y="1305"/>
                </a:lnTo>
                <a:lnTo>
                  <a:pt x="96" y="1292"/>
                </a:lnTo>
                <a:lnTo>
                  <a:pt x="99" y="1277"/>
                </a:lnTo>
                <a:lnTo>
                  <a:pt x="99" y="1277"/>
                </a:lnTo>
                <a:lnTo>
                  <a:pt x="103" y="1270"/>
                </a:lnTo>
                <a:lnTo>
                  <a:pt x="109" y="1262"/>
                </a:lnTo>
                <a:lnTo>
                  <a:pt x="116" y="1255"/>
                </a:lnTo>
                <a:lnTo>
                  <a:pt x="123" y="1248"/>
                </a:lnTo>
                <a:lnTo>
                  <a:pt x="128" y="1246"/>
                </a:lnTo>
                <a:lnTo>
                  <a:pt x="132" y="1244"/>
                </a:lnTo>
                <a:lnTo>
                  <a:pt x="136" y="1243"/>
                </a:lnTo>
                <a:lnTo>
                  <a:pt x="141" y="1244"/>
                </a:lnTo>
                <a:lnTo>
                  <a:pt x="146" y="1247"/>
                </a:lnTo>
                <a:lnTo>
                  <a:pt x="151" y="1250"/>
                </a:lnTo>
                <a:lnTo>
                  <a:pt x="151" y="1250"/>
                </a:lnTo>
                <a:lnTo>
                  <a:pt x="153" y="1255"/>
                </a:lnTo>
                <a:lnTo>
                  <a:pt x="156" y="1260"/>
                </a:lnTo>
                <a:lnTo>
                  <a:pt x="162" y="1264"/>
                </a:lnTo>
                <a:lnTo>
                  <a:pt x="169" y="1270"/>
                </a:lnTo>
                <a:lnTo>
                  <a:pt x="179" y="1275"/>
                </a:lnTo>
                <a:lnTo>
                  <a:pt x="190" y="1279"/>
                </a:lnTo>
                <a:lnTo>
                  <a:pt x="201" y="1280"/>
                </a:lnTo>
                <a:lnTo>
                  <a:pt x="568" y="1280"/>
                </a:lnTo>
                <a:lnTo>
                  <a:pt x="568" y="1280"/>
                </a:lnTo>
                <a:lnTo>
                  <a:pt x="575" y="1276"/>
                </a:lnTo>
                <a:lnTo>
                  <a:pt x="582" y="1273"/>
                </a:lnTo>
                <a:lnTo>
                  <a:pt x="590" y="1268"/>
                </a:lnTo>
                <a:lnTo>
                  <a:pt x="599" y="1261"/>
                </a:lnTo>
                <a:lnTo>
                  <a:pt x="602" y="1257"/>
                </a:lnTo>
                <a:lnTo>
                  <a:pt x="605" y="1253"/>
                </a:lnTo>
                <a:lnTo>
                  <a:pt x="607" y="1248"/>
                </a:lnTo>
                <a:lnTo>
                  <a:pt x="608" y="1242"/>
                </a:lnTo>
                <a:lnTo>
                  <a:pt x="608" y="1236"/>
                </a:lnTo>
                <a:lnTo>
                  <a:pt x="607" y="1230"/>
                </a:lnTo>
                <a:lnTo>
                  <a:pt x="607" y="1230"/>
                </a:lnTo>
                <a:lnTo>
                  <a:pt x="607" y="1225"/>
                </a:lnTo>
                <a:lnTo>
                  <a:pt x="607" y="1221"/>
                </a:lnTo>
                <a:lnTo>
                  <a:pt x="605" y="1215"/>
                </a:lnTo>
                <a:lnTo>
                  <a:pt x="600" y="1209"/>
                </a:lnTo>
                <a:lnTo>
                  <a:pt x="593" y="1202"/>
                </a:lnTo>
                <a:lnTo>
                  <a:pt x="582" y="1196"/>
                </a:lnTo>
                <a:lnTo>
                  <a:pt x="568" y="1191"/>
                </a:lnTo>
                <a:lnTo>
                  <a:pt x="568" y="1191"/>
                </a:lnTo>
                <a:lnTo>
                  <a:pt x="560" y="1191"/>
                </a:lnTo>
                <a:lnTo>
                  <a:pt x="551" y="1190"/>
                </a:lnTo>
                <a:lnTo>
                  <a:pt x="541" y="1189"/>
                </a:lnTo>
                <a:lnTo>
                  <a:pt x="536" y="1186"/>
                </a:lnTo>
                <a:lnTo>
                  <a:pt x="531" y="1184"/>
                </a:lnTo>
                <a:lnTo>
                  <a:pt x="527" y="1180"/>
                </a:lnTo>
                <a:lnTo>
                  <a:pt x="523" y="1176"/>
                </a:lnTo>
                <a:lnTo>
                  <a:pt x="521" y="1170"/>
                </a:lnTo>
                <a:lnTo>
                  <a:pt x="518" y="1164"/>
                </a:lnTo>
                <a:lnTo>
                  <a:pt x="517" y="1156"/>
                </a:lnTo>
                <a:lnTo>
                  <a:pt x="517" y="1147"/>
                </a:lnTo>
                <a:lnTo>
                  <a:pt x="517" y="1147"/>
                </a:lnTo>
                <a:lnTo>
                  <a:pt x="520" y="1112"/>
                </a:lnTo>
                <a:lnTo>
                  <a:pt x="523" y="1097"/>
                </a:lnTo>
                <a:lnTo>
                  <a:pt x="527" y="1085"/>
                </a:lnTo>
                <a:lnTo>
                  <a:pt x="530" y="1079"/>
                </a:lnTo>
                <a:lnTo>
                  <a:pt x="534" y="1074"/>
                </a:lnTo>
                <a:lnTo>
                  <a:pt x="537" y="1070"/>
                </a:lnTo>
                <a:lnTo>
                  <a:pt x="542" y="1068"/>
                </a:lnTo>
                <a:lnTo>
                  <a:pt x="548" y="1066"/>
                </a:lnTo>
                <a:lnTo>
                  <a:pt x="555" y="1065"/>
                </a:lnTo>
                <a:lnTo>
                  <a:pt x="563" y="1063"/>
                </a:lnTo>
                <a:lnTo>
                  <a:pt x="572" y="1065"/>
                </a:lnTo>
                <a:lnTo>
                  <a:pt x="572" y="1065"/>
                </a:lnTo>
                <a:lnTo>
                  <a:pt x="589" y="1075"/>
                </a:lnTo>
                <a:lnTo>
                  <a:pt x="602" y="1085"/>
                </a:lnTo>
                <a:lnTo>
                  <a:pt x="608" y="1088"/>
                </a:lnTo>
                <a:lnTo>
                  <a:pt x="612" y="1093"/>
                </a:lnTo>
                <a:lnTo>
                  <a:pt x="614" y="1099"/>
                </a:lnTo>
                <a:lnTo>
                  <a:pt x="615" y="1104"/>
                </a:lnTo>
                <a:lnTo>
                  <a:pt x="615" y="1104"/>
                </a:lnTo>
                <a:lnTo>
                  <a:pt x="615" y="1114"/>
                </a:lnTo>
                <a:lnTo>
                  <a:pt x="618" y="1131"/>
                </a:lnTo>
                <a:lnTo>
                  <a:pt x="621" y="1151"/>
                </a:lnTo>
                <a:lnTo>
                  <a:pt x="624" y="1162"/>
                </a:lnTo>
                <a:lnTo>
                  <a:pt x="627" y="1173"/>
                </a:lnTo>
                <a:lnTo>
                  <a:pt x="632" y="1184"/>
                </a:lnTo>
                <a:lnTo>
                  <a:pt x="638" y="1195"/>
                </a:lnTo>
                <a:lnTo>
                  <a:pt x="644" y="1204"/>
                </a:lnTo>
                <a:lnTo>
                  <a:pt x="652" y="1212"/>
                </a:lnTo>
                <a:lnTo>
                  <a:pt x="661" y="1220"/>
                </a:lnTo>
                <a:lnTo>
                  <a:pt x="672" y="1225"/>
                </a:lnTo>
                <a:lnTo>
                  <a:pt x="684" y="1229"/>
                </a:lnTo>
                <a:lnTo>
                  <a:pt x="698" y="1230"/>
                </a:lnTo>
                <a:lnTo>
                  <a:pt x="698" y="1230"/>
                </a:lnTo>
                <a:lnTo>
                  <a:pt x="715" y="1230"/>
                </a:lnTo>
                <a:lnTo>
                  <a:pt x="732" y="1229"/>
                </a:lnTo>
                <a:lnTo>
                  <a:pt x="751" y="1225"/>
                </a:lnTo>
                <a:lnTo>
                  <a:pt x="762" y="1223"/>
                </a:lnTo>
                <a:lnTo>
                  <a:pt x="771" y="1221"/>
                </a:lnTo>
                <a:lnTo>
                  <a:pt x="780" y="1216"/>
                </a:lnTo>
                <a:lnTo>
                  <a:pt x="788" y="1211"/>
                </a:lnTo>
                <a:lnTo>
                  <a:pt x="795" y="1205"/>
                </a:lnTo>
                <a:lnTo>
                  <a:pt x="800" y="1197"/>
                </a:lnTo>
                <a:lnTo>
                  <a:pt x="803" y="1189"/>
                </a:lnTo>
                <a:lnTo>
                  <a:pt x="805" y="1179"/>
                </a:lnTo>
                <a:lnTo>
                  <a:pt x="805" y="1179"/>
                </a:lnTo>
                <a:lnTo>
                  <a:pt x="805" y="1166"/>
                </a:lnTo>
                <a:lnTo>
                  <a:pt x="802" y="1157"/>
                </a:lnTo>
                <a:lnTo>
                  <a:pt x="800" y="1149"/>
                </a:lnTo>
                <a:lnTo>
                  <a:pt x="795" y="1143"/>
                </a:lnTo>
                <a:lnTo>
                  <a:pt x="792" y="1138"/>
                </a:lnTo>
                <a:lnTo>
                  <a:pt x="786" y="1134"/>
                </a:lnTo>
                <a:lnTo>
                  <a:pt x="781" y="1132"/>
                </a:lnTo>
                <a:lnTo>
                  <a:pt x="775" y="1131"/>
                </a:lnTo>
                <a:lnTo>
                  <a:pt x="764" y="1131"/>
                </a:lnTo>
                <a:lnTo>
                  <a:pt x="755" y="1132"/>
                </a:lnTo>
                <a:lnTo>
                  <a:pt x="745" y="1136"/>
                </a:lnTo>
                <a:lnTo>
                  <a:pt x="745" y="1136"/>
                </a:lnTo>
                <a:lnTo>
                  <a:pt x="744" y="1134"/>
                </a:lnTo>
                <a:lnTo>
                  <a:pt x="739" y="1132"/>
                </a:lnTo>
                <a:lnTo>
                  <a:pt x="734" y="1126"/>
                </a:lnTo>
                <a:lnTo>
                  <a:pt x="730" y="1120"/>
                </a:lnTo>
                <a:lnTo>
                  <a:pt x="725" y="1114"/>
                </a:lnTo>
                <a:lnTo>
                  <a:pt x="722" y="1106"/>
                </a:lnTo>
                <a:lnTo>
                  <a:pt x="718" y="1097"/>
                </a:lnTo>
                <a:lnTo>
                  <a:pt x="716" y="1085"/>
                </a:lnTo>
                <a:lnTo>
                  <a:pt x="712" y="1070"/>
                </a:lnTo>
                <a:lnTo>
                  <a:pt x="710" y="1054"/>
                </a:lnTo>
                <a:lnTo>
                  <a:pt x="708" y="1035"/>
                </a:lnTo>
                <a:lnTo>
                  <a:pt x="706" y="1014"/>
                </a:lnTo>
                <a:lnTo>
                  <a:pt x="706" y="990"/>
                </a:lnTo>
                <a:lnTo>
                  <a:pt x="706" y="990"/>
                </a:lnTo>
                <a:lnTo>
                  <a:pt x="704" y="987"/>
                </a:lnTo>
                <a:lnTo>
                  <a:pt x="700" y="977"/>
                </a:lnTo>
                <a:lnTo>
                  <a:pt x="697" y="963"/>
                </a:lnTo>
                <a:lnTo>
                  <a:pt x="696" y="953"/>
                </a:lnTo>
                <a:lnTo>
                  <a:pt x="695" y="943"/>
                </a:lnTo>
                <a:lnTo>
                  <a:pt x="695" y="930"/>
                </a:lnTo>
                <a:lnTo>
                  <a:pt x="695" y="917"/>
                </a:lnTo>
                <a:lnTo>
                  <a:pt x="697" y="903"/>
                </a:lnTo>
                <a:lnTo>
                  <a:pt x="699" y="886"/>
                </a:lnTo>
                <a:lnTo>
                  <a:pt x="704" y="869"/>
                </a:lnTo>
                <a:lnTo>
                  <a:pt x="711" y="852"/>
                </a:lnTo>
                <a:lnTo>
                  <a:pt x="719" y="833"/>
                </a:lnTo>
                <a:lnTo>
                  <a:pt x="730" y="813"/>
                </a:lnTo>
                <a:lnTo>
                  <a:pt x="730" y="813"/>
                </a:lnTo>
                <a:lnTo>
                  <a:pt x="747" y="782"/>
                </a:lnTo>
                <a:lnTo>
                  <a:pt x="762" y="751"/>
                </a:lnTo>
                <a:lnTo>
                  <a:pt x="775" y="718"/>
                </a:lnTo>
                <a:lnTo>
                  <a:pt x="786" y="683"/>
                </a:lnTo>
                <a:lnTo>
                  <a:pt x="794" y="646"/>
                </a:lnTo>
                <a:lnTo>
                  <a:pt x="801" y="605"/>
                </a:lnTo>
                <a:lnTo>
                  <a:pt x="806" y="561"/>
                </a:lnTo>
                <a:lnTo>
                  <a:pt x="808" y="512"/>
                </a:lnTo>
                <a:lnTo>
                  <a:pt x="808" y="512"/>
                </a:lnTo>
                <a:lnTo>
                  <a:pt x="802" y="484"/>
                </a:lnTo>
                <a:lnTo>
                  <a:pt x="799" y="458"/>
                </a:lnTo>
                <a:lnTo>
                  <a:pt x="796" y="435"/>
                </a:lnTo>
                <a:lnTo>
                  <a:pt x="796" y="415"/>
                </a:lnTo>
                <a:lnTo>
                  <a:pt x="796" y="398"/>
                </a:lnTo>
                <a:lnTo>
                  <a:pt x="799" y="382"/>
                </a:lnTo>
                <a:lnTo>
                  <a:pt x="802" y="370"/>
                </a:lnTo>
                <a:lnTo>
                  <a:pt x="806" y="360"/>
                </a:lnTo>
                <a:lnTo>
                  <a:pt x="810" y="350"/>
                </a:lnTo>
                <a:lnTo>
                  <a:pt x="814" y="343"/>
                </a:lnTo>
                <a:lnTo>
                  <a:pt x="819" y="337"/>
                </a:lnTo>
                <a:lnTo>
                  <a:pt x="823" y="334"/>
                </a:lnTo>
                <a:lnTo>
                  <a:pt x="829" y="329"/>
                </a:lnTo>
                <a:lnTo>
                  <a:pt x="832" y="327"/>
                </a:lnTo>
                <a:lnTo>
                  <a:pt x="832" y="327"/>
                </a:lnTo>
                <a:lnTo>
                  <a:pt x="851" y="323"/>
                </a:lnTo>
                <a:lnTo>
                  <a:pt x="870" y="317"/>
                </a:lnTo>
                <a:lnTo>
                  <a:pt x="879" y="314"/>
                </a:lnTo>
                <a:lnTo>
                  <a:pt x="888" y="310"/>
                </a:lnTo>
                <a:lnTo>
                  <a:pt x="897" y="305"/>
                </a:lnTo>
                <a:lnTo>
                  <a:pt x="904" y="299"/>
                </a:lnTo>
                <a:lnTo>
                  <a:pt x="910" y="292"/>
                </a:lnTo>
                <a:lnTo>
                  <a:pt x="913" y="285"/>
                </a:lnTo>
                <a:lnTo>
                  <a:pt x="915" y="282"/>
                </a:lnTo>
                <a:lnTo>
                  <a:pt x="916" y="277"/>
                </a:lnTo>
                <a:lnTo>
                  <a:pt x="915" y="273"/>
                </a:lnTo>
                <a:lnTo>
                  <a:pt x="913" y="269"/>
                </a:lnTo>
                <a:lnTo>
                  <a:pt x="911" y="264"/>
                </a:lnTo>
                <a:lnTo>
                  <a:pt x="909" y="259"/>
                </a:lnTo>
                <a:lnTo>
                  <a:pt x="899" y="249"/>
                </a:lnTo>
                <a:lnTo>
                  <a:pt x="899" y="249"/>
                </a:lnTo>
                <a:lnTo>
                  <a:pt x="877" y="227"/>
                </a:lnTo>
                <a:lnTo>
                  <a:pt x="853" y="208"/>
                </a:lnTo>
                <a:lnTo>
                  <a:pt x="831" y="192"/>
                </a:lnTo>
                <a:lnTo>
                  <a:pt x="809" y="178"/>
                </a:lnTo>
                <a:lnTo>
                  <a:pt x="792" y="165"/>
                </a:lnTo>
                <a:lnTo>
                  <a:pt x="776" y="154"/>
                </a:lnTo>
                <a:lnTo>
                  <a:pt x="770" y="148"/>
                </a:lnTo>
                <a:lnTo>
                  <a:pt x="765" y="143"/>
                </a:lnTo>
                <a:lnTo>
                  <a:pt x="763" y="139"/>
                </a:lnTo>
                <a:lnTo>
                  <a:pt x="761" y="134"/>
                </a:lnTo>
                <a:lnTo>
                  <a:pt x="761" y="134"/>
                </a:lnTo>
                <a:lnTo>
                  <a:pt x="761" y="120"/>
                </a:lnTo>
                <a:lnTo>
                  <a:pt x="760" y="96"/>
                </a:lnTo>
                <a:lnTo>
                  <a:pt x="756" y="68"/>
                </a:lnTo>
                <a:lnTo>
                  <a:pt x="755" y="53"/>
                </a:lnTo>
                <a:lnTo>
                  <a:pt x="751" y="39"/>
                </a:lnTo>
                <a:lnTo>
                  <a:pt x="748" y="27"/>
                </a:lnTo>
                <a:lnTo>
                  <a:pt x="743" y="17"/>
                </a:lnTo>
                <a:lnTo>
                  <a:pt x="737" y="8"/>
                </a:lnTo>
                <a:lnTo>
                  <a:pt x="734" y="5"/>
                </a:lnTo>
                <a:lnTo>
                  <a:pt x="729" y="3"/>
                </a:lnTo>
                <a:lnTo>
                  <a:pt x="725" y="1"/>
                </a:lnTo>
                <a:lnTo>
                  <a:pt x="721" y="0"/>
                </a:lnTo>
                <a:lnTo>
                  <a:pt x="715" y="0"/>
                </a:lnTo>
                <a:lnTo>
                  <a:pt x="710" y="1"/>
                </a:lnTo>
                <a:lnTo>
                  <a:pt x="704" y="5"/>
                </a:lnTo>
                <a:lnTo>
                  <a:pt x="697" y="8"/>
                </a:lnTo>
                <a:lnTo>
                  <a:pt x="690" y="13"/>
                </a:lnTo>
                <a:lnTo>
                  <a:pt x="683" y="19"/>
                </a:lnTo>
                <a:lnTo>
                  <a:pt x="683" y="1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19"/>
          <p:cNvSpPr>
            <a:spLocks noChangeAspect="1" noEditPoints="1"/>
          </p:cNvSpPr>
          <p:nvPr/>
        </p:nvSpPr>
        <p:spPr bwMode="auto">
          <a:xfrm>
            <a:off x="2756756" y="3241871"/>
            <a:ext cx="1080000" cy="374258"/>
          </a:xfrm>
          <a:custGeom>
            <a:avLst/>
            <a:gdLst>
              <a:gd name="T0" fmla="*/ 1261 w 1514"/>
              <a:gd name="T1" fmla="*/ 4 h 523"/>
              <a:gd name="T2" fmla="*/ 1034 w 1514"/>
              <a:gd name="T3" fmla="*/ 29 h 523"/>
              <a:gd name="T4" fmla="*/ 923 w 1514"/>
              <a:gd name="T5" fmla="*/ 62 h 523"/>
              <a:gd name="T6" fmla="*/ 879 w 1514"/>
              <a:gd name="T7" fmla="*/ 94 h 523"/>
              <a:gd name="T8" fmla="*/ 774 w 1514"/>
              <a:gd name="T9" fmla="*/ 140 h 523"/>
              <a:gd name="T10" fmla="*/ 726 w 1514"/>
              <a:gd name="T11" fmla="*/ 137 h 523"/>
              <a:gd name="T12" fmla="*/ 646 w 1514"/>
              <a:gd name="T13" fmla="*/ 92 h 523"/>
              <a:gd name="T14" fmla="*/ 570 w 1514"/>
              <a:gd name="T15" fmla="*/ 56 h 523"/>
              <a:gd name="T16" fmla="*/ 395 w 1514"/>
              <a:gd name="T17" fmla="*/ 17 h 523"/>
              <a:gd name="T18" fmla="*/ 213 w 1514"/>
              <a:gd name="T19" fmla="*/ 1 h 523"/>
              <a:gd name="T20" fmla="*/ 121 w 1514"/>
              <a:gd name="T21" fmla="*/ 4 h 523"/>
              <a:gd name="T22" fmla="*/ 51 w 1514"/>
              <a:gd name="T23" fmla="*/ 18 h 523"/>
              <a:gd name="T24" fmla="*/ 5 w 1514"/>
              <a:gd name="T25" fmla="*/ 63 h 523"/>
              <a:gd name="T26" fmla="*/ 0 w 1514"/>
              <a:gd name="T27" fmla="*/ 94 h 523"/>
              <a:gd name="T28" fmla="*/ 12 w 1514"/>
              <a:gd name="T29" fmla="*/ 170 h 523"/>
              <a:gd name="T30" fmla="*/ 45 w 1514"/>
              <a:gd name="T31" fmla="*/ 218 h 523"/>
              <a:gd name="T32" fmla="*/ 58 w 1514"/>
              <a:gd name="T33" fmla="*/ 271 h 523"/>
              <a:gd name="T34" fmla="*/ 88 w 1514"/>
              <a:gd name="T35" fmla="*/ 373 h 523"/>
              <a:gd name="T36" fmla="*/ 135 w 1514"/>
              <a:gd name="T37" fmla="*/ 440 h 523"/>
              <a:gd name="T38" fmla="*/ 212 w 1514"/>
              <a:gd name="T39" fmla="*/ 493 h 523"/>
              <a:gd name="T40" fmla="*/ 329 w 1514"/>
              <a:gd name="T41" fmla="*/ 521 h 523"/>
              <a:gd name="T42" fmla="*/ 408 w 1514"/>
              <a:gd name="T43" fmla="*/ 522 h 523"/>
              <a:gd name="T44" fmla="*/ 522 w 1514"/>
              <a:gd name="T45" fmla="*/ 504 h 523"/>
              <a:gd name="T46" fmla="*/ 599 w 1514"/>
              <a:gd name="T47" fmla="*/ 467 h 523"/>
              <a:gd name="T48" fmla="*/ 664 w 1514"/>
              <a:gd name="T49" fmla="*/ 402 h 523"/>
              <a:gd name="T50" fmla="*/ 704 w 1514"/>
              <a:gd name="T51" fmla="*/ 301 h 523"/>
              <a:gd name="T52" fmla="*/ 717 w 1514"/>
              <a:gd name="T53" fmla="*/ 257 h 523"/>
              <a:gd name="T54" fmla="*/ 750 w 1514"/>
              <a:gd name="T55" fmla="*/ 239 h 523"/>
              <a:gd name="T56" fmla="*/ 775 w 1514"/>
              <a:gd name="T57" fmla="*/ 243 h 523"/>
              <a:gd name="T58" fmla="*/ 800 w 1514"/>
              <a:gd name="T59" fmla="*/ 267 h 523"/>
              <a:gd name="T60" fmla="*/ 828 w 1514"/>
              <a:gd name="T61" fmla="*/ 330 h 523"/>
              <a:gd name="T62" fmla="*/ 917 w 1514"/>
              <a:gd name="T63" fmla="*/ 442 h 523"/>
              <a:gd name="T64" fmla="*/ 987 w 1514"/>
              <a:gd name="T65" fmla="*/ 491 h 523"/>
              <a:gd name="T66" fmla="*/ 1075 w 1514"/>
              <a:gd name="T67" fmla="*/ 518 h 523"/>
              <a:gd name="T68" fmla="*/ 1147 w 1514"/>
              <a:gd name="T69" fmla="*/ 521 h 523"/>
              <a:gd name="T70" fmla="*/ 1273 w 1514"/>
              <a:gd name="T71" fmla="*/ 498 h 523"/>
              <a:gd name="T72" fmla="*/ 1352 w 1514"/>
              <a:gd name="T73" fmla="*/ 457 h 523"/>
              <a:gd name="T74" fmla="*/ 1419 w 1514"/>
              <a:gd name="T75" fmla="*/ 383 h 523"/>
              <a:gd name="T76" fmla="*/ 1457 w 1514"/>
              <a:gd name="T77" fmla="*/ 271 h 523"/>
              <a:gd name="T78" fmla="*/ 1479 w 1514"/>
              <a:gd name="T79" fmla="*/ 193 h 523"/>
              <a:gd name="T80" fmla="*/ 1508 w 1514"/>
              <a:gd name="T81" fmla="*/ 128 h 523"/>
              <a:gd name="T82" fmla="*/ 1512 w 1514"/>
              <a:gd name="T83" fmla="*/ 60 h 523"/>
              <a:gd name="T84" fmla="*/ 1499 w 1514"/>
              <a:gd name="T85" fmla="*/ 19 h 523"/>
              <a:gd name="T86" fmla="*/ 1470 w 1514"/>
              <a:gd name="T87" fmla="*/ 3 h 523"/>
              <a:gd name="T88" fmla="*/ 68 w 1514"/>
              <a:gd name="T89" fmla="*/ 142 h 523"/>
              <a:gd name="T90" fmla="*/ 51 w 1514"/>
              <a:gd name="T91" fmla="*/ 135 h 523"/>
              <a:gd name="T92" fmla="*/ 44 w 1514"/>
              <a:gd name="T93" fmla="*/ 118 h 523"/>
              <a:gd name="T94" fmla="*/ 55 w 1514"/>
              <a:gd name="T95" fmla="*/ 99 h 523"/>
              <a:gd name="T96" fmla="*/ 115 w 1514"/>
              <a:gd name="T97" fmla="*/ 95 h 523"/>
              <a:gd name="T98" fmla="*/ 135 w 1514"/>
              <a:gd name="T99" fmla="*/ 105 h 523"/>
              <a:gd name="T100" fmla="*/ 139 w 1514"/>
              <a:gd name="T101" fmla="*/ 123 h 523"/>
              <a:gd name="T102" fmla="*/ 125 w 1514"/>
              <a:gd name="T103" fmla="*/ 141 h 523"/>
              <a:gd name="T104" fmla="*/ 1393 w 1514"/>
              <a:gd name="T105" fmla="*/ 142 h 523"/>
              <a:gd name="T106" fmla="*/ 1377 w 1514"/>
              <a:gd name="T107" fmla="*/ 135 h 523"/>
              <a:gd name="T108" fmla="*/ 1370 w 1514"/>
              <a:gd name="T109" fmla="*/ 118 h 523"/>
              <a:gd name="T110" fmla="*/ 1380 w 1514"/>
              <a:gd name="T111" fmla="*/ 99 h 523"/>
              <a:gd name="T112" fmla="*/ 1441 w 1514"/>
              <a:gd name="T113" fmla="*/ 95 h 523"/>
              <a:gd name="T114" fmla="*/ 1461 w 1514"/>
              <a:gd name="T115" fmla="*/ 105 h 523"/>
              <a:gd name="T116" fmla="*/ 1464 w 1514"/>
              <a:gd name="T117" fmla="*/ 123 h 523"/>
              <a:gd name="T118" fmla="*/ 1450 w 1514"/>
              <a:gd name="T119" fmla="*/ 141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14" h="523">
                <a:moveTo>
                  <a:pt x="1438" y="0"/>
                </a:moveTo>
                <a:lnTo>
                  <a:pt x="1438" y="0"/>
                </a:lnTo>
                <a:lnTo>
                  <a:pt x="1404" y="0"/>
                </a:lnTo>
                <a:lnTo>
                  <a:pt x="1341" y="1"/>
                </a:lnTo>
                <a:lnTo>
                  <a:pt x="1261" y="4"/>
                </a:lnTo>
                <a:lnTo>
                  <a:pt x="1216" y="7"/>
                </a:lnTo>
                <a:lnTo>
                  <a:pt x="1170" y="11"/>
                </a:lnTo>
                <a:lnTo>
                  <a:pt x="1124" y="16"/>
                </a:lnTo>
                <a:lnTo>
                  <a:pt x="1078" y="21"/>
                </a:lnTo>
                <a:lnTo>
                  <a:pt x="1034" y="29"/>
                </a:lnTo>
                <a:lnTo>
                  <a:pt x="993" y="38"/>
                </a:lnTo>
                <a:lnTo>
                  <a:pt x="974" y="43"/>
                </a:lnTo>
                <a:lnTo>
                  <a:pt x="956" y="49"/>
                </a:lnTo>
                <a:lnTo>
                  <a:pt x="938" y="55"/>
                </a:lnTo>
                <a:lnTo>
                  <a:pt x="923" y="62"/>
                </a:lnTo>
                <a:lnTo>
                  <a:pt x="910" y="69"/>
                </a:lnTo>
                <a:lnTo>
                  <a:pt x="898" y="76"/>
                </a:lnTo>
                <a:lnTo>
                  <a:pt x="887" y="84"/>
                </a:lnTo>
                <a:lnTo>
                  <a:pt x="879" y="94"/>
                </a:lnTo>
                <a:lnTo>
                  <a:pt x="879" y="94"/>
                </a:lnTo>
                <a:lnTo>
                  <a:pt x="866" y="101"/>
                </a:lnTo>
                <a:lnTo>
                  <a:pt x="834" y="117"/>
                </a:lnTo>
                <a:lnTo>
                  <a:pt x="814" y="127"/>
                </a:lnTo>
                <a:lnTo>
                  <a:pt x="794" y="134"/>
                </a:lnTo>
                <a:lnTo>
                  <a:pt x="774" y="140"/>
                </a:lnTo>
                <a:lnTo>
                  <a:pt x="764" y="141"/>
                </a:lnTo>
                <a:lnTo>
                  <a:pt x="756" y="142"/>
                </a:lnTo>
                <a:lnTo>
                  <a:pt x="756" y="142"/>
                </a:lnTo>
                <a:lnTo>
                  <a:pt x="741" y="141"/>
                </a:lnTo>
                <a:lnTo>
                  <a:pt x="726" y="137"/>
                </a:lnTo>
                <a:lnTo>
                  <a:pt x="713" y="133"/>
                </a:lnTo>
                <a:lnTo>
                  <a:pt x="702" y="126"/>
                </a:lnTo>
                <a:lnTo>
                  <a:pt x="677" y="110"/>
                </a:lnTo>
                <a:lnTo>
                  <a:pt x="663" y="101"/>
                </a:lnTo>
                <a:lnTo>
                  <a:pt x="646" y="92"/>
                </a:lnTo>
                <a:lnTo>
                  <a:pt x="646" y="92"/>
                </a:lnTo>
                <a:lnTo>
                  <a:pt x="635" y="85"/>
                </a:lnTo>
                <a:lnTo>
                  <a:pt x="625" y="79"/>
                </a:lnTo>
                <a:lnTo>
                  <a:pt x="599" y="68"/>
                </a:lnTo>
                <a:lnTo>
                  <a:pt x="570" y="56"/>
                </a:lnTo>
                <a:lnTo>
                  <a:pt x="538" y="46"/>
                </a:lnTo>
                <a:lnTo>
                  <a:pt x="505" y="37"/>
                </a:lnTo>
                <a:lnTo>
                  <a:pt x="470" y="30"/>
                </a:lnTo>
                <a:lnTo>
                  <a:pt x="433" y="23"/>
                </a:lnTo>
                <a:lnTo>
                  <a:pt x="395" y="17"/>
                </a:lnTo>
                <a:lnTo>
                  <a:pt x="357" y="12"/>
                </a:lnTo>
                <a:lnTo>
                  <a:pt x="320" y="8"/>
                </a:lnTo>
                <a:lnTo>
                  <a:pt x="283" y="5"/>
                </a:lnTo>
                <a:lnTo>
                  <a:pt x="248" y="3"/>
                </a:lnTo>
                <a:lnTo>
                  <a:pt x="213" y="1"/>
                </a:lnTo>
                <a:lnTo>
                  <a:pt x="181" y="1"/>
                </a:lnTo>
                <a:lnTo>
                  <a:pt x="153" y="3"/>
                </a:lnTo>
                <a:lnTo>
                  <a:pt x="127" y="4"/>
                </a:lnTo>
                <a:lnTo>
                  <a:pt x="127" y="4"/>
                </a:lnTo>
                <a:lnTo>
                  <a:pt x="121" y="4"/>
                </a:lnTo>
                <a:lnTo>
                  <a:pt x="107" y="5"/>
                </a:lnTo>
                <a:lnTo>
                  <a:pt x="87" y="7"/>
                </a:lnTo>
                <a:lnTo>
                  <a:pt x="75" y="10"/>
                </a:lnTo>
                <a:lnTo>
                  <a:pt x="63" y="13"/>
                </a:lnTo>
                <a:lnTo>
                  <a:pt x="51" y="18"/>
                </a:lnTo>
                <a:lnTo>
                  <a:pt x="39" y="24"/>
                </a:lnTo>
                <a:lnTo>
                  <a:pt x="29" y="32"/>
                </a:lnTo>
                <a:lnTo>
                  <a:pt x="19" y="40"/>
                </a:lnTo>
                <a:lnTo>
                  <a:pt x="11" y="51"/>
                </a:lnTo>
                <a:lnTo>
                  <a:pt x="5" y="63"/>
                </a:lnTo>
                <a:lnTo>
                  <a:pt x="3" y="70"/>
                </a:lnTo>
                <a:lnTo>
                  <a:pt x="2" y="77"/>
                </a:lnTo>
                <a:lnTo>
                  <a:pt x="0" y="85"/>
                </a:lnTo>
                <a:lnTo>
                  <a:pt x="0" y="94"/>
                </a:lnTo>
                <a:lnTo>
                  <a:pt x="0" y="94"/>
                </a:lnTo>
                <a:lnTo>
                  <a:pt x="0" y="110"/>
                </a:lnTo>
                <a:lnTo>
                  <a:pt x="3" y="128"/>
                </a:lnTo>
                <a:lnTo>
                  <a:pt x="6" y="149"/>
                </a:lnTo>
                <a:lnTo>
                  <a:pt x="9" y="160"/>
                </a:lnTo>
                <a:lnTo>
                  <a:pt x="12" y="170"/>
                </a:lnTo>
                <a:lnTo>
                  <a:pt x="17" y="182"/>
                </a:lnTo>
                <a:lnTo>
                  <a:pt x="23" y="192"/>
                </a:lnTo>
                <a:lnTo>
                  <a:pt x="29" y="202"/>
                </a:lnTo>
                <a:lnTo>
                  <a:pt x="37" y="211"/>
                </a:lnTo>
                <a:lnTo>
                  <a:pt x="45" y="218"/>
                </a:lnTo>
                <a:lnTo>
                  <a:pt x="56" y="224"/>
                </a:lnTo>
                <a:lnTo>
                  <a:pt x="56" y="224"/>
                </a:lnTo>
                <a:lnTo>
                  <a:pt x="56" y="237"/>
                </a:lnTo>
                <a:lnTo>
                  <a:pt x="56" y="252"/>
                </a:lnTo>
                <a:lnTo>
                  <a:pt x="58" y="271"/>
                </a:lnTo>
                <a:lnTo>
                  <a:pt x="62" y="293"/>
                </a:lnTo>
                <a:lnTo>
                  <a:pt x="68" y="318"/>
                </a:lnTo>
                <a:lnTo>
                  <a:pt x="76" y="344"/>
                </a:lnTo>
                <a:lnTo>
                  <a:pt x="82" y="359"/>
                </a:lnTo>
                <a:lnTo>
                  <a:pt x="88" y="373"/>
                </a:lnTo>
                <a:lnTo>
                  <a:pt x="95" y="387"/>
                </a:lnTo>
                <a:lnTo>
                  <a:pt x="103" y="400"/>
                </a:lnTo>
                <a:lnTo>
                  <a:pt x="113" y="414"/>
                </a:lnTo>
                <a:lnTo>
                  <a:pt x="123" y="427"/>
                </a:lnTo>
                <a:lnTo>
                  <a:pt x="135" y="440"/>
                </a:lnTo>
                <a:lnTo>
                  <a:pt x="147" y="452"/>
                </a:lnTo>
                <a:lnTo>
                  <a:pt x="161" y="464"/>
                </a:lnTo>
                <a:lnTo>
                  <a:pt x="177" y="474"/>
                </a:lnTo>
                <a:lnTo>
                  <a:pt x="194" y="485"/>
                </a:lnTo>
                <a:lnTo>
                  <a:pt x="212" y="493"/>
                </a:lnTo>
                <a:lnTo>
                  <a:pt x="232" y="502"/>
                </a:lnTo>
                <a:lnTo>
                  <a:pt x="253" y="509"/>
                </a:lnTo>
                <a:lnTo>
                  <a:pt x="277" y="513"/>
                </a:lnTo>
                <a:lnTo>
                  <a:pt x="302" y="518"/>
                </a:lnTo>
                <a:lnTo>
                  <a:pt x="329" y="521"/>
                </a:lnTo>
                <a:lnTo>
                  <a:pt x="357" y="521"/>
                </a:lnTo>
                <a:lnTo>
                  <a:pt x="357" y="521"/>
                </a:lnTo>
                <a:lnTo>
                  <a:pt x="371" y="522"/>
                </a:lnTo>
                <a:lnTo>
                  <a:pt x="387" y="523"/>
                </a:lnTo>
                <a:lnTo>
                  <a:pt x="408" y="522"/>
                </a:lnTo>
                <a:lnTo>
                  <a:pt x="433" y="521"/>
                </a:lnTo>
                <a:lnTo>
                  <a:pt x="460" y="517"/>
                </a:lnTo>
                <a:lnTo>
                  <a:pt x="490" y="512"/>
                </a:lnTo>
                <a:lnTo>
                  <a:pt x="505" y="509"/>
                </a:lnTo>
                <a:lnTo>
                  <a:pt x="522" y="504"/>
                </a:lnTo>
                <a:lnTo>
                  <a:pt x="537" y="498"/>
                </a:lnTo>
                <a:lnTo>
                  <a:pt x="553" y="492"/>
                </a:lnTo>
                <a:lnTo>
                  <a:pt x="569" y="485"/>
                </a:lnTo>
                <a:lnTo>
                  <a:pt x="585" y="477"/>
                </a:lnTo>
                <a:lnTo>
                  <a:pt x="599" y="467"/>
                </a:lnTo>
                <a:lnTo>
                  <a:pt x="613" y="457"/>
                </a:lnTo>
                <a:lnTo>
                  <a:pt x="627" y="445"/>
                </a:lnTo>
                <a:lnTo>
                  <a:pt x="640" y="432"/>
                </a:lnTo>
                <a:lnTo>
                  <a:pt x="653" y="418"/>
                </a:lnTo>
                <a:lnTo>
                  <a:pt x="664" y="402"/>
                </a:lnTo>
                <a:lnTo>
                  <a:pt x="674" y="386"/>
                </a:lnTo>
                <a:lnTo>
                  <a:pt x="684" y="367"/>
                </a:lnTo>
                <a:lnTo>
                  <a:pt x="692" y="347"/>
                </a:lnTo>
                <a:lnTo>
                  <a:pt x="698" y="324"/>
                </a:lnTo>
                <a:lnTo>
                  <a:pt x="704" y="301"/>
                </a:lnTo>
                <a:lnTo>
                  <a:pt x="708" y="276"/>
                </a:lnTo>
                <a:lnTo>
                  <a:pt x="708" y="276"/>
                </a:lnTo>
                <a:lnTo>
                  <a:pt x="710" y="270"/>
                </a:lnTo>
                <a:lnTo>
                  <a:pt x="712" y="264"/>
                </a:lnTo>
                <a:lnTo>
                  <a:pt x="717" y="257"/>
                </a:lnTo>
                <a:lnTo>
                  <a:pt x="724" y="251"/>
                </a:lnTo>
                <a:lnTo>
                  <a:pt x="732" y="245"/>
                </a:lnTo>
                <a:lnTo>
                  <a:pt x="738" y="243"/>
                </a:lnTo>
                <a:lnTo>
                  <a:pt x="744" y="240"/>
                </a:lnTo>
                <a:lnTo>
                  <a:pt x="750" y="239"/>
                </a:lnTo>
                <a:lnTo>
                  <a:pt x="757" y="239"/>
                </a:lnTo>
                <a:lnTo>
                  <a:pt x="757" y="239"/>
                </a:lnTo>
                <a:lnTo>
                  <a:pt x="764" y="239"/>
                </a:lnTo>
                <a:lnTo>
                  <a:pt x="770" y="240"/>
                </a:lnTo>
                <a:lnTo>
                  <a:pt x="775" y="243"/>
                </a:lnTo>
                <a:lnTo>
                  <a:pt x="780" y="245"/>
                </a:lnTo>
                <a:lnTo>
                  <a:pt x="788" y="250"/>
                </a:lnTo>
                <a:lnTo>
                  <a:pt x="794" y="256"/>
                </a:lnTo>
                <a:lnTo>
                  <a:pt x="797" y="263"/>
                </a:lnTo>
                <a:lnTo>
                  <a:pt x="800" y="267"/>
                </a:lnTo>
                <a:lnTo>
                  <a:pt x="801" y="273"/>
                </a:lnTo>
                <a:lnTo>
                  <a:pt x="801" y="273"/>
                </a:lnTo>
                <a:lnTo>
                  <a:pt x="806" y="284"/>
                </a:lnTo>
                <a:lnTo>
                  <a:pt x="819" y="311"/>
                </a:lnTo>
                <a:lnTo>
                  <a:pt x="828" y="330"/>
                </a:lnTo>
                <a:lnTo>
                  <a:pt x="841" y="351"/>
                </a:lnTo>
                <a:lnTo>
                  <a:pt x="855" y="374"/>
                </a:lnTo>
                <a:lnTo>
                  <a:pt x="873" y="396"/>
                </a:lnTo>
                <a:lnTo>
                  <a:pt x="893" y="420"/>
                </a:lnTo>
                <a:lnTo>
                  <a:pt x="917" y="442"/>
                </a:lnTo>
                <a:lnTo>
                  <a:pt x="929" y="453"/>
                </a:lnTo>
                <a:lnTo>
                  <a:pt x="943" y="464"/>
                </a:lnTo>
                <a:lnTo>
                  <a:pt x="956" y="473"/>
                </a:lnTo>
                <a:lnTo>
                  <a:pt x="971" y="483"/>
                </a:lnTo>
                <a:lnTo>
                  <a:pt x="987" y="491"/>
                </a:lnTo>
                <a:lnTo>
                  <a:pt x="1002" y="498"/>
                </a:lnTo>
                <a:lnTo>
                  <a:pt x="1020" y="505"/>
                </a:lnTo>
                <a:lnTo>
                  <a:pt x="1037" y="510"/>
                </a:lnTo>
                <a:lnTo>
                  <a:pt x="1055" y="515"/>
                </a:lnTo>
                <a:lnTo>
                  <a:pt x="1075" y="518"/>
                </a:lnTo>
                <a:lnTo>
                  <a:pt x="1095" y="521"/>
                </a:lnTo>
                <a:lnTo>
                  <a:pt x="1116" y="521"/>
                </a:lnTo>
                <a:lnTo>
                  <a:pt x="1116" y="521"/>
                </a:lnTo>
                <a:lnTo>
                  <a:pt x="1131" y="522"/>
                </a:lnTo>
                <a:lnTo>
                  <a:pt x="1147" y="521"/>
                </a:lnTo>
                <a:lnTo>
                  <a:pt x="1170" y="519"/>
                </a:lnTo>
                <a:lnTo>
                  <a:pt x="1196" y="516"/>
                </a:lnTo>
                <a:lnTo>
                  <a:pt x="1226" y="511"/>
                </a:lnTo>
                <a:lnTo>
                  <a:pt x="1256" y="503"/>
                </a:lnTo>
                <a:lnTo>
                  <a:pt x="1273" y="498"/>
                </a:lnTo>
                <a:lnTo>
                  <a:pt x="1288" y="491"/>
                </a:lnTo>
                <a:lnTo>
                  <a:pt x="1305" y="484"/>
                </a:lnTo>
                <a:lnTo>
                  <a:pt x="1321" y="476"/>
                </a:lnTo>
                <a:lnTo>
                  <a:pt x="1337" y="466"/>
                </a:lnTo>
                <a:lnTo>
                  <a:pt x="1352" y="457"/>
                </a:lnTo>
                <a:lnTo>
                  <a:pt x="1367" y="445"/>
                </a:lnTo>
                <a:lnTo>
                  <a:pt x="1382" y="432"/>
                </a:lnTo>
                <a:lnTo>
                  <a:pt x="1395" y="416"/>
                </a:lnTo>
                <a:lnTo>
                  <a:pt x="1408" y="401"/>
                </a:lnTo>
                <a:lnTo>
                  <a:pt x="1419" y="383"/>
                </a:lnTo>
                <a:lnTo>
                  <a:pt x="1430" y="364"/>
                </a:lnTo>
                <a:lnTo>
                  <a:pt x="1440" y="343"/>
                </a:lnTo>
                <a:lnTo>
                  <a:pt x="1447" y="321"/>
                </a:lnTo>
                <a:lnTo>
                  <a:pt x="1454" y="297"/>
                </a:lnTo>
                <a:lnTo>
                  <a:pt x="1457" y="271"/>
                </a:lnTo>
                <a:lnTo>
                  <a:pt x="1461" y="243"/>
                </a:lnTo>
                <a:lnTo>
                  <a:pt x="1462" y="212"/>
                </a:lnTo>
                <a:lnTo>
                  <a:pt x="1462" y="212"/>
                </a:lnTo>
                <a:lnTo>
                  <a:pt x="1470" y="204"/>
                </a:lnTo>
                <a:lnTo>
                  <a:pt x="1479" y="193"/>
                </a:lnTo>
                <a:lnTo>
                  <a:pt x="1488" y="179"/>
                </a:lnTo>
                <a:lnTo>
                  <a:pt x="1498" y="161"/>
                </a:lnTo>
                <a:lnTo>
                  <a:pt x="1501" y="150"/>
                </a:lnTo>
                <a:lnTo>
                  <a:pt x="1506" y="140"/>
                </a:lnTo>
                <a:lnTo>
                  <a:pt x="1508" y="128"/>
                </a:lnTo>
                <a:lnTo>
                  <a:pt x="1512" y="115"/>
                </a:lnTo>
                <a:lnTo>
                  <a:pt x="1513" y="101"/>
                </a:lnTo>
                <a:lnTo>
                  <a:pt x="1514" y="86"/>
                </a:lnTo>
                <a:lnTo>
                  <a:pt x="1514" y="86"/>
                </a:lnTo>
                <a:lnTo>
                  <a:pt x="1512" y="60"/>
                </a:lnTo>
                <a:lnTo>
                  <a:pt x="1511" y="50"/>
                </a:lnTo>
                <a:lnTo>
                  <a:pt x="1508" y="40"/>
                </a:lnTo>
                <a:lnTo>
                  <a:pt x="1506" y="32"/>
                </a:lnTo>
                <a:lnTo>
                  <a:pt x="1502" y="25"/>
                </a:lnTo>
                <a:lnTo>
                  <a:pt x="1499" y="19"/>
                </a:lnTo>
                <a:lnTo>
                  <a:pt x="1494" y="14"/>
                </a:lnTo>
                <a:lnTo>
                  <a:pt x="1489" y="10"/>
                </a:lnTo>
                <a:lnTo>
                  <a:pt x="1483" y="7"/>
                </a:lnTo>
                <a:lnTo>
                  <a:pt x="1477" y="5"/>
                </a:lnTo>
                <a:lnTo>
                  <a:pt x="1470" y="3"/>
                </a:lnTo>
                <a:lnTo>
                  <a:pt x="1456" y="0"/>
                </a:lnTo>
                <a:lnTo>
                  <a:pt x="1438" y="0"/>
                </a:lnTo>
                <a:lnTo>
                  <a:pt x="1438" y="0"/>
                </a:lnTo>
                <a:close/>
                <a:moveTo>
                  <a:pt x="115" y="142"/>
                </a:moveTo>
                <a:lnTo>
                  <a:pt x="68" y="142"/>
                </a:lnTo>
                <a:lnTo>
                  <a:pt x="68" y="142"/>
                </a:lnTo>
                <a:lnTo>
                  <a:pt x="63" y="142"/>
                </a:lnTo>
                <a:lnTo>
                  <a:pt x="58" y="141"/>
                </a:lnTo>
                <a:lnTo>
                  <a:pt x="55" y="139"/>
                </a:lnTo>
                <a:lnTo>
                  <a:pt x="51" y="135"/>
                </a:lnTo>
                <a:lnTo>
                  <a:pt x="48" y="131"/>
                </a:lnTo>
                <a:lnTo>
                  <a:pt x="46" y="128"/>
                </a:lnTo>
                <a:lnTo>
                  <a:pt x="44" y="123"/>
                </a:lnTo>
                <a:lnTo>
                  <a:pt x="44" y="118"/>
                </a:lnTo>
                <a:lnTo>
                  <a:pt x="44" y="118"/>
                </a:lnTo>
                <a:lnTo>
                  <a:pt x="44" y="114"/>
                </a:lnTo>
                <a:lnTo>
                  <a:pt x="46" y="109"/>
                </a:lnTo>
                <a:lnTo>
                  <a:pt x="48" y="105"/>
                </a:lnTo>
                <a:lnTo>
                  <a:pt x="51" y="102"/>
                </a:lnTo>
                <a:lnTo>
                  <a:pt x="55" y="99"/>
                </a:lnTo>
                <a:lnTo>
                  <a:pt x="58" y="97"/>
                </a:lnTo>
                <a:lnTo>
                  <a:pt x="63" y="96"/>
                </a:lnTo>
                <a:lnTo>
                  <a:pt x="68" y="95"/>
                </a:lnTo>
                <a:lnTo>
                  <a:pt x="115" y="95"/>
                </a:lnTo>
                <a:lnTo>
                  <a:pt x="115" y="95"/>
                </a:lnTo>
                <a:lnTo>
                  <a:pt x="120" y="96"/>
                </a:lnTo>
                <a:lnTo>
                  <a:pt x="125" y="97"/>
                </a:lnTo>
                <a:lnTo>
                  <a:pt x="128" y="99"/>
                </a:lnTo>
                <a:lnTo>
                  <a:pt x="132" y="102"/>
                </a:lnTo>
                <a:lnTo>
                  <a:pt x="135" y="105"/>
                </a:lnTo>
                <a:lnTo>
                  <a:pt x="138" y="109"/>
                </a:lnTo>
                <a:lnTo>
                  <a:pt x="139" y="114"/>
                </a:lnTo>
                <a:lnTo>
                  <a:pt x="139" y="118"/>
                </a:lnTo>
                <a:lnTo>
                  <a:pt x="139" y="118"/>
                </a:lnTo>
                <a:lnTo>
                  <a:pt x="139" y="123"/>
                </a:lnTo>
                <a:lnTo>
                  <a:pt x="138" y="128"/>
                </a:lnTo>
                <a:lnTo>
                  <a:pt x="135" y="131"/>
                </a:lnTo>
                <a:lnTo>
                  <a:pt x="132" y="135"/>
                </a:lnTo>
                <a:lnTo>
                  <a:pt x="128" y="139"/>
                </a:lnTo>
                <a:lnTo>
                  <a:pt x="125" y="141"/>
                </a:lnTo>
                <a:lnTo>
                  <a:pt x="120" y="142"/>
                </a:lnTo>
                <a:lnTo>
                  <a:pt x="115" y="142"/>
                </a:lnTo>
                <a:lnTo>
                  <a:pt x="115" y="142"/>
                </a:lnTo>
                <a:close/>
                <a:moveTo>
                  <a:pt x="1441" y="142"/>
                </a:moveTo>
                <a:lnTo>
                  <a:pt x="1393" y="142"/>
                </a:lnTo>
                <a:lnTo>
                  <a:pt x="1393" y="142"/>
                </a:lnTo>
                <a:lnTo>
                  <a:pt x="1389" y="142"/>
                </a:lnTo>
                <a:lnTo>
                  <a:pt x="1384" y="141"/>
                </a:lnTo>
                <a:lnTo>
                  <a:pt x="1380" y="139"/>
                </a:lnTo>
                <a:lnTo>
                  <a:pt x="1377" y="135"/>
                </a:lnTo>
                <a:lnTo>
                  <a:pt x="1375" y="131"/>
                </a:lnTo>
                <a:lnTo>
                  <a:pt x="1372" y="128"/>
                </a:lnTo>
                <a:lnTo>
                  <a:pt x="1371" y="123"/>
                </a:lnTo>
                <a:lnTo>
                  <a:pt x="1370" y="118"/>
                </a:lnTo>
                <a:lnTo>
                  <a:pt x="1370" y="118"/>
                </a:lnTo>
                <a:lnTo>
                  <a:pt x="1371" y="114"/>
                </a:lnTo>
                <a:lnTo>
                  <a:pt x="1372" y="109"/>
                </a:lnTo>
                <a:lnTo>
                  <a:pt x="1375" y="105"/>
                </a:lnTo>
                <a:lnTo>
                  <a:pt x="1377" y="102"/>
                </a:lnTo>
                <a:lnTo>
                  <a:pt x="1380" y="99"/>
                </a:lnTo>
                <a:lnTo>
                  <a:pt x="1384" y="97"/>
                </a:lnTo>
                <a:lnTo>
                  <a:pt x="1389" y="96"/>
                </a:lnTo>
                <a:lnTo>
                  <a:pt x="1393" y="95"/>
                </a:lnTo>
                <a:lnTo>
                  <a:pt x="1441" y="95"/>
                </a:lnTo>
                <a:lnTo>
                  <a:pt x="1441" y="95"/>
                </a:lnTo>
                <a:lnTo>
                  <a:pt x="1446" y="96"/>
                </a:lnTo>
                <a:lnTo>
                  <a:pt x="1450" y="97"/>
                </a:lnTo>
                <a:lnTo>
                  <a:pt x="1455" y="99"/>
                </a:lnTo>
                <a:lnTo>
                  <a:pt x="1457" y="102"/>
                </a:lnTo>
                <a:lnTo>
                  <a:pt x="1461" y="105"/>
                </a:lnTo>
                <a:lnTo>
                  <a:pt x="1463" y="109"/>
                </a:lnTo>
                <a:lnTo>
                  <a:pt x="1464" y="114"/>
                </a:lnTo>
                <a:lnTo>
                  <a:pt x="1464" y="118"/>
                </a:lnTo>
                <a:lnTo>
                  <a:pt x="1464" y="118"/>
                </a:lnTo>
                <a:lnTo>
                  <a:pt x="1464" y="123"/>
                </a:lnTo>
                <a:lnTo>
                  <a:pt x="1463" y="128"/>
                </a:lnTo>
                <a:lnTo>
                  <a:pt x="1461" y="131"/>
                </a:lnTo>
                <a:lnTo>
                  <a:pt x="1457" y="135"/>
                </a:lnTo>
                <a:lnTo>
                  <a:pt x="1455" y="139"/>
                </a:lnTo>
                <a:lnTo>
                  <a:pt x="1450" y="141"/>
                </a:lnTo>
                <a:lnTo>
                  <a:pt x="1446" y="142"/>
                </a:lnTo>
                <a:lnTo>
                  <a:pt x="1441" y="142"/>
                </a:lnTo>
                <a:lnTo>
                  <a:pt x="1441" y="14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5"/>
          <p:cNvSpPr>
            <a:spLocks noChangeAspect="1"/>
          </p:cNvSpPr>
          <p:nvPr/>
        </p:nvSpPr>
        <p:spPr bwMode="auto">
          <a:xfrm>
            <a:off x="4413060" y="2924944"/>
            <a:ext cx="1080000" cy="998592"/>
          </a:xfrm>
          <a:custGeom>
            <a:avLst/>
            <a:gdLst>
              <a:gd name="T0" fmla="*/ 1738 w 1791"/>
              <a:gd name="T1" fmla="*/ 4 h 1654"/>
              <a:gd name="T2" fmla="*/ 1670 w 1791"/>
              <a:gd name="T3" fmla="*/ 3 h 1654"/>
              <a:gd name="T4" fmla="*/ 1609 w 1791"/>
              <a:gd name="T5" fmla="*/ 26 h 1654"/>
              <a:gd name="T6" fmla="*/ 1052 w 1791"/>
              <a:gd name="T7" fmla="*/ 179 h 1654"/>
              <a:gd name="T8" fmla="*/ 1064 w 1791"/>
              <a:gd name="T9" fmla="*/ 151 h 1654"/>
              <a:gd name="T10" fmla="*/ 1058 w 1791"/>
              <a:gd name="T11" fmla="*/ 126 h 1654"/>
              <a:gd name="T12" fmla="*/ 1029 w 1791"/>
              <a:gd name="T13" fmla="*/ 105 h 1654"/>
              <a:gd name="T14" fmla="*/ 1002 w 1791"/>
              <a:gd name="T15" fmla="*/ 102 h 1654"/>
              <a:gd name="T16" fmla="*/ 967 w 1791"/>
              <a:gd name="T17" fmla="*/ 122 h 1654"/>
              <a:gd name="T18" fmla="*/ 829 w 1791"/>
              <a:gd name="T19" fmla="*/ 274 h 1654"/>
              <a:gd name="T20" fmla="*/ 670 w 1791"/>
              <a:gd name="T21" fmla="*/ 123 h 1654"/>
              <a:gd name="T22" fmla="*/ 679 w 1791"/>
              <a:gd name="T23" fmla="*/ 88 h 1654"/>
              <a:gd name="T24" fmla="*/ 666 w 1791"/>
              <a:gd name="T25" fmla="*/ 59 h 1654"/>
              <a:gd name="T26" fmla="*/ 641 w 1791"/>
              <a:gd name="T27" fmla="*/ 45 h 1654"/>
              <a:gd name="T28" fmla="*/ 606 w 1791"/>
              <a:gd name="T29" fmla="*/ 53 h 1654"/>
              <a:gd name="T30" fmla="*/ 561 w 1791"/>
              <a:gd name="T31" fmla="*/ 89 h 1654"/>
              <a:gd name="T32" fmla="*/ 228 w 1791"/>
              <a:gd name="T33" fmla="*/ 226 h 1654"/>
              <a:gd name="T34" fmla="*/ 94 w 1791"/>
              <a:gd name="T35" fmla="*/ 228 h 1654"/>
              <a:gd name="T36" fmla="*/ 62 w 1791"/>
              <a:gd name="T37" fmla="*/ 240 h 1654"/>
              <a:gd name="T38" fmla="*/ 67 w 1791"/>
              <a:gd name="T39" fmla="*/ 254 h 1654"/>
              <a:gd name="T40" fmla="*/ 102 w 1791"/>
              <a:gd name="T41" fmla="*/ 275 h 1654"/>
              <a:gd name="T42" fmla="*/ 391 w 1791"/>
              <a:gd name="T43" fmla="*/ 415 h 1654"/>
              <a:gd name="T44" fmla="*/ 302 w 1791"/>
              <a:gd name="T45" fmla="*/ 1140 h 1654"/>
              <a:gd name="T46" fmla="*/ 86 w 1791"/>
              <a:gd name="T47" fmla="*/ 1094 h 1654"/>
              <a:gd name="T48" fmla="*/ 49 w 1791"/>
              <a:gd name="T49" fmla="*/ 1114 h 1654"/>
              <a:gd name="T50" fmla="*/ 30 w 1791"/>
              <a:gd name="T51" fmla="*/ 1133 h 1654"/>
              <a:gd name="T52" fmla="*/ 6 w 1791"/>
              <a:gd name="T53" fmla="*/ 1167 h 1654"/>
              <a:gd name="T54" fmla="*/ 3 w 1791"/>
              <a:gd name="T55" fmla="*/ 1203 h 1654"/>
              <a:gd name="T56" fmla="*/ 25 w 1791"/>
              <a:gd name="T57" fmla="*/ 1235 h 1654"/>
              <a:gd name="T58" fmla="*/ 93 w 1791"/>
              <a:gd name="T59" fmla="*/ 1276 h 1654"/>
              <a:gd name="T60" fmla="*/ 197 w 1791"/>
              <a:gd name="T61" fmla="*/ 1332 h 1654"/>
              <a:gd name="T62" fmla="*/ 234 w 1791"/>
              <a:gd name="T63" fmla="*/ 1363 h 1654"/>
              <a:gd name="T64" fmla="*/ 287 w 1791"/>
              <a:gd name="T65" fmla="*/ 1434 h 1654"/>
              <a:gd name="T66" fmla="*/ 342 w 1791"/>
              <a:gd name="T67" fmla="*/ 1553 h 1654"/>
              <a:gd name="T68" fmla="*/ 364 w 1791"/>
              <a:gd name="T69" fmla="*/ 1587 h 1654"/>
              <a:gd name="T70" fmla="*/ 396 w 1791"/>
              <a:gd name="T71" fmla="*/ 1594 h 1654"/>
              <a:gd name="T72" fmla="*/ 434 w 1791"/>
              <a:gd name="T73" fmla="*/ 1575 h 1654"/>
              <a:gd name="T74" fmla="*/ 463 w 1791"/>
              <a:gd name="T75" fmla="*/ 1549 h 1654"/>
              <a:gd name="T76" fmla="*/ 503 w 1791"/>
              <a:gd name="T77" fmla="*/ 1487 h 1654"/>
              <a:gd name="T78" fmla="*/ 1045 w 1791"/>
              <a:gd name="T79" fmla="*/ 811 h 1654"/>
              <a:gd name="T80" fmla="*/ 1415 w 1791"/>
              <a:gd name="T81" fmla="*/ 1651 h 1654"/>
              <a:gd name="T82" fmla="*/ 1436 w 1791"/>
              <a:gd name="T83" fmla="*/ 1650 h 1654"/>
              <a:gd name="T84" fmla="*/ 1455 w 1791"/>
              <a:gd name="T85" fmla="*/ 1610 h 1654"/>
              <a:gd name="T86" fmla="*/ 1465 w 1791"/>
              <a:gd name="T87" fmla="*/ 1500 h 1654"/>
              <a:gd name="T88" fmla="*/ 1636 w 1791"/>
              <a:gd name="T89" fmla="*/ 1200 h 1654"/>
              <a:gd name="T90" fmla="*/ 1667 w 1791"/>
              <a:gd name="T91" fmla="*/ 1168 h 1654"/>
              <a:gd name="T92" fmla="*/ 1671 w 1791"/>
              <a:gd name="T93" fmla="*/ 1133 h 1654"/>
              <a:gd name="T94" fmla="*/ 1658 w 1791"/>
              <a:gd name="T95" fmla="*/ 1104 h 1654"/>
              <a:gd name="T96" fmla="*/ 1632 w 1791"/>
              <a:gd name="T97" fmla="*/ 1087 h 1654"/>
              <a:gd name="T98" fmla="*/ 1600 w 1791"/>
              <a:gd name="T99" fmla="*/ 1091 h 1654"/>
              <a:gd name="T100" fmla="*/ 1426 w 1791"/>
              <a:gd name="T101" fmla="*/ 930 h 1654"/>
              <a:gd name="T102" fmla="*/ 1616 w 1791"/>
              <a:gd name="T103" fmla="*/ 804 h 1654"/>
              <a:gd name="T104" fmla="*/ 1637 w 1791"/>
              <a:gd name="T105" fmla="*/ 778 h 1654"/>
              <a:gd name="T106" fmla="*/ 1637 w 1791"/>
              <a:gd name="T107" fmla="*/ 740 h 1654"/>
              <a:gd name="T108" fmla="*/ 1615 w 1791"/>
              <a:gd name="T109" fmla="*/ 711 h 1654"/>
              <a:gd name="T110" fmla="*/ 1579 w 1791"/>
              <a:gd name="T111" fmla="*/ 701 h 1654"/>
              <a:gd name="T112" fmla="*/ 1530 w 1791"/>
              <a:gd name="T113" fmla="*/ 715 h 1654"/>
              <a:gd name="T114" fmla="*/ 1763 w 1791"/>
              <a:gd name="T115" fmla="*/ 175 h 1654"/>
              <a:gd name="T116" fmla="*/ 1786 w 1791"/>
              <a:gd name="T117" fmla="*/ 127 h 1654"/>
              <a:gd name="T118" fmla="*/ 1791 w 1791"/>
              <a:gd name="T119" fmla="*/ 75 h 1654"/>
              <a:gd name="T120" fmla="*/ 1777 w 1791"/>
              <a:gd name="T121" fmla="*/ 15 h 1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791" h="1654">
                <a:moveTo>
                  <a:pt x="1777" y="15"/>
                </a:moveTo>
                <a:lnTo>
                  <a:pt x="1777" y="15"/>
                </a:lnTo>
                <a:lnTo>
                  <a:pt x="1759" y="8"/>
                </a:lnTo>
                <a:lnTo>
                  <a:pt x="1738" y="4"/>
                </a:lnTo>
                <a:lnTo>
                  <a:pt x="1713" y="0"/>
                </a:lnTo>
                <a:lnTo>
                  <a:pt x="1699" y="0"/>
                </a:lnTo>
                <a:lnTo>
                  <a:pt x="1685" y="0"/>
                </a:lnTo>
                <a:lnTo>
                  <a:pt x="1670" y="3"/>
                </a:lnTo>
                <a:lnTo>
                  <a:pt x="1654" y="5"/>
                </a:lnTo>
                <a:lnTo>
                  <a:pt x="1639" y="11"/>
                </a:lnTo>
                <a:lnTo>
                  <a:pt x="1623" y="18"/>
                </a:lnTo>
                <a:lnTo>
                  <a:pt x="1609" y="26"/>
                </a:lnTo>
                <a:lnTo>
                  <a:pt x="1595" y="39"/>
                </a:lnTo>
                <a:lnTo>
                  <a:pt x="1194" y="352"/>
                </a:lnTo>
                <a:lnTo>
                  <a:pt x="970" y="303"/>
                </a:lnTo>
                <a:lnTo>
                  <a:pt x="1052" y="179"/>
                </a:lnTo>
                <a:lnTo>
                  <a:pt x="1052" y="179"/>
                </a:lnTo>
                <a:lnTo>
                  <a:pt x="1058" y="169"/>
                </a:lnTo>
                <a:lnTo>
                  <a:pt x="1062" y="159"/>
                </a:lnTo>
                <a:lnTo>
                  <a:pt x="1064" y="151"/>
                </a:lnTo>
                <a:lnTo>
                  <a:pt x="1065" y="144"/>
                </a:lnTo>
                <a:lnTo>
                  <a:pt x="1064" y="137"/>
                </a:lnTo>
                <a:lnTo>
                  <a:pt x="1061" y="131"/>
                </a:lnTo>
                <a:lnTo>
                  <a:pt x="1058" y="126"/>
                </a:lnTo>
                <a:lnTo>
                  <a:pt x="1054" y="122"/>
                </a:lnTo>
                <a:lnTo>
                  <a:pt x="1045" y="113"/>
                </a:lnTo>
                <a:lnTo>
                  <a:pt x="1037" y="109"/>
                </a:lnTo>
                <a:lnTo>
                  <a:pt x="1029" y="105"/>
                </a:lnTo>
                <a:lnTo>
                  <a:pt x="1029" y="105"/>
                </a:lnTo>
                <a:lnTo>
                  <a:pt x="1019" y="102"/>
                </a:lnTo>
                <a:lnTo>
                  <a:pt x="1010" y="102"/>
                </a:lnTo>
                <a:lnTo>
                  <a:pt x="1002" y="102"/>
                </a:lnTo>
                <a:lnTo>
                  <a:pt x="995" y="105"/>
                </a:lnTo>
                <a:lnTo>
                  <a:pt x="987" y="108"/>
                </a:lnTo>
                <a:lnTo>
                  <a:pt x="980" y="112"/>
                </a:lnTo>
                <a:lnTo>
                  <a:pt x="967" y="122"/>
                </a:lnTo>
                <a:lnTo>
                  <a:pt x="956" y="133"/>
                </a:lnTo>
                <a:lnTo>
                  <a:pt x="947" y="142"/>
                </a:lnTo>
                <a:lnTo>
                  <a:pt x="940" y="152"/>
                </a:lnTo>
                <a:lnTo>
                  <a:pt x="829" y="274"/>
                </a:lnTo>
                <a:lnTo>
                  <a:pt x="582" y="242"/>
                </a:lnTo>
                <a:lnTo>
                  <a:pt x="663" y="133"/>
                </a:lnTo>
                <a:lnTo>
                  <a:pt x="663" y="133"/>
                </a:lnTo>
                <a:lnTo>
                  <a:pt x="670" y="123"/>
                </a:lnTo>
                <a:lnTo>
                  <a:pt x="675" y="113"/>
                </a:lnTo>
                <a:lnTo>
                  <a:pt x="677" y="103"/>
                </a:lnTo>
                <a:lnTo>
                  <a:pt x="679" y="95"/>
                </a:lnTo>
                <a:lnTo>
                  <a:pt x="679" y="88"/>
                </a:lnTo>
                <a:lnTo>
                  <a:pt x="677" y="81"/>
                </a:lnTo>
                <a:lnTo>
                  <a:pt x="676" y="74"/>
                </a:lnTo>
                <a:lnTo>
                  <a:pt x="673" y="68"/>
                </a:lnTo>
                <a:lnTo>
                  <a:pt x="666" y="59"/>
                </a:lnTo>
                <a:lnTo>
                  <a:pt x="659" y="53"/>
                </a:lnTo>
                <a:lnTo>
                  <a:pt x="651" y="47"/>
                </a:lnTo>
                <a:lnTo>
                  <a:pt x="651" y="47"/>
                </a:lnTo>
                <a:lnTo>
                  <a:pt x="641" y="45"/>
                </a:lnTo>
                <a:lnTo>
                  <a:pt x="633" y="45"/>
                </a:lnTo>
                <a:lnTo>
                  <a:pt x="624" y="46"/>
                </a:lnTo>
                <a:lnTo>
                  <a:pt x="614" y="49"/>
                </a:lnTo>
                <a:lnTo>
                  <a:pt x="606" y="53"/>
                </a:lnTo>
                <a:lnTo>
                  <a:pt x="598" y="57"/>
                </a:lnTo>
                <a:lnTo>
                  <a:pt x="584" y="68"/>
                </a:lnTo>
                <a:lnTo>
                  <a:pt x="571" y="80"/>
                </a:lnTo>
                <a:lnTo>
                  <a:pt x="561" y="89"/>
                </a:lnTo>
                <a:lnTo>
                  <a:pt x="553" y="99"/>
                </a:lnTo>
                <a:lnTo>
                  <a:pt x="440" y="221"/>
                </a:lnTo>
                <a:lnTo>
                  <a:pt x="228" y="226"/>
                </a:lnTo>
                <a:lnTo>
                  <a:pt x="228" y="226"/>
                </a:lnTo>
                <a:lnTo>
                  <a:pt x="189" y="225"/>
                </a:lnTo>
                <a:lnTo>
                  <a:pt x="151" y="224"/>
                </a:lnTo>
                <a:lnTo>
                  <a:pt x="112" y="226"/>
                </a:lnTo>
                <a:lnTo>
                  <a:pt x="94" y="228"/>
                </a:lnTo>
                <a:lnTo>
                  <a:pt x="80" y="231"/>
                </a:lnTo>
                <a:lnTo>
                  <a:pt x="69" y="235"/>
                </a:lnTo>
                <a:lnTo>
                  <a:pt x="65" y="238"/>
                </a:lnTo>
                <a:lnTo>
                  <a:pt x="62" y="240"/>
                </a:lnTo>
                <a:lnTo>
                  <a:pt x="60" y="243"/>
                </a:lnTo>
                <a:lnTo>
                  <a:pt x="60" y="246"/>
                </a:lnTo>
                <a:lnTo>
                  <a:pt x="63" y="250"/>
                </a:lnTo>
                <a:lnTo>
                  <a:pt x="67" y="254"/>
                </a:lnTo>
                <a:lnTo>
                  <a:pt x="73" y="259"/>
                </a:lnTo>
                <a:lnTo>
                  <a:pt x="80" y="264"/>
                </a:lnTo>
                <a:lnTo>
                  <a:pt x="102" y="275"/>
                </a:lnTo>
                <a:lnTo>
                  <a:pt x="102" y="275"/>
                </a:lnTo>
                <a:lnTo>
                  <a:pt x="130" y="291"/>
                </a:lnTo>
                <a:lnTo>
                  <a:pt x="169" y="310"/>
                </a:lnTo>
                <a:lnTo>
                  <a:pt x="269" y="359"/>
                </a:lnTo>
                <a:lnTo>
                  <a:pt x="391" y="415"/>
                </a:lnTo>
                <a:lnTo>
                  <a:pt x="518" y="473"/>
                </a:lnTo>
                <a:lnTo>
                  <a:pt x="743" y="575"/>
                </a:lnTo>
                <a:lnTo>
                  <a:pt x="841" y="618"/>
                </a:lnTo>
                <a:lnTo>
                  <a:pt x="302" y="1140"/>
                </a:lnTo>
                <a:lnTo>
                  <a:pt x="100" y="1094"/>
                </a:lnTo>
                <a:lnTo>
                  <a:pt x="100" y="1094"/>
                </a:lnTo>
                <a:lnTo>
                  <a:pt x="93" y="1094"/>
                </a:lnTo>
                <a:lnTo>
                  <a:pt x="86" y="1094"/>
                </a:lnTo>
                <a:lnTo>
                  <a:pt x="77" y="1097"/>
                </a:lnTo>
                <a:lnTo>
                  <a:pt x="67" y="1100"/>
                </a:lnTo>
                <a:lnTo>
                  <a:pt x="58" y="1105"/>
                </a:lnTo>
                <a:lnTo>
                  <a:pt x="49" y="1114"/>
                </a:lnTo>
                <a:lnTo>
                  <a:pt x="45" y="1118"/>
                </a:lnTo>
                <a:lnTo>
                  <a:pt x="42" y="1125"/>
                </a:lnTo>
                <a:lnTo>
                  <a:pt x="42" y="1125"/>
                </a:lnTo>
                <a:lnTo>
                  <a:pt x="30" y="1133"/>
                </a:lnTo>
                <a:lnTo>
                  <a:pt x="20" y="1144"/>
                </a:lnTo>
                <a:lnTo>
                  <a:pt x="14" y="1151"/>
                </a:lnTo>
                <a:lnTo>
                  <a:pt x="9" y="1158"/>
                </a:lnTo>
                <a:lnTo>
                  <a:pt x="6" y="1167"/>
                </a:lnTo>
                <a:lnTo>
                  <a:pt x="2" y="1175"/>
                </a:lnTo>
                <a:lnTo>
                  <a:pt x="0" y="1184"/>
                </a:lnTo>
                <a:lnTo>
                  <a:pt x="0" y="1193"/>
                </a:lnTo>
                <a:lnTo>
                  <a:pt x="3" y="1203"/>
                </a:lnTo>
                <a:lnTo>
                  <a:pt x="7" y="1214"/>
                </a:lnTo>
                <a:lnTo>
                  <a:pt x="16" y="1224"/>
                </a:lnTo>
                <a:lnTo>
                  <a:pt x="25" y="1235"/>
                </a:lnTo>
                <a:lnTo>
                  <a:pt x="25" y="1235"/>
                </a:lnTo>
                <a:lnTo>
                  <a:pt x="34" y="1242"/>
                </a:lnTo>
                <a:lnTo>
                  <a:pt x="42" y="1249"/>
                </a:lnTo>
                <a:lnTo>
                  <a:pt x="66" y="1262"/>
                </a:lnTo>
                <a:lnTo>
                  <a:pt x="93" y="1276"/>
                </a:lnTo>
                <a:lnTo>
                  <a:pt x="122" y="1291"/>
                </a:lnTo>
                <a:lnTo>
                  <a:pt x="153" y="1307"/>
                </a:lnTo>
                <a:lnTo>
                  <a:pt x="183" y="1323"/>
                </a:lnTo>
                <a:lnTo>
                  <a:pt x="197" y="1332"/>
                </a:lnTo>
                <a:lnTo>
                  <a:pt x="210" y="1342"/>
                </a:lnTo>
                <a:lnTo>
                  <a:pt x="223" y="1351"/>
                </a:lnTo>
                <a:lnTo>
                  <a:pt x="234" y="1363"/>
                </a:lnTo>
                <a:lnTo>
                  <a:pt x="234" y="1363"/>
                </a:lnTo>
                <a:lnTo>
                  <a:pt x="249" y="1379"/>
                </a:lnTo>
                <a:lnTo>
                  <a:pt x="263" y="1398"/>
                </a:lnTo>
                <a:lnTo>
                  <a:pt x="276" y="1416"/>
                </a:lnTo>
                <a:lnTo>
                  <a:pt x="287" y="1434"/>
                </a:lnTo>
                <a:lnTo>
                  <a:pt x="307" y="1469"/>
                </a:lnTo>
                <a:lnTo>
                  <a:pt x="322" y="1501"/>
                </a:lnTo>
                <a:lnTo>
                  <a:pt x="335" y="1531"/>
                </a:lnTo>
                <a:lnTo>
                  <a:pt x="342" y="1553"/>
                </a:lnTo>
                <a:lnTo>
                  <a:pt x="349" y="1573"/>
                </a:lnTo>
                <a:lnTo>
                  <a:pt x="349" y="1573"/>
                </a:lnTo>
                <a:lnTo>
                  <a:pt x="356" y="1581"/>
                </a:lnTo>
                <a:lnTo>
                  <a:pt x="364" y="1587"/>
                </a:lnTo>
                <a:lnTo>
                  <a:pt x="372" y="1591"/>
                </a:lnTo>
                <a:lnTo>
                  <a:pt x="381" y="1594"/>
                </a:lnTo>
                <a:lnTo>
                  <a:pt x="388" y="1594"/>
                </a:lnTo>
                <a:lnTo>
                  <a:pt x="396" y="1594"/>
                </a:lnTo>
                <a:lnTo>
                  <a:pt x="405" y="1592"/>
                </a:lnTo>
                <a:lnTo>
                  <a:pt x="412" y="1589"/>
                </a:lnTo>
                <a:lnTo>
                  <a:pt x="424" y="1582"/>
                </a:lnTo>
                <a:lnTo>
                  <a:pt x="434" y="1575"/>
                </a:lnTo>
                <a:lnTo>
                  <a:pt x="444" y="1567"/>
                </a:lnTo>
                <a:lnTo>
                  <a:pt x="444" y="1567"/>
                </a:lnTo>
                <a:lnTo>
                  <a:pt x="454" y="1557"/>
                </a:lnTo>
                <a:lnTo>
                  <a:pt x="463" y="1549"/>
                </a:lnTo>
                <a:lnTo>
                  <a:pt x="479" y="1532"/>
                </a:lnTo>
                <a:lnTo>
                  <a:pt x="490" y="1515"/>
                </a:lnTo>
                <a:lnTo>
                  <a:pt x="498" y="1500"/>
                </a:lnTo>
                <a:lnTo>
                  <a:pt x="503" y="1487"/>
                </a:lnTo>
                <a:lnTo>
                  <a:pt x="505" y="1477"/>
                </a:lnTo>
                <a:lnTo>
                  <a:pt x="505" y="1469"/>
                </a:lnTo>
                <a:lnTo>
                  <a:pt x="451" y="1340"/>
                </a:lnTo>
                <a:lnTo>
                  <a:pt x="1045" y="811"/>
                </a:lnTo>
                <a:lnTo>
                  <a:pt x="1406" y="1645"/>
                </a:lnTo>
                <a:lnTo>
                  <a:pt x="1406" y="1645"/>
                </a:lnTo>
                <a:lnTo>
                  <a:pt x="1409" y="1647"/>
                </a:lnTo>
                <a:lnTo>
                  <a:pt x="1415" y="1651"/>
                </a:lnTo>
                <a:lnTo>
                  <a:pt x="1420" y="1652"/>
                </a:lnTo>
                <a:lnTo>
                  <a:pt x="1425" y="1654"/>
                </a:lnTo>
                <a:lnTo>
                  <a:pt x="1430" y="1652"/>
                </a:lnTo>
                <a:lnTo>
                  <a:pt x="1436" y="1650"/>
                </a:lnTo>
                <a:lnTo>
                  <a:pt x="1441" y="1645"/>
                </a:lnTo>
                <a:lnTo>
                  <a:pt x="1447" y="1637"/>
                </a:lnTo>
                <a:lnTo>
                  <a:pt x="1451" y="1626"/>
                </a:lnTo>
                <a:lnTo>
                  <a:pt x="1455" y="1610"/>
                </a:lnTo>
                <a:lnTo>
                  <a:pt x="1460" y="1591"/>
                </a:lnTo>
                <a:lnTo>
                  <a:pt x="1462" y="1566"/>
                </a:lnTo>
                <a:lnTo>
                  <a:pt x="1465" y="1536"/>
                </a:lnTo>
                <a:lnTo>
                  <a:pt x="1465" y="1500"/>
                </a:lnTo>
                <a:lnTo>
                  <a:pt x="1451" y="1332"/>
                </a:lnTo>
                <a:lnTo>
                  <a:pt x="1626" y="1206"/>
                </a:lnTo>
                <a:lnTo>
                  <a:pt x="1626" y="1206"/>
                </a:lnTo>
                <a:lnTo>
                  <a:pt x="1636" y="1200"/>
                </a:lnTo>
                <a:lnTo>
                  <a:pt x="1647" y="1192"/>
                </a:lnTo>
                <a:lnTo>
                  <a:pt x="1657" y="1182"/>
                </a:lnTo>
                <a:lnTo>
                  <a:pt x="1663" y="1175"/>
                </a:lnTo>
                <a:lnTo>
                  <a:pt x="1667" y="1168"/>
                </a:lnTo>
                <a:lnTo>
                  <a:pt x="1670" y="1160"/>
                </a:lnTo>
                <a:lnTo>
                  <a:pt x="1671" y="1153"/>
                </a:lnTo>
                <a:lnTo>
                  <a:pt x="1672" y="1143"/>
                </a:lnTo>
                <a:lnTo>
                  <a:pt x="1671" y="1133"/>
                </a:lnTo>
                <a:lnTo>
                  <a:pt x="1668" y="1123"/>
                </a:lnTo>
                <a:lnTo>
                  <a:pt x="1663" y="1114"/>
                </a:lnTo>
                <a:lnTo>
                  <a:pt x="1663" y="1114"/>
                </a:lnTo>
                <a:lnTo>
                  <a:pt x="1658" y="1104"/>
                </a:lnTo>
                <a:lnTo>
                  <a:pt x="1651" y="1098"/>
                </a:lnTo>
                <a:lnTo>
                  <a:pt x="1646" y="1093"/>
                </a:lnTo>
                <a:lnTo>
                  <a:pt x="1639" y="1090"/>
                </a:lnTo>
                <a:lnTo>
                  <a:pt x="1632" y="1087"/>
                </a:lnTo>
                <a:lnTo>
                  <a:pt x="1625" y="1087"/>
                </a:lnTo>
                <a:lnTo>
                  <a:pt x="1618" y="1087"/>
                </a:lnTo>
                <a:lnTo>
                  <a:pt x="1612" y="1087"/>
                </a:lnTo>
                <a:lnTo>
                  <a:pt x="1600" y="1091"/>
                </a:lnTo>
                <a:lnTo>
                  <a:pt x="1588" y="1095"/>
                </a:lnTo>
                <a:lnTo>
                  <a:pt x="1580" y="1101"/>
                </a:lnTo>
                <a:lnTo>
                  <a:pt x="1433" y="1150"/>
                </a:lnTo>
                <a:lnTo>
                  <a:pt x="1426" y="930"/>
                </a:lnTo>
                <a:lnTo>
                  <a:pt x="1591" y="820"/>
                </a:lnTo>
                <a:lnTo>
                  <a:pt x="1591" y="820"/>
                </a:lnTo>
                <a:lnTo>
                  <a:pt x="1604" y="813"/>
                </a:lnTo>
                <a:lnTo>
                  <a:pt x="1616" y="804"/>
                </a:lnTo>
                <a:lnTo>
                  <a:pt x="1622" y="799"/>
                </a:lnTo>
                <a:lnTo>
                  <a:pt x="1628" y="793"/>
                </a:lnTo>
                <a:lnTo>
                  <a:pt x="1633" y="786"/>
                </a:lnTo>
                <a:lnTo>
                  <a:pt x="1637" y="778"/>
                </a:lnTo>
                <a:lnTo>
                  <a:pt x="1640" y="769"/>
                </a:lnTo>
                <a:lnTo>
                  <a:pt x="1642" y="760"/>
                </a:lnTo>
                <a:lnTo>
                  <a:pt x="1640" y="750"/>
                </a:lnTo>
                <a:lnTo>
                  <a:pt x="1637" y="740"/>
                </a:lnTo>
                <a:lnTo>
                  <a:pt x="1632" y="729"/>
                </a:lnTo>
                <a:lnTo>
                  <a:pt x="1623" y="716"/>
                </a:lnTo>
                <a:lnTo>
                  <a:pt x="1623" y="716"/>
                </a:lnTo>
                <a:lnTo>
                  <a:pt x="1615" y="711"/>
                </a:lnTo>
                <a:lnTo>
                  <a:pt x="1605" y="706"/>
                </a:lnTo>
                <a:lnTo>
                  <a:pt x="1597" y="702"/>
                </a:lnTo>
                <a:lnTo>
                  <a:pt x="1587" y="701"/>
                </a:lnTo>
                <a:lnTo>
                  <a:pt x="1579" y="701"/>
                </a:lnTo>
                <a:lnTo>
                  <a:pt x="1570" y="701"/>
                </a:lnTo>
                <a:lnTo>
                  <a:pt x="1555" y="704"/>
                </a:lnTo>
                <a:lnTo>
                  <a:pt x="1541" y="709"/>
                </a:lnTo>
                <a:lnTo>
                  <a:pt x="1530" y="715"/>
                </a:lnTo>
                <a:lnTo>
                  <a:pt x="1520" y="720"/>
                </a:lnTo>
                <a:lnTo>
                  <a:pt x="1399" y="778"/>
                </a:lnTo>
                <a:lnTo>
                  <a:pt x="1362" y="540"/>
                </a:lnTo>
                <a:lnTo>
                  <a:pt x="1763" y="175"/>
                </a:lnTo>
                <a:lnTo>
                  <a:pt x="1763" y="175"/>
                </a:lnTo>
                <a:lnTo>
                  <a:pt x="1772" y="162"/>
                </a:lnTo>
                <a:lnTo>
                  <a:pt x="1779" y="147"/>
                </a:lnTo>
                <a:lnTo>
                  <a:pt x="1786" y="127"/>
                </a:lnTo>
                <a:lnTo>
                  <a:pt x="1787" y="116"/>
                </a:lnTo>
                <a:lnTo>
                  <a:pt x="1790" y="103"/>
                </a:lnTo>
                <a:lnTo>
                  <a:pt x="1791" y="89"/>
                </a:lnTo>
                <a:lnTo>
                  <a:pt x="1791" y="75"/>
                </a:lnTo>
                <a:lnTo>
                  <a:pt x="1790" y="61"/>
                </a:lnTo>
                <a:lnTo>
                  <a:pt x="1787" y="46"/>
                </a:lnTo>
                <a:lnTo>
                  <a:pt x="1783" y="31"/>
                </a:lnTo>
                <a:lnTo>
                  <a:pt x="1777" y="15"/>
                </a:lnTo>
                <a:lnTo>
                  <a:pt x="1777" y="1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6"/>
          <p:cNvSpPr>
            <a:spLocks noChangeAspect="1" noEditPoints="1"/>
          </p:cNvSpPr>
          <p:nvPr/>
        </p:nvSpPr>
        <p:spPr bwMode="auto">
          <a:xfrm>
            <a:off x="6069124" y="3045220"/>
            <a:ext cx="1080000" cy="767559"/>
          </a:xfrm>
          <a:custGeom>
            <a:avLst/>
            <a:gdLst>
              <a:gd name="T0" fmla="*/ 669 w 1792"/>
              <a:gd name="T1" fmla="*/ 4 h 1273"/>
              <a:gd name="T2" fmla="*/ 636 w 1792"/>
              <a:gd name="T3" fmla="*/ 46 h 1273"/>
              <a:gd name="T4" fmla="*/ 639 w 1792"/>
              <a:gd name="T5" fmla="*/ 832 h 1273"/>
              <a:gd name="T6" fmla="*/ 680 w 1792"/>
              <a:gd name="T7" fmla="*/ 866 h 1273"/>
              <a:gd name="T8" fmla="*/ 1757 w 1792"/>
              <a:gd name="T9" fmla="*/ 863 h 1273"/>
              <a:gd name="T10" fmla="*/ 1790 w 1792"/>
              <a:gd name="T11" fmla="*/ 821 h 1273"/>
              <a:gd name="T12" fmla="*/ 1787 w 1792"/>
              <a:gd name="T13" fmla="*/ 35 h 1273"/>
              <a:gd name="T14" fmla="*/ 1745 w 1792"/>
              <a:gd name="T15" fmla="*/ 1 h 1273"/>
              <a:gd name="T16" fmla="*/ 385 w 1792"/>
              <a:gd name="T17" fmla="*/ 232 h 1273"/>
              <a:gd name="T18" fmla="*/ 272 w 1792"/>
              <a:gd name="T19" fmla="*/ 232 h 1273"/>
              <a:gd name="T20" fmla="*/ 213 w 1792"/>
              <a:gd name="T21" fmla="*/ 268 h 1273"/>
              <a:gd name="T22" fmla="*/ 171 w 1792"/>
              <a:gd name="T23" fmla="*/ 347 h 1273"/>
              <a:gd name="T24" fmla="*/ 17 w 1792"/>
              <a:gd name="T25" fmla="*/ 631 h 1273"/>
              <a:gd name="T26" fmla="*/ 0 w 1792"/>
              <a:gd name="T27" fmla="*/ 1045 h 1273"/>
              <a:gd name="T28" fmla="*/ 13 w 1792"/>
              <a:gd name="T29" fmla="*/ 1081 h 1273"/>
              <a:gd name="T30" fmla="*/ 52 w 1792"/>
              <a:gd name="T31" fmla="*/ 1100 h 1273"/>
              <a:gd name="T32" fmla="*/ 86 w 1792"/>
              <a:gd name="T33" fmla="*/ 1088 h 1273"/>
              <a:gd name="T34" fmla="*/ 112 w 1792"/>
              <a:gd name="T35" fmla="*/ 1044 h 1273"/>
              <a:gd name="T36" fmla="*/ 118 w 1792"/>
              <a:gd name="T37" fmla="*/ 993 h 1273"/>
              <a:gd name="T38" fmla="*/ 140 w 1792"/>
              <a:gd name="T39" fmla="*/ 941 h 1273"/>
              <a:gd name="T40" fmla="*/ 215 w 1792"/>
              <a:gd name="T41" fmla="*/ 884 h 1273"/>
              <a:gd name="T42" fmla="*/ 285 w 1792"/>
              <a:gd name="T43" fmla="*/ 866 h 1273"/>
              <a:gd name="T44" fmla="*/ 511 w 1792"/>
              <a:gd name="T45" fmla="*/ 855 h 1273"/>
              <a:gd name="T46" fmla="*/ 557 w 1792"/>
              <a:gd name="T47" fmla="*/ 807 h 1273"/>
              <a:gd name="T48" fmla="*/ 573 w 1792"/>
              <a:gd name="T49" fmla="*/ 748 h 1273"/>
              <a:gd name="T50" fmla="*/ 566 w 1792"/>
              <a:gd name="T51" fmla="*/ 287 h 1273"/>
              <a:gd name="T52" fmla="*/ 517 w 1792"/>
              <a:gd name="T53" fmla="*/ 242 h 1273"/>
              <a:gd name="T54" fmla="*/ 458 w 1792"/>
              <a:gd name="T55" fmla="*/ 231 h 1273"/>
              <a:gd name="T56" fmla="*/ 308 w 1792"/>
              <a:gd name="T57" fmla="*/ 930 h 1273"/>
              <a:gd name="T58" fmla="*/ 234 w 1792"/>
              <a:gd name="T59" fmla="*/ 965 h 1273"/>
              <a:gd name="T60" fmla="*/ 187 w 1792"/>
              <a:gd name="T61" fmla="*/ 1030 h 1273"/>
              <a:gd name="T62" fmla="*/ 173 w 1792"/>
              <a:gd name="T63" fmla="*/ 1097 h 1273"/>
              <a:gd name="T64" fmla="*/ 194 w 1792"/>
              <a:gd name="T65" fmla="*/ 1181 h 1273"/>
              <a:gd name="T66" fmla="*/ 247 w 1792"/>
              <a:gd name="T67" fmla="*/ 1242 h 1273"/>
              <a:gd name="T68" fmla="*/ 325 w 1792"/>
              <a:gd name="T69" fmla="*/ 1272 h 1273"/>
              <a:gd name="T70" fmla="*/ 395 w 1792"/>
              <a:gd name="T71" fmla="*/ 1265 h 1273"/>
              <a:gd name="T72" fmla="*/ 468 w 1792"/>
              <a:gd name="T73" fmla="*/ 1221 h 1273"/>
              <a:gd name="T74" fmla="*/ 511 w 1792"/>
              <a:gd name="T75" fmla="*/ 1150 h 1273"/>
              <a:gd name="T76" fmla="*/ 518 w 1792"/>
              <a:gd name="T77" fmla="*/ 1080 h 1273"/>
              <a:gd name="T78" fmla="*/ 489 w 1792"/>
              <a:gd name="T79" fmla="*/ 1000 h 1273"/>
              <a:gd name="T80" fmla="*/ 427 w 1792"/>
              <a:gd name="T81" fmla="*/ 947 h 1273"/>
              <a:gd name="T82" fmla="*/ 343 w 1792"/>
              <a:gd name="T83" fmla="*/ 926 h 1273"/>
              <a:gd name="T84" fmla="*/ 580 w 1792"/>
              <a:gd name="T85" fmla="*/ 953 h 1273"/>
              <a:gd name="T86" fmla="*/ 606 w 1792"/>
              <a:gd name="T87" fmla="*/ 1013 h 1273"/>
              <a:gd name="T88" fmla="*/ 1326 w 1792"/>
              <a:gd name="T89" fmla="*/ 1044 h 1273"/>
              <a:gd name="T90" fmla="*/ 1298 w 1792"/>
              <a:gd name="T91" fmla="*/ 967 h 1273"/>
              <a:gd name="T92" fmla="*/ 1558 w 1792"/>
              <a:gd name="T93" fmla="*/ 926 h 1273"/>
              <a:gd name="T94" fmla="*/ 1492 w 1792"/>
              <a:gd name="T95" fmla="*/ 939 h 1273"/>
              <a:gd name="T96" fmla="*/ 1426 w 1792"/>
              <a:gd name="T97" fmla="*/ 988 h 1273"/>
              <a:gd name="T98" fmla="*/ 1390 w 1792"/>
              <a:gd name="T99" fmla="*/ 1063 h 1273"/>
              <a:gd name="T100" fmla="*/ 1390 w 1792"/>
              <a:gd name="T101" fmla="*/ 1132 h 1273"/>
              <a:gd name="T102" fmla="*/ 1426 w 1792"/>
              <a:gd name="T103" fmla="*/ 1206 h 1273"/>
              <a:gd name="T104" fmla="*/ 1492 w 1792"/>
              <a:gd name="T105" fmla="*/ 1255 h 1273"/>
              <a:gd name="T106" fmla="*/ 1558 w 1792"/>
              <a:gd name="T107" fmla="*/ 1269 h 1273"/>
              <a:gd name="T108" fmla="*/ 1640 w 1792"/>
              <a:gd name="T109" fmla="*/ 1248 h 1273"/>
              <a:gd name="T110" fmla="*/ 1701 w 1792"/>
              <a:gd name="T111" fmla="*/ 1193 h 1273"/>
              <a:gd name="T112" fmla="*/ 1730 w 1792"/>
              <a:gd name="T113" fmla="*/ 1115 h 1273"/>
              <a:gd name="T114" fmla="*/ 1723 w 1792"/>
              <a:gd name="T115" fmla="*/ 1046 h 1273"/>
              <a:gd name="T116" fmla="*/ 1680 w 1792"/>
              <a:gd name="T117" fmla="*/ 975 h 1273"/>
              <a:gd name="T118" fmla="*/ 1610 w 1792"/>
              <a:gd name="T119" fmla="*/ 933 h 1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92" h="1273">
                <a:moveTo>
                  <a:pt x="1734" y="0"/>
                </a:moveTo>
                <a:lnTo>
                  <a:pt x="693" y="0"/>
                </a:lnTo>
                <a:lnTo>
                  <a:pt x="693" y="0"/>
                </a:lnTo>
                <a:lnTo>
                  <a:pt x="680" y="1"/>
                </a:lnTo>
                <a:lnTo>
                  <a:pt x="669" y="4"/>
                </a:lnTo>
                <a:lnTo>
                  <a:pt x="660" y="10"/>
                </a:lnTo>
                <a:lnTo>
                  <a:pt x="651" y="17"/>
                </a:lnTo>
                <a:lnTo>
                  <a:pt x="644" y="25"/>
                </a:lnTo>
                <a:lnTo>
                  <a:pt x="639" y="35"/>
                </a:lnTo>
                <a:lnTo>
                  <a:pt x="636" y="46"/>
                </a:lnTo>
                <a:lnTo>
                  <a:pt x="634" y="57"/>
                </a:lnTo>
                <a:lnTo>
                  <a:pt x="634" y="810"/>
                </a:lnTo>
                <a:lnTo>
                  <a:pt x="634" y="810"/>
                </a:lnTo>
                <a:lnTo>
                  <a:pt x="636" y="821"/>
                </a:lnTo>
                <a:lnTo>
                  <a:pt x="639" y="832"/>
                </a:lnTo>
                <a:lnTo>
                  <a:pt x="644" y="842"/>
                </a:lnTo>
                <a:lnTo>
                  <a:pt x="651" y="851"/>
                </a:lnTo>
                <a:lnTo>
                  <a:pt x="660" y="858"/>
                </a:lnTo>
                <a:lnTo>
                  <a:pt x="669" y="863"/>
                </a:lnTo>
                <a:lnTo>
                  <a:pt x="680" y="866"/>
                </a:lnTo>
                <a:lnTo>
                  <a:pt x="693" y="867"/>
                </a:lnTo>
                <a:lnTo>
                  <a:pt x="1734" y="867"/>
                </a:lnTo>
                <a:lnTo>
                  <a:pt x="1734" y="867"/>
                </a:lnTo>
                <a:lnTo>
                  <a:pt x="1745" y="866"/>
                </a:lnTo>
                <a:lnTo>
                  <a:pt x="1757" y="863"/>
                </a:lnTo>
                <a:lnTo>
                  <a:pt x="1766" y="858"/>
                </a:lnTo>
                <a:lnTo>
                  <a:pt x="1775" y="851"/>
                </a:lnTo>
                <a:lnTo>
                  <a:pt x="1782" y="842"/>
                </a:lnTo>
                <a:lnTo>
                  <a:pt x="1787" y="832"/>
                </a:lnTo>
                <a:lnTo>
                  <a:pt x="1790" y="821"/>
                </a:lnTo>
                <a:lnTo>
                  <a:pt x="1792" y="810"/>
                </a:lnTo>
                <a:lnTo>
                  <a:pt x="1792" y="57"/>
                </a:lnTo>
                <a:lnTo>
                  <a:pt x="1792" y="57"/>
                </a:lnTo>
                <a:lnTo>
                  <a:pt x="1790" y="46"/>
                </a:lnTo>
                <a:lnTo>
                  <a:pt x="1787" y="35"/>
                </a:lnTo>
                <a:lnTo>
                  <a:pt x="1782" y="25"/>
                </a:lnTo>
                <a:lnTo>
                  <a:pt x="1775" y="17"/>
                </a:lnTo>
                <a:lnTo>
                  <a:pt x="1766" y="10"/>
                </a:lnTo>
                <a:lnTo>
                  <a:pt x="1757" y="4"/>
                </a:lnTo>
                <a:lnTo>
                  <a:pt x="1745" y="1"/>
                </a:lnTo>
                <a:lnTo>
                  <a:pt x="1734" y="0"/>
                </a:lnTo>
                <a:lnTo>
                  <a:pt x="1734" y="0"/>
                </a:lnTo>
                <a:close/>
                <a:moveTo>
                  <a:pt x="458" y="231"/>
                </a:moveTo>
                <a:lnTo>
                  <a:pt x="458" y="231"/>
                </a:lnTo>
                <a:lnTo>
                  <a:pt x="385" y="232"/>
                </a:lnTo>
                <a:lnTo>
                  <a:pt x="328" y="232"/>
                </a:lnTo>
                <a:lnTo>
                  <a:pt x="304" y="232"/>
                </a:lnTo>
                <a:lnTo>
                  <a:pt x="287" y="231"/>
                </a:lnTo>
                <a:lnTo>
                  <a:pt x="287" y="231"/>
                </a:lnTo>
                <a:lnTo>
                  <a:pt x="272" y="232"/>
                </a:lnTo>
                <a:lnTo>
                  <a:pt x="258" y="236"/>
                </a:lnTo>
                <a:lnTo>
                  <a:pt x="244" y="242"/>
                </a:lnTo>
                <a:lnTo>
                  <a:pt x="233" y="249"/>
                </a:lnTo>
                <a:lnTo>
                  <a:pt x="222" y="259"/>
                </a:lnTo>
                <a:lnTo>
                  <a:pt x="213" y="268"/>
                </a:lnTo>
                <a:lnTo>
                  <a:pt x="205" y="278"/>
                </a:lnTo>
                <a:lnTo>
                  <a:pt x="198" y="289"/>
                </a:lnTo>
                <a:lnTo>
                  <a:pt x="185" y="310"/>
                </a:lnTo>
                <a:lnTo>
                  <a:pt x="178" y="329"/>
                </a:lnTo>
                <a:lnTo>
                  <a:pt x="171" y="347"/>
                </a:lnTo>
                <a:lnTo>
                  <a:pt x="49" y="575"/>
                </a:lnTo>
                <a:lnTo>
                  <a:pt x="49" y="575"/>
                </a:lnTo>
                <a:lnTo>
                  <a:pt x="37" y="594"/>
                </a:lnTo>
                <a:lnTo>
                  <a:pt x="26" y="613"/>
                </a:lnTo>
                <a:lnTo>
                  <a:pt x="17" y="631"/>
                </a:lnTo>
                <a:lnTo>
                  <a:pt x="12" y="648"/>
                </a:lnTo>
                <a:lnTo>
                  <a:pt x="3" y="673"/>
                </a:lnTo>
                <a:lnTo>
                  <a:pt x="0" y="683"/>
                </a:lnTo>
                <a:lnTo>
                  <a:pt x="0" y="1045"/>
                </a:lnTo>
                <a:lnTo>
                  <a:pt x="0" y="1045"/>
                </a:lnTo>
                <a:lnTo>
                  <a:pt x="2" y="1055"/>
                </a:lnTo>
                <a:lnTo>
                  <a:pt x="3" y="1063"/>
                </a:lnTo>
                <a:lnTo>
                  <a:pt x="6" y="1070"/>
                </a:lnTo>
                <a:lnTo>
                  <a:pt x="9" y="1076"/>
                </a:lnTo>
                <a:lnTo>
                  <a:pt x="13" y="1081"/>
                </a:lnTo>
                <a:lnTo>
                  <a:pt x="17" y="1086"/>
                </a:lnTo>
                <a:lnTo>
                  <a:pt x="27" y="1093"/>
                </a:lnTo>
                <a:lnTo>
                  <a:pt x="35" y="1097"/>
                </a:lnTo>
                <a:lnTo>
                  <a:pt x="44" y="1098"/>
                </a:lnTo>
                <a:lnTo>
                  <a:pt x="52" y="1100"/>
                </a:lnTo>
                <a:lnTo>
                  <a:pt x="52" y="1100"/>
                </a:lnTo>
                <a:lnTo>
                  <a:pt x="62" y="1098"/>
                </a:lnTo>
                <a:lnTo>
                  <a:pt x="72" y="1097"/>
                </a:lnTo>
                <a:lnTo>
                  <a:pt x="80" y="1093"/>
                </a:lnTo>
                <a:lnTo>
                  <a:pt x="86" y="1088"/>
                </a:lnTo>
                <a:lnTo>
                  <a:pt x="93" y="1084"/>
                </a:lnTo>
                <a:lnTo>
                  <a:pt x="97" y="1079"/>
                </a:lnTo>
                <a:lnTo>
                  <a:pt x="105" y="1066"/>
                </a:lnTo>
                <a:lnTo>
                  <a:pt x="110" y="1055"/>
                </a:lnTo>
                <a:lnTo>
                  <a:pt x="112" y="1044"/>
                </a:lnTo>
                <a:lnTo>
                  <a:pt x="114" y="1034"/>
                </a:lnTo>
                <a:lnTo>
                  <a:pt x="114" y="1034"/>
                </a:lnTo>
                <a:lnTo>
                  <a:pt x="114" y="1020"/>
                </a:lnTo>
                <a:lnTo>
                  <a:pt x="115" y="1006"/>
                </a:lnTo>
                <a:lnTo>
                  <a:pt x="118" y="993"/>
                </a:lnTo>
                <a:lnTo>
                  <a:pt x="121" y="982"/>
                </a:lnTo>
                <a:lnTo>
                  <a:pt x="125" y="971"/>
                </a:lnTo>
                <a:lnTo>
                  <a:pt x="129" y="961"/>
                </a:lnTo>
                <a:lnTo>
                  <a:pt x="135" y="951"/>
                </a:lnTo>
                <a:lnTo>
                  <a:pt x="140" y="941"/>
                </a:lnTo>
                <a:lnTo>
                  <a:pt x="153" y="926"/>
                </a:lnTo>
                <a:lnTo>
                  <a:pt x="168" y="912"/>
                </a:lnTo>
                <a:lnTo>
                  <a:pt x="182" y="901"/>
                </a:lnTo>
                <a:lnTo>
                  <a:pt x="199" y="891"/>
                </a:lnTo>
                <a:lnTo>
                  <a:pt x="215" y="884"/>
                </a:lnTo>
                <a:lnTo>
                  <a:pt x="230" y="879"/>
                </a:lnTo>
                <a:lnTo>
                  <a:pt x="244" y="873"/>
                </a:lnTo>
                <a:lnTo>
                  <a:pt x="258" y="870"/>
                </a:lnTo>
                <a:lnTo>
                  <a:pt x="276" y="867"/>
                </a:lnTo>
                <a:lnTo>
                  <a:pt x="285" y="866"/>
                </a:lnTo>
                <a:lnTo>
                  <a:pt x="461" y="866"/>
                </a:lnTo>
                <a:lnTo>
                  <a:pt x="461" y="866"/>
                </a:lnTo>
                <a:lnTo>
                  <a:pt x="480" y="865"/>
                </a:lnTo>
                <a:lnTo>
                  <a:pt x="497" y="860"/>
                </a:lnTo>
                <a:lnTo>
                  <a:pt x="511" y="855"/>
                </a:lnTo>
                <a:lnTo>
                  <a:pt x="524" y="848"/>
                </a:lnTo>
                <a:lnTo>
                  <a:pt x="535" y="838"/>
                </a:lnTo>
                <a:lnTo>
                  <a:pt x="545" y="828"/>
                </a:lnTo>
                <a:lnTo>
                  <a:pt x="552" y="818"/>
                </a:lnTo>
                <a:lnTo>
                  <a:pt x="557" y="807"/>
                </a:lnTo>
                <a:lnTo>
                  <a:pt x="563" y="796"/>
                </a:lnTo>
                <a:lnTo>
                  <a:pt x="566" y="785"/>
                </a:lnTo>
                <a:lnTo>
                  <a:pt x="571" y="767"/>
                </a:lnTo>
                <a:lnTo>
                  <a:pt x="573" y="754"/>
                </a:lnTo>
                <a:lnTo>
                  <a:pt x="573" y="748"/>
                </a:lnTo>
                <a:lnTo>
                  <a:pt x="577" y="340"/>
                </a:lnTo>
                <a:lnTo>
                  <a:pt x="577" y="340"/>
                </a:lnTo>
                <a:lnTo>
                  <a:pt x="576" y="319"/>
                </a:lnTo>
                <a:lnTo>
                  <a:pt x="571" y="302"/>
                </a:lnTo>
                <a:lnTo>
                  <a:pt x="566" y="287"/>
                </a:lnTo>
                <a:lnTo>
                  <a:pt x="559" y="274"/>
                </a:lnTo>
                <a:lnTo>
                  <a:pt x="549" y="263"/>
                </a:lnTo>
                <a:lnTo>
                  <a:pt x="539" y="254"/>
                </a:lnTo>
                <a:lnTo>
                  <a:pt x="528" y="247"/>
                </a:lnTo>
                <a:lnTo>
                  <a:pt x="517" y="242"/>
                </a:lnTo>
                <a:lnTo>
                  <a:pt x="506" y="238"/>
                </a:lnTo>
                <a:lnTo>
                  <a:pt x="496" y="235"/>
                </a:lnTo>
                <a:lnTo>
                  <a:pt x="476" y="232"/>
                </a:lnTo>
                <a:lnTo>
                  <a:pt x="462" y="231"/>
                </a:lnTo>
                <a:lnTo>
                  <a:pt x="458" y="231"/>
                </a:lnTo>
                <a:lnTo>
                  <a:pt x="458" y="231"/>
                </a:lnTo>
                <a:close/>
                <a:moveTo>
                  <a:pt x="343" y="926"/>
                </a:moveTo>
                <a:lnTo>
                  <a:pt x="343" y="926"/>
                </a:lnTo>
                <a:lnTo>
                  <a:pt x="325" y="927"/>
                </a:lnTo>
                <a:lnTo>
                  <a:pt x="308" y="930"/>
                </a:lnTo>
                <a:lnTo>
                  <a:pt x="292" y="934"/>
                </a:lnTo>
                <a:lnTo>
                  <a:pt x="276" y="940"/>
                </a:lnTo>
                <a:lnTo>
                  <a:pt x="261" y="947"/>
                </a:lnTo>
                <a:lnTo>
                  <a:pt x="247" y="955"/>
                </a:lnTo>
                <a:lnTo>
                  <a:pt x="234" y="965"/>
                </a:lnTo>
                <a:lnTo>
                  <a:pt x="222" y="975"/>
                </a:lnTo>
                <a:lnTo>
                  <a:pt x="210" y="988"/>
                </a:lnTo>
                <a:lnTo>
                  <a:pt x="202" y="1000"/>
                </a:lnTo>
                <a:lnTo>
                  <a:pt x="194" y="1014"/>
                </a:lnTo>
                <a:lnTo>
                  <a:pt x="187" y="1030"/>
                </a:lnTo>
                <a:lnTo>
                  <a:pt x="181" y="1045"/>
                </a:lnTo>
                <a:lnTo>
                  <a:pt x="177" y="1062"/>
                </a:lnTo>
                <a:lnTo>
                  <a:pt x="174" y="1080"/>
                </a:lnTo>
                <a:lnTo>
                  <a:pt x="173" y="1097"/>
                </a:lnTo>
                <a:lnTo>
                  <a:pt x="173" y="1097"/>
                </a:lnTo>
                <a:lnTo>
                  <a:pt x="174" y="1115"/>
                </a:lnTo>
                <a:lnTo>
                  <a:pt x="177" y="1133"/>
                </a:lnTo>
                <a:lnTo>
                  <a:pt x="181" y="1150"/>
                </a:lnTo>
                <a:lnTo>
                  <a:pt x="187" y="1165"/>
                </a:lnTo>
                <a:lnTo>
                  <a:pt x="194" y="1181"/>
                </a:lnTo>
                <a:lnTo>
                  <a:pt x="202" y="1195"/>
                </a:lnTo>
                <a:lnTo>
                  <a:pt x="210" y="1209"/>
                </a:lnTo>
                <a:lnTo>
                  <a:pt x="222" y="1221"/>
                </a:lnTo>
                <a:lnTo>
                  <a:pt x="234" y="1233"/>
                </a:lnTo>
                <a:lnTo>
                  <a:pt x="247" y="1242"/>
                </a:lnTo>
                <a:lnTo>
                  <a:pt x="261" y="1251"/>
                </a:lnTo>
                <a:lnTo>
                  <a:pt x="276" y="1259"/>
                </a:lnTo>
                <a:lnTo>
                  <a:pt x="292" y="1265"/>
                </a:lnTo>
                <a:lnTo>
                  <a:pt x="308" y="1269"/>
                </a:lnTo>
                <a:lnTo>
                  <a:pt x="325" y="1272"/>
                </a:lnTo>
                <a:lnTo>
                  <a:pt x="343" y="1273"/>
                </a:lnTo>
                <a:lnTo>
                  <a:pt x="343" y="1273"/>
                </a:lnTo>
                <a:lnTo>
                  <a:pt x="361" y="1272"/>
                </a:lnTo>
                <a:lnTo>
                  <a:pt x="378" y="1269"/>
                </a:lnTo>
                <a:lnTo>
                  <a:pt x="395" y="1265"/>
                </a:lnTo>
                <a:lnTo>
                  <a:pt x="412" y="1259"/>
                </a:lnTo>
                <a:lnTo>
                  <a:pt x="427" y="1251"/>
                </a:lnTo>
                <a:lnTo>
                  <a:pt x="441" y="1242"/>
                </a:lnTo>
                <a:lnTo>
                  <a:pt x="455" y="1233"/>
                </a:lnTo>
                <a:lnTo>
                  <a:pt x="468" y="1221"/>
                </a:lnTo>
                <a:lnTo>
                  <a:pt x="479" y="1209"/>
                </a:lnTo>
                <a:lnTo>
                  <a:pt x="489" y="1195"/>
                </a:lnTo>
                <a:lnTo>
                  <a:pt x="497" y="1181"/>
                </a:lnTo>
                <a:lnTo>
                  <a:pt x="506" y="1165"/>
                </a:lnTo>
                <a:lnTo>
                  <a:pt x="511" y="1150"/>
                </a:lnTo>
                <a:lnTo>
                  <a:pt x="515" y="1133"/>
                </a:lnTo>
                <a:lnTo>
                  <a:pt x="518" y="1115"/>
                </a:lnTo>
                <a:lnTo>
                  <a:pt x="520" y="1097"/>
                </a:lnTo>
                <a:lnTo>
                  <a:pt x="520" y="1097"/>
                </a:lnTo>
                <a:lnTo>
                  <a:pt x="518" y="1080"/>
                </a:lnTo>
                <a:lnTo>
                  <a:pt x="515" y="1062"/>
                </a:lnTo>
                <a:lnTo>
                  <a:pt x="511" y="1045"/>
                </a:lnTo>
                <a:lnTo>
                  <a:pt x="506" y="1030"/>
                </a:lnTo>
                <a:lnTo>
                  <a:pt x="497" y="1014"/>
                </a:lnTo>
                <a:lnTo>
                  <a:pt x="489" y="1000"/>
                </a:lnTo>
                <a:lnTo>
                  <a:pt x="479" y="988"/>
                </a:lnTo>
                <a:lnTo>
                  <a:pt x="468" y="975"/>
                </a:lnTo>
                <a:lnTo>
                  <a:pt x="455" y="965"/>
                </a:lnTo>
                <a:lnTo>
                  <a:pt x="441" y="955"/>
                </a:lnTo>
                <a:lnTo>
                  <a:pt x="427" y="947"/>
                </a:lnTo>
                <a:lnTo>
                  <a:pt x="412" y="940"/>
                </a:lnTo>
                <a:lnTo>
                  <a:pt x="395" y="934"/>
                </a:lnTo>
                <a:lnTo>
                  <a:pt x="378" y="930"/>
                </a:lnTo>
                <a:lnTo>
                  <a:pt x="361" y="927"/>
                </a:lnTo>
                <a:lnTo>
                  <a:pt x="343" y="926"/>
                </a:lnTo>
                <a:lnTo>
                  <a:pt x="343" y="926"/>
                </a:lnTo>
                <a:close/>
                <a:moveTo>
                  <a:pt x="577" y="926"/>
                </a:moveTo>
                <a:lnTo>
                  <a:pt x="577" y="926"/>
                </a:lnTo>
                <a:lnTo>
                  <a:pt x="577" y="939"/>
                </a:lnTo>
                <a:lnTo>
                  <a:pt x="580" y="953"/>
                </a:lnTo>
                <a:lnTo>
                  <a:pt x="583" y="964"/>
                </a:lnTo>
                <a:lnTo>
                  <a:pt x="585" y="976"/>
                </a:lnTo>
                <a:lnTo>
                  <a:pt x="590" y="986"/>
                </a:lnTo>
                <a:lnTo>
                  <a:pt x="595" y="996"/>
                </a:lnTo>
                <a:lnTo>
                  <a:pt x="606" y="1013"/>
                </a:lnTo>
                <a:lnTo>
                  <a:pt x="616" y="1025"/>
                </a:lnTo>
                <a:lnTo>
                  <a:pt x="626" y="1035"/>
                </a:lnTo>
                <a:lnTo>
                  <a:pt x="634" y="1044"/>
                </a:lnTo>
                <a:lnTo>
                  <a:pt x="1326" y="1044"/>
                </a:lnTo>
                <a:lnTo>
                  <a:pt x="1326" y="1044"/>
                </a:lnTo>
                <a:lnTo>
                  <a:pt x="1324" y="1034"/>
                </a:lnTo>
                <a:lnTo>
                  <a:pt x="1323" y="1024"/>
                </a:lnTo>
                <a:lnTo>
                  <a:pt x="1317" y="1004"/>
                </a:lnTo>
                <a:lnTo>
                  <a:pt x="1307" y="985"/>
                </a:lnTo>
                <a:lnTo>
                  <a:pt x="1298" y="967"/>
                </a:lnTo>
                <a:lnTo>
                  <a:pt x="1288" y="950"/>
                </a:lnTo>
                <a:lnTo>
                  <a:pt x="1279" y="937"/>
                </a:lnTo>
                <a:lnTo>
                  <a:pt x="1271" y="926"/>
                </a:lnTo>
                <a:lnTo>
                  <a:pt x="577" y="926"/>
                </a:lnTo>
                <a:close/>
                <a:moveTo>
                  <a:pt x="1558" y="926"/>
                </a:moveTo>
                <a:lnTo>
                  <a:pt x="1558" y="926"/>
                </a:lnTo>
                <a:lnTo>
                  <a:pt x="1541" y="926"/>
                </a:lnTo>
                <a:lnTo>
                  <a:pt x="1524" y="929"/>
                </a:lnTo>
                <a:lnTo>
                  <a:pt x="1507" y="933"/>
                </a:lnTo>
                <a:lnTo>
                  <a:pt x="1492" y="939"/>
                </a:lnTo>
                <a:lnTo>
                  <a:pt x="1477" y="946"/>
                </a:lnTo>
                <a:lnTo>
                  <a:pt x="1463" y="955"/>
                </a:lnTo>
                <a:lnTo>
                  <a:pt x="1449" y="965"/>
                </a:lnTo>
                <a:lnTo>
                  <a:pt x="1438" y="975"/>
                </a:lnTo>
                <a:lnTo>
                  <a:pt x="1426" y="988"/>
                </a:lnTo>
                <a:lnTo>
                  <a:pt x="1417" y="1002"/>
                </a:lnTo>
                <a:lnTo>
                  <a:pt x="1408" y="1016"/>
                </a:lnTo>
                <a:lnTo>
                  <a:pt x="1400" y="1031"/>
                </a:lnTo>
                <a:lnTo>
                  <a:pt x="1394" y="1046"/>
                </a:lnTo>
                <a:lnTo>
                  <a:pt x="1390" y="1063"/>
                </a:lnTo>
                <a:lnTo>
                  <a:pt x="1387" y="1080"/>
                </a:lnTo>
                <a:lnTo>
                  <a:pt x="1387" y="1097"/>
                </a:lnTo>
                <a:lnTo>
                  <a:pt x="1387" y="1097"/>
                </a:lnTo>
                <a:lnTo>
                  <a:pt x="1387" y="1115"/>
                </a:lnTo>
                <a:lnTo>
                  <a:pt x="1390" y="1132"/>
                </a:lnTo>
                <a:lnTo>
                  <a:pt x="1394" y="1149"/>
                </a:lnTo>
                <a:lnTo>
                  <a:pt x="1400" y="1164"/>
                </a:lnTo>
                <a:lnTo>
                  <a:pt x="1408" y="1179"/>
                </a:lnTo>
                <a:lnTo>
                  <a:pt x="1417" y="1193"/>
                </a:lnTo>
                <a:lnTo>
                  <a:pt x="1426" y="1206"/>
                </a:lnTo>
                <a:lnTo>
                  <a:pt x="1438" y="1219"/>
                </a:lnTo>
                <a:lnTo>
                  <a:pt x="1449" y="1230"/>
                </a:lnTo>
                <a:lnTo>
                  <a:pt x="1463" y="1240"/>
                </a:lnTo>
                <a:lnTo>
                  <a:pt x="1477" y="1248"/>
                </a:lnTo>
                <a:lnTo>
                  <a:pt x="1492" y="1255"/>
                </a:lnTo>
                <a:lnTo>
                  <a:pt x="1507" y="1262"/>
                </a:lnTo>
                <a:lnTo>
                  <a:pt x="1524" y="1266"/>
                </a:lnTo>
                <a:lnTo>
                  <a:pt x="1541" y="1268"/>
                </a:lnTo>
                <a:lnTo>
                  <a:pt x="1558" y="1269"/>
                </a:lnTo>
                <a:lnTo>
                  <a:pt x="1558" y="1269"/>
                </a:lnTo>
                <a:lnTo>
                  <a:pt x="1576" y="1268"/>
                </a:lnTo>
                <a:lnTo>
                  <a:pt x="1593" y="1266"/>
                </a:lnTo>
                <a:lnTo>
                  <a:pt x="1610" y="1262"/>
                </a:lnTo>
                <a:lnTo>
                  <a:pt x="1625" y="1255"/>
                </a:lnTo>
                <a:lnTo>
                  <a:pt x="1640" y="1248"/>
                </a:lnTo>
                <a:lnTo>
                  <a:pt x="1654" y="1240"/>
                </a:lnTo>
                <a:lnTo>
                  <a:pt x="1668" y="1230"/>
                </a:lnTo>
                <a:lnTo>
                  <a:pt x="1680" y="1219"/>
                </a:lnTo>
                <a:lnTo>
                  <a:pt x="1691" y="1206"/>
                </a:lnTo>
                <a:lnTo>
                  <a:pt x="1701" y="1193"/>
                </a:lnTo>
                <a:lnTo>
                  <a:pt x="1709" y="1179"/>
                </a:lnTo>
                <a:lnTo>
                  <a:pt x="1717" y="1164"/>
                </a:lnTo>
                <a:lnTo>
                  <a:pt x="1723" y="1149"/>
                </a:lnTo>
                <a:lnTo>
                  <a:pt x="1727" y="1132"/>
                </a:lnTo>
                <a:lnTo>
                  <a:pt x="1730" y="1115"/>
                </a:lnTo>
                <a:lnTo>
                  <a:pt x="1730" y="1097"/>
                </a:lnTo>
                <a:lnTo>
                  <a:pt x="1730" y="1097"/>
                </a:lnTo>
                <a:lnTo>
                  <a:pt x="1730" y="1080"/>
                </a:lnTo>
                <a:lnTo>
                  <a:pt x="1727" y="1063"/>
                </a:lnTo>
                <a:lnTo>
                  <a:pt x="1723" y="1046"/>
                </a:lnTo>
                <a:lnTo>
                  <a:pt x="1717" y="1031"/>
                </a:lnTo>
                <a:lnTo>
                  <a:pt x="1709" y="1016"/>
                </a:lnTo>
                <a:lnTo>
                  <a:pt x="1701" y="1002"/>
                </a:lnTo>
                <a:lnTo>
                  <a:pt x="1691" y="988"/>
                </a:lnTo>
                <a:lnTo>
                  <a:pt x="1680" y="975"/>
                </a:lnTo>
                <a:lnTo>
                  <a:pt x="1668" y="965"/>
                </a:lnTo>
                <a:lnTo>
                  <a:pt x="1654" y="955"/>
                </a:lnTo>
                <a:lnTo>
                  <a:pt x="1640" y="946"/>
                </a:lnTo>
                <a:lnTo>
                  <a:pt x="1625" y="939"/>
                </a:lnTo>
                <a:lnTo>
                  <a:pt x="1610" y="933"/>
                </a:lnTo>
                <a:lnTo>
                  <a:pt x="1593" y="929"/>
                </a:lnTo>
                <a:lnTo>
                  <a:pt x="1576" y="926"/>
                </a:lnTo>
                <a:lnTo>
                  <a:pt x="1558" y="926"/>
                </a:lnTo>
                <a:lnTo>
                  <a:pt x="1558" y="9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7"/>
          <p:cNvSpPr>
            <a:spLocks noChangeAspect="1" noEditPoints="1"/>
          </p:cNvSpPr>
          <p:nvPr/>
        </p:nvSpPr>
        <p:spPr bwMode="auto">
          <a:xfrm>
            <a:off x="7725308" y="3069261"/>
            <a:ext cx="1080000" cy="743518"/>
          </a:xfrm>
          <a:custGeom>
            <a:avLst/>
            <a:gdLst>
              <a:gd name="T0" fmla="*/ 236 w 1791"/>
              <a:gd name="T1" fmla="*/ 179 h 1233"/>
              <a:gd name="T2" fmla="*/ 43 w 1791"/>
              <a:gd name="T3" fmla="*/ 557 h 1233"/>
              <a:gd name="T4" fmla="*/ 4 w 1791"/>
              <a:gd name="T5" fmla="*/ 1031 h 1233"/>
              <a:gd name="T6" fmla="*/ 82 w 1791"/>
              <a:gd name="T7" fmla="*/ 1065 h 1233"/>
              <a:gd name="T8" fmla="*/ 161 w 1791"/>
              <a:gd name="T9" fmla="*/ 1011 h 1233"/>
              <a:gd name="T10" fmla="*/ 201 w 1791"/>
              <a:gd name="T11" fmla="*/ 897 h 1233"/>
              <a:gd name="T12" fmla="*/ 502 w 1791"/>
              <a:gd name="T13" fmla="*/ 841 h 1233"/>
              <a:gd name="T14" fmla="*/ 600 w 1791"/>
              <a:gd name="T15" fmla="*/ 772 h 1233"/>
              <a:gd name="T16" fmla="*/ 596 w 1791"/>
              <a:gd name="T17" fmla="*/ 210 h 1233"/>
              <a:gd name="T18" fmla="*/ 498 w 1791"/>
              <a:gd name="T19" fmla="*/ 168 h 1233"/>
              <a:gd name="T20" fmla="*/ 390 w 1791"/>
              <a:gd name="T21" fmla="*/ 706 h 1233"/>
              <a:gd name="T22" fmla="*/ 418 w 1791"/>
              <a:gd name="T23" fmla="*/ 673 h 1233"/>
              <a:gd name="T24" fmla="*/ 502 w 1791"/>
              <a:gd name="T25" fmla="*/ 701 h 1233"/>
              <a:gd name="T26" fmla="*/ 474 w 1791"/>
              <a:gd name="T27" fmla="*/ 729 h 1233"/>
              <a:gd name="T28" fmla="*/ 470 w 1791"/>
              <a:gd name="T29" fmla="*/ 611 h 1233"/>
              <a:gd name="T30" fmla="*/ 183 w 1791"/>
              <a:gd name="T31" fmla="*/ 629 h 1233"/>
              <a:gd name="T32" fmla="*/ 280 w 1791"/>
              <a:gd name="T33" fmla="*/ 323 h 1233"/>
              <a:gd name="T34" fmla="*/ 448 w 1791"/>
              <a:gd name="T35" fmla="*/ 280 h 1233"/>
              <a:gd name="T36" fmla="*/ 502 w 1791"/>
              <a:gd name="T37" fmla="*/ 338 h 1233"/>
              <a:gd name="T38" fmla="*/ 281 w 1791"/>
              <a:gd name="T39" fmla="*/ 933 h 1233"/>
              <a:gd name="T40" fmla="*/ 221 w 1791"/>
              <a:gd name="T41" fmla="*/ 1063 h 1233"/>
              <a:gd name="T42" fmla="*/ 294 w 1791"/>
              <a:gd name="T43" fmla="*/ 1203 h 1233"/>
              <a:gd name="T44" fmla="*/ 439 w 1791"/>
              <a:gd name="T45" fmla="*/ 1226 h 1233"/>
              <a:gd name="T46" fmla="*/ 550 w 1791"/>
              <a:gd name="T47" fmla="*/ 1114 h 1233"/>
              <a:gd name="T48" fmla="*/ 529 w 1791"/>
              <a:gd name="T49" fmla="*/ 968 h 1233"/>
              <a:gd name="T50" fmla="*/ 389 w 1791"/>
              <a:gd name="T51" fmla="*/ 895 h 1233"/>
              <a:gd name="T52" fmla="*/ 642 w 1791"/>
              <a:gd name="T53" fmla="*/ 981 h 1233"/>
              <a:gd name="T54" fmla="*/ 1312 w 1791"/>
              <a:gd name="T55" fmla="*/ 936 h 1233"/>
              <a:gd name="T56" fmla="*/ 687 w 1791"/>
              <a:gd name="T57" fmla="*/ 17 h 1233"/>
              <a:gd name="T58" fmla="*/ 687 w 1791"/>
              <a:gd name="T59" fmla="*/ 824 h 1233"/>
              <a:gd name="T60" fmla="*/ 1774 w 1791"/>
              <a:gd name="T61" fmla="*/ 824 h 1233"/>
              <a:gd name="T62" fmla="*/ 1774 w 1791"/>
              <a:gd name="T63" fmla="*/ 17 h 1233"/>
              <a:gd name="T64" fmla="*/ 799 w 1791"/>
              <a:gd name="T65" fmla="*/ 726 h 1233"/>
              <a:gd name="T66" fmla="*/ 788 w 1791"/>
              <a:gd name="T67" fmla="*/ 684 h 1233"/>
              <a:gd name="T68" fmla="*/ 1666 w 1791"/>
              <a:gd name="T69" fmla="*/ 677 h 1233"/>
              <a:gd name="T70" fmla="*/ 1670 w 1791"/>
              <a:gd name="T71" fmla="*/ 720 h 1233"/>
              <a:gd name="T72" fmla="*/ 799 w 1791"/>
              <a:gd name="T73" fmla="*/ 614 h 1233"/>
              <a:gd name="T74" fmla="*/ 788 w 1791"/>
              <a:gd name="T75" fmla="*/ 572 h 1233"/>
              <a:gd name="T76" fmla="*/ 1666 w 1791"/>
              <a:gd name="T77" fmla="*/ 565 h 1233"/>
              <a:gd name="T78" fmla="*/ 1670 w 1791"/>
              <a:gd name="T79" fmla="*/ 608 h 1233"/>
              <a:gd name="T80" fmla="*/ 799 w 1791"/>
              <a:gd name="T81" fmla="*/ 502 h 1233"/>
              <a:gd name="T82" fmla="*/ 788 w 1791"/>
              <a:gd name="T83" fmla="*/ 460 h 1233"/>
              <a:gd name="T84" fmla="*/ 1666 w 1791"/>
              <a:gd name="T85" fmla="*/ 453 h 1233"/>
              <a:gd name="T86" fmla="*/ 1670 w 1791"/>
              <a:gd name="T87" fmla="*/ 497 h 1233"/>
              <a:gd name="T88" fmla="*/ 799 w 1791"/>
              <a:gd name="T89" fmla="*/ 390 h 1233"/>
              <a:gd name="T90" fmla="*/ 788 w 1791"/>
              <a:gd name="T91" fmla="*/ 348 h 1233"/>
              <a:gd name="T92" fmla="*/ 1666 w 1791"/>
              <a:gd name="T93" fmla="*/ 341 h 1233"/>
              <a:gd name="T94" fmla="*/ 1670 w 1791"/>
              <a:gd name="T95" fmla="*/ 385 h 1233"/>
              <a:gd name="T96" fmla="*/ 799 w 1791"/>
              <a:gd name="T97" fmla="*/ 278 h 1233"/>
              <a:gd name="T98" fmla="*/ 788 w 1791"/>
              <a:gd name="T99" fmla="*/ 236 h 1233"/>
              <a:gd name="T100" fmla="*/ 1666 w 1791"/>
              <a:gd name="T101" fmla="*/ 229 h 1233"/>
              <a:gd name="T102" fmla="*/ 1670 w 1791"/>
              <a:gd name="T103" fmla="*/ 271 h 1233"/>
              <a:gd name="T104" fmla="*/ 799 w 1791"/>
              <a:gd name="T105" fmla="*/ 166 h 1233"/>
              <a:gd name="T106" fmla="*/ 788 w 1791"/>
              <a:gd name="T107" fmla="*/ 124 h 1233"/>
              <a:gd name="T108" fmla="*/ 1666 w 1791"/>
              <a:gd name="T109" fmla="*/ 117 h 1233"/>
              <a:gd name="T110" fmla="*/ 1670 w 1791"/>
              <a:gd name="T111" fmla="*/ 159 h 1233"/>
              <a:gd name="T112" fmla="*/ 1515 w 1791"/>
              <a:gd name="T113" fmla="*/ 904 h 1233"/>
              <a:gd name="T114" fmla="*/ 1406 w 1791"/>
              <a:gd name="T115" fmla="*/ 1013 h 1233"/>
              <a:gd name="T116" fmla="*/ 1427 w 1791"/>
              <a:gd name="T117" fmla="*/ 1156 h 1233"/>
              <a:gd name="T118" fmla="*/ 1566 w 1791"/>
              <a:gd name="T119" fmla="*/ 1230 h 1233"/>
              <a:gd name="T120" fmla="*/ 1693 w 1791"/>
              <a:gd name="T121" fmla="*/ 1168 h 1233"/>
              <a:gd name="T122" fmla="*/ 1728 w 1791"/>
              <a:gd name="T123" fmla="*/ 1030 h 1233"/>
              <a:gd name="T124" fmla="*/ 1630 w 1791"/>
              <a:gd name="T125" fmla="*/ 909 h 1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91" h="1233">
                <a:moveTo>
                  <a:pt x="498" y="168"/>
                </a:moveTo>
                <a:lnTo>
                  <a:pt x="498" y="168"/>
                </a:lnTo>
                <a:lnTo>
                  <a:pt x="400" y="169"/>
                </a:lnTo>
                <a:lnTo>
                  <a:pt x="326" y="169"/>
                </a:lnTo>
                <a:lnTo>
                  <a:pt x="296" y="169"/>
                </a:lnTo>
                <a:lnTo>
                  <a:pt x="278" y="168"/>
                </a:lnTo>
                <a:lnTo>
                  <a:pt x="278" y="168"/>
                </a:lnTo>
                <a:lnTo>
                  <a:pt x="263" y="169"/>
                </a:lnTo>
                <a:lnTo>
                  <a:pt x="249" y="173"/>
                </a:lnTo>
                <a:lnTo>
                  <a:pt x="236" y="179"/>
                </a:lnTo>
                <a:lnTo>
                  <a:pt x="225" y="186"/>
                </a:lnTo>
                <a:lnTo>
                  <a:pt x="214" y="194"/>
                </a:lnTo>
                <a:lnTo>
                  <a:pt x="205" y="204"/>
                </a:lnTo>
                <a:lnTo>
                  <a:pt x="197" y="214"/>
                </a:lnTo>
                <a:lnTo>
                  <a:pt x="190" y="224"/>
                </a:lnTo>
                <a:lnTo>
                  <a:pt x="179" y="245"/>
                </a:lnTo>
                <a:lnTo>
                  <a:pt x="172" y="263"/>
                </a:lnTo>
                <a:lnTo>
                  <a:pt x="166" y="280"/>
                </a:lnTo>
                <a:lnTo>
                  <a:pt x="43" y="557"/>
                </a:lnTo>
                <a:lnTo>
                  <a:pt x="43" y="557"/>
                </a:lnTo>
                <a:lnTo>
                  <a:pt x="31" y="575"/>
                </a:lnTo>
                <a:lnTo>
                  <a:pt x="22" y="594"/>
                </a:lnTo>
                <a:lnTo>
                  <a:pt x="14" y="611"/>
                </a:lnTo>
                <a:lnTo>
                  <a:pt x="8" y="628"/>
                </a:lnTo>
                <a:lnTo>
                  <a:pt x="1" y="652"/>
                </a:lnTo>
                <a:lnTo>
                  <a:pt x="0" y="662"/>
                </a:lnTo>
                <a:lnTo>
                  <a:pt x="0" y="1011"/>
                </a:lnTo>
                <a:lnTo>
                  <a:pt x="0" y="1011"/>
                </a:lnTo>
                <a:lnTo>
                  <a:pt x="1" y="1023"/>
                </a:lnTo>
                <a:lnTo>
                  <a:pt x="4" y="1031"/>
                </a:lnTo>
                <a:lnTo>
                  <a:pt x="8" y="1038"/>
                </a:lnTo>
                <a:lnTo>
                  <a:pt x="12" y="1045"/>
                </a:lnTo>
                <a:lnTo>
                  <a:pt x="19" y="1049"/>
                </a:lnTo>
                <a:lnTo>
                  <a:pt x="26" y="1053"/>
                </a:lnTo>
                <a:lnTo>
                  <a:pt x="33" y="1058"/>
                </a:lnTo>
                <a:lnTo>
                  <a:pt x="42" y="1060"/>
                </a:lnTo>
                <a:lnTo>
                  <a:pt x="57" y="1063"/>
                </a:lnTo>
                <a:lnTo>
                  <a:pt x="70" y="1065"/>
                </a:lnTo>
                <a:lnTo>
                  <a:pt x="82" y="1065"/>
                </a:lnTo>
                <a:lnTo>
                  <a:pt x="82" y="1065"/>
                </a:lnTo>
                <a:lnTo>
                  <a:pt x="98" y="1063"/>
                </a:lnTo>
                <a:lnTo>
                  <a:pt x="110" y="1062"/>
                </a:lnTo>
                <a:lnTo>
                  <a:pt x="120" y="1059"/>
                </a:lnTo>
                <a:lnTo>
                  <a:pt x="130" y="1055"/>
                </a:lnTo>
                <a:lnTo>
                  <a:pt x="137" y="1051"/>
                </a:lnTo>
                <a:lnTo>
                  <a:pt x="144" y="1045"/>
                </a:lnTo>
                <a:lnTo>
                  <a:pt x="149" y="1039"/>
                </a:lnTo>
                <a:lnTo>
                  <a:pt x="154" y="1032"/>
                </a:lnTo>
                <a:lnTo>
                  <a:pt x="159" y="1021"/>
                </a:lnTo>
                <a:lnTo>
                  <a:pt x="161" y="1011"/>
                </a:lnTo>
                <a:lnTo>
                  <a:pt x="162" y="1002"/>
                </a:lnTo>
                <a:lnTo>
                  <a:pt x="162" y="1002"/>
                </a:lnTo>
                <a:lnTo>
                  <a:pt x="162" y="988"/>
                </a:lnTo>
                <a:lnTo>
                  <a:pt x="163" y="975"/>
                </a:lnTo>
                <a:lnTo>
                  <a:pt x="166" y="962"/>
                </a:lnTo>
                <a:lnTo>
                  <a:pt x="169" y="951"/>
                </a:lnTo>
                <a:lnTo>
                  <a:pt x="173" y="940"/>
                </a:lnTo>
                <a:lnTo>
                  <a:pt x="177" y="930"/>
                </a:lnTo>
                <a:lnTo>
                  <a:pt x="189" y="912"/>
                </a:lnTo>
                <a:lnTo>
                  <a:pt x="201" y="897"/>
                </a:lnTo>
                <a:lnTo>
                  <a:pt x="215" y="884"/>
                </a:lnTo>
                <a:lnTo>
                  <a:pt x="231" y="873"/>
                </a:lnTo>
                <a:lnTo>
                  <a:pt x="246" y="863"/>
                </a:lnTo>
                <a:lnTo>
                  <a:pt x="261" y="856"/>
                </a:lnTo>
                <a:lnTo>
                  <a:pt x="277" y="851"/>
                </a:lnTo>
                <a:lnTo>
                  <a:pt x="291" y="846"/>
                </a:lnTo>
                <a:lnTo>
                  <a:pt x="303" y="844"/>
                </a:lnTo>
                <a:lnTo>
                  <a:pt x="323" y="839"/>
                </a:lnTo>
                <a:lnTo>
                  <a:pt x="330" y="839"/>
                </a:lnTo>
                <a:lnTo>
                  <a:pt x="502" y="841"/>
                </a:lnTo>
                <a:lnTo>
                  <a:pt x="502" y="841"/>
                </a:lnTo>
                <a:lnTo>
                  <a:pt x="520" y="839"/>
                </a:lnTo>
                <a:lnTo>
                  <a:pt x="537" y="835"/>
                </a:lnTo>
                <a:lnTo>
                  <a:pt x="551" y="830"/>
                </a:lnTo>
                <a:lnTo>
                  <a:pt x="564" y="823"/>
                </a:lnTo>
                <a:lnTo>
                  <a:pt x="573" y="814"/>
                </a:lnTo>
                <a:lnTo>
                  <a:pt x="582" y="804"/>
                </a:lnTo>
                <a:lnTo>
                  <a:pt x="590" y="793"/>
                </a:lnTo>
                <a:lnTo>
                  <a:pt x="596" y="782"/>
                </a:lnTo>
                <a:lnTo>
                  <a:pt x="600" y="772"/>
                </a:lnTo>
                <a:lnTo>
                  <a:pt x="604" y="761"/>
                </a:lnTo>
                <a:lnTo>
                  <a:pt x="608" y="743"/>
                </a:lnTo>
                <a:lnTo>
                  <a:pt x="610" y="730"/>
                </a:lnTo>
                <a:lnTo>
                  <a:pt x="611" y="725"/>
                </a:lnTo>
                <a:lnTo>
                  <a:pt x="614" y="273"/>
                </a:lnTo>
                <a:lnTo>
                  <a:pt x="614" y="273"/>
                </a:lnTo>
                <a:lnTo>
                  <a:pt x="613" y="253"/>
                </a:lnTo>
                <a:lnTo>
                  <a:pt x="608" y="236"/>
                </a:lnTo>
                <a:lnTo>
                  <a:pt x="603" y="222"/>
                </a:lnTo>
                <a:lnTo>
                  <a:pt x="596" y="210"/>
                </a:lnTo>
                <a:lnTo>
                  <a:pt x="587" y="198"/>
                </a:lnTo>
                <a:lnTo>
                  <a:pt x="578" y="190"/>
                </a:lnTo>
                <a:lnTo>
                  <a:pt x="566" y="183"/>
                </a:lnTo>
                <a:lnTo>
                  <a:pt x="557" y="179"/>
                </a:lnTo>
                <a:lnTo>
                  <a:pt x="545" y="175"/>
                </a:lnTo>
                <a:lnTo>
                  <a:pt x="536" y="172"/>
                </a:lnTo>
                <a:lnTo>
                  <a:pt x="516" y="169"/>
                </a:lnTo>
                <a:lnTo>
                  <a:pt x="503" y="168"/>
                </a:lnTo>
                <a:lnTo>
                  <a:pt x="498" y="168"/>
                </a:lnTo>
                <a:lnTo>
                  <a:pt x="498" y="168"/>
                </a:lnTo>
                <a:close/>
                <a:moveTo>
                  <a:pt x="474" y="729"/>
                </a:moveTo>
                <a:lnTo>
                  <a:pt x="418" y="729"/>
                </a:lnTo>
                <a:lnTo>
                  <a:pt x="418" y="729"/>
                </a:lnTo>
                <a:lnTo>
                  <a:pt x="413" y="727"/>
                </a:lnTo>
                <a:lnTo>
                  <a:pt x="407" y="726"/>
                </a:lnTo>
                <a:lnTo>
                  <a:pt x="403" y="723"/>
                </a:lnTo>
                <a:lnTo>
                  <a:pt x="399" y="720"/>
                </a:lnTo>
                <a:lnTo>
                  <a:pt x="394" y="716"/>
                </a:lnTo>
                <a:lnTo>
                  <a:pt x="392" y="711"/>
                </a:lnTo>
                <a:lnTo>
                  <a:pt x="390" y="706"/>
                </a:lnTo>
                <a:lnTo>
                  <a:pt x="390" y="701"/>
                </a:lnTo>
                <a:lnTo>
                  <a:pt x="390" y="701"/>
                </a:lnTo>
                <a:lnTo>
                  <a:pt x="390" y="695"/>
                </a:lnTo>
                <a:lnTo>
                  <a:pt x="392" y="690"/>
                </a:lnTo>
                <a:lnTo>
                  <a:pt x="394" y="684"/>
                </a:lnTo>
                <a:lnTo>
                  <a:pt x="399" y="681"/>
                </a:lnTo>
                <a:lnTo>
                  <a:pt x="403" y="677"/>
                </a:lnTo>
                <a:lnTo>
                  <a:pt x="407" y="674"/>
                </a:lnTo>
                <a:lnTo>
                  <a:pt x="413" y="673"/>
                </a:lnTo>
                <a:lnTo>
                  <a:pt x="418" y="673"/>
                </a:lnTo>
                <a:lnTo>
                  <a:pt x="474" y="673"/>
                </a:lnTo>
                <a:lnTo>
                  <a:pt x="474" y="673"/>
                </a:lnTo>
                <a:lnTo>
                  <a:pt x="480" y="673"/>
                </a:lnTo>
                <a:lnTo>
                  <a:pt x="485" y="674"/>
                </a:lnTo>
                <a:lnTo>
                  <a:pt x="489" y="677"/>
                </a:lnTo>
                <a:lnTo>
                  <a:pt x="494" y="681"/>
                </a:lnTo>
                <a:lnTo>
                  <a:pt x="496" y="684"/>
                </a:lnTo>
                <a:lnTo>
                  <a:pt x="499" y="690"/>
                </a:lnTo>
                <a:lnTo>
                  <a:pt x="501" y="695"/>
                </a:lnTo>
                <a:lnTo>
                  <a:pt x="502" y="701"/>
                </a:lnTo>
                <a:lnTo>
                  <a:pt x="502" y="701"/>
                </a:lnTo>
                <a:lnTo>
                  <a:pt x="501" y="706"/>
                </a:lnTo>
                <a:lnTo>
                  <a:pt x="499" y="711"/>
                </a:lnTo>
                <a:lnTo>
                  <a:pt x="496" y="716"/>
                </a:lnTo>
                <a:lnTo>
                  <a:pt x="494" y="720"/>
                </a:lnTo>
                <a:lnTo>
                  <a:pt x="489" y="723"/>
                </a:lnTo>
                <a:lnTo>
                  <a:pt x="485" y="726"/>
                </a:lnTo>
                <a:lnTo>
                  <a:pt x="480" y="727"/>
                </a:lnTo>
                <a:lnTo>
                  <a:pt x="474" y="729"/>
                </a:lnTo>
                <a:lnTo>
                  <a:pt x="474" y="729"/>
                </a:lnTo>
                <a:close/>
                <a:moveTo>
                  <a:pt x="502" y="338"/>
                </a:moveTo>
                <a:lnTo>
                  <a:pt x="502" y="558"/>
                </a:lnTo>
                <a:lnTo>
                  <a:pt x="502" y="558"/>
                </a:lnTo>
                <a:lnTo>
                  <a:pt x="502" y="566"/>
                </a:lnTo>
                <a:lnTo>
                  <a:pt x="501" y="575"/>
                </a:lnTo>
                <a:lnTo>
                  <a:pt x="498" y="582"/>
                </a:lnTo>
                <a:lnTo>
                  <a:pt x="495" y="587"/>
                </a:lnTo>
                <a:lnTo>
                  <a:pt x="488" y="599"/>
                </a:lnTo>
                <a:lnTo>
                  <a:pt x="480" y="606"/>
                </a:lnTo>
                <a:lnTo>
                  <a:pt x="470" y="611"/>
                </a:lnTo>
                <a:lnTo>
                  <a:pt x="460" y="614"/>
                </a:lnTo>
                <a:lnTo>
                  <a:pt x="452" y="615"/>
                </a:lnTo>
                <a:lnTo>
                  <a:pt x="445" y="614"/>
                </a:lnTo>
                <a:lnTo>
                  <a:pt x="224" y="617"/>
                </a:lnTo>
                <a:lnTo>
                  <a:pt x="224" y="617"/>
                </a:lnTo>
                <a:lnTo>
                  <a:pt x="212" y="617"/>
                </a:lnTo>
                <a:lnTo>
                  <a:pt x="204" y="618"/>
                </a:lnTo>
                <a:lnTo>
                  <a:pt x="196" y="621"/>
                </a:lnTo>
                <a:lnTo>
                  <a:pt x="189" y="625"/>
                </a:lnTo>
                <a:lnTo>
                  <a:pt x="183" y="629"/>
                </a:lnTo>
                <a:lnTo>
                  <a:pt x="179" y="634"/>
                </a:lnTo>
                <a:lnTo>
                  <a:pt x="172" y="643"/>
                </a:lnTo>
                <a:lnTo>
                  <a:pt x="168" y="653"/>
                </a:lnTo>
                <a:lnTo>
                  <a:pt x="166" y="662"/>
                </a:lnTo>
                <a:lnTo>
                  <a:pt x="166" y="670"/>
                </a:lnTo>
                <a:lnTo>
                  <a:pt x="109" y="671"/>
                </a:lnTo>
                <a:lnTo>
                  <a:pt x="110" y="625"/>
                </a:lnTo>
                <a:lnTo>
                  <a:pt x="275" y="331"/>
                </a:lnTo>
                <a:lnTo>
                  <a:pt x="275" y="331"/>
                </a:lnTo>
                <a:lnTo>
                  <a:pt x="280" y="323"/>
                </a:lnTo>
                <a:lnTo>
                  <a:pt x="285" y="316"/>
                </a:lnTo>
                <a:lnTo>
                  <a:pt x="291" y="310"/>
                </a:lnTo>
                <a:lnTo>
                  <a:pt x="296" y="305"/>
                </a:lnTo>
                <a:lnTo>
                  <a:pt x="309" y="296"/>
                </a:lnTo>
                <a:lnTo>
                  <a:pt x="323" y="289"/>
                </a:lnTo>
                <a:lnTo>
                  <a:pt x="336" y="285"/>
                </a:lnTo>
                <a:lnTo>
                  <a:pt x="345" y="282"/>
                </a:lnTo>
                <a:lnTo>
                  <a:pt x="355" y="280"/>
                </a:lnTo>
                <a:lnTo>
                  <a:pt x="448" y="280"/>
                </a:lnTo>
                <a:lnTo>
                  <a:pt x="448" y="280"/>
                </a:lnTo>
                <a:lnTo>
                  <a:pt x="459" y="281"/>
                </a:lnTo>
                <a:lnTo>
                  <a:pt x="467" y="282"/>
                </a:lnTo>
                <a:lnTo>
                  <a:pt x="474" y="285"/>
                </a:lnTo>
                <a:lnTo>
                  <a:pt x="481" y="289"/>
                </a:lnTo>
                <a:lnTo>
                  <a:pt x="487" y="294"/>
                </a:lnTo>
                <a:lnTo>
                  <a:pt x="491" y="298"/>
                </a:lnTo>
                <a:lnTo>
                  <a:pt x="496" y="309"/>
                </a:lnTo>
                <a:lnTo>
                  <a:pt x="501" y="320"/>
                </a:lnTo>
                <a:lnTo>
                  <a:pt x="502" y="329"/>
                </a:lnTo>
                <a:lnTo>
                  <a:pt x="502" y="338"/>
                </a:lnTo>
                <a:lnTo>
                  <a:pt x="502" y="338"/>
                </a:lnTo>
                <a:close/>
                <a:moveTo>
                  <a:pt x="389" y="895"/>
                </a:moveTo>
                <a:lnTo>
                  <a:pt x="389" y="895"/>
                </a:lnTo>
                <a:lnTo>
                  <a:pt x="371" y="897"/>
                </a:lnTo>
                <a:lnTo>
                  <a:pt x="354" y="898"/>
                </a:lnTo>
                <a:lnTo>
                  <a:pt x="338" y="902"/>
                </a:lnTo>
                <a:lnTo>
                  <a:pt x="323" y="908"/>
                </a:lnTo>
                <a:lnTo>
                  <a:pt x="308" y="915"/>
                </a:lnTo>
                <a:lnTo>
                  <a:pt x="294" y="923"/>
                </a:lnTo>
                <a:lnTo>
                  <a:pt x="281" y="933"/>
                </a:lnTo>
                <a:lnTo>
                  <a:pt x="270" y="944"/>
                </a:lnTo>
                <a:lnTo>
                  <a:pt x="259" y="955"/>
                </a:lnTo>
                <a:lnTo>
                  <a:pt x="249" y="968"/>
                </a:lnTo>
                <a:lnTo>
                  <a:pt x="240" y="982"/>
                </a:lnTo>
                <a:lnTo>
                  <a:pt x="233" y="997"/>
                </a:lnTo>
                <a:lnTo>
                  <a:pt x="228" y="1013"/>
                </a:lnTo>
                <a:lnTo>
                  <a:pt x="224" y="1028"/>
                </a:lnTo>
                <a:lnTo>
                  <a:pt x="221" y="1045"/>
                </a:lnTo>
                <a:lnTo>
                  <a:pt x="221" y="1063"/>
                </a:lnTo>
                <a:lnTo>
                  <a:pt x="221" y="1063"/>
                </a:lnTo>
                <a:lnTo>
                  <a:pt x="221" y="1080"/>
                </a:lnTo>
                <a:lnTo>
                  <a:pt x="224" y="1097"/>
                </a:lnTo>
                <a:lnTo>
                  <a:pt x="228" y="1114"/>
                </a:lnTo>
                <a:lnTo>
                  <a:pt x="233" y="1129"/>
                </a:lnTo>
                <a:lnTo>
                  <a:pt x="240" y="1144"/>
                </a:lnTo>
                <a:lnTo>
                  <a:pt x="249" y="1158"/>
                </a:lnTo>
                <a:lnTo>
                  <a:pt x="259" y="1171"/>
                </a:lnTo>
                <a:lnTo>
                  <a:pt x="270" y="1184"/>
                </a:lnTo>
                <a:lnTo>
                  <a:pt x="281" y="1193"/>
                </a:lnTo>
                <a:lnTo>
                  <a:pt x="294" y="1203"/>
                </a:lnTo>
                <a:lnTo>
                  <a:pt x="308" y="1213"/>
                </a:lnTo>
                <a:lnTo>
                  <a:pt x="323" y="1220"/>
                </a:lnTo>
                <a:lnTo>
                  <a:pt x="338" y="1226"/>
                </a:lnTo>
                <a:lnTo>
                  <a:pt x="354" y="1230"/>
                </a:lnTo>
                <a:lnTo>
                  <a:pt x="371" y="1233"/>
                </a:lnTo>
                <a:lnTo>
                  <a:pt x="389" y="1233"/>
                </a:lnTo>
                <a:lnTo>
                  <a:pt x="389" y="1233"/>
                </a:lnTo>
                <a:lnTo>
                  <a:pt x="406" y="1233"/>
                </a:lnTo>
                <a:lnTo>
                  <a:pt x="422" y="1230"/>
                </a:lnTo>
                <a:lnTo>
                  <a:pt x="439" y="1226"/>
                </a:lnTo>
                <a:lnTo>
                  <a:pt x="455" y="1220"/>
                </a:lnTo>
                <a:lnTo>
                  <a:pt x="468" y="1213"/>
                </a:lnTo>
                <a:lnTo>
                  <a:pt x="482" y="1203"/>
                </a:lnTo>
                <a:lnTo>
                  <a:pt x="496" y="1193"/>
                </a:lnTo>
                <a:lnTo>
                  <a:pt x="508" y="1184"/>
                </a:lnTo>
                <a:lnTo>
                  <a:pt x="519" y="1171"/>
                </a:lnTo>
                <a:lnTo>
                  <a:pt x="529" y="1158"/>
                </a:lnTo>
                <a:lnTo>
                  <a:pt x="537" y="1144"/>
                </a:lnTo>
                <a:lnTo>
                  <a:pt x="544" y="1129"/>
                </a:lnTo>
                <a:lnTo>
                  <a:pt x="550" y="1114"/>
                </a:lnTo>
                <a:lnTo>
                  <a:pt x="554" y="1097"/>
                </a:lnTo>
                <a:lnTo>
                  <a:pt x="557" y="1080"/>
                </a:lnTo>
                <a:lnTo>
                  <a:pt x="558" y="1063"/>
                </a:lnTo>
                <a:lnTo>
                  <a:pt x="558" y="1063"/>
                </a:lnTo>
                <a:lnTo>
                  <a:pt x="557" y="1045"/>
                </a:lnTo>
                <a:lnTo>
                  <a:pt x="554" y="1028"/>
                </a:lnTo>
                <a:lnTo>
                  <a:pt x="550" y="1013"/>
                </a:lnTo>
                <a:lnTo>
                  <a:pt x="544" y="997"/>
                </a:lnTo>
                <a:lnTo>
                  <a:pt x="537" y="982"/>
                </a:lnTo>
                <a:lnTo>
                  <a:pt x="529" y="968"/>
                </a:lnTo>
                <a:lnTo>
                  <a:pt x="519" y="955"/>
                </a:lnTo>
                <a:lnTo>
                  <a:pt x="508" y="944"/>
                </a:lnTo>
                <a:lnTo>
                  <a:pt x="496" y="933"/>
                </a:lnTo>
                <a:lnTo>
                  <a:pt x="482" y="923"/>
                </a:lnTo>
                <a:lnTo>
                  <a:pt x="468" y="915"/>
                </a:lnTo>
                <a:lnTo>
                  <a:pt x="455" y="908"/>
                </a:lnTo>
                <a:lnTo>
                  <a:pt x="439" y="902"/>
                </a:lnTo>
                <a:lnTo>
                  <a:pt x="422" y="898"/>
                </a:lnTo>
                <a:lnTo>
                  <a:pt x="406" y="897"/>
                </a:lnTo>
                <a:lnTo>
                  <a:pt x="389" y="895"/>
                </a:lnTo>
                <a:lnTo>
                  <a:pt x="389" y="895"/>
                </a:lnTo>
                <a:close/>
                <a:moveTo>
                  <a:pt x="614" y="897"/>
                </a:moveTo>
                <a:lnTo>
                  <a:pt x="614" y="897"/>
                </a:lnTo>
                <a:lnTo>
                  <a:pt x="614" y="909"/>
                </a:lnTo>
                <a:lnTo>
                  <a:pt x="617" y="922"/>
                </a:lnTo>
                <a:lnTo>
                  <a:pt x="620" y="934"/>
                </a:lnTo>
                <a:lnTo>
                  <a:pt x="622" y="946"/>
                </a:lnTo>
                <a:lnTo>
                  <a:pt x="627" y="955"/>
                </a:lnTo>
                <a:lnTo>
                  <a:pt x="632" y="965"/>
                </a:lnTo>
                <a:lnTo>
                  <a:pt x="642" y="981"/>
                </a:lnTo>
                <a:lnTo>
                  <a:pt x="652" y="993"/>
                </a:lnTo>
                <a:lnTo>
                  <a:pt x="662" y="1003"/>
                </a:lnTo>
                <a:lnTo>
                  <a:pt x="670" y="1010"/>
                </a:lnTo>
                <a:lnTo>
                  <a:pt x="1339" y="1010"/>
                </a:lnTo>
                <a:lnTo>
                  <a:pt x="1339" y="1010"/>
                </a:lnTo>
                <a:lnTo>
                  <a:pt x="1339" y="1002"/>
                </a:lnTo>
                <a:lnTo>
                  <a:pt x="1337" y="992"/>
                </a:lnTo>
                <a:lnTo>
                  <a:pt x="1330" y="974"/>
                </a:lnTo>
                <a:lnTo>
                  <a:pt x="1322" y="954"/>
                </a:lnTo>
                <a:lnTo>
                  <a:pt x="1312" y="936"/>
                </a:lnTo>
                <a:lnTo>
                  <a:pt x="1295" y="908"/>
                </a:lnTo>
                <a:lnTo>
                  <a:pt x="1287" y="897"/>
                </a:lnTo>
                <a:lnTo>
                  <a:pt x="614" y="897"/>
                </a:lnTo>
                <a:close/>
                <a:moveTo>
                  <a:pt x="1735" y="0"/>
                </a:moveTo>
                <a:lnTo>
                  <a:pt x="726" y="0"/>
                </a:lnTo>
                <a:lnTo>
                  <a:pt x="726" y="0"/>
                </a:lnTo>
                <a:lnTo>
                  <a:pt x="715" y="1"/>
                </a:lnTo>
                <a:lnTo>
                  <a:pt x="705" y="4"/>
                </a:lnTo>
                <a:lnTo>
                  <a:pt x="695" y="10"/>
                </a:lnTo>
                <a:lnTo>
                  <a:pt x="687" y="17"/>
                </a:lnTo>
                <a:lnTo>
                  <a:pt x="680" y="25"/>
                </a:lnTo>
                <a:lnTo>
                  <a:pt x="674" y="33"/>
                </a:lnTo>
                <a:lnTo>
                  <a:pt x="671" y="45"/>
                </a:lnTo>
                <a:lnTo>
                  <a:pt x="670" y="56"/>
                </a:lnTo>
                <a:lnTo>
                  <a:pt x="670" y="785"/>
                </a:lnTo>
                <a:lnTo>
                  <a:pt x="670" y="785"/>
                </a:lnTo>
                <a:lnTo>
                  <a:pt x="671" y="796"/>
                </a:lnTo>
                <a:lnTo>
                  <a:pt x="674" y="806"/>
                </a:lnTo>
                <a:lnTo>
                  <a:pt x="680" y="816"/>
                </a:lnTo>
                <a:lnTo>
                  <a:pt x="687" y="824"/>
                </a:lnTo>
                <a:lnTo>
                  <a:pt x="695" y="831"/>
                </a:lnTo>
                <a:lnTo>
                  <a:pt x="705" y="837"/>
                </a:lnTo>
                <a:lnTo>
                  <a:pt x="715" y="839"/>
                </a:lnTo>
                <a:lnTo>
                  <a:pt x="726" y="841"/>
                </a:lnTo>
                <a:lnTo>
                  <a:pt x="1735" y="841"/>
                </a:lnTo>
                <a:lnTo>
                  <a:pt x="1735" y="841"/>
                </a:lnTo>
                <a:lnTo>
                  <a:pt x="1746" y="839"/>
                </a:lnTo>
                <a:lnTo>
                  <a:pt x="1757" y="837"/>
                </a:lnTo>
                <a:lnTo>
                  <a:pt x="1766" y="831"/>
                </a:lnTo>
                <a:lnTo>
                  <a:pt x="1774" y="824"/>
                </a:lnTo>
                <a:lnTo>
                  <a:pt x="1781" y="816"/>
                </a:lnTo>
                <a:lnTo>
                  <a:pt x="1787" y="806"/>
                </a:lnTo>
                <a:lnTo>
                  <a:pt x="1789" y="796"/>
                </a:lnTo>
                <a:lnTo>
                  <a:pt x="1791" y="785"/>
                </a:lnTo>
                <a:lnTo>
                  <a:pt x="1791" y="56"/>
                </a:lnTo>
                <a:lnTo>
                  <a:pt x="1791" y="56"/>
                </a:lnTo>
                <a:lnTo>
                  <a:pt x="1789" y="45"/>
                </a:lnTo>
                <a:lnTo>
                  <a:pt x="1787" y="33"/>
                </a:lnTo>
                <a:lnTo>
                  <a:pt x="1781" y="25"/>
                </a:lnTo>
                <a:lnTo>
                  <a:pt x="1774" y="17"/>
                </a:lnTo>
                <a:lnTo>
                  <a:pt x="1766" y="10"/>
                </a:lnTo>
                <a:lnTo>
                  <a:pt x="1757" y="4"/>
                </a:lnTo>
                <a:lnTo>
                  <a:pt x="1746" y="1"/>
                </a:lnTo>
                <a:lnTo>
                  <a:pt x="1735" y="0"/>
                </a:lnTo>
                <a:lnTo>
                  <a:pt x="1735" y="0"/>
                </a:lnTo>
                <a:close/>
                <a:moveTo>
                  <a:pt x="1651" y="729"/>
                </a:moveTo>
                <a:lnTo>
                  <a:pt x="810" y="729"/>
                </a:lnTo>
                <a:lnTo>
                  <a:pt x="810" y="729"/>
                </a:lnTo>
                <a:lnTo>
                  <a:pt x="804" y="727"/>
                </a:lnTo>
                <a:lnTo>
                  <a:pt x="799" y="726"/>
                </a:lnTo>
                <a:lnTo>
                  <a:pt x="795" y="723"/>
                </a:lnTo>
                <a:lnTo>
                  <a:pt x="790" y="720"/>
                </a:lnTo>
                <a:lnTo>
                  <a:pt x="788" y="716"/>
                </a:lnTo>
                <a:lnTo>
                  <a:pt x="785" y="711"/>
                </a:lnTo>
                <a:lnTo>
                  <a:pt x="783" y="706"/>
                </a:lnTo>
                <a:lnTo>
                  <a:pt x="782" y="701"/>
                </a:lnTo>
                <a:lnTo>
                  <a:pt x="782" y="701"/>
                </a:lnTo>
                <a:lnTo>
                  <a:pt x="783" y="695"/>
                </a:lnTo>
                <a:lnTo>
                  <a:pt x="785" y="690"/>
                </a:lnTo>
                <a:lnTo>
                  <a:pt x="788" y="684"/>
                </a:lnTo>
                <a:lnTo>
                  <a:pt x="790" y="681"/>
                </a:lnTo>
                <a:lnTo>
                  <a:pt x="795" y="677"/>
                </a:lnTo>
                <a:lnTo>
                  <a:pt x="799" y="674"/>
                </a:lnTo>
                <a:lnTo>
                  <a:pt x="804" y="673"/>
                </a:lnTo>
                <a:lnTo>
                  <a:pt x="810" y="673"/>
                </a:lnTo>
                <a:lnTo>
                  <a:pt x="1651" y="673"/>
                </a:lnTo>
                <a:lnTo>
                  <a:pt x="1651" y="673"/>
                </a:lnTo>
                <a:lnTo>
                  <a:pt x="1656" y="673"/>
                </a:lnTo>
                <a:lnTo>
                  <a:pt x="1662" y="674"/>
                </a:lnTo>
                <a:lnTo>
                  <a:pt x="1666" y="677"/>
                </a:lnTo>
                <a:lnTo>
                  <a:pt x="1670" y="681"/>
                </a:lnTo>
                <a:lnTo>
                  <a:pt x="1675" y="684"/>
                </a:lnTo>
                <a:lnTo>
                  <a:pt x="1676" y="690"/>
                </a:lnTo>
                <a:lnTo>
                  <a:pt x="1679" y="695"/>
                </a:lnTo>
                <a:lnTo>
                  <a:pt x="1679" y="701"/>
                </a:lnTo>
                <a:lnTo>
                  <a:pt x="1679" y="701"/>
                </a:lnTo>
                <a:lnTo>
                  <a:pt x="1679" y="706"/>
                </a:lnTo>
                <a:lnTo>
                  <a:pt x="1676" y="711"/>
                </a:lnTo>
                <a:lnTo>
                  <a:pt x="1675" y="716"/>
                </a:lnTo>
                <a:lnTo>
                  <a:pt x="1670" y="720"/>
                </a:lnTo>
                <a:lnTo>
                  <a:pt x="1666" y="723"/>
                </a:lnTo>
                <a:lnTo>
                  <a:pt x="1662" y="726"/>
                </a:lnTo>
                <a:lnTo>
                  <a:pt x="1656" y="727"/>
                </a:lnTo>
                <a:lnTo>
                  <a:pt x="1651" y="729"/>
                </a:lnTo>
                <a:lnTo>
                  <a:pt x="1651" y="729"/>
                </a:lnTo>
                <a:close/>
                <a:moveTo>
                  <a:pt x="1651" y="617"/>
                </a:moveTo>
                <a:lnTo>
                  <a:pt x="810" y="617"/>
                </a:lnTo>
                <a:lnTo>
                  <a:pt x="810" y="617"/>
                </a:lnTo>
                <a:lnTo>
                  <a:pt x="804" y="615"/>
                </a:lnTo>
                <a:lnTo>
                  <a:pt x="799" y="614"/>
                </a:lnTo>
                <a:lnTo>
                  <a:pt x="795" y="611"/>
                </a:lnTo>
                <a:lnTo>
                  <a:pt x="790" y="608"/>
                </a:lnTo>
                <a:lnTo>
                  <a:pt x="788" y="604"/>
                </a:lnTo>
                <a:lnTo>
                  <a:pt x="785" y="599"/>
                </a:lnTo>
                <a:lnTo>
                  <a:pt x="783" y="594"/>
                </a:lnTo>
                <a:lnTo>
                  <a:pt x="782" y="589"/>
                </a:lnTo>
                <a:lnTo>
                  <a:pt x="782" y="589"/>
                </a:lnTo>
                <a:lnTo>
                  <a:pt x="783" y="583"/>
                </a:lnTo>
                <a:lnTo>
                  <a:pt x="785" y="578"/>
                </a:lnTo>
                <a:lnTo>
                  <a:pt x="788" y="572"/>
                </a:lnTo>
                <a:lnTo>
                  <a:pt x="790" y="568"/>
                </a:lnTo>
                <a:lnTo>
                  <a:pt x="795" y="565"/>
                </a:lnTo>
                <a:lnTo>
                  <a:pt x="799" y="562"/>
                </a:lnTo>
                <a:lnTo>
                  <a:pt x="804" y="561"/>
                </a:lnTo>
                <a:lnTo>
                  <a:pt x="810" y="561"/>
                </a:lnTo>
                <a:lnTo>
                  <a:pt x="1651" y="561"/>
                </a:lnTo>
                <a:lnTo>
                  <a:pt x="1651" y="561"/>
                </a:lnTo>
                <a:lnTo>
                  <a:pt x="1656" y="561"/>
                </a:lnTo>
                <a:lnTo>
                  <a:pt x="1662" y="562"/>
                </a:lnTo>
                <a:lnTo>
                  <a:pt x="1666" y="565"/>
                </a:lnTo>
                <a:lnTo>
                  <a:pt x="1670" y="568"/>
                </a:lnTo>
                <a:lnTo>
                  <a:pt x="1675" y="572"/>
                </a:lnTo>
                <a:lnTo>
                  <a:pt x="1676" y="578"/>
                </a:lnTo>
                <a:lnTo>
                  <a:pt x="1679" y="583"/>
                </a:lnTo>
                <a:lnTo>
                  <a:pt x="1679" y="589"/>
                </a:lnTo>
                <a:lnTo>
                  <a:pt x="1679" y="589"/>
                </a:lnTo>
                <a:lnTo>
                  <a:pt x="1679" y="594"/>
                </a:lnTo>
                <a:lnTo>
                  <a:pt x="1676" y="599"/>
                </a:lnTo>
                <a:lnTo>
                  <a:pt x="1675" y="604"/>
                </a:lnTo>
                <a:lnTo>
                  <a:pt x="1670" y="608"/>
                </a:lnTo>
                <a:lnTo>
                  <a:pt x="1666" y="611"/>
                </a:lnTo>
                <a:lnTo>
                  <a:pt x="1662" y="614"/>
                </a:lnTo>
                <a:lnTo>
                  <a:pt x="1656" y="615"/>
                </a:lnTo>
                <a:lnTo>
                  <a:pt x="1651" y="617"/>
                </a:lnTo>
                <a:lnTo>
                  <a:pt x="1651" y="617"/>
                </a:lnTo>
                <a:close/>
                <a:moveTo>
                  <a:pt x="1651" y="504"/>
                </a:moveTo>
                <a:lnTo>
                  <a:pt x="810" y="504"/>
                </a:lnTo>
                <a:lnTo>
                  <a:pt x="810" y="504"/>
                </a:lnTo>
                <a:lnTo>
                  <a:pt x="804" y="504"/>
                </a:lnTo>
                <a:lnTo>
                  <a:pt x="799" y="502"/>
                </a:lnTo>
                <a:lnTo>
                  <a:pt x="795" y="499"/>
                </a:lnTo>
                <a:lnTo>
                  <a:pt x="790" y="497"/>
                </a:lnTo>
                <a:lnTo>
                  <a:pt x="788" y="492"/>
                </a:lnTo>
                <a:lnTo>
                  <a:pt x="785" y="487"/>
                </a:lnTo>
                <a:lnTo>
                  <a:pt x="783" y="481"/>
                </a:lnTo>
                <a:lnTo>
                  <a:pt x="782" y="476"/>
                </a:lnTo>
                <a:lnTo>
                  <a:pt x="782" y="476"/>
                </a:lnTo>
                <a:lnTo>
                  <a:pt x="783" y="470"/>
                </a:lnTo>
                <a:lnTo>
                  <a:pt x="785" y="466"/>
                </a:lnTo>
                <a:lnTo>
                  <a:pt x="788" y="460"/>
                </a:lnTo>
                <a:lnTo>
                  <a:pt x="790" y="456"/>
                </a:lnTo>
                <a:lnTo>
                  <a:pt x="795" y="453"/>
                </a:lnTo>
                <a:lnTo>
                  <a:pt x="799" y="450"/>
                </a:lnTo>
                <a:lnTo>
                  <a:pt x="804" y="449"/>
                </a:lnTo>
                <a:lnTo>
                  <a:pt x="810" y="448"/>
                </a:lnTo>
                <a:lnTo>
                  <a:pt x="1651" y="448"/>
                </a:lnTo>
                <a:lnTo>
                  <a:pt x="1651" y="448"/>
                </a:lnTo>
                <a:lnTo>
                  <a:pt x="1656" y="449"/>
                </a:lnTo>
                <a:lnTo>
                  <a:pt x="1662" y="450"/>
                </a:lnTo>
                <a:lnTo>
                  <a:pt x="1666" y="453"/>
                </a:lnTo>
                <a:lnTo>
                  <a:pt x="1670" y="456"/>
                </a:lnTo>
                <a:lnTo>
                  <a:pt x="1675" y="460"/>
                </a:lnTo>
                <a:lnTo>
                  <a:pt x="1676" y="466"/>
                </a:lnTo>
                <a:lnTo>
                  <a:pt x="1679" y="470"/>
                </a:lnTo>
                <a:lnTo>
                  <a:pt x="1679" y="476"/>
                </a:lnTo>
                <a:lnTo>
                  <a:pt x="1679" y="476"/>
                </a:lnTo>
                <a:lnTo>
                  <a:pt x="1679" y="481"/>
                </a:lnTo>
                <a:lnTo>
                  <a:pt x="1676" y="487"/>
                </a:lnTo>
                <a:lnTo>
                  <a:pt x="1675" y="492"/>
                </a:lnTo>
                <a:lnTo>
                  <a:pt x="1670" y="497"/>
                </a:lnTo>
                <a:lnTo>
                  <a:pt x="1666" y="499"/>
                </a:lnTo>
                <a:lnTo>
                  <a:pt x="1662" y="502"/>
                </a:lnTo>
                <a:lnTo>
                  <a:pt x="1656" y="504"/>
                </a:lnTo>
                <a:lnTo>
                  <a:pt x="1651" y="504"/>
                </a:lnTo>
                <a:lnTo>
                  <a:pt x="1651" y="504"/>
                </a:lnTo>
                <a:close/>
                <a:moveTo>
                  <a:pt x="1651" y="392"/>
                </a:moveTo>
                <a:lnTo>
                  <a:pt x="810" y="392"/>
                </a:lnTo>
                <a:lnTo>
                  <a:pt x="810" y="392"/>
                </a:lnTo>
                <a:lnTo>
                  <a:pt x="804" y="392"/>
                </a:lnTo>
                <a:lnTo>
                  <a:pt x="799" y="390"/>
                </a:lnTo>
                <a:lnTo>
                  <a:pt x="795" y="387"/>
                </a:lnTo>
                <a:lnTo>
                  <a:pt x="790" y="385"/>
                </a:lnTo>
                <a:lnTo>
                  <a:pt x="788" y="380"/>
                </a:lnTo>
                <a:lnTo>
                  <a:pt x="785" y="375"/>
                </a:lnTo>
                <a:lnTo>
                  <a:pt x="783" y="369"/>
                </a:lnTo>
                <a:lnTo>
                  <a:pt x="782" y="364"/>
                </a:lnTo>
                <a:lnTo>
                  <a:pt x="782" y="364"/>
                </a:lnTo>
                <a:lnTo>
                  <a:pt x="783" y="358"/>
                </a:lnTo>
                <a:lnTo>
                  <a:pt x="785" y="354"/>
                </a:lnTo>
                <a:lnTo>
                  <a:pt x="788" y="348"/>
                </a:lnTo>
                <a:lnTo>
                  <a:pt x="790" y="344"/>
                </a:lnTo>
                <a:lnTo>
                  <a:pt x="795" y="341"/>
                </a:lnTo>
                <a:lnTo>
                  <a:pt x="799" y="338"/>
                </a:lnTo>
                <a:lnTo>
                  <a:pt x="804" y="337"/>
                </a:lnTo>
                <a:lnTo>
                  <a:pt x="810" y="336"/>
                </a:lnTo>
                <a:lnTo>
                  <a:pt x="1651" y="336"/>
                </a:lnTo>
                <a:lnTo>
                  <a:pt x="1651" y="336"/>
                </a:lnTo>
                <a:lnTo>
                  <a:pt x="1656" y="337"/>
                </a:lnTo>
                <a:lnTo>
                  <a:pt x="1662" y="338"/>
                </a:lnTo>
                <a:lnTo>
                  <a:pt x="1666" y="341"/>
                </a:lnTo>
                <a:lnTo>
                  <a:pt x="1670" y="344"/>
                </a:lnTo>
                <a:lnTo>
                  <a:pt x="1675" y="348"/>
                </a:lnTo>
                <a:lnTo>
                  <a:pt x="1676" y="354"/>
                </a:lnTo>
                <a:lnTo>
                  <a:pt x="1679" y="358"/>
                </a:lnTo>
                <a:lnTo>
                  <a:pt x="1679" y="364"/>
                </a:lnTo>
                <a:lnTo>
                  <a:pt x="1679" y="364"/>
                </a:lnTo>
                <a:lnTo>
                  <a:pt x="1679" y="369"/>
                </a:lnTo>
                <a:lnTo>
                  <a:pt x="1676" y="375"/>
                </a:lnTo>
                <a:lnTo>
                  <a:pt x="1675" y="380"/>
                </a:lnTo>
                <a:lnTo>
                  <a:pt x="1670" y="385"/>
                </a:lnTo>
                <a:lnTo>
                  <a:pt x="1666" y="387"/>
                </a:lnTo>
                <a:lnTo>
                  <a:pt x="1662" y="390"/>
                </a:lnTo>
                <a:lnTo>
                  <a:pt x="1656" y="392"/>
                </a:lnTo>
                <a:lnTo>
                  <a:pt x="1651" y="392"/>
                </a:lnTo>
                <a:lnTo>
                  <a:pt x="1651" y="392"/>
                </a:lnTo>
                <a:close/>
                <a:moveTo>
                  <a:pt x="1651" y="280"/>
                </a:moveTo>
                <a:lnTo>
                  <a:pt x="810" y="280"/>
                </a:lnTo>
                <a:lnTo>
                  <a:pt x="810" y="280"/>
                </a:lnTo>
                <a:lnTo>
                  <a:pt x="804" y="280"/>
                </a:lnTo>
                <a:lnTo>
                  <a:pt x="799" y="278"/>
                </a:lnTo>
                <a:lnTo>
                  <a:pt x="795" y="275"/>
                </a:lnTo>
                <a:lnTo>
                  <a:pt x="790" y="271"/>
                </a:lnTo>
                <a:lnTo>
                  <a:pt x="788" y="267"/>
                </a:lnTo>
                <a:lnTo>
                  <a:pt x="785" y="263"/>
                </a:lnTo>
                <a:lnTo>
                  <a:pt x="783" y="257"/>
                </a:lnTo>
                <a:lnTo>
                  <a:pt x="782" y="252"/>
                </a:lnTo>
                <a:lnTo>
                  <a:pt x="782" y="252"/>
                </a:lnTo>
                <a:lnTo>
                  <a:pt x="783" y="246"/>
                </a:lnTo>
                <a:lnTo>
                  <a:pt x="785" y="240"/>
                </a:lnTo>
                <a:lnTo>
                  <a:pt x="788" y="236"/>
                </a:lnTo>
                <a:lnTo>
                  <a:pt x="790" y="232"/>
                </a:lnTo>
                <a:lnTo>
                  <a:pt x="795" y="229"/>
                </a:lnTo>
                <a:lnTo>
                  <a:pt x="799" y="226"/>
                </a:lnTo>
                <a:lnTo>
                  <a:pt x="804" y="225"/>
                </a:lnTo>
                <a:lnTo>
                  <a:pt x="810" y="224"/>
                </a:lnTo>
                <a:lnTo>
                  <a:pt x="1651" y="224"/>
                </a:lnTo>
                <a:lnTo>
                  <a:pt x="1651" y="224"/>
                </a:lnTo>
                <a:lnTo>
                  <a:pt x="1656" y="225"/>
                </a:lnTo>
                <a:lnTo>
                  <a:pt x="1662" y="226"/>
                </a:lnTo>
                <a:lnTo>
                  <a:pt x="1666" y="229"/>
                </a:lnTo>
                <a:lnTo>
                  <a:pt x="1670" y="232"/>
                </a:lnTo>
                <a:lnTo>
                  <a:pt x="1675" y="236"/>
                </a:lnTo>
                <a:lnTo>
                  <a:pt x="1676" y="240"/>
                </a:lnTo>
                <a:lnTo>
                  <a:pt x="1679" y="246"/>
                </a:lnTo>
                <a:lnTo>
                  <a:pt x="1679" y="252"/>
                </a:lnTo>
                <a:lnTo>
                  <a:pt x="1679" y="252"/>
                </a:lnTo>
                <a:lnTo>
                  <a:pt x="1679" y="257"/>
                </a:lnTo>
                <a:lnTo>
                  <a:pt x="1676" y="263"/>
                </a:lnTo>
                <a:lnTo>
                  <a:pt x="1675" y="267"/>
                </a:lnTo>
                <a:lnTo>
                  <a:pt x="1670" y="271"/>
                </a:lnTo>
                <a:lnTo>
                  <a:pt x="1666" y="275"/>
                </a:lnTo>
                <a:lnTo>
                  <a:pt x="1662" y="278"/>
                </a:lnTo>
                <a:lnTo>
                  <a:pt x="1656" y="280"/>
                </a:lnTo>
                <a:lnTo>
                  <a:pt x="1651" y="280"/>
                </a:lnTo>
                <a:lnTo>
                  <a:pt x="1651" y="280"/>
                </a:lnTo>
                <a:close/>
                <a:moveTo>
                  <a:pt x="1651" y="168"/>
                </a:moveTo>
                <a:lnTo>
                  <a:pt x="810" y="168"/>
                </a:lnTo>
                <a:lnTo>
                  <a:pt x="810" y="168"/>
                </a:lnTo>
                <a:lnTo>
                  <a:pt x="804" y="168"/>
                </a:lnTo>
                <a:lnTo>
                  <a:pt x="799" y="166"/>
                </a:lnTo>
                <a:lnTo>
                  <a:pt x="795" y="163"/>
                </a:lnTo>
                <a:lnTo>
                  <a:pt x="790" y="159"/>
                </a:lnTo>
                <a:lnTo>
                  <a:pt x="788" y="155"/>
                </a:lnTo>
                <a:lnTo>
                  <a:pt x="785" y="151"/>
                </a:lnTo>
                <a:lnTo>
                  <a:pt x="783" y="145"/>
                </a:lnTo>
                <a:lnTo>
                  <a:pt x="782" y="140"/>
                </a:lnTo>
                <a:lnTo>
                  <a:pt x="782" y="140"/>
                </a:lnTo>
                <a:lnTo>
                  <a:pt x="783" y="134"/>
                </a:lnTo>
                <a:lnTo>
                  <a:pt x="785" y="129"/>
                </a:lnTo>
                <a:lnTo>
                  <a:pt x="788" y="124"/>
                </a:lnTo>
                <a:lnTo>
                  <a:pt x="790" y="120"/>
                </a:lnTo>
                <a:lnTo>
                  <a:pt x="795" y="117"/>
                </a:lnTo>
                <a:lnTo>
                  <a:pt x="799" y="115"/>
                </a:lnTo>
                <a:lnTo>
                  <a:pt x="804" y="113"/>
                </a:lnTo>
                <a:lnTo>
                  <a:pt x="810" y="112"/>
                </a:lnTo>
                <a:lnTo>
                  <a:pt x="1651" y="112"/>
                </a:lnTo>
                <a:lnTo>
                  <a:pt x="1651" y="112"/>
                </a:lnTo>
                <a:lnTo>
                  <a:pt x="1656" y="113"/>
                </a:lnTo>
                <a:lnTo>
                  <a:pt x="1662" y="115"/>
                </a:lnTo>
                <a:lnTo>
                  <a:pt x="1666" y="117"/>
                </a:lnTo>
                <a:lnTo>
                  <a:pt x="1670" y="120"/>
                </a:lnTo>
                <a:lnTo>
                  <a:pt x="1675" y="124"/>
                </a:lnTo>
                <a:lnTo>
                  <a:pt x="1676" y="129"/>
                </a:lnTo>
                <a:lnTo>
                  <a:pt x="1679" y="134"/>
                </a:lnTo>
                <a:lnTo>
                  <a:pt x="1679" y="140"/>
                </a:lnTo>
                <a:lnTo>
                  <a:pt x="1679" y="140"/>
                </a:lnTo>
                <a:lnTo>
                  <a:pt x="1679" y="145"/>
                </a:lnTo>
                <a:lnTo>
                  <a:pt x="1676" y="151"/>
                </a:lnTo>
                <a:lnTo>
                  <a:pt x="1675" y="155"/>
                </a:lnTo>
                <a:lnTo>
                  <a:pt x="1670" y="159"/>
                </a:lnTo>
                <a:lnTo>
                  <a:pt x="1666" y="163"/>
                </a:lnTo>
                <a:lnTo>
                  <a:pt x="1662" y="166"/>
                </a:lnTo>
                <a:lnTo>
                  <a:pt x="1656" y="168"/>
                </a:lnTo>
                <a:lnTo>
                  <a:pt x="1651" y="168"/>
                </a:lnTo>
                <a:lnTo>
                  <a:pt x="1651" y="168"/>
                </a:lnTo>
                <a:close/>
                <a:moveTo>
                  <a:pt x="1566" y="897"/>
                </a:moveTo>
                <a:lnTo>
                  <a:pt x="1566" y="897"/>
                </a:lnTo>
                <a:lnTo>
                  <a:pt x="1547" y="897"/>
                </a:lnTo>
                <a:lnTo>
                  <a:pt x="1532" y="900"/>
                </a:lnTo>
                <a:lnTo>
                  <a:pt x="1515" y="904"/>
                </a:lnTo>
                <a:lnTo>
                  <a:pt x="1500" y="909"/>
                </a:lnTo>
                <a:lnTo>
                  <a:pt x="1486" y="916"/>
                </a:lnTo>
                <a:lnTo>
                  <a:pt x="1472" y="925"/>
                </a:lnTo>
                <a:lnTo>
                  <a:pt x="1459" y="934"/>
                </a:lnTo>
                <a:lnTo>
                  <a:pt x="1448" y="946"/>
                </a:lnTo>
                <a:lnTo>
                  <a:pt x="1437" y="957"/>
                </a:lnTo>
                <a:lnTo>
                  <a:pt x="1427" y="969"/>
                </a:lnTo>
                <a:lnTo>
                  <a:pt x="1419" y="983"/>
                </a:lnTo>
                <a:lnTo>
                  <a:pt x="1412" y="997"/>
                </a:lnTo>
                <a:lnTo>
                  <a:pt x="1406" y="1013"/>
                </a:lnTo>
                <a:lnTo>
                  <a:pt x="1402" y="1030"/>
                </a:lnTo>
                <a:lnTo>
                  <a:pt x="1399" y="1046"/>
                </a:lnTo>
                <a:lnTo>
                  <a:pt x="1399" y="1063"/>
                </a:lnTo>
                <a:lnTo>
                  <a:pt x="1399" y="1063"/>
                </a:lnTo>
                <a:lnTo>
                  <a:pt x="1399" y="1080"/>
                </a:lnTo>
                <a:lnTo>
                  <a:pt x="1402" y="1097"/>
                </a:lnTo>
                <a:lnTo>
                  <a:pt x="1406" y="1112"/>
                </a:lnTo>
                <a:lnTo>
                  <a:pt x="1412" y="1128"/>
                </a:lnTo>
                <a:lnTo>
                  <a:pt x="1419" y="1142"/>
                </a:lnTo>
                <a:lnTo>
                  <a:pt x="1427" y="1156"/>
                </a:lnTo>
                <a:lnTo>
                  <a:pt x="1437" y="1168"/>
                </a:lnTo>
                <a:lnTo>
                  <a:pt x="1448" y="1181"/>
                </a:lnTo>
                <a:lnTo>
                  <a:pt x="1459" y="1192"/>
                </a:lnTo>
                <a:lnTo>
                  <a:pt x="1472" y="1200"/>
                </a:lnTo>
                <a:lnTo>
                  <a:pt x="1486" y="1209"/>
                </a:lnTo>
                <a:lnTo>
                  <a:pt x="1500" y="1216"/>
                </a:lnTo>
                <a:lnTo>
                  <a:pt x="1515" y="1221"/>
                </a:lnTo>
                <a:lnTo>
                  <a:pt x="1532" y="1226"/>
                </a:lnTo>
                <a:lnTo>
                  <a:pt x="1547" y="1228"/>
                </a:lnTo>
                <a:lnTo>
                  <a:pt x="1566" y="1230"/>
                </a:lnTo>
                <a:lnTo>
                  <a:pt x="1566" y="1230"/>
                </a:lnTo>
                <a:lnTo>
                  <a:pt x="1582" y="1228"/>
                </a:lnTo>
                <a:lnTo>
                  <a:pt x="1599" y="1226"/>
                </a:lnTo>
                <a:lnTo>
                  <a:pt x="1615" y="1221"/>
                </a:lnTo>
                <a:lnTo>
                  <a:pt x="1630" y="1216"/>
                </a:lnTo>
                <a:lnTo>
                  <a:pt x="1644" y="1209"/>
                </a:lnTo>
                <a:lnTo>
                  <a:pt x="1658" y="1200"/>
                </a:lnTo>
                <a:lnTo>
                  <a:pt x="1670" y="1192"/>
                </a:lnTo>
                <a:lnTo>
                  <a:pt x="1683" y="1181"/>
                </a:lnTo>
                <a:lnTo>
                  <a:pt x="1693" y="1168"/>
                </a:lnTo>
                <a:lnTo>
                  <a:pt x="1703" y="1156"/>
                </a:lnTo>
                <a:lnTo>
                  <a:pt x="1711" y="1142"/>
                </a:lnTo>
                <a:lnTo>
                  <a:pt x="1718" y="1128"/>
                </a:lnTo>
                <a:lnTo>
                  <a:pt x="1724" y="1112"/>
                </a:lnTo>
                <a:lnTo>
                  <a:pt x="1728" y="1097"/>
                </a:lnTo>
                <a:lnTo>
                  <a:pt x="1731" y="1080"/>
                </a:lnTo>
                <a:lnTo>
                  <a:pt x="1732" y="1063"/>
                </a:lnTo>
                <a:lnTo>
                  <a:pt x="1732" y="1063"/>
                </a:lnTo>
                <a:lnTo>
                  <a:pt x="1731" y="1046"/>
                </a:lnTo>
                <a:lnTo>
                  <a:pt x="1728" y="1030"/>
                </a:lnTo>
                <a:lnTo>
                  <a:pt x="1724" y="1013"/>
                </a:lnTo>
                <a:lnTo>
                  <a:pt x="1718" y="997"/>
                </a:lnTo>
                <a:lnTo>
                  <a:pt x="1711" y="983"/>
                </a:lnTo>
                <a:lnTo>
                  <a:pt x="1703" y="969"/>
                </a:lnTo>
                <a:lnTo>
                  <a:pt x="1693" y="957"/>
                </a:lnTo>
                <a:lnTo>
                  <a:pt x="1683" y="946"/>
                </a:lnTo>
                <a:lnTo>
                  <a:pt x="1670" y="934"/>
                </a:lnTo>
                <a:lnTo>
                  <a:pt x="1658" y="925"/>
                </a:lnTo>
                <a:lnTo>
                  <a:pt x="1644" y="916"/>
                </a:lnTo>
                <a:lnTo>
                  <a:pt x="1630" y="909"/>
                </a:lnTo>
                <a:lnTo>
                  <a:pt x="1615" y="904"/>
                </a:lnTo>
                <a:lnTo>
                  <a:pt x="1599" y="900"/>
                </a:lnTo>
                <a:lnTo>
                  <a:pt x="1582" y="897"/>
                </a:lnTo>
                <a:lnTo>
                  <a:pt x="1566" y="897"/>
                </a:lnTo>
                <a:lnTo>
                  <a:pt x="1566" y="89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8"/>
          <p:cNvSpPr>
            <a:spLocks noChangeAspect="1" noEditPoints="1"/>
          </p:cNvSpPr>
          <p:nvPr/>
        </p:nvSpPr>
        <p:spPr bwMode="auto">
          <a:xfrm>
            <a:off x="1092424" y="4797152"/>
            <a:ext cx="1080000" cy="557186"/>
          </a:xfrm>
          <a:custGeom>
            <a:avLst/>
            <a:gdLst>
              <a:gd name="T0" fmla="*/ 476 w 1791"/>
              <a:gd name="T1" fmla="*/ 611 h 923"/>
              <a:gd name="T2" fmla="*/ 404 w 1791"/>
              <a:gd name="T3" fmla="*/ 670 h 923"/>
              <a:gd name="T4" fmla="*/ 376 w 1791"/>
              <a:gd name="T5" fmla="*/ 761 h 923"/>
              <a:gd name="T6" fmla="*/ 396 w 1791"/>
              <a:gd name="T7" fmla="*/ 838 h 923"/>
              <a:gd name="T8" fmla="*/ 462 w 1791"/>
              <a:gd name="T9" fmla="*/ 904 h 923"/>
              <a:gd name="T10" fmla="*/ 539 w 1791"/>
              <a:gd name="T11" fmla="*/ 923 h 923"/>
              <a:gd name="T12" fmla="*/ 630 w 1791"/>
              <a:gd name="T13" fmla="*/ 895 h 923"/>
              <a:gd name="T14" fmla="*/ 688 w 1791"/>
              <a:gd name="T15" fmla="*/ 824 h 923"/>
              <a:gd name="T16" fmla="*/ 701 w 1791"/>
              <a:gd name="T17" fmla="*/ 744 h 923"/>
              <a:gd name="T18" fmla="*/ 665 w 1791"/>
              <a:gd name="T19" fmla="*/ 657 h 923"/>
              <a:gd name="T20" fmla="*/ 588 w 1791"/>
              <a:gd name="T21" fmla="*/ 606 h 923"/>
              <a:gd name="T22" fmla="*/ 1412 w 1791"/>
              <a:gd name="T23" fmla="*/ 600 h 923"/>
              <a:gd name="T24" fmla="*/ 1322 w 1791"/>
              <a:gd name="T25" fmla="*/ 628 h 923"/>
              <a:gd name="T26" fmla="*/ 1265 w 1791"/>
              <a:gd name="T27" fmla="*/ 698 h 923"/>
              <a:gd name="T28" fmla="*/ 1252 w 1791"/>
              <a:gd name="T29" fmla="*/ 778 h 923"/>
              <a:gd name="T30" fmla="*/ 1289 w 1791"/>
              <a:gd name="T31" fmla="*/ 863 h 923"/>
              <a:gd name="T32" fmla="*/ 1364 w 1791"/>
              <a:gd name="T33" fmla="*/ 915 h 923"/>
              <a:gd name="T34" fmla="*/ 1445 w 1791"/>
              <a:gd name="T35" fmla="*/ 919 h 923"/>
              <a:gd name="T36" fmla="*/ 1527 w 1791"/>
              <a:gd name="T37" fmla="*/ 874 h 923"/>
              <a:gd name="T38" fmla="*/ 1570 w 1791"/>
              <a:gd name="T39" fmla="*/ 793 h 923"/>
              <a:gd name="T40" fmla="*/ 1566 w 1791"/>
              <a:gd name="T41" fmla="*/ 713 h 923"/>
              <a:gd name="T42" fmla="*/ 1514 w 1791"/>
              <a:gd name="T43" fmla="*/ 638 h 923"/>
              <a:gd name="T44" fmla="*/ 1429 w 1791"/>
              <a:gd name="T45" fmla="*/ 601 h 923"/>
              <a:gd name="T46" fmla="*/ 1357 w 1791"/>
              <a:gd name="T47" fmla="*/ 42 h 923"/>
              <a:gd name="T48" fmla="*/ 1299 w 1791"/>
              <a:gd name="T49" fmla="*/ 1 h 923"/>
              <a:gd name="T50" fmla="*/ 772 w 1791"/>
              <a:gd name="T51" fmla="*/ 5 h 923"/>
              <a:gd name="T52" fmla="*/ 698 w 1791"/>
              <a:gd name="T53" fmla="*/ 46 h 923"/>
              <a:gd name="T54" fmla="*/ 179 w 1791"/>
              <a:gd name="T55" fmla="*/ 327 h 923"/>
              <a:gd name="T56" fmla="*/ 88 w 1791"/>
              <a:gd name="T57" fmla="*/ 359 h 923"/>
              <a:gd name="T58" fmla="*/ 24 w 1791"/>
              <a:gd name="T59" fmla="*/ 434 h 923"/>
              <a:gd name="T60" fmla="*/ 0 w 1791"/>
              <a:gd name="T61" fmla="*/ 541 h 923"/>
              <a:gd name="T62" fmla="*/ 14 w 1791"/>
              <a:gd name="T63" fmla="*/ 629 h 923"/>
              <a:gd name="T64" fmla="*/ 59 w 1791"/>
              <a:gd name="T65" fmla="*/ 698 h 923"/>
              <a:gd name="T66" fmla="*/ 164 w 1791"/>
              <a:gd name="T67" fmla="*/ 753 h 923"/>
              <a:gd name="T68" fmla="*/ 318 w 1791"/>
              <a:gd name="T69" fmla="*/ 740 h 923"/>
              <a:gd name="T70" fmla="*/ 344 w 1791"/>
              <a:gd name="T71" fmla="*/ 645 h 923"/>
              <a:gd name="T72" fmla="*/ 407 w 1791"/>
              <a:gd name="T73" fmla="*/ 580 h 923"/>
              <a:gd name="T74" fmla="*/ 529 w 1791"/>
              <a:gd name="T75" fmla="*/ 544 h 923"/>
              <a:gd name="T76" fmla="*/ 612 w 1791"/>
              <a:gd name="T77" fmla="*/ 554 h 923"/>
              <a:gd name="T78" fmla="*/ 687 w 1791"/>
              <a:gd name="T79" fmla="*/ 594 h 923"/>
              <a:gd name="T80" fmla="*/ 747 w 1791"/>
              <a:gd name="T81" fmla="*/ 691 h 923"/>
              <a:gd name="T82" fmla="*/ 1194 w 1791"/>
              <a:gd name="T83" fmla="*/ 761 h 923"/>
              <a:gd name="T84" fmla="*/ 1213 w 1791"/>
              <a:gd name="T85" fmla="*/ 660 h 923"/>
              <a:gd name="T86" fmla="*/ 1261 w 1791"/>
              <a:gd name="T87" fmla="*/ 596 h 923"/>
              <a:gd name="T88" fmla="*/ 1374 w 1791"/>
              <a:gd name="T89" fmla="*/ 544 h 923"/>
              <a:gd name="T90" fmla="*/ 1465 w 1791"/>
              <a:gd name="T91" fmla="*/ 545 h 923"/>
              <a:gd name="T92" fmla="*/ 1549 w 1791"/>
              <a:gd name="T93" fmla="*/ 583 h 923"/>
              <a:gd name="T94" fmla="*/ 1613 w 1791"/>
              <a:gd name="T95" fmla="*/ 671 h 923"/>
              <a:gd name="T96" fmla="*/ 1633 w 1791"/>
              <a:gd name="T97" fmla="*/ 761 h 923"/>
              <a:gd name="T98" fmla="*/ 1723 w 1791"/>
              <a:gd name="T99" fmla="*/ 744 h 923"/>
              <a:gd name="T100" fmla="*/ 1779 w 1791"/>
              <a:gd name="T101" fmla="*/ 678 h 923"/>
              <a:gd name="T102" fmla="*/ 1791 w 1791"/>
              <a:gd name="T103" fmla="*/ 488 h 923"/>
              <a:gd name="T104" fmla="*/ 1766 w 1791"/>
              <a:gd name="T105" fmla="*/ 396 h 923"/>
              <a:gd name="T106" fmla="*/ 1697 w 1791"/>
              <a:gd name="T107" fmla="*/ 337 h 923"/>
              <a:gd name="T108" fmla="*/ 1633 w 1791"/>
              <a:gd name="T109" fmla="*/ 326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1" h="923">
                <a:moveTo>
                  <a:pt x="539" y="599"/>
                </a:moveTo>
                <a:lnTo>
                  <a:pt x="539" y="599"/>
                </a:lnTo>
                <a:lnTo>
                  <a:pt x="522" y="599"/>
                </a:lnTo>
                <a:lnTo>
                  <a:pt x="507" y="601"/>
                </a:lnTo>
                <a:lnTo>
                  <a:pt x="491" y="606"/>
                </a:lnTo>
                <a:lnTo>
                  <a:pt x="476" y="611"/>
                </a:lnTo>
                <a:lnTo>
                  <a:pt x="462" y="618"/>
                </a:lnTo>
                <a:lnTo>
                  <a:pt x="448" y="625"/>
                </a:lnTo>
                <a:lnTo>
                  <a:pt x="435" y="635"/>
                </a:lnTo>
                <a:lnTo>
                  <a:pt x="424" y="646"/>
                </a:lnTo>
                <a:lnTo>
                  <a:pt x="414" y="657"/>
                </a:lnTo>
                <a:lnTo>
                  <a:pt x="404" y="670"/>
                </a:lnTo>
                <a:lnTo>
                  <a:pt x="396" y="683"/>
                </a:lnTo>
                <a:lnTo>
                  <a:pt x="389" y="698"/>
                </a:lnTo>
                <a:lnTo>
                  <a:pt x="383" y="712"/>
                </a:lnTo>
                <a:lnTo>
                  <a:pt x="379" y="727"/>
                </a:lnTo>
                <a:lnTo>
                  <a:pt x="378" y="744"/>
                </a:lnTo>
                <a:lnTo>
                  <a:pt x="376" y="761"/>
                </a:lnTo>
                <a:lnTo>
                  <a:pt x="376" y="761"/>
                </a:lnTo>
                <a:lnTo>
                  <a:pt x="378" y="778"/>
                </a:lnTo>
                <a:lnTo>
                  <a:pt x="379" y="793"/>
                </a:lnTo>
                <a:lnTo>
                  <a:pt x="383" y="809"/>
                </a:lnTo>
                <a:lnTo>
                  <a:pt x="389" y="824"/>
                </a:lnTo>
                <a:lnTo>
                  <a:pt x="396" y="838"/>
                </a:lnTo>
                <a:lnTo>
                  <a:pt x="404" y="852"/>
                </a:lnTo>
                <a:lnTo>
                  <a:pt x="414" y="865"/>
                </a:lnTo>
                <a:lnTo>
                  <a:pt x="424" y="876"/>
                </a:lnTo>
                <a:lnTo>
                  <a:pt x="435" y="887"/>
                </a:lnTo>
                <a:lnTo>
                  <a:pt x="448" y="895"/>
                </a:lnTo>
                <a:lnTo>
                  <a:pt x="462" y="904"/>
                </a:lnTo>
                <a:lnTo>
                  <a:pt x="476" y="911"/>
                </a:lnTo>
                <a:lnTo>
                  <a:pt x="491" y="916"/>
                </a:lnTo>
                <a:lnTo>
                  <a:pt x="507" y="920"/>
                </a:lnTo>
                <a:lnTo>
                  <a:pt x="522" y="923"/>
                </a:lnTo>
                <a:lnTo>
                  <a:pt x="539" y="923"/>
                </a:lnTo>
                <a:lnTo>
                  <a:pt x="539" y="923"/>
                </a:lnTo>
                <a:lnTo>
                  <a:pt x="556" y="923"/>
                </a:lnTo>
                <a:lnTo>
                  <a:pt x="572" y="920"/>
                </a:lnTo>
                <a:lnTo>
                  <a:pt x="588" y="916"/>
                </a:lnTo>
                <a:lnTo>
                  <a:pt x="603" y="911"/>
                </a:lnTo>
                <a:lnTo>
                  <a:pt x="617" y="904"/>
                </a:lnTo>
                <a:lnTo>
                  <a:pt x="630" y="895"/>
                </a:lnTo>
                <a:lnTo>
                  <a:pt x="642" y="887"/>
                </a:lnTo>
                <a:lnTo>
                  <a:pt x="655" y="876"/>
                </a:lnTo>
                <a:lnTo>
                  <a:pt x="665" y="865"/>
                </a:lnTo>
                <a:lnTo>
                  <a:pt x="674" y="852"/>
                </a:lnTo>
                <a:lnTo>
                  <a:pt x="683" y="838"/>
                </a:lnTo>
                <a:lnTo>
                  <a:pt x="688" y="824"/>
                </a:lnTo>
                <a:lnTo>
                  <a:pt x="694" y="809"/>
                </a:lnTo>
                <a:lnTo>
                  <a:pt x="698" y="793"/>
                </a:lnTo>
                <a:lnTo>
                  <a:pt x="701" y="778"/>
                </a:lnTo>
                <a:lnTo>
                  <a:pt x="702" y="761"/>
                </a:lnTo>
                <a:lnTo>
                  <a:pt x="702" y="761"/>
                </a:lnTo>
                <a:lnTo>
                  <a:pt x="701" y="744"/>
                </a:lnTo>
                <a:lnTo>
                  <a:pt x="698" y="727"/>
                </a:lnTo>
                <a:lnTo>
                  <a:pt x="694" y="712"/>
                </a:lnTo>
                <a:lnTo>
                  <a:pt x="688" y="698"/>
                </a:lnTo>
                <a:lnTo>
                  <a:pt x="683" y="683"/>
                </a:lnTo>
                <a:lnTo>
                  <a:pt x="674" y="670"/>
                </a:lnTo>
                <a:lnTo>
                  <a:pt x="665" y="657"/>
                </a:lnTo>
                <a:lnTo>
                  <a:pt x="655" y="646"/>
                </a:lnTo>
                <a:lnTo>
                  <a:pt x="642" y="635"/>
                </a:lnTo>
                <a:lnTo>
                  <a:pt x="630" y="625"/>
                </a:lnTo>
                <a:lnTo>
                  <a:pt x="617" y="618"/>
                </a:lnTo>
                <a:lnTo>
                  <a:pt x="603" y="611"/>
                </a:lnTo>
                <a:lnTo>
                  <a:pt x="588" y="606"/>
                </a:lnTo>
                <a:lnTo>
                  <a:pt x="572" y="601"/>
                </a:lnTo>
                <a:lnTo>
                  <a:pt x="556" y="599"/>
                </a:lnTo>
                <a:lnTo>
                  <a:pt x="539" y="599"/>
                </a:lnTo>
                <a:lnTo>
                  <a:pt x="539" y="599"/>
                </a:lnTo>
                <a:close/>
                <a:moveTo>
                  <a:pt x="1412" y="600"/>
                </a:moveTo>
                <a:lnTo>
                  <a:pt x="1412" y="600"/>
                </a:lnTo>
                <a:lnTo>
                  <a:pt x="1397" y="601"/>
                </a:lnTo>
                <a:lnTo>
                  <a:pt x="1380" y="604"/>
                </a:lnTo>
                <a:lnTo>
                  <a:pt x="1364" y="608"/>
                </a:lnTo>
                <a:lnTo>
                  <a:pt x="1350" y="613"/>
                </a:lnTo>
                <a:lnTo>
                  <a:pt x="1336" y="620"/>
                </a:lnTo>
                <a:lnTo>
                  <a:pt x="1322" y="628"/>
                </a:lnTo>
                <a:lnTo>
                  <a:pt x="1310" y="638"/>
                </a:lnTo>
                <a:lnTo>
                  <a:pt x="1299" y="648"/>
                </a:lnTo>
                <a:lnTo>
                  <a:pt x="1289" y="659"/>
                </a:lnTo>
                <a:lnTo>
                  <a:pt x="1279" y="671"/>
                </a:lnTo>
                <a:lnTo>
                  <a:pt x="1272" y="684"/>
                </a:lnTo>
                <a:lnTo>
                  <a:pt x="1265" y="698"/>
                </a:lnTo>
                <a:lnTo>
                  <a:pt x="1259" y="713"/>
                </a:lnTo>
                <a:lnTo>
                  <a:pt x="1255" y="729"/>
                </a:lnTo>
                <a:lnTo>
                  <a:pt x="1252" y="744"/>
                </a:lnTo>
                <a:lnTo>
                  <a:pt x="1252" y="761"/>
                </a:lnTo>
                <a:lnTo>
                  <a:pt x="1252" y="761"/>
                </a:lnTo>
                <a:lnTo>
                  <a:pt x="1252" y="778"/>
                </a:lnTo>
                <a:lnTo>
                  <a:pt x="1255" y="793"/>
                </a:lnTo>
                <a:lnTo>
                  <a:pt x="1259" y="809"/>
                </a:lnTo>
                <a:lnTo>
                  <a:pt x="1265" y="824"/>
                </a:lnTo>
                <a:lnTo>
                  <a:pt x="1272" y="838"/>
                </a:lnTo>
                <a:lnTo>
                  <a:pt x="1279" y="851"/>
                </a:lnTo>
                <a:lnTo>
                  <a:pt x="1289" y="863"/>
                </a:lnTo>
                <a:lnTo>
                  <a:pt x="1299" y="874"/>
                </a:lnTo>
                <a:lnTo>
                  <a:pt x="1310" y="886"/>
                </a:lnTo>
                <a:lnTo>
                  <a:pt x="1322" y="894"/>
                </a:lnTo>
                <a:lnTo>
                  <a:pt x="1336" y="902"/>
                </a:lnTo>
                <a:lnTo>
                  <a:pt x="1350" y="909"/>
                </a:lnTo>
                <a:lnTo>
                  <a:pt x="1364" y="915"/>
                </a:lnTo>
                <a:lnTo>
                  <a:pt x="1380" y="919"/>
                </a:lnTo>
                <a:lnTo>
                  <a:pt x="1397" y="920"/>
                </a:lnTo>
                <a:lnTo>
                  <a:pt x="1412" y="922"/>
                </a:lnTo>
                <a:lnTo>
                  <a:pt x="1412" y="922"/>
                </a:lnTo>
                <a:lnTo>
                  <a:pt x="1429" y="920"/>
                </a:lnTo>
                <a:lnTo>
                  <a:pt x="1445" y="919"/>
                </a:lnTo>
                <a:lnTo>
                  <a:pt x="1461" y="915"/>
                </a:lnTo>
                <a:lnTo>
                  <a:pt x="1475" y="909"/>
                </a:lnTo>
                <a:lnTo>
                  <a:pt x="1489" y="902"/>
                </a:lnTo>
                <a:lnTo>
                  <a:pt x="1503" y="894"/>
                </a:lnTo>
                <a:lnTo>
                  <a:pt x="1514" y="886"/>
                </a:lnTo>
                <a:lnTo>
                  <a:pt x="1527" y="874"/>
                </a:lnTo>
                <a:lnTo>
                  <a:pt x="1536" y="863"/>
                </a:lnTo>
                <a:lnTo>
                  <a:pt x="1546" y="851"/>
                </a:lnTo>
                <a:lnTo>
                  <a:pt x="1553" y="838"/>
                </a:lnTo>
                <a:lnTo>
                  <a:pt x="1560" y="824"/>
                </a:lnTo>
                <a:lnTo>
                  <a:pt x="1566" y="809"/>
                </a:lnTo>
                <a:lnTo>
                  <a:pt x="1570" y="793"/>
                </a:lnTo>
                <a:lnTo>
                  <a:pt x="1573" y="778"/>
                </a:lnTo>
                <a:lnTo>
                  <a:pt x="1573" y="761"/>
                </a:lnTo>
                <a:lnTo>
                  <a:pt x="1573" y="761"/>
                </a:lnTo>
                <a:lnTo>
                  <a:pt x="1573" y="744"/>
                </a:lnTo>
                <a:lnTo>
                  <a:pt x="1570" y="729"/>
                </a:lnTo>
                <a:lnTo>
                  <a:pt x="1566" y="713"/>
                </a:lnTo>
                <a:lnTo>
                  <a:pt x="1560" y="698"/>
                </a:lnTo>
                <a:lnTo>
                  <a:pt x="1553" y="684"/>
                </a:lnTo>
                <a:lnTo>
                  <a:pt x="1546" y="671"/>
                </a:lnTo>
                <a:lnTo>
                  <a:pt x="1536" y="659"/>
                </a:lnTo>
                <a:lnTo>
                  <a:pt x="1527" y="648"/>
                </a:lnTo>
                <a:lnTo>
                  <a:pt x="1514" y="638"/>
                </a:lnTo>
                <a:lnTo>
                  <a:pt x="1503" y="628"/>
                </a:lnTo>
                <a:lnTo>
                  <a:pt x="1489" y="620"/>
                </a:lnTo>
                <a:lnTo>
                  <a:pt x="1475" y="613"/>
                </a:lnTo>
                <a:lnTo>
                  <a:pt x="1461" y="608"/>
                </a:lnTo>
                <a:lnTo>
                  <a:pt x="1445" y="604"/>
                </a:lnTo>
                <a:lnTo>
                  <a:pt x="1429" y="601"/>
                </a:lnTo>
                <a:lnTo>
                  <a:pt x="1412" y="600"/>
                </a:lnTo>
                <a:lnTo>
                  <a:pt x="1412" y="600"/>
                </a:lnTo>
                <a:close/>
                <a:moveTo>
                  <a:pt x="1633" y="326"/>
                </a:moveTo>
                <a:lnTo>
                  <a:pt x="1465" y="326"/>
                </a:lnTo>
                <a:lnTo>
                  <a:pt x="1357" y="42"/>
                </a:lnTo>
                <a:lnTo>
                  <a:pt x="1357" y="42"/>
                </a:lnTo>
                <a:lnTo>
                  <a:pt x="1343" y="28"/>
                </a:lnTo>
                <a:lnTo>
                  <a:pt x="1332" y="18"/>
                </a:lnTo>
                <a:lnTo>
                  <a:pt x="1321" y="11"/>
                </a:lnTo>
                <a:lnTo>
                  <a:pt x="1311" y="5"/>
                </a:lnTo>
                <a:lnTo>
                  <a:pt x="1304" y="3"/>
                </a:lnTo>
                <a:lnTo>
                  <a:pt x="1299" y="1"/>
                </a:lnTo>
                <a:lnTo>
                  <a:pt x="1294" y="0"/>
                </a:lnTo>
                <a:lnTo>
                  <a:pt x="813" y="0"/>
                </a:lnTo>
                <a:lnTo>
                  <a:pt x="813" y="0"/>
                </a:lnTo>
                <a:lnTo>
                  <a:pt x="799" y="0"/>
                </a:lnTo>
                <a:lnTo>
                  <a:pt x="785" y="3"/>
                </a:lnTo>
                <a:lnTo>
                  <a:pt x="772" y="5"/>
                </a:lnTo>
                <a:lnTo>
                  <a:pt x="760" y="8"/>
                </a:lnTo>
                <a:lnTo>
                  <a:pt x="749" y="12"/>
                </a:lnTo>
                <a:lnTo>
                  <a:pt x="739" y="17"/>
                </a:lnTo>
                <a:lnTo>
                  <a:pt x="721" y="26"/>
                </a:lnTo>
                <a:lnTo>
                  <a:pt x="708" y="38"/>
                </a:lnTo>
                <a:lnTo>
                  <a:pt x="698" y="46"/>
                </a:lnTo>
                <a:lnTo>
                  <a:pt x="690" y="54"/>
                </a:lnTo>
                <a:lnTo>
                  <a:pt x="438" y="329"/>
                </a:lnTo>
                <a:lnTo>
                  <a:pt x="221" y="326"/>
                </a:lnTo>
                <a:lnTo>
                  <a:pt x="221" y="326"/>
                </a:lnTo>
                <a:lnTo>
                  <a:pt x="200" y="326"/>
                </a:lnTo>
                <a:lnTo>
                  <a:pt x="179" y="327"/>
                </a:lnTo>
                <a:lnTo>
                  <a:pt x="161" y="330"/>
                </a:lnTo>
                <a:lnTo>
                  <a:pt x="144" y="334"/>
                </a:lnTo>
                <a:lnTo>
                  <a:pt x="129" y="340"/>
                </a:lnTo>
                <a:lnTo>
                  <a:pt x="115" y="345"/>
                </a:lnTo>
                <a:lnTo>
                  <a:pt x="101" y="351"/>
                </a:lnTo>
                <a:lnTo>
                  <a:pt x="88" y="359"/>
                </a:lnTo>
                <a:lnTo>
                  <a:pt x="77" y="366"/>
                </a:lnTo>
                <a:lnTo>
                  <a:pt x="67" y="375"/>
                </a:lnTo>
                <a:lnTo>
                  <a:pt x="57" y="385"/>
                </a:lnTo>
                <a:lnTo>
                  <a:pt x="49" y="393"/>
                </a:lnTo>
                <a:lnTo>
                  <a:pt x="35" y="413"/>
                </a:lnTo>
                <a:lnTo>
                  <a:pt x="24" y="434"/>
                </a:lnTo>
                <a:lnTo>
                  <a:pt x="15" y="453"/>
                </a:lnTo>
                <a:lnTo>
                  <a:pt x="8" y="473"/>
                </a:lnTo>
                <a:lnTo>
                  <a:pt x="4" y="491"/>
                </a:lnTo>
                <a:lnTo>
                  <a:pt x="3" y="508"/>
                </a:lnTo>
                <a:lnTo>
                  <a:pt x="0" y="531"/>
                </a:lnTo>
                <a:lnTo>
                  <a:pt x="0" y="541"/>
                </a:lnTo>
                <a:lnTo>
                  <a:pt x="0" y="541"/>
                </a:lnTo>
                <a:lnTo>
                  <a:pt x="1" y="561"/>
                </a:lnTo>
                <a:lnTo>
                  <a:pt x="3" y="580"/>
                </a:lnTo>
                <a:lnTo>
                  <a:pt x="6" y="597"/>
                </a:lnTo>
                <a:lnTo>
                  <a:pt x="10" y="614"/>
                </a:lnTo>
                <a:lnTo>
                  <a:pt x="14" y="629"/>
                </a:lnTo>
                <a:lnTo>
                  <a:pt x="20" y="643"/>
                </a:lnTo>
                <a:lnTo>
                  <a:pt x="27" y="656"/>
                </a:lnTo>
                <a:lnTo>
                  <a:pt x="34" y="669"/>
                </a:lnTo>
                <a:lnTo>
                  <a:pt x="42" y="680"/>
                </a:lnTo>
                <a:lnTo>
                  <a:pt x="50" y="690"/>
                </a:lnTo>
                <a:lnTo>
                  <a:pt x="59" y="698"/>
                </a:lnTo>
                <a:lnTo>
                  <a:pt x="67" y="706"/>
                </a:lnTo>
                <a:lnTo>
                  <a:pt x="87" y="720"/>
                </a:lnTo>
                <a:lnTo>
                  <a:pt x="106" y="733"/>
                </a:lnTo>
                <a:lnTo>
                  <a:pt x="127" y="741"/>
                </a:lnTo>
                <a:lnTo>
                  <a:pt x="146" y="747"/>
                </a:lnTo>
                <a:lnTo>
                  <a:pt x="164" y="753"/>
                </a:lnTo>
                <a:lnTo>
                  <a:pt x="181" y="755"/>
                </a:lnTo>
                <a:lnTo>
                  <a:pt x="204" y="757"/>
                </a:lnTo>
                <a:lnTo>
                  <a:pt x="214" y="758"/>
                </a:lnTo>
                <a:lnTo>
                  <a:pt x="318" y="760"/>
                </a:lnTo>
                <a:lnTo>
                  <a:pt x="318" y="760"/>
                </a:lnTo>
                <a:lnTo>
                  <a:pt x="318" y="740"/>
                </a:lnTo>
                <a:lnTo>
                  <a:pt x="319" y="720"/>
                </a:lnTo>
                <a:lnTo>
                  <a:pt x="323" y="704"/>
                </a:lnTo>
                <a:lnTo>
                  <a:pt x="327" y="687"/>
                </a:lnTo>
                <a:lnTo>
                  <a:pt x="332" y="673"/>
                </a:lnTo>
                <a:lnTo>
                  <a:pt x="337" y="659"/>
                </a:lnTo>
                <a:lnTo>
                  <a:pt x="344" y="645"/>
                </a:lnTo>
                <a:lnTo>
                  <a:pt x="351" y="634"/>
                </a:lnTo>
                <a:lnTo>
                  <a:pt x="360" y="622"/>
                </a:lnTo>
                <a:lnTo>
                  <a:pt x="368" y="613"/>
                </a:lnTo>
                <a:lnTo>
                  <a:pt x="378" y="603"/>
                </a:lnTo>
                <a:lnTo>
                  <a:pt x="388" y="594"/>
                </a:lnTo>
                <a:lnTo>
                  <a:pt x="407" y="580"/>
                </a:lnTo>
                <a:lnTo>
                  <a:pt x="428" y="569"/>
                </a:lnTo>
                <a:lnTo>
                  <a:pt x="449" y="561"/>
                </a:lnTo>
                <a:lnTo>
                  <a:pt x="469" y="555"/>
                </a:lnTo>
                <a:lnTo>
                  <a:pt x="488" y="550"/>
                </a:lnTo>
                <a:lnTo>
                  <a:pt x="505" y="547"/>
                </a:lnTo>
                <a:lnTo>
                  <a:pt x="529" y="544"/>
                </a:lnTo>
                <a:lnTo>
                  <a:pt x="539" y="544"/>
                </a:lnTo>
                <a:lnTo>
                  <a:pt x="539" y="544"/>
                </a:lnTo>
                <a:lnTo>
                  <a:pt x="560" y="545"/>
                </a:lnTo>
                <a:lnTo>
                  <a:pt x="578" y="547"/>
                </a:lnTo>
                <a:lnTo>
                  <a:pt x="595" y="550"/>
                </a:lnTo>
                <a:lnTo>
                  <a:pt x="612" y="554"/>
                </a:lnTo>
                <a:lnTo>
                  <a:pt x="627" y="558"/>
                </a:lnTo>
                <a:lnTo>
                  <a:pt x="641" y="564"/>
                </a:lnTo>
                <a:lnTo>
                  <a:pt x="653" y="571"/>
                </a:lnTo>
                <a:lnTo>
                  <a:pt x="666" y="578"/>
                </a:lnTo>
                <a:lnTo>
                  <a:pt x="677" y="586"/>
                </a:lnTo>
                <a:lnTo>
                  <a:pt x="687" y="594"/>
                </a:lnTo>
                <a:lnTo>
                  <a:pt x="697" y="603"/>
                </a:lnTo>
                <a:lnTo>
                  <a:pt x="705" y="613"/>
                </a:lnTo>
                <a:lnTo>
                  <a:pt x="719" y="632"/>
                </a:lnTo>
                <a:lnTo>
                  <a:pt x="730" y="652"/>
                </a:lnTo>
                <a:lnTo>
                  <a:pt x="740" y="671"/>
                </a:lnTo>
                <a:lnTo>
                  <a:pt x="747" y="691"/>
                </a:lnTo>
                <a:lnTo>
                  <a:pt x="751" y="709"/>
                </a:lnTo>
                <a:lnTo>
                  <a:pt x="754" y="726"/>
                </a:lnTo>
                <a:lnTo>
                  <a:pt x="758" y="750"/>
                </a:lnTo>
                <a:lnTo>
                  <a:pt x="758" y="760"/>
                </a:lnTo>
                <a:lnTo>
                  <a:pt x="1194" y="761"/>
                </a:lnTo>
                <a:lnTo>
                  <a:pt x="1194" y="761"/>
                </a:lnTo>
                <a:lnTo>
                  <a:pt x="1194" y="741"/>
                </a:lnTo>
                <a:lnTo>
                  <a:pt x="1195" y="723"/>
                </a:lnTo>
                <a:lnTo>
                  <a:pt x="1198" y="705"/>
                </a:lnTo>
                <a:lnTo>
                  <a:pt x="1202" y="690"/>
                </a:lnTo>
                <a:lnTo>
                  <a:pt x="1208" y="674"/>
                </a:lnTo>
                <a:lnTo>
                  <a:pt x="1213" y="660"/>
                </a:lnTo>
                <a:lnTo>
                  <a:pt x="1219" y="648"/>
                </a:lnTo>
                <a:lnTo>
                  <a:pt x="1226" y="635"/>
                </a:lnTo>
                <a:lnTo>
                  <a:pt x="1234" y="624"/>
                </a:lnTo>
                <a:lnTo>
                  <a:pt x="1243" y="614"/>
                </a:lnTo>
                <a:lnTo>
                  <a:pt x="1251" y="604"/>
                </a:lnTo>
                <a:lnTo>
                  <a:pt x="1261" y="596"/>
                </a:lnTo>
                <a:lnTo>
                  <a:pt x="1280" y="582"/>
                </a:lnTo>
                <a:lnTo>
                  <a:pt x="1300" y="569"/>
                </a:lnTo>
                <a:lnTo>
                  <a:pt x="1320" y="561"/>
                </a:lnTo>
                <a:lnTo>
                  <a:pt x="1339" y="552"/>
                </a:lnTo>
                <a:lnTo>
                  <a:pt x="1357" y="548"/>
                </a:lnTo>
                <a:lnTo>
                  <a:pt x="1374" y="544"/>
                </a:lnTo>
                <a:lnTo>
                  <a:pt x="1398" y="541"/>
                </a:lnTo>
                <a:lnTo>
                  <a:pt x="1406" y="540"/>
                </a:lnTo>
                <a:lnTo>
                  <a:pt x="1406" y="540"/>
                </a:lnTo>
                <a:lnTo>
                  <a:pt x="1427" y="541"/>
                </a:lnTo>
                <a:lnTo>
                  <a:pt x="1447" y="543"/>
                </a:lnTo>
                <a:lnTo>
                  <a:pt x="1465" y="545"/>
                </a:lnTo>
                <a:lnTo>
                  <a:pt x="1482" y="550"/>
                </a:lnTo>
                <a:lnTo>
                  <a:pt x="1497" y="555"/>
                </a:lnTo>
                <a:lnTo>
                  <a:pt x="1511" y="561"/>
                </a:lnTo>
                <a:lnTo>
                  <a:pt x="1525" y="568"/>
                </a:lnTo>
                <a:lnTo>
                  <a:pt x="1538" y="575"/>
                </a:lnTo>
                <a:lnTo>
                  <a:pt x="1549" y="583"/>
                </a:lnTo>
                <a:lnTo>
                  <a:pt x="1559" y="592"/>
                </a:lnTo>
                <a:lnTo>
                  <a:pt x="1569" y="600"/>
                </a:lnTo>
                <a:lnTo>
                  <a:pt x="1577" y="610"/>
                </a:lnTo>
                <a:lnTo>
                  <a:pt x="1592" y="629"/>
                </a:lnTo>
                <a:lnTo>
                  <a:pt x="1605" y="650"/>
                </a:lnTo>
                <a:lnTo>
                  <a:pt x="1613" y="671"/>
                </a:lnTo>
                <a:lnTo>
                  <a:pt x="1620" y="691"/>
                </a:lnTo>
                <a:lnTo>
                  <a:pt x="1626" y="709"/>
                </a:lnTo>
                <a:lnTo>
                  <a:pt x="1630" y="726"/>
                </a:lnTo>
                <a:lnTo>
                  <a:pt x="1633" y="751"/>
                </a:lnTo>
                <a:lnTo>
                  <a:pt x="1633" y="761"/>
                </a:lnTo>
                <a:lnTo>
                  <a:pt x="1633" y="761"/>
                </a:lnTo>
                <a:lnTo>
                  <a:pt x="1640" y="761"/>
                </a:lnTo>
                <a:lnTo>
                  <a:pt x="1657" y="761"/>
                </a:lnTo>
                <a:lnTo>
                  <a:pt x="1681" y="758"/>
                </a:lnTo>
                <a:lnTo>
                  <a:pt x="1695" y="754"/>
                </a:lnTo>
                <a:lnTo>
                  <a:pt x="1709" y="750"/>
                </a:lnTo>
                <a:lnTo>
                  <a:pt x="1723" y="744"/>
                </a:lnTo>
                <a:lnTo>
                  <a:pt x="1735" y="737"/>
                </a:lnTo>
                <a:lnTo>
                  <a:pt x="1748" y="729"/>
                </a:lnTo>
                <a:lnTo>
                  <a:pt x="1759" y="718"/>
                </a:lnTo>
                <a:lnTo>
                  <a:pt x="1769" y="704"/>
                </a:lnTo>
                <a:lnTo>
                  <a:pt x="1776" y="688"/>
                </a:lnTo>
                <a:lnTo>
                  <a:pt x="1779" y="678"/>
                </a:lnTo>
                <a:lnTo>
                  <a:pt x="1781" y="669"/>
                </a:lnTo>
                <a:lnTo>
                  <a:pt x="1783" y="659"/>
                </a:lnTo>
                <a:lnTo>
                  <a:pt x="1783" y="648"/>
                </a:lnTo>
                <a:lnTo>
                  <a:pt x="1791" y="497"/>
                </a:lnTo>
                <a:lnTo>
                  <a:pt x="1791" y="497"/>
                </a:lnTo>
                <a:lnTo>
                  <a:pt x="1791" y="488"/>
                </a:lnTo>
                <a:lnTo>
                  <a:pt x="1790" y="470"/>
                </a:lnTo>
                <a:lnTo>
                  <a:pt x="1787" y="457"/>
                </a:lnTo>
                <a:lnTo>
                  <a:pt x="1784" y="442"/>
                </a:lnTo>
                <a:lnTo>
                  <a:pt x="1780" y="427"/>
                </a:lnTo>
                <a:lnTo>
                  <a:pt x="1773" y="411"/>
                </a:lnTo>
                <a:lnTo>
                  <a:pt x="1766" y="396"/>
                </a:lnTo>
                <a:lnTo>
                  <a:pt x="1755" y="380"/>
                </a:lnTo>
                <a:lnTo>
                  <a:pt x="1742" y="366"/>
                </a:lnTo>
                <a:lnTo>
                  <a:pt x="1727" y="352"/>
                </a:lnTo>
                <a:lnTo>
                  <a:pt x="1718" y="347"/>
                </a:lnTo>
                <a:lnTo>
                  <a:pt x="1709" y="343"/>
                </a:lnTo>
                <a:lnTo>
                  <a:pt x="1697" y="337"/>
                </a:lnTo>
                <a:lnTo>
                  <a:pt x="1688" y="334"/>
                </a:lnTo>
                <a:lnTo>
                  <a:pt x="1675" y="330"/>
                </a:lnTo>
                <a:lnTo>
                  <a:pt x="1662" y="329"/>
                </a:lnTo>
                <a:lnTo>
                  <a:pt x="1648" y="327"/>
                </a:lnTo>
                <a:lnTo>
                  <a:pt x="1633" y="326"/>
                </a:lnTo>
                <a:lnTo>
                  <a:pt x="1633" y="3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0"/>
          <p:cNvSpPr>
            <a:spLocks noChangeAspect="1" noEditPoints="1"/>
          </p:cNvSpPr>
          <p:nvPr/>
        </p:nvSpPr>
        <p:spPr bwMode="auto">
          <a:xfrm>
            <a:off x="2756756" y="4535745"/>
            <a:ext cx="1080000" cy="1080000"/>
          </a:xfrm>
          <a:custGeom>
            <a:avLst/>
            <a:gdLst>
              <a:gd name="T0" fmla="*/ 715 w 1791"/>
              <a:gd name="T1" fmla="*/ 18 h 1791"/>
              <a:gd name="T2" fmla="*/ 469 w 1791"/>
              <a:gd name="T3" fmla="*/ 108 h 1791"/>
              <a:gd name="T4" fmla="*/ 263 w 1791"/>
              <a:gd name="T5" fmla="*/ 262 h 1791"/>
              <a:gd name="T6" fmla="*/ 108 w 1791"/>
              <a:gd name="T7" fmla="*/ 469 h 1791"/>
              <a:gd name="T8" fmla="*/ 18 w 1791"/>
              <a:gd name="T9" fmla="*/ 715 h 1791"/>
              <a:gd name="T10" fmla="*/ 2 w 1791"/>
              <a:gd name="T11" fmla="*/ 942 h 1791"/>
              <a:gd name="T12" fmla="*/ 55 w 1791"/>
              <a:gd name="T13" fmla="*/ 1203 h 1791"/>
              <a:gd name="T14" fmla="*/ 178 w 1791"/>
              <a:gd name="T15" fmla="*/ 1431 h 1791"/>
              <a:gd name="T16" fmla="*/ 360 w 1791"/>
              <a:gd name="T17" fmla="*/ 1613 h 1791"/>
              <a:gd name="T18" fmla="*/ 588 w 1791"/>
              <a:gd name="T19" fmla="*/ 1736 h 1791"/>
              <a:gd name="T20" fmla="*/ 850 w 1791"/>
              <a:gd name="T21" fmla="*/ 1790 h 1791"/>
              <a:gd name="T22" fmla="*/ 1076 w 1791"/>
              <a:gd name="T23" fmla="*/ 1773 h 1791"/>
              <a:gd name="T24" fmla="*/ 1322 w 1791"/>
              <a:gd name="T25" fmla="*/ 1683 h 1791"/>
              <a:gd name="T26" fmla="*/ 1530 w 1791"/>
              <a:gd name="T27" fmla="*/ 1529 h 1791"/>
              <a:gd name="T28" fmla="*/ 1683 w 1791"/>
              <a:gd name="T29" fmla="*/ 1322 h 1791"/>
              <a:gd name="T30" fmla="*/ 1773 w 1791"/>
              <a:gd name="T31" fmla="*/ 1076 h 1791"/>
              <a:gd name="T32" fmla="*/ 1790 w 1791"/>
              <a:gd name="T33" fmla="*/ 849 h 1791"/>
              <a:gd name="T34" fmla="*/ 1737 w 1791"/>
              <a:gd name="T35" fmla="*/ 588 h 1791"/>
              <a:gd name="T36" fmla="*/ 1614 w 1791"/>
              <a:gd name="T37" fmla="*/ 360 h 1791"/>
              <a:gd name="T38" fmla="*/ 1432 w 1791"/>
              <a:gd name="T39" fmla="*/ 178 h 1791"/>
              <a:gd name="T40" fmla="*/ 1204 w 1791"/>
              <a:gd name="T41" fmla="*/ 55 h 1791"/>
              <a:gd name="T42" fmla="*/ 942 w 1791"/>
              <a:gd name="T43" fmla="*/ 1 h 1791"/>
              <a:gd name="T44" fmla="*/ 974 w 1791"/>
              <a:gd name="T45" fmla="*/ 1261 h 1791"/>
              <a:gd name="T46" fmla="*/ 892 w 1791"/>
              <a:gd name="T47" fmla="*/ 1279 h 1791"/>
              <a:gd name="T48" fmla="*/ 808 w 1791"/>
              <a:gd name="T49" fmla="*/ 1277 h 1791"/>
              <a:gd name="T50" fmla="*/ 752 w 1791"/>
              <a:gd name="T51" fmla="*/ 1249 h 1791"/>
              <a:gd name="T52" fmla="*/ 703 w 1791"/>
              <a:gd name="T53" fmla="*/ 1182 h 1791"/>
              <a:gd name="T54" fmla="*/ 708 w 1791"/>
              <a:gd name="T55" fmla="*/ 1100 h 1791"/>
              <a:gd name="T56" fmla="*/ 791 w 1791"/>
              <a:gd name="T57" fmla="*/ 879 h 1791"/>
              <a:gd name="T58" fmla="*/ 787 w 1791"/>
              <a:gd name="T59" fmla="*/ 827 h 1791"/>
              <a:gd name="T60" fmla="*/ 746 w 1791"/>
              <a:gd name="T61" fmla="*/ 802 h 1791"/>
              <a:gd name="T62" fmla="*/ 670 w 1791"/>
              <a:gd name="T63" fmla="*/ 805 h 1791"/>
              <a:gd name="T64" fmla="*/ 698 w 1791"/>
              <a:gd name="T65" fmla="*/ 736 h 1791"/>
              <a:gd name="T66" fmla="*/ 830 w 1791"/>
              <a:gd name="T67" fmla="*/ 707 h 1791"/>
              <a:gd name="T68" fmla="*/ 907 w 1791"/>
              <a:gd name="T69" fmla="*/ 718 h 1791"/>
              <a:gd name="T70" fmla="*/ 967 w 1791"/>
              <a:gd name="T71" fmla="*/ 765 h 1791"/>
              <a:gd name="T72" fmla="*/ 992 w 1791"/>
              <a:gd name="T73" fmla="*/ 824 h 1791"/>
              <a:gd name="T74" fmla="*/ 908 w 1791"/>
              <a:gd name="T75" fmla="*/ 1051 h 1791"/>
              <a:gd name="T76" fmla="*/ 894 w 1791"/>
              <a:gd name="T77" fmla="*/ 1152 h 1791"/>
              <a:gd name="T78" fmla="*/ 908 w 1791"/>
              <a:gd name="T79" fmla="*/ 1195 h 1791"/>
              <a:gd name="T80" fmla="*/ 950 w 1791"/>
              <a:gd name="T81" fmla="*/ 1215 h 1791"/>
              <a:gd name="T82" fmla="*/ 998 w 1791"/>
              <a:gd name="T83" fmla="*/ 1254 h 1791"/>
              <a:gd name="T84" fmla="*/ 956 w 1791"/>
              <a:gd name="T85" fmla="*/ 632 h 1791"/>
              <a:gd name="T86" fmla="*/ 908 w 1791"/>
              <a:gd name="T87" fmla="*/ 635 h 1791"/>
              <a:gd name="T88" fmla="*/ 858 w 1791"/>
              <a:gd name="T89" fmla="*/ 607 h 1791"/>
              <a:gd name="T90" fmla="*/ 830 w 1791"/>
              <a:gd name="T91" fmla="*/ 558 h 1791"/>
              <a:gd name="T92" fmla="*/ 833 w 1791"/>
              <a:gd name="T93" fmla="*/ 512 h 1791"/>
              <a:gd name="T94" fmla="*/ 858 w 1791"/>
              <a:gd name="T95" fmla="*/ 473 h 1791"/>
              <a:gd name="T96" fmla="*/ 917 w 1791"/>
              <a:gd name="T97" fmla="*/ 444 h 1791"/>
              <a:gd name="T98" fmla="*/ 966 w 1791"/>
              <a:gd name="T99" fmla="*/ 451 h 1791"/>
              <a:gd name="T100" fmla="*/ 1003 w 1791"/>
              <a:gd name="T101" fmla="*/ 477 h 1791"/>
              <a:gd name="T102" fmla="*/ 1026 w 1791"/>
              <a:gd name="T103" fmla="*/ 530 h 1791"/>
              <a:gd name="T104" fmla="*/ 1019 w 1791"/>
              <a:gd name="T105" fmla="*/ 576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91" h="1791">
                <a:moveTo>
                  <a:pt x="896" y="0"/>
                </a:moveTo>
                <a:lnTo>
                  <a:pt x="896" y="0"/>
                </a:lnTo>
                <a:lnTo>
                  <a:pt x="850" y="1"/>
                </a:lnTo>
                <a:lnTo>
                  <a:pt x="805" y="4"/>
                </a:lnTo>
                <a:lnTo>
                  <a:pt x="760" y="10"/>
                </a:lnTo>
                <a:lnTo>
                  <a:pt x="715" y="18"/>
                </a:lnTo>
                <a:lnTo>
                  <a:pt x="672" y="28"/>
                </a:lnTo>
                <a:lnTo>
                  <a:pt x="630" y="41"/>
                </a:lnTo>
                <a:lnTo>
                  <a:pt x="588" y="55"/>
                </a:lnTo>
                <a:lnTo>
                  <a:pt x="547" y="70"/>
                </a:lnTo>
                <a:lnTo>
                  <a:pt x="508" y="88"/>
                </a:lnTo>
                <a:lnTo>
                  <a:pt x="469" y="108"/>
                </a:lnTo>
                <a:lnTo>
                  <a:pt x="431" y="130"/>
                </a:lnTo>
                <a:lnTo>
                  <a:pt x="395" y="152"/>
                </a:lnTo>
                <a:lnTo>
                  <a:pt x="360" y="178"/>
                </a:lnTo>
                <a:lnTo>
                  <a:pt x="326" y="204"/>
                </a:lnTo>
                <a:lnTo>
                  <a:pt x="294" y="232"/>
                </a:lnTo>
                <a:lnTo>
                  <a:pt x="263" y="262"/>
                </a:lnTo>
                <a:lnTo>
                  <a:pt x="232" y="294"/>
                </a:lnTo>
                <a:lnTo>
                  <a:pt x="204" y="326"/>
                </a:lnTo>
                <a:lnTo>
                  <a:pt x="178" y="360"/>
                </a:lnTo>
                <a:lnTo>
                  <a:pt x="153" y="395"/>
                </a:lnTo>
                <a:lnTo>
                  <a:pt x="130" y="431"/>
                </a:lnTo>
                <a:lnTo>
                  <a:pt x="108" y="469"/>
                </a:lnTo>
                <a:lnTo>
                  <a:pt x="88" y="508"/>
                </a:lnTo>
                <a:lnTo>
                  <a:pt x="70" y="547"/>
                </a:lnTo>
                <a:lnTo>
                  <a:pt x="55" y="588"/>
                </a:lnTo>
                <a:lnTo>
                  <a:pt x="41" y="630"/>
                </a:lnTo>
                <a:lnTo>
                  <a:pt x="28" y="672"/>
                </a:lnTo>
                <a:lnTo>
                  <a:pt x="18" y="715"/>
                </a:lnTo>
                <a:lnTo>
                  <a:pt x="10" y="760"/>
                </a:lnTo>
                <a:lnTo>
                  <a:pt x="4" y="805"/>
                </a:lnTo>
                <a:lnTo>
                  <a:pt x="2" y="849"/>
                </a:lnTo>
                <a:lnTo>
                  <a:pt x="0" y="895"/>
                </a:lnTo>
                <a:lnTo>
                  <a:pt x="0" y="895"/>
                </a:lnTo>
                <a:lnTo>
                  <a:pt x="2" y="942"/>
                </a:lnTo>
                <a:lnTo>
                  <a:pt x="4" y="986"/>
                </a:lnTo>
                <a:lnTo>
                  <a:pt x="10" y="1031"/>
                </a:lnTo>
                <a:lnTo>
                  <a:pt x="18" y="1076"/>
                </a:lnTo>
                <a:lnTo>
                  <a:pt x="28" y="1119"/>
                </a:lnTo>
                <a:lnTo>
                  <a:pt x="41" y="1161"/>
                </a:lnTo>
                <a:lnTo>
                  <a:pt x="55" y="1203"/>
                </a:lnTo>
                <a:lnTo>
                  <a:pt x="70" y="1244"/>
                </a:lnTo>
                <a:lnTo>
                  <a:pt x="88" y="1283"/>
                </a:lnTo>
                <a:lnTo>
                  <a:pt x="108" y="1322"/>
                </a:lnTo>
                <a:lnTo>
                  <a:pt x="130" y="1360"/>
                </a:lnTo>
                <a:lnTo>
                  <a:pt x="153" y="1396"/>
                </a:lnTo>
                <a:lnTo>
                  <a:pt x="178" y="1431"/>
                </a:lnTo>
                <a:lnTo>
                  <a:pt x="204" y="1465"/>
                </a:lnTo>
                <a:lnTo>
                  <a:pt x="232" y="1497"/>
                </a:lnTo>
                <a:lnTo>
                  <a:pt x="263" y="1529"/>
                </a:lnTo>
                <a:lnTo>
                  <a:pt x="294" y="1559"/>
                </a:lnTo>
                <a:lnTo>
                  <a:pt x="326" y="1587"/>
                </a:lnTo>
                <a:lnTo>
                  <a:pt x="360" y="1613"/>
                </a:lnTo>
                <a:lnTo>
                  <a:pt x="395" y="1638"/>
                </a:lnTo>
                <a:lnTo>
                  <a:pt x="431" y="1661"/>
                </a:lnTo>
                <a:lnTo>
                  <a:pt x="469" y="1683"/>
                </a:lnTo>
                <a:lnTo>
                  <a:pt x="508" y="1703"/>
                </a:lnTo>
                <a:lnTo>
                  <a:pt x="547" y="1721"/>
                </a:lnTo>
                <a:lnTo>
                  <a:pt x="588" y="1736"/>
                </a:lnTo>
                <a:lnTo>
                  <a:pt x="630" y="1750"/>
                </a:lnTo>
                <a:lnTo>
                  <a:pt x="672" y="1763"/>
                </a:lnTo>
                <a:lnTo>
                  <a:pt x="715" y="1773"/>
                </a:lnTo>
                <a:lnTo>
                  <a:pt x="760" y="1781"/>
                </a:lnTo>
                <a:lnTo>
                  <a:pt x="805" y="1787"/>
                </a:lnTo>
                <a:lnTo>
                  <a:pt x="850" y="1790"/>
                </a:lnTo>
                <a:lnTo>
                  <a:pt x="896" y="1791"/>
                </a:lnTo>
                <a:lnTo>
                  <a:pt x="896" y="1791"/>
                </a:lnTo>
                <a:lnTo>
                  <a:pt x="942" y="1790"/>
                </a:lnTo>
                <a:lnTo>
                  <a:pt x="988" y="1787"/>
                </a:lnTo>
                <a:lnTo>
                  <a:pt x="1033" y="1781"/>
                </a:lnTo>
                <a:lnTo>
                  <a:pt x="1076" y="1773"/>
                </a:lnTo>
                <a:lnTo>
                  <a:pt x="1120" y="1763"/>
                </a:lnTo>
                <a:lnTo>
                  <a:pt x="1162" y="1750"/>
                </a:lnTo>
                <a:lnTo>
                  <a:pt x="1204" y="1736"/>
                </a:lnTo>
                <a:lnTo>
                  <a:pt x="1244" y="1721"/>
                </a:lnTo>
                <a:lnTo>
                  <a:pt x="1285" y="1703"/>
                </a:lnTo>
                <a:lnTo>
                  <a:pt x="1322" y="1683"/>
                </a:lnTo>
                <a:lnTo>
                  <a:pt x="1360" y="1661"/>
                </a:lnTo>
                <a:lnTo>
                  <a:pt x="1397" y="1638"/>
                </a:lnTo>
                <a:lnTo>
                  <a:pt x="1432" y="1613"/>
                </a:lnTo>
                <a:lnTo>
                  <a:pt x="1465" y="1587"/>
                </a:lnTo>
                <a:lnTo>
                  <a:pt x="1497" y="1559"/>
                </a:lnTo>
                <a:lnTo>
                  <a:pt x="1530" y="1529"/>
                </a:lnTo>
                <a:lnTo>
                  <a:pt x="1559" y="1497"/>
                </a:lnTo>
                <a:lnTo>
                  <a:pt x="1587" y="1465"/>
                </a:lnTo>
                <a:lnTo>
                  <a:pt x="1614" y="1431"/>
                </a:lnTo>
                <a:lnTo>
                  <a:pt x="1639" y="1396"/>
                </a:lnTo>
                <a:lnTo>
                  <a:pt x="1661" y="1360"/>
                </a:lnTo>
                <a:lnTo>
                  <a:pt x="1683" y="1322"/>
                </a:lnTo>
                <a:lnTo>
                  <a:pt x="1703" y="1283"/>
                </a:lnTo>
                <a:lnTo>
                  <a:pt x="1721" y="1244"/>
                </a:lnTo>
                <a:lnTo>
                  <a:pt x="1737" y="1203"/>
                </a:lnTo>
                <a:lnTo>
                  <a:pt x="1751" y="1161"/>
                </a:lnTo>
                <a:lnTo>
                  <a:pt x="1763" y="1119"/>
                </a:lnTo>
                <a:lnTo>
                  <a:pt x="1773" y="1076"/>
                </a:lnTo>
                <a:lnTo>
                  <a:pt x="1781" y="1031"/>
                </a:lnTo>
                <a:lnTo>
                  <a:pt x="1787" y="986"/>
                </a:lnTo>
                <a:lnTo>
                  <a:pt x="1790" y="942"/>
                </a:lnTo>
                <a:lnTo>
                  <a:pt x="1791" y="895"/>
                </a:lnTo>
                <a:lnTo>
                  <a:pt x="1791" y="895"/>
                </a:lnTo>
                <a:lnTo>
                  <a:pt x="1790" y="849"/>
                </a:lnTo>
                <a:lnTo>
                  <a:pt x="1787" y="805"/>
                </a:lnTo>
                <a:lnTo>
                  <a:pt x="1781" y="760"/>
                </a:lnTo>
                <a:lnTo>
                  <a:pt x="1773" y="715"/>
                </a:lnTo>
                <a:lnTo>
                  <a:pt x="1763" y="672"/>
                </a:lnTo>
                <a:lnTo>
                  <a:pt x="1751" y="630"/>
                </a:lnTo>
                <a:lnTo>
                  <a:pt x="1737" y="588"/>
                </a:lnTo>
                <a:lnTo>
                  <a:pt x="1721" y="547"/>
                </a:lnTo>
                <a:lnTo>
                  <a:pt x="1703" y="508"/>
                </a:lnTo>
                <a:lnTo>
                  <a:pt x="1683" y="469"/>
                </a:lnTo>
                <a:lnTo>
                  <a:pt x="1661" y="431"/>
                </a:lnTo>
                <a:lnTo>
                  <a:pt x="1639" y="395"/>
                </a:lnTo>
                <a:lnTo>
                  <a:pt x="1614" y="360"/>
                </a:lnTo>
                <a:lnTo>
                  <a:pt x="1587" y="326"/>
                </a:lnTo>
                <a:lnTo>
                  <a:pt x="1559" y="294"/>
                </a:lnTo>
                <a:lnTo>
                  <a:pt x="1530" y="262"/>
                </a:lnTo>
                <a:lnTo>
                  <a:pt x="1497" y="232"/>
                </a:lnTo>
                <a:lnTo>
                  <a:pt x="1465" y="204"/>
                </a:lnTo>
                <a:lnTo>
                  <a:pt x="1432" y="178"/>
                </a:lnTo>
                <a:lnTo>
                  <a:pt x="1397" y="152"/>
                </a:lnTo>
                <a:lnTo>
                  <a:pt x="1360" y="130"/>
                </a:lnTo>
                <a:lnTo>
                  <a:pt x="1322" y="108"/>
                </a:lnTo>
                <a:lnTo>
                  <a:pt x="1285" y="88"/>
                </a:lnTo>
                <a:lnTo>
                  <a:pt x="1244" y="70"/>
                </a:lnTo>
                <a:lnTo>
                  <a:pt x="1204" y="55"/>
                </a:lnTo>
                <a:lnTo>
                  <a:pt x="1162" y="41"/>
                </a:lnTo>
                <a:lnTo>
                  <a:pt x="1120" y="28"/>
                </a:lnTo>
                <a:lnTo>
                  <a:pt x="1076" y="18"/>
                </a:lnTo>
                <a:lnTo>
                  <a:pt x="1033" y="10"/>
                </a:lnTo>
                <a:lnTo>
                  <a:pt x="988" y="4"/>
                </a:lnTo>
                <a:lnTo>
                  <a:pt x="942" y="1"/>
                </a:lnTo>
                <a:lnTo>
                  <a:pt x="896" y="0"/>
                </a:lnTo>
                <a:lnTo>
                  <a:pt x="896" y="0"/>
                </a:lnTo>
                <a:close/>
                <a:moveTo>
                  <a:pt x="998" y="1254"/>
                </a:moveTo>
                <a:lnTo>
                  <a:pt x="998" y="1254"/>
                </a:lnTo>
                <a:lnTo>
                  <a:pt x="985" y="1258"/>
                </a:lnTo>
                <a:lnTo>
                  <a:pt x="974" y="1261"/>
                </a:lnTo>
                <a:lnTo>
                  <a:pt x="957" y="1265"/>
                </a:lnTo>
                <a:lnTo>
                  <a:pt x="940" y="1266"/>
                </a:lnTo>
                <a:lnTo>
                  <a:pt x="926" y="1270"/>
                </a:lnTo>
                <a:lnTo>
                  <a:pt x="926" y="1270"/>
                </a:lnTo>
                <a:lnTo>
                  <a:pt x="910" y="1275"/>
                </a:lnTo>
                <a:lnTo>
                  <a:pt x="892" y="1279"/>
                </a:lnTo>
                <a:lnTo>
                  <a:pt x="872" y="1280"/>
                </a:lnTo>
                <a:lnTo>
                  <a:pt x="852" y="1282"/>
                </a:lnTo>
                <a:lnTo>
                  <a:pt x="852" y="1282"/>
                </a:lnTo>
                <a:lnTo>
                  <a:pt x="837" y="1282"/>
                </a:lnTo>
                <a:lnTo>
                  <a:pt x="822" y="1279"/>
                </a:lnTo>
                <a:lnTo>
                  <a:pt x="808" y="1277"/>
                </a:lnTo>
                <a:lnTo>
                  <a:pt x="795" y="1273"/>
                </a:lnTo>
                <a:lnTo>
                  <a:pt x="782" y="1269"/>
                </a:lnTo>
                <a:lnTo>
                  <a:pt x="771" y="1263"/>
                </a:lnTo>
                <a:lnTo>
                  <a:pt x="761" y="1258"/>
                </a:lnTo>
                <a:lnTo>
                  <a:pt x="752" y="1249"/>
                </a:lnTo>
                <a:lnTo>
                  <a:pt x="752" y="1249"/>
                </a:lnTo>
                <a:lnTo>
                  <a:pt x="733" y="1233"/>
                </a:lnTo>
                <a:lnTo>
                  <a:pt x="725" y="1224"/>
                </a:lnTo>
                <a:lnTo>
                  <a:pt x="718" y="1215"/>
                </a:lnTo>
                <a:lnTo>
                  <a:pt x="711" y="1205"/>
                </a:lnTo>
                <a:lnTo>
                  <a:pt x="707" y="1194"/>
                </a:lnTo>
                <a:lnTo>
                  <a:pt x="703" y="1182"/>
                </a:lnTo>
                <a:lnTo>
                  <a:pt x="703" y="1170"/>
                </a:lnTo>
                <a:lnTo>
                  <a:pt x="703" y="1170"/>
                </a:lnTo>
                <a:lnTo>
                  <a:pt x="701" y="1159"/>
                </a:lnTo>
                <a:lnTo>
                  <a:pt x="703" y="1133"/>
                </a:lnTo>
                <a:lnTo>
                  <a:pt x="704" y="1117"/>
                </a:lnTo>
                <a:lnTo>
                  <a:pt x="708" y="1100"/>
                </a:lnTo>
                <a:lnTo>
                  <a:pt x="712" y="1083"/>
                </a:lnTo>
                <a:lnTo>
                  <a:pt x="718" y="1066"/>
                </a:lnTo>
                <a:lnTo>
                  <a:pt x="781" y="922"/>
                </a:lnTo>
                <a:lnTo>
                  <a:pt x="781" y="922"/>
                </a:lnTo>
                <a:lnTo>
                  <a:pt x="791" y="879"/>
                </a:lnTo>
                <a:lnTo>
                  <a:pt x="791" y="879"/>
                </a:lnTo>
                <a:lnTo>
                  <a:pt x="794" y="865"/>
                </a:lnTo>
                <a:lnTo>
                  <a:pt x="795" y="853"/>
                </a:lnTo>
                <a:lnTo>
                  <a:pt x="795" y="853"/>
                </a:lnTo>
                <a:lnTo>
                  <a:pt x="794" y="845"/>
                </a:lnTo>
                <a:lnTo>
                  <a:pt x="792" y="839"/>
                </a:lnTo>
                <a:lnTo>
                  <a:pt x="787" y="827"/>
                </a:lnTo>
                <a:lnTo>
                  <a:pt x="780" y="819"/>
                </a:lnTo>
                <a:lnTo>
                  <a:pt x="774" y="812"/>
                </a:lnTo>
                <a:lnTo>
                  <a:pt x="774" y="812"/>
                </a:lnTo>
                <a:lnTo>
                  <a:pt x="768" y="809"/>
                </a:lnTo>
                <a:lnTo>
                  <a:pt x="763" y="806"/>
                </a:lnTo>
                <a:lnTo>
                  <a:pt x="746" y="802"/>
                </a:lnTo>
                <a:lnTo>
                  <a:pt x="725" y="800"/>
                </a:lnTo>
                <a:lnTo>
                  <a:pt x="707" y="799"/>
                </a:lnTo>
                <a:lnTo>
                  <a:pt x="707" y="799"/>
                </a:lnTo>
                <a:lnTo>
                  <a:pt x="689" y="800"/>
                </a:lnTo>
                <a:lnTo>
                  <a:pt x="670" y="805"/>
                </a:lnTo>
                <a:lnTo>
                  <a:pt x="670" y="805"/>
                </a:lnTo>
                <a:lnTo>
                  <a:pt x="654" y="810"/>
                </a:lnTo>
                <a:lnTo>
                  <a:pt x="637" y="814"/>
                </a:lnTo>
                <a:lnTo>
                  <a:pt x="641" y="756"/>
                </a:lnTo>
                <a:lnTo>
                  <a:pt x="641" y="756"/>
                </a:lnTo>
                <a:lnTo>
                  <a:pt x="668" y="746"/>
                </a:lnTo>
                <a:lnTo>
                  <a:pt x="698" y="736"/>
                </a:lnTo>
                <a:lnTo>
                  <a:pt x="754" y="719"/>
                </a:lnTo>
                <a:lnTo>
                  <a:pt x="754" y="719"/>
                </a:lnTo>
                <a:lnTo>
                  <a:pt x="774" y="714"/>
                </a:lnTo>
                <a:lnTo>
                  <a:pt x="794" y="709"/>
                </a:lnTo>
                <a:lnTo>
                  <a:pt x="812" y="707"/>
                </a:lnTo>
                <a:lnTo>
                  <a:pt x="830" y="707"/>
                </a:lnTo>
                <a:lnTo>
                  <a:pt x="830" y="707"/>
                </a:lnTo>
                <a:lnTo>
                  <a:pt x="847" y="707"/>
                </a:lnTo>
                <a:lnTo>
                  <a:pt x="862" y="708"/>
                </a:lnTo>
                <a:lnTo>
                  <a:pt x="878" y="711"/>
                </a:lnTo>
                <a:lnTo>
                  <a:pt x="893" y="714"/>
                </a:lnTo>
                <a:lnTo>
                  <a:pt x="907" y="718"/>
                </a:lnTo>
                <a:lnTo>
                  <a:pt x="919" y="723"/>
                </a:lnTo>
                <a:lnTo>
                  <a:pt x="931" y="729"/>
                </a:lnTo>
                <a:lnTo>
                  <a:pt x="940" y="737"/>
                </a:lnTo>
                <a:lnTo>
                  <a:pt x="940" y="737"/>
                </a:lnTo>
                <a:lnTo>
                  <a:pt x="957" y="754"/>
                </a:lnTo>
                <a:lnTo>
                  <a:pt x="967" y="765"/>
                </a:lnTo>
                <a:lnTo>
                  <a:pt x="974" y="775"/>
                </a:lnTo>
                <a:lnTo>
                  <a:pt x="981" y="788"/>
                </a:lnTo>
                <a:lnTo>
                  <a:pt x="987" y="799"/>
                </a:lnTo>
                <a:lnTo>
                  <a:pt x="991" y="812"/>
                </a:lnTo>
                <a:lnTo>
                  <a:pt x="992" y="824"/>
                </a:lnTo>
                <a:lnTo>
                  <a:pt x="992" y="824"/>
                </a:lnTo>
                <a:lnTo>
                  <a:pt x="989" y="860"/>
                </a:lnTo>
                <a:lnTo>
                  <a:pt x="989" y="860"/>
                </a:lnTo>
                <a:lnTo>
                  <a:pt x="985" y="884"/>
                </a:lnTo>
                <a:lnTo>
                  <a:pt x="981" y="907"/>
                </a:lnTo>
                <a:lnTo>
                  <a:pt x="908" y="1051"/>
                </a:lnTo>
                <a:lnTo>
                  <a:pt x="908" y="1051"/>
                </a:lnTo>
                <a:lnTo>
                  <a:pt x="903" y="1070"/>
                </a:lnTo>
                <a:lnTo>
                  <a:pt x="898" y="1094"/>
                </a:lnTo>
                <a:lnTo>
                  <a:pt x="898" y="1094"/>
                </a:lnTo>
                <a:lnTo>
                  <a:pt x="897" y="1108"/>
                </a:lnTo>
                <a:lnTo>
                  <a:pt x="896" y="1126"/>
                </a:lnTo>
                <a:lnTo>
                  <a:pt x="894" y="1152"/>
                </a:lnTo>
                <a:lnTo>
                  <a:pt x="894" y="1152"/>
                </a:lnTo>
                <a:lnTo>
                  <a:pt x="896" y="1166"/>
                </a:lnTo>
                <a:lnTo>
                  <a:pt x="897" y="1178"/>
                </a:lnTo>
                <a:lnTo>
                  <a:pt x="903" y="1188"/>
                </a:lnTo>
                <a:lnTo>
                  <a:pt x="908" y="1195"/>
                </a:lnTo>
                <a:lnTo>
                  <a:pt x="908" y="1195"/>
                </a:lnTo>
                <a:lnTo>
                  <a:pt x="915" y="1201"/>
                </a:lnTo>
                <a:lnTo>
                  <a:pt x="924" y="1208"/>
                </a:lnTo>
                <a:lnTo>
                  <a:pt x="929" y="1210"/>
                </a:lnTo>
                <a:lnTo>
                  <a:pt x="935" y="1212"/>
                </a:lnTo>
                <a:lnTo>
                  <a:pt x="942" y="1213"/>
                </a:lnTo>
                <a:lnTo>
                  <a:pt x="950" y="1215"/>
                </a:lnTo>
                <a:lnTo>
                  <a:pt x="950" y="1215"/>
                </a:lnTo>
                <a:lnTo>
                  <a:pt x="968" y="1215"/>
                </a:lnTo>
                <a:lnTo>
                  <a:pt x="980" y="1215"/>
                </a:lnTo>
                <a:lnTo>
                  <a:pt x="992" y="1213"/>
                </a:lnTo>
                <a:lnTo>
                  <a:pt x="1010" y="1205"/>
                </a:lnTo>
                <a:lnTo>
                  <a:pt x="998" y="1254"/>
                </a:lnTo>
                <a:close/>
                <a:moveTo>
                  <a:pt x="998" y="607"/>
                </a:moveTo>
                <a:lnTo>
                  <a:pt x="998" y="607"/>
                </a:lnTo>
                <a:lnTo>
                  <a:pt x="982" y="620"/>
                </a:lnTo>
                <a:lnTo>
                  <a:pt x="974" y="625"/>
                </a:lnTo>
                <a:lnTo>
                  <a:pt x="966" y="630"/>
                </a:lnTo>
                <a:lnTo>
                  <a:pt x="956" y="632"/>
                </a:lnTo>
                <a:lnTo>
                  <a:pt x="947" y="635"/>
                </a:lnTo>
                <a:lnTo>
                  <a:pt x="938" y="638"/>
                </a:lnTo>
                <a:lnTo>
                  <a:pt x="928" y="638"/>
                </a:lnTo>
                <a:lnTo>
                  <a:pt x="928" y="638"/>
                </a:lnTo>
                <a:lnTo>
                  <a:pt x="917" y="638"/>
                </a:lnTo>
                <a:lnTo>
                  <a:pt x="908" y="635"/>
                </a:lnTo>
                <a:lnTo>
                  <a:pt x="898" y="632"/>
                </a:lnTo>
                <a:lnTo>
                  <a:pt x="890" y="630"/>
                </a:lnTo>
                <a:lnTo>
                  <a:pt x="880" y="625"/>
                </a:lnTo>
                <a:lnTo>
                  <a:pt x="873" y="620"/>
                </a:lnTo>
                <a:lnTo>
                  <a:pt x="858" y="607"/>
                </a:lnTo>
                <a:lnTo>
                  <a:pt x="858" y="607"/>
                </a:lnTo>
                <a:lnTo>
                  <a:pt x="851" y="600"/>
                </a:lnTo>
                <a:lnTo>
                  <a:pt x="844" y="593"/>
                </a:lnTo>
                <a:lnTo>
                  <a:pt x="840" y="585"/>
                </a:lnTo>
                <a:lnTo>
                  <a:pt x="836" y="576"/>
                </a:lnTo>
                <a:lnTo>
                  <a:pt x="833" y="568"/>
                </a:lnTo>
                <a:lnTo>
                  <a:pt x="830" y="558"/>
                </a:lnTo>
                <a:lnTo>
                  <a:pt x="829" y="550"/>
                </a:lnTo>
                <a:lnTo>
                  <a:pt x="829" y="540"/>
                </a:lnTo>
                <a:lnTo>
                  <a:pt x="829" y="540"/>
                </a:lnTo>
                <a:lnTo>
                  <a:pt x="829" y="530"/>
                </a:lnTo>
                <a:lnTo>
                  <a:pt x="830" y="520"/>
                </a:lnTo>
                <a:lnTo>
                  <a:pt x="833" y="512"/>
                </a:lnTo>
                <a:lnTo>
                  <a:pt x="836" y="504"/>
                </a:lnTo>
                <a:lnTo>
                  <a:pt x="840" y="495"/>
                </a:lnTo>
                <a:lnTo>
                  <a:pt x="844" y="487"/>
                </a:lnTo>
                <a:lnTo>
                  <a:pt x="851" y="480"/>
                </a:lnTo>
                <a:lnTo>
                  <a:pt x="858" y="473"/>
                </a:lnTo>
                <a:lnTo>
                  <a:pt x="858" y="473"/>
                </a:lnTo>
                <a:lnTo>
                  <a:pt x="873" y="460"/>
                </a:lnTo>
                <a:lnTo>
                  <a:pt x="880" y="455"/>
                </a:lnTo>
                <a:lnTo>
                  <a:pt x="890" y="451"/>
                </a:lnTo>
                <a:lnTo>
                  <a:pt x="898" y="448"/>
                </a:lnTo>
                <a:lnTo>
                  <a:pt x="908" y="445"/>
                </a:lnTo>
                <a:lnTo>
                  <a:pt x="917" y="444"/>
                </a:lnTo>
                <a:lnTo>
                  <a:pt x="928" y="444"/>
                </a:lnTo>
                <a:lnTo>
                  <a:pt x="928" y="444"/>
                </a:lnTo>
                <a:lnTo>
                  <a:pt x="938" y="444"/>
                </a:lnTo>
                <a:lnTo>
                  <a:pt x="947" y="445"/>
                </a:lnTo>
                <a:lnTo>
                  <a:pt x="956" y="446"/>
                </a:lnTo>
                <a:lnTo>
                  <a:pt x="966" y="451"/>
                </a:lnTo>
                <a:lnTo>
                  <a:pt x="974" y="453"/>
                </a:lnTo>
                <a:lnTo>
                  <a:pt x="982" y="459"/>
                </a:lnTo>
                <a:lnTo>
                  <a:pt x="989" y="464"/>
                </a:lnTo>
                <a:lnTo>
                  <a:pt x="998" y="470"/>
                </a:lnTo>
                <a:lnTo>
                  <a:pt x="998" y="470"/>
                </a:lnTo>
                <a:lnTo>
                  <a:pt x="1003" y="477"/>
                </a:lnTo>
                <a:lnTo>
                  <a:pt x="1010" y="485"/>
                </a:lnTo>
                <a:lnTo>
                  <a:pt x="1015" y="494"/>
                </a:lnTo>
                <a:lnTo>
                  <a:pt x="1019" y="502"/>
                </a:lnTo>
                <a:lnTo>
                  <a:pt x="1022" y="512"/>
                </a:lnTo>
                <a:lnTo>
                  <a:pt x="1024" y="520"/>
                </a:lnTo>
                <a:lnTo>
                  <a:pt x="1026" y="530"/>
                </a:lnTo>
                <a:lnTo>
                  <a:pt x="1026" y="540"/>
                </a:lnTo>
                <a:lnTo>
                  <a:pt x="1026" y="540"/>
                </a:lnTo>
                <a:lnTo>
                  <a:pt x="1026" y="550"/>
                </a:lnTo>
                <a:lnTo>
                  <a:pt x="1024" y="558"/>
                </a:lnTo>
                <a:lnTo>
                  <a:pt x="1022" y="568"/>
                </a:lnTo>
                <a:lnTo>
                  <a:pt x="1019" y="576"/>
                </a:lnTo>
                <a:lnTo>
                  <a:pt x="1015" y="585"/>
                </a:lnTo>
                <a:lnTo>
                  <a:pt x="1010" y="593"/>
                </a:lnTo>
                <a:lnTo>
                  <a:pt x="1003" y="600"/>
                </a:lnTo>
                <a:lnTo>
                  <a:pt x="998" y="607"/>
                </a:lnTo>
                <a:lnTo>
                  <a:pt x="998" y="60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1"/>
          <p:cNvSpPr>
            <a:spLocks noChangeAspect="1" noEditPoints="1"/>
          </p:cNvSpPr>
          <p:nvPr/>
        </p:nvSpPr>
        <p:spPr bwMode="auto">
          <a:xfrm>
            <a:off x="4413497" y="4545124"/>
            <a:ext cx="1080000" cy="1078195"/>
          </a:xfrm>
          <a:custGeom>
            <a:avLst/>
            <a:gdLst>
              <a:gd name="T0" fmla="*/ 690 w 1792"/>
              <a:gd name="T1" fmla="*/ 332 h 1791"/>
              <a:gd name="T2" fmla="*/ 473 w 1792"/>
              <a:gd name="T3" fmla="*/ 471 h 1791"/>
              <a:gd name="T4" fmla="*/ 335 w 1792"/>
              <a:gd name="T5" fmla="*/ 690 h 1791"/>
              <a:gd name="T6" fmla="*/ 300 w 1792"/>
              <a:gd name="T7" fmla="*/ 926 h 1791"/>
              <a:gd name="T8" fmla="*/ 371 w 1792"/>
              <a:gd name="T9" fmla="*/ 1180 h 1791"/>
              <a:gd name="T10" fmla="*/ 539 w 1792"/>
              <a:gd name="T11" fmla="*/ 1374 h 1791"/>
              <a:gd name="T12" fmla="*/ 776 w 1792"/>
              <a:gd name="T13" fmla="*/ 1480 h 1791"/>
              <a:gd name="T14" fmla="*/ 1016 w 1792"/>
              <a:gd name="T15" fmla="*/ 1480 h 1791"/>
              <a:gd name="T16" fmla="*/ 1254 w 1792"/>
              <a:gd name="T17" fmla="*/ 1374 h 1791"/>
              <a:gd name="T18" fmla="*/ 1421 w 1792"/>
              <a:gd name="T19" fmla="*/ 1180 h 1791"/>
              <a:gd name="T20" fmla="*/ 1492 w 1792"/>
              <a:gd name="T21" fmla="*/ 926 h 1791"/>
              <a:gd name="T22" fmla="*/ 1457 w 1792"/>
              <a:gd name="T23" fmla="*/ 690 h 1791"/>
              <a:gd name="T24" fmla="*/ 1319 w 1792"/>
              <a:gd name="T25" fmla="*/ 471 h 1791"/>
              <a:gd name="T26" fmla="*/ 1102 w 1792"/>
              <a:gd name="T27" fmla="*/ 332 h 1791"/>
              <a:gd name="T28" fmla="*/ 892 w 1792"/>
              <a:gd name="T29" fmla="*/ 473 h 1791"/>
              <a:gd name="T30" fmla="*/ 955 w 1792"/>
              <a:gd name="T31" fmla="*/ 537 h 1791"/>
              <a:gd name="T32" fmla="*/ 892 w 1792"/>
              <a:gd name="T33" fmla="*/ 602 h 1791"/>
              <a:gd name="T34" fmla="*/ 829 w 1792"/>
              <a:gd name="T35" fmla="*/ 537 h 1791"/>
              <a:gd name="T36" fmla="*/ 892 w 1792"/>
              <a:gd name="T37" fmla="*/ 473 h 1791"/>
              <a:gd name="T38" fmla="*/ 1074 w 1792"/>
              <a:gd name="T39" fmla="*/ 1241 h 1791"/>
              <a:gd name="T40" fmla="*/ 1022 w 1792"/>
              <a:gd name="T41" fmla="*/ 1240 h 1791"/>
              <a:gd name="T42" fmla="*/ 906 w 1792"/>
              <a:gd name="T43" fmla="*/ 1051 h 1791"/>
              <a:gd name="T44" fmla="*/ 862 w 1792"/>
              <a:gd name="T45" fmla="*/ 1075 h 1791"/>
              <a:gd name="T46" fmla="*/ 739 w 1792"/>
              <a:gd name="T47" fmla="*/ 1252 h 1791"/>
              <a:gd name="T48" fmla="*/ 834 w 1792"/>
              <a:gd name="T49" fmla="*/ 954 h 1791"/>
              <a:gd name="T50" fmla="*/ 588 w 1792"/>
              <a:gd name="T51" fmla="*/ 687 h 1791"/>
              <a:gd name="T52" fmla="*/ 1173 w 1792"/>
              <a:gd name="T53" fmla="*/ 656 h 1791"/>
              <a:gd name="T54" fmla="*/ 1195 w 1792"/>
              <a:gd name="T55" fmla="*/ 694 h 1791"/>
              <a:gd name="T56" fmla="*/ 850 w 1792"/>
              <a:gd name="T57" fmla="*/ 1 h 1791"/>
              <a:gd name="T58" fmla="*/ 469 w 1792"/>
              <a:gd name="T59" fmla="*/ 108 h 1791"/>
              <a:gd name="T60" fmla="*/ 178 w 1792"/>
              <a:gd name="T61" fmla="*/ 360 h 1791"/>
              <a:gd name="T62" fmla="*/ 19 w 1792"/>
              <a:gd name="T63" fmla="*/ 715 h 1791"/>
              <a:gd name="T64" fmla="*/ 19 w 1792"/>
              <a:gd name="T65" fmla="*/ 1076 h 1791"/>
              <a:gd name="T66" fmla="*/ 178 w 1792"/>
              <a:gd name="T67" fmla="*/ 1431 h 1791"/>
              <a:gd name="T68" fmla="*/ 469 w 1792"/>
              <a:gd name="T69" fmla="*/ 1683 h 1791"/>
              <a:gd name="T70" fmla="*/ 850 w 1792"/>
              <a:gd name="T71" fmla="*/ 1790 h 1791"/>
              <a:gd name="T72" fmla="*/ 1204 w 1792"/>
              <a:gd name="T73" fmla="*/ 1736 h 1791"/>
              <a:gd name="T74" fmla="*/ 1530 w 1792"/>
              <a:gd name="T75" fmla="*/ 1529 h 1791"/>
              <a:gd name="T76" fmla="*/ 1737 w 1792"/>
              <a:gd name="T77" fmla="*/ 1203 h 1791"/>
              <a:gd name="T78" fmla="*/ 1790 w 1792"/>
              <a:gd name="T79" fmla="*/ 849 h 1791"/>
              <a:gd name="T80" fmla="*/ 1684 w 1792"/>
              <a:gd name="T81" fmla="*/ 469 h 1791"/>
              <a:gd name="T82" fmla="*/ 1432 w 1792"/>
              <a:gd name="T83" fmla="*/ 178 h 1791"/>
              <a:gd name="T84" fmla="*/ 1076 w 1792"/>
              <a:gd name="T85" fmla="*/ 18 h 1791"/>
              <a:gd name="T86" fmla="*/ 822 w 1792"/>
              <a:gd name="T87" fmla="*/ 1610 h 1791"/>
              <a:gd name="T88" fmla="*/ 524 w 1792"/>
              <a:gd name="T89" fmla="*/ 1510 h 1791"/>
              <a:gd name="T90" fmla="*/ 300 w 1792"/>
              <a:gd name="T91" fmla="*/ 1297 h 1791"/>
              <a:gd name="T92" fmla="*/ 187 w 1792"/>
              <a:gd name="T93" fmla="*/ 1005 h 1791"/>
              <a:gd name="T94" fmla="*/ 201 w 1792"/>
              <a:gd name="T95" fmla="*/ 716 h 1791"/>
              <a:gd name="T96" fmla="*/ 342 w 1792"/>
              <a:gd name="T97" fmla="*/ 437 h 1791"/>
              <a:gd name="T98" fmla="*/ 584 w 1792"/>
              <a:gd name="T99" fmla="*/ 243 h 1791"/>
              <a:gd name="T100" fmla="*/ 896 w 1792"/>
              <a:gd name="T101" fmla="*/ 172 h 1791"/>
              <a:gd name="T102" fmla="*/ 1176 w 1792"/>
              <a:gd name="T103" fmla="*/ 229 h 1791"/>
              <a:gd name="T104" fmla="*/ 1431 w 1792"/>
              <a:gd name="T105" fmla="*/ 410 h 1791"/>
              <a:gd name="T106" fmla="*/ 1587 w 1792"/>
              <a:gd name="T107" fmla="*/ 681 h 1791"/>
              <a:gd name="T108" fmla="*/ 1615 w 1792"/>
              <a:gd name="T109" fmla="*/ 970 h 1791"/>
              <a:gd name="T110" fmla="*/ 1514 w 1792"/>
              <a:gd name="T111" fmla="*/ 1268 h 1791"/>
              <a:gd name="T112" fmla="*/ 1299 w 1792"/>
              <a:gd name="T113" fmla="*/ 1492 h 1791"/>
              <a:gd name="T114" fmla="*/ 1005 w 1792"/>
              <a:gd name="T115" fmla="*/ 1605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792" h="1791">
                <a:moveTo>
                  <a:pt x="896" y="295"/>
                </a:moveTo>
                <a:lnTo>
                  <a:pt x="896" y="295"/>
                </a:lnTo>
                <a:lnTo>
                  <a:pt x="865" y="295"/>
                </a:lnTo>
                <a:lnTo>
                  <a:pt x="836" y="298"/>
                </a:lnTo>
                <a:lnTo>
                  <a:pt x="805" y="302"/>
                </a:lnTo>
                <a:lnTo>
                  <a:pt x="776" y="308"/>
                </a:lnTo>
                <a:lnTo>
                  <a:pt x="748" y="313"/>
                </a:lnTo>
                <a:lnTo>
                  <a:pt x="718" y="322"/>
                </a:lnTo>
                <a:lnTo>
                  <a:pt x="690" y="332"/>
                </a:lnTo>
                <a:lnTo>
                  <a:pt x="664" y="343"/>
                </a:lnTo>
                <a:lnTo>
                  <a:pt x="637" y="354"/>
                </a:lnTo>
                <a:lnTo>
                  <a:pt x="612" y="368"/>
                </a:lnTo>
                <a:lnTo>
                  <a:pt x="587" y="382"/>
                </a:lnTo>
                <a:lnTo>
                  <a:pt x="563" y="397"/>
                </a:lnTo>
                <a:lnTo>
                  <a:pt x="539" y="414"/>
                </a:lnTo>
                <a:lnTo>
                  <a:pt x="517" y="432"/>
                </a:lnTo>
                <a:lnTo>
                  <a:pt x="494" y="452"/>
                </a:lnTo>
                <a:lnTo>
                  <a:pt x="473" y="471"/>
                </a:lnTo>
                <a:lnTo>
                  <a:pt x="454" y="492"/>
                </a:lnTo>
                <a:lnTo>
                  <a:pt x="436" y="513"/>
                </a:lnTo>
                <a:lnTo>
                  <a:pt x="417" y="537"/>
                </a:lnTo>
                <a:lnTo>
                  <a:pt x="401" y="560"/>
                </a:lnTo>
                <a:lnTo>
                  <a:pt x="385" y="585"/>
                </a:lnTo>
                <a:lnTo>
                  <a:pt x="371" y="610"/>
                </a:lnTo>
                <a:lnTo>
                  <a:pt x="357" y="635"/>
                </a:lnTo>
                <a:lnTo>
                  <a:pt x="346" y="662"/>
                </a:lnTo>
                <a:lnTo>
                  <a:pt x="335" y="690"/>
                </a:lnTo>
                <a:lnTo>
                  <a:pt x="325" y="718"/>
                </a:lnTo>
                <a:lnTo>
                  <a:pt x="318" y="746"/>
                </a:lnTo>
                <a:lnTo>
                  <a:pt x="311" y="775"/>
                </a:lnTo>
                <a:lnTo>
                  <a:pt x="305" y="805"/>
                </a:lnTo>
                <a:lnTo>
                  <a:pt x="301" y="834"/>
                </a:lnTo>
                <a:lnTo>
                  <a:pt x="300" y="865"/>
                </a:lnTo>
                <a:lnTo>
                  <a:pt x="298" y="895"/>
                </a:lnTo>
                <a:lnTo>
                  <a:pt x="298" y="895"/>
                </a:lnTo>
                <a:lnTo>
                  <a:pt x="300" y="926"/>
                </a:lnTo>
                <a:lnTo>
                  <a:pt x="301" y="956"/>
                </a:lnTo>
                <a:lnTo>
                  <a:pt x="305" y="986"/>
                </a:lnTo>
                <a:lnTo>
                  <a:pt x="311" y="1016"/>
                </a:lnTo>
                <a:lnTo>
                  <a:pt x="318" y="1045"/>
                </a:lnTo>
                <a:lnTo>
                  <a:pt x="325" y="1073"/>
                </a:lnTo>
                <a:lnTo>
                  <a:pt x="335" y="1101"/>
                </a:lnTo>
                <a:lnTo>
                  <a:pt x="346" y="1128"/>
                </a:lnTo>
                <a:lnTo>
                  <a:pt x="357" y="1154"/>
                </a:lnTo>
                <a:lnTo>
                  <a:pt x="371" y="1180"/>
                </a:lnTo>
                <a:lnTo>
                  <a:pt x="385" y="1205"/>
                </a:lnTo>
                <a:lnTo>
                  <a:pt x="401" y="1230"/>
                </a:lnTo>
                <a:lnTo>
                  <a:pt x="417" y="1252"/>
                </a:lnTo>
                <a:lnTo>
                  <a:pt x="436" y="1275"/>
                </a:lnTo>
                <a:lnTo>
                  <a:pt x="454" y="1297"/>
                </a:lnTo>
                <a:lnTo>
                  <a:pt x="473" y="1318"/>
                </a:lnTo>
                <a:lnTo>
                  <a:pt x="494" y="1338"/>
                </a:lnTo>
                <a:lnTo>
                  <a:pt x="517" y="1356"/>
                </a:lnTo>
                <a:lnTo>
                  <a:pt x="539" y="1374"/>
                </a:lnTo>
                <a:lnTo>
                  <a:pt x="563" y="1391"/>
                </a:lnTo>
                <a:lnTo>
                  <a:pt x="587" y="1406"/>
                </a:lnTo>
                <a:lnTo>
                  <a:pt x="612" y="1420"/>
                </a:lnTo>
                <a:lnTo>
                  <a:pt x="637" y="1434"/>
                </a:lnTo>
                <a:lnTo>
                  <a:pt x="664" y="1445"/>
                </a:lnTo>
                <a:lnTo>
                  <a:pt x="690" y="1457"/>
                </a:lnTo>
                <a:lnTo>
                  <a:pt x="718" y="1466"/>
                </a:lnTo>
                <a:lnTo>
                  <a:pt x="748" y="1473"/>
                </a:lnTo>
                <a:lnTo>
                  <a:pt x="776" y="1480"/>
                </a:lnTo>
                <a:lnTo>
                  <a:pt x="805" y="1486"/>
                </a:lnTo>
                <a:lnTo>
                  <a:pt x="836" y="1490"/>
                </a:lnTo>
                <a:lnTo>
                  <a:pt x="865" y="1492"/>
                </a:lnTo>
                <a:lnTo>
                  <a:pt x="896" y="1493"/>
                </a:lnTo>
                <a:lnTo>
                  <a:pt x="896" y="1493"/>
                </a:lnTo>
                <a:lnTo>
                  <a:pt x="927" y="1492"/>
                </a:lnTo>
                <a:lnTo>
                  <a:pt x="958" y="1490"/>
                </a:lnTo>
                <a:lnTo>
                  <a:pt x="987" y="1486"/>
                </a:lnTo>
                <a:lnTo>
                  <a:pt x="1016" y="1480"/>
                </a:lnTo>
                <a:lnTo>
                  <a:pt x="1046" y="1473"/>
                </a:lnTo>
                <a:lnTo>
                  <a:pt x="1074" y="1466"/>
                </a:lnTo>
                <a:lnTo>
                  <a:pt x="1102" y="1457"/>
                </a:lnTo>
                <a:lnTo>
                  <a:pt x="1128" y="1445"/>
                </a:lnTo>
                <a:lnTo>
                  <a:pt x="1155" y="1434"/>
                </a:lnTo>
                <a:lnTo>
                  <a:pt x="1181" y="1420"/>
                </a:lnTo>
                <a:lnTo>
                  <a:pt x="1207" y="1406"/>
                </a:lnTo>
                <a:lnTo>
                  <a:pt x="1230" y="1391"/>
                </a:lnTo>
                <a:lnTo>
                  <a:pt x="1254" y="1374"/>
                </a:lnTo>
                <a:lnTo>
                  <a:pt x="1277" y="1356"/>
                </a:lnTo>
                <a:lnTo>
                  <a:pt x="1298" y="1338"/>
                </a:lnTo>
                <a:lnTo>
                  <a:pt x="1319" y="1318"/>
                </a:lnTo>
                <a:lnTo>
                  <a:pt x="1338" y="1297"/>
                </a:lnTo>
                <a:lnTo>
                  <a:pt x="1356" y="1275"/>
                </a:lnTo>
                <a:lnTo>
                  <a:pt x="1375" y="1252"/>
                </a:lnTo>
                <a:lnTo>
                  <a:pt x="1391" y="1230"/>
                </a:lnTo>
                <a:lnTo>
                  <a:pt x="1407" y="1205"/>
                </a:lnTo>
                <a:lnTo>
                  <a:pt x="1421" y="1180"/>
                </a:lnTo>
                <a:lnTo>
                  <a:pt x="1435" y="1154"/>
                </a:lnTo>
                <a:lnTo>
                  <a:pt x="1446" y="1128"/>
                </a:lnTo>
                <a:lnTo>
                  <a:pt x="1457" y="1101"/>
                </a:lnTo>
                <a:lnTo>
                  <a:pt x="1465" y="1073"/>
                </a:lnTo>
                <a:lnTo>
                  <a:pt x="1474" y="1045"/>
                </a:lnTo>
                <a:lnTo>
                  <a:pt x="1481" y="1016"/>
                </a:lnTo>
                <a:lnTo>
                  <a:pt x="1486" y="986"/>
                </a:lnTo>
                <a:lnTo>
                  <a:pt x="1489" y="956"/>
                </a:lnTo>
                <a:lnTo>
                  <a:pt x="1492" y="926"/>
                </a:lnTo>
                <a:lnTo>
                  <a:pt x="1493" y="895"/>
                </a:lnTo>
                <a:lnTo>
                  <a:pt x="1493" y="895"/>
                </a:lnTo>
                <a:lnTo>
                  <a:pt x="1492" y="865"/>
                </a:lnTo>
                <a:lnTo>
                  <a:pt x="1489" y="834"/>
                </a:lnTo>
                <a:lnTo>
                  <a:pt x="1486" y="805"/>
                </a:lnTo>
                <a:lnTo>
                  <a:pt x="1481" y="775"/>
                </a:lnTo>
                <a:lnTo>
                  <a:pt x="1474" y="746"/>
                </a:lnTo>
                <a:lnTo>
                  <a:pt x="1465" y="718"/>
                </a:lnTo>
                <a:lnTo>
                  <a:pt x="1457" y="690"/>
                </a:lnTo>
                <a:lnTo>
                  <a:pt x="1446" y="662"/>
                </a:lnTo>
                <a:lnTo>
                  <a:pt x="1435" y="635"/>
                </a:lnTo>
                <a:lnTo>
                  <a:pt x="1421" y="610"/>
                </a:lnTo>
                <a:lnTo>
                  <a:pt x="1407" y="585"/>
                </a:lnTo>
                <a:lnTo>
                  <a:pt x="1391" y="560"/>
                </a:lnTo>
                <a:lnTo>
                  <a:pt x="1375" y="537"/>
                </a:lnTo>
                <a:lnTo>
                  <a:pt x="1356" y="513"/>
                </a:lnTo>
                <a:lnTo>
                  <a:pt x="1338" y="492"/>
                </a:lnTo>
                <a:lnTo>
                  <a:pt x="1319" y="471"/>
                </a:lnTo>
                <a:lnTo>
                  <a:pt x="1298" y="452"/>
                </a:lnTo>
                <a:lnTo>
                  <a:pt x="1277" y="432"/>
                </a:lnTo>
                <a:lnTo>
                  <a:pt x="1254" y="414"/>
                </a:lnTo>
                <a:lnTo>
                  <a:pt x="1230" y="397"/>
                </a:lnTo>
                <a:lnTo>
                  <a:pt x="1207" y="382"/>
                </a:lnTo>
                <a:lnTo>
                  <a:pt x="1181" y="368"/>
                </a:lnTo>
                <a:lnTo>
                  <a:pt x="1155" y="354"/>
                </a:lnTo>
                <a:lnTo>
                  <a:pt x="1128" y="343"/>
                </a:lnTo>
                <a:lnTo>
                  <a:pt x="1102" y="332"/>
                </a:lnTo>
                <a:lnTo>
                  <a:pt x="1074" y="322"/>
                </a:lnTo>
                <a:lnTo>
                  <a:pt x="1046" y="313"/>
                </a:lnTo>
                <a:lnTo>
                  <a:pt x="1016" y="308"/>
                </a:lnTo>
                <a:lnTo>
                  <a:pt x="987" y="302"/>
                </a:lnTo>
                <a:lnTo>
                  <a:pt x="958" y="298"/>
                </a:lnTo>
                <a:lnTo>
                  <a:pt x="927" y="295"/>
                </a:lnTo>
                <a:lnTo>
                  <a:pt x="896" y="295"/>
                </a:lnTo>
                <a:lnTo>
                  <a:pt x="896" y="295"/>
                </a:lnTo>
                <a:close/>
                <a:moveTo>
                  <a:pt x="892" y="473"/>
                </a:moveTo>
                <a:lnTo>
                  <a:pt x="892" y="473"/>
                </a:lnTo>
                <a:lnTo>
                  <a:pt x="904" y="474"/>
                </a:lnTo>
                <a:lnTo>
                  <a:pt x="917" y="478"/>
                </a:lnTo>
                <a:lnTo>
                  <a:pt x="927" y="484"/>
                </a:lnTo>
                <a:lnTo>
                  <a:pt x="937" y="492"/>
                </a:lnTo>
                <a:lnTo>
                  <a:pt x="945" y="502"/>
                </a:lnTo>
                <a:lnTo>
                  <a:pt x="951" y="512"/>
                </a:lnTo>
                <a:lnTo>
                  <a:pt x="953" y="525"/>
                </a:lnTo>
                <a:lnTo>
                  <a:pt x="955" y="537"/>
                </a:lnTo>
                <a:lnTo>
                  <a:pt x="955" y="537"/>
                </a:lnTo>
                <a:lnTo>
                  <a:pt x="953" y="550"/>
                </a:lnTo>
                <a:lnTo>
                  <a:pt x="951" y="562"/>
                </a:lnTo>
                <a:lnTo>
                  <a:pt x="945" y="574"/>
                </a:lnTo>
                <a:lnTo>
                  <a:pt x="937" y="582"/>
                </a:lnTo>
                <a:lnTo>
                  <a:pt x="927" y="590"/>
                </a:lnTo>
                <a:lnTo>
                  <a:pt x="917" y="596"/>
                </a:lnTo>
                <a:lnTo>
                  <a:pt x="904" y="600"/>
                </a:lnTo>
                <a:lnTo>
                  <a:pt x="892" y="602"/>
                </a:lnTo>
                <a:lnTo>
                  <a:pt x="892" y="602"/>
                </a:lnTo>
                <a:lnTo>
                  <a:pt x="879" y="600"/>
                </a:lnTo>
                <a:lnTo>
                  <a:pt x="867" y="596"/>
                </a:lnTo>
                <a:lnTo>
                  <a:pt x="857" y="590"/>
                </a:lnTo>
                <a:lnTo>
                  <a:pt x="847" y="582"/>
                </a:lnTo>
                <a:lnTo>
                  <a:pt x="840" y="574"/>
                </a:lnTo>
                <a:lnTo>
                  <a:pt x="834" y="562"/>
                </a:lnTo>
                <a:lnTo>
                  <a:pt x="830" y="550"/>
                </a:lnTo>
                <a:lnTo>
                  <a:pt x="829" y="537"/>
                </a:lnTo>
                <a:lnTo>
                  <a:pt x="829" y="537"/>
                </a:lnTo>
                <a:lnTo>
                  <a:pt x="830" y="525"/>
                </a:lnTo>
                <a:lnTo>
                  <a:pt x="834" y="512"/>
                </a:lnTo>
                <a:lnTo>
                  <a:pt x="840" y="502"/>
                </a:lnTo>
                <a:lnTo>
                  <a:pt x="847" y="492"/>
                </a:lnTo>
                <a:lnTo>
                  <a:pt x="857" y="484"/>
                </a:lnTo>
                <a:lnTo>
                  <a:pt x="867" y="478"/>
                </a:lnTo>
                <a:lnTo>
                  <a:pt x="879" y="474"/>
                </a:lnTo>
                <a:lnTo>
                  <a:pt x="892" y="473"/>
                </a:lnTo>
                <a:lnTo>
                  <a:pt x="892" y="473"/>
                </a:lnTo>
                <a:close/>
                <a:moveTo>
                  <a:pt x="1172" y="718"/>
                </a:moveTo>
                <a:lnTo>
                  <a:pt x="955" y="718"/>
                </a:lnTo>
                <a:lnTo>
                  <a:pt x="955" y="954"/>
                </a:lnTo>
                <a:lnTo>
                  <a:pt x="1079" y="1219"/>
                </a:lnTo>
                <a:lnTo>
                  <a:pt x="1079" y="1219"/>
                </a:lnTo>
                <a:lnTo>
                  <a:pt x="1079" y="1227"/>
                </a:lnTo>
                <a:lnTo>
                  <a:pt x="1078" y="1235"/>
                </a:lnTo>
                <a:lnTo>
                  <a:pt x="1074" y="1241"/>
                </a:lnTo>
                <a:lnTo>
                  <a:pt x="1069" y="1245"/>
                </a:lnTo>
                <a:lnTo>
                  <a:pt x="1064" y="1248"/>
                </a:lnTo>
                <a:lnTo>
                  <a:pt x="1058" y="1251"/>
                </a:lnTo>
                <a:lnTo>
                  <a:pt x="1054" y="1252"/>
                </a:lnTo>
                <a:lnTo>
                  <a:pt x="1054" y="1252"/>
                </a:lnTo>
                <a:lnTo>
                  <a:pt x="1043" y="1251"/>
                </a:lnTo>
                <a:lnTo>
                  <a:pt x="1035" y="1248"/>
                </a:lnTo>
                <a:lnTo>
                  <a:pt x="1028" y="1244"/>
                </a:lnTo>
                <a:lnTo>
                  <a:pt x="1022" y="1240"/>
                </a:lnTo>
                <a:lnTo>
                  <a:pt x="1018" y="1235"/>
                </a:lnTo>
                <a:lnTo>
                  <a:pt x="1015" y="1231"/>
                </a:lnTo>
                <a:lnTo>
                  <a:pt x="1014" y="1227"/>
                </a:lnTo>
                <a:lnTo>
                  <a:pt x="924" y="1069"/>
                </a:lnTo>
                <a:lnTo>
                  <a:pt x="924" y="1069"/>
                </a:lnTo>
                <a:lnTo>
                  <a:pt x="920" y="1062"/>
                </a:lnTo>
                <a:lnTo>
                  <a:pt x="916" y="1058"/>
                </a:lnTo>
                <a:lnTo>
                  <a:pt x="910" y="1054"/>
                </a:lnTo>
                <a:lnTo>
                  <a:pt x="906" y="1051"/>
                </a:lnTo>
                <a:lnTo>
                  <a:pt x="897" y="1048"/>
                </a:lnTo>
                <a:lnTo>
                  <a:pt x="893" y="1047"/>
                </a:lnTo>
                <a:lnTo>
                  <a:pt x="893" y="1047"/>
                </a:lnTo>
                <a:lnTo>
                  <a:pt x="888" y="1048"/>
                </a:lnTo>
                <a:lnTo>
                  <a:pt x="881" y="1051"/>
                </a:lnTo>
                <a:lnTo>
                  <a:pt x="875" y="1055"/>
                </a:lnTo>
                <a:lnTo>
                  <a:pt x="871" y="1061"/>
                </a:lnTo>
                <a:lnTo>
                  <a:pt x="864" y="1070"/>
                </a:lnTo>
                <a:lnTo>
                  <a:pt x="862" y="1075"/>
                </a:lnTo>
                <a:lnTo>
                  <a:pt x="773" y="1223"/>
                </a:lnTo>
                <a:lnTo>
                  <a:pt x="773" y="1223"/>
                </a:lnTo>
                <a:lnTo>
                  <a:pt x="771" y="1234"/>
                </a:lnTo>
                <a:lnTo>
                  <a:pt x="767" y="1241"/>
                </a:lnTo>
                <a:lnTo>
                  <a:pt x="762" y="1247"/>
                </a:lnTo>
                <a:lnTo>
                  <a:pt x="756" y="1249"/>
                </a:lnTo>
                <a:lnTo>
                  <a:pt x="750" y="1251"/>
                </a:lnTo>
                <a:lnTo>
                  <a:pt x="745" y="1252"/>
                </a:lnTo>
                <a:lnTo>
                  <a:pt x="739" y="1252"/>
                </a:lnTo>
                <a:lnTo>
                  <a:pt x="739" y="1252"/>
                </a:lnTo>
                <a:lnTo>
                  <a:pt x="735" y="1251"/>
                </a:lnTo>
                <a:lnTo>
                  <a:pt x="729" y="1249"/>
                </a:lnTo>
                <a:lnTo>
                  <a:pt x="725" y="1247"/>
                </a:lnTo>
                <a:lnTo>
                  <a:pt x="720" y="1242"/>
                </a:lnTo>
                <a:lnTo>
                  <a:pt x="717" y="1238"/>
                </a:lnTo>
                <a:lnTo>
                  <a:pt x="715" y="1231"/>
                </a:lnTo>
                <a:lnTo>
                  <a:pt x="717" y="1223"/>
                </a:lnTo>
                <a:lnTo>
                  <a:pt x="834" y="954"/>
                </a:lnTo>
                <a:lnTo>
                  <a:pt x="833" y="715"/>
                </a:lnTo>
                <a:lnTo>
                  <a:pt x="611" y="715"/>
                </a:lnTo>
                <a:lnTo>
                  <a:pt x="611" y="715"/>
                </a:lnTo>
                <a:lnTo>
                  <a:pt x="602" y="714"/>
                </a:lnTo>
                <a:lnTo>
                  <a:pt x="597" y="711"/>
                </a:lnTo>
                <a:lnTo>
                  <a:pt x="592" y="707"/>
                </a:lnTo>
                <a:lnTo>
                  <a:pt x="591" y="701"/>
                </a:lnTo>
                <a:lnTo>
                  <a:pt x="588" y="691"/>
                </a:lnTo>
                <a:lnTo>
                  <a:pt x="588" y="687"/>
                </a:lnTo>
                <a:lnTo>
                  <a:pt x="588" y="687"/>
                </a:lnTo>
                <a:lnTo>
                  <a:pt x="588" y="677"/>
                </a:lnTo>
                <a:lnTo>
                  <a:pt x="591" y="670"/>
                </a:lnTo>
                <a:lnTo>
                  <a:pt x="594" y="665"/>
                </a:lnTo>
                <a:lnTo>
                  <a:pt x="597" y="660"/>
                </a:lnTo>
                <a:lnTo>
                  <a:pt x="604" y="658"/>
                </a:lnTo>
                <a:lnTo>
                  <a:pt x="606" y="656"/>
                </a:lnTo>
                <a:lnTo>
                  <a:pt x="1173" y="656"/>
                </a:lnTo>
                <a:lnTo>
                  <a:pt x="1173" y="656"/>
                </a:lnTo>
                <a:lnTo>
                  <a:pt x="1176" y="658"/>
                </a:lnTo>
                <a:lnTo>
                  <a:pt x="1180" y="659"/>
                </a:lnTo>
                <a:lnTo>
                  <a:pt x="1184" y="662"/>
                </a:lnTo>
                <a:lnTo>
                  <a:pt x="1188" y="666"/>
                </a:lnTo>
                <a:lnTo>
                  <a:pt x="1193" y="672"/>
                </a:lnTo>
                <a:lnTo>
                  <a:pt x="1195" y="680"/>
                </a:lnTo>
                <a:lnTo>
                  <a:pt x="1195" y="690"/>
                </a:lnTo>
                <a:lnTo>
                  <a:pt x="1195" y="690"/>
                </a:lnTo>
                <a:lnTo>
                  <a:pt x="1195" y="694"/>
                </a:lnTo>
                <a:lnTo>
                  <a:pt x="1193" y="704"/>
                </a:lnTo>
                <a:lnTo>
                  <a:pt x="1190" y="708"/>
                </a:lnTo>
                <a:lnTo>
                  <a:pt x="1186" y="714"/>
                </a:lnTo>
                <a:lnTo>
                  <a:pt x="1179" y="716"/>
                </a:lnTo>
                <a:lnTo>
                  <a:pt x="1172" y="718"/>
                </a:lnTo>
                <a:lnTo>
                  <a:pt x="1172" y="718"/>
                </a:lnTo>
                <a:close/>
                <a:moveTo>
                  <a:pt x="896" y="0"/>
                </a:moveTo>
                <a:lnTo>
                  <a:pt x="896" y="0"/>
                </a:lnTo>
                <a:lnTo>
                  <a:pt x="850" y="1"/>
                </a:lnTo>
                <a:lnTo>
                  <a:pt x="805" y="4"/>
                </a:lnTo>
                <a:lnTo>
                  <a:pt x="760" y="10"/>
                </a:lnTo>
                <a:lnTo>
                  <a:pt x="715" y="18"/>
                </a:lnTo>
                <a:lnTo>
                  <a:pt x="672" y="28"/>
                </a:lnTo>
                <a:lnTo>
                  <a:pt x="630" y="41"/>
                </a:lnTo>
                <a:lnTo>
                  <a:pt x="588" y="55"/>
                </a:lnTo>
                <a:lnTo>
                  <a:pt x="548" y="70"/>
                </a:lnTo>
                <a:lnTo>
                  <a:pt x="508" y="88"/>
                </a:lnTo>
                <a:lnTo>
                  <a:pt x="469" y="108"/>
                </a:lnTo>
                <a:lnTo>
                  <a:pt x="431" y="130"/>
                </a:lnTo>
                <a:lnTo>
                  <a:pt x="395" y="152"/>
                </a:lnTo>
                <a:lnTo>
                  <a:pt x="360" y="178"/>
                </a:lnTo>
                <a:lnTo>
                  <a:pt x="326" y="204"/>
                </a:lnTo>
                <a:lnTo>
                  <a:pt x="294" y="232"/>
                </a:lnTo>
                <a:lnTo>
                  <a:pt x="264" y="262"/>
                </a:lnTo>
                <a:lnTo>
                  <a:pt x="233" y="294"/>
                </a:lnTo>
                <a:lnTo>
                  <a:pt x="205" y="326"/>
                </a:lnTo>
                <a:lnTo>
                  <a:pt x="178" y="360"/>
                </a:lnTo>
                <a:lnTo>
                  <a:pt x="153" y="395"/>
                </a:lnTo>
                <a:lnTo>
                  <a:pt x="131" y="431"/>
                </a:lnTo>
                <a:lnTo>
                  <a:pt x="108" y="469"/>
                </a:lnTo>
                <a:lnTo>
                  <a:pt x="89" y="508"/>
                </a:lnTo>
                <a:lnTo>
                  <a:pt x="70" y="547"/>
                </a:lnTo>
                <a:lnTo>
                  <a:pt x="55" y="588"/>
                </a:lnTo>
                <a:lnTo>
                  <a:pt x="41" y="630"/>
                </a:lnTo>
                <a:lnTo>
                  <a:pt x="28" y="672"/>
                </a:lnTo>
                <a:lnTo>
                  <a:pt x="19" y="715"/>
                </a:lnTo>
                <a:lnTo>
                  <a:pt x="10" y="760"/>
                </a:lnTo>
                <a:lnTo>
                  <a:pt x="5" y="805"/>
                </a:lnTo>
                <a:lnTo>
                  <a:pt x="2" y="849"/>
                </a:lnTo>
                <a:lnTo>
                  <a:pt x="0" y="895"/>
                </a:lnTo>
                <a:lnTo>
                  <a:pt x="0" y="895"/>
                </a:lnTo>
                <a:lnTo>
                  <a:pt x="2" y="942"/>
                </a:lnTo>
                <a:lnTo>
                  <a:pt x="5" y="986"/>
                </a:lnTo>
                <a:lnTo>
                  <a:pt x="10" y="1031"/>
                </a:lnTo>
                <a:lnTo>
                  <a:pt x="19" y="1076"/>
                </a:lnTo>
                <a:lnTo>
                  <a:pt x="28" y="1119"/>
                </a:lnTo>
                <a:lnTo>
                  <a:pt x="41" y="1161"/>
                </a:lnTo>
                <a:lnTo>
                  <a:pt x="55" y="1203"/>
                </a:lnTo>
                <a:lnTo>
                  <a:pt x="70" y="1244"/>
                </a:lnTo>
                <a:lnTo>
                  <a:pt x="89" y="1283"/>
                </a:lnTo>
                <a:lnTo>
                  <a:pt x="108" y="1322"/>
                </a:lnTo>
                <a:lnTo>
                  <a:pt x="131" y="1360"/>
                </a:lnTo>
                <a:lnTo>
                  <a:pt x="153" y="1396"/>
                </a:lnTo>
                <a:lnTo>
                  <a:pt x="178" y="1431"/>
                </a:lnTo>
                <a:lnTo>
                  <a:pt x="205" y="1465"/>
                </a:lnTo>
                <a:lnTo>
                  <a:pt x="233" y="1497"/>
                </a:lnTo>
                <a:lnTo>
                  <a:pt x="264" y="1529"/>
                </a:lnTo>
                <a:lnTo>
                  <a:pt x="294" y="1559"/>
                </a:lnTo>
                <a:lnTo>
                  <a:pt x="326" y="1587"/>
                </a:lnTo>
                <a:lnTo>
                  <a:pt x="360" y="1613"/>
                </a:lnTo>
                <a:lnTo>
                  <a:pt x="395" y="1638"/>
                </a:lnTo>
                <a:lnTo>
                  <a:pt x="431" y="1661"/>
                </a:lnTo>
                <a:lnTo>
                  <a:pt x="469" y="1683"/>
                </a:lnTo>
                <a:lnTo>
                  <a:pt x="508" y="1703"/>
                </a:lnTo>
                <a:lnTo>
                  <a:pt x="548" y="1721"/>
                </a:lnTo>
                <a:lnTo>
                  <a:pt x="588" y="1736"/>
                </a:lnTo>
                <a:lnTo>
                  <a:pt x="630" y="1750"/>
                </a:lnTo>
                <a:lnTo>
                  <a:pt x="672" y="1763"/>
                </a:lnTo>
                <a:lnTo>
                  <a:pt x="715" y="1773"/>
                </a:lnTo>
                <a:lnTo>
                  <a:pt x="760" y="1781"/>
                </a:lnTo>
                <a:lnTo>
                  <a:pt x="805" y="1787"/>
                </a:lnTo>
                <a:lnTo>
                  <a:pt x="850" y="1790"/>
                </a:lnTo>
                <a:lnTo>
                  <a:pt x="896" y="1791"/>
                </a:lnTo>
                <a:lnTo>
                  <a:pt x="896" y="1791"/>
                </a:lnTo>
                <a:lnTo>
                  <a:pt x="942" y="1790"/>
                </a:lnTo>
                <a:lnTo>
                  <a:pt x="988" y="1787"/>
                </a:lnTo>
                <a:lnTo>
                  <a:pt x="1033" y="1781"/>
                </a:lnTo>
                <a:lnTo>
                  <a:pt x="1076" y="1773"/>
                </a:lnTo>
                <a:lnTo>
                  <a:pt x="1120" y="1763"/>
                </a:lnTo>
                <a:lnTo>
                  <a:pt x="1162" y="1750"/>
                </a:lnTo>
                <a:lnTo>
                  <a:pt x="1204" y="1736"/>
                </a:lnTo>
                <a:lnTo>
                  <a:pt x="1244" y="1721"/>
                </a:lnTo>
                <a:lnTo>
                  <a:pt x="1285" y="1703"/>
                </a:lnTo>
                <a:lnTo>
                  <a:pt x="1323" y="1683"/>
                </a:lnTo>
                <a:lnTo>
                  <a:pt x="1361" y="1661"/>
                </a:lnTo>
                <a:lnTo>
                  <a:pt x="1397" y="1638"/>
                </a:lnTo>
                <a:lnTo>
                  <a:pt x="1432" y="1613"/>
                </a:lnTo>
                <a:lnTo>
                  <a:pt x="1465" y="1587"/>
                </a:lnTo>
                <a:lnTo>
                  <a:pt x="1498" y="1559"/>
                </a:lnTo>
                <a:lnTo>
                  <a:pt x="1530" y="1529"/>
                </a:lnTo>
                <a:lnTo>
                  <a:pt x="1559" y="1497"/>
                </a:lnTo>
                <a:lnTo>
                  <a:pt x="1587" y="1465"/>
                </a:lnTo>
                <a:lnTo>
                  <a:pt x="1614" y="1431"/>
                </a:lnTo>
                <a:lnTo>
                  <a:pt x="1639" y="1396"/>
                </a:lnTo>
                <a:lnTo>
                  <a:pt x="1661" y="1360"/>
                </a:lnTo>
                <a:lnTo>
                  <a:pt x="1684" y="1322"/>
                </a:lnTo>
                <a:lnTo>
                  <a:pt x="1703" y="1283"/>
                </a:lnTo>
                <a:lnTo>
                  <a:pt x="1722" y="1244"/>
                </a:lnTo>
                <a:lnTo>
                  <a:pt x="1737" y="1203"/>
                </a:lnTo>
                <a:lnTo>
                  <a:pt x="1751" y="1161"/>
                </a:lnTo>
                <a:lnTo>
                  <a:pt x="1764" y="1119"/>
                </a:lnTo>
                <a:lnTo>
                  <a:pt x="1773" y="1076"/>
                </a:lnTo>
                <a:lnTo>
                  <a:pt x="1782" y="1031"/>
                </a:lnTo>
                <a:lnTo>
                  <a:pt x="1787" y="986"/>
                </a:lnTo>
                <a:lnTo>
                  <a:pt x="1790" y="942"/>
                </a:lnTo>
                <a:lnTo>
                  <a:pt x="1792" y="895"/>
                </a:lnTo>
                <a:lnTo>
                  <a:pt x="1792" y="895"/>
                </a:lnTo>
                <a:lnTo>
                  <a:pt x="1790" y="849"/>
                </a:lnTo>
                <a:lnTo>
                  <a:pt x="1787" y="805"/>
                </a:lnTo>
                <a:lnTo>
                  <a:pt x="1782" y="760"/>
                </a:lnTo>
                <a:lnTo>
                  <a:pt x="1773" y="715"/>
                </a:lnTo>
                <a:lnTo>
                  <a:pt x="1764" y="672"/>
                </a:lnTo>
                <a:lnTo>
                  <a:pt x="1751" y="630"/>
                </a:lnTo>
                <a:lnTo>
                  <a:pt x="1737" y="588"/>
                </a:lnTo>
                <a:lnTo>
                  <a:pt x="1722" y="547"/>
                </a:lnTo>
                <a:lnTo>
                  <a:pt x="1703" y="508"/>
                </a:lnTo>
                <a:lnTo>
                  <a:pt x="1684" y="469"/>
                </a:lnTo>
                <a:lnTo>
                  <a:pt x="1661" y="431"/>
                </a:lnTo>
                <a:lnTo>
                  <a:pt x="1639" y="395"/>
                </a:lnTo>
                <a:lnTo>
                  <a:pt x="1614" y="360"/>
                </a:lnTo>
                <a:lnTo>
                  <a:pt x="1587" y="326"/>
                </a:lnTo>
                <a:lnTo>
                  <a:pt x="1559" y="294"/>
                </a:lnTo>
                <a:lnTo>
                  <a:pt x="1530" y="262"/>
                </a:lnTo>
                <a:lnTo>
                  <a:pt x="1498" y="232"/>
                </a:lnTo>
                <a:lnTo>
                  <a:pt x="1465" y="204"/>
                </a:lnTo>
                <a:lnTo>
                  <a:pt x="1432" y="178"/>
                </a:lnTo>
                <a:lnTo>
                  <a:pt x="1397" y="152"/>
                </a:lnTo>
                <a:lnTo>
                  <a:pt x="1361" y="130"/>
                </a:lnTo>
                <a:lnTo>
                  <a:pt x="1323" y="108"/>
                </a:lnTo>
                <a:lnTo>
                  <a:pt x="1285" y="88"/>
                </a:lnTo>
                <a:lnTo>
                  <a:pt x="1244" y="70"/>
                </a:lnTo>
                <a:lnTo>
                  <a:pt x="1204" y="55"/>
                </a:lnTo>
                <a:lnTo>
                  <a:pt x="1162" y="41"/>
                </a:lnTo>
                <a:lnTo>
                  <a:pt x="1120" y="28"/>
                </a:lnTo>
                <a:lnTo>
                  <a:pt x="1076" y="18"/>
                </a:lnTo>
                <a:lnTo>
                  <a:pt x="1033" y="10"/>
                </a:lnTo>
                <a:lnTo>
                  <a:pt x="988" y="4"/>
                </a:lnTo>
                <a:lnTo>
                  <a:pt x="942" y="1"/>
                </a:lnTo>
                <a:lnTo>
                  <a:pt x="896" y="0"/>
                </a:lnTo>
                <a:lnTo>
                  <a:pt x="896" y="0"/>
                </a:lnTo>
                <a:close/>
                <a:moveTo>
                  <a:pt x="896" y="1613"/>
                </a:moveTo>
                <a:lnTo>
                  <a:pt x="896" y="1613"/>
                </a:lnTo>
                <a:lnTo>
                  <a:pt x="860" y="1613"/>
                </a:lnTo>
                <a:lnTo>
                  <a:pt x="822" y="1610"/>
                </a:lnTo>
                <a:lnTo>
                  <a:pt x="787" y="1605"/>
                </a:lnTo>
                <a:lnTo>
                  <a:pt x="750" y="1599"/>
                </a:lnTo>
                <a:lnTo>
                  <a:pt x="717" y="1591"/>
                </a:lnTo>
                <a:lnTo>
                  <a:pt x="682" y="1581"/>
                </a:lnTo>
                <a:lnTo>
                  <a:pt x="648" y="1570"/>
                </a:lnTo>
                <a:lnTo>
                  <a:pt x="616" y="1557"/>
                </a:lnTo>
                <a:lnTo>
                  <a:pt x="584" y="1543"/>
                </a:lnTo>
                <a:lnTo>
                  <a:pt x="553" y="1527"/>
                </a:lnTo>
                <a:lnTo>
                  <a:pt x="524" y="1510"/>
                </a:lnTo>
                <a:lnTo>
                  <a:pt x="494" y="1492"/>
                </a:lnTo>
                <a:lnTo>
                  <a:pt x="466" y="1471"/>
                </a:lnTo>
                <a:lnTo>
                  <a:pt x="438" y="1450"/>
                </a:lnTo>
                <a:lnTo>
                  <a:pt x="413" y="1427"/>
                </a:lnTo>
                <a:lnTo>
                  <a:pt x="388" y="1403"/>
                </a:lnTo>
                <a:lnTo>
                  <a:pt x="364" y="1378"/>
                </a:lnTo>
                <a:lnTo>
                  <a:pt x="342" y="1353"/>
                </a:lnTo>
                <a:lnTo>
                  <a:pt x="321" y="1325"/>
                </a:lnTo>
                <a:lnTo>
                  <a:pt x="300" y="1297"/>
                </a:lnTo>
                <a:lnTo>
                  <a:pt x="282" y="1268"/>
                </a:lnTo>
                <a:lnTo>
                  <a:pt x="265" y="1238"/>
                </a:lnTo>
                <a:lnTo>
                  <a:pt x="248" y="1208"/>
                </a:lnTo>
                <a:lnTo>
                  <a:pt x="234" y="1175"/>
                </a:lnTo>
                <a:lnTo>
                  <a:pt x="222" y="1143"/>
                </a:lnTo>
                <a:lnTo>
                  <a:pt x="210" y="1110"/>
                </a:lnTo>
                <a:lnTo>
                  <a:pt x="201" y="1075"/>
                </a:lnTo>
                <a:lnTo>
                  <a:pt x="192" y="1041"/>
                </a:lnTo>
                <a:lnTo>
                  <a:pt x="187" y="1005"/>
                </a:lnTo>
                <a:lnTo>
                  <a:pt x="181" y="970"/>
                </a:lnTo>
                <a:lnTo>
                  <a:pt x="178" y="932"/>
                </a:lnTo>
                <a:lnTo>
                  <a:pt x="178" y="895"/>
                </a:lnTo>
                <a:lnTo>
                  <a:pt x="178" y="895"/>
                </a:lnTo>
                <a:lnTo>
                  <a:pt x="178" y="859"/>
                </a:lnTo>
                <a:lnTo>
                  <a:pt x="181" y="823"/>
                </a:lnTo>
                <a:lnTo>
                  <a:pt x="187" y="786"/>
                </a:lnTo>
                <a:lnTo>
                  <a:pt x="192" y="750"/>
                </a:lnTo>
                <a:lnTo>
                  <a:pt x="201" y="716"/>
                </a:lnTo>
                <a:lnTo>
                  <a:pt x="210" y="681"/>
                </a:lnTo>
                <a:lnTo>
                  <a:pt x="222" y="648"/>
                </a:lnTo>
                <a:lnTo>
                  <a:pt x="234" y="616"/>
                </a:lnTo>
                <a:lnTo>
                  <a:pt x="248" y="583"/>
                </a:lnTo>
                <a:lnTo>
                  <a:pt x="265" y="553"/>
                </a:lnTo>
                <a:lnTo>
                  <a:pt x="282" y="522"/>
                </a:lnTo>
                <a:lnTo>
                  <a:pt x="300" y="492"/>
                </a:lnTo>
                <a:lnTo>
                  <a:pt x="321" y="464"/>
                </a:lnTo>
                <a:lnTo>
                  <a:pt x="342" y="437"/>
                </a:lnTo>
                <a:lnTo>
                  <a:pt x="364" y="410"/>
                </a:lnTo>
                <a:lnTo>
                  <a:pt x="388" y="385"/>
                </a:lnTo>
                <a:lnTo>
                  <a:pt x="413" y="361"/>
                </a:lnTo>
                <a:lnTo>
                  <a:pt x="438" y="339"/>
                </a:lnTo>
                <a:lnTo>
                  <a:pt x="466" y="316"/>
                </a:lnTo>
                <a:lnTo>
                  <a:pt x="494" y="297"/>
                </a:lnTo>
                <a:lnTo>
                  <a:pt x="524" y="277"/>
                </a:lnTo>
                <a:lnTo>
                  <a:pt x="553" y="260"/>
                </a:lnTo>
                <a:lnTo>
                  <a:pt x="584" y="243"/>
                </a:lnTo>
                <a:lnTo>
                  <a:pt x="616" y="229"/>
                </a:lnTo>
                <a:lnTo>
                  <a:pt x="648" y="217"/>
                </a:lnTo>
                <a:lnTo>
                  <a:pt x="682" y="204"/>
                </a:lnTo>
                <a:lnTo>
                  <a:pt x="717" y="194"/>
                </a:lnTo>
                <a:lnTo>
                  <a:pt x="750" y="187"/>
                </a:lnTo>
                <a:lnTo>
                  <a:pt x="787" y="180"/>
                </a:lnTo>
                <a:lnTo>
                  <a:pt x="822" y="176"/>
                </a:lnTo>
                <a:lnTo>
                  <a:pt x="860" y="173"/>
                </a:lnTo>
                <a:lnTo>
                  <a:pt x="896" y="172"/>
                </a:lnTo>
                <a:lnTo>
                  <a:pt x="896" y="172"/>
                </a:lnTo>
                <a:lnTo>
                  <a:pt x="932" y="173"/>
                </a:lnTo>
                <a:lnTo>
                  <a:pt x="969" y="176"/>
                </a:lnTo>
                <a:lnTo>
                  <a:pt x="1005" y="180"/>
                </a:lnTo>
                <a:lnTo>
                  <a:pt x="1042" y="187"/>
                </a:lnTo>
                <a:lnTo>
                  <a:pt x="1075" y="194"/>
                </a:lnTo>
                <a:lnTo>
                  <a:pt x="1110" y="204"/>
                </a:lnTo>
                <a:lnTo>
                  <a:pt x="1144" y="217"/>
                </a:lnTo>
                <a:lnTo>
                  <a:pt x="1176" y="229"/>
                </a:lnTo>
                <a:lnTo>
                  <a:pt x="1208" y="243"/>
                </a:lnTo>
                <a:lnTo>
                  <a:pt x="1239" y="260"/>
                </a:lnTo>
                <a:lnTo>
                  <a:pt x="1270" y="277"/>
                </a:lnTo>
                <a:lnTo>
                  <a:pt x="1299" y="297"/>
                </a:lnTo>
                <a:lnTo>
                  <a:pt x="1327" y="316"/>
                </a:lnTo>
                <a:lnTo>
                  <a:pt x="1355" y="339"/>
                </a:lnTo>
                <a:lnTo>
                  <a:pt x="1382" y="361"/>
                </a:lnTo>
                <a:lnTo>
                  <a:pt x="1407" y="385"/>
                </a:lnTo>
                <a:lnTo>
                  <a:pt x="1431" y="410"/>
                </a:lnTo>
                <a:lnTo>
                  <a:pt x="1453" y="437"/>
                </a:lnTo>
                <a:lnTo>
                  <a:pt x="1475" y="464"/>
                </a:lnTo>
                <a:lnTo>
                  <a:pt x="1495" y="492"/>
                </a:lnTo>
                <a:lnTo>
                  <a:pt x="1514" y="522"/>
                </a:lnTo>
                <a:lnTo>
                  <a:pt x="1531" y="553"/>
                </a:lnTo>
                <a:lnTo>
                  <a:pt x="1548" y="583"/>
                </a:lnTo>
                <a:lnTo>
                  <a:pt x="1562" y="616"/>
                </a:lnTo>
                <a:lnTo>
                  <a:pt x="1575" y="648"/>
                </a:lnTo>
                <a:lnTo>
                  <a:pt x="1587" y="681"/>
                </a:lnTo>
                <a:lnTo>
                  <a:pt x="1597" y="716"/>
                </a:lnTo>
                <a:lnTo>
                  <a:pt x="1604" y="750"/>
                </a:lnTo>
                <a:lnTo>
                  <a:pt x="1611" y="786"/>
                </a:lnTo>
                <a:lnTo>
                  <a:pt x="1615" y="823"/>
                </a:lnTo>
                <a:lnTo>
                  <a:pt x="1618" y="859"/>
                </a:lnTo>
                <a:lnTo>
                  <a:pt x="1619" y="895"/>
                </a:lnTo>
                <a:lnTo>
                  <a:pt x="1619" y="895"/>
                </a:lnTo>
                <a:lnTo>
                  <a:pt x="1618" y="932"/>
                </a:lnTo>
                <a:lnTo>
                  <a:pt x="1615" y="970"/>
                </a:lnTo>
                <a:lnTo>
                  <a:pt x="1611" y="1005"/>
                </a:lnTo>
                <a:lnTo>
                  <a:pt x="1604" y="1041"/>
                </a:lnTo>
                <a:lnTo>
                  <a:pt x="1597" y="1075"/>
                </a:lnTo>
                <a:lnTo>
                  <a:pt x="1587" y="1110"/>
                </a:lnTo>
                <a:lnTo>
                  <a:pt x="1575" y="1143"/>
                </a:lnTo>
                <a:lnTo>
                  <a:pt x="1562" y="1175"/>
                </a:lnTo>
                <a:lnTo>
                  <a:pt x="1548" y="1208"/>
                </a:lnTo>
                <a:lnTo>
                  <a:pt x="1531" y="1238"/>
                </a:lnTo>
                <a:lnTo>
                  <a:pt x="1514" y="1268"/>
                </a:lnTo>
                <a:lnTo>
                  <a:pt x="1495" y="1297"/>
                </a:lnTo>
                <a:lnTo>
                  <a:pt x="1475" y="1325"/>
                </a:lnTo>
                <a:lnTo>
                  <a:pt x="1453" y="1353"/>
                </a:lnTo>
                <a:lnTo>
                  <a:pt x="1431" y="1378"/>
                </a:lnTo>
                <a:lnTo>
                  <a:pt x="1407" y="1403"/>
                </a:lnTo>
                <a:lnTo>
                  <a:pt x="1382" y="1427"/>
                </a:lnTo>
                <a:lnTo>
                  <a:pt x="1355" y="1450"/>
                </a:lnTo>
                <a:lnTo>
                  <a:pt x="1327" y="1471"/>
                </a:lnTo>
                <a:lnTo>
                  <a:pt x="1299" y="1492"/>
                </a:lnTo>
                <a:lnTo>
                  <a:pt x="1270" y="1510"/>
                </a:lnTo>
                <a:lnTo>
                  <a:pt x="1239" y="1527"/>
                </a:lnTo>
                <a:lnTo>
                  <a:pt x="1208" y="1543"/>
                </a:lnTo>
                <a:lnTo>
                  <a:pt x="1176" y="1557"/>
                </a:lnTo>
                <a:lnTo>
                  <a:pt x="1144" y="1570"/>
                </a:lnTo>
                <a:lnTo>
                  <a:pt x="1110" y="1581"/>
                </a:lnTo>
                <a:lnTo>
                  <a:pt x="1075" y="1591"/>
                </a:lnTo>
                <a:lnTo>
                  <a:pt x="1042" y="1599"/>
                </a:lnTo>
                <a:lnTo>
                  <a:pt x="1005" y="1605"/>
                </a:lnTo>
                <a:lnTo>
                  <a:pt x="969" y="1610"/>
                </a:lnTo>
                <a:lnTo>
                  <a:pt x="932" y="1613"/>
                </a:lnTo>
                <a:lnTo>
                  <a:pt x="896" y="1613"/>
                </a:lnTo>
                <a:lnTo>
                  <a:pt x="896" y="161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Cloud – Rain w/ Sun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Balloons</a:t>
            </a:r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Candy Cane</a:t>
            </a: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Halloween Pumpkin</a:t>
            </a: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Sticky Note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Cat</a:t>
            </a: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Shades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Airplane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Truck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Truck 2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Car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Info / About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Universal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7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Time &amp; Date (10)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Alarm Clock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Timer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Stop Watch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Clock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Clock 2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Flip Clock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Hour Glass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Day Calendar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Month Calendar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3323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Strike Through Month Calendar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50497" y="1232756"/>
            <a:ext cx="994191" cy="1080000"/>
          </a:xfrm>
          <a:custGeom>
            <a:avLst/>
            <a:gdLst>
              <a:gd name="T0" fmla="*/ 312 w 1008"/>
              <a:gd name="T1" fmla="*/ 333 h 1095"/>
              <a:gd name="T2" fmla="*/ 180 w 1008"/>
              <a:gd name="T3" fmla="*/ 522 h 1095"/>
              <a:gd name="T4" fmla="*/ 248 w 1008"/>
              <a:gd name="T5" fmla="*/ 587 h 1095"/>
              <a:gd name="T6" fmla="*/ 287 w 1008"/>
              <a:gd name="T7" fmla="*/ 626 h 1095"/>
              <a:gd name="T8" fmla="*/ 216 w 1008"/>
              <a:gd name="T9" fmla="*/ 626 h 1095"/>
              <a:gd name="T10" fmla="*/ 180 w 1008"/>
              <a:gd name="T11" fmla="*/ 691 h 1095"/>
              <a:gd name="T12" fmla="*/ 312 w 1008"/>
              <a:gd name="T13" fmla="*/ 880 h 1095"/>
              <a:gd name="T14" fmla="*/ 482 w 1008"/>
              <a:gd name="T15" fmla="*/ 920 h 1095"/>
              <a:gd name="T16" fmla="*/ 484 w 1008"/>
              <a:gd name="T17" fmla="*/ 829 h 1095"/>
              <a:gd name="T18" fmla="*/ 577 w 1008"/>
              <a:gd name="T19" fmla="*/ 929 h 1095"/>
              <a:gd name="T20" fmla="*/ 753 w 1008"/>
              <a:gd name="T21" fmla="*/ 823 h 1095"/>
              <a:gd name="T22" fmla="*/ 834 w 1008"/>
              <a:gd name="T23" fmla="*/ 628 h 1095"/>
              <a:gd name="T24" fmla="*/ 739 w 1008"/>
              <a:gd name="T25" fmla="*/ 624 h 1095"/>
              <a:gd name="T26" fmla="*/ 724 w 1008"/>
              <a:gd name="T27" fmla="*/ 587 h 1095"/>
              <a:gd name="T28" fmla="*/ 809 w 1008"/>
              <a:gd name="T29" fmla="*/ 585 h 1095"/>
              <a:gd name="T30" fmla="*/ 802 w 1008"/>
              <a:gd name="T31" fmla="*/ 465 h 1095"/>
              <a:gd name="T32" fmla="*/ 639 w 1008"/>
              <a:gd name="T33" fmla="*/ 305 h 1095"/>
              <a:gd name="T34" fmla="*/ 522 w 1008"/>
              <a:gd name="T35" fmla="*/ 305 h 1095"/>
              <a:gd name="T36" fmla="*/ 522 w 1008"/>
              <a:gd name="T37" fmla="*/ 384 h 1095"/>
              <a:gd name="T38" fmla="*/ 524 w 1008"/>
              <a:gd name="T39" fmla="*/ 607 h 1095"/>
              <a:gd name="T40" fmla="*/ 524 w 1008"/>
              <a:gd name="T41" fmla="*/ 613 h 1095"/>
              <a:gd name="T42" fmla="*/ 312 w 1008"/>
              <a:gd name="T43" fmla="*/ 789 h 1095"/>
              <a:gd name="T44" fmla="*/ 484 w 1008"/>
              <a:gd name="T45" fmla="*/ 386 h 1095"/>
              <a:gd name="T46" fmla="*/ 482 w 1008"/>
              <a:gd name="T47" fmla="*/ 303 h 1095"/>
              <a:gd name="T48" fmla="*/ 210 w 1008"/>
              <a:gd name="T49" fmla="*/ 13 h 1095"/>
              <a:gd name="T50" fmla="*/ 286 w 1008"/>
              <a:gd name="T51" fmla="*/ 63 h 1095"/>
              <a:gd name="T52" fmla="*/ 193 w 1008"/>
              <a:gd name="T53" fmla="*/ 214 h 1095"/>
              <a:gd name="T54" fmla="*/ 108 w 1008"/>
              <a:gd name="T55" fmla="*/ 308 h 1095"/>
              <a:gd name="T56" fmla="*/ 15 w 1008"/>
              <a:gd name="T57" fmla="*/ 231 h 1095"/>
              <a:gd name="T58" fmla="*/ 0 w 1008"/>
              <a:gd name="T59" fmla="*/ 180 h 1095"/>
              <a:gd name="T60" fmla="*/ 55 w 1008"/>
              <a:gd name="T61" fmla="*/ 83 h 1095"/>
              <a:gd name="T62" fmla="*/ 172 w 1008"/>
              <a:gd name="T63" fmla="*/ 15 h 1095"/>
              <a:gd name="T64" fmla="*/ 849 w 1008"/>
              <a:gd name="T65" fmla="*/ 19 h 1095"/>
              <a:gd name="T66" fmla="*/ 979 w 1008"/>
              <a:gd name="T67" fmla="*/ 110 h 1095"/>
              <a:gd name="T68" fmla="*/ 1006 w 1008"/>
              <a:gd name="T69" fmla="*/ 199 h 1095"/>
              <a:gd name="T70" fmla="*/ 991 w 1008"/>
              <a:gd name="T71" fmla="*/ 235 h 1095"/>
              <a:gd name="T72" fmla="*/ 889 w 1008"/>
              <a:gd name="T73" fmla="*/ 290 h 1095"/>
              <a:gd name="T74" fmla="*/ 777 w 1008"/>
              <a:gd name="T75" fmla="*/ 187 h 1095"/>
              <a:gd name="T76" fmla="*/ 739 w 1008"/>
              <a:gd name="T77" fmla="*/ 40 h 1095"/>
              <a:gd name="T78" fmla="*/ 819 w 1008"/>
              <a:gd name="T79" fmla="*/ 13 h 1095"/>
              <a:gd name="T80" fmla="*/ 563 w 1008"/>
              <a:gd name="T81" fmla="*/ 80 h 1095"/>
              <a:gd name="T82" fmla="*/ 533 w 1008"/>
              <a:gd name="T83" fmla="*/ 89 h 1095"/>
              <a:gd name="T84" fmla="*/ 592 w 1008"/>
              <a:gd name="T85" fmla="*/ 174 h 1095"/>
              <a:gd name="T86" fmla="*/ 824 w 1008"/>
              <a:gd name="T87" fmla="*/ 301 h 1095"/>
              <a:gd name="T88" fmla="*/ 942 w 1008"/>
              <a:gd name="T89" fmla="*/ 539 h 1095"/>
              <a:gd name="T90" fmla="*/ 911 w 1008"/>
              <a:gd name="T91" fmla="*/ 787 h 1095"/>
              <a:gd name="T92" fmla="*/ 813 w 1008"/>
              <a:gd name="T93" fmla="*/ 940 h 1095"/>
              <a:gd name="T94" fmla="*/ 868 w 1008"/>
              <a:gd name="T95" fmla="*/ 1041 h 1095"/>
              <a:gd name="T96" fmla="*/ 838 w 1008"/>
              <a:gd name="T97" fmla="*/ 1095 h 1095"/>
              <a:gd name="T98" fmla="*/ 800 w 1008"/>
              <a:gd name="T99" fmla="*/ 1042 h 1095"/>
              <a:gd name="T100" fmla="*/ 700 w 1008"/>
              <a:gd name="T101" fmla="*/ 1008 h 1095"/>
              <a:gd name="T102" fmla="*/ 435 w 1008"/>
              <a:gd name="T103" fmla="*/ 1048 h 1095"/>
              <a:gd name="T104" fmla="*/ 242 w 1008"/>
              <a:gd name="T105" fmla="*/ 978 h 1095"/>
              <a:gd name="T106" fmla="*/ 187 w 1008"/>
              <a:gd name="T107" fmla="*/ 1069 h 1095"/>
              <a:gd name="T108" fmla="*/ 132 w 1008"/>
              <a:gd name="T109" fmla="*/ 1095 h 1095"/>
              <a:gd name="T110" fmla="*/ 151 w 1008"/>
              <a:gd name="T111" fmla="*/ 1024 h 1095"/>
              <a:gd name="T112" fmla="*/ 197 w 1008"/>
              <a:gd name="T113" fmla="*/ 933 h 1095"/>
              <a:gd name="T114" fmla="*/ 76 w 1008"/>
              <a:gd name="T115" fmla="*/ 732 h 1095"/>
              <a:gd name="T116" fmla="*/ 79 w 1008"/>
              <a:gd name="T117" fmla="*/ 473 h 1095"/>
              <a:gd name="T118" fmla="*/ 233 w 1008"/>
              <a:gd name="T119" fmla="*/ 257 h 1095"/>
              <a:gd name="T120" fmla="*/ 484 w 1008"/>
              <a:gd name="T121" fmla="*/ 165 h 1095"/>
              <a:gd name="T122" fmla="*/ 480 w 1008"/>
              <a:gd name="T123" fmla="*/ 98 h 1095"/>
              <a:gd name="T124" fmla="*/ 407 w 1008"/>
              <a:gd name="T125" fmla="*/ 80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08" h="1095">
                <a:moveTo>
                  <a:pt x="478" y="274"/>
                </a:moveTo>
                <a:lnTo>
                  <a:pt x="418" y="284"/>
                </a:lnTo>
                <a:lnTo>
                  <a:pt x="363" y="305"/>
                </a:lnTo>
                <a:lnTo>
                  <a:pt x="312" y="333"/>
                </a:lnTo>
                <a:lnTo>
                  <a:pt x="267" y="371"/>
                </a:lnTo>
                <a:lnTo>
                  <a:pt x="229" y="416"/>
                </a:lnTo>
                <a:lnTo>
                  <a:pt x="199" y="467"/>
                </a:lnTo>
                <a:lnTo>
                  <a:pt x="180" y="522"/>
                </a:lnTo>
                <a:lnTo>
                  <a:pt x="168" y="583"/>
                </a:lnTo>
                <a:lnTo>
                  <a:pt x="195" y="583"/>
                </a:lnTo>
                <a:lnTo>
                  <a:pt x="221" y="585"/>
                </a:lnTo>
                <a:lnTo>
                  <a:pt x="248" y="587"/>
                </a:lnTo>
                <a:lnTo>
                  <a:pt x="269" y="587"/>
                </a:lnTo>
                <a:lnTo>
                  <a:pt x="282" y="588"/>
                </a:lnTo>
                <a:lnTo>
                  <a:pt x="287" y="588"/>
                </a:lnTo>
                <a:lnTo>
                  <a:pt x="287" y="626"/>
                </a:lnTo>
                <a:lnTo>
                  <a:pt x="280" y="626"/>
                </a:lnTo>
                <a:lnTo>
                  <a:pt x="263" y="626"/>
                </a:lnTo>
                <a:lnTo>
                  <a:pt x="240" y="626"/>
                </a:lnTo>
                <a:lnTo>
                  <a:pt x="216" y="626"/>
                </a:lnTo>
                <a:lnTo>
                  <a:pt x="193" y="626"/>
                </a:lnTo>
                <a:lnTo>
                  <a:pt x="176" y="628"/>
                </a:lnTo>
                <a:lnTo>
                  <a:pt x="168" y="628"/>
                </a:lnTo>
                <a:lnTo>
                  <a:pt x="180" y="691"/>
                </a:lnTo>
                <a:lnTo>
                  <a:pt x="199" y="745"/>
                </a:lnTo>
                <a:lnTo>
                  <a:pt x="229" y="798"/>
                </a:lnTo>
                <a:lnTo>
                  <a:pt x="267" y="842"/>
                </a:lnTo>
                <a:lnTo>
                  <a:pt x="312" y="880"/>
                </a:lnTo>
                <a:lnTo>
                  <a:pt x="365" y="910"/>
                </a:lnTo>
                <a:lnTo>
                  <a:pt x="422" y="929"/>
                </a:lnTo>
                <a:lnTo>
                  <a:pt x="482" y="938"/>
                </a:lnTo>
                <a:lnTo>
                  <a:pt x="482" y="920"/>
                </a:lnTo>
                <a:lnTo>
                  <a:pt x="482" y="895"/>
                </a:lnTo>
                <a:lnTo>
                  <a:pt x="482" y="868"/>
                </a:lnTo>
                <a:lnTo>
                  <a:pt x="482" y="846"/>
                </a:lnTo>
                <a:lnTo>
                  <a:pt x="484" y="829"/>
                </a:lnTo>
                <a:lnTo>
                  <a:pt x="484" y="821"/>
                </a:lnTo>
                <a:lnTo>
                  <a:pt x="524" y="823"/>
                </a:lnTo>
                <a:lnTo>
                  <a:pt x="524" y="938"/>
                </a:lnTo>
                <a:lnTo>
                  <a:pt x="577" y="929"/>
                </a:lnTo>
                <a:lnTo>
                  <a:pt x="628" y="914"/>
                </a:lnTo>
                <a:lnTo>
                  <a:pt x="673" y="889"/>
                </a:lnTo>
                <a:lnTo>
                  <a:pt x="717" y="859"/>
                </a:lnTo>
                <a:lnTo>
                  <a:pt x="753" y="823"/>
                </a:lnTo>
                <a:lnTo>
                  <a:pt x="785" y="781"/>
                </a:lnTo>
                <a:lnTo>
                  <a:pt x="809" y="734"/>
                </a:lnTo>
                <a:lnTo>
                  <a:pt x="824" y="683"/>
                </a:lnTo>
                <a:lnTo>
                  <a:pt x="834" y="628"/>
                </a:lnTo>
                <a:lnTo>
                  <a:pt x="811" y="626"/>
                </a:lnTo>
                <a:lnTo>
                  <a:pt x="787" y="626"/>
                </a:lnTo>
                <a:lnTo>
                  <a:pt x="762" y="624"/>
                </a:lnTo>
                <a:lnTo>
                  <a:pt x="739" y="624"/>
                </a:lnTo>
                <a:lnTo>
                  <a:pt x="724" y="624"/>
                </a:lnTo>
                <a:lnTo>
                  <a:pt x="719" y="624"/>
                </a:lnTo>
                <a:lnTo>
                  <a:pt x="717" y="587"/>
                </a:lnTo>
                <a:lnTo>
                  <a:pt x="724" y="587"/>
                </a:lnTo>
                <a:lnTo>
                  <a:pt x="739" y="587"/>
                </a:lnTo>
                <a:lnTo>
                  <a:pt x="762" y="587"/>
                </a:lnTo>
                <a:lnTo>
                  <a:pt x="787" y="587"/>
                </a:lnTo>
                <a:lnTo>
                  <a:pt x="809" y="585"/>
                </a:lnTo>
                <a:lnTo>
                  <a:pt x="826" y="583"/>
                </a:lnTo>
                <a:lnTo>
                  <a:pt x="832" y="583"/>
                </a:lnTo>
                <a:lnTo>
                  <a:pt x="823" y="522"/>
                </a:lnTo>
                <a:lnTo>
                  <a:pt x="802" y="465"/>
                </a:lnTo>
                <a:lnTo>
                  <a:pt x="773" y="414"/>
                </a:lnTo>
                <a:lnTo>
                  <a:pt x="736" y="371"/>
                </a:lnTo>
                <a:lnTo>
                  <a:pt x="690" y="333"/>
                </a:lnTo>
                <a:lnTo>
                  <a:pt x="639" y="305"/>
                </a:lnTo>
                <a:lnTo>
                  <a:pt x="584" y="284"/>
                </a:lnTo>
                <a:lnTo>
                  <a:pt x="524" y="274"/>
                </a:lnTo>
                <a:lnTo>
                  <a:pt x="522" y="286"/>
                </a:lnTo>
                <a:lnTo>
                  <a:pt x="522" y="305"/>
                </a:lnTo>
                <a:lnTo>
                  <a:pt x="522" y="327"/>
                </a:lnTo>
                <a:lnTo>
                  <a:pt x="522" y="350"/>
                </a:lnTo>
                <a:lnTo>
                  <a:pt x="522" y="371"/>
                </a:lnTo>
                <a:lnTo>
                  <a:pt x="522" y="384"/>
                </a:lnTo>
                <a:lnTo>
                  <a:pt x="522" y="390"/>
                </a:lnTo>
                <a:lnTo>
                  <a:pt x="509" y="390"/>
                </a:lnTo>
                <a:lnTo>
                  <a:pt x="524" y="607"/>
                </a:lnTo>
                <a:lnTo>
                  <a:pt x="524" y="607"/>
                </a:lnTo>
                <a:lnTo>
                  <a:pt x="524" y="607"/>
                </a:lnTo>
                <a:lnTo>
                  <a:pt x="524" y="607"/>
                </a:lnTo>
                <a:lnTo>
                  <a:pt x="524" y="607"/>
                </a:lnTo>
                <a:lnTo>
                  <a:pt x="524" y="613"/>
                </a:lnTo>
                <a:lnTo>
                  <a:pt x="522" y="619"/>
                </a:lnTo>
                <a:lnTo>
                  <a:pt x="518" y="623"/>
                </a:lnTo>
                <a:lnTo>
                  <a:pt x="512" y="624"/>
                </a:lnTo>
                <a:lnTo>
                  <a:pt x="312" y="789"/>
                </a:lnTo>
                <a:lnTo>
                  <a:pt x="484" y="598"/>
                </a:lnTo>
                <a:lnTo>
                  <a:pt x="501" y="392"/>
                </a:lnTo>
                <a:lnTo>
                  <a:pt x="484" y="392"/>
                </a:lnTo>
                <a:lnTo>
                  <a:pt x="484" y="386"/>
                </a:lnTo>
                <a:lnTo>
                  <a:pt x="484" y="371"/>
                </a:lnTo>
                <a:lnTo>
                  <a:pt x="482" y="350"/>
                </a:lnTo>
                <a:lnTo>
                  <a:pt x="482" y="325"/>
                </a:lnTo>
                <a:lnTo>
                  <a:pt x="482" y="303"/>
                </a:lnTo>
                <a:lnTo>
                  <a:pt x="480" y="286"/>
                </a:lnTo>
                <a:lnTo>
                  <a:pt x="478" y="274"/>
                </a:lnTo>
                <a:close/>
                <a:moveTo>
                  <a:pt x="189" y="13"/>
                </a:moveTo>
                <a:lnTo>
                  <a:pt x="210" y="13"/>
                </a:lnTo>
                <a:lnTo>
                  <a:pt x="229" y="17"/>
                </a:lnTo>
                <a:lnTo>
                  <a:pt x="250" y="27"/>
                </a:lnTo>
                <a:lnTo>
                  <a:pt x="269" y="40"/>
                </a:lnTo>
                <a:lnTo>
                  <a:pt x="286" y="63"/>
                </a:lnTo>
                <a:lnTo>
                  <a:pt x="331" y="134"/>
                </a:lnTo>
                <a:lnTo>
                  <a:pt x="276" y="159"/>
                </a:lnTo>
                <a:lnTo>
                  <a:pt x="231" y="187"/>
                </a:lnTo>
                <a:lnTo>
                  <a:pt x="193" y="214"/>
                </a:lnTo>
                <a:lnTo>
                  <a:pt x="161" y="242"/>
                </a:lnTo>
                <a:lnTo>
                  <a:pt x="138" y="269"/>
                </a:lnTo>
                <a:lnTo>
                  <a:pt x="119" y="290"/>
                </a:lnTo>
                <a:lnTo>
                  <a:pt x="108" y="308"/>
                </a:lnTo>
                <a:lnTo>
                  <a:pt x="100" y="320"/>
                </a:lnTo>
                <a:lnTo>
                  <a:pt x="98" y="324"/>
                </a:lnTo>
                <a:lnTo>
                  <a:pt x="17" y="235"/>
                </a:lnTo>
                <a:lnTo>
                  <a:pt x="15" y="231"/>
                </a:lnTo>
                <a:lnTo>
                  <a:pt x="11" y="225"/>
                </a:lnTo>
                <a:lnTo>
                  <a:pt x="6" y="214"/>
                </a:lnTo>
                <a:lnTo>
                  <a:pt x="2" y="199"/>
                </a:lnTo>
                <a:lnTo>
                  <a:pt x="0" y="180"/>
                </a:lnTo>
                <a:lnTo>
                  <a:pt x="4" y="159"/>
                </a:lnTo>
                <a:lnTo>
                  <a:pt x="11" y="136"/>
                </a:lnTo>
                <a:lnTo>
                  <a:pt x="28" y="110"/>
                </a:lnTo>
                <a:lnTo>
                  <a:pt x="55" y="83"/>
                </a:lnTo>
                <a:lnTo>
                  <a:pt x="146" y="23"/>
                </a:lnTo>
                <a:lnTo>
                  <a:pt x="149" y="23"/>
                </a:lnTo>
                <a:lnTo>
                  <a:pt x="159" y="19"/>
                </a:lnTo>
                <a:lnTo>
                  <a:pt x="172" y="15"/>
                </a:lnTo>
                <a:lnTo>
                  <a:pt x="189" y="13"/>
                </a:lnTo>
                <a:close/>
                <a:moveTo>
                  <a:pt x="819" y="13"/>
                </a:moveTo>
                <a:lnTo>
                  <a:pt x="836" y="15"/>
                </a:lnTo>
                <a:lnTo>
                  <a:pt x="849" y="19"/>
                </a:lnTo>
                <a:lnTo>
                  <a:pt x="858" y="23"/>
                </a:lnTo>
                <a:lnTo>
                  <a:pt x="862" y="23"/>
                </a:lnTo>
                <a:lnTo>
                  <a:pt x="953" y="83"/>
                </a:lnTo>
                <a:lnTo>
                  <a:pt x="979" y="110"/>
                </a:lnTo>
                <a:lnTo>
                  <a:pt x="997" y="136"/>
                </a:lnTo>
                <a:lnTo>
                  <a:pt x="1004" y="159"/>
                </a:lnTo>
                <a:lnTo>
                  <a:pt x="1008" y="180"/>
                </a:lnTo>
                <a:lnTo>
                  <a:pt x="1006" y="199"/>
                </a:lnTo>
                <a:lnTo>
                  <a:pt x="1002" y="214"/>
                </a:lnTo>
                <a:lnTo>
                  <a:pt x="997" y="225"/>
                </a:lnTo>
                <a:lnTo>
                  <a:pt x="993" y="231"/>
                </a:lnTo>
                <a:lnTo>
                  <a:pt x="991" y="235"/>
                </a:lnTo>
                <a:lnTo>
                  <a:pt x="910" y="324"/>
                </a:lnTo>
                <a:lnTo>
                  <a:pt x="908" y="320"/>
                </a:lnTo>
                <a:lnTo>
                  <a:pt x="900" y="308"/>
                </a:lnTo>
                <a:lnTo>
                  <a:pt x="889" y="290"/>
                </a:lnTo>
                <a:lnTo>
                  <a:pt x="870" y="269"/>
                </a:lnTo>
                <a:lnTo>
                  <a:pt x="847" y="242"/>
                </a:lnTo>
                <a:lnTo>
                  <a:pt x="815" y="214"/>
                </a:lnTo>
                <a:lnTo>
                  <a:pt x="777" y="187"/>
                </a:lnTo>
                <a:lnTo>
                  <a:pt x="732" y="159"/>
                </a:lnTo>
                <a:lnTo>
                  <a:pt x="677" y="134"/>
                </a:lnTo>
                <a:lnTo>
                  <a:pt x="722" y="63"/>
                </a:lnTo>
                <a:lnTo>
                  <a:pt x="739" y="40"/>
                </a:lnTo>
                <a:lnTo>
                  <a:pt x="758" y="27"/>
                </a:lnTo>
                <a:lnTo>
                  <a:pt x="779" y="17"/>
                </a:lnTo>
                <a:lnTo>
                  <a:pt x="798" y="13"/>
                </a:lnTo>
                <a:lnTo>
                  <a:pt x="819" y="13"/>
                </a:lnTo>
                <a:close/>
                <a:moveTo>
                  <a:pt x="407" y="0"/>
                </a:moveTo>
                <a:lnTo>
                  <a:pt x="603" y="2"/>
                </a:lnTo>
                <a:lnTo>
                  <a:pt x="603" y="80"/>
                </a:lnTo>
                <a:lnTo>
                  <a:pt x="563" y="80"/>
                </a:lnTo>
                <a:lnTo>
                  <a:pt x="562" y="80"/>
                </a:lnTo>
                <a:lnTo>
                  <a:pt x="554" y="80"/>
                </a:lnTo>
                <a:lnTo>
                  <a:pt x="543" y="83"/>
                </a:lnTo>
                <a:lnTo>
                  <a:pt x="533" y="89"/>
                </a:lnTo>
                <a:lnTo>
                  <a:pt x="526" y="100"/>
                </a:lnTo>
                <a:lnTo>
                  <a:pt x="524" y="117"/>
                </a:lnTo>
                <a:lnTo>
                  <a:pt x="522" y="165"/>
                </a:lnTo>
                <a:lnTo>
                  <a:pt x="592" y="174"/>
                </a:lnTo>
                <a:lnTo>
                  <a:pt x="658" y="193"/>
                </a:lnTo>
                <a:lnTo>
                  <a:pt x="719" y="220"/>
                </a:lnTo>
                <a:lnTo>
                  <a:pt x="775" y="257"/>
                </a:lnTo>
                <a:lnTo>
                  <a:pt x="824" y="301"/>
                </a:lnTo>
                <a:lnTo>
                  <a:pt x="866" y="352"/>
                </a:lnTo>
                <a:lnTo>
                  <a:pt x="900" y="411"/>
                </a:lnTo>
                <a:lnTo>
                  <a:pt x="927" y="473"/>
                </a:lnTo>
                <a:lnTo>
                  <a:pt x="942" y="539"/>
                </a:lnTo>
                <a:lnTo>
                  <a:pt x="947" y="609"/>
                </a:lnTo>
                <a:lnTo>
                  <a:pt x="944" y="672"/>
                </a:lnTo>
                <a:lnTo>
                  <a:pt x="930" y="730"/>
                </a:lnTo>
                <a:lnTo>
                  <a:pt x="911" y="787"/>
                </a:lnTo>
                <a:lnTo>
                  <a:pt x="883" y="840"/>
                </a:lnTo>
                <a:lnTo>
                  <a:pt x="851" y="887"/>
                </a:lnTo>
                <a:lnTo>
                  <a:pt x="811" y="931"/>
                </a:lnTo>
                <a:lnTo>
                  <a:pt x="813" y="940"/>
                </a:lnTo>
                <a:lnTo>
                  <a:pt x="830" y="974"/>
                </a:lnTo>
                <a:lnTo>
                  <a:pt x="845" y="1003"/>
                </a:lnTo>
                <a:lnTo>
                  <a:pt x="858" y="1025"/>
                </a:lnTo>
                <a:lnTo>
                  <a:pt x="868" y="1041"/>
                </a:lnTo>
                <a:lnTo>
                  <a:pt x="874" y="1052"/>
                </a:lnTo>
                <a:lnTo>
                  <a:pt x="875" y="1056"/>
                </a:lnTo>
                <a:lnTo>
                  <a:pt x="874" y="1095"/>
                </a:lnTo>
                <a:lnTo>
                  <a:pt x="838" y="1095"/>
                </a:lnTo>
                <a:lnTo>
                  <a:pt x="834" y="1092"/>
                </a:lnTo>
                <a:lnTo>
                  <a:pt x="826" y="1082"/>
                </a:lnTo>
                <a:lnTo>
                  <a:pt x="815" y="1065"/>
                </a:lnTo>
                <a:lnTo>
                  <a:pt x="800" y="1042"/>
                </a:lnTo>
                <a:lnTo>
                  <a:pt x="783" y="1012"/>
                </a:lnTo>
                <a:lnTo>
                  <a:pt x="764" y="978"/>
                </a:lnTo>
                <a:lnTo>
                  <a:pt x="758" y="974"/>
                </a:lnTo>
                <a:lnTo>
                  <a:pt x="700" y="1008"/>
                </a:lnTo>
                <a:lnTo>
                  <a:pt x="639" y="1033"/>
                </a:lnTo>
                <a:lnTo>
                  <a:pt x="573" y="1048"/>
                </a:lnTo>
                <a:lnTo>
                  <a:pt x="503" y="1054"/>
                </a:lnTo>
                <a:lnTo>
                  <a:pt x="435" y="1048"/>
                </a:lnTo>
                <a:lnTo>
                  <a:pt x="369" y="1033"/>
                </a:lnTo>
                <a:lnTo>
                  <a:pt x="306" y="1008"/>
                </a:lnTo>
                <a:lnTo>
                  <a:pt x="250" y="976"/>
                </a:lnTo>
                <a:lnTo>
                  <a:pt x="242" y="978"/>
                </a:lnTo>
                <a:lnTo>
                  <a:pt x="229" y="1007"/>
                </a:lnTo>
                <a:lnTo>
                  <a:pt x="214" y="1031"/>
                </a:lnTo>
                <a:lnTo>
                  <a:pt x="200" y="1052"/>
                </a:lnTo>
                <a:lnTo>
                  <a:pt x="187" y="1069"/>
                </a:lnTo>
                <a:lnTo>
                  <a:pt x="178" y="1084"/>
                </a:lnTo>
                <a:lnTo>
                  <a:pt x="172" y="1092"/>
                </a:lnTo>
                <a:lnTo>
                  <a:pt x="170" y="1095"/>
                </a:lnTo>
                <a:lnTo>
                  <a:pt x="132" y="1095"/>
                </a:lnTo>
                <a:lnTo>
                  <a:pt x="130" y="1056"/>
                </a:lnTo>
                <a:lnTo>
                  <a:pt x="134" y="1052"/>
                </a:lnTo>
                <a:lnTo>
                  <a:pt x="142" y="1041"/>
                </a:lnTo>
                <a:lnTo>
                  <a:pt x="151" y="1024"/>
                </a:lnTo>
                <a:lnTo>
                  <a:pt x="165" y="1001"/>
                </a:lnTo>
                <a:lnTo>
                  <a:pt x="180" y="972"/>
                </a:lnTo>
                <a:lnTo>
                  <a:pt x="195" y="942"/>
                </a:lnTo>
                <a:lnTo>
                  <a:pt x="197" y="933"/>
                </a:lnTo>
                <a:lnTo>
                  <a:pt x="157" y="889"/>
                </a:lnTo>
                <a:lnTo>
                  <a:pt x="123" y="840"/>
                </a:lnTo>
                <a:lnTo>
                  <a:pt x="96" y="789"/>
                </a:lnTo>
                <a:lnTo>
                  <a:pt x="76" y="732"/>
                </a:lnTo>
                <a:lnTo>
                  <a:pt x="62" y="672"/>
                </a:lnTo>
                <a:lnTo>
                  <a:pt x="59" y="609"/>
                </a:lnTo>
                <a:lnTo>
                  <a:pt x="64" y="539"/>
                </a:lnTo>
                <a:lnTo>
                  <a:pt x="79" y="473"/>
                </a:lnTo>
                <a:lnTo>
                  <a:pt x="106" y="411"/>
                </a:lnTo>
                <a:lnTo>
                  <a:pt x="140" y="352"/>
                </a:lnTo>
                <a:lnTo>
                  <a:pt x="183" y="301"/>
                </a:lnTo>
                <a:lnTo>
                  <a:pt x="233" y="257"/>
                </a:lnTo>
                <a:lnTo>
                  <a:pt x="287" y="220"/>
                </a:lnTo>
                <a:lnTo>
                  <a:pt x="350" y="193"/>
                </a:lnTo>
                <a:lnTo>
                  <a:pt x="414" y="174"/>
                </a:lnTo>
                <a:lnTo>
                  <a:pt x="484" y="165"/>
                </a:lnTo>
                <a:lnTo>
                  <a:pt x="486" y="117"/>
                </a:lnTo>
                <a:lnTo>
                  <a:pt x="486" y="114"/>
                </a:lnTo>
                <a:lnTo>
                  <a:pt x="484" y="106"/>
                </a:lnTo>
                <a:lnTo>
                  <a:pt x="480" y="98"/>
                </a:lnTo>
                <a:lnTo>
                  <a:pt x="473" y="89"/>
                </a:lnTo>
                <a:lnTo>
                  <a:pt x="461" y="81"/>
                </a:lnTo>
                <a:lnTo>
                  <a:pt x="446" y="80"/>
                </a:lnTo>
                <a:lnTo>
                  <a:pt x="407" y="80"/>
                </a:lnTo>
                <a:lnTo>
                  <a:pt x="40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56" y="1232756"/>
            <a:ext cx="1080000" cy="1083960"/>
          </a:xfrm>
          <a:custGeom>
            <a:avLst/>
            <a:gdLst>
              <a:gd name="T0" fmla="*/ 642 w 1091"/>
              <a:gd name="T1" fmla="*/ 570 h 1095"/>
              <a:gd name="T2" fmla="*/ 605 w 1091"/>
              <a:gd name="T3" fmla="*/ 634 h 1095"/>
              <a:gd name="T4" fmla="*/ 552 w 1091"/>
              <a:gd name="T5" fmla="*/ 651 h 1095"/>
              <a:gd name="T6" fmla="*/ 487 w 1091"/>
              <a:gd name="T7" fmla="*/ 641 h 1095"/>
              <a:gd name="T8" fmla="*/ 446 w 1091"/>
              <a:gd name="T9" fmla="*/ 581 h 1095"/>
              <a:gd name="T10" fmla="*/ 448 w 1091"/>
              <a:gd name="T11" fmla="*/ 518 h 1095"/>
              <a:gd name="T12" fmla="*/ 546 w 1091"/>
              <a:gd name="T13" fmla="*/ 123 h 1095"/>
              <a:gd name="T14" fmla="*/ 293 w 1091"/>
              <a:gd name="T15" fmla="*/ 206 h 1095"/>
              <a:gd name="T16" fmla="*/ 266 w 1091"/>
              <a:gd name="T17" fmla="*/ 271 h 1095"/>
              <a:gd name="T18" fmla="*/ 255 w 1091"/>
              <a:gd name="T19" fmla="*/ 331 h 1095"/>
              <a:gd name="T20" fmla="*/ 226 w 1091"/>
              <a:gd name="T21" fmla="*/ 303 h 1095"/>
              <a:gd name="T22" fmla="*/ 173 w 1091"/>
              <a:gd name="T23" fmla="*/ 339 h 1095"/>
              <a:gd name="T24" fmla="*/ 141 w 1091"/>
              <a:gd name="T25" fmla="*/ 530 h 1095"/>
              <a:gd name="T26" fmla="*/ 202 w 1091"/>
              <a:gd name="T27" fmla="*/ 528 h 1095"/>
              <a:gd name="T28" fmla="*/ 160 w 1091"/>
              <a:gd name="T29" fmla="*/ 568 h 1095"/>
              <a:gd name="T30" fmla="*/ 128 w 1091"/>
              <a:gd name="T31" fmla="*/ 634 h 1095"/>
              <a:gd name="T32" fmla="*/ 219 w 1091"/>
              <a:gd name="T33" fmla="*/ 797 h 1095"/>
              <a:gd name="T34" fmla="*/ 259 w 1091"/>
              <a:gd name="T35" fmla="*/ 768 h 1095"/>
              <a:gd name="T36" fmla="*/ 270 w 1091"/>
              <a:gd name="T37" fmla="*/ 819 h 1095"/>
              <a:gd name="T38" fmla="*/ 243 w 1091"/>
              <a:gd name="T39" fmla="*/ 850 h 1095"/>
              <a:gd name="T40" fmla="*/ 459 w 1091"/>
              <a:gd name="T41" fmla="*/ 965 h 1095"/>
              <a:gd name="T42" fmla="*/ 525 w 1091"/>
              <a:gd name="T43" fmla="*/ 912 h 1095"/>
              <a:gd name="T44" fmla="*/ 565 w 1091"/>
              <a:gd name="T45" fmla="*/ 897 h 1095"/>
              <a:gd name="T46" fmla="*/ 565 w 1091"/>
              <a:gd name="T47" fmla="*/ 969 h 1095"/>
              <a:gd name="T48" fmla="*/ 748 w 1091"/>
              <a:gd name="T49" fmla="*/ 925 h 1095"/>
              <a:gd name="T50" fmla="*/ 843 w 1091"/>
              <a:gd name="T51" fmla="*/ 838 h 1095"/>
              <a:gd name="T52" fmla="*/ 803 w 1091"/>
              <a:gd name="T53" fmla="*/ 806 h 1095"/>
              <a:gd name="T54" fmla="*/ 835 w 1091"/>
              <a:gd name="T55" fmla="*/ 778 h 1095"/>
              <a:gd name="T56" fmla="*/ 883 w 1091"/>
              <a:gd name="T57" fmla="*/ 808 h 1095"/>
              <a:gd name="T58" fmla="*/ 964 w 1091"/>
              <a:gd name="T59" fmla="*/ 634 h 1095"/>
              <a:gd name="T60" fmla="*/ 939 w 1091"/>
              <a:gd name="T61" fmla="*/ 568 h 1095"/>
              <a:gd name="T62" fmla="*/ 888 w 1091"/>
              <a:gd name="T63" fmla="*/ 570 h 1095"/>
              <a:gd name="T64" fmla="*/ 924 w 1091"/>
              <a:gd name="T65" fmla="*/ 528 h 1095"/>
              <a:gd name="T66" fmla="*/ 964 w 1091"/>
              <a:gd name="T67" fmla="*/ 462 h 1095"/>
              <a:gd name="T68" fmla="*/ 881 w 1091"/>
              <a:gd name="T69" fmla="*/ 290 h 1095"/>
              <a:gd name="T70" fmla="*/ 837 w 1091"/>
              <a:gd name="T71" fmla="*/ 318 h 1095"/>
              <a:gd name="T72" fmla="*/ 801 w 1091"/>
              <a:gd name="T73" fmla="*/ 290 h 1095"/>
              <a:gd name="T74" fmla="*/ 841 w 1091"/>
              <a:gd name="T75" fmla="*/ 254 h 1095"/>
              <a:gd name="T76" fmla="*/ 682 w 1091"/>
              <a:gd name="T77" fmla="*/ 146 h 1095"/>
              <a:gd name="T78" fmla="*/ 622 w 1091"/>
              <a:gd name="T79" fmla="*/ 6 h 1095"/>
              <a:gd name="T80" fmla="*/ 881 w 1091"/>
              <a:gd name="T81" fmla="*/ 116 h 1095"/>
              <a:gd name="T82" fmla="*/ 1049 w 1091"/>
              <a:gd name="T83" fmla="*/ 335 h 1095"/>
              <a:gd name="T84" fmla="*/ 1087 w 1091"/>
              <a:gd name="T85" fmla="*/ 623 h 1095"/>
              <a:gd name="T86" fmla="*/ 979 w 1091"/>
              <a:gd name="T87" fmla="*/ 884 h 1095"/>
              <a:gd name="T88" fmla="*/ 760 w 1091"/>
              <a:gd name="T89" fmla="*/ 1052 h 1095"/>
              <a:gd name="T90" fmla="*/ 467 w 1091"/>
              <a:gd name="T91" fmla="*/ 1090 h 1095"/>
              <a:gd name="T92" fmla="*/ 187 w 1091"/>
              <a:gd name="T93" fmla="*/ 961 h 1095"/>
              <a:gd name="T94" fmla="*/ 22 w 1091"/>
              <a:gd name="T95" fmla="*/ 706 h 1095"/>
              <a:gd name="T96" fmla="*/ 22 w 1091"/>
              <a:gd name="T97" fmla="*/ 390 h 1095"/>
              <a:gd name="T98" fmla="*/ 187 w 1091"/>
              <a:gd name="T99" fmla="*/ 134 h 1095"/>
              <a:gd name="T100" fmla="*/ 467 w 1091"/>
              <a:gd name="T101" fmla="*/ 6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91" h="1095">
                <a:moveTo>
                  <a:pt x="544" y="161"/>
                </a:moveTo>
                <a:lnTo>
                  <a:pt x="633" y="511"/>
                </a:lnTo>
                <a:lnTo>
                  <a:pt x="641" y="543"/>
                </a:lnTo>
                <a:lnTo>
                  <a:pt x="642" y="570"/>
                </a:lnTo>
                <a:lnTo>
                  <a:pt x="637" y="590"/>
                </a:lnTo>
                <a:lnTo>
                  <a:pt x="629" y="609"/>
                </a:lnTo>
                <a:lnTo>
                  <a:pt x="618" y="623"/>
                </a:lnTo>
                <a:lnTo>
                  <a:pt x="605" y="634"/>
                </a:lnTo>
                <a:lnTo>
                  <a:pt x="589" y="641"/>
                </a:lnTo>
                <a:lnTo>
                  <a:pt x="574" y="647"/>
                </a:lnTo>
                <a:lnTo>
                  <a:pt x="561" y="649"/>
                </a:lnTo>
                <a:lnTo>
                  <a:pt x="552" y="651"/>
                </a:lnTo>
                <a:lnTo>
                  <a:pt x="544" y="653"/>
                </a:lnTo>
                <a:lnTo>
                  <a:pt x="542" y="653"/>
                </a:lnTo>
                <a:lnTo>
                  <a:pt x="512" y="649"/>
                </a:lnTo>
                <a:lnTo>
                  <a:pt x="487" y="641"/>
                </a:lnTo>
                <a:lnTo>
                  <a:pt x="470" y="630"/>
                </a:lnTo>
                <a:lnTo>
                  <a:pt x="459" y="615"/>
                </a:lnTo>
                <a:lnTo>
                  <a:pt x="450" y="598"/>
                </a:lnTo>
                <a:lnTo>
                  <a:pt x="446" y="581"/>
                </a:lnTo>
                <a:lnTo>
                  <a:pt x="444" y="562"/>
                </a:lnTo>
                <a:lnTo>
                  <a:pt x="444" y="545"/>
                </a:lnTo>
                <a:lnTo>
                  <a:pt x="446" y="532"/>
                </a:lnTo>
                <a:lnTo>
                  <a:pt x="448" y="518"/>
                </a:lnTo>
                <a:lnTo>
                  <a:pt x="450" y="511"/>
                </a:lnTo>
                <a:lnTo>
                  <a:pt x="451" y="509"/>
                </a:lnTo>
                <a:lnTo>
                  <a:pt x="544" y="161"/>
                </a:lnTo>
                <a:close/>
                <a:moveTo>
                  <a:pt x="546" y="123"/>
                </a:moveTo>
                <a:lnTo>
                  <a:pt x="476" y="129"/>
                </a:lnTo>
                <a:lnTo>
                  <a:pt x="410" y="146"/>
                </a:lnTo>
                <a:lnTo>
                  <a:pt x="349" y="170"/>
                </a:lnTo>
                <a:lnTo>
                  <a:pt x="293" y="206"/>
                </a:lnTo>
                <a:lnTo>
                  <a:pt x="243" y="250"/>
                </a:lnTo>
                <a:lnTo>
                  <a:pt x="247" y="256"/>
                </a:lnTo>
                <a:lnTo>
                  <a:pt x="257" y="263"/>
                </a:lnTo>
                <a:lnTo>
                  <a:pt x="266" y="271"/>
                </a:lnTo>
                <a:lnTo>
                  <a:pt x="277" y="280"/>
                </a:lnTo>
                <a:lnTo>
                  <a:pt x="283" y="286"/>
                </a:lnTo>
                <a:lnTo>
                  <a:pt x="287" y="288"/>
                </a:lnTo>
                <a:lnTo>
                  <a:pt x="255" y="331"/>
                </a:lnTo>
                <a:lnTo>
                  <a:pt x="253" y="327"/>
                </a:lnTo>
                <a:lnTo>
                  <a:pt x="245" y="322"/>
                </a:lnTo>
                <a:lnTo>
                  <a:pt x="236" y="312"/>
                </a:lnTo>
                <a:lnTo>
                  <a:pt x="226" y="303"/>
                </a:lnTo>
                <a:lnTo>
                  <a:pt x="217" y="293"/>
                </a:lnTo>
                <a:lnTo>
                  <a:pt x="211" y="288"/>
                </a:lnTo>
                <a:lnTo>
                  <a:pt x="208" y="286"/>
                </a:lnTo>
                <a:lnTo>
                  <a:pt x="173" y="339"/>
                </a:lnTo>
                <a:lnTo>
                  <a:pt x="147" y="399"/>
                </a:lnTo>
                <a:lnTo>
                  <a:pt x="128" y="464"/>
                </a:lnTo>
                <a:lnTo>
                  <a:pt x="121" y="530"/>
                </a:lnTo>
                <a:lnTo>
                  <a:pt x="141" y="530"/>
                </a:lnTo>
                <a:lnTo>
                  <a:pt x="164" y="528"/>
                </a:lnTo>
                <a:lnTo>
                  <a:pt x="183" y="528"/>
                </a:lnTo>
                <a:lnTo>
                  <a:pt x="196" y="528"/>
                </a:lnTo>
                <a:lnTo>
                  <a:pt x="202" y="528"/>
                </a:lnTo>
                <a:lnTo>
                  <a:pt x="200" y="568"/>
                </a:lnTo>
                <a:lnTo>
                  <a:pt x="194" y="568"/>
                </a:lnTo>
                <a:lnTo>
                  <a:pt x="179" y="568"/>
                </a:lnTo>
                <a:lnTo>
                  <a:pt x="160" y="568"/>
                </a:lnTo>
                <a:lnTo>
                  <a:pt x="141" y="566"/>
                </a:lnTo>
                <a:lnTo>
                  <a:pt x="126" y="568"/>
                </a:lnTo>
                <a:lnTo>
                  <a:pt x="121" y="568"/>
                </a:lnTo>
                <a:lnTo>
                  <a:pt x="128" y="634"/>
                </a:lnTo>
                <a:lnTo>
                  <a:pt x="145" y="694"/>
                </a:lnTo>
                <a:lnTo>
                  <a:pt x="172" y="753"/>
                </a:lnTo>
                <a:lnTo>
                  <a:pt x="206" y="806"/>
                </a:lnTo>
                <a:lnTo>
                  <a:pt x="219" y="797"/>
                </a:lnTo>
                <a:lnTo>
                  <a:pt x="232" y="787"/>
                </a:lnTo>
                <a:lnTo>
                  <a:pt x="245" y="778"/>
                </a:lnTo>
                <a:lnTo>
                  <a:pt x="255" y="772"/>
                </a:lnTo>
                <a:lnTo>
                  <a:pt x="259" y="768"/>
                </a:lnTo>
                <a:lnTo>
                  <a:pt x="289" y="800"/>
                </a:lnTo>
                <a:lnTo>
                  <a:pt x="285" y="804"/>
                </a:lnTo>
                <a:lnTo>
                  <a:pt x="279" y="810"/>
                </a:lnTo>
                <a:lnTo>
                  <a:pt x="270" y="819"/>
                </a:lnTo>
                <a:lnTo>
                  <a:pt x="260" y="829"/>
                </a:lnTo>
                <a:lnTo>
                  <a:pt x="251" y="838"/>
                </a:lnTo>
                <a:lnTo>
                  <a:pt x="245" y="846"/>
                </a:lnTo>
                <a:lnTo>
                  <a:pt x="243" y="850"/>
                </a:lnTo>
                <a:lnTo>
                  <a:pt x="283" y="885"/>
                </a:lnTo>
                <a:lnTo>
                  <a:pt x="336" y="920"/>
                </a:lnTo>
                <a:lnTo>
                  <a:pt x="395" y="948"/>
                </a:lnTo>
                <a:lnTo>
                  <a:pt x="459" y="965"/>
                </a:lnTo>
                <a:lnTo>
                  <a:pt x="525" y="974"/>
                </a:lnTo>
                <a:lnTo>
                  <a:pt x="525" y="954"/>
                </a:lnTo>
                <a:lnTo>
                  <a:pt x="525" y="933"/>
                </a:lnTo>
                <a:lnTo>
                  <a:pt x="525" y="912"/>
                </a:lnTo>
                <a:lnTo>
                  <a:pt x="527" y="897"/>
                </a:lnTo>
                <a:lnTo>
                  <a:pt x="527" y="891"/>
                </a:lnTo>
                <a:lnTo>
                  <a:pt x="565" y="891"/>
                </a:lnTo>
                <a:lnTo>
                  <a:pt x="565" y="897"/>
                </a:lnTo>
                <a:lnTo>
                  <a:pt x="565" y="914"/>
                </a:lnTo>
                <a:lnTo>
                  <a:pt x="563" y="933"/>
                </a:lnTo>
                <a:lnTo>
                  <a:pt x="563" y="954"/>
                </a:lnTo>
                <a:lnTo>
                  <a:pt x="565" y="969"/>
                </a:lnTo>
                <a:lnTo>
                  <a:pt x="565" y="974"/>
                </a:lnTo>
                <a:lnTo>
                  <a:pt x="631" y="967"/>
                </a:lnTo>
                <a:lnTo>
                  <a:pt x="692" y="950"/>
                </a:lnTo>
                <a:lnTo>
                  <a:pt x="748" y="925"/>
                </a:lnTo>
                <a:lnTo>
                  <a:pt x="801" y="891"/>
                </a:lnTo>
                <a:lnTo>
                  <a:pt x="849" y="851"/>
                </a:lnTo>
                <a:lnTo>
                  <a:pt x="849" y="846"/>
                </a:lnTo>
                <a:lnTo>
                  <a:pt x="843" y="838"/>
                </a:lnTo>
                <a:lnTo>
                  <a:pt x="832" y="829"/>
                </a:lnTo>
                <a:lnTo>
                  <a:pt x="822" y="819"/>
                </a:lnTo>
                <a:lnTo>
                  <a:pt x="811" y="812"/>
                </a:lnTo>
                <a:lnTo>
                  <a:pt x="803" y="806"/>
                </a:lnTo>
                <a:lnTo>
                  <a:pt x="799" y="802"/>
                </a:lnTo>
                <a:lnTo>
                  <a:pt x="824" y="768"/>
                </a:lnTo>
                <a:lnTo>
                  <a:pt x="828" y="772"/>
                </a:lnTo>
                <a:lnTo>
                  <a:pt x="835" y="778"/>
                </a:lnTo>
                <a:lnTo>
                  <a:pt x="847" y="785"/>
                </a:lnTo>
                <a:lnTo>
                  <a:pt x="860" y="795"/>
                </a:lnTo>
                <a:lnTo>
                  <a:pt x="873" y="802"/>
                </a:lnTo>
                <a:lnTo>
                  <a:pt x="883" y="808"/>
                </a:lnTo>
                <a:lnTo>
                  <a:pt x="886" y="808"/>
                </a:lnTo>
                <a:lnTo>
                  <a:pt x="920" y="755"/>
                </a:lnTo>
                <a:lnTo>
                  <a:pt x="947" y="696"/>
                </a:lnTo>
                <a:lnTo>
                  <a:pt x="964" y="634"/>
                </a:lnTo>
                <a:lnTo>
                  <a:pt x="973" y="570"/>
                </a:lnTo>
                <a:lnTo>
                  <a:pt x="968" y="568"/>
                </a:lnTo>
                <a:lnTo>
                  <a:pt x="956" y="568"/>
                </a:lnTo>
                <a:lnTo>
                  <a:pt x="939" y="568"/>
                </a:lnTo>
                <a:lnTo>
                  <a:pt x="922" y="568"/>
                </a:lnTo>
                <a:lnTo>
                  <a:pt x="905" y="568"/>
                </a:lnTo>
                <a:lnTo>
                  <a:pt x="894" y="570"/>
                </a:lnTo>
                <a:lnTo>
                  <a:pt x="888" y="570"/>
                </a:lnTo>
                <a:lnTo>
                  <a:pt x="886" y="528"/>
                </a:lnTo>
                <a:lnTo>
                  <a:pt x="892" y="528"/>
                </a:lnTo>
                <a:lnTo>
                  <a:pt x="905" y="528"/>
                </a:lnTo>
                <a:lnTo>
                  <a:pt x="924" y="528"/>
                </a:lnTo>
                <a:lnTo>
                  <a:pt x="943" y="528"/>
                </a:lnTo>
                <a:lnTo>
                  <a:pt x="960" y="528"/>
                </a:lnTo>
                <a:lnTo>
                  <a:pt x="973" y="528"/>
                </a:lnTo>
                <a:lnTo>
                  <a:pt x="964" y="462"/>
                </a:lnTo>
                <a:lnTo>
                  <a:pt x="945" y="399"/>
                </a:lnTo>
                <a:lnTo>
                  <a:pt x="918" y="341"/>
                </a:lnTo>
                <a:lnTo>
                  <a:pt x="884" y="288"/>
                </a:lnTo>
                <a:lnTo>
                  <a:pt x="881" y="290"/>
                </a:lnTo>
                <a:lnTo>
                  <a:pt x="871" y="293"/>
                </a:lnTo>
                <a:lnTo>
                  <a:pt x="860" y="301"/>
                </a:lnTo>
                <a:lnTo>
                  <a:pt x="849" y="310"/>
                </a:lnTo>
                <a:lnTo>
                  <a:pt x="837" y="318"/>
                </a:lnTo>
                <a:lnTo>
                  <a:pt x="830" y="325"/>
                </a:lnTo>
                <a:lnTo>
                  <a:pt x="828" y="327"/>
                </a:lnTo>
                <a:lnTo>
                  <a:pt x="797" y="291"/>
                </a:lnTo>
                <a:lnTo>
                  <a:pt x="801" y="290"/>
                </a:lnTo>
                <a:lnTo>
                  <a:pt x="809" y="282"/>
                </a:lnTo>
                <a:lnTo>
                  <a:pt x="818" y="273"/>
                </a:lnTo>
                <a:lnTo>
                  <a:pt x="830" y="263"/>
                </a:lnTo>
                <a:lnTo>
                  <a:pt x="841" y="254"/>
                </a:lnTo>
                <a:lnTo>
                  <a:pt x="850" y="248"/>
                </a:lnTo>
                <a:lnTo>
                  <a:pt x="799" y="206"/>
                </a:lnTo>
                <a:lnTo>
                  <a:pt x="745" y="170"/>
                </a:lnTo>
                <a:lnTo>
                  <a:pt x="682" y="146"/>
                </a:lnTo>
                <a:lnTo>
                  <a:pt x="616" y="129"/>
                </a:lnTo>
                <a:lnTo>
                  <a:pt x="546" y="123"/>
                </a:lnTo>
                <a:close/>
                <a:moveTo>
                  <a:pt x="546" y="0"/>
                </a:moveTo>
                <a:lnTo>
                  <a:pt x="622" y="6"/>
                </a:lnTo>
                <a:lnTo>
                  <a:pt x="692" y="21"/>
                </a:lnTo>
                <a:lnTo>
                  <a:pt x="760" y="44"/>
                </a:lnTo>
                <a:lnTo>
                  <a:pt x="822" y="76"/>
                </a:lnTo>
                <a:lnTo>
                  <a:pt x="881" y="116"/>
                </a:lnTo>
                <a:lnTo>
                  <a:pt x="932" y="161"/>
                </a:lnTo>
                <a:lnTo>
                  <a:pt x="979" y="214"/>
                </a:lnTo>
                <a:lnTo>
                  <a:pt x="1017" y="273"/>
                </a:lnTo>
                <a:lnTo>
                  <a:pt x="1049" y="335"/>
                </a:lnTo>
                <a:lnTo>
                  <a:pt x="1072" y="403"/>
                </a:lnTo>
                <a:lnTo>
                  <a:pt x="1087" y="473"/>
                </a:lnTo>
                <a:lnTo>
                  <a:pt x="1091" y="549"/>
                </a:lnTo>
                <a:lnTo>
                  <a:pt x="1087" y="623"/>
                </a:lnTo>
                <a:lnTo>
                  <a:pt x="1072" y="694"/>
                </a:lnTo>
                <a:lnTo>
                  <a:pt x="1049" y="761"/>
                </a:lnTo>
                <a:lnTo>
                  <a:pt x="1017" y="825"/>
                </a:lnTo>
                <a:lnTo>
                  <a:pt x="979" y="884"/>
                </a:lnTo>
                <a:lnTo>
                  <a:pt x="932" y="935"/>
                </a:lnTo>
                <a:lnTo>
                  <a:pt x="881" y="982"/>
                </a:lnTo>
                <a:lnTo>
                  <a:pt x="822" y="1022"/>
                </a:lnTo>
                <a:lnTo>
                  <a:pt x="760" y="1052"/>
                </a:lnTo>
                <a:lnTo>
                  <a:pt x="692" y="1077"/>
                </a:lnTo>
                <a:lnTo>
                  <a:pt x="622" y="1092"/>
                </a:lnTo>
                <a:lnTo>
                  <a:pt x="546" y="1095"/>
                </a:lnTo>
                <a:lnTo>
                  <a:pt x="467" y="1090"/>
                </a:lnTo>
                <a:lnTo>
                  <a:pt x="389" y="1073"/>
                </a:lnTo>
                <a:lnTo>
                  <a:pt x="315" y="1044"/>
                </a:lnTo>
                <a:lnTo>
                  <a:pt x="249" y="1008"/>
                </a:lnTo>
                <a:lnTo>
                  <a:pt x="187" y="961"/>
                </a:lnTo>
                <a:lnTo>
                  <a:pt x="134" y="908"/>
                </a:lnTo>
                <a:lnTo>
                  <a:pt x="86" y="846"/>
                </a:lnTo>
                <a:lnTo>
                  <a:pt x="51" y="780"/>
                </a:lnTo>
                <a:lnTo>
                  <a:pt x="22" y="706"/>
                </a:lnTo>
                <a:lnTo>
                  <a:pt x="5" y="628"/>
                </a:lnTo>
                <a:lnTo>
                  <a:pt x="0" y="549"/>
                </a:lnTo>
                <a:lnTo>
                  <a:pt x="5" y="467"/>
                </a:lnTo>
                <a:lnTo>
                  <a:pt x="22" y="390"/>
                </a:lnTo>
                <a:lnTo>
                  <a:pt x="51" y="318"/>
                </a:lnTo>
                <a:lnTo>
                  <a:pt x="86" y="250"/>
                </a:lnTo>
                <a:lnTo>
                  <a:pt x="134" y="189"/>
                </a:lnTo>
                <a:lnTo>
                  <a:pt x="187" y="134"/>
                </a:lnTo>
                <a:lnTo>
                  <a:pt x="249" y="89"/>
                </a:lnTo>
                <a:lnTo>
                  <a:pt x="315" y="51"/>
                </a:lnTo>
                <a:lnTo>
                  <a:pt x="389" y="23"/>
                </a:lnTo>
                <a:lnTo>
                  <a:pt x="467" y="6"/>
                </a:lnTo>
                <a:lnTo>
                  <a:pt x="54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99108" y="1232756"/>
            <a:ext cx="909370" cy="1080000"/>
          </a:xfrm>
          <a:custGeom>
            <a:avLst/>
            <a:gdLst>
              <a:gd name="T0" fmla="*/ 476 w 922"/>
              <a:gd name="T1" fmla="*/ 318 h 1095"/>
              <a:gd name="T2" fmla="*/ 486 w 922"/>
              <a:gd name="T3" fmla="*/ 617 h 1095"/>
              <a:gd name="T4" fmla="*/ 512 w 922"/>
              <a:gd name="T5" fmla="*/ 668 h 1095"/>
              <a:gd name="T6" fmla="*/ 459 w 922"/>
              <a:gd name="T7" fmla="*/ 719 h 1095"/>
              <a:gd name="T8" fmla="*/ 408 w 922"/>
              <a:gd name="T9" fmla="*/ 668 h 1095"/>
              <a:gd name="T10" fmla="*/ 435 w 922"/>
              <a:gd name="T11" fmla="*/ 617 h 1095"/>
              <a:gd name="T12" fmla="*/ 444 w 922"/>
              <a:gd name="T13" fmla="*/ 318 h 1095"/>
              <a:gd name="T14" fmla="*/ 461 w 922"/>
              <a:gd name="T15" fmla="*/ 273 h 1095"/>
              <a:gd name="T16" fmla="*/ 247 w 922"/>
              <a:gd name="T17" fmla="*/ 344 h 1095"/>
              <a:gd name="T18" fmla="*/ 230 w 922"/>
              <a:gd name="T19" fmla="*/ 403 h 1095"/>
              <a:gd name="T20" fmla="*/ 211 w 922"/>
              <a:gd name="T21" fmla="*/ 447 h 1095"/>
              <a:gd name="T22" fmla="*/ 177 w 922"/>
              <a:gd name="T23" fmla="*/ 413 h 1095"/>
              <a:gd name="T24" fmla="*/ 107 w 922"/>
              <a:gd name="T25" fmla="*/ 562 h 1095"/>
              <a:gd name="T26" fmla="*/ 164 w 922"/>
              <a:gd name="T27" fmla="*/ 617 h 1095"/>
              <a:gd name="T28" fmla="*/ 151 w 922"/>
              <a:gd name="T29" fmla="*/ 649 h 1095"/>
              <a:gd name="T30" fmla="*/ 100 w 922"/>
              <a:gd name="T31" fmla="*/ 649 h 1095"/>
              <a:gd name="T32" fmla="*/ 174 w 922"/>
              <a:gd name="T33" fmla="*/ 851 h 1095"/>
              <a:gd name="T34" fmla="*/ 215 w 922"/>
              <a:gd name="T35" fmla="*/ 821 h 1095"/>
              <a:gd name="T36" fmla="*/ 232 w 922"/>
              <a:gd name="T37" fmla="*/ 857 h 1095"/>
              <a:gd name="T38" fmla="*/ 206 w 922"/>
              <a:gd name="T39" fmla="*/ 887 h 1095"/>
              <a:gd name="T40" fmla="*/ 387 w 922"/>
              <a:gd name="T41" fmla="*/ 986 h 1095"/>
              <a:gd name="T42" fmla="*/ 444 w 922"/>
              <a:gd name="T43" fmla="*/ 940 h 1095"/>
              <a:gd name="T44" fmla="*/ 476 w 922"/>
              <a:gd name="T45" fmla="*/ 929 h 1095"/>
              <a:gd name="T46" fmla="*/ 476 w 922"/>
              <a:gd name="T47" fmla="*/ 988 h 1095"/>
              <a:gd name="T48" fmla="*/ 633 w 922"/>
              <a:gd name="T49" fmla="*/ 952 h 1095"/>
              <a:gd name="T50" fmla="*/ 709 w 922"/>
              <a:gd name="T51" fmla="*/ 876 h 1095"/>
              <a:gd name="T52" fmla="*/ 677 w 922"/>
              <a:gd name="T53" fmla="*/ 848 h 1095"/>
              <a:gd name="T54" fmla="*/ 722 w 922"/>
              <a:gd name="T55" fmla="*/ 838 h 1095"/>
              <a:gd name="T56" fmla="*/ 779 w 922"/>
              <a:gd name="T57" fmla="*/ 808 h 1095"/>
              <a:gd name="T58" fmla="*/ 817 w 922"/>
              <a:gd name="T59" fmla="*/ 649 h 1095"/>
              <a:gd name="T60" fmla="*/ 756 w 922"/>
              <a:gd name="T61" fmla="*/ 651 h 1095"/>
              <a:gd name="T62" fmla="*/ 771 w 922"/>
              <a:gd name="T63" fmla="*/ 615 h 1095"/>
              <a:gd name="T64" fmla="*/ 815 w 922"/>
              <a:gd name="T65" fmla="*/ 560 h 1095"/>
              <a:gd name="T66" fmla="*/ 743 w 922"/>
              <a:gd name="T67" fmla="*/ 414 h 1095"/>
              <a:gd name="T68" fmla="*/ 701 w 922"/>
              <a:gd name="T69" fmla="*/ 443 h 1095"/>
              <a:gd name="T70" fmla="*/ 686 w 922"/>
              <a:gd name="T71" fmla="*/ 405 h 1095"/>
              <a:gd name="T72" fmla="*/ 677 w 922"/>
              <a:gd name="T73" fmla="*/ 343 h 1095"/>
              <a:gd name="T74" fmla="*/ 461 w 922"/>
              <a:gd name="T75" fmla="*/ 273 h 1095"/>
              <a:gd name="T76" fmla="*/ 554 w 922"/>
              <a:gd name="T77" fmla="*/ 2 h 1095"/>
              <a:gd name="T78" fmla="*/ 582 w 922"/>
              <a:gd name="T79" fmla="*/ 36 h 1095"/>
              <a:gd name="T80" fmla="*/ 569 w 922"/>
              <a:gd name="T81" fmla="*/ 61 h 1095"/>
              <a:gd name="T82" fmla="*/ 510 w 922"/>
              <a:gd name="T83" fmla="*/ 170 h 1095"/>
              <a:gd name="T84" fmla="*/ 654 w 922"/>
              <a:gd name="T85" fmla="*/ 212 h 1095"/>
              <a:gd name="T86" fmla="*/ 741 w 922"/>
              <a:gd name="T87" fmla="*/ 172 h 1095"/>
              <a:gd name="T88" fmla="*/ 807 w 922"/>
              <a:gd name="T89" fmla="*/ 225 h 1095"/>
              <a:gd name="T90" fmla="*/ 879 w 922"/>
              <a:gd name="T91" fmla="*/ 435 h 1095"/>
              <a:gd name="T92" fmla="*/ 917 w 922"/>
              <a:gd name="T93" fmla="*/ 702 h 1095"/>
              <a:gd name="T94" fmla="*/ 809 w 922"/>
              <a:gd name="T95" fmla="*/ 937 h 1095"/>
              <a:gd name="T96" fmla="*/ 595 w 922"/>
              <a:gd name="T97" fmla="*/ 1077 h 1095"/>
              <a:gd name="T98" fmla="*/ 329 w 922"/>
              <a:gd name="T99" fmla="*/ 1077 h 1095"/>
              <a:gd name="T100" fmla="*/ 113 w 922"/>
              <a:gd name="T101" fmla="*/ 937 h 1095"/>
              <a:gd name="T102" fmla="*/ 3 w 922"/>
              <a:gd name="T103" fmla="*/ 702 h 1095"/>
              <a:gd name="T104" fmla="*/ 51 w 922"/>
              <a:gd name="T105" fmla="*/ 424 h 1095"/>
              <a:gd name="T106" fmla="*/ 234 w 922"/>
              <a:gd name="T107" fmla="*/ 223 h 1095"/>
              <a:gd name="T108" fmla="*/ 412 w 922"/>
              <a:gd name="T109" fmla="*/ 68 h 1095"/>
              <a:gd name="T110" fmla="*/ 357 w 922"/>
              <a:gd name="T111" fmla="*/ 63 h 1095"/>
              <a:gd name="T112" fmla="*/ 346 w 922"/>
              <a:gd name="T113" fmla="*/ 30 h 1095"/>
              <a:gd name="T114" fmla="*/ 380 w 922"/>
              <a:gd name="T115" fmla="*/ 0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22" h="1095">
                <a:moveTo>
                  <a:pt x="461" y="308"/>
                </a:moveTo>
                <a:lnTo>
                  <a:pt x="467" y="310"/>
                </a:lnTo>
                <a:lnTo>
                  <a:pt x="472" y="314"/>
                </a:lnTo>
                <a:lnTo>
                  <a:pt x="476" y="318"/>
                </a:lnTo>
                <a:lnTo>
                  <a:pt x="478" y="325"/>
                </a:lnTo>
                <a:lnTo>
                  <a:pt x="478" y="613"/>
                </a:lnTo>
                <a:lnTo>
                  <a:pt x="480" y="615"/>
                </a:lnTo>
                <a:lnTo>
                  <a:pt x="486" y="617"/>
                </a:lnTo>
                <a:lnTo>
                  <a:pt x="495" y="623"/>
                </a:lnTo>
                <a:lnTo>
                  <a:pt x="503" y="632"/>
                </a:lnTo>
                <a:lnTo>
                  <a:pt x="508" y="647"/>
                </a:lnTo>
                <a:lnTo>
                  <a:pt x="512" y="668"/>
                </a:lnTo>
                <a:lnTo>
                  <a:pt x="508" y="689"/>
                </a:lnTo>
                <a:lnTo>
                  <a:pt x="497" y="704"/>
                </a:lnTo>
                <a:lnTo>
                  <a:pt x="480" y="715"/>
                </a:lnTo>
                <a:lnTo>
                  <a:pt x="459" y="719"/>
                </a:lnTo>
                <a:lnTo>
                  <a:pt x="438" y="715"/>
                </a:lnTo>
                <a:lnTo>
                  <a:pt x="423" y="704"/>
                </a:lnTo>
                <a:lnTo>
                  <a:pt x="412" y="689"/>
                </a:lnTo>
                <a:lnTo>
                  <a:pt x="408" y="668"/>
                </a:lnTo>
                <a:lnTo>
                  <a:pt x="410" y="647"/>
                </a:lnTo>
                <a:lnTo>
                  <a:pt x="418" y="632"/>
                </a:lnTo>
                <a:lnTo>
                  <a:pt x="425" y="623"/>
                </a:lnTo>
                <a:lnTo>
                  <a:pt x="435" y="617"/>
                </a:lnTo>
                <a:lnTo>
                  <a:pt x="440" y="615"/>
                </a:lnTo>
                <a:lnTo>
                  <a:pt x="444" y="615"/>
                </a:lnTo>
                <a:lnTo>
                  <a:pt x="444" y="325"/>
                </a:lnTo>
                <a:lnTo>
                  <a:pt x="444" y="318"/>
                </a:lnTo>
                <a:lnTo>
                  <a:pt x="448" y="314"/>
                </a:lnTo>
                <a:lnTo>
                  <a:pt x="454" y="310"/>
                </a:lnTo>
                <a:lnTo>
                  <a:pt x="461" y="308"/>
                </a:lnTo>
                <a:close/>
                <a:moveTo>
                  <a:pt x="461" y="273"/>
                </a:moveTo>
                <a:lnTo>
                  <a:pt x="402" y="278"/>
                </a:lnTo>
                <a:lnTo>
                  <a:pt x="348" y="291"/>
                </a:lnTo>
                <a:lnTo>
                  <a:pt x="295" y="314"/>
                </a:lnTo>
                <a:lnTo>
                  <a:pt x="247" y="344"/>
                </a:lnTo>
                <a:lnTo>
                  <a:pt x="204" y="380"/>
                </a:lnTo>
                <a:lnTo>
                  <a:pt x="211" y="386"/>
                </a:lnTo>
                <a:lnTo>
                  <a:pt x="221" y="394"/>
                </a:lnTo>
                <a:lnTo>
                  <a:pt x="230" y="403"/>
                </a:lnTo>
                <a:lnTo>
                  <a:pt x="238" y="409"/>
                </a:lnTo>
                <a:lnTo>
                  <a:pt x="242" y="413"/>
                </a:lnTo>
                <a:lnTo>
                  <a:pt x="215" y="448"/>
                </a:lnTo>
                <a:lnTo>
                  <a:pt x="211" y="447"/>
                </a:lnTo>
                <a:lnTo>
                  <a:pt x="206" y="439"/>
                </a:lnTo>
                <a:lnTo>
                  <a:pt x="196" y="430"/>
                </a:lnTo>
                <a:lnTo>
                  <a:pt x="187" y="420"/>
                </a:lnTo>
                <a:lnTo>
                  <a:pt x="177" y="413"/>
                </a:lnTo>
                <a:lnTo>
                  <a:pt x="176" y="411"/>
                </a:lnTo>
                <a:lnTo>
                  <a:pt x="147" y="456"/>
                </a:lnTo>
                <a:lnTo>
                  <a:pt x="124" y="507"/>
                </a:lnTo>
                <a:lnTo>
                  <a:pt x="107" y="562"/>
                </a:lnTo>
                <a:lnTo>
                  <a:pt x="102" y="617"/>
                </a:lnTo>
                <a:lnTo>
                  <a:pt x="124" y="617"/>
                </a:lnTo>
                <a:lnTo>
                  <a:pt x="147" y="617"/>
                </a:lnTo>
                <a:lnTo>
                  <a:pt x="164" y="617"/>
                </a:lnTo>
                <a:lnTo>
                  <a:pt x="170" y="615"/>
                </a:lnTo>
                <a:lnTo>
                  <a:pt x="170" y="649"/>
                </a:lnTo>
                <a:lnTo>
                  <a:pt x="164" y="649"/>
                </a:lnTo>
                <a:lnTo>
                  <a:pt x="151" y="649"/>
                </a:lnTo>
                <a:lnTo>
                  <a:pt x="136" y="649"/>
                </a:lnTo>
                <a:lnTo>
                  <a:pt x="119" y="649"/>
                </a:lnTo>
                <a:lnTo>
                  <a:pt x="106" y="649"/>
                </a:lnTo>
                <a:lnTo>
                  <a:pt x="100" y="649"/>
                </a:lnTo>
                <a:lnTo>
                  <a:pt x="107" y="704"/>
                </a:lnTo>
                <a:lnTo>
                  <a:pt x="123" y="757"/>
                </a:lnTo>
                <a:lnTo>
                  <a:pt x="143" y="806"/>
                </a:lnTo>
                <a:lnTo>
                  <a:pt x="174" y="851"/>
                </a:lnTo>
                <a:lnTo>
                  <a:pt x="183" y="844"/>
                </a:lnTo>
                <a:lnTo>
                  <a:pt x="196" y="834"/>
                </a:lnTo>
                <a:lnTo>
                  <a:pt x="206" y="827"/>
                </a:lnTo>
                <a:lnTo>
                  <a:pt x="215" y="821"/>
                </a:lnTo>
                <a:lnTo>
                  <a:pt x="217" y="819"/>
                </a:lnTo>
                <a:lnTo>
                  <a:pt x="244" y="848"/>
                </a:lnTo>
                <a:lnTo>
                  <a:pt x="240" y="850"/>
                </a:lnTo>
                <a:lnTo>
                  <a:pt x="232" y="857"/>
                </a:lnTo>
                <a:lnTo>
                  <a:pt x="223" y="867"/>
                </a:lnTo>
                <a:lnTo>
                  <a:pt x="213" y="876"/>
                </a:lnTo>
                <a:lnTo>
                  <a:pt x="208" y="884"/>
                </a:lnTo>
                <a:lnTo>
                  <a:pt x="206" y="887"/>
                </a:lnTo>
                <a:lnTo>
                  <a:pt x="240" y="918"/>
                </a:lnTo>
                <a:lnTo>
                  <a:pt x="283" y="948"/>
                </a:lnTo>
                <a:lnTo>
                  <a:pt x="334" y="971"/>
                </a:lnTo>
                <a:lnTo>
                  <a:pt x="387" y="986"/>
                </a:lnTo>
                <a:lnTo>
                  <a:pt x="444" y="993"/>
                </a:lnTo>
                <a:lnTo>
                  <a:pt x="444" y="976"/>
                </a:lnTo>
                <a:lnTo>
                  <a:pt x="444" y="957"/>
                </a:lnTo>
                <a:lnTo>
                  <a:pt x="444" y="940"/>
                </a:lnTo>
                <a:lnTo>
                  <a:pt x="444" y="927"/>
                </a:lnTo>
                <a:lnTo>
                  <a:pt x="444" y="923"/>
                </a:lnTo>
                <a:lnTo>
                  <a:pt x="476" y="923"/>
                </a:lnTo>
                <a:lnTo>
                  <a:pt x="476" y="929"/>
                </a:lnTo>
                <a:lnTo>
                  <a:pt x="476" y="942"/>
                </a:lnTo>
                <a:lnTo>
                  <a:pt x="476" y="957"/>
                </a:lnTo>
                <a:lnTo>
                  <a:pt x="476" y="974"/>
                </a:lnTo>
                <a:lnTo>
                  <a:pt x="476" y="988"/>
                </a:lnTo>
                <a:lnTo>
                  <a:pt x="478" y="993"/>
                </a:lnTo>
                <a:lnTo>
                  <a:pt x="533" y="986"/>
                </a:lnTo>
                <a:lnTo>
                  <a:pt x="584" y="972"/>
                </a:lnTo>
                <a:lnTo>
                  <a:pt x="633" y="952"/>
                </a:lnTo>
                <a:lnTo>
                  <a:pt x="677" y="923"/>
                </a:lnTo>
                <a:lnTo>
                  <a:pt x="716" y="889"/>
                </a:lnTo>
                <a:lnTo>
                  <a:pt x="716" y="884"/>
                </a:lnTo>
                <a:lnTo>
                  <a:pt x="709" y="876"/>
                </a:lnTo>
                <a:lnTo>
                  <a:pt x="699" y="867"/>
                </a:lnTo>
                <a:lnTo>
                  <a:pt x="688" y="857"/>
                </a:lnTo>
                <a:lnTo>
                  <a:pt x="679" y="851"/>
                </a:lnTo>
                <a:lnTo>
                  <a:pt x="677" y="848"/>
                </a:lnTo>
                <a:lnTo>
                  <a:pt x="696" y="819"/>
                </a:lnTo>
                <a:lnTo>
                  <a:pt x="699" y="823"/>
                </a:lnTo>
                <a:lnTo>
                  <a:pt x="709" y="829"/>
                </a:lnTo>
                <a:lnTo>
                  <a:pt x="722" y="838"/>
                </a:lnTo>
                <a:lnTo>
                  <a:pt x="733" y="846"/>
                </a:lnTo>
                <a:lnTo>
                  <a:pt x="745" y="851"/>
                </a:lnTo>
                <a:lnTo>
                  <a:pt x="748" y="851"/>
                </a:lnTo>
                <a:lnTo>
                  <a:pt x="779" y="808"/>
                </a:lnTo>
                <a:lnTo>
                  <a:pt x="800" y="759"/>
                </a:lnTo>
                <a:lnTo>
                  <a:pt x="815" y="706"/>
                </a:lnTo>
                <a:lnTo>
                  <a:pt x="822" y="651"/>
                </a:lnTo>
                <a:lnTo>
                  <a:pt x="817" y="649"/>
                </a:lnTo>
                <a:lnTo>
                  <a:pt x="803" y="649"/>
                </a:lnTo>
                <a:lnTo>
                  <a:pt x="786" y="649"/>
                </a:lnTo>
                <a:lnTo>
                  <a:pt x="769" y="649"/>
                </a:lnTo>
                <a:lnTo>
                  <a:pt x="756" y="651"/>
                </a:lnTo>
                <a:lnTo>
                  <a:pt x="750" y="651"/>
                </a:lnTo>
                <a:lnTo>
                  <a:pt x="750" y="615"/>
                </a:lnTo>
                <a:lnTo>
                  <a:pt x="756" y="615"/>
                </a:lnTo>
                <a:lnTo>
                  <a:pt x="771" y="615"/>
                </a:lnTo>
                <a:lnTo>
                  <a:pt x="790" y="615"/>
                </a:lnTo>
                <a:lnTo>
                  <a:pt x="809" y="615"/>
                </a:lnTo>
                <a:lnTo>
                  <a:pt x="822" y="615"/>
                </a:lnTo>
                <a:lnTo>
                  <a:pt x="815" y="560"/>
                </a:lnTo>
                <a:lnTo>
                  <a:pt x="800" y="507"/>
                </a:lnTo>
                <a:lnTo>
                  <a:pt x="777" y="458"/>
                </a:lnTo>
                <a:lnTo>
                  <a:pt x="747" y="413"/>
                </a:lnTo>
                <a:lnTo>
                  <a:pt x="743" y="414"/>
                </a:lnTo>
                <a:lnTo>
                  <a:pt x="733" y="420"/>
                </a:lnTo>
                <a:lnTo>
                  <a:pt x="722" y="428"/>
                </a:lnTo>
                <a:lnTo>
                  <a:pt x="711" y="437"/>
                </a:lnTo>
                <a:lnTo>
                  <a:pt x="701" y="443"/>
                </a:lnTo>
                <a:lnTo>
                  <a:pt x="699" y="447"/>
                </a:lnTo>
                <a:lnTo>
                  <a:pt x="675" y="416"/>
                </a:lnTo>
                <a:lnTo>
                  <a:pt x="677" y="413"/>
                </a:lnTo>
                <a:lnTo>
                  <a:pt x="686" y="405"/>
                </a:lnTo>
                <a:lnTo>
                  <a:pt x="697" y="395"/>
                </a:lnTo>
                <a:lnTo>
                  <a:pt x="709" y="386"/>
                </a:lnTo>
                <a:lnTo>
                  <a:pt x="718" y="378"/>
                </a:lnTo>
                <a:lnTo>
                  <a:pt x="677" y="343"/>
                </a:lnTo>
                <a:lnTo>
                  <a:pt x="627" y="314"/>
                </a:lnTo>
                <a:lnTo>
                  <a:pt x="576" y="291"/>
                </a:lnTo>
                <a:lnTo>
                  <a:pt x="520" y="278"/>
                </a:lnTo>
                <a:lnTo>
                  <a:pt x="461" y="273"/>
                </a:lnTo>
                <a:close/>
                <a:moveTo>
                  <a:pt x="380" y="0"/>
                </a:moveTo>
                <a:lnTo>
                  <a:pt x="544" y="0"/>
                </a:lnTo>
                <a:lnTo>
                  <a:pt x="548" y="0"/>
                </a:lnTo>
                <a:lnTo>
                  <a:pt x="554" y="2"/>
                </a:lnTo>
                <a:lnTo>
                  <a:pt x="563" y="6"/>
                </a:lnTo>
                <a:lnTo>
                  <a:pt x="573" y="11"/>
                </a:lnTo>
                <a:lnTo>
                  <a:pt x="578" y="21"/>
                </a:lnTo>
                <a:lnTo>
                  <a:pt x="582" y="36"/>
                </a:lnTo>
                <a:lnTo>
                  <a:pt x="580" y="38"/>
                </a:lnTo>
                <a:lnTo>
                  <a:pt x="580" y="44"/>
                </a:lnTo>
                <a:lnTo>
                  <a:pt x="576" y="53"/>
                </a:lnTo>
                <a:lnTo>
                  <a:pt x="569" y="61"/>
                </a:lnTo>
                <a:lnTo>
                  <a:pt x="559" y="66"/>
                </a:lnTo>
                <a:lnTo>
                  <a:pt x="544" y="68"/>
                </a:lnTo>
                <a:lnTo>
                  <a:pt x="510" y="68"/>
                </a:lnTo>
                <a:lnTo>
                  <a:pt x="510" y="170"/>
                </a:lnTo>
                <a:lnTo>
                  <a:pt x="554" y="176"/>
                </a:lnTo>
                <a:lnTo>
                  <a:pt x="590" y="186"/>
                </a:lnTo>
                <a:lnTo>
                  <a:pt x="624" y="197"/>
                </a:lnTo>
                <a:lnTo>
                  <a:pt x="654" y="212"/>
                </a:lnTo>
                <a:lnTo>
                  <a:pt x="684" y="229"/>
                </a:lnTo>
                <a:lnTo>
                  <a:pt x="714" y="246"/>
                </a:lnTo>
                <a:lnTo>
                  <a:pt x="766" y="195"/>
                </a:lnTo>
                <a:lnTo>
                  <a:pt x="741" y="172"/>
                </a:lnTo>
                <a:lnTo>
                  <a:pt x="773" y="138"/>
                </a:lnTo>
                <a:lnTo>
                  <a:pt x="860" y="208"/>
                </a:lnTo>
                <a:lnTo>
                  <a:pt x="826" y="242"/>
                </a:lnTo>
                <a:lnTo>
                  <a:pt x="807" y="225"/>
                </a:lnTo>
                <a:lnTo>
                  <a:pt x="760" y="280"/>
                </a:lnTo>
                <a:lnTo>
                  <a:pt x="807" y="325"/>
                </a:lnTo>
                <a:lnTo>
                  <a:pt x="847" y="378"/>
                </a:lnTo>
                <a:lnTo>
                  <a:pt x="879" y="435"/>
                </a:lnTo>
                <a:lnTo>
                  <a:pt x="902" y="498"/>
                </a:lnTo>
                <a:lnTo>
                  <a:pt x="917" y="564"/>
                </a:lnTo>
                <a:lnTo>
                  <a:pt x="922" y="632"/>
                </a:lnTo>
                <a:lnTo>
                  <a:pt x="917" y="702"/>
                </a:lnTo>
                <a:lnTo>
                  <a:pt x="902" y="766"/>
                </a:lnTo>
                <a:lnTo>
                  <a:pt x="879" y="829"/>
                </a:lnTo>
                <a:lnTo>
                  <a:pt x="849" y="885"/>
                </a:lnTo>
                <a:lnTo>
                  <a:pt x="809" y="937"/>
                </a:lnTo>
                <a:lnTo>
                  <a:pt x="764" y="982"/>
                </a:lnTo>
                <a:lnTo>
                  <a:pt x="713" y="1022"/>
                </a:lnTo>
                <a:lnTo>
                  <a:pt x="656" y="1052"/>
                </a:lnTo>
                <a:lnTo>
                  <a:pt x="595" y="1077"/>
                </a:lnTo>
                <a:lnTo>
                  <a:pt x="529" y="1092"/>
                </a:lnTo>
                <a:lnTo>
                  <a:pt x="461" y="1095"/>
                </a:lnTo>
                <a:lnTo>
                  <a:pt x="393" y="1092"/>
                </a:lnTo>
                <a:lnTo>
                  <a:pt x="329" y="1077"/>
                </a:lnTo>
                <a:lnTo>
                  <a:pt x="266" y="1052"/>
                </a:lnTo>
                <a:lnTo>
                  <a:pt x="210" y="1022"/>
                </a:lnTo>
                <a:lnTo>
                  <a:pt x="159" y="982"/>
                </a:lnTo>
                <a:lnTo>
                  <a:pt x="113" y="937"/>
                </a:lnTo>
                <a:lnTo>
                  <a:pt x="73" y="885"/>
                </a:lnTo>
                <a:lnTo>
                  <a:pt x="41" y="829"/>
                </a:lnTo>
                <a:lnTo>
                  <a:pt x="19" y="766"/>
                </a:lnTo>
                <a:lnTo>
                  <a:pt x="3" y="702"/>
                </a:lnTo>
                <a:lnTo>
                  <a:pt x="0" y="632"/>
                </a:lnTo>
                <a:lnTo>
                  <a:pt x="5" y="560"/>
                </a:lnTo>
                <a:lnTo>
                  <a:pt x="22" y="490"/>
                </a:lnTo>
                <a:lnTo>
                  <a:pt x="51" y="424"/>
                </a:lnTo>
                <a:lnTo>
                  <a:pt x="87" y="363"/>
                </a:lnTo>
                <a:lnTo>
                  <a:pt x="130" y="308"/>
                </a:lnTo>
                <a:lnTo>
                  <a:pt x="181" y="261"/>
                </a:lnTo>
                <a:lnTo>
                  <a:pt x="234" y="223"/>
                </a:lnTo>
                <a:lnTo>
                  <a:pt x="293" y="195"/>
                </a:lnTo>
                <a:lnTo>
                  <a:pt x="351" y="176"/>
                </a:lnTo>
                <a:lnTo>
                  <a:pt x="412" y="170"/>
                </a:lnTo>
                <a:lnTo>
                  <a:pt x="412" y="68"/>
                </a:lnTo>
                <a:lnTo>
                  <a:pt x="378" y="68"/>
                </a:lnTo>
                <a:lnTo>
                  <a:pt x="374" y="68"/>
                </a:lnTo>
                <a:lnTo>
                  <a:pt x="367" y="66"/>
                </a:lnTo>
                <a:lnTo>
                  <a:pt x="357" y="63"/>
                </a:lnTo>
                <a:lnTo>
                  <a:pt x="348" y="53"/>
                </a:lnTo>
                <a:lnTo>
                  <a:pt x="346" y="40"/>
                </a:lnTo>
                <a:lnTo>
                  <a:pt x="346" y="38"/>
                </a:lnTo>
                <a:lnTo>
                  <a:pt x="346" y="30"/>
                </a:lnTo>
                <a:lnTo>
                  <a:pt x="348" y="21"/>
                </a:lnTo>
                <a:lnTo>
                  <a:pt x="353" y="11"/>
                </a:lnTo>
                <a:lnTo>
                  <a:pt x="363" y="4"/>
                </a:lnTo>
                <a:lnTo>
                  <a:pt x="38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3766" y="1231766"/>
            <a:ext cx="1080000" cy="1080000"/>
          </a:xfrm>
          <a:custGeom>
            <a:avLst/>
            <a:gdLst>
              <a:gd name="T0" fmla="*/ 569 w 1095"/>
              <a:gd name="T1" fmla="*/ 155 h 1095"/>
              <a:gd name="T2" fmla="*/ 600 w 1095"/>
              <a:gd name="T3" fmla="*/ 186 h 1095"/>
              <a:gd name="T4" fmla="*/ 604 w 1095"/>
              <a:gd name="T5" fmla="*/ 501 h 1095"/>
              <a:gd name="T6" fmla="*/ 834 w 1095"/>
              <a:gd name="T7" fmla="*/ 507 h 1095"/>
              <a:gd name="T8" fmla="*/ 864 w 1095"/>
              <a:gd name="T9" fmla="*/ 537 h 1095"/>
              <a:gd name="T10" fmla="*/ 864 w 1095"/>
              <a:gd name="T11" fmla="*/ 581 h 1095"/>
              <a:gd name="T12" fmla="*/ 834 w 1095"/>
              <a:gd name="T13" fmla="*/ 609 h 1095"/>
              <a:gd name="T14" fmla="*/ 549 w 1095"/>
              <a:gd name="T15" fmla="*/ 613 h 1095"/>
              <a:gd name="T16" fmla="*/ 509 w 1095"/>
              <a:gd name="T17" fmla="*/ 598 h 1095"/>
              <a:gd name="T18" fmla="*/ 494 w 1095"/>
              <a:gd name="T19" fmla="*/ 558 h 1095"/>
              <a:gd name="T20" fmla="*/ 498 w 1095"/>
              <a:gd name="T21" fmla="*/ 186 h 1095"/>
              <a:gd name="T22" fmla="*/ 526 w 1095"/>
              <a:gd name="T23" fmla="*/ 155 h 1095"/>
              <a:gd name="T24" fmla="*/ 549 w 1095"/>
              <a:gd name="T25" fmla="*/ 112 h 1095"/>
              <a:gd name="T26" fmla="*/ 411 w 1095"/>
              <a:gd name="T27" fmla="*/ 133 h 1095"/>
              <a:gd name="T28" fmla="*/ 290 w 1095"/>
              <a:gd name="T29" fmla="*/ 195 h 1095"/>
              <a:gd name="T30" fmla="*/ 195 w 1095"/>
              <a:gd name="T31" fmla="*/ 290 h 1095"/>
              <a:gd name="T32" fmla="*/ 133 w 1095"/>
              <a:gd name="T33" fmla="*/ 409 h 1095"/>
              <a:gd name="T34" fmla="*/ 110 w 1095"/>
              <a:gd name="T35" fmla="*/ 549 h 1095"/>
              <a:gd name="T36" fmla="*/ 133 w 1095"/>
              <a:gd name="T37" fmla="*/ 687 h 1095"/>
              <a:gd name="T38" fmla="*/ 195 w 1095"/>
              <a:gd name="T39" fmla="*/ 808 h 1095"/>
              <a:gd name="T40" fmla="*/ 290 w 1095"/>
              <a:gd name="T41" fmla="*/ 903 h 1095"/>
              <a:gd name="T42" fmla="*/ 411 w 1095"/>
              <a:gd name="T43" fmla="*/ 965 h 1095"/>
              <a:gd name="T44" fmla="*/ 549 w 1095"/>
              <a:gd name="T45" fmla="*/ 986 h 1095"/>
              <a:gd name="T46" fmla="*/ 687 w 1095"/>
              <a:gd name="T47" fmla="*/ 965 h 1095"/>
              <a:gd name="T48" fmla="*/ 808 w 1095"/>
              <a:gd name="T49" fmla="*/ 903 h 1095"/>
              <a:gd name="T50" fmla="*/ 902 w 1095"/>
              <a:gd name="T51" fmla="*/ 808 h 1095"/>
              <a:gd name="T52" fmla="*/ 965 w 1095"/>
              <a:gd name="T53" fmla="*/ 687 h 1095"/>
              <a:gd name="T54" fmla="*/ 987 w 1095"/>
              <a:gd name="T55" fmla="*/ 549 h 1095"/>
              <a:gd name="T56" fmla="*/ 965 w 1095"/>
              <a:gd name="T57" fmla="*/ 409 h 1095"/>
              <a:gd name="T58" fmla="*/ 902 w 1095"/>
              <a:gd name="T59" fmla="*/ 290 h 1095"/>
              <a:gd name="T60" fmla="*/ 808 w 1095"/>
              <a:gd name="T61" fmla="*/ 195 h 1095"/>
              <a:gd name="T62" fmla="*/ 687 w 1095"/>
              <a:gd name="T63" fmla="*/ 133 h 1095"/>
              <a:gd name="T64" fmla="*/ 549 w 1095"/>
              <a:gd name="T65" fmla="*/ 112 h 1095"/>
              <a:gd name="T66" fmla="*/ 630 w 1095"/>
              <a:gd name="T67" fmla="*/ 6 h 1095"/>
              <a:gd name="T68" fmla="*/ 779 w 1095"/>
              <a:gd name="T69" fmla="*/ 51 h 1095"/>
              <a:gd name="T70" fmla="*/ 908 w 1095"/>
              <a:gd name="T71" fmla="*/ 134 h 1095"/>
              <a:gd name="T72" fmla="*/ 1008 w 1095"/>
              <a:gd name="T73" fmla="*/ 250 h 1095"/>
              <a:gd name="T74" fmla="*/ 1072 w 1095"/>
              <a:gd name="T75" fmla="*/ 390 h 1095"/>
              <a:gd name="T76" fmla="*/ 1095 w 1095"/>
              <a:gd name="T77" fmla="*/ 549 h 1095"/>
              <a:gd name="T78" fmla="*/ 1072 w 1095"/>
              <a:gd name="T79" fmla="*/ 706 h 1095"/>
              <a:gd name="T80" fmla="*/ 1008 w 1095"/>
              <a:gd name="T81" fmla="*/ 846 h 1095"/>
              <a:gd name="T82" fmla="*/ 908 w 1095"/>
              <a:gd name="T83" fmla="*/ 961 h 1095"/>
              <a:gd name="T84" fmla="*/ 779 w 1095"/>
              <a:gd name="T85" fmla="*/ 1044 h 1095"/>
              <a:gd name="T86" fmla="*/ 630 w 1095"/>
              <a:gd name="T87" fmla="*/ 1090 h 1095"/>
              <a:gd name="T88" fmla="*/ 467 w 1095"/>
              <a:gd name="T89" fmla="*/ 1090 h 1095"/>
              <a:gd name="T90" fmla="*/ 318 w 1095"/>
              <a:gd name="T91" fmla="*/ 1044 h 1095"/>
              <a:gd name="T92" fmla="*/ 189 w 1095"/>
              <a:gd name="T93" fmla="*/ 961 h 1095"/>
              <a:gd name="T94" fmla="*/ 89 w 1095"/>
              <a:gd name="T95" fmla="*/ 846 h 1095"/>
              <a:gd name="T96" fmla="*/ 25 w 1095"/>
              <a:gd name="T97" fmla="*/ 706 h 1095"/>
              <a:gd name="T98" fmla="*/ 0 w 1095"/>
              <a:gd name="T99" fmla="*/ 549 h 1095"/>
              <a:gd name="T100" fmla="*/ 25 w 1095"/>
              <a:gd name="T101" fmla="*/ 390 h 1095"/>
              <a:gd name="T102" fmla="*/ 89 w 1095"/>
              <a:gd name="T103" fmla="*/ 250 h 1095"/>
              <a:gd name="T104" fmla="*/ 189 w 1095"/>
              <a:gd name="T105" fmla="*/ 134 h 1095"/>
              <a:gd name="T106" fmla="*/ 318 w 1095"/>
              <a:gd name="T107" fmla="*/ 51 h 1095"/>
              <a:gd name="T108" fmla="*/ 467 w 1095"/>
              <a:gd name="T109" fmla="*/ 6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95" h="1095">
                <a:moveTo>
                  <a:pt x="549" y="151"/>
                </a:moveTo>
                <a:lnTo>
                  <a:pt x="569" y="155"/>
                </a:lnTo>
                <a:lnTo>
                  <a:pt x="588" y="168"/>
                </a:lnTo>
                <a:lnTo>
                  <a:pt x="600" y="186"/>
                </a:lnTo>
                <a:lnTo>
                  <a:pt x="604" y="208"/>
                </a:lnTo>
                <a:lnTo>
                  <a:pt x="604" y="501"/>
                </a:lnTo>
                <a:lnTo>
                  <a:pt x="812" y="501"/>
                </a:lnTo>
                <a:lnTo>
                  <a:pt x="834" y="507"/>
                </a:lnTo>
                <a:lnTo>
                  <a:pt x="851" y="518"/>
                </a:lnTo>
                <a:lnTo>
                  <a:pt x="864" y="537"/>
                </a:lnTo>
                <a:lnTo>
                  <a:pt x="868" y="558"/>
                </a:lnTo>
                <a:lnTo>
                  <a:pt x="864" y="581"/>
                </a:lnTo>
                <a:lnTo>
                  <a:pt x="851" y="598"/>
                </a:lnTo>
                <a:lnTo>
                  <a:pt x="834" y="609"/>
                </a:lnTo>
                <a:lnTo>
                  <a:pt x="812" y="613"/>
                </a:lnTo>
                <a:lnTo>
                  <a:pt x="549" y="613"/>
                </a:lnTo>
                <a:lnTo>
                  <a:pt x="526" y="609"/>
                </a:lnTo>
                <a:lnTo>
                  <a:pt x="509" y="598"/>
                </a:lnTo>
                <a:lnTo>
                  <a:pt x="498" y="581"/>
                </a:lnTo>
                <a:lnTo>
                  <a:pt x="494" y="558"/>
                </a:lnTo>
                <a:lnTo>
                  <a:pt x="494" y="208"/>
                </a:lnTo>
                <a:lnTo>
                  <a:pt x="498" y="186"/>
                </a:lnTo>
                <a:lnTo>
                  <a:pt x="509" y="168"/>
                </a:lnTo>
                <a:lnTo>
                  <a:pt x="526" y="155"/>
                </a:lnTo>
                <a:lnTo>
                  <a:pt x="549" y="151"/>
                </a:lnTo>
                <a:close/>
                <a:moveTo>
                  <a:pt x="549" y="112"/>
                </a:moveTo>
                <a:lnTo>
                  <a:pt x="477" y="117"/>
                </a:lnTo>
                <a:lnTo>
                  <a:pt x="411" y="133"/>
                </a:lnTo>
                <a:lnTo>
                  <a:pt x="346" y="159"/>
                </a:lnTo>
                <a:lnTo>
                  <a:pt x="290" y="195"/>
                </a:lnTo>
                <a:lnTo>
                  <a:pt x="239" y="238"/>
                </a:lnTo>
                <a:lnTo>
                  <a:pt x="195" y="290"/>
                </a:lnTo>
                <a:lnTo>
                  <a:pt x="159" y="346"/>
                </a:lnTo>
                <a:lnTo>
                  <a:pt x="133" y="409"/>
                </a:lnTo>
                <a:lnTo>
                  <a:pt x="116" y="477"/>
                </a:lnTo>
                <a:lnTo>
                  <a:pt x="110" y="549"/>
                </a:lnTo>
                <a:lnTo>
                  <a:pt x="116" y="619"/>
                </a:lnTo>
                <a:lnTo>
                  <a:pt x="133" y="687"/>
                </a:lnTo>
                <a:lnTo>
                  <a:pt x="159" y="749"/>
                </a:lnTo>
                <a:lnTo>
                  <a:pt x="195" y="808"/>
                </a:lnTo>
                <a:lnTo>
                  <a:pt x="239" y="859"/>
                </a:lnTo>
                <a:lnTo>
                  <a:pt x="290" y="903"/>
                </a:lnTo>
                <a:lnTo>
                  <a:pt x="346" y="938"/>
                </a:lnTo>
                <a:lnTo>
                  <a:pt x="411" y="965"/>
                </a:lnTo>
                <a:lnTo>
                  <a:pt x="477" y="980"/>
                </a:lnTo>
                <a:lnTo>
                  <a:pt x="549" y="986"/>
                </a:lnTo>
                <a:lnTo>
                  <a:pt x="619" y="980"/>
                </a:lnTo>
                <a:lnTo>
                  <a:pt x="687" y="965"/>
                </a:lnTo>
                <a:lnTo>
                  <a:pt x="749" y="938"/>
                </a:lnTo>
                <a:lnTo>
                  <a:pt x="808" y="903"/>
                </a:lnTo>
                <a:lnTo>
                  <a:pt x="859" y="859"/>
                </a:lnTo>
                <a:lnTo>
                  <a:pt x="902" y="808"/>
                </a:lnTo>
                <a:lnTo>
                  <a:pt x="938" y="749"/>
                </a:lnTo>
                <a:lnTo>
                  <a:pt x="965" y="687"/>
                </a:lnTo>
                <a:lnTo>
                  <a:pt x="982" y="619"/>
                </a:lnTo>
                <a:lnTo>
                  <a:pt x="987" y="549"/>
                </a:lnTo>
                <a:lnTo>
                  <a:pt x="982" y="477"/>
                </a:lnTo>
                <a:lnTo>
                  <a:pt x="965" y="409"/>
                </a:lnTo>
                <a:lnTo>
                  <a:pt x="938" y="346"/>
                </a:lnTo>
                <a:lnTo>
                  <a:pt x="902" y="290"/>
                </a:lnTo>
                <a:lnTo>
                  <a:pt x="859" y="238"/>
                </a:lnTo>
                <a:lnTo>
                  <a:pt x="808" y="195"/>
                </a:lnTo>
                <a:lnTo>
                  <a:pt x="749" y="159"/>
                </a:lnTo>
                <a:lnTo>
                  <a:pt x="687" y="133"/>
                </a:lnTo>
                <a:lnTo>
                  <a:pt x="619" y="117"/>
                </a:lnTo>
                <a:lnTo>
                  <a:pt x="549" y="112"/>
                </a:lnTo>
                <a:close/>
                <a:moveTo>
                  <a:pt x="549" y="0"/>
                </a:moveTo>
                <a:lnTo>
                  <a:pt x="630" y="6"/>
                </a:lnTo>
                <a:lnTo>
                  <a:pt x="706" y="23"/>
                </a:lnTo>
                <a:lnTo>
                  <a:pt x="779" y="51"/>
                </a:lnTo>
                <a:lnTo>
                  <a:pt x="847" y="89"/>
                </a:lnTo>
                <a:lnTo>
                  <a:pt x="908" y="134"/>
                </a:lnTo>
                <a:lnTo>
                  <a:pt x="961" y="189"/>
                </a:lnTo>
                <a:lnTo>
                  <a:pt x="1008" y="250"/>
                </a:lnTo>
                <a:lnTo>
                  <a:pt x="1044" y="318"/>
                </a:lnTo>
                <a:lnTo>
                  <a:pt x="1072" y="390"/>
                </a:lnTo>
                <a:lnTo>
                  <a:pt x="1089" y="467"/>
                </a:lnTo>
                <a:lnTo>
                  <a:pt x="1095" y="549"/>
                </a:lnTo>
                <a:lnTo>
                  <a:pt x="1089" y="628"/>
                </a:lnTo>
                <a:lnTo>
                  <a:pt x="1072" y="706"/>
                </a:lnTo>
                <a:lnTo>
                  <a:pt x="1044" y="780"/>
                </a:lnTo>
                <a:lnTo>
                  <a:pt x="1008" y="846"/>
                </a:lnTo>
                <a:lnTo>
                  <a:pt x="961" y="908"/>
                </a:lnTo>
                <a:lnTo>
                  <a:pt x="908" y="961"/>
                </a:lnTo>
                <a:lnTo>
                  <a:pt x="847" y="1008"/>
                </a:lnTo>
                <a:lnTo>
                  <a:pt x="779" y="1044"/>
                </a:lnTo>
                <a:lnTo>
                  <a:pt x="706" y="1073"/>
                </a:lnTo>
                <a:lnTo>
                  <a:pt x="630" y="1090"/>
                </a:lnTo>
                <a:lnTo>
                  <a:pt x="549" y="1095"/>
                </a:lnTo>
                <a:lnTo>
                  <a:pt x="467" y="1090"/>
                </a:lnTo>
                <a:lnTo>
                  <a:pt x="390" y="1073"/>
                </a:lnTo>
                <a:lnTo>
                  <a:pt x="318" y="1044"/>
                </a:lnTo>
                <a:lnTo>
                  <a:pt x="250" y="1008"/>
                </a:lnTo>
                <a:lnTo>
                  <a:pt x="189" y="961"/>
                </a:lnTo>
                <a:lnTo>
                  <a:pt x="135" y="908"/>
                </a:lnTo>
                <a:lnTo>
                  <a:pt x="89" y="846"/>
                </a:lnTo>
                <a:lnTo>
                  <a:pt x="51" y="780"/>
                </a:lnTo>
                <a:lnTo>
                  <a:pt x="25" y="706"/>
                </a:lnTo>
                <a:lnTo>
                  <a:pt x="8" y="628"/>
                </a:lnTo>
                <a:lnTo>
                  <a:pt x="0" y="549"/>
                </a:lnTo>
                <a:lnTo>
                  <a:pt x="8" y="467"/>
                </a:lnTo>
                <a:lnTo>
                  <a:pt x="25" y="390"/>
                </a:lnTo>
                <a:lnTo>
                  <a:pt x="51" y="318"/>
                </a:lnTo>
                <a:lnTo>
                  <a:pt x="89" y="250"/>
                </a:lnTo>
                <a:lnTo>
                  <a:pt x="135" y="189"/>
                </a:lnTo>
                <a:lnTo>
                  <a:pt x="189" y="134"/>
                </a:lnTo>
                <a:lnTo>
                  <a:pt x="250" y="89"/>
                </a:lnTo>
                <a:lnTo>
                  <a:pt x="318" y="51"/>
                </a:lnTo>
                <a:lnTo>
                  <a:pt x="390" y="23"/>
                </a:lnTo>
                <a:lnTo>
                  <a:pt x="467" y="6"/>
                </a:lnTo>
                <a:lnTo>
                  <a:pt x="54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16502" y="1224608"/>
            <a:ext cx="1080000" cy="1080000"/>
          </a:xfrm>
          <a:custGeom>
            <a:avLst/>
            <a:gdLst>
              <a:gd name="T0" fmla="*/ 513 w 1095"/>
              <a:gd name="T1" fmla="*/ 214 h 1095"/>
              <a:gd name="T2" fmla="*/ 513 w 1095"/>
              <a:gd name="T3" fmla="*/ 607 h 1095"/>
              <a:gd name="T4" fmla="*/ 691 w 1095"/>
              <a:gd name="T5" fmla="*/ 626 h 1095"/>
              <a:gd name="T6" fmla="*/ 834 w 1095"/>
              <a:gd name="T7" fmla="*/ 626 h 1095"/>
              <a:gd name="T8" fmla="*/ 880 w 1095"/>
              <a:gd name="T9" fmla="*/ 621 h 1095"/>
              <a:gd name="T10" fmla="*/ 893 w 1095"/>
              <a:gd name="T11" fmla="*/ 568 h 1095"/>
              <a:gd name="T12" fmla="*/ 587 w 1095"/>
              <a:gd name="T13" fmla="*/ 549 h 1095"/>
              <a:gd name="T14" fmla="*/ 568 w 1095"/>
              <a:gd name="T15" fmla="*/ 199 h 1095"/>
              <a:gd name="T16" fmla="*/ 617 w 1095"/>
              <a:gd name="T17" fmla="*/ 125 h 1095"/>
              <a:gd name="T18" fmla="*/ 800 w 1095"/>
              <a:gd name="T19" fmla="*/ 203 h 1095"/>
              <a:gd name="T20" fmla="*/ 929 w 1095"/>
              <a:gd name="T21" fmla="*/ 352 h 1095"/>
              <a:gd name="T22" fmla="*/ 976 w 1095"/>
              <a:gd name="T23" fmla="*/ 549 h 1095"/>
              <a:gd name="T24" fmla="*/ 929 w 1095"/>
              <a:gd name="T25" fmla="*/ 745 h 1095"/>
              <a:gd name="T26" fmla="*/ 800 w 1095"/>
              <a:gd name="T27" fmla="*/ 895 h 1095"/>
              <a:gd name="T28" fmla="*/ 617 w 1095"/>
              <a:gd name="T29" fmla="*/ 971 h 1095"/>
              <a:gd name="T30" fmla="*/ 413 w 1095"/>
              <a:gd name="T31" fmla="*/ 955 h 1095"/>
              <a:gd name="T32" fmla="*/ 244 w 1095"/>
              <a:gd name="T33" fmla="*/ 851 h 1095"/>
              <a:gd name="T34" fmla="*/ 142 w 1095"/>
              <a:gd name="T35" fmla="*/ 683 h 1095"/>
              <a:gd name="T36" fmla="*/ 125 w 1095"/>
              <a:gd name="T37" fmla="*/ 479 h 1095"/>
              <a:gd name="T38" fmla="*/ 203 w 1095"/>
              <a:gd name="T39" fmla="*/ 295 h 1095"/>
              <a:gd name="T40" fmla="*/ 352 w 1095"/>
              <a:gd name="T41" fmla="*/ 167 h 1095"/>
              <a:gd name="T42" fmla="*/ 549 w 1095"/>
              <a:gd name="T43" fmla="*/ 119 h 1095"/>
              <a:gd name="T44" fmla="*/ 413 w 1095"/>
              <a:gd name="T45" fmla="*/ 97 h 1095"/>
              <a:gd name="T46" fmla="*/ 239 w 1095"/>
              <a:gd name="T47" fmla="*/ 193 h 1095"/>
              <a:gd name="T48" fmla="*/ 122 w 1095"/>
              <a:gd name="T49" fmla="*/ 350 h 1095"/>
              <a:gd name="T50" fmla="*/ 78 w 1095"/>
              <a:gd name="T51" fmla="*/ 549 h 1095"/>
              <a:gd name="T52" fmla="*/ 122 w 1095"/>
              <a:gd name="T53" fmla="*/ 747 h 1095"/>
              <a:gd name="T54" fmla="*/ 239 w 1095"/>
              <a:gd name="T55" fmla="*/ 904 h 1095"/>
              <a:gd name="T56" fmla="*/ 413 w 1095"/>
              <a:gd name="T57" fmla="*/ 999 h 1095"/>
              <a:gd name="T58" fmla="*/ 617 w 1095"/>
              <a:gd name="T59" fmla="*/ 1014 h 1095"/>
              <a:gd name="T60" fmla="*/ 804 w 1095"/>
              <a:gd name="T61" fmla="*/ 944 h 1095"/>
              <a:gd name="T62" fmla="*/ 942 w 1095"/>
              <a:gd name="T63" fmla="*/ 804 h 1095"/>
              <a:gd name="T64" fmla="*/ 1014 w 1095"/>
              <a:gd name="T65" fmla="*/ 617 h 1095"/>
              <a:gd name="T66" fmla="*/ 999 w 1095"/>
              <a:gd name="T67" fmla="*/ 413 h 1095"/>
              <a:gd name="T68" fmla="*/ 904 w 1095"/>
              <a:gd name="T69" fmla="*/ 238 h 1095"/>
              <a:gd name="T70" fmla="*/ 747 w 1095"/>
              <a:gd name="T71" fmla="*/ 121 h 1095"/>
              <a:gd name="T72" fmla="*/ 549 w 1095"/>
              <a:gd name="T73" fmla="*/ 78 h 1095"/>
              <a:gd name="T74" fmla="*/ 706 w 1095"/>
              <a:gd name="T75" fmla="*/ 23 h 1095"/>
              <a:gd name="T76" fmla="*/ 908 w 1095"/>
              <a:gd name="T77" fmla="*/ 134 h 1095"/>
              <a:gd name="T78" fmla="*/ 1044 w 1095"/>
              <a:gd name="T79" fmla="*/ 318 h 1095"/>
              <a:gd name="T80" fmla="*/ 1095 w 1095"/>
              <a:gd name="T81" fmla="*/ 549 h 1095"/>
              <a:gd name="T82" fmla="*/ 1044 w 1095"/>
              <a:gd name="T83" fmla="*/ 780 h 1095"/>
              <a:gd name="T84" fmla="*/ 908 w 1095"/>
              <a:gd name="T85" fmla="*/ 961 h 1095"/>
              <a:gd name="T86" fmla="*/ 706 w 1095"/>
              <a:gd name="T87" fmla="*/ 1073 h 1095"/>
              <a:gd name="T88" fmla="*/ 468 w 1095"/>
              <a:gd name="T89" fmla="*/ 1090 h 1095"/>
              <a:gd name="T90" fmla="*/ 250 w 1095"/>
              <a:gd name="T91" fmla="*/ 1008 h 1095"/>
              <a:gd name="T92" fmla="*/ 89 w 1095"/>
              <a:gd name="T93" fmla="*/ 846 h 1095"/>
              <a:gd name="T94" fmla="*/ 6 w 1095"/>
              <a:gd name="T95" fmla="*/ 628 h 1095"/>
              <a:gd name="T96" fmla="*/ 23 w 1095"/>
              <a:gd name="T97" fmla="*/ 390 h 1095"/>
              <a:gd name="T98" fmla="*/ 135 w 1095"/>
              <a:gd name="T99" fmla="*/ 189 h 1095"/>
              <a:gd name="T100" fmla="*/ 318 w 1095"/>
              <a:gd name="T101" fmla="*/ 51 h 1095"/>
              <a:gd name="T102" fmla="*/ 549 w 1095"/>
              <a:gd name="T103" fmla="*/ 0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95" h="1095">
                <a:moveTo>
                  <a:pt x="547" y="193"/>
                </a:moveTo>
                <a:lnTo>
                  <a:pt x="528" y="199"/>
                </a:lnTo>
                <a:lnTo>
                  <a:pt x="513" y="214"/>
                </a:lnTo>
                <a:lnTo>
                  <a:pt x="509" y="233"/>
                </a:lnTo>
                <a:lnTo>
                  <a:pt x="509" y="587"/>
                </a:lnTo>
                <a:lnTo>
                  <a:pt x="513" y="607"/>
                </a:lnTo>
                <a:lnTo>
                  <a:pt x="528" y="621"/>
                </a:lnTo>
                <a:lnTo>
                  <a:pt x="547" y="626"/>
                </a:lnTo>
                <a:lnTo>
                  <a:pt x="691" y="626"/>
                </a:lnTo>
                <a:lnTo>
                  <a:pt x="732" y="626"/>
                </a:lnTo>
                <a:lnTo>
                  <a:pt x="772" y="626"/>
                </a:lnTo>
                <a:lnTo>
                  <a:pt x="834" y="626"/>
                </a:lnTo>
                <a:lnTo>
                  <a:pt x="853" y="626"/>
                </a:lnTo>
                <a:lnTo>
                  <a:pt x="861" y="626"/>
                </a:lnTo>
                <a:lnTo>
                  <a:pt x="880" y="621"/>
                </a:lnTo>
                <a:lnTo>
                  <a:pt x="893" y="607"/>
                </a:lnTo>
                <a:lnTo>
                  <a:pt x="899" y="587"/>
                </a:lnTo>
                <a:lnTo>
                  <a:pt x="893" y="568"/>
                </a:lnTo>
                <a:lnTo>
                  <a:pt x="880" y="554"/>
                </a:lnTo>
                <a:lnTo>
                  <a:pt x="861" y="549"/>
                </a:lnTo>
                <a:lnTo>
                  <a:pt x="587" y="549"/>
                </a:lnTo>
                <a:lnTo>
                  <a:pt x="587" y="233"/>
                </a:lnTo>
                <a:lnTo>
                  <a:pt x="581" y="214"/>
                </a:lnTo>
                <a:lnTo>
                  <a:pt x="568" y="199"/>
                </a:lnTo>
                <a:lnTo>
                  <a:pt x="547" y="193"/>
                </a:lnTo>
                <a:close/>
                <a:moveTo>
                  <a:pt x="549" y="119"/>
                </a:moveTo>
                <a:lnTo>
                  <a:pt x="617" y="125"/>
                </a:lnTo>
                <a:lnTo>
                  <a:pt x="683" y="142"/>
                </a:lnTo>
                <a:lnTo>
                  <a:pt x="746" y="167"/>
                </a:lnTo>
                <a:lnTo>
                  <a:pt x="800" y="203"/>
                </a:lnTo>
                <a:lnTo>
                  <a:pt x="851" y="246"/>
                </a:lnTo>
                <a:lnTo>
                  <a:pt x="893" y="295"/>
                </a:lnTo>
                <a:lnTo>
                  <a:pt x="929" y="352"/>
                </a:lnTo>
                <a:lnTo>
                  <a:pt x="955" y="413"/>
                </a:lnTo>
                <a:lnTo>
                  <a:pt x="971" y="479"/>
                </a:lnTo>
                <a:lnTo>
                  <a:pt x="976" y="549"/>
                </a:lnTo>
                <a:lnTo>
                  <a:pt x="971" y="617"/>
                </a:lnTo>
                <a:lnTo>
                  <a:pt x="955" y="683"/>
                </a:lnTo>
                <a:lnTo>
                  <a:pt x="929" y="745"/>
                </a:lnTo>
                <a:lnTo>
                  <a:pt x="893" y="800"/>
                </a:lnTo>
                <a:lnTo>
                  <a:pt x="851" y="851"/>
                </a:lnTo>
                <a:lnTo>
                  <a:pt x="800" y="895"/>
                </a:lnTo>
                <a:lnTo>
                  <a:pt x="746" y="929"/>
                </a:lnTo>
                <a:lnTo>
                  <a:pt x="683" y="955"/>
                </a:lnTo>
                <a:lnTo>
                  <a:pt x="617" y="971"/>
                </a:lnTo>
                <a:lnTo>
                  <a:pt x="549" y="976"/>
                </a:lnTo>
                <a:lnTo>
                  <a:pt x="479" y="971"/>
                </a:lnTo>
                <a:lnTo>
                  <a:pt x="413" y="955"/>
                </a:lnTo>
                <a:lnTo>
                  <a:pt x="352" y="929"/>
                </a:lnTo>
                <a:lnTo>
                  <a:pt x="295" y="895"/>
                </a:lnTo>
                <a:lnTo>
                  <a:pt x="244" y="851"/>
                </a:lnTo>
                <a:lnTo>
                  <a:pt x="203" y="800"/>
                </a:lnTo>
                <a:lnTo>
                  <a:pt x="167" y="745"/>
                </a:lnTo>
                <a:lnTo>
                  <a:pt x="142" y="683"/>
                </a:lnTo>
                <a:lnTo>
                  <a:pt x="125" y="617"/>
                </a:lnTo>
                <a:lnTo>
                  <a:pt x="120" y="549"/>
                </a:lnTo>
                <a:lnTo>
                  <a:pt x="125" y="479"/>
                </a:lnTo>
                <a:lnTo>
                  <a:pt x="142" y="413"/>
                </a:lnTo>
                <a:lnTo>
                  <a:pt x="167" y="352"/>
                </a:lnTo>
                <a:lnTo>
                  <a:pt x="203" y="295"/>
                </a:lnTo>
                <a:lnTo>
                  <a:pt x="244" y="246"/>
                </a:lnTo>
                <a:lnTo>
                  <a:pt x="295" y="203"/>
                </a:lnTo>
                <a:lnTo>
                  <a:pt x="352" y="167"/>
                </a:lnTo>
                <a:lnTo>
                  <a:pt x="413" y="142"/>
                </a:lnTo>
                <a:lnTo>
                  <a:pt x="479" y="125"/>
                </a:lnTo>
                <a:lnTo>
                  <a:pt x="549" y="119"/>
                </a:lnTo>
                <a:close/>
                <a:moveTo>
                  <a:pt x="549" y="78"/>
                </a:moveTo>
                <a:lnTo>
                  <a:pt x="479" y="81"/>
                </a:lnTo>
                <a:lnTo>
                  <a:pt x="413" y="97"/>
                </a:lnTo>
                <a:lnTo>
                  <a:pt x="350" y="121"/>
                </a:lnTo>
                <a:lnTo>
                  <a:pt x="292" y="153"/>
                </a:lnTo>
                <a:lnTo>
                  <a:pt x="239" y="193"/>
                </a:lnTo>
                <a:lnTo>
                  <a:pt x="193" y="238"/>
                </a:lnTo>
                <a:lnTo>
                  <a:pt x="154" y="291"/>
                </a:lnTo>
                <a:lnTo>
                  <a:pt x="122" y="350"/>
                </a:lnTo>
                <a:lnTo>
                  <a:pt x="97" y="413"/>
                </a:lnTo>
                <a:lnTo>
                  <a:pt x="82" y="479"/>
                </a:lnTo>
                <a:lnTo>
                  <a:pt x="78" y="549"/>
                </a:lnTo>
                <a:lnTo>
                  <a:pt x="82" y="617"/>
                </a:lnTo>
                <a:lnTo>
                  <a:pt x="97" y="685"/>
                </a:lnTo>
                <a:lnTo>
                  <a:pt x="122" y="747"/>
                </a:lnTo>
                <a:lnTo>
                  <a:pt x="154" y="804"/>
                </a:lnTo>
                <a:lnTo>
                  <a:pt x="193" y="857"/>
                </a:lnTo>
                <a:lnTo>
                  <a:pt x="239" y="904"/>
                </a:lnTo>
                <a:lnTo>
                  <a:pt x="292" y="944"/>
                </a:lnTo>
                <a:lnTo>
                  <a:pt x="350" y="974"/>
                </a:lnTo>
                <a:lnTo>
                  <a:pt x="413" y="999"/>
                </a:lnTo>
                <a:lnTo>
                  <a:pt x="479" y="1014"/>
                </a:lnTo>
                <a:lnTo>
                  <a:pt x="549" y="1020"/>
                </a:lnTo>
                <a:lnTo>
                  <a:pt x="617" y="1014"/>
                </a:lnTo>
                <a:lnTo>
                  <a:pt x="685" y="999"/>
                </a:lnTo>
                <a:lnTo>
                  <a:pt x="747" y="974"/>
                </a:lnTo>
                <a:lnTo>
                  <a:pt x="804" y="944"/>
                </a:lnTo>
                <a:lnTo>
                  <a:pt x="857" y="904"/>
                </a:lnTo>
                <a:lnTo>
                  <a:pt x="904" y="857"/>
                </a:lnTo>
                <a:lnTo>
                  <a:pt x="942" y="804"/>
                </a:lnTo>
                <a:lnTo>
                  <a:pt x="974" y="747"/>
                </a:lnTo>
                <a:lnTo>
                  <a:pt x="999" y="685"/>
                </a:lnTo>
                <a:lnTo>
                  <a:pt x="1014" y="617"/>
                </a:lnTo>
                <a:lnTo>
                  <a:pt x="1020" y="549"/>
                </a:lnTo>
                <a:lnTo>
                  <a:pt x="1014" y="479"/>
                </a:lnTo>
                <a:lnTo>
                  <a:pt x="999" y="413"/>
                </a:lnTo>
                <a:lnTo>
                  <a:pt x="974" y="350"/>
                </a:lnTo>
                <a:lnTo>
                  <a:pt x="942" y="291"/>
                </a:lnTo>
                <a:lnTo>
                  <a:pt x="904" y="238"/>
                </a:lnTo>
                <a:lnTo>
                  <a:pt x="857" y="193"/>
                </a:lnTo>
                <a:lnTo>
                  <a:pt x="804" y="153"/>
                </a:lnTo>
                <a:lnTo>
                  <a:pt x="747" y="121"/>
                </a:lnTo>
                <a:lnTo>
                  <a:pt x="685" y="97"/>
                </a:lnTo>
                <a:lnTo>
                  <a:pt x="617" y="81"/>
                </a:lnTo>
                <a:lnTo>
                  <a:pt x="549" y="78"/>
                </a:lnTo>
                <a:close/>
                <a:moveTo>
                  <a:pt x="549" y="0"/>
                </a:moveTo>
                <a:lnTo>
                  <a:pt x="628" y="6"/>
                </a:lnTo>
                <a:lnTo>
                  <a:pt x="706" y="23"/>
                </a:lnTo>
                <a:lnTo>
                  <a:pt x="780" y="51"/>
                </a:lnTo>
                <a:lnTo>
                  <a:pt x="846" y="89"/>
                </a:lnTo>
                <a:lnTo>
                  <a:pt x="908" y="134"/>
                </a:lnTo>
                <a:lnTo>
                  <a:pt x="961" y="189"/>
                </a:lnTo>
                <a:lnTo>
                  <a:pt x="1006" y="250"/>
                </a:lnTo>
                <a:lnTo>
                  <a:pt x="1044" y="318"/>
                </a:lnTo>
                <a:lnTo>
                  <a:pt x="1073" y="390"/>
                </a:lnTo>
                <a:lnTo>
                  <a:pt x="1090" y="467"/>
                </a:lnTo>
                <a:lnTo>
                  <a:pt x="1095" y="549"/>
                </a:lnTo>
                <a:lnTo>
                  <a:pt x="1090" y="628"/>
                </a:lnTo>
                <a:lnTo>
                  <a:pt x="1073" y="706"/>
                </a:lnTo>
                <a:lnTo>
                  <a:pt x="1044" y="780"/>
                </a:lnTo>
                <a:lnTo>
                  <a:pt x="1006" y="846"/>
                </a:lnTo>
                <a:lnTo>
                  <a:pt x="961" y="908"/>
                </a:lnTo>
                <a:lnTo>
                  <a:pt x="908" y="961"/>
                </a:lnTo>
                <a:lnTo>
                  <a:pt x="846" y="1008"/>
                </a:lnTo>
                <a:lnTo>
                  <a:pt x="780" y="1044"/>
                </a:lnTo>
                <a:lnTo>
                  <a:pt x="706" y="1073"/>
                </a:lnTo>
                <a:lnTo>
                  <a:pt x="628" y="1090"/>
                </a:lnTo>
                <a:lnTo>
                  <a:pt x="549" y="1095"/>
                </a:lnTo>
                <a:lnTo>
                  <a:pt x="468" y="1090"/>
                </a:lnTo>
                <a:lnTo>
                  <a:pt x="390" y="1073"/>
                </a:lnTo>
                <a:lnTo>
                  <a:pt x="318" y="1044"/>
                </a:lnTo>
                <a:lnTo>
                  <a:pt x="250" y="1008"/>
                </a:lnTo>
                <a:lnTo>
                  <a:pt x="190" y="961"/>
                </a:lnTo>
                <a:lnTo>
                  <a:pt x="135" y="908"/>
                </a:lnTo>
                <a:lnTo>
                  <a:pt x="89" y="846"/>
                </a:lnTo>
                <a:lnTo>
                  <a:pt x="52" y="780"/>
                </a:lnTo>
                <a:lnTo>
                  <a:pt x="23" y="706"/>
                </a:lnTo>
                <a:lnTo>
                  <a:pt x="6" y="628"/>
                </a:lnTo>
                <a:lnTo>
                  <a:pt x="0" y="549"/>
                </a:lnTo>
                <a:lnTo>
                  <a:pt x="6" y="467"/>
                </a:lnTo>
                <a:lnTo>
                  <a:pt x="23" y="390"/>
                </a:lnTo>
                <a:lnTo>
                  <a:pt x="52" y="318"/>
                </a:lnTo>
                <a:lnTo>
                  <a:pt x="89" y="250"/>
                </a:lnTo>
                <a:lnTo>
                  <a:pt x="135" y="189"/>
                </a:lnTo>
                <a:lnTo>
                  <a:pt x="190" y="134"/>
                </a:lnTo>
                <a:lnTo>
                  <a:pt x="250" y="89"/>
                </a:lnTo>
                <a:lnTo>
                  <a:pt x="318" y="51"/>
                </a:lnTo>
                <a:lnTo>
                  <a:pt x="390" y="23"/>
                </a:lnTo>
                <a:lnTo>
                  <a:pt x="468" y="6"/>
                </a:lnTo>
                <a:lnTo>
                  <a:pt x="54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692" y="3073381"/>
            <a:ext cx="1080000" cy="675617"/>
          </a:xfrm>
          <a:custGeom>
            <a:avLst/>
            <a:gdLst>
              <a:gd name="T0" fmla="*/ 856 w 1095"/>
              <a:gd name="T1" fmla="*/ 441 h 685"/>
              <a:gd name="T2" fmla="*/ 856 w 1095"/>
              <a:gd name="T3" fmla="*/ 437 h 685"/>
              <a:gd name="T4" fmla="*/ 992 w 1095"/>
              <a:gd name="T5" fmla="*/ 393 h 685"/>
              <a:gd name="T6" fmla="*/ 975 w 1095"/>
              <a:gd name="T7" fmla="*/ 479 h 685"/>
              <a:gd name="T8" fmla="*/ 956 w 1095"/>
              <a:gd name="T9" fmla="*/ 393 h 685"/>
              <a:gd name="T10" fmla="*/ 633 w 1095"/>
              <a:gd name="T11" fmla="*/ 376 h 685"/>
              <a:gd name="T12" fmla="*/ 650 w 1095"/>
              <a:gd name="T13" fmla="*/ 462 h 685"/>
              <a:gd name="T14" fmla="*/ 626 w 1095"/>
              <a:gd name="T15" fmla="*/ 479 h 685"/>
              <a:gd name="T16" fmla="*/ 616 w 1095"/>
              <a:gd name="T17" fmla="*/ 388 h 685"/>
              <a:gd name="T18" fmla="*/ 469 w 1095"/>
              <a:gd name="T19" fmla="*/ 378 h 685"/>
              <a:gd name="T20" fmla="*/ 476 w 1095"/>
              <a:gd name="T21" fmla="*/ 469 h 685"/>
              <a:gd name="T22" fmla="*/ 450 w 1095"/>
              <a:gd name="T23" fmla="*/ 475 h 685"/>
              <a:gd name="T24" fmla="*/ 450 w 1095"/>
              <a:gd name="T25" fmla="*/ 382 h 685"/>
              <a:gd name="T26" fmla="*/ 132 w 1095"/>
              <a:gd name="T27" fmla="*/ 382 h 685"/>
              <a:gd name="T28" fmla="*/ 132 w 1095"/>
              <a:gd name="T29" fmla="*/ 475 h 685"/>
              <a:gd name="T30" fmla="*/ 104 w 1095"/>
              <a:gd name="T31" fmla="*/ 469 h 685"/>
              <a:gd name="T32" fmla="*/ 113 w 1095"/>
              <a:gd name="T33" fmla="*/ 378 h 685"/>
              <a:gd name="T34" fmla="*/ 904 w 1095"/>
              <a:gd name="T35" fmla="*/ 331 h 685"/>
              <a:gd name="T36" fmla="*/ 904 w 1095"/>
              <a:gd name="T37" fmla="*/ 405 h 685"/>
              <a:gd name="T38" fmla="*/ 905 w 1095"/>
              <a:gd name="T39" fmla="*/ 433 h 685"/>
              <a:gd name="T40" fmla="*/ 915 w 1095"/>
              <a:gd name="T41" fmla="*/ 514 h 685"/>
              <a:gd name="T42" fmla="*/ 830 w 1095"/>
              <a:gd name="T43" fmla="*/ 547 h 685"/>
              <a:gd name="T44" fmla="*/ 786 w 1095"/>
              <a:gd name="T45" fmla="*/ 499 h 685"/>
              <a:gd name="T46" fmla="*/ 824 w 1095"/>
              <a:gd name="T47" fmla="*/ 496 h 685"/>
              <a:gd name="T48" fmla="*/ 843 w 1095"/>
              <a:gd name="T49" fmla="*/ 516 h 685"/>
              <a:gd name="T50" fmla="*/ 887 w 1095"/>
              <a:gd name="T51" fmla="*/ 499 h 685"/>
              <a:gd name="T52" fmla="*/ 888 w 1095"/>
              <a:gd name="T53" fmla="*/ 456 h 685"/>
              <a:gd name="T54" fmla="*/ 856 w 1095"/>
              <a:gd name="T55" fmla="*/ 437 h 685"/>
              <a:gd name="T56" fmla="*/ 866 w 1095"/>
              <a:gd name="T57" fmla="*/ 401 h 685"/>
              <a:gd name="T58" fmla="*/ 881 w 1095"/>
              <a:gd name="T59" fmla="*/ 380 h 685"/>
              <a:gd name="T60" fmla="*/ 869 w 1095"/>
              <a:gd name="T61" fmla="*/ 346 h 685"/>
              <a:gd name="T62" fmla="*/ 835 w 1095"/>
              <a:gd name="T63" fmla="*/ 348 h 685"/>
              <a:gd name="T64" fmla="*/ 788 w 1095"/>
              <a:gd name="T65" fmla="*/ 376 h 685"/>
              <a:gd name="T66" fmla="*/ 801 w 1095"/>
              <a:gd name="T67" fmla="*/ 323 h 685"/>
              <a:gd name="T68" fmla="*/ 713 w 1095"/>
              <a:gd name="T69" fmla="*/ 306 h 685"/>
              <a:gd name="T70" fmla="*/ 709 w 1095"/>
              <a:gd name="T71" fmla="*/ 369 h 685"/>
              <a:gd name="T72" fmla="*/ 686 w 1095"/>
              <a:gd name="T73" fmla="*/ 339 h 685"/>
              <a:gd name="T74" fmla="*/ 703 w 1095"/>
              <a:gd name="T75" fmla="*/ 323 h 685"/>
              <a:gd name="T76" fmla="*/ 336 w 1095"/>
              <a:gd name="T77" fmla="*/ 306 h 685"/>
              <a:gd name="T78" fmla="*/ 332 w 1095"/>
              <a:gd name="T79" fmla="*/ 369 h 685"/>
              <a:gd name="T80" fmla="*/ 308 w 1095"/>
              <a:gd name="T81" fmla="*/ 339 h 685"/>
              <a:gd name="T82" fmla="*/ 323 w 1095"/>
              <a:gd name="T83" fmla="*/ 325 h 685"/>
              <a:gd name="T84" fmla="*/ 198 w 1095"/>
              <a:gd name="T85" fmla="*/ 306 h 685"/>
              <a:gd name="T86" fmla="*/ 196 w 1095"/>
              <a:gd name="T87" fmla="*/ 369 h 685"/>
              <a:gd name="T88" fmla="*/ 172 w 1095"/>
              <a:gd name="T89" fmla="*/ 339 h 685"/>
              <a:gd name="T90" fmla="*/ 189 w 1095"/>
              <a:gd name="T91" fmla="*/ 323 h 685"/>
              <a:gd name="T92" fmla="*/ 616 w 1095"/>
              <a:gd name="T93" fmla="*/ 240 h 685"/>
              <a:gd name="T94" fmla="*/ 586 w 1095"/>
              <a:gd name="T95" fmla="*/ 600 h 685"/>
              <a:gd name="T96" fmla="*/ 1021 w 1095"/>
              <a:gd name="T97" fmla="*/ 600 h 685"/>
              <a:gd name="T98" fmla="*/ 992 w 1095"/>
              <a:gd name="T99" fmla="*/ 240 h 685"/>
              <a:gd name="T100" fmla="*/ 68 w 1095"/>
              <a:gd name="T101" fmla="*/ 274 h 685"/>
              <a:gd name="T102" fmla="*/ 478 w 1095"/>
              <a:gd name="T103" fmla="*/ 617 h 685"/>
              <a:gd name="T104" fmla="*/ 508 w 1095"/>
              <a:gd name="T105" fmla="*/ 257 h 685"/>
              <a:gd name="T106" fmla="*/ 800 w 1095"/>
              <a:gd name="T107" fmla="*/ 2 h 685"/>
              <a:gd name="T108" fmla="*/ 854 w 1095"/>
              <a:gd name="T109" fmla="*/ 34 h 685"/>
              <a:gd name="T110" fmla="*/ 934 w 1095"/>
              <a:gd name="T111" fmla="*/ 81 h 685"/>
              <a:gd name="T112" fmla="*/ 1062 w 1095"/>
              <a:gd name="T113" fmla="*/ 166 h 685"/>
              <a:gd name="T114" fmla="*/ 1089 w 1095"/>
              <a:gd name="T115" fmla="*/ 643 h 685"/>
              <a:gd name="T116" fmla="*/ 41 w 1095"/>
              <a:gd name="T117" fmla="*/ 679 h 685"/>
              <a:gd name="T118" fmla="*/ 3 w 1095"/>
              <a:gd name="T119" fmla="*/ 195 h 685"/>
              <a:gd name="T120" fmla="*/ 106 w 1095"/>
              <a:gd name="T121" fmla="*/ 113 h 685"/>
              <a:gd name="T122" fmla="*/ 223 w 1095"/>
              <a:gd name="T123" fmla="*/ 42 h 685"/>
              <a:gd name="T124" fmla="*/ 298 w 1095"/>
              <a:gd name="T125" fmla="*/ 2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95" h="685">
                <a:moveTo>
                  <a:pt x="856" y="437"/>
                </a:moveTo>
                <a:lnTo>
                  <a:pt x="856" y="437"/>
                </a:lnTo>
                <a:lnTo>
                  <a:pt x="858" y="439"/>
                </a:lnTo>
                <a:lnTo>
                  <a:pt x="858" y="439"/>
                </a:lnTo>
                <a:lnTo>
                  <a:pt x="856" y="441"/>
                </a:lnTo>
                <a:lnTo>
                  <a:pt x="856" y="437"/>
                </a:lnTo>
                <a:close/>
                <a:moveTo>
                  <a:pt x="856" y="437"/>
                </a:moveTo>
                <a:lnTo>
                  <a:pt x="856" y="437"/>
                </a:lnTo>
                <a:lnTo>
                  <a:pt x="854" y="437"/>
                </a:lnTo>
                <a:lnTo>
                  <a:pt x="856" y="437"/>
                </a:lnTo>
                <a:close/>
                <a:moveTo>
                  <a:pt x="975" y="376"/>
                </a:moveTo>
                <a:lnTo>
                  <a:pt x="981" y="378"/>
                </a:lnTo>
                <a:lnTo>
                  <a:pt x="987" y="382"/>
                </a:lnTo>
                <a:lnTo>
                  <a:pt x="991" y="388"/>
                </a:lnTo>
                <a:lnTo>
                  <a:pt x="992" y="393"/>
                </a:lnTo>
                <a:lnTo>
                  <a:pt x="992" y="462"/>
                </a:lnTo>
                <a:lnTo>
                  <a:pt x="991" y="469"/>
                </a:lnTo>
                <a:lnTo>
                  <a:pt x="987" y="475"/>
                </a:lnTo>
                <a:lnTo>
                  <a:pt x="981" y="479"/>
                </a:lnTo>
                <a:lnTo>
                  <a:pt x="975" y="479"/>
                </a:lnTo>
                <a:lnTo>
                  <a:pt x="968" y="479"/>
                </a:lnTo>
                <a:lnTo>
                  <a:pt x="962" y="475"/>
                </a:lnTo>
                <a:lnTo>
                  <a:pt x="958" y="469"/>
                </a:lnTo>
                <a:lnTo>
                  <a:pt x="956" y="462"/>
                </a:lnTo>
                <a:lnTo>
                  <a:pt x="956" y="393"/>
                </a:lnTo>
                <a:lnTo>
                  <a:pt x="958" y="388"/>
                </a:lnTo>
                <a:lnTo>
                  <a:pt x="962" y="382"/>
                </a:lnTo>
                <a:lnTo>
                  <a:pt x="968" y="378"/>
                </a:lnTo>
                <a:lnTo>
                  <a:pt x="975" y="376"/>
                </a:lnTo>
                <a:close/>
                <a:moveTo>
                  <a:pt x="633" y="376"/>
                </a:moveTo>
                <a:lnTo>
                  <a:pt x="639" y="378"/>
                </a:lnTo>
                <a:lnTo>
                  <a:pt x="644" y="382"/>
                </a:lnTo>
                <a:lnTo>
                  <a:pt x="648" y="388"/>
                </a:lnTo>
                <a:lnTo>
                  <a:pt x="650" y="393"/>
                </a:lnTo>
                <a:lnTo>
                  <a:pt x="650" y="462"/>
                </a:lnTo>
                <a:lnTo>
                  <a:pt x="648" y="469"/>
                </a:lnTo>
                <a:lnTo>
                  <a:pt x="644" y="475"/>
                </a:lnTo>
                <a:lnTo>
                  <a:pt x="639" y="479"/>
                </a:lnTo>
                <a:lnTo>
                  <a:pt x="633" y="479"/>
                </a:lnTo>
                <a:lnTo>
                  <a:pt x="626" y="479"/>
                </a:lnTo>
                <a:lnTo>
                  <a:pt x="620" y="475"/>
                </a:lnTo>
                <a:lnTo>
                  <a:pt x="616" y="469"/>
                </a:lnTo>
                <a:lnTo>
                  <a:pt x="616" y="462"/>
                </a:lnTo>
                <a:lnTo>
                  <a:pt x="616" y="393"/>
                </a:lnTo>
                <a:lnTo>
                  <a:pt x="616" y="388"/>
                </a:lnTo>
                <a:lnTo>
                  <a:pt x="620" y="382"/>
                </a:lnTo>
                <a:lnTo>
                  <a:pt x="626" y="378"/>
                </a:lnTo>
                <a:lnTo>
                  <a:pt x="633" y="376"/>
                </a:lnTo>
                <a:close/>
                <a:moveTo>
                  <a:pt x="461" y="376"/>
                </a:moveTo>
                <a:lnTo>
                  <a:pt x="469" y="378"/>
                </a:lnTo>
                <a:lnTo>
                  <a:pt x="474" y="382"/>
                </a:lnTo>
                <a:lnTo>
                  <a:pt x="476" y="388"/>
                </a:lnTo>
                <a:lnTo>
                  <a:pt x="478" y="393"/>
                </a:lnTo>
                <a:lnTo>
                  <a:pt x="478" y="462"/>
                </a:lnTo>
                <a:lnTo>
                  <a:pt x="476" y="469"/>
                </a:lnTo>
                <a:lnTo>
                  <a:pt x="474" y="475"/>
                </a:lnTo>
                <a:lnTo>
                  <a:pt x="469" y="479"/>
                </a:lnTo>
                <a:lnTo>
                  <a:pt x="461" y="479"/>
                </a:lnTo>
                <a:lnTo>
                  <a:pt x="455" y="479"/>
                </a:lnTo>
                <a:lnTo>
                  <a:pt x="450" y="475"/>
                </a:lnTo>
                <a:lnTo>
                  <a:pt x="446" y="469"/>
                </a:lnTo>
                <a:lnTo>
                  <a:pt x="444" y="462"/>
                </a:lnTo>
                <a:lnTo>
                  <a:pt x="444" y="393"/>
                </a:lnTo>
                <a:lnTo>
                  <a:pt x="446" y="388"/>
                </a:lnTo>
                <a:lnTo>
                  <a:pt x="450" y="382"/>
                </a:lnTo>
                <a:lnTo>
                  <a:pt x="455" y="378"/>
                </a:lnTo>
                <a:lnTo>
                  <a:pt x="461" y="376"/>
                </a:lnTo>
                <a:close/>
                <a:moveTo>
                  <a:pt x="119" y="376"/>
                </a:moveTo>
                <a:lnTo>
                  <a:pt x="126" y="378"/>
                </a:lnTo>
                <a:lnTo>
                  <a:pt x="132" y="382"/>
                </a:lnTo>
                <a:lnTo>
                  <a:pt x="136" y="388"/>
                </a:lnTo>
                <a:lnTo>
                  <a:pt x="136" y="393"/>
                </a:lnTo>
                <a:lnTo>
                  <a:pt x="136" y="462"/>
                </a:lnTo>
                <a:lnTo>
                  <a:pt x="136" y="469"/>
                </a:lnTo>
                <a:lnTo>
                  <a:pt x="132" y="475"/>
                </a:lnTo>
                <a:lnTo>
                  <a:pt x="126" y="479"/>
                </a:lnTo>
                <a:lnTo>
                  <a:pt x="119" y="479"/>
                </a:lnTo>
                <a:lnTo>
                  <a:pt x="113" y="479"/>
                </a:lnTo>
                <a:lnTo>
                  <a:pt x="107" y="475"/>
                </a:lnTo>
                <a:lnTo>
                  <a:pt x="104" y="469"/>
                </a:lnTo>
                <a:lnTo>
                  <a:pt x="102" y="462"/>
                </a:lnTo>
                <a:lnTo>
                  <a:pt x="102" y="393"/>
                </a:lnTo>
                <a:lnTo>
                  <a:pt x="104" y="388"/>
                </a:lnTo>
                <a:lnTo>
                  <a:pt x="107" y="382"/>
                </a:lnTo>
                <a:lnTo>
                  <a:pt x="113" y="378"/>
                </a:lnTo>
                <a:lnTo>
                  <a:pt x="119" y="376"/>
                </a:lnTo>
                <a:close/>
                <a:moveTo>
                  <a:pt x="847" y="308"/>
                </a:moveTo>
                <a:lnTo>
                  <a:pt x="869" y="310"/>
                </a:lnTo>
                <a:lnTo>
                  <a:pt x="887" y="318"/>
                </a:lnTo>
                <a:lnTo>
                  <a:pt x="904" y="331"/>
                </a:lnTo>
                <a:lnTo>
                  <a:pt x="913" y="342"/>
                </a:lnTo>
                <a:lnTo>
                  <a:pt x="919" y="354"/>
                </a:lnTo>
                <a:lnTo>
                  <a:pt x="921" y="367"/>
                </a:lnTo>
                <a:lnTo>
                  <a:pt x="917" y="388"/>
                </a:lnTo>
                <a:lnTo>
                  <a:pt x="904" y="405"/>
                </a:lnTo>
                <a:lnTo>
                  <a:pt x="885" y="420"/>
                </a:lnTo>
                <a:lnTo>
                  <a:pt x="892" y="422"/>
                </a:lnTo>
                <a:lnTo>
                  <a:pt x="898" y="426"/>
                </a:lnTo>
                <a:lnTo>
                  <a:pt x="902" y="429"/>
                </a:lnTo>
                <a:lnTo>
                  <a:pt x="905" y="433"/>
                </a:lnTo>
                <a:lnTo>
                  <a:pt x="911" y="439"/>
                </a:lnTo>
                <a:lnTo>
                  <a:pt x="921" y="458"/>
                </a:lnTo>
                <a:lnTo>
                  <a:pt x="924" y="477"/>
                </a:lnTo>
                <a:lnTo>
                  <a:pt x="921" y="497"/>
                </a:lnTo>
                <a:lnTo>
                  <a:pt x="915" y="514"/>
                </a:lnTo>
                <a:lnTo>
                  <a:pt x="902" y="530"/>
                </a:lnTo>
                <a:lnTo>
                  <a:pt x="887" y="541"/>
                </a:lnTo>
                <a:lnTo>
                  <a:pt x="869" y="547"/>
                </a:lnTo>
                <a:lnTo>
                  <a:pt x="849" y="549"/>
                </a:lnTo>
                <a:lnTo>
                  <a:pt x="830" y="547"/>
                </a:lnTo>
                <a:lnTo>
                  <a:pt x="813" y="539"/>
                </a:lnTo>
                <a:lnTo>
                  <a:pt x="800" y="530"/>
                </a:lnTo>
                <a:lnTo>
                  <a:pt x="790" y="518"/>
                </a:lnTo>
                <a:lnTo>
                  <a:pt x="786" y="509"/>
                </a:lnTo>
                <a:lnTo>
                  <a:pt x="786" y="499"/>
                </a:lnTo>
                <a:lnTo>
                  <a:pt x="788" y="492"/>
                </a:lnTo>
                <a:lnTo>
                  <a:pt x="788" y="480"/>
                </a:lnTo>
                <a:lnTo>
                  <a:pt x="822" y="480"/>
                </a:lnTo>
                <a:lnTo>
                  <a:pt x="824" y="488"/>
                </a:lnTo>
                <a:lnTo>
                  <a:pt x="824" y="496"/>
                </a:lnTo>
                <a:lnTo>
                  <a:pt x="826" y="501"/>
                </a:lnTo>
                <a:lnTo>
                  <a:pt x="830" y="507"/>
                </a:lnTo>
                <a:lnTo>
                  <a:pt x="835" y="511"/>
                </a:lnTo>
                <a:lnTo>
                  <a:pt x="839" y="514"/>
                </a:lnTo>
                <a:lnTo>
                  <a:pt x="843" y="516"/>
                </a:lnTo>
                <a:lnTo>
                  <a:pt x="849" y="516"/>
                </a:lnTo>
                <a:lnTo>
                  <a:pt x="860" y="514"/>
                </a:lnTo>
                <a:lnTo>
                  <a:pt x="873" y="511"/>
                </a:lnTo>
                <a:lnTo>
                  <a:pt x="883" y="505"/>
                </a:lnTo>
                <a:lnTo>
                  <a:pt x="887" y="499"/>
                </a:lnTo>
                <a:lnTo>
                  <a:pt x="890" y="492"/>
                </a:lnTo>
                <a:lnTo>
                  <a:pt x="892" y="484"/>
                </a:lnTo>
                <a:lnTo>
                  <a:pt x="892" y="475"/>
                </a:lnTo>
                <a:lnTo>
                  <a:pt x="892" y="465"/>
                </a:lnTo>
                <a:lnTo>
                  <a:pt x="888" y="456"/>
                </a:lnTo>
                <a:lnTo>
                  <a:pt x="883" y="446"/>
                </a:lnTo>
                <a:lnTo>
                  <a:pt x="877" y="443"/>
                </a:lnTo>
                <a:lnTo>
                  <a:pt x="871" y="439"/>
                </a:lnTo>
                <a:lnTo>
                  <a:pt x="864" y="437"/>
                </a:lnTo>
                <a:lnTo>
                  <a:pt x="856" y="437"/>
                </a:lnTo>
                <a:lnTo>
                  <a:pt x="856" y="437"/>
                </a:lnTo>
                <a:lnTo>
                  <a:pt x="854" y="403"/>
                </a:lnTo>
                <a:lnTo>
                  <a:pt x="860" y="403"/>
                </a:lnTo>
                <a:lnTo>
                  <a:pt x="864" y="401"/>
                </a:lnTo>
                <a:lnTo>
                  <a:pt x="866" y="401"/>
                </a:lnTo>
                <a:lnTo>
                  <a:pt x="868" y="399"/>
                </a:lnTo>
                <a:lnTo>
                  <a:pt x="869" y="397"/>
                </a:lnTo>
                <a:lnTo>
                  <a:pt x="873" y="393"/>
                </a:lnTo>
                <a:lnTo>
                  <a:pt x="877" y="388"/>
                </a:lnTo>
                <a:lnTo>
                  <a:pt x="881" y="380"/>
                </a:lnTo>
                <a:lnTo>
                  <a:pt x="883" y="371"/>
                </a:lnTo>
                <a:lnTo>
                  <a:pt x="881" y="363"/>
                </a:lnTo>
                <a:lnTo>
                  <a:pt x="879" y="356"/>
                </a:lnTo>
                <a:lnTo>
                  <a:pt x="875" y="352"/>
                </a:lnTo>
                <a:lnTo>
                  <a:pt x="869" y="346"/>
                </a:lnTo>
                <a:lnTo>
                  <a:pt x="864" y="344"/>
                </a:lnTo>
                <a:lnTo>
                  <a:pt x="856" y="344"/>
                </a:lnTo>
                <a:lnTo>
                  <a:pt x="849" y="344"/>
                </a:lnTo>
                <a:lnTo>
                  <a:pt x="843" y="344"/>
                </a:lnTo>
                <a:lnTo>
                  <a:pt x="835" y="348"/>
                </a:lnTo>
                <a:lnTo>
                  <a:pt x="830" y="350"/>
                </a:lnTo>
                <a:lnTo>
                  <a:pt x="826" y="357"/>
                </a:lnTo>
                <a:lnTo>
                  <a:pt x="822" y="365"/>
                </a:lnTo>
                <a:lnTo>
                  <a:pt x="820" y="376"/>
                </a:lnTo>
                <a:lnTo>
                  <a:pt x="788" y="376"/>
                </a:lnTo>
                <a:lnTo>
                  <a:pt x="788" y="359"/>
                </a:lnTo>
                <a:lnTo>
                  <a:pt x="788" y="344"/>
                </a:lnTo>
                <a:lnTo>
                  <a:pt x="790" y="333"/>
                </a:lnTo>
                <a:lnTo>
                  <a:pt x="796" y="327"/>
                </a:lnTo>
                <a:lnTo>
                  <a:pt x="801" y="323"/>
                </a:lnTo>
                <a:lnTo>
                  <a:pt x="809" y="320"/>
                </a:lnTo>
                <a:lnTo>
                  <a:pt x="817" y="316"/>
                </a:lnTo>
                <a:lnTo>
                  <a:pt x="830" y="310"/>
                </a:lnTo>
                <a:lnTo>
                  <a:pt x="847" y="308"/>
                </a:lnTo>
                <a:close/>
                <a:moveTo>
                  <a:pt x="713" y="306"/>
                </a:moveTo>
                <a:lnTo>
                  <a:pt x="750" y="306"/>
                </a:lnTo>
                <a:lnTo>
                  <a:pt x="750" y="545"/>
                </a:lnTo>
                <a:lnTo>
                  <a:pt x="718" y="545"/>
                </a:lnTo>
                <a:lnTo>
                  <a:pt x="718" y="359"/>
                </a:lnTo>
                <a:lnTo>
                  <a:pt x="709" y="369"/>
                </a:lnTo>
                <a:lnTo>
                  <a:pt x="703" y="374"/>
                </a:lnTo>
                <a:lnTo>
                  <a:pt x="697" y="378"/>
                </a:lnTo>
                <a:lnTo>
                  <a:pt x="684" y="384"/>
                </a:lnTo>
                <a:lnTo>
                  <a:pt x="684" y="339"/>
                </a:lnTo>
                <a:lnTo>
                  <a:pt x="686" y="339"/>
                </a:lnTo>
                <a:lnTo>
                  <a:pt x="686" y="337"/>
                </a:lnTo>
                <a:lnTo>
                  <a:pt x="690" y="333"/>
                </a:lnTo>
                <a:lnTo>
                  <a:pt x="696" y="329"/>
                </a:lnTo>
                <a:lnTo>
                  <a:pt x="699" y="325"/>
                </a:lnTo>
                <a:lnTo>
                  <a:pt x="703" y="323"/>
                </a:lnTo>
                <a:lnTo>
                  <a:pt x="705" y="320"/>
                </a:lnTo>
                <a:lnTo>
                  <a:pt x="707" y="318"/>
                </a:lnTo>
                <a:lnTo>
                  <a:pt x="709" y="312"/>
                </a:lnTo>
                <a:lnTo>
                  <a:pt x="713" y="306"/>
                </a:lnTo>
                <a:close/>
                <a:moveTo>
                  <a:pt x="336" y="306"/>
                </a:moveTo>
                <a:lnTo>
                  <a:pt x="374" y="306"/>
                </a:lnTo>
                <a:lnTo>
                  <a:pt x="374" y="545"/>
                </a:lnTo>
                <a:lnTo>
                  <a:pt x="340" y="545"/>
                </a:lnTo>
                <a:lnTo>
                  <a:pt x="342" y="359"/>
                </a:lnTo>
                <a:lnTo>
                  <a:pt x="332" y="369"/>
                </a:lnTo>
                <a:lnTo>
                  <a:pt x="327" y="374"/>
                </a:lnTo>
                <a:lnTo>
                  <a:pt x="321" y="378"/>
                </a:lnTo>
                <a:lnTo>
                  <a:pt x="308" y="384"/>
                </a:lnTo>
                <a:lnTo>
                  <a:pt x="308" y="339"/>
                </a:lnTo>
                <a:lnTo>
                  <a:pt x="308" y="339"/>
                </a:lnTo>
                <a:lnTo>
                  <a:pt x="308" y="339"/>
                </a:lnTo>
                <a:lnTo>
                  <a:pt x="310" y="337"/>
                </a:lnTo>
                <a:lnTo>
                  <a:pt x="312" y="333"/>
                </a:lnTo>
                <a:lnTo>
                  <a:pt x="319" y="329"/>
                </a:lnTo>
                <a:lnTo>
                  <a:pt x="323" y="325"/>
                </a:lnTo>
                <a:lnTo>
                  <a:pt x="327" y="322"/>
                </a:lnTo>
                <a:lnTo>
                  <a:pt x="331" y="318"/>
                </a:lnTo>
                <a:lnTo>
                  <a:pt x="332" y="314"/>
                </a:lnTo>
                <a:lnTo>
                  <a:pt x="336" y="306"/>
                </a:lnTo>
                <a:close/>
                <a:moveTo>
                  <a:pt x="198" y="306"/>
                </a:moveTo>
                <a:lnTo>
                  <a:pt x="236" y="306"/>
                </a:lnTo>
                <a:lnTo>
                  <a:pt x="236" y="545"/>
                </a:lnTo>
                <a:lnTo>
                  <a:pt x="204" y="545"/>
                </a:lnTo>
                <a:lnTo>
                  <a:pt x="206" y="359"/>
                </a:lnTo>
                <a:lnTo>
                  <a:pt x="196" y="369"/>
                </a:lnTo>
                <a:lnTo>
                  <a:pt x="191" y="374"/>
                </a:lnTo>
                <a:lnTo>
                  <a:pt x="183" y="378"/>
                </a:lnTo>
                <a:lnTo>
                  <a:pt x="172" y="384"/>
                </a:lnTo>
                <a:lnTo>
                  <a:pt x="172" y="339"/>
                </a:lnTo>
                <a:lnTo>
                  <a:pt x="172" y="339"/>
                </a:lnTo>
                <a:lnTo>
                  <a:pt x="174" y="337"/>
                </a:lnTo>
                <a:lnTo>
                  <a:pt x="177" y="333"/>
                </a:lnTo>
                <a:lnTo>
                  <a:pt x="181" y="329"/>
                </a:lnTo>
                <a:lnTo>
                  <a:pt x="187" y="325"/>
                </a:lnTo>
                <a:lnTo>
                  <a:pt x="189" y="323"/>
                </a:lnTo>
                <a:lnTo>
                  <a:pt x="193" y="320"/>
                </a:lnTo>
                <a:lnTo>
                  <a:pt x="194" y="318"/>
                </a:lnTo>
                <a:lnTo>
                  <a:pt x="196" y="312"/>
                </a:lnTo>
                <a:lnTo>
                  <a:pt x="198" y="306"/>
                </a:lnTo>
                <a:close/>
                <a:moveTo>
                  <a:pt x="616" y="240"/>
                </a:moveTo>
                <a:lnTo>
                  <a:pt x="597" y="244"/>
                </a:lnTo>
                <a:lnTo>
                  <a:pt x="586" y="257"/>
                </a:lnTo>
                <a:lnTo>
                  <a:pt x="580" y="274"/>
                </a:lnTo>
                <a:lnTo>
                  <a:pt x="580" y="583"/>
                </a:lnTo>
                <a:lnTo>
                  <a:pt x="586" y="600"/>
                </a:lnTo>
                <a:lnTo>
                  <a:pt x="597" y="611"/>
                </a:lnTo>
                <a:lnTo>
                  <a:pt x="616" y="617"/>
                </a:lnTo>
                <a:lnTo>
                  <a:pt x="992" y="617"/>
                </a:lnTo>
                <a:lnTo>
                  <a:pt x="1009" y="611"/>
                </a:lnTo>
                <a:lnTo>
                  <a:pt x="1021" y="600"/>
                </a:lnTo>
                <a:lnTo>
                  <a:pt x="1026" y="583"/>
                </a:lnTo>
                <a:lnTo>
                  <a:pt x="1026" y="274"/>
                </a:lnTo>
                <a:lnTo>
                  <a:pt x="1021" y="257"/>
                </a:lnTo>
                <a:lnTo>
                  <a:pt x="1009" y="244"/>
                </a:lnTo>
                <a:lnTo>
                  <a:pt x="992" y="240"/>
                </a:lnTo>
                <a:lnTo>
                  <a:pt x="616" y="240"/>
                </a:lnTo>
                <a:close/>
                <a:moveTo>
                  <a:pt x="102" y="240"/>
                </a:moveTo>
                <a:lnTo>
                  <a:pt x="85" y="244"/>
                </a:lnTo>
                <a:lnTo>
                  <a:pt x="73" y="257"/>
                </a:lnTo>
                <a:lnTo>
                  <a:pt x="68" y="274"/>
                </a:lnTo>
                <a:lnTo>
                  <a:pt x="68" y="583"/>
                </a:lnTo>
                <a:lnTo>
                  <a:pt x="73" y="600"/>
                </a:lnTo>
                <a:lnTo>
                  <a:pt x="85" y="611"/>
                </a:lnTo>
                <a:lnTo>
                  <a:pt x="102" y="617"/>
                </a:lnTo>
                <a:lnTo>
                  <a:pt x="478" y="617"/>
                </a:lnTo>
                <a:lnTo>
                  <a:pt x="495" y="611"/>
                </a:lnTo>
                <a:lnTo>
                  <a:pt x="508" y="600"/>
                </a:lnTo>
                <a:lnTo>
                  <a:pt x="512" y="583"/>
                </a:lnTo>
                <a:lnTo>
                  <a:pt x="512" y="274"/>
                </a:lnTo>
                <a:lnTo>
                  <a:pt x="508" y="257"/>
                </a:lnTo>
                <a:lnTo>
                  <a:pt x="495" y="244"/>
                </a:lnTo>
                <a:lnTo>
                  <a:pt x="478" y="240"/>
                </a:lnTo>
                <a:lnTo>
                  <a:pt x="102" y="240"/>
                </a:lnTo>
                <a:close/>
                <a:moveTo>
                  <a:pt x="786" y="0"/>
                </a:moveTo>
                <a:lnTo>
                  <a:pt x="800" y="2"/>
                </a:lnTo>
                <a:lnTo>
                  <a:pt x="815" y="9"/>
                </a:lnTo>
                <a:lnTo>
                  <a:pt x="830" y="17"/>
                </a:lnTo>
                <a:lnTo>
                  <a:pt x="843" y="25"/>
                </a:lnTo>
                <a:lnTo>
                  <a:pt x="851" y="32"/>
                </a:lnTo>
                <a:lnTo>
                  <a:pt x="854" y="34"/>
                </a:lnTo>
                <a:lnTo>
                  <a:pt x="858" y="36"/>
                </a:lnTo>
                <a:lnTo>
                  <a:pt x="869" y="43"/>
                </a:lnTo>
                <a:lnTo>
                  <a:pt x="887" y="53"/>
                </a:lnTo>
                <a:lnTo>
                  <a:pt x="909" y="66"/>
                </a:lnTo>
                <a:lnTo>
                  <a:pt x="934" y="81"/>
                </a:lnTo>
                <a:lnTo>
                  <a:pt x="960" y="96"/>
                </a:lnTo>
                <a:lnTo>
                  <a:pt x="989" y="115"/>
                </a:lnTo>
                <a:lnTo>
                  <a:pt x="1015" y="132"/>
                </a:lnTo>
                <a:lnTo>
                  <a:pt x="1040" y="149"/>
                </a:lnTo>
                <a:lnTo>
                  <a:pt x="1062" y="166"/>
                </a:lnTo>
                <a:lnTo>
                  <a:pt x="1079" y="182"/>
                </a:lnTo>
                <a:lnTo>
                  <a:pt x="1091" y="195"/>
                </a:lnTo>
                <a:lnTo>
                  <a:pt x="1095" y="206"/>
                </a:lnTo>
                <a:lnTo>
                  <a:pt x="1095" y="617"/>
                </a:lnTo>
                <a:lnTo>
                  <a:pt x="1089" y="643"/>
                </a:lnTo>
                <a:lnTo>
                  <a:pt x="1074" y="664"/>
                </a:lnTo>
                <a:lnTo>
                  <a:pt x="1053" y="679"/>
                </a:lnTo>
                <a:lnTo>
                  <a:pt x="1026" y="685"/>
                </a:lnTo>
                <a:lnTo>
                  <a:pt x="68" y="685"/>
                </a:lnTo>
                <a:lnTo>
                  <a:pt x="41" y="679"/>
                </a:lnTo>
                <a:lnTo>
                  <a:pt x="19" y="664"/>
                </a:lnTo>
                <a:lnTo>
                  <a:pt x="5" y="643"/>
                </a:lnTo>
                <a:lnTo>
                  <a:pt x="0" y="617"/>
                </a:lnTo>
                <a:lnTo>
                  <a:pt x="0" y="206"/>
                </a:lnTo>
                <a:lnTo>
                  <a:pt x="3" y="195"/>
                </a:lnTo>
                <a:lnTo>
                  <a:pt x="15" y="182"/>
                </a:lnTo>
                <a:lnTo>
                  <a:pt x="32" y="166"/>
                </a:lnTo>
                <a:lnTo>
                  <a:pt x="53" y="149"/>
                </a:lnTo>
                <a:lnTo>
                  <a:pt x="79" y="132"/>
                </a:lnTo>
                <a:lnTo>
                  <a:pt x="106" y="113"/>
                </a:lnTo>
                <a:lnTo>
                  <a:pt x="134" y="96"/>
                </a:lnTo>
                <a:lnTo>
                  <a:pt x="160" y="79"/>
                </a:lnTo>
                <a:lnTo>
                  <a:pt x="185" y="64"/>
                </a:lnTo>
                <a:lnTo>
                  <a:pt x="206" y="51"/>
                </a:lnTo>
                <a:lnTo>
                  <a:pt x="223" y="42"/>
                </a:lnTo>
                <a:lnTo>
                  <a:pt x="234" y="36"/>
                </a:lnTo>
                <a:lnTo>
                  <a:pt x="240" y="34"/>
                </a:lnTo>
                <a:lnTo>
                  <a:pt x="263" y="17"/>
                </a:lnTo>
                <a:lnTo>
                  <a:pt x="283" y="7"/>
                </a:lnTo>
                <a:lnTo>
                  <a:pt x="298" y="2"/>
                </a:lnTo>
                <a:lnTo>
                  <a:pt x="306" y="0"/>
                </a:lnTo>
                <a:lnTo>
                  <a:pt x="310" y="0"/>
                </a:lnTo>
                <a:lnTo>
                  <a:pt x="78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859932" y="2887520"/>
            <a:ext cx="868932" cy="1080000"/>
          </a:xfrm>
          <a:custGeom>
            <a:avLst/>
            <a:gdLst>
              <a:gd name="T0" fmla="*/ 418 w 881"/>
              <a:gd name="T1" fmla="*/ 357 h 1095"/>
              <a:gd name="T2" fmla="*/ 486 w 881"/>
              <a:gd name="T3" fmla="*/ 414 h 1095"/>
              <a:gd name="T4" fmla="*/ 569 w 881"/>
              <a:gd name="T5" fmla="*/ 378 h 1095"/>
              <a:gd name="T6" fmla="*/ 590 w 881"/>
              <a:gd name="T7" fmla="*/ 382 h 1095"/>
              <a:gd name="T8" fmla="*/ 463 w 881"/>
              <a:gd name="T9" fmla="*/ 503 h 1095"/>
              <a:gd name="T10" fmla="*/ 461 w 881"/>
              <a:gd name="T11" fmla="*/ 870 h 1095"/>
              <a:gd name="T12" fmla="*/ 471 w 881"/>
              <a:gd name="T13" fmla="*/ 883 h 1095"/>
              <a:gd name="T14" fmla="*/ 556 w 881"/>
              <a:gd name="T15" fmla="*/ 840 h 1095"/>
              <a:gd name="T16" fmla="*/ 665 w 881"/>
              <a:gd name="T17" fmla="*/ 861 h 1095"/>
              <a:gd name="T18" fmla="*/ 526 w 881"/>
              <a:gd name="T19" fmla="*/ 955 h 1095"/>
              <a:gd name="T20" fmla="*/ 314 w 881"/>
              <a:gd name="T21" fmla="*/ 942 h 1095"/>
              <a:gd name="T22" fmla="*/ 208 w 881"/>
              <a:gd name="T23" fmla="*/ 863 h 1095"/>
              <a:gd name="T24" fmla="*/ 253 w 881"/>
              <a:gd name="T25" fmla="*/ 804 h 1095"/>
              <a:gd name="T26" fmla="*/ 306 w 881"/>
              <a:gd name="T27" fmla="*/ 815 h 1095"/>
              <a:gd name="T28" fmla="*/ 363 w 881"/>
              <a:gd name="T29" fmla="*/ 842 h 1095"/>
              <a:gd name="T30" fmla="*/ 420 w 881"/>
              <a:gd name="T31" fmla="*/ 832 h 1095"/>
              <a:gd name="T32" fmla="*/ 423 w 881"/>
              <a:gd name="T33" fmla="*/ 482 h 1095"/>
              <a:gd name="T34" fmla="*/ 327 w 881"/>
              <a:gd name="T35" fmla="*/ 397 h 1095"/>
              <a:gd name="T36" fmla="*/ 314 w 881"/>
              <a:gd name="T37" fmla="*/ 337 h 1095"/>
              <a:gd name="T38" fmla="*/ 295 w 881"/>
              <a:gd name="T39" fmla="*/ 242 h 1095"/>
              <a:gd name="T40" fmla="*/ 170 w 881"/>
              <a:gd name="T41" fmla="*/ 223 h 1095"/>
              <a:gd name="T42" fmla="*/ 223 w 881"/>
              <a:gd name="T43" fmla="*/ 339 h 1095"/>
              <a:gd name="T44" fmla="*/ 291 w 881"/>
              <a:gd name="T45" fmla="*/ 426 h 1095"/>
              <a:gd name="T46" fmla="*/ 420 w 881"/>
              <a:gd name="T47" fmla="*/ 528 h 1095"/>
              <a:gd name="T48" fmla="*/ 289 w 881"/>
              <a:gd name="T49" fmla="*/ 670 h 1095"/>
              <a:gd name="T50" fmla="*/ 215 w 881"/>
              <a:gd name="T51" fmla="*/ 759 h 1095"/>
              <a:gd name="T52" fmla="*/ 191 w 881"/>
              <a:gd name="T53" fmla="*/ 912 h 1095"/>
              <a:gd name="T54" fmla="*/ 448 w 881"/>
              <a:gd name="T55" fmla="*/ 1010 h 1095"/>
              <a:gd name="T56" fmla="*/ 715 w 881"/>
              <a:gd name="T57" fmla="*/ 863 h 1095"/>
              <a:gd name="T58" fmla="*/ 643 w 881"/>
              <a:gd name="T59" fmla="*/ 732 h 1095"/>
              <a:gd name="T60" fmla="*/ 546 w 881"/>
              <a:gd name="T61" fmla="*/ 628 h 1095"/>
              <a:gd name="T62" fmla="*/ 465 w 881"/>
              <a:gd name="T63" fmla="*/ 513 h 1095"/>
              <a:gd name="T64" fmla="*/ 611 w 881"/>
              <a:gd name="T65" fmla="*/ 407 h 1095"/>
              <a:gd name="T66" fmla="*/ 684 w 881"/>
              <a:gd name="T67" fmla="*/ 304 h 1095"/>
              <a:gd name="T68" fmla="*/ 128 w 881"/>
              <a:gd name="T69" fmla="*/ 887 h 1095"/>
              <a:gd name="T70" fmla="*/ 161 w 881"/>
              <a:gd name="T71" fmla="*/ 772 h 1095"/>
              <a:gd name="T72" fmla="*/ 229 w 881"/>
              <a:gd name="T73" fmla="*/ 672 h 1095"/>
              <a:gd name="T74" fmla="*/ 382 w 881"/>
              <a:gd name="T75" fmla="*/ 556 h 1095"/>
              <a:gd name="T76" fmla="*/ 299 w 881"/>
              <a:gd name="T77" fmla="*/ 501 h 1095"/>
              <a:gd name="T78" fmla="*/ 174 w 881"/>
              <a:gd name="T79" fmla="*/ 344 h 1095"/>
              <a:gd name="T80" fmla="*/ 127 w 881"/>
              <a:gd name="T81" fmla="*/ 214 h 1095"/>
              <a:gd name="T82" fmla="*/ 128 w 881"/>
              <a:gd name="T83" fmla="*/ 204 h 1095"/>
              <a:gd name="T84" fmla="*/ 754 w 881"/>
              <a:gd name="T85" fmla="*/ 202 h 1095"/>
              <a:gd name="T86" fmla="*/ 711 w 881"/>
              <a:gd name="T87" fmla="*/ 335 h 1095"/>
              <a:gd name="T88" fmla="*/ 630 w 881"/>
              <a:gd name="T89" fmla="*/ 460 h 1095"/>
              <a:gd name="T90" fmla="*/ 499 w 881"/>
              <a:gd name="T91" fmla="*/ 552 h 1095"/>
              <a:gd name="T92" fmla="*/ 609 w 881"/>
              <a:gd name="T93" fmla="*/ 619 h 1095"/>
              <a:gd name="T94" fmla="*/ 711 w 881"/>
              <a:gd name="T95" fmla="*/ 757 h 1095"/>
              <a:gd name="T96" fmla="*/ 756 w 881"/>
              <a:gd name="T97" fmla="*/ 855 h 1095"/>
              <a:gd name="T98" fmla="*/ 762 w 881"/>
              <a:gd name="T99" fmla="*/ 880 h 1095"/>
              <a:gd name="T100" fmla="*/ 599 w 881"/>
              <a:gd name="T101" fmla="*/ 7 h 1095"/>
              <a:gd name="T102" fmla="*/ 881 w 881"/>
              <a:gd name="T103" fmla="*/ 127 h 1095"/>
              <a:gd name="T104" fmla="*/ 667 w 881"/>
              <a:gd name="T105" fmla="*/ 1076 h 1095"/>
              <a:gd name="T106" fmla="*/ 181 w 881"/>
              <a:gd name="T107" fmla="*/ 1071 h 1095"/>
              <a:gd name="T108" fmla="*/ 0 w 881"/>
              <a:gd name="T109" fmla="*/ 127 h 1095"/>
              <a:gd name="T110" fmla="*/ 274 w 881"/>
              <a:gd name="T111" fmla="*/ 7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81" h="1095">
                <a:moveTo>
                  <a:pt x="314" y="337"/>
                </a:moveTo>
                <a:lnTo>
                  <a:pt x="333" y="337"/>
                </a:lnTo>
                <a:lnTo>
                  <a:pt x="355" y="340"/>
                </a:lnTo>
                <a:lnTo>
                  <a:pt x="376" y="342"/>
                </a:lnTo>
                <a:lnTo>
                  <a:pt x="393" y="342"/>
                </a:lnTo>
                <a:lnTo>
                  <a:pt x="406" y="348"/>
                </a:lnTo>
                <a:lnTo>
                  <a:pt x="418" y="357"/>
                </a:lnTo>
                <a:lnTo>
                  <a:pt x="429" y="369"/>
                </a:lnTo>
                <a:lnTo>
                  <a:pt x="439" y="378"/>
                </a:lnTo>
                <a:lnTo>
                  <a:pt x="448" y="382"/>
                </a:lnTo>
                <a:lnTo>
                  <a:pt x="459" y="386"/>
                </a:lnTo>
                <a:lnTo>
                  <a:pt x="467" y="395"/>
                </a:lnTo>
                <a:lnTo>
                  <a:pt x="476" y="405"/>
                </a:lnTo>
                <a:lnTo>
                  <a:pt x="486" y="414"/>
                </a:lnTo>
                <a:lnTo>
                  <a:pt x="495" y="420"/>
                </a:lnTo>
                <a:lnTo>
                  <a:pt x="505" y="416"/>
                </a:lnTo>
                <a:lnTo>
                  <a:pt x="518" y="409"/>
                </a:lnTo>
                <a:lnTo>
                  <a:pt x="531" y="397"/>
                </a:lnTo>
                <a:lnTo>
                  <a:pt x="546" y="388"/>
                </a:lnTo>
                <a:lnTo>
                  <a:pt x="560" y="380"/>
                </a:lnTo>
                <a:lnTo>
                  <a:pt x="569" y="378"/>
                </a:lnTo>
                <a:lnTo>
                  <a:pt x="575" y="376"/>
                </a:lnTo>
                <a:lnTo>
                  <a:pt x="580" y="376"/>
                </a:lnTo>
                <a:lnTo>
                  <a:pt x="584" y="378"/>
                </a:lnTo>
                <a:lnTo>
                  <a:pt x="588" y="380"/>
                </a:lnTo>
                <a:lnTo>
                  <a:pt x="590" y="380"/>
                </a:lnTo>
                <a:lnTo>
                  <a:pt x="590" y="382"/>
                </a:lnTo>
                <a:lnTo>
                  <a:pt x="590" y="382"/>
                </a:lnTo>
                <a:lnTo>
                  <a:pt x="565" y="414"/>
                </a:lnTo>
                <a:lnTo>
                  <a:pt x="537" y="437"/>
                </a:lnTo>
                <a:lnTo>
                  <a:pt x="510" y="454"/>
                </a:lnTo>
                <a:lnTo>
                  <a:pt x="484" y="463"/>
                </a:lnTo>
                <a:lnTo>
                  <a:pt x="463" y="469"/>
                </a:lnTo>
                <a:lnTo>
                  <a:pt x="463" y="482"/>
                </a:lnTo>
                <a:lnTo>
                  <a:pt x="463" y="503"/>
                </a:lnTo>
                <a:lnTo>
                  <a:pt x="461" y="528"/>
                </a:lnTo>
                <a:lnTo>
                  <a:pt x="461" y="554"/>
                </a:lnTo>
                <a:lnTo>
                  <a:pt x="461" y="577"/>
                </a:lnTo>
                <a:lnTo>
                  <a:pt x="461" y="592"/>
                </a:lnTo>
                <a:lnTo>
                  <a:pt x="461" y="598"/>
                </a:lnTo>
                <a:lnTo>
                  <a:pt x="461" y="868"/>
                </a:lnTo>
                <a:lnTo>
                  <a:pt x="461" y="870"/>
                </a:lnTo>
                <a:lnTo>
                  <a:pt x="461" y="870"/>
                </a:lnTo>
                <a:lnTo>
                  <a:pt x="461" y="868"/>
                </a:lnTo>
                <a:lnTo>
                  <a:pt x="461" y="868"/>
                </a:lnTo>
                <a:lnTo>
                  <a:pt x="463" y="870"/>
                </a:lnTo>
                <a:lnTo>
                  <a:pt x="463" y="874"/>
                </a:lnTo>
                <a:lnTo>
                  <a:pt x="465" y="878"/>
                </a:lnTo>
                <a:lnTo>
                  <a:pt x="471" y="883"/>
                </a:lnTo>
                <a:lnTo>
                  <a:pt x="478" y="883"/>
                </a:lnTo>
                <a:lnTo>
                  <a:pt x="488" y="878"/>
                </a:lnTo>
                <a:lnTo>
                  <a:pt x="499" y="866"/>
                </a:lnTo>
                <a:lnTo>
                  <a:pt x="509" y="853"/>
                </a:lnTo>
                <a:lnTo>
                  <a:pt x="520" y="846"/>
                </a:lnTo>
                <a:lnTo>
                  <a:pt x="535" y="842"/>
                </a:lnTo>
                <a:lnTo>
                  <a:pt x="556" y="840"/>
                </a:lnTo>
                <a:lnTo>
                  <a:pt x="578" y="840"/>
                </a:lnTo>
                <a:lnTo>
                  <a:pt x="603" y="842"/>
                </a:lnTo>
                <a:lnTo>
                  <a:pt x="626" y="844"/>
                </a:lnTo>
                <a:lnTo>
                  <a:pt x="647" y="846"/>
                </a:lnTo>
                <a:lnTo>
                  <a:pt x="660" y="849"/>
                </a:lnTo>
                <a:lnTo>
                  <a:pt x="665" y="853"/>
                </a:lnTo>
                <a:lnTo>
                  <a:pt x="665" y="861"/>
                </a:lnTo>
                <a:lnTo>
                  <a:pt x="664" y="866"/>
                </a:lnTo>
                <a:lnTo>
                  <a:pt x="658" y="874"/>
                </a:lnTo>
                <a:lnTo>
                  <a:pt x="654" y="878"/>
                </a:lnTo>
                <a:lnTo>
                  <a:pt x="652" y="880"/>
                </a:lnTo>
                <a:lnTo>
                  <a:pt x="609" y="916"/>
                </a:lnTo>
                <a:lnTo>
                  <a:pt x="565" y="940"/>
                </a:lnTo>
                <a:lnTo>
                  <a:pt x="526" y="955"/>
                </a:lnTo>
                <a:lnTo>
                  <a:pt x="490" y="965"/>
                </a:lnTo>
                <a:lnTo>
                  <a:pt x="461" y="969"/>
                </a:lnTo>
                <a:lnTo>
                  <a:pt x="444" y="969"/>
                </a:lnTo>
                <a:lnTo>
                  <a:pt x="437" y="969"/>
                </a:lnTo>
                <a:lnTo>
                  <a:pt x="389" y="965"/>
                </a:lnTo>
                <a:lnTo>
                  <a:pt x="350" y="955"/>
                </a:lnTo>
                <a:lnTo>
                  <a:pt x="314" y="942"/>
                </a:lnTo>
                <a:lnTo>
                  <a:pt x="283" y="925"/>
                </a:lnTo>
                <a:lnTo>
                  <a:pt x="259" y="910"/>
                </a:lnTo>
                <a:lnTo>
                  <a:pt x="238" y="895"/>
                </a:lnTo>
                <a:lnTo>
                  <a:pt x="225" y="883"/>
                </a:lnTo>
                <a:lnTo>
                  <a:pt x="215" y="878"/>
                </a:lnTo>
                <a:lnTo>
                  <a:pt x="210" y="870"/>
                </a:lnTo>
                <a:lnTo>
                  <a:pt x="208" y="863"/>
                </a:lnTo>
                <a:lnTo>
                  <a:pt x="212" y="853"/>
                </a:lnTo>
                <a:lnTo>
                  <a:pt x="219" y="847"/>
                </a:lnTo>
                <a:lnTo>
                  <a:pt x="227" y="844"/>
                </a:lnTo>
                <a:lnTo>
                  <a:pt x="236" y="840"/>
                </a:lnTo>
                <a:lnTo>
                  <a:pt x="242" y="830"/>
                </a:lnTo>
                <a:lnTo>
                  <a:pt x="248" y="817"/>
                </a:lnTo>
                <a:lnTo>
                  <a:pt x="253" y="804"/>
                </a:lnTo>
                <a:lnTo>
                  <a:pt x="261" y="798"/>
                </a:lnTo>
                <a:lnTo>
                  <a:pt x="272" y="798"/>
                </a:lnTo>
                <a:lnTo>
                  <a:pt x="283" y="802"/>
                </a:lnTo>
                <a:lnTo>
                  <a:pt x="293" y="806"/>
                </a:lnTo>
                <a:lnTo>
                  <a:pt x="297" y="808"/>
                </a:lnTo>
                <a:lnTo>
                  <a:pt x="302" y="810"/>
                </a:lnTo>
                <a:lnTo>
                  <a:pt x="306" y="815"/>
                </a:lnTo>
                <a:lnTo>
                  <a:pt x="310" y="823"/>
                </a:lnTo>
                <a:lnTo>
                  <a:pt x="314" y="832"/>
                </a:lnTo>
                <a:lnTo>
                  <a:pt x="319" y="842"/>
                </a:lnTo>
                <a:lnTo>
                  <a:pt x="329" y="847"/>
                </a:lnTo>
                <a:lnTo>
                  <a:pt x="338" y="847"/>
                </a:lnTo>
                <a:lnTo>
                  <a:pt x="348" y="844"/>
                </a:lnTo>
                <a:lnTo>
                  <a:pt x="363" y="842"/>
                </a:lnTo>
                <a:lnTo>
                  <a:pt x="384" y="842"/>
                </a:lnTo>
                <a:lnTo>
                  <a:pt x="401" y="844"/>
                </a:lnTo>
                <a:lnTo>
                  <a:pt x="412" y="842"/>
                </a:lnTo>
                <a:lnTo>
                  <a:pt x="418" y="840"/>
                </a:lnTo>
                <a:lnTo>
                  <a:pt x="420" y="836"/>
                </a:lnTo>
                <a:lnTo>
                  <a:pt x="420" y="832"/>
                </a:lnTo>
                <a:lnTo>
                  <a:pt x="420" y="832"/>
                </a:lnTo>
                <a:lnTo>
                  <a:pt x="420" y="645"/>
                </a:lnTo>
                <a:lnTo>
                  <a:pt x="420" y="619"/>
                </a:lnTo>
                <a:lnTo>
                  <a:pt x="420" y="590"/>
                </a:lnTo>
                <a:lnTo>
                  <a:pt x="422" y="560"/>
                </a:lnTo>
                <a:lnTo>
                  <a:pt x="422" y="530"/>
                </a:lnTo>
                <a:lnTo>
                  <a:pt x="423" y="503"/>
                </a:lnTo>
                <a:lnTo>
                  <a:pt x="423" y="482"/>
                </a:lnTo>
                <a:lnTo>
                  <a:pt x="425" y="467"/>
                </a:lnTo>
                <a:lnTo>
                  <a:pt x="425" y="463"/>
                </a:lnTo>
                <a:lnTo>
                  <a:pt x="401" y="456"/>
                </a:lnTo>
                <a:lnTo>
                  <a:pt x="378" y="444"/>
                </a:lnTo>
                <a:lnTo>
                  <a:pt x="359" y="429"/>
                </a:lnTo>
                <a:lnTo>
                  <a:pt x="340" y="412"/>
                </a:lnTo>
                <a:lnTo>
                  <a:pt x="327" y="397"/>
                </a:lnTo>
                <a:lnTo>
                  <a:pt x="316" y="384"/>
                </a:lnTo>
                <a:lnTo>
                  <a:pt x="306" y="376"/>
                </a:lnTo>
                <a:lnTo>
                  <a:pt x="297" y="367"/>
                </a:lnTo>
                <a:lnTo>
                  <a:pt x="291" y="356"/>
                </a:lnTo>
                <a:lnTo>
                  <a:pt x="291" y="346"/>
                </a:lnTo>
                <a:lnTo>
                  <a:pt x="301" y="339"/>
                </a:lnTo>
                <a:lnTo>
                  <a:pt x="314" y="337"/>
                </a:lnTo>
                <a:close/>
                <a:moveTo>
                  <a:pt x="713" y="216"/>
                </a:moveTo>
                <a:lnTo>
                  <a:pt x="654" y="231"/>
                </a:lnTo>
                <a:lnTo>
                  <a:pt x="588" y="242"/>
                </a:lnTo>
                <a:lnTo>
                  <a:pt x="516" y="250"/>
                </a:lnTo>
                <a:lnTo>
                  <a:pt x="439" y="252"/>
                </a:lnTo>
                <a:lnTo>
                  <a:pt x="365" y="250"/>
                </a:lnTo>
                <a:lnTo>
                  <a:pt x="295" y="242"/>
                </a:lnTo>
                <a:lnTo>
                  <a:pt x="231" y="233"/>
                </a:lnTo>
                <a:lnTo>
                  <a:pt x="174" y="219"/>
                </a:lnTo>
                <a:lnTo>
                  <a:pt x="174" y="219"/>
                </a:lnTo>
                <a:lnTo>
                  <a:pt x="172" y="219"/>
                </a:lnTo>
                <a:lnTo>
                  <a:pt x="172" y="219"/>
                </a:lnTo>
                <a:lnTo>
                  <a:pt x="172" y="221"/>
                </a:lnTo>
                <a:lnTo>
                  <a:pt x="170" y="223"/>
                </a:lnTo>
                <a:lnTo>
                  <a:pt x="172" y="227"/>
                </a:lnTo>
                <a:lnTo>
                  <a:pt x="172" y="238"/>
                </a:lnTo>
                <a:lnTo>
                  <a:pt x="174" y="255"/>
                </a:lnTo>
                <a:lnTo>
                  <a:pt x="183" y="274"/>
                </a:lnTo>
                <a:lnTo>
                  <a:pt x="195" y="295"/>
                </a:lnTo>
                <a:lnTo>
                  <a:pt x="210" y="318"/>
                </a:lnTo>
                <a:lnTo>
                  <a:pt x="223" y="339"/>
                </a:lnTo>
                <a:lnTo>
                  <a:pt x="236" y="356"/>
                </a:lnTo>
                <a:lnTo>
                  <a:pt x="248" y="371"/>
                </a:lnTo>
                <a:lnTo>
                  <a:pt x="248" y="371"/>
                </a:lnTo>
                <a:lnTo>
                  <a:pt x="251" y="378"/>
                </a:lnTo>
                <a:lnTo>
                  <a:pt x="261" y="390"/>
                </a:lnTo>
                <a:lnTo>
                  <a:pt x="274" y="407"/>
                </a:lnTo>
                <a:lnTo>
                  <a:pt x="291" y="426"/>
                </a:lnTo>
                <a:lnTo>
                  <a:pt x="310" y="444"/>
                </a:lnTo>
                <a:lnTo>
                  <a:pt x="335" y="465"/>
                </a:lnTo>
                <a:lnTo>
                  <a:pt x="359" y="482"/>
                </a:lnTo>
                <a:lnTo>
                  <a:pt x="386" y="497"/>
                </a:lnTo>
                <a:lnTo>
                  <a:pt x="416" y="507"/>
                </a:lnTo>
                <a:lnTo>
                  <a:pt x="420" y="513"/>
                </a:lnTo>
                <a:lnTo>
                  <a:pt x="420" y="528"/>
                </a:lnTo>
                <a:lnTo>
                  <a:pt x="420" y="554"/>
                </a:lnTo>
                <a:lnTo>
                  <a:pt x="420" y="586"/>
                </a:lnTo>
                <a:lnTo>
                  <a:pt x="389" y="596"/>
                </a:lnTo>
                <a:lnTo>
                  <a:pt x="361" y="611"/>
                </a:lnTo>
                <a:lnTo>
                  <a:pt x="335" y="628"/>
                </a:lnTo>
                <a:lnTo>
                  <a:pt x="310" y="649"/>
                </a:lnTo>
                <a:lnTo>
                  <a:pt x="289" y="670"/>
                </a:lnTo>
                <a:lnTo>
                  <a:pt x="270" y="689"/>
                </a:lnTo>
                <a:lnTo>
                  <a:pt x="255" y="706"/>
                </a:lnTo>
                <a:lnTo>
                  <a:pt x="244" y="717"/>
                </a:lnTo>
                <a:lnTo>
                  <a:pt x="238" y="724"/>
                </a:lnTo>
                <a:lnTo>
                  <a:pt x="238" y="724"/>
                </a:lnTo>
                <a:lnTo>
                  <a:pt x="229" y="740"/>
                </a:lnTo>
                <a:lnTo>
                  <a:pt x="215" y="759"/>
                </a:lnTo>
                <a:lnTo>
                  <a:pt x="202" y="781"/>
                </a:lnTo>
                <a:lnTo>
                  <a:pt x="189" y="804"/>
                </a:lnTo>
                <a:lnTo>
                  <a:pt x="178" y="825"/>
                </a:lnTo>
                <a:lnTo>
                  <a:pt x="170" y="846"/>
                </a:lnTo>
                <a:lnTo>
                  <a:pt x="168" y="863"/>
                </a:lnTo>
                <a:lnTo>
                  <a:pt x="176" y="887"/>
                </a:lnTo>
                <a:lnTo>
                  <a:pt x="191" y="912"/>
                </a:lnTo>
                <a:lnTo>
                  <a:pt x="217" y="936"/>
                </a:lnTo>
                <a:lnTo>
                  <a:pt x="249" y="959"/>
                </a:lnTo>
                <a:lnTo>
                  <a:pt x="287" y="980"/>
                </a:lnTo>
                <a:lnTo>
                  <a:pt x="333" y="995"/>
                </a:lnTo>
                <a:lnTo>
                  <a:pt x="382" y="1006"/>
                </a:lnTo>
                <a:lnTo>
                  <a:pt x="435" y="1010"/>
                </a:lnTo>
                <a:lnTo>
                  <a:pt x="448" y="1010"/>
                </a:lnTo>
                <a:lnTo>
                  <a:pt x="507" y="1006"/>
                </a:lnTo>
                <a:lnTo>
                  <a:pt x="558" y="997"/>
                </a:lnTo>
                <a:lnTo>
                  <a:pt x="601" y="982"/>
                </a:lnTo>
                <a:lnTo>
                  <a:pt x="639" y="961"/>
                </a:lnTo>
                <a:lnTo>
                  <a:pt x="669" y="934"/>
                </a:lnTo>
                <a:lnTo>
                  <a:pt x="694" y="900"/>
                </a:lnTo>
                <a:lnTo>
                  <a:pt x="715" y="863"/>
                </a:lnTo>
                <a:lnTo>
                  <a:pt x="713" y="846"/>
                </a:lnTo>
                <a:lnTo>
                  <a:pt x="703" y="827"/>
                </a:lnTo>
                <a:lnTo>
                  <a:pt x="692" y="806"/>
                </a:lnTo>
                <a:lnTo>
                  <a:pt x="679" y="785"/>
                </a:lnTo>
                <a:lnTo>
                  <a:pt x="665" y="764"/>
                </a:lnTo>
                <a:lnTo>
                  <a:pt x="652" y="745"/>
                </a:lnTo>
                <a:lnTo>
                  <a:pt x="643" y="732"/>
                </a:lnTo>
                <a:lnTo>
                  <a:pt x="641" y="730"/>
                </a:lnTo>
                <a:lnTo>
                  <a:pt x="635" y="723"/>
                </a:lnTo>
                <a:lnTo>
                  <a:pt x="626" y="709"/>
                </a:lnTo>
                <a:lnTo>
                  <a:pt x="611" y="690"/>
                </a:lnTo>
                <a:lnTo>
                  <a:pt x="594" y="670"/>
                </a:lnTo>
                <a:lnTo>
                  <a:pt x="571" y="649"/>
                </a:lnTo>
                <a:lnTo>
                  <a:pt x="546" y="628"/>
                </a:lnTo>
                <a:lnTo>
                  <a:pt x="520" y="611"/>
                </a:lnTo>
                <a:lnTo>
                  <a:pt x="491" y="598"/>
                </a:lnTo>
                <a:lnTo>
                  <a:pt x="461" y="590"/>
                </a:lnTo>
                <a:lnTo>
                  <a:pt x="461" y="558"/>
                </a:lnTo>
                <a:lnTo>
                  <a:pt x="461" y="535"/>
                </a:lnTo>
                <a:lnTo>
                  <a:pt x="463" y="520"/>
                </a:lnTo>
                <a:lnTo>
                  <a:pt x="465" y="513"/>
                </a:lnTo>
                <a:lnTo>
                  <a:pt x="467" y="509"/>
                </a:lnTo>
                <a:lnTo>
                  <a:pt x="493" y="503"/>
                </a:lnTo>
                <a:lnTo>
                  <a:pt x="520" y="490"/>
                </a:lnTo>
                <a:lnTo>
                  <a:pt x="546" y="473"/>
                </a:lnTo>
                <a:lnTo>
                  <a:pt x="569" y="452"/>
                </a:lnTo>
                <a:lnTo>
                  <a:pt x="592" y="429"/>
                </a:lnTo>
                <a:lnTo>
                  <a:pt x="611" y="407"/>
                </a:lnTo>
                <a:lnTo>
                  <a:pt x="628" y="386"/>
                </a:lnTo>
                <a:lnTo>
                  <a:pt x="641" y="367"/>
                </a:lnTo>
                <a:lnTo>
                  <a:pt x="650" y="354"/>
                </a:lnTo>
                <a:lnTo>
                  <a:pt x="654" y="346"/>
                </a:lnTo>
                <a:lnTo>
                  <a:pt x="656" y="344"/>
                </a:lnTo>
                <a:lnTo>
                  <a:pt x="669" y="327"/>
                </a:lnTo>
                <a:lnTo>
                  <a:pt x="684" y="304"/>
                </a:lnTo>
                <a:lnTo>
                  <a:pt x="699" y="282"/>
                </a:lnTo>
                <a:lnTo>
                  <a:pt x="711" y="257"/>
                </a:lnTo>
                <a:lnTo>
                  <a:pt x="715" y="236"/>
                </a:lnTo>
                <a:lnTo>
                  <a:pt x="713" y="216"/>
                </a:lnTo>
                <a:close/>
                <a:moveTo>
                  <a:pt x="83" y="182"/>
                </a:moveTo>
                <a:lnTo>
                  <a:pt x="83" y="912"/>
                </a:lnTo>
                <a:lnTo>
                  <a:pt x="128" y="887"/>
                </a:lnTo>
                <a:lnTo>
                  <a:pt x="125" y="859"/>
                </a:lnTo>
                <a:lnTo>
                  <a:pt x="127" y="855"/>
                </a:lnTo>
                <a:lnTo>
                  <a:pt x="130" y="844"/>
                </a:lnTo>
                <a:lnTo>
                  <a:pt x="136" y="829"/>
                </a:lnTo>
                <a:lnTo>
                  <a:pt x="144" y="810"/>
                </a:lnTo>
                <a:lnTo>
                  <a:pt x="151" y="791"/>
                </a:lnTo>
                <a:lnTo>
                  <a:pt x="161" y="772"/>
                </a:lnTo>
                <a:lnTo>
                  <a:pt x="170" y="757"/>
                </a:lnTo>
                <a:lnTo>
                  <a:pt x="170" y="757"/>
                </a:lnTo>
                <a:lnTo>
                  <a:pt x="174" y="749"/>
                </a:lnTo>
                <a:lnTo>
                  <a:pt x="183" y="734"/>
                </a:lnTo>
                <a:lnTo>
                  <a:pt x="195" y="717"/>
                </a:lnTo>
                <a:lnTo>
                  <a:pt x="212" y="694"/>
                </a:lnTo>
                <a:lnTo>
                  <a:pt x="229" y="672"/>
                </a:lnTo>
                <a:lnTo>
                  <a:pt x="249" y="647"/>
                </a:lnTo>
                <a:lnTo>
                  <a:pt x="272" y="624"/>
                </a:lnTo>
                <a:lnTo>
                  <a:pt x="297" y="602"/>
                </a:lnTo>
                <a:lnTo>
                  <a:pt x="323" y="583"/>
                </a:lnTo>
                <a:lnTo>
                  <a:pt x="350" y="567"/>
                </a:lnTo>
                <a:lnTo>
                  <a:pt x="378" y="558"/>
                </a:lnTo>
                <a:lnTo>
                  <a:pt x="382" y="556"/>
                </a:lnTo>
                <a:lnTo>
                  <a:pt x="384" y="554"/>
                </a:lnTo>
                <a:lnTo>
                  <a:pt x="384" y="550"/>
                </a:lnTo>
                <a:lnTo>
                  <a:pt x="382" y="549"/>
                </a:lnTo>
                <a:lnTo>
                  <a:pt x="378" y="547"/>
                </a:lnTo>
                <a:lnTo>
                  <a:pt x="352" y="537"/>
                </a:lnTo>
                <a:lnTo>
                  <a:pt x="325" y="522"/>
                </a:lnTo>
                <a:lnTo>
                  <a:pt x="299" y="501"/>
                </a:lnTo>
                <a:lnTo>
                  <a:pt x="274" y="479"/>
                </a:lnTo>
                <a:lnTo>
                  <a:pt x="251" y="454"/>
                </a:lnTo>
                <a:lnTo>
                  <a:pt x="231" y="427"/>
                </a:lnTo>
                <a:lnTo>
                  <a:pt x="212" y="403"/>
                </a:lnTo>
                <a:lnTo>
                  <a:pt x="197" y="378"/>
                </a:lnTo>
                <a:lnTo>
                  <a:pt x="183" y="359"/>
                </a:lnTo>
                <a:lnTo>
                  <a:pt x="174" y="344"/>
                </a:lnTo>
                <a:lnTo>
                  <a:pt x="170" y="337"/>
                </a:lnTo>
                <a:lnTo>
                  <a:pt x="170" y="335"/>
                </a:lnTo>
                <a:lnTo>
                  <a:pt x="155" y="312"/>
                </a:lnTo>
                <a:lnTo>
                  <a:pt x="140" y="287"/>
                </a:lnTo>
                <a:lnTo>
                  <a:pt x="128" y="261"/>
                </a:lnTo>
                <a:lnTo>
                  <a:pt x="125" y="235"/>
                </a:lnTo>
                <a:lnTo>
                  <a:pt x="127" y="214"/>
                </a:lnTo>
                <a:lnTo>
                  <a:pt x="127" y="208"/>
                </a:lnTo>
                <a:lnTo>
                  <a:pt x="127" y="206"/>
                </a:lnTo>
                <a:lnTo>
                  <a:pt x="128" y="204"/>
                </a:lnTo>
                <a:lnTo>
                  <a:pt x="128" y="204"/>
                </a:lnTo>
                <a:lnTo>
                  <a:pt x="128" y="202"/>
                </a:lnTo>
                <a:lnTo>
                  <a:pt x="128" y="202"/>
                </a:lnTo>
                <a:lnTo>
                  <a:pt x="128" y="204"/>
                </a:lnTo>
                <a:lnTo>
                  <a:pt x="127" y="202"/>
                </a:lnTo>
                <a:lnTo>
                  <a:pt x="102" y="193"/>
                </a:lnTo>
                <a:lnTo>
                  <a:pt x="83" y="182"/>
                </a:lnTo>
                <a:close/>
                <a:moveTo>
                  <a:pt x="798" y="180"/>
                </a:moveTo>
                <a:lnTo>
                  <a:pt x="779" y="191"/>
                </a:lnTo>
                <a:lnTo>
                  <a:pt x="754" y="202"/>
                </a:lnTo>
                <a:lnTo>
                  <a:pt x="754" y="202"/>
                </a:lnTo>
                <a:lnTo>
                  <a:pt x="754" y="206"/>
                </a:lnTo>
                <a:lnTo>
                  <a:pt x="754" y="216"/>
                </a:lnTo>
                <a:lnTo>
                  <a:pt x="756" y="235"/>
                </a:lnTo>
                <a:lnTo>
                  <a:pt x="752" y="261"/>
                </a:lnTo>
                <a:lnTo>
                  <a:pt x="741" y="287"/>
                </a:lnTo>
                <a:lnTo>
                  <a:pt x="728" y="312"/>
                </a:lnTo>
                <a:lnTo>
                  <a:pt x="711" y="335"/>
                </a:lnTo>
                <a:lnTo>
                  <a:pt x="711" y="337"/>
                </a:lnTo>
                <a:lnTo>
                  <a:pt x="707" y="346"/>
                </a:lnTo>
                <a:lnTo>
                  <a:pt x="698" y="361"/>
                </a:lnTo>
                <a:lnTo>
                  <a:pt x="686" y="382"/>
                </a:lnTo>
                <a:lnTo>
                  <a:pt x="669" y="407"/>
                </a:lnTo>
                <a:lnTo>
                  <a:pt x="652" y="433"/>
                </a:lnTo>
                <a:lnTo>
                  <a:pt x="630" y="460"/>
                </a:lnTo>
                <a:lnTo>
                  <a:pt x="607" y="484"/>
                </a:lnTo>
                <a:lnTo>
                  <a:pt x="582" y="509"/>
                </a:lnTo>
                <a:lnTo>
                  <a:pt x="556" y="528"/>
                </a:lnTo>
                <a:lnTo>
                  <a:pt x="529" y="543"/>
                </a:lnTo>
                <a:lnTo>
                  <a:pt x="501" y="549"/>
                </a:lnTo>
                <a:lnTo>
                  <a:pt x="499" y="550"/>
                </a:lnTo>
                <a:lnTo>
                  <a:pt x="499" y="552"/>
                </a:lnTo>
                <a:lnTo>
                  <a:pt x="499" y="554"/>
                </a:lnTo>
                <a:lnTo>
                  <a:pt x="501" y="556"/>
                </a:lnTo>
                <a:lnTo>
                  <a:pt x="503" y="558"/>
                </a:lnTo>
                <a:lnTo>
                  <a:pt x="529" y="566"/>
                </a:lnTo>
                <a:lnTo>
                  <a:pt x="558" y="579"/>
                </a:lnTo>
                <a:lnTo>
                  <a:pt x="584" y="596"/>
                </a:lnTo>
                <a:lnTo>
                  <a:pt x="609" y="619"/>
                </a:lnTo>
                <a:lnTo>
                  <a:pt x="631" y="643"/>
                </a:lnTo>
                <a:lnTo>
                  <a:pt x="652" y="668"/>
                </a:lnTo>
                <a:lnTo>
                  <a:pt x="671" y="692"/>
                </a:lnTo>
                <a:lnTo>
                  <a:pt x="686" y="715"/>
                </a:lnTo>
                <a:lnTo>
                  <a:pt x="698" y="734"/>
                </a:lnTo>
                <a:lnTo>
                  <a:pt x="707" y="747"/>
                </a:lnTo>
                <a:lnTo>
                  <a:pt x="711" y="757"/>
                </a:lnTo>
                <a:lnTo>
                  <a:pt x="711" y="757"/>
                </a:lnTo>
                <a:lnTo>
                  <a:pt x="722" y="779"/>
                </a:lnTo>
                <a:lnTo>
                  <a:pt x="735" y="798"/>
                </a:lnTo>
                <a:lnTo>
                  <a:pt x="745" y="815"/>
                </a:lnTo>
                <a:lnTo>
                  <a:pt x="752" y="832"/>
                </a:lnTo>
                <a:lnTo>
                  <a:pt x="756" y="853"/>
                </a:lnTo>
                <a:lnTo>
                  <a:pt x="756" y="855"/>
                </a:lnTo>
                <a:lnTo>
                  <a:pt x="756" y="859"/>
                </a:lnTo>
                <a:lnTo>
                  <a:pt x="758" y="864"/>
                </a:lnTo>
                <a:lnTo>
                  <a:pt x="758" y="870"/>
                </a:lnTo>
                <a:lnTo>
                  <a:pt x="758" y="874"/>
                </a:lnTo>
                <a:lnTo>
                  <a:pt x="760" y="878"/>
                </a:lnTo>
                <a:lnTo>
                  <a:pt x="760" y="878"/>
                </a:lnTo>
                <a:lnTo>
                  <a:pt x="762" y="880"/>
                </a:lnTo>
                <a:lnTo>
                  <a:pt x="771" y="885"/>
                </a:lnTo>
                <a:lnTo>
                  <a:pt x="783" y="895"/>
                </a:lnTo>
                <a:lnTo>
                  <a:pt x="798" y="908"/>
                </a:lnTo>
                <a:lnTo>
                  <a:pt x="798" y="180"/>
                </a:lnTo>
                <a:close/>
                <a:moveTo>
                  <a:pt x="439" y="0"/>
                </a:moveTo>
                <a:lnTo>
                  <a:pt x="522" y="2"/>
                </a:lnTo>
                <a:lnTo>
                  <a:pt x="599" y="7"/>
                </a:lnTo>
                <a:lnTo>
                  <a:pt x="669" y="17"/>
                </a:lnTo>
                <a:lnTo>
                  <a:pt x="730" y="30"/>
                </a:lnTo>
                <a:lnTo>
                  <a:pt x="783" y="45"/>
                </a:lnTo>
                <a:lnTo>
                  <a:pt x="824" y="62"/>
                </a:lnTo>
                <a:lnTo>
                  <a:pt x="855" y="83"/>
                </a:lnTo>
                <a:lnTo>
                  <a:pt x="873" y="104"/>
                </a:lnTo>
                <a:lnTo>
                  <a:pt x="881" y="127"/>
                </a:lnTo>
                <a:lnTo>
                  <a:pt x="881" y="967"/>
                </a:lnTo>
                <a:lnTo>
                  <a:pt x="873" y="989"/>
                </a:lnTo>
                <a:lnTo>
                  <a:pt x="855" y="1012"/>
                </a:lnTo>
                <a:lnTo>
                  <a:pt x="824" y="1031"/>
                </a:lnTo>
                <a:lnTo>
                  <a:pt x="781" y="1048"/>
                </a:lnTo>
                <a:lnTo>
                  <a:pt x="730" y="1065"/>
                </a:lnTo>
                <a:lnTo>
                  <a:pt x="667" y="1076"/>
                </a:lnTo>
                <a:lnTo>
                  <a:pt x="595" y="1088"/>
                </a:lnTo>
                <a:lnTo>
                  <a:pt x="518" y="1093"/>
                </a:lnTo>
                <a:lnTo>
                  <a:pt x="433" y="1095"/>
                </a:lnTo>
                <a:lnTo>
                  <a:pt x="365" y="1093"/>
                </a:lnTo>
                <a:lnTo>
                  <a:pt x="301" y="1088"/>
                </a:lnTo>
                <a:lnTo>
                  <a:pt x="238" y="1080"/>
                </a:lnTo>
                <a:lnTo>
                  <a:pt x="181" y="1071"/>
                </a:lnTo>
                <a:lnTo>
                  <a:pt x="130" y="1057"/>
                </a:lnTo>
                <a:lnTo>
                  <a:pt x="87" y="1042"/>
                </a:lnTo>
                <a:lnTo>
                  <a:pt x="49" y="1025"/>
                </a:lnTo>
                <a:lnTo>
                  <a:pt x="23" y="1006"/>
                </a:lnTo>
                <a:lnTo>
                  <a:pt x="6" y="987"/>
                </a:lnTo>
                <a:lnTo>
                  <a:pt x="0" y="967"/>
                </a:lnTo>
                <a:lnTo>
                  <a:pt x="0" y="127"/>
                </a:lnTo>
                <a:lnTo>
                  <a:pt x="6" y="104"/>
                </a:lnTo>
                <a:lnTo>
                  <a:pt x="24" y="83"/>
                </a:lnTo>
                <a:lnTo>
                  <a:pt x="53" y="62"/>
                </a:lnTo>
                <a:lnTo>
                  <a:pt x="94" y="45"/>
                </a:lnTo>
                <a:lnTo>
                  <a:pt x="144" y="30"/>
                </a:lnTo>
                <a:lnTo>
                  <a:pt x="204" y="17"/>
                </a:lnTo>
                <a:lnTo>
                  <a:pt x="274" y="7"/>
                </a:lnTo>
                <a:lnTo>
                  <a:pt x="353" y="2"/>
                </a:lnTo>
                <a:lnTo>
                  <a:pt x="4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413793" y="2888940"/>
            <a:ext cx="1080000" cy="1080000"/>
          </a:xfrm>
          <a:custGeom>
            <a:avLst/>
            <a:gdLst>
              <a:gd name="T0" fmla="*/ 467 w 1095"/>
              <a:gd name="T1" fmla="*/ 861 h 1095"/>
              <a:gd name="T2" fmla="*/ 380 w 1095"/>
              <a:gd name="T3" fmla="*/ 656 h 1095"/>
              <a:gd name="T4" fmla="*/ 346 w 1095"/>
              <a:gd name="T5" fmla="*/ 673 h 1095"/>
              <a:gd name="T6" fmla="*/ 331 w 1095"/>
              <a:gd name="T7" fmla="*/ 683 h 1095"/>
              <a:gd name="T8" fmla="*/ 331 w 1095"/>
              <a:gd name="T9" fmla="*/ 613 h 1095"/>
              <a:gd name="T10" fmla="*/ 361 w 1095"/>
              <a:gd name="T11" fmla="*/ 590 h 1095"/>
              <a:gd name="T12" fmla="*/ 399 w 1095"/>
              <a:gd name="T13" fmla="*/ 547 h 1095"/>
              <a:gd name="T14" fmla="*/ 781 w 1095"/>
              <a:gd name="T15" fmla="*/ 620 h 1095"/>
              <a:gd name="T16" fmla="*/ 716 w 1095"/>
              <a:gd name="T17" fmla="*/ 679 h 1095"/>
              <a:gd name="T18" fmla="*/ 692 w 1095"/>
              <a:gd name="T19" fmla="*/ 738 h 1095"/>
              <a:gd name="T20" fmla="*/ 673 w 1095"/>
              <a:gd name="T21" fmla="*/ 825 h 1095"/>
              <a:gd name="T22" fmla="*/ 592 w 1095"/>
              <a:gd name="T23" fmla="*/ 812 h 1095"/>
              <a:gd name="T24" fmla="*/ 633 w 1095"/>
              <a:gd name="T25" fmla="*/ 694 h 1095"/>
              <a:gd name="T26" fmla="*/ 546 w 1095"/>
              <a:gd name="T27" fmla="*/ 624 h 1095"/>
              <a:gd name="T28" fmla="*/ 77 w 1095"/>
              <a:gd name="T29" fmla="*/ 1018 h 1095"/>
              <a:gd name="T30" fmla="*/ 77 w 1095"/>
              <a:gd name="T31" fmla="*/ 392 h 1095"/>
              <a:gd name="T32" fmla="*/ 155 w 1095"/>
              <a:gd name="T33" fmla="*/ 157 h 1095"/>
              <a:gd name="T34" fmla="*/ 179 w 1095"/>
              <a:gd name="T35" fmla="*/ 235 h 1095"/>
              <a:gd name="T36" fmla="*/ 230 w 1095"/>
              <a:gd name="T37" fmla="*/ 269 h 1095"/>
              <a:gd name="T38" fmla="*/ 270 w 1095"/>
              <a:gd name="T39" fmla="*/ 274 h 1095"/>
              <a:gd name="T40" fmla="*/ 331 w 1095"/>
              <a:gd name="T41" fmla="*/ 263 h 1095"/>
              <a:gd name="T42" fmla="*/ 374 w 1095"/>
              <a:gd name="T43" fmla="*/ 216 h 1095"/>
              <a:gd name="T44" fmla="*/ 387 w 1095"/>
              <a:gd name="T45" fmla="*/ 168 h 1095"/>
              <a:gd name="T46" fmla="*/ 389 w 1095"/>
              <a:gd name="T47" fmla="*/ 117 h 1095"/>
              <a:gd name="T48" fmla="*/ 705 w 1095"/>
              <a:gd name="T49" fmla="*/ 189 h 1095"/>
              <a:gd name="T50" fmla="*/ 745 w 1095"/>
              <a:gd name="T51" fmla="*/ 250 h 1095"/>
              <a:gd name="T52" fmla="*/ 794 w 1095"/>
              <a:gd name="T53" fmla="*/ 272 h 1095"/>
              <a:gd name="T54" fmla="*/ 820 w 1095"/>
              <a:gd name="T55" fmla="*/ 274 h 1095"/>
              <a:gd name="T56" fmla="*/ 896 w 1095"/>
              <a:gd name="T57" fmla="*/ 250 h 1095"/>
              <a:gd name="T58" fmla="*/ 930 w 1095"/>
              <a:gd name="T59" fmla="*/ 199 h 1095"/>
              <a:gd name="T60" fmla="*/ 938 w 1095"/>
              <a:gd name="T61" fmla="*/ 159 h 1095"/>
              <a:gd name="T62" fmla="*/ 1015 w 1095"/>
              <a:gd name="T63" fmla="*/ 117 h 1095"/>
              <a:gd name="T64" fmla="*/ 1079 w 1095"/>
              <a:gd name="T65" fmla="*/ 149 h 1095"/>
              <a:gd name="T66" fmla="*/ 1095 w 1095"/>
              <a:gd name="T67" fmla="*/ 1018 h 1095"/>
              <a:gd name="T68" fmla="*/ 1062 w 1095"/>
              <a:gd name="T69" fmla="*/ 1080 h 1095"/>
              <a:gd name="T70" fmla="*/ 77 w 1095"/>
              <a:gd name="T71" fmla="*/ 1095 h 1095"/>
              <a:gd name="T72" fmla="*/ 15 w 1095"/>
              <a:gd name="T73" fmla="*/ 1063 h 1095"/>
              <a:gd name="T74" fmla="*/ 0 w 1095"/>
              <a:gd name="T75" fmla="*/ 195 h 1095"/>
              <a:gd name="T76" fmla="*/ 32 w 1095"/>
              <a:gd name="T77" fmla="*/ 132 h 1095"/>
              <a:gd name="T78" fmla="*/ 820 w 1095"/>
              <a:gd name="T79" fmla="*/ 0 h 1095"/>
              <a:gd name="T80" fmla="*/ 883 w 1095"/>
              <a:gd name="T81" fmla="*/ 32 h 1095"/>
              <a:gd name="T82" fmla="*/ 898 w 1095"/>
              <a:gd name="T83" fmla="*/ 157 h 1095"/>
              <a:gd name="T84" fmla="*/ 866 w 1095"/>
              <a:gd name="T85" fmla="*/ 219 h 1095"/>
              <a:gd name="T86" fmla="*/ 796 w 1095"/>
              <a:gd name="T87" fmla="*/ 231 h 1095"/>
              <a:gd name="T88" fmla="*/ 747 w 1095"/>
              <a:gd name="T89" fmla="*/ 182 h 1095"/>
              <a:gd name="T90" fmla="*/ 747 w 1095"/>
              <a:gd name="T91" fmla="*/ 53 h 1095"/>
              <a:gd name="T92" fmla="*/ 796 w 1095"/>
              <a:gd name="T93" fmla="*/ 4 h 1095"/>
              <a:gd name="T94" fmla="*/ 297 w 1095"/>
              <a:gd name="T95" fmla="*/ 4 h 1095"/>
              <a:gd name="T96" fmla="*/ 348 w 1095"/>
              <a:gd name="T97" fmla="*/ 53 h 1095"/>
              <a:gd name="T98" fmla="*/ 348 w 1095"/>
              <a:gd name="T99" fmla="*/ 182 h 1095"/>
              <a:gd name="T100" fmla="*/ 297 w 1095"/>
              <a:gd name="T101" fmla="*/ 231 h 1095"/>
              <a:gd name="T102" fmla="*/ 227 w 1095"/>
              <a:gd name="T103" fmla="*/ 219 h 1095"/>
              <a:gd name="T104" fmla="*/ 194 w 1095"/>
              <a:gd name="T105" fmla="*/ 157 h 1095"/>
              <a:gd name="T106" fmla="*/ 210 w 1095"/>
              <a:gd name="T107" fmla="*/ 32 h 1095"/>
              <a:gd name="T108" fmla="*/ 272 w 1095"/>
              <a:gd name="T109" fmla="*/ 0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95" h="1095">
                <a:moveTo>
                  <a:pt x="399" y="547"/>
                </a:moveTo>
                <a:lnTo>
                  <a:pt x="467" y="547"/>
                </a:lnTo>
                <a:lnTo>
                  <a:pt x="467" y="861"/>
                </a:lnTo>
                <a:lnTo>
                  <a:pt x="389" y="861"/>
                </a:lnTo>
                <a:lnTo>
                  <a:pt x="389" y="649"/>
                </a:lnTo>
                <a:lnTo>
                  <a:pt x="380" y="656"/>
                </a:lnTo>
                <a:lnTo>
                  <a:pt x="367" y="662"/>
                </a:lnTo>
                <a:lnTo>
                  <a:pt x="355" y="670"/>
                </a:lnTo>
                <a:lnTo>
                  <a:pt x="346" y="673"/>
                </a:lnTo>
                <a:lnTo>
                  <a:pt x="342" y="675"/>
                </a:lnTo>
                <a:lnTo>
                  <a:pt x="340" y="677"/>
                </a:lnTo>
                <a:lnTo>
                  <a:pt x="331" y="683"/>
                </a:lnTo>
                <a:lnTo>
                  <a:pt x="312" y="694"/>
                </a:lnTo>
                <a:lnTo>
                  <a:pt x="312" y="624"/>
                </a:lnTo>
                <a:lnTo>
                  <a:pt x="331" y="613"/>
                </a:lnTo>
                <a:lnTo>
                  <a:pt x="342" y="605"/>
                </a:lnTo>
                <a:lnTo>
                  <a:pt x="351" y="598"/>
                </a:lnTo>
                <a:lnTo>
                  <a:pt x="361" y="590"/>
                </a:lnTo>
                <a:lnTo>
                  <a:pt x="376" y="577"/>
                </a:lnTo>
                <a:lnTo>
                  <a:pt x="389" y="564"/>
                </a:lnTo>
                <a:lnTo>
                  <a:pt x="399" y="547"/>
                </a:lnTo>
                <a:close/>
                <a:moveTo>
                  <a:pt x="546" y="547"/>
                </a:moveTo>
                <a:lnTo>
                  <a:pt x="781" y="547"/>
                </a:lnTo>
                <a:lnTo>
                  <a:pt x="781" y="620"/>
                </a:lnTo>
                <a:lnTo>
                  <a:pt x="758" y="639"/>
                </a:lnTo>
                <a:lnTo>
                  <a:pt x="735" y="658"/>
                </a:lnTo>
                <a:lnTo>
                  <a:pt x="716" y="679"/>
                </a:lnTo>
                <a:lnTo>
                  <a:pt x="705" y="700"/>
                </a:lnTo>
                <a:lnTo>
                  <a:pt x="699" y="717"/>
                </a:lnTo>
                <a:lnTo>
                  <a:pt x="692" y="738"/>
                </a:lnTo>
                <a:lnTo>
                  <a:pt x="686" y="760"/>
                </a:lnTo>
                <a:lnTo>
                  <a:pt x="679" y="791"/>
                </a:lnTo>
                <a:lnTo>
                  <a:pt x="673" y="825"/>
                </a:lnTo>
                <a:lnTo>
                  <a:pt x="669" y="861"/>
                </a:lnTo>
                <a:lnTo>
                  <a:pt x="584" y="861"/>
                </a:lnTo>
                <a:lnTo>
                  <a:pt x="592" y="812"/>
                </a:lnTo>
                <a:lnTo>
                  <a:pt x="603" y="766"/>
                </a:lnTo>
                <a:lnTo>
                  <a:pt x="616" y="728"/>
                </a:lnTo>
                <a:lnTo>
                  <a:pt x="633" y="694"/>
                </a:lnTo>
                <a:lnTo>
                  <a:pt x="656" y="660"/>
                </a:lnTo>
                <a:lnTo>
                  <a:pt x="684" y="624"/>
                </a:lnTo>
                <a:lnTo>
                  <a:pt x="546" y="624"/>
                </a:lnTo>
                <a:lnTo>
                  <a:pt x="546" y="547"/>
                </a:lnTo>
                <a:close/>
                <a:moveTo>
                  <a:pt x="77" y="392"/>
                </a:moveTo>
                <a:lnTo>
                  <a:pt x="77" y="1018"/>
                </a:lnTo>
                <a:lnTo>
                  <a:pt x="1015" y="1018"/>
                </a:lnTo>
                <a:lnTo>
                  <a:pt x="1015" y="392"/>
                </a:lnTo>
                <a:lnTo>
                  <a:pt x="77" y="392"/>
                </a:lnTo>
                <a:close/>
                <a:moveTo>
                  <a:pt x="77" y="117"/>
                </a:moveTo>
                <a:lnTo>
                  <a:pt x="155" y="117"/>
                </a:lnTo>
                <a:lnTo>
                  <a:pt x="155" y="157"/>
                </a:lnTo>
                <a:lnTo>
                  <a:pt x="157" y="189"/>
                </a:lnTo>
                <a:lnTo>
                  <a:pt x="166" y="216"/>
                </a:lnTo>
                <a:lnTo>
                  <a:pt x="179" y="235"/>
                </a:lnTo>
                <a:lnTo>
                  <a:pt x="196" y="250"/>
                </a:lnTo>
                <a:lnTo>
                  <a:pt x="213" y="261"/>
                </a:lnTo>
                <a:lnTo>
                  <a:pt x="230" y="269"/>
                </a:lnTo>
                <a:lnTo>
                  <a:pt x="247" y="272"/>
                </a:lnTo>
                <a:lnTo>
                  <a:pt x="261" y="274"/>
                </a:lnTo>
                <a:lnTo>
                  <a:pt x="270" y="274"/>
                </a:lnTo>
                <a:lnTo>
                  <a:pt x="272" y="274"/>
                </a:lnTo>
                <a:lnTo>
                  <a:pt x="304" y="272"/>
                </a:lnTo>
                <a:lnTo>
                  <a:pt x="331" y="263"/>
                </a:lnTo>
                <a:lnTo>
                  <a:pt x="350" y="250"/>
                </a:lnTo>
                <a:lnTo>
                  <a:pt x="365" y="233"/>
                </a:lnTo>
                <a:lnTo>
                  <a:pt x="374" y="216"/>
                </a:lnTo>
                <a:lnTo>
                  <a:pt x="382" y="199"/>
                </a:lnTo>
                <a:lnTo>
                  <a:pt x="385" y="182"/>
                </a:lnTo>
                <a:lnTo>
                  <a:pt x="387" y="168"/>
                </a:lnTo>
                <a:lnTo>
                  <a:pt x="389" y="159"/>
                </a:lnTo>
                <a:lnTo>
                  <a:pt x="389" y="157"/>
                </a:lnTo>
                <a:lnTo>
                  <a:pt x="389" y="117"/>
                </a:lnTo>
                <a:lnTo>
                  <a:pt x="701" y="117"/>
                </a:lnTo>
                <a:lnTo>
                  <a:pt x="703" y="157"/>
                </a:lnTo>
                <a:lnTo>
                  <a:pt x="705" y="189"/>
                </a:lnTo>
                <a:lnTo>
                  <a:pt x="714" y="214"/>
                </a:lnTo>
                <a:lnTo>
                  <a:pt x="728" y="235"/>
                </a:lnTo>
                <a:lnTo>
                  <a:pt x="745" y="250"/>
                </a:lnTo>
                <a:lnTo>
                  <a:pt x="762" y="259"/>
                </a:lnTo>
                <a:lnTo>
                  <a:pt x="779" y="267"/>
                </a:lnTo>
                <a:lnTo>
                  <a:pt x="794" y="272"/>
                </a:lnTo>
                <a:lnTo>
                  <a:pt x="807" y="274"/>
                </a:lnTo>
                <a:lnTo>
                  <a:pt x="817" y="274"/>
                </a:lnTo>
                <a:lnTo>
                  <a:pt x="820" y="274"/>
                </a:lnTo>
                <a:lnTo>
                  <a:pt x="851" y="272"/>
                </a:lnTo>
                <a:lnTo>
                  <a:pt x="877" y="263"/>
                </a:lnTo>
                <a:lnTo>
                  <a:pt x="896" y="250"/>
                </a:lnTo>
                <a:lnTo>
                  <a:pt x="911" y="233"/>
                </a:lnTo>
                <a:lnTo>
                  <a:pt x="922" y="216"/>
                </a:lnTo>
                <a:lnTo>
                  <a:pt x="930" y="199"/>
                </a:lnTo>
                <a:lnTo>
                  <a:pt x="934" y="182"/>
                </a:lnTo>
                <a:lnTo>
                  <a:pt x="936" y="168"/>
                </a:lnTo>
                <a:lnTo>
                  <a:pt x="938" y="159"/>
                </a:lnTo>
                <a:lnTo>
                  <a:pt x="938" y="157"/>
                </a:lnTo>
                <a:lnTo>
                  <a:pt x="938" y="117"/>
                </a:lnTo>
                <a:lnTo>
                  <a:pt x="1015" y="117"/>
                </a:lnTo>
                <a:lnTo>
                  <a:pt x="1040" y="121"/>
                </a:lnTo>
                <a:lnTo>
                  <a:pt x="1062" y="132"/>
                </a:lnTo>
                <a:lnTo>
                  <a:pt x="1079" y="149"/>
                </a:lnTo>
                <a:lnTo>
                  <a:pt x="1089" y="170"/>
                </a:lnTo>
                <a:lnTo>
                  <a:pt x="1095" y="195"/>
                </a:lnTo>
                <a:lnTo>
                  <a:pt x="1095" y="1018"/>
                </a:lnTo>
                <a:lnTo>
                  <a:pt x="1089" y="1042"/>
                </a:lnTo>
                <a:lnTo>
                  <a:pt x="1079" y="1063"/>
                </a:lnTo>
                <a:lnTo>
                  <a:pt x="1062" y="1080"/>
                </a:lnTo>
                <a:lnTo>
                  <a:pt x="1040" y="1091"/>
                </a:lnTo>
                <a:lnTo>
                  <a:pt x="1015" y="1095"/>
                </a:lnTo>
                <a:lnTo>
                  <a:pt x="77" y="1095"/>
                </a:lnTo>
                <a:lnTo>
                  <a:pt x="53" y="1091"/>
                </a:lnTo>
                <a:lnTo>
                  <a:pt x="32" y="1080"/>
                </a:lnTo>
                <a:lnTo>
                  <a:pt x="15" y="1063"/>
                </a:lnTo>
                <a:lnTo>
                  <a:pt x="3" y="1042"/>
                </a:lnTo>
                <a:lnTo>
                  <a:pt x="0" y="1018"/>
                </a:lnTo>
                <a:lnTo>
                  <a:pt x="0" y="195"/>
                </a:lnTo>
                <a:lnTo>
                  <a:pt x="3" y="170"/>
                </a:lnTo>
                <a:lnTo>
                  <a:pt x="15" y="149"/>
                </a:lnTo>
                <a:lnTo>
                  <a:pt x="32" y="132"/>
                </a:lnTo>
                <a:lnTo>
                  <a:pt x="53" y="121"/>
                </a:lnTo>
                <a:lnTo>
                  <a:pt x="77" y="117"/>
                </a:lnTo>
                <a:close/>
                <a:moveTo>
                  <a:pt x="820" y="0"/>
                </a:moveTo>
                <a:lnTo>
                  <a:pt x="845" y="4"/>
                </a:lnTo>
                <a:lnTo>
                  <a:pt x="866" y="15"/>
                </a:lnTo>
                <a:lnTo>
                  <a:pt x="883" y="32"/>
                </a:lnTo>
                <a:lnTo>
                  <a:pt x="894" y="53"/>
                </a:lnTo>
                <a:lnTo>
                  <a:pt x="898" y="77"/>
                </a:lnTo>
                <a:lnTo>
                  <a:pt x="898" y="157"/>
                </a:lnTo>
                <a:lnTo>
                  <a:pt x="894" y="182"/>
                </a:lnTo>
                <a:lnTo>
                  <a:pt x="883" y="202"/>
                </a:lnTo>
                <a:lnTo>
                  <a:pt x="866" y="219"/>
                </a:lnTo>
                <a:lnTo>
                  <a:pt x="845" y="231"/>
                </a:lnTo>
                <a:lnTo>
                  <a:pt x="820" y="235"/>
                </a:lnTo>
                <a:lnTo>
                  <a:pt x="796" y="231"/>
                </a:lnTo>
                <a:lnTo>
                  <a:pt x="773" y="219"/>
                </a:lnTo>
                <a:lnTo>
                  <a:pt x="756" y="202"/>
                </a:lnTo>
                <a:lnTo>
                  <a:pt x="747" y="182"/>
                </a:lnTo>
                <a:lnTo>
                  <a:pt x="741" y="157"/>
                </a:lnTo>
                <a:lnTo>
                  <a:pt x="741" y="77"/>
                </a:lnTo>
                <a:lnTo>
                  <a:pt x="747" y="53"/>
                </a:lnTo>
                <a:lnTo>
                  <a:pt x="756" y="32"/>
                </a:lnTo>
                <a:lnTo>
                  <a:pt x="773" y="15"/>
                </a:lnTo>
                <a:lnTo>
                  <a:pt x="796" y="4"/>
                </a:lnTo>
                <a:lnTo>
                  <a:pt x="820" y="0"/>
                </a:lnTo>
                <a:close/>
                <a:moveTo>
                  <a:pt x="272" y="0"/>
                </a:moveTo>
                <a:lnTo>
                  <a:pt x="297" y="4"/>
                </a:lnTo>
                <a:lnTo>
                  <a:pt x="319" y="15"/>
                </a:lnTo>
                <a:lnTo>
                  <a:pt x="336" y="32"/>
                </a:lnTo>
                <a:lnTo>
                  <a:pt x="348" y="53"/>
                </a:lnTo>
                <a:lnTo>
                  <a:pt x="351" y="77"/>
                </a:lnTo>
                <a:lnTo>
                  <a:pt x="351" y="157"/>
                </a:lnTo>
                <a:lnTo>
                  <a:pt x="348" y="182"/>
                </a:lnTo>
                <a:lnTo>
                  <a:pt x="336" y="202"/>
                </a:lnTo>
                <a:lnTo>
                  <a:pt x="319" y="219"/>
                </a:lnTo>
                <a:lnTo>
                  <a:pt x="297" y="231"/>
                </a:lnTo>
                <a:lnTo>
                  <a:pt x="272" y="235"/>
                </a:lnTo>
                <a:lnTo>
                  <a:pt x="247" y="231"/>
                </a:lnTo>
                <a:lnTo>
                  <a:pt x="227" y="219"/>
                </a:lnTo>
                <a:lnTo>
                  <a:pt x="210" y="202"/>
                </a:lnTo>
                <a:lnTo>
                  <a:pt x="198" y="182"/>
                </a:lnTo>
                <a:lnTo>
                  <a:pt x="194" y="157"/>
                </a:lnTo>
                <a:lnTo>
                  <a:pt x="194" y="77"/>
                </a:lnTo>
                <a:lnTo>
                  <a:pt x="198" y="53"/>
                </a:lnTo>
                <a:lnTo>
                  <a:pt x="210" y="32"/>
                </a:lnTo>
                <a:lnTo>
                  <a:pt x="227" y="15"/>
                </a:lnTo>
                <a:lnTo>
                  <a:pt x="247" y="4"/>
                </a:lnTo>
                <a:lnTo>
                  <a:pt x="27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069124" y="2960948"/>
            <a:ext cx="1080000" cy="898521"/>
          </a:xfrm>
          <a:custGeom>
            <a:avLst/>
            <a:gdLst>
              <a:gd name="T0" fmla="*/ 1023 w 1095"/>
              <a:gd name="T1" fmla="*/ 840 h 911"/>
              <a:gd name="T2" fmla="*/ 584 w 1095"/>
              <a:gd name="T3" fmla="*/ 730 h 911"/>
              <a:gd name="T4" fmla="*/ 768 w 1095"/>
              <a:gd name="T5" fmla="*/ 730 h 911"/>
              <a:gd name="T6" fmla="*/ 329 w 1095"/>
              <a:gd name="T7" fmla="*/ 840 h 911"/>
              <a:gd name="T8" fmla="*/ 329 w 1095"/>
              <a:gd name="T9" fmla="*/ 730 h 911"/>
              <a:gd name="T10" fmla="*/ 255 w 1095"/>
              <a:gd name="T11" fmla="*/ 840 h 911"/>
              <a:gd name="T12" fmla="*/ 840 w 1095"/>
              <a:gd name="T13" fmla="*/ 546 h 911"/>
              <a:gd name="T14" fmla="*/ 1023 w 1095"/>
              <a:gd name="T15" fmla="*/ 546 h 911"/>
              <a:gd name="T16" fmla="*/ 584 w 1095"/>
              <a:gd name="T17" fmla="*/ 656 h 911"/>
              <a:gd name="T18" fmla="*/ 584 w 1095"/>
              <a:gd name="T19" fmla="*/ 546 h 911"/>
              <a:gd name="T20" fmla="*/ 511 w 1095"/>
              <a:gd name="T21" fmla="*/ 656 h 911"/>
              <a:gd name="T22" fmla="*/ 74 w 1095"/>
              <a:gd name="T23" fmla="*/ 546 h 911"/>
              <a:gd name="T24" fmla="*/ 255 w 1095"/>
              <a:gd name="T25" fmla="*/ 546 h 911"/>
              <a:gd name="T26" fmla="*/ 840 w 1095"/>
              <a:gd name="T27" fmla="*/ 474 h 911"/>
              <a:gd name="T28" fmla="*/ 840 w 1095"/>
              <a:gd name="T29" fmla="*/ 365 h 911"/>
              <a:gd name="T30" fmla="*/ 768 w 1095"/>
              <a:gd name="T31" fmla="*/ 474 h 911"/>
              <a:gd name="T32" fmla="*/ 329 w 1095"/>
              <a:gd name="T33" fmla="*/ 365 h 911"/>
              <a:gd name="T34" fmla="*/ 511 w 1095"/>
              <a:gd name="T35" fmla="*/ 365 h 911"/>
              <a:gd name="T36" fmla="*/ 74 w 1095"/>
              <a:gd name="T37" fmla="*/ 474 h 911"/>
              <a:gd name="T38" fmla="*/ 74 w 1095"/>
              <a:gd name="T39" fmla="*/ 365 h 911"/>
              <a:gd name="T40" fmla="*/ 182 w 1095"/>
              <a:gd name="T41" fmla="*/ 147 h 911"/>
              <a:gd name="T42" fmla="*/ 206 w 1095"/>
              <a:gd name="T43" fmla="*/ 219 h 911"/>
              <a:gd name="T44" fmla="*/ 253 w 1095"/>
              <a:gd name="T45" fmla="*/ 249 h 911"/>
              <a:gd name="T46" fmla="*/ 289 w 1095"/>
              <a:gd name="T47" fmla="*/ 255 h 911"/>
              <a:gd name="T48" fmla="*/ 346 w 1095"/>
              <a:gd name="T49" fmla="*/ 244 h 911"/>
              <a:gd name="T50" fmla="*/ 388 w 1095"/>
              <a:gd name="T51" fmla="*/ 200 h 911"/>
              <a:gd name="T52" fmla="*/ 401 w 1095"/>
              <a:gd name="T53" fmla="*/ 157 h 911"/>
              <a:gd name="T54" fmla="*/ 401 w 1095"/>
              <a:gd name="T55" fmla="*/ 109 h 911"/>
              <a:gd name="T56" fmla="*/ 698 w 1095"/>
              <a:gd name="T57" fmla="*/ 176 h 911"/>
              <a:gd name="T58" fmla="*/ 732 w 1095"/>
              <a:gd name="T59" fmla="*/ 232 h 911"/>
              <a:gd name="T60" fmla="*/ 779 w 1095"/>
              <a:gd name="T61" fmla="*/ 253 h 911"/>
              <a:gd name="T62" fmla="*/ 804 w 1095"/>
              <a:gd name="T63" fmla="*/ 257 h 911"/>
              <a:gd name="T64" fmla="*/ 875 w 1095"/>
              <a:gd name="T65" fmla="*/ 232 h 911"/>
              <a:gd name="T66" fmla="*/ 906 w 1095"/>
              <a:gd name="T67" fmla="*/ 185 h 911"/>
              <a:gd name="T68" fmla="*/ 913 w 1095"/>
              <a:gd name="T69" fmla="*/ 149 h 911"/>
              <a:gd name="T70" fmla="*/ 1023 w 1095"/>
              <a:gd name="T71" fmla="*/ 109 h 911"/>
              <a:gd name="T72" fmla="*/ 1089 w 1095"/>
              <a:gd name="T73" fmla="*/ 153 h 911"/>
              <a:gd name="T74" fmla="*/ 1089 w 1095"/>
              <a:gd name="T75" fmla="*/ 868 h 911"/>
              <a:gd name="T76" fmla="*/ 1023 w 1095"/>
              <a:gd name="T77" fmla="*/ 911 h 911"/>
              <a:gd name="T78" fmla="*/ 23 w 1095"/>
              <a:gd name="T79" fmla="*/ 891 h 911"/>
              <a:gd name="T80" fmla="*/ 0 w 1095"/>
              <a:gd name="T81" fmla="*/ 181 h 911"/>
              <a:gd name="T82" fmla="*/ 45 w 1095"/>
              <a:gd name="T83" fmla="*/ 115 h 911"/>
              <a:gd name="T84" fmla="*/ 832 w 1095"/>
              <a:gd name="T85" fmla="*/ 5 h 911"/>
              <a:gd name="T86" fmla="*/ 875 w 1095"/>
              <a:gd name="T87" fmla="*/ 72 h 911"/>
              <a:gd name="T88" fmla="*/ 855 w 1095"/>
              <a:gd name="T89" fmla="*/ 196 h 911"/>
              <a:gd name="T90" fmla="*/ 775 w 1095"/>
              <a:gd name="T91" fmla="*/ 213 h 911"/>
              <a:gd name="T92" fmla="*/ 730 w 1095"/>
              <a:gd name="T93" fmla="*/ 145 h 911"/>
              <a:gd name="T94" fmla="*/ 745 w 1095"/>
              <a:gd name="T95" fmla="*/ 30 h 911"/>
              <a:gd name="T96" fmla="*/ 804 w 1095"/>
              <a:gd name="T97" fmla="*/ 0 h 911"/>
              <a:gd name="T98" fmla="*/ 337 w 1095"/>
              <a:gd name="T99" fmla="*/ 13 h 911"/>
              <a:gd name="T100" fmla="*/ 365 w 1095"/>
              <a:gd name="T101" fmla="*/ 72 h 911"/>
              <a:gd name="T102" fmla="*/ 344 w 1095"/>
              <a:gd name="T103" fmla="*/ 196 h 911"/>
              <a:gd name="T104" fmla="*/ 265 w 1095"/>
              <a:gd name="T105" fmla="*/ 213 h 911"/>
              <a:gd name="T106" fmla="*/ 219 w 1095"/>
              <a:gd name="T107" fmla="*/ 145 h 911"/>
              <a:gd name="T108" fmla="*/ 240 w 1095"/>
              <a:gd name="T109" fmla="*/ 2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95" h="911">
                <a:moveTo>
                  <a:pt x="840" y="730"/>
                </a:moveTo>
                <a:lnTo>
                  <a:pt x="840" y="840"/>
                </a:lnTo>
                <a:lnTo>
                  <a:pt x="1023" y="840"/>
                </a:lnTo>
                <a:lnTo>
                  <a:pt x="1023" y="730"/>
                </a:lnTo>
                <a:lnTo>
                  <a:pt x="840" y="730"/>
                </a:lnTo>
                <a:close/>
                <a:moveTo>
                  <a:pt x="584" y="730"/>
                </a:moveTo>
                <a:lnTo>
                  <a:pt x="584" y="840"/>
                </a:lnTo>
                <a:lnTo>
                  <a:pt x="768" y="840"/>
                </a:lnTo>
                <a:lnTo>
                  <a:pt x="768" y="730"/>
                </a:lnTo>
                <a:lnTo>
                  <a:pt x="584" y="730"/>
                </a:lnTo>
                <a:close/>
                <a:moveTo>
                  <a:pt x="329" y="730"/>
                </a:moveTo>
                <a:lnTo>
                  <a:pt x="329" y="840"/>
                </a:lnTo>
                <a:lnTo>
                  <a:pt x="511" y="840"/>
                </a:lnTo>
                <a:lnTo>
                  <a:pt x="511" y="730"/>
                </a:lnTo>
                <a:lnTo>
                  <a:pt x="329" y="730"/>
                </a:lnTo>
                <a:close/>
                <a:moveTo>
                  <a:pt x="74" y="730"/>
                </a:moveTo>
                <a:lnTo>
                  <a:pt x="74" y="840"/>
                </a:lnTo>
                <a:lnTo>
                  <a:pt x="255" y="840"/>
                </a:lnTo>
                <a:lnTo>
                  <a:pt x="255" y="730"/>
                </a:lnTo>
                <a:lnTo>
                  <a:pt x="74" y="730"/>
                </a:lnTo>
                <a:close/>
                <a:moveTo>
                  <a:pt x="840" y="546"/>
                </a:moveTo>
                <a:lnTo>
                  <a:pt x="840" y="656"/>
                </a:lnTo>
                <a:lnTo>
                  <a:pt x="1023" y="656"/>
                </a:lnTo>
                <a:lnTo>
                  <a:pt x="1023" y="546"/>
                </a:lnTo>
                <a:lnTo>
                  <a:pt x="840" y="546"/>
                </a:lnTo>
                <a:close/>
                <a:moveTo>
                  <a:pt x="584" y="546"/>
                </a:moveTo>
                <a:lnTo>
                  <a:pt x="584" y="656"/>
                </a:lnTo>
                <a:lnTo>
                  <a:pt x="768" y="656"/>
                </a:lnTo>
                <a:lnTo>
                  <a:pt x="768" y="546"/>
                </a:lnTo>
                <a:lnTo>
                  <a:pt x="584" y="546"/>
                </a:lnTo>
                <a:close/>
                <a:moveTo>
                  <a:pt x="329" y="546"/>
                </a:moveTo>
                <a:lnTo>
                  <a:pt x="329" y="656"/>
                </a:lnTo>
                <a:lnTo>
                  <a:pt x="511" y="656"/>
                </a:lnTo>
                <a:lnTo>
                  <a:pt x="511" y="546"/>
                </a:lnTo>
                <a:lnTo>
                  <a:pt x="329" y="546"/>
                </a:lnTo>
                <a:close/>
                <a:moveTo>
                  <a:pt x="74" y="546"/>
                </a:moveTo>
                <a:lnTo>
                  <a:pt x="74" y="656"/>
                </a:lnTo>
                <a:lnTo>
                  <a:pt x="255" y="656"/>
                </a:lnTo>
                <a:lnTo>
                  <a:pt x="255" y="546"/>
                </a:lnTo>
                <a:lnTo>
                  <a:pt x="74" y="546"/>
                </a:lnTo>
                <a:close/>
                <a:moveTo>
                  <a:pt x="840" y="365"/>
                </a:moveTo>
                <a:lnTo>
                  <a:pt x="840" y="474"/>
                </a:lnTo>
                <a:lnTo>
                  <a:pt x="1023" y="474"/>
                </a:lnTo>
                <a:lnTo>
                  <a:pt x="1023" y="365"/>
                </a:lnTo>
                <a:lnTo>
                  <a:pt x="840" y="365"/>
                </a:lnTo>
                <a:close/>
                <a:moveTo>
                  <a:pt x="584" y="365"/>
                </a:moveTo>
                <a:lnTo>
                  <a:pt x="584" y="474"/>
                </a:lnTo>
                <a:lnTo>
                  <a:pt x="768" y="474"/>
                </a:lnTo>
                <a:lnTo>
                  <a:pt x="768" y="365"/>
                </a:lnTo>
                <a:lnTo>
                  <a:pt x="584" y="365"/>
                </a:lnTo>
                <a:close/>
                <a:moveTo>
                  <a:pt x="329" y="365"/>
                </a:moveTo>
                <a:lnTo>
                  <a:pt x="329" y="474"/>
                </a:lnTo>
                <a:lnTo>
                  <a:pt x="511" y="474"/>
                </a:lnTo>
                <a:lnTo>
                  <a:pt x="511" y="365"/>
                </a:lnTo>
                <a:lnTo>
                  <a:pt x="329" y="365"/>
                </a:lnTo>
                <a:close/>
                <a:moveTo>
                  <a:pt x="74" y="365"/>
                </a:moveTo>
                <a:lnTo>
                  <a:pt x="74" y="474"/>
                </a:lnTo>
                <a:lnTo>
                  <a:pt x="255" y="474"/>
                </a:lnTo>
                <a:lnTo>
                  <a:pt x="255" y="365"/>
                </a:lnTo>
                <a:lnTo>
                  <a:pt x="74" y="365"/>
                </a:lnTo>
                <a:close/>
                <a:moveTo>
                  <a:pt x="74" y="109"/>
                </a:moveTo>
                <a:lnTo>
                  <a:pt x="182" y="109"/>
                </a:lnTo>
                <a:lnTo>
                  <a:pt x="182" y="147"/>
                </a:lnTo>
                <a:lnTo>
                  <a:pt x="185" y="176"/>
                </a:lnTo>
                <a:lnTo>
                  <a:pt x="193" y="200"/>
                </a:lnTo>
                <a:lnTo>
                  <a:pt x="206" y="219"/>
                </a:lnTo>
                <a:lnTo>
                  <a:pt x="221" y="232"/>
                </a:lnTo>
                <a:lnTo>
                  <a:pt x="236" y="244"/>
                </a:lnTo>
                <a:lnTo>
                  <a:pt x="253" y="249"/>
                </a:lnTo>
                <a:lnTo>
                  <a:pt x="268" y="253"/>
                </a:lnTo>
                <a:lnTo>
                  <a:pt x="282" y="255"/>
                </a:lnTo>
                <a:lnTo>
                  <a:pt x="289" y="255"/>
                </a:lnTo>
                <a:lnTo>
                  <a:pt x="293" y="257"/>
                </a:lnTo>
                <a:lnTo>
                  <a:pt x="321" y="253"/>
                </a:lnTo>
                <a:lnTo>
                  <a:pt x="346" y="244"/>
                </a:lnTo>
                <a:lnTo>
                  <a:pt x="365" y="232"/>
                </a:lnTo>
                <a:lnTo>
                  <a:pt x="378" y="217"/>
                </a:lnTo>
                <a:lnTo>
                  <a:pt x="388" y="200"/>
                </a:lnTo>
                <a:lnTo>
                  <a:pt x="393" y="185"/>
                </a:lnTo>
                <a:lnTo>
                  <a:pt x="399" y="170"/>
                </a:lnTo>
                <a:lnTo>
                  <a:pt x="401" y="157"/>
                </a:lnTo>
                <a:lnTo>
                  <a:pt x="401" y="149"/>
                </a:lnTo>
                <a:lnTo>
                  <a:pt x="401" y="145"/>
                </a:lnTo>
                <a:lnTo>
                  <a:pt x="401" y="109"/>
                </a:lnTo>
                <a:lnTo>
                  <a:pt x="692" y="109"/>
                </a:lnTo>
                <a:lnTo>
                  <a:pt x="694" y="147"/>
                </a:lnTo>
                <a:lnTo>
                  <a:pt x="698" y="176"/>
                </a:lnTo>
                <a:lnTo>
                  <a:pt x="705" y="200"/>
                </a:lnTo>
                <a:lnTo>
                  <a:pt x="717" y="217"/>
                </a:lnTo>
                <a:lnTo>
                  <a:pt x="732" y="232"/>
                </a:lnTo>
                <a:lnTo>
                  <a:pt x="749" y="242"/>
                </a:lnTo>
                <a:lnTo>
                  <a:pt x="766" y="249"/>
                </a:lnTo>
                <a:lnTo>
                  <a:pt x="779" y="253"/>
                </a:lnTo>
                <a:lnTo>
                  <a:pt x="792" y="255"/>
                </a:lnTo>
                <a:lnTo>
                  <a:pt x="800" y="255"/>
                </a:lnTo>
                <a:lnTo>
                  <a:pt x="804" y="257"/>
                </a:lnTo>
                <a:lnTo>
                  <a:pt x="832" y="253"/>
                </a:lnTo>
                <a:lnTo>
                  <a:pt x="857" y="244"/>
                </a:lnTo>
                <a:lnTo>
                  <a:pt x="875" y="232"/>
                </a:lnTo>
                <a:lnTo>
                  <a:pt x="889" y="217"/>
                </a:lnTo>
                <a:lnTo>
                  <a:pt x="898" y="200"/>
                </a:lnTo>
                <a:lnTo>
                  <a:pt x="906" y="185"/>
                </a:lnTo>
                <a:lnTo>
                  <a:pt x="910" y="170"/>
                </a:lnTo>
                <a:lnTo>
                  <a:pt x="911" y="157"/>
                </a:lnTo>
                <a:lnTo>
                  <a:pt x="913" y="149"/>
                </a:lnTo>
                <a:lnTo>
                  <a:pt x="913" y="145"/>
                </a:lnTo>
                <a:lnTo>
                  <a:pt x="913" y="109"/>
                </a:lnTo>
                <a:lnTo>
                  <a:pt x="1023" y="109"/>
                </a:lnTo>
                <a:lnTo>
                  <a:pt x="1051" y="115"/>
                </a:lnTo>
                <a:lnTo>
                  <a:pt x="1074" y="130"/>
                </a:lnTo>
                <a:lnTo>
                  <a:pt x="1089" y="153"/>
                </a:lnTo>
                <a:lnTo>
                  <a:pt x="1095" y="181"/>
                </a:lnTo>
                <a:lnTo>
                  <a:pt x="1095" y="840"/>
                </a:lnTo>
                <a:lnTo>
                  <a:pt x="1089" y="868"/>
                </a:lnTo>
                <a:lnTo>
                  <a:pt x="1074" y="891"/>
                </a:lnTo>
                <a:lnTo>
                  <a:pt x="1051" y="906"/>
                </a:lnTo>
                <a:lnTo>
                  <a:pt x="1023" y="911"/>
                </a:lnTo>
                <a:lnTo>
                  <a:pt x="74" y="911"/>
                </a:lnTo>
                <a:lnTo>
                  <a:pt x="45" y="906"/>
                </a:lnTo>
                <a:lnTo>
                  <a:pt x="23" y="891"/>
                </a:lnTo>
                <a:lnTo>
                  <a:pt x="6" y="868"/>
                </a:lnTo>
                <a:lnTo>
                  <a:pt x="0" y="840"/>
                </a:lnTo>
                <a:lnTo>
                  <a:pt x="0" y="181"/>
                </a:lnTo>
                <a:lnTo>
                  <a:pt x="6" y="153"/>
                </a:lnTo>
                <a:lnTo>
                  <a:pt x="23" y="130"/>
                </a:lnTo>
                <a:lnTo>
                  <a:pt x="45" y="115"/>
                </a:lnTo>
                <a:lnTo>
                  <a:pt x="74" y="109"/>
                </a:lnTo>
                <a:close/>
                <a:moveTo>
                  <a:pt x="804" y="0"/>
                </a:moveTo>
                <a:lnTo>
                  <a:pt x="832" y="5"/>
                </a:lnTo>
                <a:lnTo>
                  <a:pt x="855" y="20"/>
                </a:lnTo>
                <a:lnTo>
                  <a:pt x="870" y="43"/>
                </a:lnTo>
                <a:lnTo>
                  <a:pt x="875" y="72"/>
                </a:lnTo>
                <a:lnTo>
                  <a:pt x="875" y="145"/>
                </a:lnTo>
                <a:lnTo>
                  <a:pt x="870" y="174"/>
                </a:lnTo>
                <a:lnTo>
                  <a:pt x="855" y="196"/>
                </a:lnTo>
                <a:lnTo>
                  <a:pt x="832" y="213"/>
                </a:lnTo>
                <a:lnTo>
                  <a:pt x="804" y="219"/>
                </a:lnTo>
                <a:lnTo>
                  <a:pt x="775" y="213"/>
                </a:lnTo>
                <a:lnTo>
                  <a:pt x="753" y="196"/>
                </a:lnTo>
                <a:lnTo>
                  <a:pt x="736" y="174"/>
                </a:lnTo>
                <a:lnTo>
                  <a:pt x="730" y="145"/>
                </a:lnTo>
                <a:lnTo>
                  <a:pt x="730" y="72"/>
                </a:lnTo>
                <a:lnTo>
                  <a:pt x="734" y="49"/>
                </a:lnTo>
                <a:lnTo>
                  <a:pt x="745" y="30"/>
                </a:lnTo>
                <a:lnTo>
                  <a:pt x="760" y="13"/>
                </a:lnTo>
                <a:lnTo>
                  <a:pt x="781" y="3"/>
                </a:lnTo>
                <a:lnTo>
                  <a:pt x="804" y="0"/>
                </a:lnTo>
                <a:close/>
                <a:moveTo>
                  <a:pt x="293" y="0"/>
                </a:moveTo>
                <a:lnTo>
                  <a:pt x="316" y="3"/>
                </a:lnTo>
                <a:lnTo>
                  <a:pt x="337" y="13"/>
                </a:lnTo>
                <a:lnTo>
                  <a:pt x="352" y="30"/>
                </a:lnTo>
                <a:lnTo>
                  <a:pt x="361" y="49"/>
                </a:lnTo>
                <a:lnTo>
                  <a:pt x="365" y="72"/>
                </a:lnTo>
                <a:lnTo>
                  <a:pt x="365" y="145"/>
                </a:lnTo>
                <a:lnTo>
                  <a:pt x="359" y="174"/>
                </a:lnTo>
                <a:lnTo>
                  <a:pt x="344" y="196"/>
                </a:lnTo>
                <a:lnTo>
                  <a:pt x="321" y="213"/>
                </a:lnTo>
                <a:lnTo>
                  <a:pt x="293" y="219"/>
                </a:lnTo>
                <a:lnTo>
                  <a:pt x="265" y="213"/>
                </a:lnTo>
                <a:lnTo>
                  <a:pt x="240" y="196"/>
                </a:lnTo>
                <a:lnTo>
                  <a:pt x="225" y="174"/>
                </a:lnTo>
                <a:lnTo>
                  <a:pt x="219" y="145"/>
                </a:lnTo>
                <a:lnTo>
                  <a:pt x="219" y="72"/>
                </a:lnTo>
                <a:lnTo>
                  <a:pt x="225" y="43"/>
                </a:lnTo>
                <a:lnTo>
                  <a:pt x="240" y="20"/>
                </a:lnTo>
                <a:lnTo>
                  <a:pt x="265" y="5"/>
                </a:lnTo>
                <a:lnTo>
                  <a:pt x="29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7725428" y="2924944"/>
            <a:ext cx="1080000" cy="972493"/>
          </a:xfrm>
          <a:custGeom>
            <a:avLst/>
            <a:gdLst>
              <a:gd name="T0" fmla="*/ 840 w 1095"/>
              <a:gd name="T1" fmla="*/ 767 h 986"/>
              <a:gd name="T2" fmla="*/ 584 w 1095"/>
              <a:gd name="T3" fmla="*/ 767 h 986"/>
              <a:gd name="T4" fmla="*/ 342 w 1095"/>
              <a:gd name="T5" fmla="*/ 770 h 986"/>
              <a:gd name="T6" fmla="*/ 499 w 1095"/>
              <a:gd name="T7" fmla="*/ 927 h 986"/>
              <a:gd name="T8" fmla="*/ 310 w 1095"/>
              <a:gd name="T9" fmla="*/ 727 h 986"/>
              <a:gd name="T10" fmla="*/ 144 w 1095"/>
              <a:gd name="T11" fmla="*/ 831 h 986"/>
              <a:gd name="T12" fmla="*/ 250 w 1095"/>
              <a:gd name="T13" fmla="*/ 893 h 986"/>
              <a:gd name="T14" fmla="*/ 1025 w 1095"/>
              <a:gd name="T15" fmla="*/ 515 h 986"/>
              <a:gd name="T16" fmla="*/ 851 w 1095"/>
              <a:gd name="T17" fmla="*/ 663 h 986"/>
              <a:gd name="T18" fmla="*/ 1031 w 1095"/>
              <a:gd name="T19" fmla="*/ 657 h 986"/>
              <a:gd name="T20" fmla="*/ 683 w 1095"/>
              <a:gd name="T21" fmla="*/ 570 h 986"/>
              <a:gd name="T22" fmla="*/ 577 w 1095"/>
              <a:gd name="T23" fmla="*/ 714 h 986"/>
              <a:gd name="T24" fmla="*/ 698 w 1095"/>
              <a:gd name="T25" fmla="*/ 611 h 986"/>
              <a:gd name="T26" fmla="*/ 378 w 1095"/>
              <a:gd name="T27" fmla="*/ 513 h 986"/>
              <a:gd name="T28" fmla="*/ 420 w 1095"/>
              <a:gd name="T29" fmla="*/ 647 h 986"/>
              <a:gd name="T30" fmla="*/ 566 w 1095"/>
              <a:gd name="T31" fmla="*/ 511 h 986"/>
              <a:gd name="T32" fmla="*/ 87 w 1095"/>
              <a:gd name="T33" fmla="*/ 553 h 986"/>
              <a:gd name="T34" fmla="*/ 244 w 1095"/>
              <a:gd name="T35" fmla="*/ 708 h 986"/>
              <a:gd name="T36" fmla="*/ 1076 w 1095"/>
              <a:gd name="T37" fmla="*/ 290 h 986"/>
              <a:gd name="T38" fmla="*/ 910 w 1095"/>
              <a:gd name="T39" fmla="*/ 392 h 986"/>
              <a:gd name="T40" fmla="*/ 1016 w 1095"/>
              <a:gd name="T41" fmla="*/ 454 h 986"/>
              <a:gd name="T42" fmla="*/ 770 w 1095"/>
              <a:gd name="T43" fmla="*/ 294 h 986"/>
              <a:gd name="T44" fmla="*/ 596 w 1095"/>
              <a:gd name="T45" fmla="*/ 443 h 986"/>
              <a:gd name="T46" fmla="*/ 775 w 1095"/>
              <a:gd name="T47" fmla="*/ 437 h 986"/>
              <a:gd name="T48" fmla="*/ 428 w 1095"/>
              <a:gd name="T49" fmla="*/ 350 h 986"/>
              <a:gd name="T50" fmla="*/ 322 w 1095"/>
              <a:gd name="T51" fmla="*/ 494 h 986"/>
              <a:gd name="T52" fmla="*/ 443 w 1095"/>
              <a:gd name="T53" fmla="*/ 392 h 986"/>
              <a:gd name="T54" fmla="*/ 123 w 1095"/>
              <a:gd name="T55" fmla="*/ 294 h 986"/>
              <a:gd name="T56" fmla="*/ 165 w 1095"/>
              <a:gd name="T57" fmla="*/ 428 h 986"/>
              <a:gd name="T58" fmla="*/ 310 w 1095"/>
              <a:gd name="T59" fmla="*/ 290 h 986"/>
              <a:gd name="T60" fmla="*/ 193 w 1095"/>
              <a:gd name="T61" fmla="*/ 201 h 986"/>
              <a:gd name="T62" fmla="*/ 269 w 1095"/>
              <a:gd name="T63" fmla="*/ 254 h 986"/>
              <a:gd name="T64" fmla="*/ 346 w 1095"/>
              <a:gd name="T65" fmla="*/ 244 h 986"/>
              <a:gd name="T66" fmla="*/ 397 w 1095"/>
              <a:gd name="T67" fmla="*/ 171 h 986"/>
              <a:gd name="T68" fmla="*/ 692 w 1095"/>
              <a:gd name="T69" fmla="*/ 110 h 986"/>
              <a:gd name="T70" fmla="*/ 732 w 1095"/>
              <a:gd name="T71" fmla="*/ 233 h 986"/>
              <a:gd name="T72" fmla="*/ 800 w 1095"/>
              <a:gd name="T73" fmla="*/ 256 h 986"/>
              <a:gd name="T74" fmla="*/ 889 w 1095"/>
              <a:gd name="T75" fmla="*/ 218 h 986"/>
              <a:gd name="T76" fmla="*/ 912 w 1095"/>
              <a:gd name="T77" fmla="*/ 150 h 986"/>
              <a:gd name="T78" fmla="*/ 1074 w 1095"/>
              <a:gd name="T79" fmla="*/ 131 h 986"/>
              <a:gd name="T80" fmla="*/ 1074 w 1095"/>
              <a:gd name="T81" fmla="*/ 963 h 986"/>
              <a:gd name="T82" fmla="*/ 21 w 1095"/>
              <a:gd name="T83" fmla="*/ 963 h 986"/>
              <a:gd name="T84" fmla="*/ 21 w 1095"/>
              <a:gd name="T85" fmla="*/ 131 h 986"/>
              <a:gd name="T86" fmla="*/ 855 w 1095"/>
              <a:gd name="T87" fmla="*/ 21 h 986"/>
              <a:gd name="T88" fmla="*/ 855 w 1095"/>
              <a:gd name="T89" fmla="*/ 197 h 986"/>
              <a:gd name="T90" fmla="*/ 736 w 1095"/>
              <a:gd name="T91" fmla="*/ 174 h 986"/>
              <a:gd name="T92" fmla="*/ 760 w 1095"/>
              <a:gd name="T93" fmla="*/ 14 h 986"/>
              <a:gd name="T94" fmla="*/ 335 w 1095"/>
              <a:gd name="T95" fmla="*/ 14 h 986"/>
              <a:gd name="T96" fmla="*/ 359 w 1095"/>
              <a:gd name="T97" fmla="*/ 174 h 986"/>
              <a:gd name="T98" fmla="*/ 240 w 1095"/>
              <a:gd name="T99" fmla="*/ 197 h 986"/>
              <a:gd name="T100" fmla="*/ 240 w 1095"/>
              <a:gd name="T101" fmla="*/ 21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95" h="986">
                <a:moveTo>
                  <a:pt x="840" y="767"/>
                </a:moveTo>
                <a:lnTo>
                  <a:pt x="840" y="876"/>
                </a:lnTo>
                <a:lnTo>
                  <a:pt x="1021" y="876"/>
                </a:lnTo>
                <a:lnTo>
                  <a:pt x="1021" y="767"/>
                </a:lnTo>
                <a:lnTo>
                  <a:pt x="840" y="767"/>
                </a:lnTo>
                <a:close/>
                <a:moveTo>
                  <a:pt x="584" y="767"/>
                </a:moveTo>
                <a:lnTo>
                  <a:pt x="584" y="876"/>
                </a:lnTo>
                <a:lnTo>
                  <a:pt x="766" y="876"/>
                </a:lnTo>
                <a:lnTo>
                  <a:pt x="766" y="767"/>
                </a:lnTo>
                <a:lnTo>
                  <a:pt x="584" y="767"/>
                </a:lnTo>
                <a:close/>
                <a:moveTo>
                  <a:pt x="566" y="727"/>
                </a:moveTo>
                <a:lnTo>
                  <a:pt x="513" y="732"/>
                </a:lnTo>
                <a:lnTo>
                  <a:pt x="428" y="789"/>
                </a:lnTo>
                <a:lnTo>
                  <a:pt x="378" y="732"/>
                </a:lnTo>
                <a:lnTo>
                  <a:pt x="342" y="770"/>
                </a:lnTo>
                <a:lnTo>
                  <a:pt x="399" y="831"/>
                </a:lnTo>
                <a:lnTo>
                  <a:pt x="341" y="880"/>
                </a:lnTo>
                <a:lnTo>
                  <a:pt x="322" y="931"/>
                </a:lnTo>
                <a:lnTo>
                  <a:pt x="420" y="867"/>
                </a:lnTo>
                <a:lnTo>
                  <a:pt x="499" y="927"/>
                </a:lnTo>
                <a:lnTo>
                  <a:pt x="505" y="893"/>
                </a:lnTo>
                <a:lnTo>
                  <a:pt x="520" y="876"/>
                </a:lnTo>
                <a:lnTo>
                  <a:pt x="443" y="831"/>
                </a:lnTo>
                <a:lnTo>
                  <a:pt x="566" y="727"/>
                </a:lnTo>
                <a:close/>
                <a:moveTo>
                  <a:pt x="310" y="727"/>
                </a:moveTo>
                <a:lnTo>
                  <a:pt x="257" y="732"/>
                </a:lnTo>
                <a:lnTo>
                  <a:pt x="172" y="789"/>
                </a:lnTo>
                <a:lnTo>
                  <a:pt x="123" y="732"/>
                </a:lnTo>
                <a:lnTo>
                  <a:pt x="87" y="770"/>
                </a:lnTo>
                <a:lnTo>
                  <a:pt x="144" y="831"/>
                </a:lnTo>
                <a:lnTo>
                  <a:pt x="85" y="880"/>
                </a:lnTo>
                <a:lnTo>
                  <a:pt x="66" y="931"/>
                </a:lnTo>
                <a:lnTo>
                  <a:pt x="165" y="867"/>
                </a:lnTo>
                <a:lnTo>
                  <a:pt x="244" y="927"/>
                </a:lnTo>
                <a:lnTo>
                  <a:pt x="250" y="893"/>
                </a:lnTo>
                <a:lnTo>
                  <a:pt x="265" y="876"/>
                </a:lnTo>
                <a:lnTo>
                  <a:pt x="187" y="831"/>
                </a:lnTo>
                <a:lnTo>
                  <a:pt x="310" y="727"/>
                </a:lnTo>
                <a:close/>
                <a:moveTo>
                  <a:pt x="1076" y="511"/>
                </a:moveTo>
                <a:lnTo>
                  <a:pt x="1025" y="515"/>
                </a:lnTo>
                <a:lnTo>
                  <a:pt x="938" y="570"/>
                </a:lnTo>
                <a:lnTo>
                  <a:pt x="889" y="513"/>
                </a:lnTo>
                <a:lnTo>
                  <a:pt x="853" y="553"/>
                </a:lnTo>
                <a:lnTo>
                  <a:pt x="910" y="611"/>
                </a:lnTo>
                <a:lnTo>
                  <a:pt x="851" y="663"/>
                </a:lnTo>
                <a:lnTo>
                  <a:pt x="832" y="714"/>
                </a:lnTo>
                <a:lnTo>
                  <a:pt x="930" y="647"/>
                </a:lnTo>
                <a:lnTo>
                  <a:pt x="1010" y="708"/>
                </a:lnTo>
                <a:lnTo>
                  <a:pt x="1016" y="674"/>
                </a:lnTo>
                <a:lnTo>
                  <a:pt x="1031" y="657"/>
                </a:lnTo>
                <a:lnTo>
                  <a:pt x="953" y="611"/>
                </a:lnTo>
                <a:lnTo>
                  <a:pt x="1076" y="511"/>
                </a:lnTo>
                <a:close/>
                <a:moveTo>
                  <a:pt x="821" y="511"/>
                </a:moveTo>
                <a:lnTo>
                  <a:pt x="770" y="515"/>
                </a:lnTo>
                <a:lnTo>
                  <a:pt x="683" y="570"/>
                </a:lnTo>
                <a:lnTo>
                  <a:pt x="634" y="513"/>
                </a:lnTo>
                <a:lnTo>
                  <a:pt x="598" y="553"/>
                </a:lnTo>
                <a:lnTo>
                  <a:pt x="654" y="611"/>
                </a:lnTo>
                <a:lnTo>
                  <a:pt x="596" y="663"/>
                </a:lnTo>
                <a:lnTo>
                  <a:pt x="577" y="714"/>
                </a:lnTo>
                <a:lnTo>
                  <a:pt x="675" y="647"/>
                </a:lnTo>
                <a:lnTo>
                  <a:pt x="755" y="708"/>
                </a:lnTo>
                <a:lnTo>
                  <a:pt x="760" y="674"/>
                </a:lnTo>
                <a:lnTo>
                  <a:pt x="775" y="657"/>
                </a:lnTo>
                <a:lnTo>
                  <a:pt x="698" y="611"/>
                </a:lnTo>
                <a:lnTo>
                  <a:pt x="821" y="511"/>
                </a:lnTo>
                <a:close/>
                <a:moveTo>
                  <a:pt x="566" y="511"/>
                </a:moveTo>
                <a:lnTo>
                  <a:pt x="513" y="515"/>
                </a:lnTo>
                <a:lnTo>
                  <a:pt x="428" y="570"/>
                </a:lnTo>
                <a:lnTo>
                  <a:pt x="378" y="513"/>
                </a:lnTo>
                <a:lnTo>
                  <a:pt x="342" y="553"/>
                </a:lnTo>
                <a:lnTo>
                  <a:pt x="399" y="611"/>
                </a:lnTo>
                <a:lnTo>
                  <a:pt x="341" y="663"/>
                </a:lnTo>
                <a:lnTo>
                  <a:pt x="322" y="714"/>
                </a:lnTo>
                <a:lnTo>
                  <a:pt x="420" y="647"/>
                </a:lnTo>
                <a:lnTo>
                  <a:pt x="499" y="708"/>
                </a:lnTo>
                <a:lnTo>
                  <a:pt x="505" y="674"/>
                </a:lnTo>
                <a:lnTo>
                  <a:pt x="520" y="657"/>
                </a:lnTo>
                <a:lnTo>
                  <a:pt x="443" y="611"/>
                </a:lnTo>
                <a:lnTo>
                  <a:pt x="566" y="511"/>
                </a:lnTo>
                <a:close/>
                <a:moveTo>
                  <a:pt x="310" y="511"/>
                </a:moveTo>
                <a:lnTo>
                  <a:pt x="257" y="515"/>
                </a:lnTo>
                <a:lnTo>
                  <a:pt x="172" y="570"/>
                </a:lnTo>
                <a:lnTo>
                  <a:pt x="123" y="513"/>
                </a:lnTo>
                <a:lnTo>
                  <a:pt x="87" y="553"/>
                </a:lnTo>
                <a:lnTo>
                  <a:pt x="144" y="611"/>
                </a:lnTo>
                <a:lnTo>
                  <a:pt x="85" y="663"/>
                </a:lnTo>
                <a:lnTo>
                  <a:pt x="66" y="714"/>
                </a:lnTo>
                <a:lnTo>
                  <a:pt x="165" y="647"/>
                </a:lnTo>
                <a:lnTo>
                  <a:pt x="244" y="708"/>
                </a:lnTo>
                <a:lnTo>
                  <a:pt x="250" y="674"/>
                </a:lnTo>
                <a:lnTo>
                  <a:pt x="265" y="657"/>
                </a:lnTo>
                <a:lnTo>
                  <a:pt x="187" y="611"/>
                </a:lnTo>
                <a:lnTo>
                  <a:pt x="310" y="511"/>
                </a:lnTo>
                <a:close/>
                <a:moveTo>
                  <a:pt x="1076" y="290"/>
                </a:moveTo>
                <a:lnTo>
                  <a:pt x="1025" y="294"/>
                </a:lnTo>
                <a:lnTo>
                  <a:pt x="938" y="350"/>
                </a:lnTo>
                <a:lnTo>
                  <a:pt x="889" y="294"/>
                </a:lnTo>
                <a:lnTo>
                  <a:pt x="853" y="333"/>
                </a:lnTo>
                <a:lnTo>
                  <a:pt x="910" y="392"/>
                </a:lnTo>
                <a:lnTo>
                  <a:pt x="851" y="443"/>
                </a:lnTo>
                <a:lnTo>
                  <a:pt x="832" y="494"/>
                </a:lnTo>
                <a:lnTo>
                  <a:pt x="930" y="428"/>
                </a:lnTo>
                <a:lnTo>
                  <a:pt x="1010" y="488"/>
                </a:lnTo>
                <a:lnTo>
                  <a:pt x="1016" y="454"/>
                </a:lnTo>
                <a:lnTo>
                  <a:pt x="1031" y="437"/>
                </a:lnTo>
                <a:lnTo>
                  <a:pt x="953" y="392"/>
                </a:lnTo>
                <a:lnTo>
                  <a:pt x="1076" y="290"/>
                </a:lnTo>
                <a:close/>
                <a:moveTo>
                  <a:pt x="821" y="290"/>
                </a:moveTo>
                <a:lnTo>
                  <a:pt x="770" y="294"/>
                </a:lnTo>
                <a:lnTo>
                  <a:pt x="683" y="350"/>
                </a:lnTo>
                <a:lnTo>
                  <a:pt x="634" y="294"/>
                </a:lnTo>
                <a:lnTo>
                  <a:pt x="598" y="333"/>
                </a:lnTo>
                <a:lnTo>
                  <a:pt x="654" y="392"/>
                </a:lnTo>
                <a:lnTo>
                  <a:pt x="596" y="443"/>
                </a:lnTo>
                <a:lnTo>
                  <a:pt x="577" y="494"/>
                </a:lnTo>
                <a:lnTo>
                  <a:pt x="675" y="428"/>
                </a:lnTo>
                <a:lnTo>
                  <a:pt x="755" y="488"/>
                </a:lnTo>
                <a:lnTo>
                  <a:pt x="760" y="454"/>
                </a:lnTo>
                <a:lnTo>
                  <a:pt x="775" y="437"/>
                </a:lnTo>
                <a:lnTo>
                  <a:pt x="698" y="392"/>
                </a:lnTo>
                <a:lnTo>
                  <a:pt x="821" y="290"/>
                </a:lnTo>
                <a:close/>
                <a:moveTo>
                  <a:pt x="566" y="290"/>
                </a:moveTo>
                <a:lnTo>
                  <a:pt x="513" y="294"/>
                </a:lnTo>
                <a:lnTo>
                  <a:pt x="428" y="350"/>
                </a:lnTo>
                <a:lnTo>
                  <a:pt x="378" y="294"/>
                </a:lnTo>
                <a:lnTo>
                  <a:pt x="342" y="333"/>
                </a:lnTo>
                <a:lnTo>
                  <a:pt x="399" y="392"/>
                </a:lnTo>
                <a:lnTo>
                  <a:pt x="341" y="443"/>
                </a:lnTo>
                <a:lnTo>
                  <a:pt x="322" y="494"/>
                </a:lnTo>
                <a:lnTo>
                  <a:pt x="420" y="428"/>
                </a:lnTo>
                <a:lnTo>
                  <a:pt x="499" y="488"/>
                </a:lnTo>
                <a:lnTo>
                  <a:pt x="505" y="454"/>
                </a:lnTo>
                <a:lnTo>
                  <a:pt x="520" y="437"/>
                </a:lnTo>
                <a:lnTo>
                  <a:pt x="443" y="392"/>
                </a:lnTo>
                <a:lnTo>
                  <a:pt x="566" y="290"/>
                </a:lnTo>
                <a:close/>
                <a:moveTo>
                  <a:pt x="310" y="290"/>
                </a:moveTo>
                <a:lnTo>
                  <a:pt x="257" y="294"/>
                </a:lnTo>
                <a:lnTo>
                  <a:pt x="172" y="350"/>
                </a:lnTo>
                <a:lnTo>
                  <a:pt x="123" y="294"/>
                </a:lnTo>
                <a:lnTo>
                  <a:pt x="87" y="333"/>
                </a:lnTo>
                <a:lnTo>
                  <a:pt x="144" y="392"/>
                </a:lnTo>
                <a:lnTo>
                  <a:pt x="85" y="443"/>
                </a:lnTo>
                <a:lnTo>
                  <a:pt x="66" y="494"/>
                </a:lnTo>
                <a:lnTo>
                  <a:pt x="165" y="428"/>
                </a:lnTo>
                <a:lnTo>
                  <a:pt x="244" y="488"/>
                </a:lnTo>
                <a:lnTo>
                  <a:pt x="250" y="454"/>
                </a:lnTo>
                <a:lnTo>
                  <a:pt x="265" y="437"/>
                </a:lnTo>
                <a:lnTo>
                  <a:pt x="187" y="392"/>
                </a:lnTo>
                <a:lnTo>
                  <a:pt x="310" y="290"/>
                </a:lnTo>
                <a:close/>
                <a:moveTo>
                  <a:pt x="74" y="110"/>
                </a:moveTo>
                <a:lnTo>
                  <a:pt x="182" y="110"/>
                </a:lnTo>
                <a:lnTo>
                  <a:pt x="182" y="148"/>
                </a:lnTo>
                <a:lnTo>
                  <a:pt x="185" y="176"/>
                </a:lnTo>
                <a:lnTo>
                  <a:pt x="193" y="201"/>
                </a:lnTo>
                <a:lnTo>
                  <a:pt x="206" y="220"/>
                </a:lnTo>
                <a:lnTo>
                  <a:pt x="221" y="233"/>
                </a:lnTo>
                <a:lnTo>
                  <a:pt x="237" y="243"/>
                </a:lnTo>
                <a:lnTo>
                  <a:pt x="254" y="250"/>
                </a:lnTo>
                <a:lnTo>
                  <a:pt x="269" y="254"/>
                </a:lnTo>
                <a:lnTo>
                  <a:pt x="280" y="256"/>
                </a:lnTo>
                <a:lnTo>
                  <a:pt x="289" y="256"/>
                </a:lnTo>
                <a:lnTo>
                  <a:pt x="291" y="256"/>
                </a:lnTo>
                <a:lnTo>
                  <a:pt x="322" y="254"/>
                </a:lnTo>
                <a:lnTo>
                  <a:pt x="346" y="244"/>
                </a:lnTo>
                <a:lnTo>
                  <a:pt x="363" y="233"/>
                </a:lnTo>
                <a:lnTo>
                  <a:pt x="378" y="218"/>
                </a:lnTo>
                <a:lnTo>
                  <a:pt x="388" y="201"/>
                </a:lnTo>
                <a:lnTo>
                  <a:pt x="393" y="186"/>
                </a:lnTo>
                <a:lnTo>
                  <a:pt x="397" y="171"/>
                </a:lnTo>
                <a:lnTo>
                  <a:pt x="399" y="157"/>
                </a:lnTo>
                <a:lnTo>
                  <a:pt x="401" y="150"/>
                </a:lnTo>
                <a:lnTo>
                  <a:pt x="401" y="146"/>
                </a:lnTo>
                <a:lnTo>
                  <a:pt x="401" y="110"/>
                </a:lnTo>
                <a:lnTo>
                  <a:pt x="692" y="110"/>
                </a:lnTo>
                <a:lnTo>
                  <a:pt x="694" y="148"/>
                </a:lnTo>
                <a:lnTo>
                  <a:pt x="696" y="176"/>
                </a:lnTo>
                <a:lnTo>
                  <a:pt x="705" y="201"/>
                </a:lnTo>
                <a:lnTo>
                  <a:pt x="717" y="218"/>
                </a:lnTo>
                <a:lnTo>
                  <a:pt x="732" y="233"/>
                </a:lnTo>
                <a:lnTo>
                  <a:pt x="749" y="243"/>
                </a:lnTo>
                <a:lnTo>
                  <a:pt x="764" y="250"/>
                </a:lnTo>
                <a:lnTo>
                  <a:pt x="779" y="254"/>
                </a:lnTo>
                <a:lnTo>
                  <a:pt x="792" y="256"/>
                </a:lnTo>
                <a:lnTo>
                  <a:pt x="800" y="256"/>
                </a:lnTo>
                <a:lnTo>
                  <a:pt x="804" y="256"/>
                </a:lnTo>
                <a:lnTo>
                  <a:pt x="832" y="254"/>
                </a:lnTo>
                <a:lnTo>
                  <a:pt x="857" y="244"/>
                </a:lnTo>
                <a:lnTo>
                  <a:pt x="874" y="233"/>
                </a:lnTo>
                <a:lnTo>
                  <a:pt x="889" y="218"/>
                </a:lnTo>
                <a:lnTo>
                  <a:pt x="898" y="201"/>
                </a:lnTo>
                <a:lnTo>
                  <a:pt x="906" y="186"/>
                </a:lnTo>
                <a:lnTo>
                  <a:pt x="910" y="171"/>
                </a:lnTo>
                <a:lnTo>
                  <a:pt x="912" y="157"/>
                </a:lnTo>
                <a:lnTo>
                  <a:pt x="912" y="150"/>
                </a:lnTo>
                <a:lnTo>
                  <a:pt x="913" y="146"/>
                </a:lnTo>
                <a:lnTo>
                  <a:pt x="913" y="110"/>
                </a:lnTo>
                <a:lnTo>
                  <a:pt x="1021" y="110"/>
                </a:lnTo>
                <a:lnTo>
                  <a:pt x="1050" y="116"/>
                </a:lnTo>
                <a:lnTo>
                  <a:pt x="1074" y="131"/>
                </a:lnTo>
                <a:lnTo>
                  <a:pt x="1089" y="154"/>
                </a:lnTo>
                <a:lnTo>
                  <a:pt x="1095" y="182"/>
                </a:lnTo>
                <a:lnTo>
                  <a:pt x="1095" y="912"/>
                </a:lnTo>
                <a:lnTo>
                  <a:pt x="1089" y="941"/>
                </a:lnTo>
                <a:lnTo>
                  <a:pt x="1074" y="963"/>
                </a:lnTo>
                <a:lnTo>
                  <a:pt x="1050" y="980"/>
                </a:lnTo>
                <a:lnTo>
                  <a:pt x="1021" y="986"/>
                </a:lnTo>
                <a:lnTo>
                  <a:pt x="74" y="986"/>
                </a:lnTo>
                <a:lnTo>
                  <a:pt x="46" y="980"/>
                </a:lnTo>
                <a:lnTo>
                  <a:pt x="21" y="963"/>
                </a:lnTo>
                <a:lnTo>
                  <a:pt x="6" y="941"/>
                </a:lnTo>
                <a:lnTo>
                  <a:pt x="0" y="912"/>
                </a:lnTo>
                <a:lnTo>
                  <a:pt x="0" y="182"/>
                </a:lnTo>
                <a:lnTo>
                  <a:pt x="6" y="154"/>
                </a:lnTo>
                <a:lnTo>
                  <a:pt x="21" y="131"/>
                </a:lnTo>
                <a:lnTo>
                  <a:pt x="46" y="116"/>
                </a:lnTo>
                <a:lnTo>
                  <a:pt x="74" y="110"/>
                </a:lnTo>
                <a:close/>
                <a:moveTo>
                  <a:pt x="804" y="0"/>
                </a:moveTo>
                <a:lnTo>
                  <a:pt x="832" y="6"/>
                </a:lnTo>
                <a:lnTo>
                  <a:pt x="855" y="21"/>
                </a:lnTo>
                <a:lnTo>
                  <a:pt x="870" y="44"/>
                </a:lnTo>
                <a:lnTo>
                  <a:pt x="876" y="72"/>
                </a:lnTo>
                <a:lnTo>
                  <a:pt x="876" y="146"/>
                </a:lnTo>
                <a:lnTo>
                  <a:pt x="870" y="174"/>
                </a:lnTo>
                <a:lnTo>
                  <a:pt x="855" y="197"/>
                </a:lnTo>
                <a:lnTo>
                  <a:pt x="832" y="212"/>
                </a:lnTo>
                <a:lnTo>
                  <a:pt x="804" y="220"/>
                </a:lnTo>
                <a:lnTo>
                  <a:pt x="775" y="212"/>
                </a:lnTo>
                <a:lnTo>
                  <a:pt x="751" y="197"/>
                </a:lnTo>
                <a:lnTo>
                  <a:pt x="736" y="174"/>
                </a:lnTo>
                <a:lnTo>
                  <a:pt x="730" y="146"/>
                </a:lnTo>
                <a:lnTo>
                  <a:pt x="730" y="72"/>
                </a:lnTo>
                <a:lnTo>
                  <a:pt x="734" y="50"/>
                </a:lnTo>
                <a:lnTo>
                  <a:pt x="743" y="31"/>
                </a:lnTo>
                <a:lnTo>
                  <a:pt x="760" y="14"/>
                </a:lnTo>
                <a:lnTo>
                  <a:pt x="779" y="4"/>
                </a:lnTo>
                <a:lnTo>
                  <a:pt x="804" y="0"/>
                </a:lnTo>
                <a:close/>
                <a:moveTo>
                  <a:pt x="291" y="0"/>
                </a:moveTo>
                <a:lnTo>
                  <a:pt x="316" y="4"/>
                </a:lnTo>
                <a:lnTo>
                  <a:pt x="335" y="14"/>
                </a:lnTo>
                <a:lnTo>
                  <a:pt x="352" y="31"/>
                </a:lnTo>
                <a:lnTo>
                  <a:pt x="361" y="50"/>
                </a:lnTo>
                <a:lnTo>
                  <a:pt x="365" y="72"/>
                </a:lnTo>
                <a:lnTo>
                  <a:pt x="365" y="146"/>
                </a:lnTo>
                <a:lnTo>
                  <a:pt x="359" y="174"/>
                </a:lnTo>
                <a:lnTo>
                  <a:pt x="344" y="197"/>
                </a:lnTo>
                <a:lnTo>
                  <a:pt x="320" y="212"/>
                </a:lnTo>
                <a:lnTo>
                  <a:pt x="291" y="220"/>
                </a:lnTo>
                <a:lnTo>
                  <a:pt x="263" y="212"/>
                </a:lnTo>
                <a:lnTo>
                  <a:pt x="240" y="197"/>
                </a:lnTo>
                <a:lnTo>
                  <a:pt x="225" y="174"/>
                </a:lnTo>
                <a:lnTo>
                  <a:pt x="220" y="146"/>
                </a:lnTo>
                <a:lnTo>
                  <a:pt x="220" y="72"/>
                </a:lnTo>
                <a:lnTo>
                  <a:pt x="225" y="44"/>
                </a:lnTo>
                <a:lnTo>
                  <a:pt x="240" y="21"/>
                </a:lnTo>
                <a:lnTo>
                  <a:pt x="263" y="6"/>
                </a:lnTo>
                <a:lnTo>
                  <a:pt x="29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8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11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Settings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Cog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Cog 2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Cog 3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Cog 4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Cog 5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Settings 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Setting 2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92" y="1233852"/>
            <a:ext cx="1080000" cy="1080979"/>
          </a:xfrm>
          <a:custGeom>
            <a:avLst/>
            <a:gdLst>
              <a:gd name="T0" fmla="*/ 552 w 1104"/>
              <a:gd name="T1" fmla="*/ 443 h 1105"/>
              <a:gd name="T2" fmla="*/ 664 w 1104"/>
              <a:gd name="T3" fmla="*/ 554 h 1105"/>
              <a:gd name="T4" fmla="*/ 552 w 1104"/>
              <a:gd name="T5" fmla="*/ 664 h 1105"/>
              <a:gd name="T6" fmla="*/ 442 w 1104"/>
              <a:gd name="T7" fmla="*/ 554 h 1105"/>
              <a:gd name="T8" fmla="*/ 552 w 1104"/>
              <a:gd name="T9" fmla="*/ 443 h 1105"/>
              <a:gd name="T10" fmla="*/ 380 w 1104"/>
              <a:gd name="T11" fmla="*/ 380 h 1105"/>
              <a:gd name="T12" fmla="*/ 314 w 1104"/>
              <a:gd name="T13" fmla="*/ 602 h 1105"/>
              <a:gd name="T14" fmla="*/ 458 w 1104"/>
              <a:gd name="T15" fmla="*/ 776 h 1105"/>
              <a:gd name="T16" fmla="*/ 688 w 1104"/>
              <a:gd name="T17" fmla="*/ 753 h 1105"/>
              <a:gd name="T18" fmla="*/ 796 w 1104"/>
              <a:gd name="T19" fmla="*/ 552 h 1105"/>
              <a:gd name="T20" fmla="*/ 688 w 1104"/>
              <a:gd name="T21" fmla="*/ 350 h 1105"/>
              <a:gd name="T22" fmla="*/ 853 w 1104"/>
              <a:gd name="T23" fmla="*/ 255 h 1105"/>
              <a:gd name="T24" fmla="*/ 590 w 1104"/>
              <a:gd name="T25" fmla="*/ 4 h 1105"/>
              <a:gd name="T26" fmla="*/ 654 w 1104"/>
              <a:gd name="T27" fmla="*/ 102 h 1105"/>
              <a:gd name="T28" fmla="*/ 711 w 1104"/>
              <a:gd name="T29" fmla="*/ 98 h 1105"/>
              <a:gd name="T30" fmla="*/ 819 w 1104"/>
              <a:gd name="T31" fmla="*/ 68 h 1105"/>
              <a:gd name="T32" fmla="*/ 874 w 1104"/>
              <a:gd name="T33" fmla="*/ 165 h 1105"/>
              <a:gd name="T34" fmla="*/ 864 w 1104"/>
              <a:gd name="T35" fmla="*/ 248 h 1105"/>
              <a:gd name="T36" fmla="*/ 972 w 1104"/>
              <a:gd name="T37" fmla="*/ 231 h 1105"/>
              <a:gd name="T38" fmla="*/ 1046 w 1104"/>
              <a:gd name="T39" fmla="*/ 307 h 1105"/>
              <a:gd name="T40" fmla="*/ 995 w 1104"/>
              <a:gd name="T41" fmla="*/ 412 h 1105"/>
              <a:gd name="T42" fmla="*/ 1027 w 1104"/>
              <a:gd name="T43" fmla="*/ 456 h 1105"/>
              <a:gd name="T44" fmla="*/ 1104 w 1104"/>
              <a:gd name="T45" fmla="*/ 537 h 1105"/>
              <a:gd name="T46" fmla="*/ 1036 w 1104"/>
              <a:gd name="T47" fmla="*/ 636 h 1105"/>
              <a:gd name="T48" fmla="*/ 991 w 1104"/>
              <a:gd name="T49" fmla="*/ 685 h 1105"/>
              <a:gd name="T50" fmla="*/ 1046 w 1104"/>
              <a:gd name="T51" fmla="*/ 793 h 1105"/>
              <a:gd name="T52" fmla="*/ 970 w 1104"/>
              <a:gd name="T53" fmla="*/ 867 h 1105"/>
              <a:gd name="T54" fmla="*/ 855 w 1104"/>
              <a:gd name="T55" fmla="*/ 853 h 1105"/>
              <a:gd name="T56" fmla="*/ 875 w 1104"/>
              <a:gd name="T57" fmla="*/ 948 h 1105"/>
              <a:gd name="T58" fmla="*/ 819 w 1104"/>
              <a:gd name="T59" fmla="*/ 1037 h 1105"/>
              <a:gd name="T60" fmla="*/ 713 w 1104"/>
              <a:gd name="T61" fmla="*/ 1007 h 1105"/>
              <a:gd name="T62" fmla="*/ 656 w 1104"/>
              <a:gd name="T63" fmla="*/ 999 h 1105"/>
              <a:gd name="T64" fmla="*/ 590 w 1104"/>
              <a:gd name="T65" fmla="*/ 1101 h 1105"/>
              <a:gd name="T66" fmla="*/ 482 w 1104"/>
              <a:gd name="T67" fmla="*/ 1061 h 1105"/>
              <a:gd name="T68" fmla="*/ 433 w 1104"/>
              <a:gd name="T69" fmla="*/ 976 h 1105"/>
              <a:gd name="T70" fmla="*/ 335 w 1104"/>
              <a:gd name="T71" fmla="*/ 1044 h 1105"/>
              <a:gd name="T72" fmla="*/ 242 w 1104"/>
              <a:gd name="T73" fmla="*/ 991 h 1105"/>
              <a:gd name="T74" fmla="*/ 248 w 1104"/>
              <a:gd name="T75" fmla="*/ 872 h 1105"/>
              <a:gd name="T76" fmla="*/ 163 w 1104"/>
              <a:gd name="T77" fmla="*/ 868 h 1105"/>
              <a:gd name="T78" fmla="*/ 70 w 1104"/>
              <a:gd name="T79" fmla="*/ 817 h 1105"/>
              <a:gd name="T80" fmla="*/ 98 w 1104"/>
              <a:gd name="T81" fmla="*/ 708 h 1105"/>
              <a:gd name="T82" fmla="*/ 108 w 1104"/>
              <a:gd name="T83" fmla="*/ 653 h 1105"/>
              <a:gd name="T84" fmla="*/ 6 w 1104"/>
              <a:gd name="T85" fmla="*/ 585 h 1105"/>
              <a:gd name="T86" fmla="*/ 34 w 1104"/>
              <a:gd name="T87" fmla="*/ 481 h 1105"/>
              <a:gd name="T88" fmla="*/ 142 w 1104"/>
              <a:gd name="T89" fmla="*/ 441 h 1105"/>
              <a:gd name="T90" fmla="*/ 72 w 1104"/>
              <a:gd name="T91" fmla="*/ 350 h 1105"/>
              <a:gd name="T92" fmla="*/ 96 w 1104"/>
              <a:gd name="T93" fmla="*/ 246 h 1105"/>
              <a:gd name="T94" fmla="*/ 214 w 1104"/>
              <a:gd name="T95" fmla="*/ 240 h 1105"/>
              <a:gd name="T96" fmla="*/ 240 w 1104"/>
              <a:gd name="T97" fmla="*/ 187 h 1105"/>
              <a:gd name="T98" fmla="*/ 265 w 1104"/>
              <a:gd name="T99" fmla="*/ 79 h 1105"/>
              <a:gd name="T100" fmla="*/ 376 w 1104"/>
              <a:gd name="T101" fmla="*/ 81 h 1105"/>
              <a:gd name="T102" fmla="*/ 448 w 1104"/>
              <a:gd name="T103" fmla="*/ 125 h 1105"/>
              <a:gd name="T104" fmla="*/ 503 w 1104"/>
              <a:gd name="T105" fmla="*/ 17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04" h="1105">
                <a:moveTo>
                  <a:pt x="441" y="955"/>
                </a:moveTo>
                <a:lnTo>
                  <a:pt x="441" y="955"/>
                </a:lnTo>
                <a:lnTo>
                  <a:pt x="441" y="955"/>
                </a:lnTo>
                <a:lnTo>
                  <a:pt x="441" y="955"/>
                </a:lnTo>
                <a:close/>
                <a:moveTo>
                  <a:pt x="552" y="443"/>
                </a:moveTo>
                <a:lnTo>
                  <a:pt x="588" y="448"/>
                </a:lnTo>
                <a:lnTo>
                  <a:pt x="618" y="465"/>
                </a:lnTo>
                <a:lnTo>
                  <a:pt x="641" y="488"/>
                </a:lnTo>
                <a:lnTo>
                  <a:pt x="658" y="518"/>
                </a:lnTo>
                <a:lnTo>
                  <a:pt x="664" y="554"/>
                </a:lnTo>
                <a:lnTo>
                  <a:pt x="658" y="588"/>
                </a:lnTo>
                <a:lnTo>
                  <a:pt x="641" y="619"/>
                </a:lnTo>
                <a:lnTo>
                  <a:pt x="618" y="643"/>
                </a:lnTo>
                <a:lnTo>
                  <a:pt x="588" y="658"/>
                </a:lnTo>
                <a:lnTo>
                  <a:pt x="552" y="664"/>
                </a:lnTo>
                <a:lnTo>
                  <a:pt x="518" y="658"/>
                </a:lnTo>
                <a:lnTo>
                  <a:pt x="488" y="643"/>
                </a:lnTo>
                <a:lnTo>
                  <a:pt x="463" y="619"/>
                </a:lnTo>
                <a:lnTo>
                  <a:pt x="448" y="588"/>
                </a:lnTo>
                <a:lnTo>
                  <a:pt x="442" y="554"/>
                </a:lnTo>
                <a:lnTo>
                  <a:pt x="448" y="518"/>
                </a:lnTo>
                <a:lnTo>
                  <a:pt x="463" y="488"/>
                </a:lnTo>
                <a:lnTo>
                  <a:pt x="488" y="465"/>
                </a:lnTo>
                <a:lnTo>
                  <a:pt x="518" y="448"/>
                </a:lnTo>
                <a:lnTo>
                  <a:pt x="552" y="443"/>
                </a:lnTo>
                <a:close/>
                <a:moveTo>
                  <a:pt x="552" y="308"/>
                </a:moveTo>
                <a:lnTo>
                  <a:pt x="503" y="314"/>
                </a:lnTo>
                <a:lnTo>
                  <a:pt x="458" y="329"/>
                </a:lnTo>
                <a:lnTo>
                  <a:pt x="416" y="350"/>
                </a:lnTo>
                <a:lnTo>
                  <a:pt x="380" y="380"/>
                </a:lnTo>
                <a:lnTo>
                  <a:pt x="352" y="416"/>
                </a:lnTo>
                <a:lnTo>
                  <a:pt x="329" y="458"/>
                </a:lnTo>
                <a:lnTo>
                  <a:pt x="314" y="503"/>
                </a:lnTo>
                <a:lnTo>
                  <a:pt x="310" y="552"/>
                </a:lnTo>
                <a:lnTo>
                  <a:pt x="314" y="602"/>
                </a:lnTo>
                <a:lnTo>
                  <a:pt x="329" y="647"/>
                </a:lnTo>
                <a:lnTo>
                  <a:pt x="352" y="689"/>
                </a:lnTo>
                <a:lnTo>
                  <a:pt x="380" y="725"/>
                </a:lnTo>
                <a:lnTo>
                  <a:pt x="416" y="753"/>
                </a:lnTo>
                <a:lnTo>
                  <a:pt x="458" y="776"/>
                </a:lnTo>
                <a:lnTo>
                  <a:pt x="503" y="791"/>
                </a:lnTo>
                <a:lnTo>
                  <a:pt x="552" y="795"/>
                </a:lnTo>
                <a:lnTo>
                  <a:pt x="601" y="791"/>
                </a:lnTo>
                <a:lnTo>
                  <a:pt x="647" y="776"/>
                </a:lnTo>
                <a:lnTo>
                  <a:pt x="688" y="753"/>
                </a:lnTo>
                <a:lnTo>
                  <a:pt x="724" y="725"/>
                </a:lnTo>
                <a:lnTo>
                  <a:pt x="754" y="689"/>
                </a:lnTo>
                <a:lnTo>
                  <a:pt x="777" y="647"/>
                </a:lnTo>
                <a:lnTo>
                  <a:pt x="790" y="602"/>
                </a:lnTo>
                <a:lnTo>
                  <a:pt x="796" y="552"/>
                </a:lnTo>
                <a:lnTo>
                  <a:pt x="790" y="503"/>
                </a:lnTo>
                <a:lnTo>
                  <a:pt x="777" y="458"/>
                </a:lnTo>
                <a:lnTo>
                  <a:pt x="754" y="416"/>
                </a:lnTo>
                <a:lnTo>
                  <a:pt x="724" y="380"/>
                </a:lnTo>
                <a:lnTo>
                  <a:pt x="688" y="350"/>
                </a:lnTo>
                <a:lnTo>
                  <a:pt x="647" y="329"/>
                </a:lnTo>
                <a:lnTo>
                  <a:pt x="601" y="314"/>
                </a:lnTo>
                <a:lnTo>
                  <a:pt x="552" y="308"/>
                </a:lnTo>
                <a:close/>
                <a:moveTo>
                  <a:pt x="853" y="255"/>
                </a:moveTo>
                <a:lnTo>
                  <a:pt x="853" y="255"/>
                </a:lnTo>
                <a:lnTo>
                  <a:pt x="853" y="255"/>
                </a:lnTo>
                <a:lnTo>
                  <a:pt x="853" y="255"/>
                </a:lnTo>
                <a:close/>
                <a:moveTo>
                  <a:pt x="541" y="0"/>
                </a:moveTo>
                <a:lnTo>
                  <a:pt x="567" y="0"/>
                </a:lnTo>
                <a:lnTo>
                  <a:pt x="590" y="4"/>
                </a:lnTo>
                <a:lnTo>
                  <a:pt x="609" y="17"/>
                </a:lnTo>
                <a:lnTo>
                  <a:pt x="624" y="34"/>
                </a:lnTo>
                <a:lnTo>
                  <a:pt x="637" y="57"/>
                </a:lnTo>
                <a:lnTo>
                  <a:pt x="647" y="79"/>
                </a:lnTo>
                <a:lnTo>
                  <a:pt x="654" y="102"/>
                </a:lnTo>
                <a:lnTo>
                  <a:pt x="660" y="125"/>
                </a:lnTo>
                <a:lnTo>
                  <a:pt x="664" y="142"/>
                </a:lnTo>
                <a:lnTo>
                  <a:pt x="675" y="129"/>
                </a:lnTo>
                <a:lnTo>
                  <a:pt x="692" y="114"/>
                </a:lnTo>
                <a:lnTo>
                  <a:pt x="711" y="98"/>
                </a:lnTo>
                <a:lnTo>
                  <a:pt x="734" y="83"/>
                </a:lnTo>
                <a:lnTo>
                  <a:pt x="754" y="72"/>
                </a:lnTo>
                <a:lnTo>
                  <a:pt x="777" y="64"/>
                </a:lnTo>
                <a:lnTo>
                  <a:pt x="798" y="62"/>
                </a:lnTo>
                <a:lnTo>
                  <a:pt x="819" y="68"/>
                </a:lnTo>
                <a:lnTo>
                  <a:pt x="841" y="81"/>
                </a:lnTo>
                <a:lnTo>
                  <a:pt x="858" y="96"/>
                </a:lnTo>
                <a:lnTo>
                  <a:pt x="868" y="115"/>
                </a:lnTo>
                <a:lnTo>
                  <a:pt x="874" y="138"/>
                </a:lnTo>
                <a:lnTo>
                  <a:pt x="874" y="165"/>
                </a:lnTo>
                <a:lnTo>
                  <a:pt x="870" y="189"/>
                </a:lnTo>
                <a:lnTo>
                  <a:pt x="866" y="214"/>
                </a:lnTo>
                <a:lnTo>
                  <a:pt x="860" y="235"/>
                </a:lnTo>
                <a:lnTo>
                  <a:pt x="855" y="252"/>
                </a:lnTo>
                <a:lnTo>
                  <a:pt x="864" y="248"/>
                </a:lnTo>
                <a:lnTo>
                  <a:pt x="881" y="242"/>
                </a:lnTo>
                <a:lnTo>
                  <a:pt x="900" y="237"/>
                </a:lnTo>
                <a:lnTo>
                  <a:pt x="923" y="233"/>
                </a:lnTo>
                <a:lnTo>
                  <a:pt x="947" y="231"/>
                </a:lnTo>
                <a:lnTo>
                  <a:pt x="972" y="231"/>
                </a:lnTo>
                <a:lnTo>
                  <a:pt x="993" y="237"/>
                </a:lnTo>
                <a:lnTo>
                  <a:pt x="1012" y="246"/>
                </a:lnTo>
                <a:lnTo>
                  <a:pt x="1027" y="263"/>
                </a:lnTo>
                <a:lnTo>
                  <a:pt x="1040" y="288"/>
                </a:lnTo>
                <a:lnTo>
                  <a:pt x="1046" y="307"/>
                </a:lnTo>
                <a:lnTo>
                  <a:pt x="1044" y="327"/>
                </a:lnTo>
                <a:lnTo>
                  <a:pt x="1036" y="348"/>
                </a:lnTo>
                <a:lnTo>
                  <a:pt x="1025" y="371"/>
                </a:lnTo>
                <a:lnTo>
                  <a:pt x="1010" y="392"/>
                </a:lnTo>
                <a:lnTo>
                  <a:pt x="995" y="412"/>
                </a:lnTo>
                <a:lnTo>
                  <a:pt x="979" y="428"/>
                </a:lnTo>
                <a:lnTo>
                  <a:pt x="968" y="441"/>
                </a:lnTo>
                <a:lnTo>
                  <a:pt x="983" y="445"/>
                </a:lnTo>
                <a:lnTo>
                  <a:pt x="1004" y="450"/>
                </a:lnTo>
                <a:lnTo>
                  <a:pt x="1027" y="456"/>
                </a:lnTo>
                <a:lnTo>
                  <a:pt x="1049" y="467"/>
                </a:lnTo>
                <a:lnTo>
                  <a:pt x="1070" y="481"/>
                </a:lnTo>
                <a:lnTo>
                  <a:pt x="1089" y="496"/>
                </a:lnTo>
                <a:lnTo>
                  <a:pt x="1101" y="515"/>
                </a:lnTo>
                <a:lnTo>
                  <a:pt x="1104" y="537"/>
                </a:lnTo>
                <a:lnTo>
                  <a:pt x="1104" y="566"/>
                </a:lnTo>
                <a:lnTo>
                  <a:pt x="1099" y="587"/>
                </a:lnTo>
                <a:lnTo>
                  <a:pt x="1083" y="605"/>
                </a:lnTo>
                <a:lnTo>
                  <a:pt x="1063" y="622"/>
                </a:lnTo>
                <a:lnTo>
                  <a:pt x="1036" y="636"/>
                </a:lnTo>
                <a:lnTo>
                  <a:pt x="1010" y="647"/>
                </a:lnTo>
                <a:lnTo>
                  <a:pt x="985" y="657"/>
                </a:lnTo>
                <a:lnTo>
                  <a:pt x="966" y="662"/>
                </a:lnTo>
                <a:lnTo>
                  <a:pt x="976" y="672"/>
                </a:lnTo>
                <a:lnTo>
                  <a:pt x="991" y="685"/>
                </a:lnTo>
                <a:lnTo>
                  <a:pt x="1008" y="704"/>
                </a:lnTo>
                <a:lnTo>
                  <a:pt x="1023" y="725"/>
                </a:lnTo>
                <a:lnTo>
                  <a:pt x="1036" y="745"/>
                </a:lnTo>
                <a:lnTo>
                  <a:pt x="1044" y="770"/>
                </a:lnTo>
                <a:lnTo>
                  <a:pt x="1046" y="793"/>
                </a:lnTo>
                <a:lnTo>
                  <a:pt x="1038" y="815"/>
                </a:lnTo>
                <a:lnTo>
                  <a:pt x="1025" y="840"/>
                </a:lnTo>
                <a:lnTo>
                  <a:pt x="1012" y="853"/>
                </a:lnTo>
                <a:lnTo>
                  <a:pt x="993" y="863"/>
                </a:lnTo>
                <a:lnTo>
                  <a:pt x="970" y="867"/>
                </a:lnTo>
                <a:lnTo>
                  <a:pt x="944" y="868"/>
                </a:lnTo>
                <a:lnTo>
                  <a:pt x="919" y="867"/>
                </a:lnTo>
                <a:lnTo>
                  <a:pt x="894" y="863"/>
                </a:lnTo>
                <a:lnTo>
                  <a:pt x="872" y="857"/>
                </a:lnTo>
                <a:lnTo>
                  <a:pt x="855" y="853"/>
                </a:lnTo>
                <a:lnTo>
                  <a:pt x="860" y="867"/>
                </a:lnTo>
                <a:lnTo>
                  <a:pt x="864" y="882"/>
                </a:lnTo>
                <a:lnTo>
                  <a:pt x="870" y="903"/>
                </a:lnTo>
                <a:lnTo>
                  <a:pt x="874" y="925"/>
                </a:lnTo>
                <a:lnTo>
                  <a:pt x="875" y="948"/>
                </a:lnTo>
                <a:lnTo>
                  <a:pt x="874" y="971"/>
                </a:lnTo>
                <a:lnTo>
                  <a:pt x="868" y="991"/>
                </a:lnTo>
                <a:lnTo>
                  <a:pt x="858" y="1010"/>
                </a:lnTo>
                <a:lnTo>
                  <a:pt x="841" y="1024"/>
                </a:lnTo>
                <a:lnTo>
                  <a:pt x="819" y="1037"/>
                </a:lnTo>
                <a:lnTo>
                  <a:pt x="800" y="1043"/>
                </a:lnTo>
                <a:lnTo>
                  <a:pt x="779" y="1041"/>
                </a:lnTo>
                <a:lnTo>
                  <a:pt x="756" y="1033"/>
                </a:lnTo>
                <a:lnTo>
                  <a:pt x="734" y="1022"/>
                </a:lnTo>
                <a:lnTo>
                  <a:pt x="713" y="1007"/>
                </a:lnTo>
                <a:lnTo>
                  <a:pt x="694" y="991"/>
                </a:lnTo>
                <a:lnTo>
                  <a:pt x="677" y="976"/>
                </a:lnTo>
                <a:lnTo>
                  <a:pt x="664" y="965"/>
                </a:lnTo>
                <a:lnTo>
                  <a:pt x="662" y="980"/>
                </a:lnTo>
                <a:lnTo>
                  <a:pt x="656" y="999"/>
                </a:lnTo>
                <a:lnTo>
                  <a:pt x="649" y="1022"/>
                </a:lnTo>
                <a:lnTo>
                  <a:pt x="639" y="1046"/>
                </a:lnTo>
                <a:lnTo>
                  <a:pt x="626" y="1069"/>
                </a:lnTo>
                <a:lnTo>
                  <a:pt x="611" y="1088"/>
                </a:lnTo>
                <a:lnTo>
                  <a:pt x="590" y="1101"/>
                </a:lnTo>
                <a:lnTo>
                  <a:pt x="567" y="1105"/>
                </a:lnTo>
                <a:lnTo>
                  <a:pt x="541" y="1105"/>
                </a:lnTo>
                <a:lnTo>
                  <a:pt x="518" y="1099"/>
                </a:lnTo>
                <a:lnTo>
                  <a:pt x="499" y="1084"/>
                </a:lnTo>
                <a:lnTo>
                  <a:pt x="482" y="1061"/>
                </a:lnTo>
                <a:lnTo>
                  <a:pt x="469" y="1037"/>
                </a:lnTo>
                <a:lnTo>
                  <a:pt x="458" y="1010"/>
                </a:lnTo>
                <a:lnTo>
                  <a:pt x="448" y="986"/>
                </a:lnTo>
                <a:lnTo>
                  <a:pt x="442" y="965"/>
                </a:lnTo>
                <a:lnTo>
                  <a:pt x="433" y="976"/>
                </a:lnTo>
                <a:lnTo>
                  <a:pt x="420" y="991"/>
                </a:lnTo>
                <a:lnTo>
                  <a:pt x="401" y="1008"/>
                </a:lnTo>
                <a:lnTo>
                  <a:pt x="382" y="1024"/>
                </a:lnTo>
                <a:lnTo>
                  <a:pt x="359" y="1037"/>
                </a:lnTo>
                <a:lnTo>
                  <a:pt x="335" y="1044"/>
                </a:lnTo>
                <a:lnTo>
                  <a:pt x="312" y="1046"/>
                </a:lnTo>
                <a:lnTo>
                  <a:pt x="289" y="1039"/>
                </a:lnTo>
                <a:lnTo>
                  <a:pt x="265" y="1026"/>
                </a:lnTo>
                <a:lnTo>
                  <a:pt x="251" y="1010"/>
                </a:lnTo>
                <a:lnTo>
                  <a:pt x="242" y="991"/>
                </a:lnTo>
                <a:lnTo>
                  <a:pt x="238" y="969"/>
                </a:lnTo>
                <a:lnTo>
                  <a:pt x="236" y="944"/>
                </a:lnTo>
                <a:lnTo>
                  <a:pt x="238" y="918"/>
                </a:lnTo>
                <a:lnTo>
                  <a:pt x="242" y="893"/>
                </a:lnTo>
                <a:lnTo>
                  <a:pt x="248" y="872"/>
                </a:lnTo>
                <a:lnTo>
                  <a:pt x="251" y="855"/>
                </a:lnTo>
                <a:lnTo>
                  <a:pt x="234" y="859"/>
                </a:lnTo>
                <a:lnTo>
                  <a:pt x="212" y="863"/>
                </a:lnTo>
                <a:lnTo>
                  <a:pt x="189" y="867"/>
                </a:lnTo>
                <a:lnTo>
                  <a:pt x="163" y="868"/>
                </a:lnTo>
                <a:lnTo>
                  <a:pt x="138" y="868"/>
                </a:lnTo>
                <a:lnTo>
                  <a:pt x="115" y="863"/>
                </a:lnTo>
                <a:lnTo>
                  <a:pt x="96" y="855"/>
                </a:lnTo>
                <a:lnTo>
                  <a:pt x="83" y="840"/>
                </a:lnTo>
                <a:lnTo>
                  <a:pt x="70" y="817"/>
                </a:lnTo>
                <a:lnTo>
                  <a:pt x="62" y="795"/>
                </a:lnTo>
                <a:lnTo>
                  <a:pt x="64" y="772"/>
                </a:lnTo>
                <a:lnTo>
                  <a:pt x="72" y="751"/>
                </a:lnTo>
                <a:lnTo>
                  <a:pt x="83" y="728"/>
                </a:lnTo>
                <a:lnTo>
                  <a:pt x="98" y="708"/>
                </a:lnTo>
                <a:lnTo>
                  <a:pt x="115" y="691"/>
                </a:lnTo>
                <a:lnTo>
                  <a:pt x="130" y="675"/>
                </a:lnTo>
                <a:lnTo>
                  <a:pt x="144" y="662"/>
                </a:lnTo>
                <a:lnTo>
                  <a:pt x="129" y="658"/>
                </a:lnTo>
                <a:lnTo>
                  <a:pt x="108" y="653"/>
                </a:lnTo>
                <a:lnTo>
                  <a:pt x="83" y="643"/>
                </a:lnTo>
                <a:lnTo>
                  <a:pt x="59" y="632"/>
                </a:lnTo>
                <a:lnTo>
                  <a:pt x="36" y="619"/>
                </a:lnTo>
                <a:lnTo>
                  <a:pt x="17" y="604"/>
                </a:lnTo>
                <a:lnTo>
                  <a:pt x="6" y="585"/>
                </a:lnTo>
                <a:lnTo>
                  <a:pt x="0" y="566"/>
                </a:lnTo>
                <a:lnTo>
                  <a:pt x="0" y="537"/>
                </a:lnTo>
                <a:lnTo>
                  <a:pt x="4" y="515"/>
                </a:lnTo>
                <a:lnTo>
                  <a:pt x="17" y="498"/>
                </a:lnTo>
                <a:lnTo>
                  <a:pt x="34" y="481"/>
                </a:lnTo>
                <a:lnTo>
                  <a:pt x="57" y="467"/>
                </a:lnTo>
                <a:lnTo>
                  <a:pt x="79" y="458"/>
                </a:lnTo>
                <a:lnTo>
                  <a:pt x="104" y="450"/>
                </a:lnTo>
                <a:lnTo>
                  <a:pt x="125" y="445"/>
                </a:lnTo>
                <a:lnTo>
                  <a:pt x="142" y="441"/>
                </a:lnTo>
                <a:lnTo>
                  <a:pt x="129" y="429"/>
                </a:lnTo>
                <a:lnTo>
                  <a:pt x="115" y="412"/>
                </a:lnTo>
                <a:lnTo>
                  <a:pt x="98" y="394"/>
                </a:lnTo>
                <a:lnTo>
                  <a:pt x="85" y="373"/>
                </a:lnTo>
                <a:lnTo>
                  <a:pt x="72" y="350"/>
                </a:lnTo>
                <a:lnTo>
                  <a:pt x="64" y="327"/>
                </a:lnTo>
                <a:lnTo>
                  <a:pt x="62" y="307"/>
                </a:lnTo>
                <a:lnTo>
                  <a:pt x="68" y="288"/>
                </a:lnTo>
                <a:lnTo>
                  <a:pt x="81" y="263"/>
                </a:lnTo>
                <a:lnTo>
                  <a:pt x="96" y="246"/>
                </a:lnTo>
                <a:lnTo>
                  <a:pt x="117" y="237"/>
                </a:lnTo>
                <a:lnTo>
                  <a:pt x="140" y="231"/>
                </a:lnTo>
                <a:lnTo>
                  <a:pt x="165" y="231"/>
                </a:lnTo>
                <a:lnTo>
                  <a:pt x="191" y="235"/>
                </a:lnTo>
                <a:lnTo>
                  <a:pt x="214" y="240"/>
                </a:lnTo>
                <a:lnTo>
                  <a:pt x="234" y="246"/>
                </a:lnTo>
                <a:lnTo>
                  <a:pt x="251" y="252"/>
                </a:lnTo>
                <a:lnTo>
                  <a:pt x="248" y="235"/>
                </a:lnTo>
                <a:lnTo>
                  <a:pt x="244" y="212"/>
                </a:lnTo>
                <a:lnTo>
                  <a:pt x="240" y="187"/>
                </a:lnTo>
                <a:lnTo>
                  <a:pt x="236" y="161"/>
                </a:lnTo>
                <a:lnTo>
                  <a:pt x="238" y="136"/>
                </a:lnTo>
                <a:lnTo>
                  <a:pt x="242" y="114"/>
                </a:lnTo>
                <a:lnTo>
                  <a:pt x="251" y="93"/>
                </a:lnTo>
                <a:lnTo>
                  <a:pt x="265" y="79"/>
                </a:lnTo>
                <a:lnTo>
                  <a:pt x="289" y="66"/>
                </a:lnTo>
                <a:lnTo>
                  <a:pt x="310" y="59"/>
                </a:lnTo>
                <a:lnTo>
                  <a:pt x="333" y="61"/>
                </a:lnTo>
                <a:lnTo>
                  <a:pt x="355" y="68"/>
                </a:lnTo>
                <a:lnTo>
                  <a:pt x="376" y="81"/>
                </a:lnTo>
                <a:lnTo>
                  <a:pt x="397" y="96"/>
                </a:lnTo>
                <a:lnTo>
                  <a:pt x="416" y="112"/>
                </a:lnTo>
                <a:lnTo>
                  <a:pt x="431" y="129"/>
                </a:lnTo>
                <a:lnTo>
                  <a:pt x="442" y="140"/>
                </a:lnTo>
                <a:lnTo>
                  <a:pt x="448" y="125"/>
                </a:lnTo>
                <a:lnTo>
                  <a:pt x="454" y="104"/>
                </a:lnTo>
                <a:lnTo>
                  <a:pt x="463" y="79"/>
                </a:lnTo>
                <a:lnTo>
                  <a:pt x="475" y="57"/>
                </a:lnTo>
                <a:lnTo>
                  <a:pt x="488" y="34"/>
                </a:lnTo>
                <a:lnTo>
                  <a:pt x="503" y="17"/>
                </a:lnTo>
                <a:lnTo>
                  <a:pt x="520" y="4"/>
                </a:lnTo>
                <a:lnTo>
                  <a:pt x="54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56" y="1233852"/>
            <a:ext cx="1080000" cy="1079024"/>
          </a:xfrm>
          <a:custGeom>
            <a:avLst/>
            <a:gdLst>
              <a:gd name="T0" fmla="*/ 641 w 1106"/>
              <a:gd name="T1" fmla="*/ 488 h 1105"/>
              <a:gd name="T2" fmla="*/ 641 w 1106"/>
              <a:gd name="T3" fmla="*/ 621 h 1105"/>
              <a:gd name="T4" fmla="*/ 516 w 1106"/>
              <a:gd name="T5" fmla="*/ 660 h 1105"/>
              <a:gd name="T6" fmla="*/ 440 w 1106"/>
              <a:gd name="T7" fmla="*/ 554 h 1105"/>
              <a:gd name="T8" fmla="*/ 516 w 1106"/>
              <a:gd name="T9" fmla="*/ 448 h 1105"/>
              <a:gd name="T10" fmla="*/ 461 w 1106"/>
              <a:gd name="T11" fmla="*/ 373 h 1105"/>
              <a:gd name="T12" fmla="*/ 357 w 1106"/>
              <a:gd name="T13" fmla="*/ 505 h 1105"/>
              <a:gd name="T14" fmla="*/ 395 w 1106"/>
              <a:gd name="T15" fmla="*/ 675 h 1105"/>
              <a:gd name="T16" fmla="*/ 548 w 1106"/>
              <a:gd name="T17" fmla="*/ 751 h 1105"/>
              <a:gd name="T18" fmla="*/ 705 w 1106"/>
              <a:gd name="T19" fmla="*/ 675 h 1105"/>
              <a:gd name="T20" fmla="*/ 745 w 1106"/>
              <a:gd name="T21" fmla="*/ 505 h 1105"/>
              <a:gd name="T22" fmla="*/ 637 w 1106"/>
              <a:gd name="T23" fmla="*/ 373 h 1105"/>
              <a:gd name="T24" fmla="*/ 567 w 1106"/>
              <a:gd name="T25" fmla="*/ 0 h 1105"/>
              <a:gd name="T26" fmla="*/ 639 w 1106"/>
              <a:gd name="T27" fmla="*/ 61 h 1105"/>
              <a:gd name="T28" fmla="*/ 663 w 1106"/>
              <a:gd name="T29" fmla="*/ 146 h 1105"/>
              <a:gd name="T30" fmla="*/ 788 w 1106"/>
              <a:gd name="T31" fmla="*/ 168 h 1105"/>
              <a:gd name="T32" fmla="*/ 875 w 1106"/>
              <a:gd name="T33" fmla="*/ 134 h 1105"/>
              <a:gd name="T34" fmla="*/ 956 w 1106"/>
              <a:gd name="T35" fmla="*/ 172 h 1105"/>
              <a:gd name="T36" fmla="*/ 968 w 1106"/>
              <a:gd name="T37" fmla="*/ 255 h 1105"/>
              <a:gd name="T38" fmla="*/ 928 w 1106"/>
              <a:gd name="T39" fmla="*/ 333 h 1105"/>
              <a:gd name="T40" fmla="*/ 968 w 1106"/>
              <a:gd name="T41" fmla="*/ 441 h 1105"/>
              <a:gd name="T42" fmla="*/ 1049 w 1106"/>
              <a:gd name="T43" fmla="*/ 467 h 1105"/>
              <a:gd name="T44" fmla="*/ 1106 w 1106"/>
              <a:gd name="T45" fmla="*/ 537 h 1105"/>
              <a:gd name="T46" fmla="*/ 1068 w 1106"/>
              <a:gd name="T47" fmla="*/ 619 h 1105"/>
              <a:gd name="T48" fmla="*/ 973 w 1106"/>
              <a:gd name="T49" fmla="*/ 658 h 1105"/>
              <a:gd name="T50" fmla="*/ 924 w 1106"/>
              <a:gd name="T51" fmla="*/ 766 h 1105"/>
              <a:gd name="T52" fmla="*/ 964 w 1106"/>
              <a:gd name="T53" fmla="*/ 840 h 1105"/>
              <a:gd name="T54" fmla="*/ 956 w 1106"/>
              <a:gd name="T55" fmla="*/ 929 h 1105"/>
              <a:gd name="T56" fmla="*/ 871 w 1106"/>
              <a:gd name="T57" fmla="*/ 969 h 1105"/>
              <a:gd name="T58" fmla="*/ 786 w 1106"/>
              <a:gd name="T59" fmla="*/ 935 h 1105"/>
              <a:gd name="T60" fmla="*/ 659 w 1106"/>
              <a:gd name="T61" fmla="*/ 957 h 1105"/>
              <a:gd name="T62" fmla="*/ 659 w 1106"/>
              <a:gd name="T63" fmla="*/ 990 h 1105"/>
              <a:gd name="T64" fmla="*/ 624 w 1106"/>
              <a:gd name="T65" fmla="*/ 1073 h 1105"/>
              <a:gd name="T66" fmla="*/ 540 w 1106"/>
              <a:gd name="T67" fmla="*/ 1105 h 1105"/>
              <a:gd name="T68" fmla="*/ 470 w 1106"/>
              <a:gd name="T69" fmla="*/ 1041 h 1105"/>
              <a:gd name="T70" fmla="*/ 440 w 1106"/>
              <a:gd name="T71" fmla="*/ 955 h 1105"/>
              <a:gd name="T72" fmla="*/ 344 w 1106"/>
              <a:gd name="T73" fmla="*/ 921 h 1105"/>
              <a:gd name="T74" fmla="*/ 281 w 1106"/>
              <a:gd name="T75" fmla="*/ 957 h 1105"/>
              <a:gd name="T76" fmla="*/ 192 w 1106"/>
              <a:gd name="T77" fmla="*/ 967 h 1105"/>
              <a:gd name="T78" fmla="*/ 136 w 1106"/>
              <a:gd name="T79" fmla="*/ 897 h 1105"/>
              <a:gd name="T80" fmla="*/ 162 w 1106"/>
              <a:gd name="T81" fmla="*/ 804 h 1105"/>
              <a:gd name="T82" fmla="*/ 166 w 1106"/>
              <a:gd name="T83" fmla="*/ 713 h 1105"/>
              <a:gd name="T84" fmla="*/ 92 w 1106"/>
              <a:gd name="T85" fmla="*/ 645 h 1105"/>
              <a:gd name="T86" fmla="*/ 5 w 1106"/>
              <a:gd name="T87" fmla="*/ 587 h 1105"/>
              <a:gd name="T88" fmla="*/ 15 w 1106"/>
              <a:gd name="T89" fmla="*/ 498 h 1105"/>
              <a:gd name="T90" fmla="*/ 98 w 1106"/>
              <a:gd name="T91" fmla="*/ 452 h 1105"/>
              <a:gd name="T92" fmla="*/ 166 w 1106"/>
              <a:gd name="T93" fmla="*/ 392 h 1105"/>
              <a:gd name="T94" fmla="*/ 162 w 1106"/>
              <a:gd name="T95" fmla="*/ 301 h 1105"/>
              <a:gd name="T96" fmla="*/ 134 w 1106"/>
              <a:gd name="T97" fmla="*/ 208 h 1105"/>
              <a:gd name="T98" fmla="*/ 191 w 1106"/>
              <a:gd name="T99" fmla="*/ 136 h 1105"/>
              <a:gd name="T100" fmla="*/ 279 w 1106"/>
              <a:gd name="T101" fmla="*/ 148 h 1105"/>
              <a:gd name="T102" fmla="*/ 346 w 1106"/>
              <a:gd name="T103" fmla="*/ 187 h 1105"/>
              <a:gd name="T104" fmla="*/ 451 w 1106"/>
              <a:gd name="T105" fmla="*/ 112 h 1105"/>
              <a:gd name="T106" fmla="*/ 501 w 1106"/>
              <a:gd name="T107" fmla="*/ 19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06" h="1105">
                <a:moveTo>
                  <a:pt x="552" y="443"/>
                </a:moveTo>
                <a:lnTo>
                  <a:pt x="586" y="448"/>
                </a:lnTo>
                <a:lnTo>
                  <a:pt x="618" y="464"/>
                </a:lnTo>
                <a:lnTo>
                  <a:pt x="641" y="488"/>
                </a:lnTo>
                <a:lnTo>
                  <a:pt x="658" y="518"/>
                </a:lnTo>
                <a:lnTo>
                  <a:pt x="663" y="554"/>
                </a:lnTo>
                <a:lnTo>
                  <a:pt x="658" y="588"/>
                </a:lnTo>
                <a:lnTo>
                  <a:pt x="641" y="621"/>
                </a:lnTo>
                <a:lnTo>
                  <a:pt x="618" y="643"/>
                </a:lnTo>
                <a:lnTo>
                  <a:pt x="586" y="660"/>
                </a:lnTo>
                <a:lnTo>
                  <a:pt x="552" y="666"/>
                </a:lnTo>
                <a:lnTo>
                  <a:pt x="516" y="660"/>
                </a:lnTo>
                <a:lnTo>
                  <a:pt x="485" y="643"/>
                </a:lnTo>
                <a:lnTo>
                  <a:pt x="461" y="621"/>
                </a:lnTo>
                <a:lnTo>
                  <a:pt x="446" y="588"/>
                </a:lnTo>
                <a:lnTo>
                  <a:pt x="440" y="554"/>
                </a:lnTo>
                <a:lnTo>
                  <a:pt x="446" y="518"/>
                </a:lnTo>
                <a:lnTo>
                  <a:pt x="461" y="488"/>
                </a:lnTo>
                <a:lnTo>
                  <a:pt x="485" y="464"/>
                </a:lnTo>
                <a:lnTo>
                  <a:pt x="516" y="448"/>
                </a:lnTo>
                <a:lnTo>
                  <a:pt x="552" y="443"/>
                </a:lnTo>
                <a:close/>
                <a:moveTo>
                  <a:pt x="548" y="354"/>
                </a:moveTo>
                <a:lnTo>
                  <a:pt x="503" y="359"/>
                </a:lnTo>
                <a:lnTo>
                  <a:pt x="461" y="373"/>
                </a:lnTo>
                <a:lnTo>
                  <a:pt x="425" y="397"/>
                </a:lnTo>
                <a:lnTo>
                  <a:pt x="395" y="428"/>
                </a:lnTo>
                <a:lnTo>
                  <a:pt x="372" y="464"/>
                </a:lnTo>
                <a:lnTo>
                  <a:pt x="357" y="505"/>
                </a:lnTo>
                <a:lnTo>
                  <a:pt x="351" y="551"/>
                </a:lnTo>
                <a:lnTo>
                  <a:pt x="357" y="596"/>
                </a:lnTo>
                <a:lnTo>
                  <a:pt x="372" y="640"/>
                </a:lnTo>
                <a:lnTo>
                  <a:pt x="395" y="675"/>
                </a:lnTo>
                <a:lnTo>
                  <a:pt x="425" y="708"/>
                </a:lnTo>
                <a:lnTo>
                  <a:pt x="461" y="730"/>
                </a:lnTo>
                <a:lnTo>
                  <a:pt x="503" y="747"/>
                </a:lnTo>
                <a:lnTo>
                  <a:pt x="548" y="751"/>
                </a:lnTo>
                <a:lnTo>
                  <a:pt x="595" y="747"/>
                </a:lnTo>
                <a:lnTo>
                  <a:pt x="637" y="730"/>
                </a:lnTo>
                <a:lnTo>
                  <a:pt x="675" y="708"/>
                </a:lnTo>
                <a:lnTo>
                  <a:pt x="705" y="675"/>
                </a:lnTo>
                <a:lnTo>
                  <a:pt x="729" y="640"/>
                </a:lnTo>
                <a:lnTo>
                  <a:pt x="745" y="596"/>
                </a:lnTo>
                <a:lnTo>
                  <a:pt x="750" y="551"/>
                </a:lnTo>
                <a:lnTo>
                  <a:pt x="745" y="505"/>
                </a:lnTo>
                <a:lnTo>
                  <a:pt x="729" y="464"/>
                </a:lnTo>
                <a:lnTo>
                  <a:pt x="705" y="428"/>
                </a:lnTo>
                <a:lnTo>
                  <a:pt x="675" y="397"/>
                </a:lnTo>
                <a:lnTo>
                  <a:pt x="637" y="373"/>
                </a:lnTo>
                <a:lnTo>
                  <a:pt x="595" y="359"/>
                </a:lnTo>
                <a:lnTo>
                  <a:pt x="548" y="354"/>
                </a:lnTo>
                <a:close/>
                <a:moveTo>
                  <a:pt x="540" y="0"/>
                </a:moveTo>
                <a:lnTo>
                  <a:pt x="567" y="0"/>
                </a:lnTo>
                <a:lnTo>
                  <a:pt x="589" y="4"/>
                </a:lnTo>
                <a:lnTo>
                  <a:pt x="610" y="17"/>
                </a:lnTo>
                <a:lnTo>
                  <a:pt x="625" y="38"/>
                </a:lnTo>
                <a:lnTo>
                  <a:pt x="639" y="61"/>
                </a:lnTo>
                <a:lnTo>
                  <a:pt x="648" y="85"/>
                </a:lnTo>
                <a:lnTo>
                  <a:pt x="656" y="108"/>
                </a:lnTo>
                <a:lnTo>
                  <a:pt x="661" y="131"/>
                </a:lnTo>
                <a:lnTo>
                  <a:pt x="663" y="146"/>
                </a:lnTo>
                <a:lnTo>
                  <a:pt x="714" y="163"/>
                </a:lnTo>
                <a:lnTo>
                  <a:pt x="762" y="185"/>
                </a:lnTo>
                <a:lnTo>
                  <a:pt x="773" y="178"/>
                </a:lnTo>
                <a:lnTo>
                  <a:pt x="788" y="168"/>
                </a:lnTo>
                <a:lnTo>
                  <a:pt x="809" y="159"/>
                </a:lnTo>
                <a:lnTo>
                  <a:pt x="830" y="149"/>
                </a:lnTo>
                <a:lnTo>
                  <a:pt x="852" y="140"/>
                </a:lnTo>
                <a:lnTo>
                  <a:pt x="875" y="134"/>
                </a:lnTo>
                <a:lnTo>
                  <a:pt x="898" y="132"/>
                </a:lnTo>
                <a:lnTo>
                  <a:pt x="917" y="136"/>
                </a:lnTo>
                <a:lnTo>
                  <a:pt x="932" y="146"/>
                </a:lnTo>
                <a:lnTo>
                  <a:pt x="956" y="172"/>
                </a:lnTo>
                <a:lnTo>
                  <a:pt x="970" y="189"/>
                </a:lnTo>
                <a:lnTo>
                  <a:pt x="973" y="210"/>
                </a:lnTo>
                <a:lnTo>
                  <a:pt x="973" y="233"/>
                </a:lnTo>
                <a:lnTo>
                  <a:pt x="968" y="255"/>
                </a:lnTo>
                <a:lnTo>
                  <a:pt x="958" y="276"/>
                </a:lnTo>
                <a:lnTo>
                  <a:pt x="949" y="297"/>
                </a:lnTo>
                <a:lnTo>
                  <a:pt x="937" y="316"/>
                </a:lnTo>
                <a:lnTo>
                  <a:pt x="928" y="333"/>
                </a:lnTo>
                <a:lnTo>
                  <a:pt x="919" y="344"/>
                </a:lnTo>
                <a:lnTo>
                  <a:pt x="941" y="390"/>
                </a:lnTo>
                <a:lnTo>
                  <a:pt x="958" y="439"/>
                </a:lnTo>
                <a:lnTo>
                  <a:pt x="968" y="441"/>
                </a:lnTo>
                <a:lnTo>
                  <a:pt x="983" y="445"/>
                </a:lnTo>
                <a:lnTo>
                  <a:pt x="1002" y="448"/>
                </a:lnTo>
                <a:lnTo>
                  <a:pt x="1024" y="456"/>
                </a:lnTo>
                <a:lnTo>
                  <a:pt x="1049" y="467"/>
                </a:lnTo>
                <a:lnTo>
                  <a:pt x="1070" y="479"/>
                </a:lnTo>
                <a:lnTo>
                  <a:pt x="1089" y="496"/>
                </a:lnTo>
                <a:lnTo>
                  <a:pt x="1100" y="515"/>
                </a:lnTo>
                <a:lnTo>
                  <a:pt x="1106" y="537"/>
                </a:lnTo>
                <a:lnTo>
                  <a:pt x="1106" y="566"/>
                </a:lnTo>
                <a:lnTo>
                  <a:pt x="1100" y="585"/>
                </a:lnTo>
                <a:lnTo>
                  <a:pt x="1087" y="604"/>
                </a:lnTo>
                <a:lnTo>
                  <a:pt x="1068" y="619"/>
                </a:lnTo>
                <a:lnTo>
                  <a:pt x="1043" y="632"/>
                </a:lnTo>
                <a:lnTo>
                  <a:pt x="1019" y="643"/>
                </a:lnTo>
                <a:lnTo>
                  <a:pt x="994" y="653"/>
                </a:lnTo>
                <a:lnTo>
                  <a:pt x="973" y="658"/>
                </a:lnTo>
                <a:lnTo>
                  <a:pt x="958" y="664"/>
                </a:lnTo>
                <a:lnTo>
                  <a:pt x="941" y="713"/>
                </a:lnTo>
                <a:lnTo>
                  <a:pt x="919" y="759"/>
                </a:lnTo>
                <a:lnTo>
                  <a:pt x="924" y="766"/>
                </a:lnTo>
                <a:lnTo>
                  <a:pt x="932" y="778"/>
                </a:lnTo>
                <a:lnTo>
                  <a:pt x="943" y="795"/>
                </a:lnTo>
                <a:lnTo>
                  <a:pt x="954" y="815"/>
                </a:lnTo>
                <a:lnTo>
                  <a:pt x="964" y="840"/>
                </a:lnTo>
                <a:lnTo>
                  <a:pt x="971" y="863"/>
                </a:lnTo>
                <a:lnTo>
                  <a:pt x="973" y="887"/>
                </a:lnTo>
                <a:lnTo>
                  <a:pt x="970" y="910"/>
                </a:lnTo>
                <a:lnTo>
                  <a:pt x="956" y="929"/>
                </a:lnTo>
                <a:lnTo>
                  <a:pt x="928" y="957"/>
                </a:lnTo>
                <a:lnTo>
                  <a:pt x="913" y="967"/>
                </a:lnTo>
                <a:lnTo>
                  <a:pt x="894" y="971"/>
                </a:lnTo>
                <a:lnTo>
                  <a:pt x="871" y="969"/>
                </a:lnTo>
                <a:lnTo>
                  <a:pt x="849" y="963"/>
                </a:lnTo>
                <a:lnTo>
                  <a:pt x="828" y="954"/>
                </a:lnTo>
                <a:lnTo>
                  <a:pt x="805" y="944"/>
                </a:lnTo>
                <a:lnTo>
                  <a:pt x="786" y="935"/>
                </a:lnTo>
                <a:lnTo>
                  <a:pt x="771" y="925"/>
                </a:lnTo>
                <a:lnTo>
                  <a:pt x="760" y="918"/>
                </a:lnTo>
                <a:lnTo>
                  <a:pt x="711" y="940"/>
                </a:lnTo>
                <a:lnTo>
                  <a:pt x="659" y="957"/>
                </a:lnTo>
                <a:lnTo>
                  <a:pt x="665" y="957"/>
                </a:lnTo>
                <a:lnTo>
                  <a:pt x="665" y="963"/>
                </a:lnTo>
                <a:lnTo>
                  <a:pt x="663" y="973"/>
                </a:lnTo>
                <a:lnTo>
                  <a:pt x="659" y="990"/>
                </a:lnTo>
                <a:lnTo>
                  <a:pt x="654" y="1010"/>
                </a:lnTo>
                <a:lnTo>
                  <a:pt x="646" y="1031"/>
                </a:lnTo>
                <a:lnTo>
                  <a:pt x="635" y="1054"/>
                </a:lnTo>
                <a:lnTo>
                  <a:pt x="624" y="1073"/>
                </a:lnTo>
                <a:lnTo>
                  <a:pt x="608" y="1090"/>
                </a:lnTo>
                <a:lnTo>
                  <a:pt x="589" y="1101"/>
                </a:lnTo>
                <a:lnTo>
                  <a:pt x="567" y="1105"/>
                </a:lnTo>
                <a:lnTo>
                  <a:pt x="540" y="1105"/>
                </a:lnTo>
                <a:lnTo>
                  <a:pt x="520" y="1099"/>
                </a:lnTo>
                <a:lnTo>
                  <a:pt x="501" y="1086"/>
                </a:lnTo>
                <a:lnTo>
                  <a:pt x="484" y="1065"/>
                </a:lnTo>
                <a:lnTo>
                  <a:pt x="470" y="1041"/>
                </a:lnTo>
                <a:lnTo>
                  <a:pt x="459" y="1014"/>
                </a:lnTo>
                <a:lnTo>
                  <a:pt x="451" y="990"/>
                </a:lnTo>
                <a:lnTo>
                  <a:pt x="444" y="969"/>
                </a:lnTo>
                <a:lnTo>
                  <a:pt x="440" y="955"/>
                </a:lnTo>
                <a:lnTo>
                  <a:pt x="389" y="938"/>
                </a:lnTo>
                <a:lnTo>
                  <a:pt x="342" y="914"/>
                </a:lnTo>
                <a:lnTo>
                  <a:pt x="346" y="918"/>
                </a:lnTo>
                <a:lnTo>
                  <a:pt x="344" y="921"/>
                </a:lnTo>
                <a:lnTo>
                  <a:pt x="334" y="927"/>
                </a:lnTo>
                <a:lnTo>
                  <a:pt x="319" y="937"/>
                </a:lnTo>
                <a:lnTo>
                  <a:pt x="302" y="948"/>
                </a:lnTo>
                <a:lnTo>
                  <a:pt x="281" y="957"/>
                </a:lnTo>
                <a:lnTo>
                  <a:pt x="259" y="965"/>
                </a:lnTo>
                <a:lnTo>
                  <a:pt x="236" y="971"/>
                </a:lnTo>
                <a:lnTo>
                  <a:pt x="213" y="973"/>
                </a:lnTo>
                <a:lnTo>
                  <a:pt x="192" y="967"/>
                </a:lnTo>
                <a:lnTo>
                  <a:pt x="173" y="954"/>
                </a:lnTo>
                <a:lnTo>
                  <a:pt x="149" y="935"/>
                </a:lnTo>
                <a:lnTo>
                  <a:pt x="139" y="918"/>
                </a:lnTo>
                <a:lnTo>
                  <a:pt x="136" y="897"/>
                </a:lnTo>
                <a:lnTo>
                  <a:pt x="138" y="874"/>
                </a:lnTo>
                <a:lnTo>
                  <a:pt x="143" y="851"/>
                </a:lnTo>
                <a:lnTo>
                  <a:pt x="153" y="827"/>
                </a:lnTo>
                <a:lnTo>
                  <a:pt x="162" y="804"/>
                </a:lnTo>
                <a:lnTo>
                  <a:pt x="173" y="785"/>
                </a:lnTo>
                <a:lnTo>
                  <a:pt x="183" y="768"/>
                </a:lnTo>
                <a:lnTo>
                  <a:pt x="189" y="759"/>
                </a:lnTo>
                <a:lnTo>
                  <a:pt x="166" y="713"/>
                </a:lnTo>
                <a:lnTo>
                  <a:pt x="151" y="664"/>
                </a:lnTo>
                <a:lnTo>
                  <a:pt x="136" y="660"/>
                </a:lnTo>
                <a:lnTo>
                  <a:pt x="117" y="655"/>
                </a:lnTo>
                <a:lnTo>
                  <a:pt x="92" y="645"/>
                </a:lnTo>
                <a:lnTo>
                  <a:pt x="66" y="636"/>
                </a:lnTo>
                <a:lnTo>
                  <a:pt x="41" y="621"/>
                </a:lnTo>
                <a:lnTo>
                  <a:pt x="20" y="605"/>
                </a:lnTo>
                <a:lnTo>
                  <a:pt x="5" y="587"/>
                </a:lnTo>
                <a:lnTo>
                  <a:pt x="0" y="566"/>
                </a:lnTo>
                <a:lnTo>
                  <a:pt x="0" y="537"/>
                </a:lnTo>
                <a:lnTo>
                  <a:pt x="3" y="517"/>
                </a:lnTo>
                <a:lnTo>
                  <a:pt x="15" y="498"/>
                </a:lnTo>
                <a:lnTo>
                  <a:pt x="32" y="482"/>
                </a:lnTo>
                <a:lnTo>
                  <a:pt x="52" y="469"/>
                </a:lnTo>
                <a:lnTo>
                  <a:pt x="75" y="460"/>
                </a:lnTo>
                <a:lnTo>
                  <a:pt x="98" y="452"/>
                </a:lnTo>
                <a:lnTo>
                  <a:pt x="119" y="447"/>
                </a:lnTo>
                <a:lnTo>
                  <a:pt x="136" y="443"/>
                </a:lnTo>
                <a:lnTo>
                  <a:pt x="149" y="441"/>
                </a:lnTo>
                <a:lnTo>
                  <a:pt x="166" y="392"/>
                </a:lnTo>
                <a:lnTo>
                  <a:pt x="189" y="346"/>
                </a:lnTo>
                <a:lnTo>
                  <a:pt x="181" y="337"/>
                </a:lnTo>
                <a:lnTo>
                  <a:pt x="172" y="320"/>
                </a:lnTo>
                <a:lnTo>
                  <a:pt x="162" y="301"/>
                </a:lnTo>
                <a:lnTo>
                  <a:pt x="151" y="278"/>
                </a:lnTo>
                <a:lnTo>
                  <a:pt x="141" y="254"/>
                </a:lnTo>
                <a:lnTo>
                  <a:pt x="136" y="231"/>
                </a:lnTo>
                <a:lnTo>
                  <a:pt x="134" y="208"/>
                </a:lnTo>
                <a:lnTo>
                  <a:pt x="136" y="187"/>
                </a:lnTo>
                <a:lnTo>
                  <a:pt x="147" y="170"/>
                </a:lnTo>
                <a:lnTo>
                  <a:pt x="173" y="149"/>
                </a:lnTo>
                <a:lnTo>
                  <a:pt x="191" y="136"/>
                </a:lnTo>
                <a:lnTo>
                  <a:pt x="211" y="132"/>
                </a:lnTo>
                <a:lnTo>
                  <a:pt x="234" y="132"/>
                </a:lnTo>
                <a:lnTo>
                  <a:pt x="257" y="138"/>
                </a:lnTo>
                <a:lnTo>
                  <a:pt x="279" y="148"/>
                </a:lnTo>
                <a:lnTo>
                  <a:pt x="300" y="159"/>
                </a:lnTo>
                <a:lnTo>
                  <a:pt x="319" y="168"/>
                </a:lnTo>
                <a:lnTo>
                  <a:pt x="334" y="180"/>
                </a:lnTo>
                <a:lnTo>
                  <a:pt x="346" y="187"/>
                </a:lnTo>
                <a:lnTo>
                  <a:pt x="391" y="165"/>
                </a:lnTo>
                <a:lnTo>
                  <a:pt x="442" y="146"/>
                </a:lnTo>
                <a:lnTo>
                  <a:pt x="446" y="131"/>
                </a:lnTo>
                <a:lnTo>
                  <a:pt x="451" y="112"/>
                </a:lnTo>
                <a:lnTo>
                  <a:pt x="461" y="87"/>
                </a:lnTo>
                <a:lnTo>
                  <a:pt x="472" y="62"/>
                </a:lnTo>
                <a:lnTo>
                  <a:pt x="485" y="38"/>
                </a:lnTo>
                <a:lnTo>
                  <a:pt x="501" y="19"/>
                </a:lnTo>
                <a:lnTo>
                  <a:pt x="520" y="4"/>
                </a:lnTo>
                <a:lnTo>
                  <a:pt x="54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060" y="1231897"/>
            <a:ext cx="1080000" cy="1080979"/>
          </a:xfrm>
          <a:custGeom>
            <a:avLst/>
            <a:gdLst>
              <a:gd name="T0" fmla="*/ 614 w 1104"/>
              <a:gd name="T1" fmla="*/ 464 h 1105"/>
              <a:gd name="T2" fmla="*/ 660 w 1104"/>
              <a:gd name="T3" fmla="*/ 552 h 1105"/>
              <a:gd name="T4" fmla="*/ 614 w 1104"/>
              <a:gd name="T5" fmla="*/ 641 h 1105"/>
              <a:gd name="T6" fmla="*/ 514 w 1104"/>
              <a:gd name="T7" fmla="*/ 657 h 1105"/>
              <a:gd name="T8" fmla="*/ 444 w 1104"/>
              <a:gd name="T9" fmla="*/ 587 h 1105"/>
              <a:gd name="T10" fmla="*/ 459 w 1104"/>
              <a:gd name="T11" fmla="*/ 486 h 1105"/>
              <a:gd name="T12" fmla="*/ 550 w 1104"/>
              <a:gd name="T13" fmla="*/ 441 h 1105"/>
              <a:gd name="T14" fmla="*/ 458 w 1104"/>
              <a:gd name="T15" fmla="*/ 327 h 1105"/>
              <a:gd name="T16" fmla="*/ 350 w 1104"/>
              <a:gd name="T17" fmla="*/ 414 h 1105"/>
              <a:gd name="T18" fmla="*/ 310 w 1104"/>
              <a:gd name="T19" fmla="*/ 549 h 1105"/>
              <a:gd name="T20" fmla="*/ 350 w 1104"/>
              <a:gd name="T21" fmla="*/ 687 h 1105"/>
              <a:gd name="T22" fmla="*/ 458 w 1104"/>
              <a:gd name="T23" fmla="*/ 776 h 1105"/>
              <a:gd name="T24" fmla="*/ 601 w 1104"/>
              <a:gd name="T25" fmla="*/ 791 h 1105"/>
              <a:gd name="T26" fmla="*/ 724 w 1104"/>
              <a:gd name="T27" fmla="*/ 723 h 1105"/>
              <a:gd name="T28" fmla="*/ 790 w 1104"/>
              <a:gd name="T29" fmla="*/ 598 h 1105"/>
              <a:gd name="T30" fmla="*/ 777 w 1104"/>
              <a:gd name="T31" fmla="*/ 456 h 1105"/>
              <a:gd name="T32" fmla="*/ 688 w 1104"/>
              <a:gd name="T33" fmla="*/ 348 h 1105"/>
              <a:gd name="T34" fmla="*/ 552 w 1104"/>
              <a:gd name="T35" fmla="*/ 308 h 1105"/>
              <a:gd name="T36" fmla="*/ 645 w 1104"/>
              <a:gd name="T37" fmla="*/ 4 h 1105"/>
              <a:gd name="T38" fmla="*/ 701 w 1104"/>
              <a:gd name="T39" fmla="*/ 61 h 1105"/>
              <a:gd name="T40" fmla="*/ 720 w 1104"/>
              <a:gd name="T41" fmla="*/ 163 h 1105"/>
              <a:gd name="T42" fmla="*/ 822 w 1104"/>
              <a:gd name="T43" fmla="*/ 85 h 1105"/>
              <a:gd name="T44" fmla="*/ 898 w 1104"/>
              <a:gd name="T45" fmla="*/ 110 h 1105"/>
              <a:gd name="T46" fmla="*/ 1017 w 1104"/>
              <a:gd name="T47" fmla="*/ 254 h 1105"/>
              <a:gd name="T48" fmla="*/ 993 w 1104"/>
              <a:gd name="T49" fmla="*/ 329 h 1105"/>
              <a:gd name="T50" fmla="*/ 1015 w 1104"/>
              <a:gd name="T51" fmla="*/ 397 h 1105"/>
              <a:gd name="T52" fmla="*/ 1087 w 1104"/>
              <a:gd name="T53" fmla="*/ 435 h 1105"/>
              <a:gd name="T54" fmla="*/ 1104 w 1104"/>
              <a:gd name="T55" fmla="*/ 619 h 1105"/>
              <a:gd name="T56" fmla="*/ 1068 w 1104"/>
              <a:gd name="T57" fmla="*/ 691 h 1105"/>
              <a:gd name="T58" fmla="*/ 944 w 1104"/>
              <a:gd name="T59" fmla="*/ 708 h 1105"/>
              <a:gd name="T60" fmla="*/ 1008 w 1104"/>
              <a:gd name="T61" fmla="*/ 791 h 1105"/>
              <a:gd name="T62" fmla="*/ 1008 w 1104"/>
              <a:gd name="T63" fmla="*/ 870 h 1105"/>
              <a:gd name="T64" fmla="*/ 875 w 1104"/>
              <a:gd name="T65" fmla="*/ 1003 h 1105"/>
              <a:gd name="T66" fmla="*/ 796 w 1104"/>
              <a:gd name="T67" fmla="*/ 1003 h 1105"/>
              <a:gd name="T68" fmla="*/ 705 w 1104"/>
              <a:gd name="T69" fmla="*/ 940 h 1105"/>
              <a:gd name="T70" fmla="*/ 688 w 1104"/>
              <a:gd name="T71" fmla="*/ 1069 h 1105"/>
              <a:gd name="T72" fmla="*/ 616 w 1104"/>
              <a:gd name="T73" fmla="*/ 1105 h 1105"/>
              <a:gd name="T74" fmla="*/ 433 w 1104"/>
              <a:gd name="T75" fmla="*/ 1088 h 1105"/>
              <a:gd name="T76" fmla="*/ 397 w 1104"/>
              <a:gd name="T77" fmla="*/ 1016 h 1105"/>
              <a:gd name="T78" fmla="*/ 335 w 1104"/>
              <a:gd name="T79" fmla="*/ 988 h 1105"/>
              <a:gd name="T80" fmla="*/ 259 w 1104"/>
              <a:gd name="T81" fmla="*/ 1012 h 1105"/>
              <a:gd name="T82" fmla="*/ 115 w 1104"/>
              <a:gd name="T83" fmla="*/ 893 h 1105"/>
              <a:gd name="T84" fmla="*/ 91 w 1104"/>
              <a:gd name="T85" fmla="*/ 817 h 1105"/>
              <a:gd name="T86" fmla="*/ 168 w 1104"/>
              <a:gd name="T87" fmla="*/ 715 h 1105"/>
              <a:gd name="T88" fmla="*/ 60 w 1104"/>
              <a:gd name="T89" fmla="*/ 700 h 1105"/>
              <a:gd name="T90" fmla="*/ 4 w 1104"/>
              <a:gd name="T91" fmla="*/ 643 h 1105"/>
              <a:gd name="T92" fmla="*/ 4 w 1104"/>
              <a:gd name="T93" fmla="*/ 454 h 1105"/>
              <a:gd name="T94" fmla="*/ 60 w 1104"/>
              <a:gd name="T95" fmla="*/ 399 h 1105"/>
              <a:gd name="T96" fmla="*/ 168 w 1104"/>
              <a:gd name="T97" fmla="*/ 382 h 1105"/>
              <a:gd name="T98" fmla="*/ 91 w 1104"/>
              <a:gd name="T99" fmla="*/ 280 h 1105"/>
              <a:gd name="T100" fmla="*/ 115 w 1104"/>
              <a:gd name="T101" fmla="*/ 204 h 1105"/>
              <a:gd name="T102" fmla="*/ 259 w 1104"/>
              <a:gd name="T103" fmla="*/ 85 h 1105"/>
              <a:gd name="T104" fmla="*/ 335 w 1104"/>
              <a:gd name="T105" fmla="*/ 110 h 1105"/>
              <a:gd name="T106" fmla="*/ 397 w 1104"/>
              <a:gd name="T107" fmla="*/ 87 h 1105"/>
              <a:gd name="T108" fmla="*/ 433 w 1104"/>
              <a:gd name="T109" fmla="*/ 17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04" h="1105">
                <a:moveTo>
                  <a:pt x="550" y="441"/>
                </a:moveTo>
                <a:lnTo>
                  <a:pt x="584" y="447"/>
                </a:lnTo>
                <a:lnTo>
                  <a:pt x="614" y="464"/>
                </a:lnTo>
                <a:lnTo>
                  <a:pt x="639" y="486"/>
                </a:lnTo>
                <a:lnTo>
                  <a:pt x="654" y="517"/>
                </a:lnTo>
                <a:lnTo>
                  <a:pt x="660" y="552"/>
                </a:lnTo>
                <a:lnTo>
                  <a:pt x="654" y="587"/>
                </a:lnTo>
                <a:lnTo>
                  <a:pt x="639" y="617"/>
                </a:lnTo>
                <a:lnTo>
                  <a:pt x="614" y="641"/>
                </a:lnTo>
                <a:lnTo>
                  <a:pt x="584" y="657"/>
                </a:lnTo>
                <a:lnTo>
                  <a:pt x="550" y="662"/>
                </a:lnTo>
                <a:lnTo>
                  <a:pt x="514" y="657"/>
                </a:lnTo>
                <a:lnTo>
                  <a:pt x="484" y="641"/>
                </a:lnTo>
                <a:lnTo>
                  <a:pt x="459" y="617"/>
                </a:lnTo>
                <a:lnTo>
                  <a:pt x="444" y="587"/>
                </a:lnTo>
                <a:lnTo>
                  <a:pt x="439" y="552"/>
                </a:lnTo>
                <a:lnTo>
                  <a:pt x="444" y="517"/>
                </a:lnTo>
                <a:lnTo>
                  <a:pt x="459" y="486"/>
                </a:lnTo>
                <a:lnTo>
                  <a:pt x="484" y="464"/>
                </a:lnTo>
                <a:lnTo>
                  <a:pt x="514" y="447"/>
                </a:lnTo>
                <a:lnTo>
                  <a:pt x="550" y="441"/>
                </a:lnTo>
                <a:close/>
                <a:moveTo>
                  <a:pt x="552" y="308"/>
                </a:moveTo>
                <a:lnTo>
                  <a:pt x="503" y="312"/>
                </a:lnTo>
                <a:lnTo>
                  <a:pt x="458" y="327"/>
                </a:lnTo>
                <a:lnTo>
                  <a:pt x="416" y="348"/>
                </a:lnTo>
                <a:lnTo>
                  <a:pt x="380" y="378"/>
                </a:lnTo>
                <a:lnTo>
                  <a:pt x="350" y="414"/>
                </a:lnTo>
                <a:lnTo>
                  <a:pt x="329" y="456"/>
                </a:lnTo>
                <a:lnTo>
                  <a:pt x="314" y="501"/>
                </a:lnTo>
                <a:lnTo>
                  <a:pt x="310" y="549"/>
                </a:lnTo>
                <a:lnTo>
                  <a:pt x="314" y="598"/>
                </a:lnTo>
                <a:lnTo>
                  <a:pt x="329" y="645"/>
                </a:lnTo>
                <a:lnTo>
                  <a:pt x="350" y="687"/>
                </a:lnTo>
                <a:lnTo>
                  <a:pt x="380" y="723"/>
                </a:lnTo>
                <a:lnTo>
                  <a:pt x="416" y="753"/>
                </a:lnTo>
                <a:lnTo>
                  <a:pt x="458" y="776"/>
                </a:lnTo>
                <a:lnTo>
                  <a:pt x="503" y="791"/>
                </a:lnTo>
                <a:lnTo>
                  <a:pt x="552" y="795"/>
                </a:lnTo>
                <a:lnTo>
                  <a:pt x="601" y="791"/>
                </a:lnTo>
                <a:lnTo>
                  <a:pt x="647" y="776"/>
                </a:lnTo>
                <a:lnTo>
                  <a:pt x="688" y="753"/>
                </a:lnTo>
                <a:lnTo>
                  <a:pt x="724" y="723"/>
                </a:lnTo>
                <a:lnTo>
                  <a:pt x="754" y="687"/>
                </a:lnTo>
                <a:lnTo>
                  <a:pt x="777" y="645"/>
                </a:lnTo>
                <a:lnTo>
                  <a:pt x="790" y="598"/>
                </a:lnTo>
                <a:lnTo>
                  <a:pt x="796" y="549"/>
                </a:lnTo>
                <a:lnTo>
                  <a:pt x="790" y="501"/>
                </a:lnTo>
                <a:lnTo>
                  <a:pt x="777" y="456"/>
                </a:lnTo>
                <a:lnTo>
                  <a:pt x="754" y="414"/>
                </a:lnTo>
                <a:lnTo>
                  <a:pt x="724" y="378"/>
                </a:lnTo>
                <a:lnTo>
                  <a:pt x="688" y="348"/>
                </a:lnTo>
                <a:lnTo>
                  <a:pt x="647" y="327"/>
                </a:lnTo>
                <a:lnTo>
                  <a:pt x="601" y="312"/>
                </a:lnTo>
                <a:lnTo>
                  <a:pt x="552" y="308"/>
                </a:lnTo>
                <a:close/>
                <a:moveTo>
                  <a:pt x="484" y="0"/>
                </a:moveTo>
                <a:lnTo>
                  <a:pt x="616" y="0"/>
                </a:lnTo>
                <a:lnTo>
                  <a:pt x="645" y="4"/>
                </a:lnTo>
                <a:lnTo>
                  <a:pt x="669" y="17"/>
                </a:lnTo>
                <a:lnTo>
                  <a:pt x="688" y="36"/>
                </a:lnTo>
                <a:lnTo>
                  <a:pt x="701" y="61"/>
                </a:lnTo>
                <a:lnTo>
                  <a:pt x="705" y="87"/>
                </a:lnTo>
                <a:lnTo>
                  <a:pt x="705" y="157"/>
                </a:lnTo>
                <a:lnTo>
                  <a:pt x="720" y="163"/>
                </a:lnTo>
                <a:lnTo>
                  <a:pt x="773" y="110"/>
                </a:lnTo>
                <a:lnTo>
                  <a:pt x="796" y="93"/>
                </a:lnTo>
                <a:lnTo>
                  <a:pt x="822" y="85"/>
                </a:lnTo>
                <a:lnTo>
                  <a:pt x="849" y="85"/>
                </a:lnTo>
                <a:lnTo>
                  <a:pt x="875" y="93"/>
                </a:lnTo>
                <a:lnTo>
                  <a:pt x="898" y="110"/>
                </a:lnTo>
                <a:lnTo>
                  <a:pt x="993" y="204"/>
                </a:lnTo>
                <a:lnTo>
                  <a:pt x="1008" y="227"/>
                </a:lnTo>
                <a:lnTo>
                  <a:pt x="1017" y="254"/>
                </a:lnTo>
                <a:lnTo>
                  <a:pt x="1017" y="280"/>
                </a:lnTo>
                <a:lnTo>
                  <a:pt x="1008" y="307"/>
                </a:lnTo>
                <a:lnTo>
                  <a:pt x="993" y="329"/>
                </a:lnTo>
                <a:lnTo>
                  <a:pt x="940" y="382"/>
                </a:lnTo>
                <a:lnTo>
                  <a:pt x="947" y="397"/>
                </a:lnTo>
                <a:lnTo>
                  <a:pt x="1015" y="397"/>
                </a:lnTo>
                <a:lnTo>
                  <a:pt x="1044" y="403"/>
                </a:lnTo>
                <a:lnTo>
                  <a:pt x="1068" y="416"/>
                </a:lnTo>
                <a:lnTo>
                  <a:pt x="1087" y="435"/>
                </a:lnTo>
                <a:lnTo>
                  <a:pt x="1100" y="458"/>
                </a:lnTo>
                <a:lnTo>
                  <a:pt x="1104" y="486"/>
                </a:lnTo>
                <a:lnTo>
                  <a:pt x="1104" y="619"/>
                </a:lnTo>
                <a:lnTo>
                  <a:pt x="1100" y="647"/>
                </a:lnTo>
                <a:lnTo>
                  <a:pt x="1087" y="672"/>
                </a:lnTo>
                <a:lnTo>
                  <a:pt x="1068" y="691"/>
                </a:lnTo>
                <a:lnTo>
                  <a:pt x="1044" y="704"/>
                </a:lnTo>
                <a:lnTo>
                  <a:pt x="1015" y="708"/>
                </a:lnTo>
                <a:lnTo>
                  <a:pt x="944" y="708"/>
                </a:lnTo>
                <a:lnTo>
                  <a:pt x="940" y="715"/>
                </a:lnTo>
                <a:lnTo>
                  <a:pt x="993" y="768"/>
                </a:lnTo>
                <a:lnTo>
                  <a:pt x="1008" y="791"/>
                </a:lnTo>
                <a:lnTo>
                  <a:pt x="1017" y="817"/>
                </a:lnTo>
                <a:lnTo>
                  <a:pt x="1017" y="844"/>
                </a:lnTo>
                <a:lnTo>
                  <a:pt x="1008" y="870"/>
                </a:lnTo>
                <a:lnTo>
                  <a:pt x="993" y="893"/>
                </a:lnTo>
                <a:lnTo>
                  <a:pt x="898" y="988"/>
                </a:lnTo>
                <a:lnTo>
                  <a:pt x="875" y="1003"/>
                </a:lnTo>
                <a:lnTo>
                  <a:pt x="849" y="1012"/>
                </a:lnTo>
                <a:lnTo>
                  <a:pt x="822" y="1012"/>
                </a:lnTo>
                <a:lnTo>
                  <a:pt x="796" y="1003"/>
                </a:lnTo>
                <a:lnTo>
                  <a:pt x="773" y="988"/>
                </a:lnTo>
                <a:lnTo>
                  <a:pt x="720" y="935"/>
                </a:lnTo>
                <a:lnTo>
                  <a:pt x="705" y="940"/>
                </a:lnTo>
                <a:lnTo>
                  <a:pt x="705" y="1016"/>
                </a:lnTo>
                <a:lnTo>
                  <a:pt x="701" y="1044"/>
                </a:lnTo>
                <a:lnTo>
                  <a:pt x="688" y="1069"/>
                </a:lnTo>
                <a:lnTo>
                  <a:pt x="669" y="1088"/>
                </a:lnTo>
                <a:lnTo>
                  <a:pt x="645" y="1101"/>
                </a:lnTo>
                <a:lnTo>
                  <a:pt x="616" y="1105"/>
                </a:lnTo>
                <a:lnTo>
                  <a:pt x="484" y="1105"/>
                </a:lnTo>
                <a:lnTo>
                  <a:pt x="458" y="1101"/>
                </a:lnTo>
                <a:lnTo>
                  <a:pt x="433" y="1088"/>
                </a:lnTo>
                <a:lnTo>
                  <a:pt x="414" y="1069"/>
                </a:lnTo>
                <a:lnTo>
                  <a:pt x="401" y="1044"/>
                </a:lnTo>
                <a:lnTo>
                  <a:pt x="397" y="1016"/>
                </a:lnTo>
                <a:lnTo>
                  <a:pt x="397" y="938"/>
                </a:lnTo>
                <a:lnTo>
                  <a:pt x="388" y="935"/>
                </a:lnTo>
                <a:lnTo>
                  <a:pt x="335" y="988"/>
                </a:lnTo>
                <a:lnTo>
                  <a:pt x="312" y="1003"/>
                </a:lnTo>
                <a:lnTo>
                  <a:pt x="285" y="1012"/>
                </a:lnTo>
                <a:lnTo>
                  <a:pt x="259" y="1012"/>
                </a:lnTo>
                <a:lnTo>
                  <a:pt x="233" y="1003"/>
                </a:lnTo>
                <a:lnTo>
                  <a:pt x="210" y="988"/>
                </a:lnTo>
                <a:lnTo>
                  <a:pt x="115" y="893"/>
                </a:lnTo>
                <a:lnTo>
                  <a:pt x="100" y="870"/>
                </a:lnTo>
                <a:lnTo>
                  <a:pt x="91" y="844"/>
                </a:lnTo>
                <a:lnTo>
                  <a:pt x="91" y="817"/>
                </a:lnTo>
                <a:lnTo>
                  <a:pt x="100" y="791"/>
                </a:lnTo>
                <a:lnTo>
                  <a:pt x="115" y="768"/>
                </a:lnTo>
                <a:lnTo>
                  <a:pt x="168" y="715"/>
                </a:lnTo>
                <a:lnTo>
                  <a:pt x="163" y="704"/>
                </a:lnTo>
                <a:lnTo>
                  <a:pt x="89" y="704"/>
                </a:lnTo>
                <a:lnTo>
                  <a:pt x="60" y="700"/>
                </a:lnTo>
                <a:lnTo>
                  <a:pt x="36" y="687"/>
                </a:lnTo>
                <a:lnTo>
                  <a:pt x="17" y="668"/>
                </a:lnTo>
                <a:lnTo>
                  <a:pt x="4" y="643"/>
                </a:lnTo>
                <a:lnTo>
                  <a:pt x="0" y="615"/>
                </a:lnTo>
                <a:lnTo>
                  <a:pt x="0" y="482"/>
                </a:lnTo>
                <a:lnTo>
                  <a:pt x="4" y="454"/>
                </a:lnTo>
                <a:lnTo>
                  <a:pt x="17" y="429"/>
                </a:lnTo>
                <a:lnTo>
                  <a:pt x="36" y="411"/>
                </a:lnTo>
                <a:lnTo>
                  <a:pt x="60" y="399"/>
                </a:lnTo>
                <a:lnTo>
                  <a:pt x="89" y="394"/>
                </a:lnTo>
                <a:lnTo>
                  <a:pt x="163" y="394"/>
                </a:lnTo>
                <a:lnTo>
                  <a:pt x="168" y="382"/>
                </a:lnTo>
                <a:lnTo>
                  <a:pt x="115" y="329"/>
                </a:lnTo>
                <a:lnTo>
                  <a:pt x="100" y="307"/>
                </a:lnTo>
                <a:lnTo>
                  <a:pt x="91" y="280"/>
                </a:lnTo>
                <a:lnTo>
                  <a:pt x="91" y="254"/>
                </a:lnTo>
                <a:lnTo>
                  <a:pt x="100" y="227"/>
                </a:lnTo>
                <a:lnTo>
                  <a:pt x="115" y="204"/>
                </a:lnTo>
                <a:lnTo>
                  <a:pt x="210" y="110"/>
                </a:lnTo>
                <a:lnTo>
                  <a:pt x="233" y="93"/>
                </a:lnTo>
                <a:lnTo>
                  <a:pt x="259" y="85"/>
                </a:lnTo>
                <a:lnTo>
                  <a:pt x="285" y="85"/>
                </a:lnTo>
                <a:lnTo>
                  <a:pt x="312" y="93"/>
                </a:lnTo>
                <a:lnTo>
                  <a:pt x="335" y="110"/>
                </a:lnTo>
                <a:lnTo>
                  <a:pt x="388" y="163"/>
                </a:lnTo>
                <a:lnTo>
                  <a:pt x="397" y="159"/>
                </a:lnTo>
                <a:lnTo>
                  <a:pt x="397" y="87"/>
                </a:lnTo>
                <a:lnTo>
                  <a:pt x="401" y="61"/>
                </a:lnTo>
                <a:lnTo>
                  <a:pt x="414" y="36"/>
                </a:lnTo>
                <a:lnTo>
                  <a:pt x="433" y="17"/>
                </a:lnTo>
                <a:lnTo>
                  <a:pt x="458" y="4"/>
                </a:lnTo>
                <a:lnTo>
                  <a:pt x="48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4806" y="1231897"/>
            <a:ext cx="1080000" cy="1080000"/>
          </a:xfrm>
          <a:custGeom>
            <a:avLst/>
            <a:gdLst>
              <a:gd name="T0" fmla="*/ 570 w 1105"/>
              <a:gd name="T1" fmla="*/ 539 h 1105"/>
              <a:gd name="T2" fmla="*/ 570 w 1105"/>
              <a:gd name="T3" fmla="*/ 566 h 1105"/>
              <a:gd name="T4" fmla="*/ 545 w 1105"/>
              <a:gd name="T5" fmla="*/ 573 h 1105"/>
              <a:gd name="T6" fmla="*/ 530 w 1105"/>
              <a:gd name="T7" fmla="*/ 552 h 1105"/>
              <a:gd name="T8" fmla="*/ 545 w 1105"/>
              <a:gd name="T9" fmla="*/ 532 h 1105"/>
              <a:gd name="T10" fmla="*/ 485 w 1105"/>
              <a:gd name="T11" fmla="*/ 464 h 1105"/>
              <a:gd name="T12" fmla="*/ 445 w 1105"/>
              <a:gd name="T13" fmla="*/ 587 h 1105"/>
              <a:gd name="T14" fmla="*/ 551 w 1105"/>
              <a:gd name="T15" fmla="*/ 664 h 1105"/>
              <a:gd name="T16" fmla="*/ 657 w 1105"/>
              <a:gd name="T17" fmla="*/ 587 h 1105"/>
              <a:gd name="T18" fmla="*/ 617 w 1105"/>
              <a:gd name="T19" fmla="*/ 464 h 1105"/>
              <a:gd name="T20" fmla="*/ 602 w 1105"/>
              <a:gd name="T21" fmla="*/ 314 h 1105"/>
              <a:gd name="T22" fmla="*/ 755 w 1105"/>
              <a:gd name="T23" fmla="*/ 418 h 1105"/>
              <a:gd name="T24" fmla="*/ 791 w 1105"/>
              <a:gd name="T25" fmla="*/ 602 h 1105"/>
              <a:gd name="T26" fmla="*/ 689 w 1105"/>
              <a:gd name="T27" fmla="*/ 755 h 1105"/>
              <a:gd name="T28" fmla="*/ 503 w 1105"/>
              <a:gd name="T29" fmla="*/ 791 h 1105"/>
              <a:gd name="T30" fmla="*/ 352 w 1105"/>
              <a:gd name="T31" fmla="*/ 689 h 1105"/>
              <a:gd name="T32" fmla="*/ 314 w 1105"/>
              <a:gd name="T33" fmla="*/ 505 h 1105"/>
              <a:gd name="T34" fmla="*/ 416 w 1105"/>
              <a:gd name="T35" fmla="*/ 352 h 1105"/>
              <a:gd name="T36" fmla="*/ 553 w 1105"/>
              <a:gd name="T37" fmla="*/ 265 h 1105"/>
              <a:gd name="T38" fmla="*/ 348 w 1105"/>
              <a:gd name="T39" fmla="*/ 348 h 1105"/>
              <a:gd name="T40" fmla="*/ 265 w 1105"/>
              <a:gd name="T41" fmla="*/ 552 h 1105"/>
              <a:gd name="T42" fmla="*/ 348 w 1105"/>
              <a:gd name="T43" fmla="*/ 755 h 1105"/>
              <a:gd name="T44" fmla="*/ 553 w 1105"/>
              <a:gd name="T45" fmla="*/ 840 h 1105"/>
              <a:gd name="T46" fmla="*/ 755 w 1105"/>
              <a:gd name="T47" fmla="*/ 755 h 1105"/>
              <a:gd name="T48" fmla="*/ 840 w 1105"/>
              <a:gd name="T49" fmla="*/ 552 h 1105"/>
              <a:gd name="T50" fmla="*/ 755 w 1105"/>
              <a:gd name="T51" fmla="*/ 348 h 1105"/>
              <a:gd name="T52" fmla="*/ 553 w 1105"/>
              <a:gd name="T53" fmla="*/ 265 h 1105"/>
              <a:gd name="T54" fmla="*/ 626 w 1105"/>
              <a:gd name="T55" fmla="*/ 17 h 1105"/>
              <a:gd name="T56" fmla="*/ 662 w 1105"/>
              <a:gd name="T57" fmla="*/ 146 h 1105"/>
              <a:gd name="T58" fmla="*/ 827 w 1105"/>
              <a:gd name="T59" fmla="*/ 131 h 1105"/>
              <a:gd name="T60" fmla="*/ 927 w 1105"/>
              <a:gd name="T61" fmla="*/ 146 h 1105"/>
              <a:gd name="T62" fmla="*/ 984 w 1105"/>
              <a:gd name="T63" fmla="*/ 254 h 1105"/>
              <a:gd name="T64" fmla="*/ 940 w 1105"/>
              <a:gd name="T65" fmla="*/ 392 h 1105"/>
              <a:gd name="T66" fmla="*/ 1069 w 1105"/>
              <a:gd name="T67" fmla="*/ 460 h 1105"/>
              <a:gd name="T68" fmla="*/ 1105 w 1105"/>
              <a:gd name="T69" fmla="*/ 575 h 1105"/>
              <a:gd name="T70" fmla="*/ 1044 w 1105"/>
              <a:gd name="T71" fmla="*/ 658 h 1105"/>
              <a:gd name="T72" fmla="*/ 918 w 1105"/>
              <a:gd name="T73" fmla="*/ 761 h 1105"/>
              <a:gd name="T74" fmla="*/ 984 w 1105"/>
              <a:gd name="T75" fmla="*/ 880 h 1105"/>
              <a:gd name="T76" fmla="*/ 904 w 1105"/>
              <a:gd name="T77" fmla="*/ 976 h 1105"/>
              <a:gd name="T78" fmla="*/ 802 w 1105"/>
              <a:gd name="T79" fmla="*/ 959 h 1105"/>
              <a:gd name="T80" fmla="*/ 662 w 1105"/>
              <a:gd name="T81" fmla="*/ 1016 h 1105"/>
              <a:gd name="T82" fmla="*/ 602 w 1105"/>
              <a:gd name="T83" fmla="*/ 1101 h 1105"/>
              <a:gd name="T84" fmla="*/ 479 w 1105"/>
              <a:gd name="T85" fmla="*/ 1088 h 1105"/>
              <a:gd name="T86" fmla="*/ 443 w 1105"/>
              <a:gd name="T87" fmla="*/ 957 h 1105"/>
              <a:gd name="T88" fmla="*/ 280 w 1105"/>
              <a:gd name="T89" fmla="*/ 976 h 1105"/>
              <a:gd name="T90" fmla="*/ 178 w 1105"/>
              <a:gd name="T91" fmla="*/ 959 h 1105"/>
              <a:gd name="T92" fmla="*/ 121 w 1105"/>
              <a:gd name="T93" fmla="*/ 851 h 1105"/>
              <a:gd name="T94" fmla="*/ 165 w 1105"/>
              <a:gd name="T95" fmla="*/ 713 h 1105"/>
              <a:gd name="T96" fmla="*/ 36 w 1105"/>
              <a:gd name="T97" fmla="*/ 645 h 1105"/>
              <a:gd name="T98" fmla="*/ 0 w 1105"/>
              <a:gd name="T99" fmla="*/ 530 h 1105"/>
              <a:gd name="T100" fmla="*/ 61 w 1105"/>
              <a:gd name="T101" fmla="*/ 447 h 1105"/>
              <a:gd name="T102" fmla="*/ 188 w 1105"/>
              <a:gd name="T103" fmla="*/ 344 h 1105"/>
              <a:gd name="T104" fmla="*/ 121 w 1105"/>
              <a:gd name="T105" fmla="*/ 227 h 1105"/>
              <a:gd name="T106" fmla="*/ 201 w 1105"/>
              <a:gd name="T107" fmla="*/ 131 h 1105"/>
              <a:gd name="T108" fmla="*/ 303 w 1105"/>
              <a:gd name="T109" fmla="*/ 146 h 1105"/>
              <a:gd name="T110" fmla="*/ 443 w 1105"/>
              <a:gd name="T111" fmla="*/ 87 h 1105"/>
              <a:gd name="T112" fmla="*/ 503 w 1105"/>
              <a:gd name="T113" fmla="*/ 4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05" h="1105">
                <a:moveTo>
                  <a:pt x="553" y="532"/>
                </a:moveTo>
                <a:lnTo>
                  <a:pt x="560" y="532"/>
                </a:lnTo>
                <a:lnTo>
                  <a:pt x="566" y="535"/>
                </a:lnTo>
                <a:lnTo>
                  <a:pt x="570" y="539"/>
                </a:lnTo>
                <a:lnTo>
                  <a:pt x="573" y="547"/>
                </a:lnTo>
                <a:lnTo>
                  <a:pt x="575" y="552"/>
                </a:lnTo>
                <a:lnTo>
                  <a:pt x="573" y="560"/>
                </a:lnTo>
                <a:lnTo>
                  <a:pt x="570" y="566"/>
                </a:lnTo>
                <a:lnTo>
                  <a:pt x="566" y="571"/>
                </a:lnTo>
                <a:lnTo>
                  <a:pt x="560" y="573"/>
                </a:lnTo>
                <a:lnTo>
                  <a:pt x="553" y="575"/>
                </a:lnTo>
                <a:lnTo>
                  <a:pt x="545" y="573"/>
                </a:lnTo>
                <a:lnTo>
                  <a:pt x="539" y="571"/>
                </a:lnTo>
                <a:lnTo>
                  <a:pt x="536" y="566"/>
                </a:lnTo>
                <a:lnTo>
                  <a:pt x="532" y="560"/>
                </a:lnTo>
                <a:lnTo>
                  <a:pt x="530" y="552"/>
                </a:lnTo>
                <a:lnTo>
                  <a:pt x="532" y="547"/>
                </a:lnTo>
                <a:lnTo>
                  <a:pt x="536" y="539"/>
                </a:lnTo>
                <a:lnTo>
                  <a:pt x="539" y="535"/>
                </a:lnTo>
                <a:lnTo>
                  <a:pt x="545" y="532"/>
                </a:lnTo>
                <a:lnTo>
                  <a:pt x="553" y="532"/>
                </a:lnTo>
                <a:close/>
                <a:moveTo>
                  <a:pt x="551" y="441"/>
                </a:moveTo>
                <a:lnTo>
                  <a:pt x="515" y="447"/>
                </a:lnTo>
                <a:lnTo>
                  <a:pt x="485" y="464"/>
                </a:lnTo>
                <a:lnTo>
                  <a:pt x="462" y="486"/>
                </a:lnTo>
                <a:lnTo>
                  <a:pt x="445" y="517"/>
                </a:lnTo>
                <a:lnTo>
                  <a:pt x="439" y="552"/>
                </a:lnTo>
                <a:lnTo>
                  <a:pt x="445" y="587"/>
                </a:lnTo>
                <a:lnTo>
                  <a:pt x="462" y="619"/>
                </a:lnTo>
                <a:lnTo>
                  <a:pt x="485" y="641"/>
                </a:lnTo>
                <a:lnTo>
                  <a:pt x="515" y="658"/>
                </a:lnTo>
                <a:lnTo>
                  <a:pt x="551" y="664"/>
                </a:lnTo>
                <a:lnTo>
                  <a:pt x="585" y="658"/>
                </a:lnTo>
                <a:lnTo>
                  <a:pt x="617" y="641"/>
                </a:lnTo>
                <a:lnTo>
                  <a:pt x="640" y="619"/>
                </a:lnTo>
                <a:lnTo>
                  <a:pt x="657" y="587"/>
                </a:lnTo>
                <a:lnTo>
                  <a:pt x="662" y="552"/>
                </a:lnTo>
                <a:lnTo>
                  <a:pt x="657" y="517"/>
                </a:lnTo>
                <a:lnTo>
                  <a:pt x="640" y="486"/>
                </a:lnTo>
                <a:lnTo>
                  <a:pt x="617" y="464"/>
                </a:lnTo>
                <a:lnTo>
                  <a:pt x="585" y="447"/>
                </a:lnTo>
                <a:lnTo>
                  <a:pt x="551" y="441"/>
                </a:lnTo>
                <a:close/>
                <a:moveTo>
                  <a:pt x="553" y="310"/>
                </a:moveTo>
                <a:lnTo>
                  <a:pt x="602" y="314"/>
                </a:lnTo>
                <a:lnTo>
                  <a:pt x="647" y="329"/>
                </a:lnTo>
                <a:lnTo>
                  <a:pt x="689" y="352"/>
                </a:lnTo>
                <a:lnTo>
                  <a:pt x="725" y="382"/>
                </a:lnTo>
                <a:lnTo>
                  <a:pt x="755" y="418"/>
                </a:lnTo>
                <a:lnTo>
                  <a:pt x="778" y="458"/>
                </a:lnTo>
                <a:lnTo>
                  <a:pt x="791" y="505"/>
                </a:lnTo>
                <a:lnTo>
                  <a:pt x="797" y="552"/>
                </a:lnTo>
                <a:lnTo>
                  <a:pt x="791" y="602"/>
                </a:lnTo>
                <a:lnTo>
                  <a:pt x="778" y="649"/>
                </a:lnTo>
                <a:lnTo>
                  <a:pt x="755" y="689"/>
                </a:lnTo>
                <a:lnTo>
                  <a:pt x="725" y="725"/>
                </a:lnTo>
                <a:lnTo>
                  <a:pt x="689" y="755"/>
                </a:lnTo>
                <a:lnTo>
                  <a:pt x="647" y="778"/>
                </a:lnTo>
                <a:lnTo>
                  <a:pt x="602" y="791"/>
                </a:lnTo>
                <a:lnTo>
                  <a:pt x="553" y="797"/>
                </a:lnTo>
                <a:lnTo>
                  <a:pt x="503" y="791"/>
                </a:lnTo>
                <a:lnTo>
                  <a:pt x="458" y="778"/>
                </a:lnTo>
                <a:lnTo>
                  <a:pt x="416" y="755"/>
                </a:lnTo>
                <a:lnTo>
                  <a:pt x="381" y="725"/>
                </a:lnTo>
                <a:lnTo>
                  <a:pt x="352" y="689"/>
                </a:lnTo>
                <a:lnTo>
                  <a:pt x="329" y="649"/>
                </a:lnTo>
                <a:lnTo>
                  <a:pt x="314" y="602"/>
                </a:lnTo>
                <a:lnTo>
                  <a:pt x="311" y="552"/>
                </a:lnTo>
                <a:lnTo>
                  <a:pt x="314" y="505"/>
                </a:lnTo>
                <a:lnTo>
                  <a:pt x="329" y="458"/>
                </a:lnTo>
                <a:lnTo>
                  <a:pt x="352" y="418"/>
                </a:lnTo>
                <a:lnTo>
                  <a:pt x="381" y="382"/>
                </a:lnTo>
                <a:lnTo>
                  <a:pt x="416" y="352"/>
                </a:lnTo>
                <a:lnTo>
                  <a:pt x="458" y="329"/>
                </a:lnTo>
                <a:lnTo>
                  <a:pt x="503" y="314"/>
                </a:lnTo>
                <a:lnTo>
                  <a:pt x="553" y="310"/>
                </a:lnTo>
                <a:close/>
                <a:moveTo>
                  <a:pt x="553" y="265"/>
                </a:moveTo>
                <a:lnTo>
                  <a:pt x="494" y="271"/>
                </a:lnTo>
                <a:lnTo>
                  <a:pt x="439" y="288"/>
                </a:lnTo>
                <a:lnTo>
                  <a:pt x="392" y="314"/>
                </a:lnTo>
                <a:lnTo>
                  <a:pt x="348" y="348"/>
                </a:lnTo>
                <a:lnTo>
                  <a:pt x="314" y="392"/>
                </a:lnTo>
                <a:lnTo>
                  <a:pt x="286" y="441"/>
                </a:lnTo>
                <a:lnTo>
                  <a:pt x="271" y="494"/>
                </a:lnTo>
                <a:lnTo>
                  <a:pt x="265" y="552"/>
                </a:lnTo>
                <a:lnTo>
                  <a:pt x="271" y="611"/>
                </a:lnTo>
                <a:lnTo>
                  <a:pt x="286" y="664"/>
                </a:lnTo>
                <a:lnTo>
                  <a:pt x="314" y="713"/>
                </a:lnTo>
                <a:lnTo>
                  <a:pt x="348" y="755"/>
                </a:lnTo>
                <a:lnTo>
                  <a:pt x="392" y="791"/>
                </a:lnTo>
                <a:lnTo>
                  <a:pt x="439" y="817"/>
                </a:lnTo>
                <a:lnTo>
                  <a:pt x="494" y="834"/>
                </a:lnTo>
                <a:lnTo>
                  <a:pt x="553" y="840"/>
                </a:lnTo>
                <a:lnTo>
                  <a:pt x="609" y="834"/>
                </a:lnTo>
                <a:lnTo>
                  <a:pt x="664" y="817"/>
                </a:lnTo>
                <a:lnTo>
                  <a:pt x="713" y="791"/>
                </a:lnTo>
                <a:lnTo>
                  <a:pt x="755" y="755"/>
                </a:lnTo>
                <a:lnTo>
                  <a:pt x="791" y="713"/>
                </a:lnTo>
                <a:lnTo>
                  <a:pt x="817" y="664"/>
                </a:lnTo>
                <a:lnTo>
                  <a:pt x="834" y="611"/>
                </a:lnTo>
                <a:lnTo>
                  <a:pt x="840" y="552"/>
                </a:lnTo>
                <a:lnTo>
                  <a:pt x="834" y="494"/>
                </a:lnTo>
                <a:lnTo>
                  <a:pt x="817" y="441"/>
                </a:lnTo>
                <a:lnTo>
                  <a:pt x="791" y="392"/>
                </a:lnTo>
                <a:lnTo>
                  <a:pt x="755" y="348"/>
                </a:lnTo>
                <a:lnTo>
                  <a:pt x="713" y="314"/>
                </a:lnTo>
                <a:lnTo>
                  <a:pt x="664" y="288"/>
                </a:lnTo>
                <a:lnTo>
                  <a:pt x="609" y="271"/>
                </a:lnTo>
                <a:lnTo>
                  <a:pt x="553" y="265"/>
                </a:lnTo>
                <a:close/>
                <a:moveTo>
                  <a:pt x="530" y="0"/>
                </a:moveTo>
                <a:lnTo>
                  <a:pt x="575" y="0"/>
                </a:lnTo>
                <a:lnTo>
                  <a:pt x="602" y="4"/>
                </a:lnTo>
                <a:lnTo>
                  <a:pt x="626" y="17"/>
                </a:lnTo>
                <a:lnTo>
                  <a:pt x="645" y="36"/>
                </a:lnTo>
                <a:lnTo>
                  <a:pt x="659" y="61"/>
                </a:lnTo>
                <a:lnTo>
                  <a:pt x="662" y="87"/>
                </a:lnTo>
                <a:lnTo>
                  <a:pt x="662" y="146"/>
                </a:lnTo>
                <a:lnTo>
                  <a:pt x="713" y="165"/>
                </a:lnTo>
                <a:lnTo>
                  <a:pt x="763" y="187"/>
                </a:lnTo>
                <a:lnTo>
                  <a:pt x="802" y="146"/>
                </a:lnTo>
                <a:lnTo>
                  <a:pt x="827" y="131"/>
                </a:lnTo>
                <a:lnTo>
                  <a:pt x="851" y="121"/>
                </a:lnTo>
                <a:lnTo>
                  <a:pt x="880" y="121"/>
                </a:lnTo>
                <a:lnTo>
                  <a:pt x="904" y="131"/>
                </a:lnTo>
                <a:lnTo>
                  <a:pt x="927" y="146"/>
                </a:lnTo>
                <a:lnTo>
                  <a:pt x="959" y="178"/>
                </a:lnTo>
                <a:lnTo>
                  <a:pt x="976" y="201"/>
                </a:lnTo>
                <a:lnTo>
                  <a:pt x="984" y="227"/>
                </a:lnTo>
                <a:lnTo>
                  <a:pt x="984" y="254"/>
                </a:lnTo>
                <a:lnTo>
                  <a:pt x="976" y="280"/>
                </a:lnTo>
                <a:lnTo>
                  <a:pt x="959" y="303"/>
                </a:lnTo>
                <a:lnTo>
                  <a:pt x="918" y="344"/>
                </a:lnTo>
                <a:lnTo>
                  <a:pt x="940" y="392"/>
                </a:lnTo>
                <a:lnTo>
                  <a:pt x="957" y="443"/>
                </a:lnTo>
                <a:lnTo>
                  <a:pt x="1018" y="443"/>
                </a:lnTo>
                <a:lnTo>
                  <a:pt x="1044" y="447"/>
                </a:lnTo>
                <a:lnTo>
                  <a:pt x="1069" y="460"/>
                </a:lnTo>
                <a:lnTo>
                  <a:pt x="1088" y="479"/>
                </a:lnTo>
                <a:lnTo>
                  <a:pt x="1101" y="501"/>
                </a:lnTo>
                <a:lnTo>
                  <a:pt x="1105" y="530"/>
                </a:lnTo>
                <a:lnTo>
                  <a:pt x="1105" y="575"/>
                </a:lnTo>
                <a:lnTo>
                  <a:pt x="1101" y="602"/>
                </a:lnTo>
                <a:lnTo>
                  <a:pt x="1088" y="626"/>
                </a:lnTo>
                <a:lnTo>
                  <a:pt x="1069" y="645"/>
                </a:lnTo>
                <a:lnTo>
                  <a:pt x="1044" y="658"/>
                </a:lnTo>
                <a:lnTo>
                  <a:pt x="1018" y="662"/>
                </a:lnTo>
                <a:lnTo>
                  <a:pt x="957" y="662"/>
                </a:lnTo>
                <a:lnTo>
                  <a:pt x="940" y="713"/>
                </a:lnTo>
                <a:lnTo>
                  <a:pt x="918" y="761"/>
                </a:lnTo>
                <a:lnTo>
                  <a:pt x="959" y="804"/>
                </a:lnTo>
                <a:lnTo>
                  <a:pt x="976" y="827"/>
                </a:lnTo>
                <a:lnTo>
                  <a:pt x="984" y="851"/>
                </a:lnTo>
                <a:lnTo>
                  <a:pt x="984" y="880"/>
                </a:lnTo>
                <a:lnTo>
                  <a:pt x="976" y="904"/>
                </a:lnTo>
                <a:lnTo>
                  <a:pt x="959" y="929"/>
                </a:lnTo>
                <a:lnTo>
                  <a:pt x="927" y="959"/>
                </a:lnTo>
                <a:lnTo>
                  <a:pt x="904" y="976"/>
                </a:lnTo>
                <a:lnTo>
                  <a:pt x="880" y="984"/>
                </a:lnTo>
                <a:lnTo>
                  <a:pt x="851" y="984"/>
                </a:lnTo>
                <a:lnTo>
                  <a:pt x="827" y="976"/>
                </a:lnTo>
                <a:lnTo>
                  <a:pt x="802" y="959"/>
                </a:lnTo>
                <a:lnTo>
                  <a:pt x="761" y="918"/>
                </a:lnTo>
                <a:lnTo>
                  <a:pt x="713" y="940"/>
                </a:lnTo>
                <a:lnTo>
                  <a:pt x="662" y="957"/>
                </a:lnTo>
                <a:lnTo>
                  <a:pt x="662" y="1016"/>
                </a:lnTo>
                <a:lnTo>
                  <a:pt x="659" y="1044"/>
                </a:lnTo>
                <a:lnTo>
                  <a:pt x="645" y="1069"/>
                </a:lnTo>
                <a:lnTo>
                  <a:pt x="626" y="1088"/>
                </a:lnTo>
                <a:lnTo>
                  <a:pt x="602" y="1101"/>
                </a:lnTo>
                <a:lnTo>
                  <a:pt x="575" y="1105"/>
                </a:lnTo>
                <a:lnTo>
                  <a:pt x="530" y="1105"/>
                </a:lnTo>
                <a:lnTo>
                  <a:pt x="503" y="1101"/>
                </a:lnTo>
                <a:lnTo>
                  <a:pt x="479" y="1088"/>
                </a:lnTo>
                <a:lnTo>
                  <a:pt x="460" y="1069"/>
                </a:lnTo>
                <a:lnTo>
                  <a:pt x="447" y="1044"/>
                </a:lnTo>
                <a:lnTo>
                  <a:pt x="443" y="1016"/>
                </a:lnTo>
                <a:lnTo>
                  <a:pt x="443" y="957"/>
                </a:lnTo>
                <a:lnTo>
                  <a:pt x="392" y="940"/>
                </a:lnTo>
                <a:lnTo>
                  <a:pt x="345" y="918"/>
                </a:lnTo>
                <a:lnTo>
                  <a:pt x="303" y="959"/>
                </a:lnTo>
                <a:lnTo>
                  <a:pt x="280" y="976"/>
                </a:lnTo>
                <a:lnTo>
                  <a:pt x="254" y="984"/>
                </a:lnTo>
                <a:lnTo>
                  <a:pt x="227" y="984"/>
                </a:lnTo>
                <a:lnTo>
                  <a:pt x="201" y="976"/>
                </a:lnTo>
                <a:lnTo>
                  <a:pt x="178" y="959"/>
                </a:lnTo>
                <a:lnTo>
                  <a:pt x="146" y="929"/>
                </a:lnTo>
                <a:lnTo>
                  <a:pt x="131" y="904"/>
                </a:lnTo>
                <a:lnTo>
                  <a:pt x="121" y="880"/>
                </a:lnTo>
                <a:lnTo>
                  <a:pt x="121" y="851"/>
                </a:lnTo>
                <a:lnTo>
                  <a:pt x="131" y="827"/>
                </a:lnTo>
                <a:lnTo>
                  <a:pt x="146" y="804"/>
                </a:lnTo>
                <a:lnTo>
                  <a:pt x="190" y="761"/>
                </a:lnTo>
                <a:lnTo>
                  <a:pt x="165" y="713"/>
                </a:lnTo>
                <a:lnTo>
                  <a:pt x="148" y="662"/>
                </a:lnTo>
                <a:lnTo>
                  <a:pt x="89" y="662"/>
                </a:lnTo>
                <a:lnTo>
                  <a:pt x="61" y="658"/>
                </a:lnTo>
                <a:lnTo>
                  <a:pt x="36" y="645"/>
                </a:lnTo>
                <a:lnTo>
                  <a:pt x="17" y="626"/>
                </a:lnTo>
                <a:lnTo>
                  <a:pt x="4" y="602"/>
                </a:lnTo>
                <a:lnTo>
                  <a:pt x="0" y="575"/>
                </a:lnTo>
                <a:lnTo>
                  <a:pt x="0" y="530"/>
                </a:lnTo>
                <a:lnTo>
                  <a:pt x="4" y="501"/>
                </a:lnTo>
                <a:lnTo>
                  <a:pt x="17" y="479"/>
                </a:lnTo>
                <a:lnTo>
                  <a:pt x="36" y="460"/>
                </a:lnTo>
                <a:lnTo>
                  <a:pt x="61" y="447"/>
                </a:lnTo>
                <a:lnTo>
                  <a:pt x="89" y="443"/>
                </a:lnTo>
                <a:lnTo>
                  <a:pt x="148" y="443"/>
                </a:lnTo>
                <a:lnTo>
                  <a:pt x="165" y="392"/>
                </a:lnTo>
                <a:lnTo>
                  <a:pt x="188" y="344"/>
                </a:lnTo>
                <a:lnTo>
                  <a:pt x="146" y="303"/>
                </a:lnTo>
                <a:lnTo>
                  <a:pt x="131" y="280"/>
                </a:lnTo>
                <a:lnTo>
                  <a:pt x="121" y="254"/>
                </a:lnTo>
                <a:lnTo>
                  <a:pt x="121" y="227"/>
                </a:lnTo>
                <a:lnTo>
                  <a:pt x="131" y="201"/>
                </a:lnTo>
                <a:lnTo>
                  <a:pt x="146" y="178"/>
                </a:lnTo>
                <a:lnTo>
                  <a:pt x="178" y="146"/>
                </a:lnTo>
                <a:lnTo>
                  <a:pt x="201" y="131"/>
                </a:lnTo>
                <a:lnTo>
                  <a:pt x="227" y="121"/>
                </a:lnTo>
                <a:lnTo>
                  <a:pt x="254" y="121"/>
                </a:lnTo>
                <a:lnTo>
                  <a:pt x="280" y="131"/>
                </a:lnTo>
                <a:lnTo>
                  <a:pt x="303" y="146"/>
                </a:lnTo>
                <a:lnTo>
                  <a:pt x="345" y="187"/>
                </a:lnTo>
                <a:lnTo>
                  <a:pt x="392" y="165"/>
                </a:lnTo>
                <a:lnTo>
                  <a:pt x="443" y="148"/>
                </a:lnTo>
                <a:lnTo>
                  <a:pt x="443" y="87"/>
                </a:lnTo>
                <a:lnTo>
                  <a:pt x="447" y="61"/>
                </a:lnTo>
                <a:lnTo>
                  <a:pt x="460" y="36"/>
                </a:lnTo>
                <a:lnTo>
                  <a:pt x="479" y="17"/>
                </a:lnTo>
                <a:lnTo>
                  <a:pt x="503" y="4"/>
                </a:lnTo>
                <a:lnTo>
                  <a:pt x="53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809143" y="1231897"/>
            <a:ext cx="912869" cy="1080000"/>
          </a:xfrm>
          <a:custGeom>
            <a:avLst/>
            <a:gdLst>
              <a:gd name="T0" fmla="*/ 679 w 934"/>
              <a:gd name="T1" fmla="*/ 914 h 1105"/>
              <a:gd name="T2" fmla="*/ 768 w 934"/>
              <a:gd name="T3" fmla="*/ 974 h 1105"/>
              <a:gd name="T4" fmla="*/ 789 w 934"/>
              <a:gd name="T5" fmla="*/ 868 h 1105"/>
              <a:gd name="T6" fmla="*/ 756 w 934"/>
              <a:gd name="T7" fmla="*/ 727 h 1105"/>
              <a:gd name="T8" fmla="*/ 811 w 934"/>
              <a:gd name="T9" fmla="*/ 785 h 1105"/>
              <a:gd name="T10" fmla="*/ 866 w 934"/>
              <a:gd name="T11" fmla="*/ 764 h 1105"/>
              <a:gd name="T12" fmla="*/ 881 w 934"/>
              <a:gd name="T13" fmla="*/ 819 h 1105"/>
              <a:gd name="T14" fmla="*/ 896 w 934"/>
              <a:gd name="T15" fmla="*/ 876 h 1105"/>
              <a:gd name="T16" fmla="*/ 934 w 934"/>
              <a:gd name="T17" fmla="*/ 918 h 1105"/>
              <a:gd name="T18" fmla="*/ 881 w 934"/>
              <a:gd name="T19" fmla="*/ 952 h 1105"/>
              <a:gd name="T20" fmla="*/ 887 w 934"/>
              <a:gd name="T21" fmla="*/ 1026 h 1105"/>
              <a:gd name="T22" fmla="*/ 853 w 934"/>
              <a:gd name="T23" fmla="*/ 1061 h 1105"/>
              <a:gd name="T24" fmla="*/ 775 w 934"/>
              <a:gd name="T25" fmla="*/ 1054 h 1105"/>
              <a:gd name="T26" fmla="*/ 764 w 934"/>
              <a:gd name="T27" fmla="*/ 1092 h 1105"/>
              <a:gd name="T28" fmla="*/ 713 w 934"/>
              <a:gd name="T29" fmla="*/ 1090 h 1105"/>
              <a:gd name="T30" fmla="*/ 667 w 934"/>
              <a:gd name="T31" fmla="*/ 1041 h 1105"/>
              <a:gd name="T32" fmla="*/ 616 w 934"/>
              <a:gd name="T33" fmla="*/ 1061 h 1105"/>
              <a:gd name="T34" fmla="*/ 598 w 934"/>
              <a:gd name="T35" fmla="*/ 1014 h 1105"/>
              <a:gd name="T36" fmla="*/ 590 w 934"/>
              <a:gd name="T37" fmla="*/ 950 h 1105"/>
              <a:gd name="T38" fmla="*/ 552 w 934"/>
              <a:gd name="T39" fmla="*/ 908 h 1105"/>
              <a:gd name="T40" fmla="*/ 598 w 934"/>
              <a:gd name="T41" fmla="*/ 874 h 1105"/>
              <a:gd name="T42" fmla="*/ 594 w 934"/>
              <a:gd name="T43" fmla="*/ 798 h 1105"/>
              <a:gd name="T44" fmla="*/ 633 w 934"/>
              <a:gd name="T45" fmla="*/ 766 h 1105"/>
              <a:gd name="T46" fmla="*/ 703 w 934"/>
              <a:gd name="T47" fmla="*/ 763 h 1105"/>
              <a:gd name="T48" fmla="*/ 401 w 934"/>
              <a:gd name="T49" fmla="*/ 254 h 1105"/>
              <a:gd name="T50" fmla="*/ 259 w 934"/>
              <a:gd name="T51" fmla="*/ 363 h 1105"/>
              <a:gd name="T52" fmla="*/ 327 w 934"/>
              <a:gd name="T53" fmla="*/ 532 h 1105"/>
              <a:gd name="T54" fmla="*/ 507 w 934"/>
              <a:gd name="T55" fmla="*/ 507 h 1105"/>
              <a:gd name="T56" fmla="*/ 531 w 934"/>
              <a:gd name="T57" fmla="*/ 327 h 1105"/>
              <a:gd name="T58" fmla="*/ 393 w 934"/>
              <a:gd name="T59" fmla="*/ 0 h 1105"/>
              <a:gd name="T60" fmla="*/ 469 w 934"/>
              <a:gd name="T61" fmla="*/ 53 h 1105"/>
              <a:gd name="T62" fmla="*/ 554 w 934"/>
              <a:gd name="T63" fmla="*/ 134 h 1105"/>
              <a:gd name="T64" fmla="*/ 645 w 934"/>
              <a:gd name="T65" fmla="*/ 96 h 1105"/>
              <a:gd name="T66" fmla="*/ 709 w 934"/>
              <a:gd name="T67" fmla="*/ 163 h 1105"/>
              <a:gd name="T68" fmla="*/ 669 w 934"/>
              <a:gd name="T69" fmla="*/ 250 h 1105"/>
              <a:gd name="T70" fmla="*/ 739 w 934"/>
              <a:gd name="T71" fmla="*/ 329 h 1105"/>
              <a:gd name="T72" fmla="*/ 804 w 934"/>
              <a:gd name="T73" fmla="*/ 392 h 1105"/>
              <a:gd name="T74" fmla="*/ 751 w 934"/>
              <a:gd name="T75" fmla="*/ 465 h 1105"/>
              <a:gd name="T76" fmla="*/ 669 w 934"/>
              <a:gd name="T77" fmla="*/ 552 h 1105"/>
              <a:gd name="T78" fmla="*/ 707 w 934"/>
              <a:gd name="T79" fmla="*/ 622 h 1105"/>
              <a:gd name="T80" fmla="*/ 662 w 934"/>
              <a:gd name="T81" fmla="*/ 706 h 1105"/>
              <a:gd name="T82" fmla="*/ 565 w 934"/>
              <a:gd name="T83" fmla="*/ 675 h 1105"/>
              <a:gd name="T84" fmla="*/ 484 w 934"/>
              <a:gd name="T85" fmla="*/ 702 h 1105"/>
              <a:gd name="T86" fmla="*/ 448 w 934"/>
              <a:gd name="T87" fmla="*/ 789 h 1105"/>
              <a:gd name="T88" fmla="*/ 361 w 934"/>
              <a:gd name="T89" fmla="*/ 787 h 1105"/>
              <a:gd name="T90" fmla="*/ 321 w 934"/>
              <a:gd name="T91" fmla="*/ 696 h 1105"/>
              <a:gd name="T92" fmla="*/ 238 w 934"/>
              <a:gd name="T93" fmla="*/ 679 h 1105"/>
              <a:gd name="T94" fmla="*/ 144 w 934"/>
              <a:gd name="T95" fmla="*/ 706 h 1105"/>
              <a:gd name="T96" fmla="*/ 102 w 934"/>
              <a:gd name="T97" fmla="*/ 630 h 1105"/>
              <a:gd name="T98" fmla="*/ 138 w 934"/>
              <a:gd name="T99" fmla="*/ 552 h 1105"/>
              <a:gd name="T100" fmla="*/ 59 w 934"/>
              <a:gd name="T101" fmla="*/ 467 h 1105"/>
              <a:gd name="T102" fmla="*/ 0 w 934"/>
              <a:gd name="T103" fmla="*/ 392 h 1105"/>
              <a:gd name="T104" fmla="*/ 78 w 934"/>
              <a:gd name="T105" fmla="*/ 327 h 1105"/>
              <a:gd name="T106" fmla="*/ 132 w 934"/>
              <a:gd name="T107" fmla="*/ 244 h 1105"/>
              <a:gd name="T108" fmla="*/ 96 w 934"/>
              <a:gd name="T109" fmla="*/ 155 h 1105"/>
              <a:gd name="T110" fmla="*/ 163 w 934"/>
              <a:gd name="T111" fmla="*/ 96 h 1105"/>
              <a:gd name="T112" fmla="*/ 251 w 934"/>
              <a:gd name="T113" fmla="*/ 136 h 1105"/>
              <a:gd name="T114" fmla="*/ 338 w 934"/>
              <a:gd name="T115" fmla="*/ 55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34" h="1105">
                <a:moveTo>
                  <a:pt x="743" y="850"/>
                </a:moveTo>
                <a:lnTo>
                  <a:pt x="719" y="855"/>
                </a:lnTo>
                <a:lnTo>
                  <a:pt x="698" y="868"/>
                </a:lnTo>
                <a:lnTo>
                  <a:pt x="685" y="889"/>
                </a:lnTo>
                <a:lnTo>
                  <a:pt x="679" y="914"/>
                </a:lnTo>
                <a:lnTo>
                  <a:pt x="685" y="938"/>
                </a:lnTo>
                <a:lnTo>
                  <a:pt x="698" y="959"/>
                </a:lnTo>
                <a:lnTo>
                  <a:pt x="719" y="974"/>
                </a:lnTo>
                <a:lnTo>
                  <a:pt x="743" y="980"/>
                </a:lnTo>
                <a:lnTo>
                  <a:pt x="768" y="974"/>
                </a:lnTo>
                <a:lnTo>
                  <a:pt x="789" y="959"/>
                </a:lnTo>
                <a:lnTo>
                  <a:pt x="804" y="938"/>
                </a:lnTo>
                <a:lnTo>
                  <a:pt x="809" y="914"/>
                </a:lnTo>
                <a:lnTo>
                  <a:pt x="804" y="889"/>
                </a:lnTo>
                <a:lnTo>
                  <a:pt x="789" y="868"/>
                </a:lnTo>
                <a:lnTo>
                  <a:pt x="768" y="855"/>
                </a:lnTo>
                <a:lnTo>
                  <a:pt x="743" y="850"/>
                </a:lnTo>
                <a:close/>
                <a:moveTo>
                  <a:pt x="734" y="723"/>
                </a:moveTo>
                <a:lnTo>
                  <a:pt x="743" y="723"/>
                </a:lnTo>
                <a:lnTo>
                  <a:pt x="756" y="727"/>
                </a:lnTo>
                <a:lnTo>
                  <a:pt x="766" y="736"/>
                </a:lnTo>
                <a:lnTo>
                  <a:pt x="771" y="749"/>
                </a:lnTo>
                <a:lnTo>
                  <a:pt x="775" y="761"/>
                </a:lnTo>
                <a:lnTo>
                  <a:pt x="777" y="770"/>
                </a:lnTo>
                <a:lnTo>
                  <a:pt x="811" y="785"/>
                </a:lnTo>
                <a:lnTo>
                  <a:pt x="819" y="780"/>
                </a:lnTo>
                <a:lnTo>
                  <a:pt x="828" y="774"/>
                </a:lnTo>
                <a:lnTo>
                  <a:pt x="841" y="768"/>
                </a:lnTo>
                <a:lnTo>
                  <a:pt x="855" y="764"/>
                </a:lnTo>
                <a:lnTo>
                  <a:pt x="866" y="764"/>
                </a:lnTo>
                <a:lnTo>
                  <a:pt x="875" y="768"/>
                </a:lnTo>
                <a:lnTo>
                  <a:pt x="883" y="778"/>
                </a:lnTo>
                <a:lnTo>
                  <a:pt x="889" y="789"/>
                </a:lnTo>
                <a:lnTo>
                  <a:pt x="887" y="804"/>
                </a:lnTo>
                <a:lnTo>
                  <a:pt x="881" y="819"/>
                </a:lnTo>
                <a:lnTo>
                  <a:pt x="874" y="831"/>
                </a:lnTo>
                <a:lnTo>
                  <a:pt x="866" y="840"/>
                </a:lnTo>
                <a:lnTo>
                  <a:pt x="881" y="872"/>
                </a:lnTo>
                <a:lnTo>
                  <a:pt x="887" y="874"/>
                </a:lnTo>
                <a:lnTo>
                  <a:pt x="896" y="876"/>
                </a:lnTo>
                <a:lnTo>
                  <a:pt x="910" y="880"/>
                </a:lnTo>
                <a:lnTo>
                  <a:pt x="921" y="887"/>
                </a:lnTo>
                <a:lnTo>
                  <a:pt x="930" y="895"/>
                </a:lnTo>
                <a:lnTo>
                  <a:pt x="934" y="908"/>
                </a:lnTo>
                <a:lnTo>
                  <a:pt x="934" y="918"/>
                </a:lnTo>
                <a:lnTo>
                  <a:pt x="930" y="927"/>
                </a:lnTo>
                <a:lnTo>
                  <a:pt x="919" y="937"/>
                </a:lnTo>
                <a:lnTo>
                  <a:pt x="904" y="944"/>
                </a:lnTo>
                <a:lnTo>
                  <a:pt x="891" y="948"/>
                </a:lnTo>
                <a:lnTo>
                  <a:pt x="881" y="952"/>
                </a:lnTo>
                <a:lnTo>
                  <a:pt x="866" y="984"/>
                </a:lnTo>
                <a:lnTo>
                  <a:pt x="870" y="990"/>
                </a:lnTo>
                <a:lnTo>
                  <a:pt x="875" y="999"/>
                </a:lnTo>
                <a:lnTo>
                  <a:pt x="881" y="1010"/>
                </a:lnTo>
                <a:lnTo>
                  <a:pt x="887" y="1026"/>
                </a:lnTo>
                <a:lnTo>
                  <a:pt x="887" y="1039"/>
                </a:lnTo>
                <a:lnTo>
                  <a:pt x="881" y="1050"/>
                </a:lnTo>
                <a:lnTo>
                  <a:pt x="872" y="1060"/>
                </a:lnTo>
                <a:lnTo>
                  <a:pt x="864" y="1063"/>
                </a:lnTo>
                <a:lnTo>
                  <a:pt x="853" y="1061"/>
                </a:lnTo>
                <a:lnTo>
                  <a:pt x="840" y="1058"/>
                </a:lnTo>
                <a:lnTo>
                  <a:pt x="828" y="1050"/>
                </a:lnTo>
                <a:lnTo>
                  <a:pt x="817" y="1044"/>
                </a:lnTo>
                <a:lnTo>
                  <a:pt x="811" y="1041"/>
                </a:lnTo>
                <a:lnTo>
                  <a:pt x="775" y="1054"/>
                </a:lnTo>
                <a:lnTo>
                  <a:pt x="777" y="1054"/>
                </a:lnTo>
                <a:lnTo>
                  <a:pt x="777" y="1058"/>
                </a:lnTo>
                <a:lnTo>
                  <a:pt x="775" y="1067"/>
                </a:lnTo>
                <a:lnTo>
                  <a:pt x="771" y="1080"/>
                </a:lnTo>
                <a:lnTo>
                  <a:pt x="764" y="1092"/>
                </a:lnTo>
                <a:lnTo>
                  <a:pt x="756" y="1101"/>
                </a:lnTo>
                <a:lnTo>
                  <a:pt x="743" y="1105"/>
                </a:lnTo>
                <a:lnTo>
                  <a:pt x="734" y="1105"/>
                </a:lnTo>
                <a:lnTo>
                  <a:pt x="722" y="1101"/>
                </a:lnTo>
                <a:lnTo>
                  <a:pt x="713" y="1090"/>
                </a:lnTo>
                <a:lnTo>
                  <a:pt x="707" y="1075"/>
                </a:lnTo>
                <a:lnTo>
                  <a:pt x="702" y="1061"/>
                </a:lnTo>
                <a:lnTo>
                  <a:pt x="700" y="1054"/>
                </a:lnTo>
                <a:lnTo>
                  <a:pt x="666" y="1039"/>
                </a:lnTo>
                <a:lnTo>
                  <a:pt x="667" y="1041"/>
                </a:lnTo>
                <a:lnTo>
                  <a:pt x="664" y="1043"/>
                </a:lnTo>
                <a:lnTo>
                  <a:pt x="654" y="1048"/>
                </a:lnTo>
                <a:lnTo>
                  <a:pt x="643" y="1056"/>
                </a:lnTo>
                <a:lnTo>
                  <a:pt x="630" y="1060"/>
                </a:lnTo>
                <a:lnTo>
                  <a:pt x="616" y="1061"/>
                </a:lnTo>
                <a:lnTo>
                  <a:pt x="605" y="1056"/>
                </a:lnTo>
                <a:lnTo>
                  <a:pt x="598" y="1048"/>
                </a:lnTo>
                <a:lnTo>
                  <a:pt x="592" y="1039"/>
                </a:lnTo>
                <a:lnTo>
                  <a:pt x="594" y="1027"/>
                </a:lnTo>
                <a:lnTo>
                  <a:pt x="598" y="1014"/>
                </a:lnTo>
                <a:lnTo>
                  <a:pt x="603" y="1001"/>
                </a:lnTo>
                <a:lnTo>
                  <a:pt x="607" y="991"/>
                </a:lnTo>
                <a:lnTo>
                  <a:pt x="613" y="984"/>
                </a:lnTo>
                <a:lnTo>
                  <a:pt x="598" y="952"/>
                </a:lnTo>
                <a:lnTo>
                  <a:pt x="590" y="950"/>
                </a:lnTo>
                <a:lnTo>
                  <a:pt x="579" y="944"/>
                </a:lnTo>
                <a:lnTo>
                  <a:pt x="567" y="937"/>
                </a:lnTo>
                <a:lnTo>
                  <a:pt x="556" y="929"/>
                </a:lnTo>
                <a:lnTo>
                  <a:pt x="552" y="918"/>
                </a:lnTo>
                <a:lnTo>
                  <a:pt x="552" y="908"/>
                </a:lnTo>
                <a:lnTo>
                  <a:pt x="556" y="895"/>
                </a:lnTo>
                <a:lnTo>
                  <a:pt x="565" y="885"/>
                </a:lnTo>
                <a:lnTo>
                  <a:pt x="579" y="880"/>
                </a:lnTo>
                <a:lnTo>
                  <a:pt x="590" y="876"/>
                </a:lnTo>
                <a:lnTo>
                  <a:pt x="598" y="874"/>
                </a:lnTo>
                <a:lnTo>
                  <a:pt x="611" y="840"/>
                </a:lnTo>
                <a:lnTo>
                  <a:pt x="609" y="834"/>
                </a:lnTo>
                <a:lnTo>
                  <a:pt x="603" y="825"/>
                </a:lnTo>
                <a:lnTo>
                  <a:pt x="598" y="812"/>
                </a:lnTo>
                <a:lnTo>
                  <a:pt x="594" y="798"/>
                </a:lnTo>
                <a:lnTo>
                  <a:pt x="594" y="787"/>
                </a:lnTo>
                <a:lnTo>
                  <a:pt x="599" y="778"/>
                </a:lnTo>
                <a:lnTo>
                  <a:pt x="607" y="770"/>
                </a:lnTo>
                <a:lnTo>
                  <a:pt x="620" y="764"/>
                </a:lnTo>
                <a:lnTo>
                  <a:pt x="633" y="766"/>
                </a:lnTo>
                <a:lnTo>
                  <a:pt x="647" y="772"/>
                </a:lnTo>
                <a:lnTo>
                  <a:pt x="658" y="780"/>
                </a:lnTo>
                <a:lnTo>
                  <a:pt x="667" y="785"/>
                </a:lnTo>
                <a:lnTo>
                  <a:pt x="700" y="770"/>
                </a:lnTo>
                <a:lnTo>
                  <a:pt x="703" y="763"/>
                </a:lnTo>
                <a:lnTo>
                  <a:pt x="707" y="749"/>
                </a:lnTo>
                <a:lnTo>
                  <a:pt x="715" y="736"/>
                </a:lnTo>
                <a:lnTo>
                  <a:pt x="722" y="727"/>
                </a:lnTo>
                <a:lnTo>
                  <a:pt x="734" y="723"/>
                </a:lnTo>
                <a:close/>
                <a:moveTo>
                  <a:pt x="401" y="254"/>
                </a:moveTo>
                <a:lnTo>
                  <a:pt x="361" y="259"/>
                </a:lnTo>
                <a:lnTo>
                  <a:pt x="327" y="274"/>
                </a:lnTo>
                <a:lnTo>
                  <a:pt x="297" y="297"/>
                </a:lnTo>
                <a:lnTo>
                  <a:pt x="274" y="327"/>
                </a:lnTo>
                <a:lnTo>
                  <a:pt x="259" y="363"/>
                </a:lnTo>
                <a:lnTo>
                  <a:pt x="253" y="403"/>
                </a:lnTo>
                <a:lnTo>
                  <a:pt x="259" y="443"/>
                </a:lnTo>
                <a:lnTo>
                  <a:pt x="274" y="477"/>
                </a:lnTo>
                <a:lnTo>
                  <a:pt x="297" y="507"/>
                </a:lnTo>
                <a:lnTo>
                  <a:pt x="327" y="532"/>
                </a:lnTo>
                <a:lnTo>
                  <a:pt x="361" y="547"/>
                </a:lnTo>
                <a:lnTo>
                  <a:pt x="401" y="552"/>
                </a:lnTo>
                <a:lnTo>
                  <a:pt x="441" y="547"/>
                </a:lnTo>
                <a:lnTo>
                  <a:pt x="477" y="532"/>
                </a:lnTo>
                <a:lnTo>
                  <a:pt x="507" y="507"/>
                </a:lnTo>
                <a:lnTo>
                  <a:pt x="531" y="477"/>
                </a:lnTo>
                <a:lnTo>
                  <a:pt x="546" y="443"/>
                </a:lnTo>
                <a:lnTo>
                  <a:pt x="552" y="403"/>
                </a:lnTo>
                <a:lnTo>
                  <a:pt x="546" y="363"/>
                </a:lnTo>
                <a:lnTo>
                  <a:pt x="531" y="327"/>
                </a:lnTo>
                <a:lnTo>
                  <a:pt x="507" y="297"/>
                </a:lnTo>
                <a:lnTo>
                  <a:pt x="477" y="274"/>
                </a:lnTo>
                <a:lnTo>
                  <a:pt x="441" y="259"/>
                </a:lnTo>
                <a:lnTo>
                  <a:pt x="401" y="254"/>
                </a:lnTo>
                <a:close/>
                <a:moveTo>
                  <a:pt x="393" y="0"/>
                </a:moveTo>
                <a:lnTo>
                  <a:pt x="414" y="0"/>
                </a:lnTo>
                <a:lnTo>
                  <a:pt x="433" y="4"/>
                </a:lnTo>
                <a:lnTo>
                  <a:pt x="448" y="17"/>
                </a:lnTo>
                <a:lnTo>
                  <a:pt x="459" y="34"/>
                </a:lnTo>
                <a:lnTo>
                  <a:pt x="469" y="53"/>
                </a:lnTo>
                <a:lnTo>
                  <a:pt x="477" y="74"/>
                </a:lnTo>
                <a:lnTo>
                  <a:pt x="482" y="93"/>
                </a:lnTo>
                <a:lnTo>
                  <a:pt x="484" y="106"/>
                </a:lnTo>
                <a:lnTo>
                  <a:pt x="520" y="119"/>
                </a:lnTo>
                <a:lnTo>
                  <a:pt x="554" y="134"/>
                </a:lnTo>
                <a:lnTo>
                  <a:pt x="565" y="129"/>
                </a:lnTo>
                <a:lnTo>
                  <a:pt x="582" y="119"/>
                </a:lnTo>
                <a:lnTo>
                  <a:pt x="603" y="110"/>
                </a:lnTo>
                <a:lnTo>
                  <a:pt x="624" y="102"/>
                </a:lnTo>
                <a:lnTo>
                  <a:pt x="645" y="96"/>
                </a:lnTo>
                <a:lnTo>
                  <a:pt x="664" y="98"/>
                </a:lnTo>
                <a:lnTo>
                  <a:pt x="679" y="106"/>
                </a:lnTo>
                <a:lnTo>
                  <a:pt x="698" y="125"/>
                </a:lnTo>
                <a:lnTo>
                  <a:pt x="707" y="142"/>
                </a:lnTo>
                <a:lnTo>
                  <a:pt x="709" y="163"/>
                </a:lnTo>
                <a:lnTo>
                  <a:pt x="705" y="184"/>
                </a:lnTo>
                <a:lnTo>
                  <a:pt x="698" y="204"/>
                </a:lnTo>
                <a:lnTo>
                  <a:pt x="688" y="223"/>
                </a:lnTo>
                <a:lnTo>
                  <a:pt x="677" y="238"/>
                </a:lnTo>
                <a:lnTo>
                  <a:pt x="669" y="250"/>
                </a:lnTo>
                <a:lnTo>
                  <a:pt x="686" y="284"/>
                </a:lnTo>
                <a:lnTo>
                  <a:pt x="700" y="320"/>
                </a:lnTo>
                <a:lnTo>
                  <a:pt x="707" y="322"/>
                </a:lnTo>
                <a:lnTo>
                  <a:pt x="722" y="325"/>
                </a:lnTo>
                <a:lnTo>
                  <a:pt x="739" y="329"/>
                </a:lnTo>
                <a:lnTo>
                  <a:pt x="756" y="337"/>
                </a:lnTo>
                <a:lnTo>
                  <a:pt x="775" y="346"/>
                </a:lnTo>
                <a:lnTo>
                  <a:pt x="790" y="359"/>
                </a:lnTo>
                <a:lnTo>
                  <a:pt x="800" y="373"/>
                </a:lnTo>
                <a:lnTo>
                  <a:pt x="804" y="392"/>
                </a:lnTo>
                <a:lnTo>
                  <a:pt x="804" y="411"/>
                </a:lnTo>
                <a:lnTo>
                  <a:pt x="800" y="428"/>
                </a:lnTo>
                <a:lnTo>
                  <a:pt x="787" y="443"/>
                </a:lnTo>
                <a:lnTo>
                  <a:pt x="770" y="454"/>
                </a:lnTo>
                <a:lnTo>
                  <a:pt x="751" y="465"/>
                </a:lnTo>
                <a:lnTo>
                  <a:pt x="730" y="473"/>
                </a:lnTo>
                <a:lnTo>
                  <a:pt x="713" y="479"/>
                </a:lnTo>
                <a:lnTo>
                  <a:pt x="700" y="482"/>
                </a:lnTo>
                <a:lnTo>
                  <a:pt x="686" y="518"/>
                </a:lnTo>
                <a:lnTo>
                  <a:pt x="669" y="552"/>
                </a:lnTo>
                <a:lnTo>
                  <a:pt x="673" y="558"/>
                </a:lnTo>
                <a:lnTo>
                  <a:pt x="681" y="570"/>
                </a:lnTo>
                <a:lnTo>
                  <a:pt x="690" y="585"/>
                </a:lnTo>
                <a:lnTo>
                  <a:pt x="700" y="604"/>
                </a:lnTo>
                <a:lnTo>
                  <a:pt x="707" y="622"/>
                </a:lnTo>
                <a:lnTo>
                  <a:pt x="709" y="641"/>
                </a:lnTo>
                <a:lnTo>
                  <a:pt x="707" y="660"/>
                </a:lnTo>
                <a:lnTo>
                  <a:pt x="696" y="677"/>
                </a:lnTo>
                <a:lnTo>
                  <a:pt x="677" y="698"/>
                </a:lnTo>
                <a:lnTo>
                  <a:pt x="662" y="706"/>
                </a:lnTo>
                <a:lnTo>
                  <a:pt x="643" y="708"/>
                </a:lnTo>
                <a:lnTo>
                  <a:pt x="622" y="702"/>
                </a:lnTo>
                <a:lnTo>
                  <a:pt x="601" y="694"/>
                </a:lnTo>
                <a:lnTo>
                  <a:pt x="581" y="685"/>
                </a:lnTo>
                <a:lnTo>
                  <a:pt x="565" y="675"/>
                </a:lnTo>
                <a:lnTo>
                  <a:pt x="554" y="668"/>
                </a:lnTo>
                <a:lnTo>
                  <a:pt x="518" y="685"/>
                </a:lnTo>
                <a:lnTo>
                  <a:pt x="480" y="698"/>
                </a:lnTo>
                <a:lnTo>
                  <a:pt x="484" y="698"/>
                </a:lnTo>
                <a:lnTo>
                  <a:pt x="484" y="702"/>
                </a:lnTo>
                <a:lnTo>
                  <a:pt x="482" y="715"/>
                </a:lnTo>
                <a:lnTo>
                  <a:pt x="478" y="732"/>
                </a:lnTo>
                <a:lnTo>
                  <a:pt x="471" y="751"/>
                </a:lnTo>
                <a:lnTo>
                  <a:pt x="461" y="772"/>
                </a:lnTo>
                <a:lnTo>
                  <a:pt x="448" y="789"/>
                </a:lnTo>
                <a:lnTo>
                  <a:pt x="433" y="800"/>
                </a:lnTo>
                <a:lnTo>
                  <a:pt x="414" y="806"/>
                </a:lnTo>
                <a:lnTo>
                  <a:pt x="393" y="806"/>
                </a:lnTo>
                <a:lnTo>
                  <a:pt x="376" y="800"/>
                </a:lnTo>
                <a:lnTo>
                  <a:pt x="361" y="787"/>
                </a:lnTo>
                <a:lnTo>
                  <a:pt x="348" y="768"/>
                </a:lnTo>
                <a:lnTo>
                  <a:pt x="338" y="747"/>
                </a:lnTo>
                <a:lnTo>
                  <a:pt x="331" y="727"/>
                </a:lnTo>
                <a:lnTo>
                  <a:pt x="325" y="708"/>
                </a:lnTo>
                <a:lnTo>
                  <a:pt x="321" y="696"/>
                </a:lnTo>
                <a:lnTo>
                  <a:pt x="284" y="683"/>
                </a:lnTo>
                <a:lnTo>
                  <a:pt x="250" y="666"/>
                </a:lnTo>
                <a:lnTo>
                  <a:pt x="253" y="670"/>
                </a:lnTo>
                <a:lnTo>
                  <a:pt x="250" y="672"/>
                </a:lnTo>
                <a:lnTo>
                  <a:pt x="238" y="679"/>
                </a:lnTo>
                <a:lnTo>
                  <a:pt x="223" y="689"/>
                </a:lnTo>
                <a:lnTo>
                  <a:pt x="204" y="698"/>
                </a:lnTo>
                <a:lnTo>
                  <a:pt x="185" y="704"/>
                </a:lnTo>
                <a:lnTo>
                  <a:pt x="165" y="708"/>
                </a:lnTo>
                <a:lnTo>
                  <a:pt x="144" y="706"/>
                </a:lnTo>
                <a:lnTo>
                  <a:pt x="127" y="694"/>
                </a:lnTo>
                <a:lnTo>
                  <a:pt x="110" y="681"/>
                </a:lnTo>
                <a:lnTo>
                  <a:pt x="100" y="666"/>
                </a:lnTo>
                <a:lnTo>
                  <a:pt x="98" y="649"/>
                </a:lnTo>
                <a:lnTo>
                  <a:pt x="102" y="630"/>
                </a:lnTo>
                <a:lnTo>
                  <a:pt x="108" y="611"/>
                </a:lnTo>
                <a:lnTo>
                  <a:pt x="115" y="592"/>
                </a:lnTo>
                <a:lnTo>
                  <a:pt x="125" y="575"/>
                </a:lnTo>
                <a:lnTo>
                  <a:pt x="132" y="562"/>
                </a:lnTo>
                <a:lnTo>
                  <a:pt x="138" y="552"/>
                </a:lnTo>
                <a:lnTo>
                  <a:pt x="121" y="518"/>
                </a:lnTo>
                <a:lnTo>
                  <a:pt x="110" y="484"/>
                </a:lnTo>
                <a:lnTo>
                  <a:pt x="98" y="481"/>
                </a:lnTo>
                <a:lnTo>
                  <a:pt x="79" y="475"/>
                </a:lnTo>
                <a:lnTo>
                  <a:pt x="59" y="467"/>
                </a:lnTo>
                <a:lnTo>
                  <a:pt x="38" y="458"/>
                </a:lnTo>
                <a:lnTo>
                  <a:pt x="19" y="445"/>
                </a:lnTo>
                <a:lnTo>
                  <a:pt x="6" y="429"/>
                </a:lnTo>
                <a:lnTo>
                  <a:pt x="0" y="411"/>
                </a:lnTo>
                <a:lnTo>
                  <a:pt x="0" y="392"/>
                </a:lnTo>
                <a:lnTo>
                  <a:pt x="6" y="373"/>
                </a:lnTo>
                <a:lnTo>
                  <a:pt x="19" y="356"/>
                </a:lnTo>
                <a:lnTo>
                  <a:pt x="36" y="344"/>
                </a:lnTo>
                <a:lnTo>
                  <a:pt x="57" y="335"/>
                </a:lnTo>
                <a:lnTo>
                  <a:pt x="78" y="327"/>
                </a:lnTo>
                <a:lnTo>
                  <a:pt x="96" y="324"/>
                </a:lnTo>
                <a:lnTo>
                  <a:pt x="110" y="322"/>
                </a:lnTo>
                <a:lnTo>
                  <a:pt x="121" y="286"/>
                </a:lnTo>
                <a:lnTo>
                  <a:pt x="136" y="252"/>
                </a:lnTo>
                <a:lnTo>
                  <a:pt x="132" y="244"/>
                </a:lnTo>
                <a:lnTo>
                  <a:pt x="123" y="231"/>
                </a:lnTo>
                <a:lnTo>
                  <a:pt x="115" y="214"/>
                </a:lnTo>
                <a:lnTo>
                  <a:pt x="106" y="195"/>
                </a:lnTo>
                <a:lnTo>
                  <a:pt x="100" y="174"/>
                </a:lnTo>
                <a:lnTo>
                  <a:pt x="96" y="155"/>
                </a:lnTo>
                <a:lnTo>
                  <a:pt x="98" y="138"/>
                </a:lnTo>
                <a:lnTo>
                  <a:pt x="108" y="125"/>
                </a:lnTo>
                <a:lnTo>
                  <a:pt x="127" y="108"/>
                </a:lnTo>
                <a:lnTo>
                  <a:pt x="144" y="98"/>
                </a:lnTo>
                <a:lnTo>
                  <a:pt x="163" y="96"/>
                </a:lnTo>
                <a:lnTo>
                  <a:pt x="185" y="100"/>
                </a:lnTo>
                <a:lnTo>
                  <a:pt x="206" y="108"/>
                </a:lnTo>
                <a:lnTo>
                  <a:pt x="225" y="119"/>
                </a:lnTo>
                <a:lnTo>
                  <a:pt x="242" y="129"/>
                </a:lnTo>
                <a:lnTo>
                  <a:pt x="251" y="136"/>
                </a:lnTo>
                <a:lnTo>
                  <a:pt x="286" y="119"/>
                </a:lnTo>
                <a:lnTo>
                  <a:pt x="321" y="106"/>
                </a:lnTo>
                <a:lnTo>
                  <a:pt x="325" y="95"/>
                </a:lnTo>
                <a:lnTo>
                  <a:pt x="331" y="76"/>
                </a:lnTo>
                <a:lnTo>
                  <a:pt x="338" y="55"/>
                </a:lnTo>
                <a:lnTo>
                  <a:pt x="350" y="34"/>
                </a:lnTo>
                <a:lnTo>
                  <a:pt x="361" y="17"/>
                </a:lnTo>
                <a:lnTo>
                  <a:pt x="376" y="4"/>
                </a:lnTo>
                <a:lnTo>
                  <a:pt x="39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692" y="2978021"/>
            <a:ext cx="1080000" cy="901957"/>
          </a:xfrm>
          <a:custGeom>
            <a:avLst/>
            <a:gdLst>
              <a:gd name="T0" fmla="*/ 957 w 1104"/>
              <a:gd name="T1" fmla="*/ 886 h 922"/>
              <a:gd name="T2" fmla="*/ 373 w 1104"/>
              <a:gd name="T3" fmla="*/ 903 h 922"/>
              <a:gd name="T4" fmla="*/ 921 w 1104"/>
              <a:gd name="T5" fmla="*/ 687 h 922"/>
              <a:gd name="T6" fmla="*/ 1066 w 1104"/>
              <a:gd name="T7" fmla="*/ 687 h 922"/>
              <a:gd name="T8" fmla="*/ 344 w 1104"/>
              <a:gd name="T9" fmla="*/ 664 h 922"/>
              <a:gd name="T10" fmla="*/ 350 w 1104"/>
              <a:gd name="T11" fmla="*/ 700 h 922"/>
              <a:gd name="T12" fmla="*/ 471 w 1104"/>
              <a:gd name="T13" fmla="*/ 668 h 922"/>
              <a:gd name="T14" fmla="*/ 110 w 1104"/>
              <a:gd name="T15" fmla="*/ 922 h 922"/>
              <a:gd name="T16" fmla="*/ 921 w 1104"/>
              <a:gd name="T17" fmla="*/ 602 h 922"/>
              <a:gd name="T18" fmla="*/ 1061 w 1104"/>
              <a:gd name="T19" fmla="*/ 623 h 922"/>
              <a:gd name="T20" fmla="*/ 940 w 1104"/>
              <a:gd name="T21" fmla="*/ 591 h 922"/>
              <a:gd name="T22" fmla="*/ 338 w 1104"/>
              <a:gd name="T23" fmla="*/ 623 h 922"/>
              <a:gd name="T24" fmla="*/ 478 w 1104"/>
              <a:gd name="T25" fmla="*/ 602 h 922"/>
              <a:gd name="T26" fmla="*/ 40 w 1104"/>
              <a:gd name="T27" fmla="*/ 560 h 922"/>
              <a:gd name="T28" fmla="*/ 172 w 1104"/>
              <a:gd name="T29" fmla="*/ 589 h 922"/>
              <a:gd name="T30" fmla="*/ 166 w 1104"/>
              <a:gd name="T31" fmla="*/ 553 h 922"/>
              <a:gd name="T32" fmla="*/ 925 w 1104"/>
              <a:gd name="T33" fmla="*/ 545 h 922"/>
              <a:gd name="T34" fmla="*/ 1068 w 1104"/>
              <a:gd name="T35" fmla="*/ 534 h 922"/>
              <a:gd name="T36" fmla="*/ 737 w 1104"/>
              <a:gd name="T37" fmla="*/ 886 h 922"/>
              <a:gd name="T38" fmla="*/ 344 w 1104"/>
              <a:gd name="T39" fmla="*/ 517 h 922"/>
              <a:gd name="T40" fmla="*/ 350 w 1104"/>
              <a:gd name="T41" fmla="*/ 553 h 922"/>
              <a:gd name="T42" fmla="*/ 471 w 1104"/>
              <a:gd name="T43" fmla="*/ 521 h 922"/>
              <a:gd name="T44" fmla="*/ 36 w 1104"/>
              <a:gd name="T45" fmla="*/ 498 h 922"/>
              <a:gd name="T46" fmla="*/ 182 w 1104"/>
              <a:gd name="T47" fmla="*/ 509 h 922"/>
              <a:gd name="T48" fmla="*/ 940 w 1104"/>
              <a:gd name="T49" fmla="*/ 443 h 922"/>
              <a:gd name="T50" fmla="*/ 934 w 1104"/>
              <a:gd name="T51" fmla="*/ 479 h 922"/>
              <a:gd name="T52" fmla="*/ 1065 w 1104"/>
              <a:gd name="T53" fmla="*/ 451 h 922"/>
              <a:gd name="T54" fmla="*/ 333 w 1104"/>
              <a:gd name="T55" fmla="*/ 454 h 922"/>
              <a:gd name="T56" fmla="*/ 471 w 1104"/>
              <a:gd name="T57" fmla="*/ 475 h 922"/>
              <a:gd name="T58" fmla="*/ 350 w 1104"/>
              <a:gd name="T59" fmla="*/ 443 h 922"/>
              <a:gd name="T60" fmla="*/ 1068 w 1104"/>
              <a:gd name="T61" fmla="*/ 738 h 922"/>
              <a:gd name="T62" fmla="*/ 645 w 1104"/>
              <a:gd name="T63" fmla="*/ 405 h 922"/>
              <a:gd name="T64" fmla="*/ 639 w 1104"/>
              <a:gd name="T65" fmla="*/ 441 h 922"/>
              <a:gd name="T66" fmla="*/ 770 w 1104"/>
              <a:gd name="T67" fmla="*/ 413 h 922"/>
              <a:gd name="T68" fmla="*/ 516 w 1104"/>
              <a:gd name="T69" fmla="*/ 443 h 922"/>
              <a:gd name="T70" fmla="*/ 295 w 1104"/>
              <a:gd name="T71" fmla="*/ 443 h 922"/>
              <a:gd name="T72" fmla="*/ 36 w 1104"/>
              <a:gd name="T73" fmla="*/ 424 h 922"/>
              <a:gd name="T74" fmla="*/ 182 w 1104"/>
              <a:gd name="T75" fmla="*/ 436 h 922"/>
              <a:gd name="T76" fmla="*/ 645 w 1104"/>
              <a:gd name="T77" fmla="*/ 331 h 922"/>
              <a:gd name="T78" fmla="*/ 639 w 1104"/>
              <a:gd name="T79" fmla="*/ 367 h 922"/>
              <a:gd name="T80" fmla="*/ 770 w 1104"/>
              <a:gd name="T81" fmla="*/ 339 h 922"/>
              <a:gd name="T82" fmla="*/ 38 w 1104"/>
              <a:gd name="T83" fmla="*/ 345 h 922"/>
              <a:gd name="T84" fmla="*/ 176 w 1104"/>
              <a:gd name="T85" fmla="*/ 366 h 922"/>
              <a:gd name="T86" fmla="*/ 55 w 1104"/>
              <a:gd name="T87" fmla="*/ 331 h 922"/>
              <a:gd name="T88" fmla="*/ 183 w 1104"/>
              <a:gd name="T89" fmla="*/ 627 h 922"/>
              <a:gd name="T90" fmla="*/ 645 w 1104"/>
              <a:gd name="T91" fmla="*/ 258 h 922"/>
              <a:gd name="T92" fmla="*/ 639 w 1104"/>
              <a:gd name="T93" fmla="*/ 294 h 922"/>
              <a:gd name="T94" fmla="*/ 770 w 1104"/>
              <a:gd name="T95" fmla="*/ 265 h 922"/>
              <a:gd name="T96" fmla="*/ 628 w 1104"/>
              <a:gd name="T97" fmla="*/ 197 h 922"/>
              <a:gd name="T98" fmla="*/ 766 w 1104"/>
              <a:gd name="T99" fmla="*/ 218 h 922"/>
              <a:gd name="T100" fmla="*/ 645 w 1104"/>
              <a:gd name="T101" fmla="*/ 184 h 922"/>
              <a:gd name="T102" fmla="*/ 773 w 1104"/>
              <a:gd name="T103" fmla="*/ 479 h 922"/>
              <a:gd name="T104" fmla="*/ 995 w 1104"/>
              <a:gd name="T105" fmla="*/ 0 h 922"/>
              <a:gd name="T106" fmla="*/ 995 w 1104"/>
              <a:gd name="T107" fmla="*/ 0 h 922"/>
              <a:gd name="T108" fmla="*/ 681 w 1104"/>
              <a:gd name="T109" fmla="*/ 6 h 922"/>
              <a:gd name="T110" fmla="*/ 373 w 1104"/>
              <a:gd name="T111" fmla="*/ 19 h 922"/>
              <a:gd name="T112" fmla="*/ 74 w 1104"/>
              <a:gd name="T113" fmla="*/ 36 h 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04" h="922">
                <a:moveTo>
                  <a:pt x="957" y="774"/>
                </a:moveTo>
                <a:lnTo>
                  <a:pt x="1031" y="774"/>
                </a:lnTo>
                <a:lnTo>
                  <a:pt x="1031" y="886"/>
                </a:lnTo>
                <a:lnTo>
                  <a:pt x="1027" y="903"/>
                </a:lnTo>
                <a:lnTo>
                  <a:pt x="1014" y="916"/>
                </a:lnTo>
                <a:lnTo>
                  <a:pt x="995" y="922"/>
                </a:lnTo>
                <a:lnTo>
                  <a:pt x="976" y="916"/>
                </a:lnTo>
                <a:lnTo>
                  <a:pt x="962" y="903"/>
                </a:lnTo>
                <a:lnTo>
                  <a:pt x="957" y="886"/>
                </a:lnTo>
                <a:lnTo>
                  <a:pt x="957" y="774"/>
                </a:lnTo>
                <a:close/>
                <a:moveTo>
                  <a:pt x="369" y="774"/>
                </a:moveTo>
                <a:lnTo>
                  <a:pt x="442" y="774"/>
                </a:lnTo>
                <a:lnTo>
                  <a:pt x="442" y="886"/>
                </a:lnTo>
                <a:lnTo>
                  <a:pt x="437" y="903"/>
                </a:lnTo>
                <a:lnTo>
                  <a:pt x="424" y="916"/>
                </a:lnTo>
                <a:lnTo>
                  <a:pt x="405" y="922"/>
                </a:lnTo>
                <a:lnTo>
                  <a:pt x="386" y="916"/>
                </a:lnTo>
                <a:lnTo>
                  <a:pt x="373" y="903"/>
                </a:lnTo>
                <a:lnTo>
                  <a:pt x="369" y="886"/>
                </a:lnTo>
                <a:lnTo>
                  <a:pt x="369" y="774"/>
                </a:lnTo>
                <a:close/>
                <a:moveTo>
                  <a:pt x="940" y="664"/>
                </a:moveTo>
                <a:lnTo>
                  <a:pt x="934" y="664"/>
                </a:lnTo>
                <a:lnTo>
                  <a:pt x="928" y="668"/>
                </a:lnTo>
                <a:lnTo>
                  <a:pt x="925" y="672"/>
                </a:lnTo>
                <a:lnTo>
                  <a:pt x="921" y="676"/>
                </a:lnTo>
                <a:lnTo>
                  <a:pt x="921" y="681"/>
                </a:lnTo>
                <a:lnTo>
                  <a:pt x="921" y="687"/>
                </a:lnTo>
                <a:lnTo>
                  <a:pt x="925" y="693"/>
                </a:lnTo>
                <a:lnTo>
                  <a:pt x="928" y="697"/>
                </a:lnTo>
                <a:lnTo>
                  <a:pt x="934" y="700"/>
                </a:lnTo>
                <a:lnTo>
                  <a:pt x="940" y="700"/>
                </a:lnTo>
                <a:lnTo>
                  <a:pt x="1049" y="700"/>
                </a:lnTo>
                <a:lnTo>
                  <a:pt x="1055" y="700"/>
                </a:lnTo>
                <a:lnTo>
                  <a:pt x="1061" y="697"/>
                </a:lnTo>
                <a:lnTo>
                  <a:pt x="1065" y="693"/>
                </a:lnTo>
                <a:lnTo>
                  <a:pt x="1066" y="687"/>
                </a:lnTo>
                <a:lnTo>
                  <a:pt x="1068" y="681"/>
                </a:lnTo>
                <a:lnTo>
                  <a:pt x="1066" y="676"/>
                </a:lnTo>
                <a:lnTo>
                  <a:pt x="1065" y="672"/>
                </a:lnTo>
                <a:lnTo>
                  <a:pt x="1061" y="668"/>
                </a:lnTo>
                <a:lnTo>
                  <a:pt x="1055" y="664"/>
                </a:lnTo>
                <a:lnTo>
                  <a:pt x="1049" y="664"/>
                </a:lnTo>
                <a:lnTo>
                  <a:pt x="940" y="664"/>
                </a:lnTo>
                <a:close/>
                <a:moveTo>
                  <a:pt x="350" y="664"/>
                </a:moveTo>
                <a:lnTo>
                  <a:pt x="344" y="664"/>
                </a:lnTo>
                <a:lnTo>
                  <a:pt x="338" y="668"/>
                </a:lnTo>
                <a:lnTo>
                  <a:pt x="335" y="672"/>
                </a:lnTo>
                <a:lnTo>
                  <a:pt x="333" y="676"/>
                </a:lnTo>
                <a:lnTo>
                  <a:pt x="331" y="681"/>
                </a:lnTo>
                <a:lnTo>
                  <a:pt x="333" y="687"/>
                </a:lnTo>
                <a:lnTo>
                  <a:pt x="335" y="693"/>
                </a:lnTo>
                <a:lnTo>
                  <a:pt x="338" y="697"/>
                </a:lnTo>
                <a:lnTo>
                  <a:pt x="344" y="700"/>
                </a:lnTo>
                <a:lnTo>
                  <a:pt x="350" y="700"/>
                </a:lnTo>
                <a:lnTo>
                  <a:pt x="459" y="700"/>
                </a:lnTo>
                <a:lnTo>
                  <a:pt x="467" y="700"/>
                </a:lnTo>
                <a:lnTo>
                  <a:pt x="471" y="697"/>
                </a:lnTo>
                <a:lnTo>
                  <a:pt x="475" y="693"/>
                </a:lnTo>
                <a:lnTo>
                  <a:pt x="478" y="687"/>
                </a:lnTo>
                <a:lnTo>
                  <a:pt x="478" y="681"/>
                </a:lnTo>
                <a:lnTo>
                  <a:pt x="478" y="676"/>
                </a:lnTo>
                <a:lnTo>
                  <a:pt x="475" y="672"/>
                </a:lnTo>
                <a:lnTo>
                  <a:pt x="471" y="668"/>
                </a:lnTo>
                <a:lnTo>
                  <a:pt x="467" y="664"/>
                </a:lnTo>
                <a:lnTo>
                  <a:pt x="459" y="664"/>
                </a:lnTo>
                <a:lnTo>
                  <a:pt x="350" y="664"/>
                </a:lnTo>
                <a:close/>
                <a:moveTo>
                  <a:pt x="74" y="664"/>
                </a:moveTo>
                <a:lnTo>
                  <a:pt x="147" y="664"/>
                </a:lnTo>
                <a:lnTo>
                  <a:pt x="147" y="886"/>
                </a:lnTo>
                <a:lnTo>
                  <a:pt x="142" y="903"/>
                </a:lnTo>
                <a:lnTo>
                  <a:pt x="129" y="916"/>
                </a:lnTo>
                <a:lnTo>
                  <a:pt x="110" y="922"/>
                </a:lnTo>
                <a:lnTo>
                  <a:pt x="93" y="916"/>
                </a:lnTo>
                <a:lnTo>
                  <a:pt x="79" y="903"/>
                </a:lnTo>
                <a:lnTo>
                  <a:pt x="74" y="886"/>
                </a:lnTo>
                <a:lnTo>
                  <a:pt x="74" y="664"/>
                </a:lnTo>
                <a:close/>
                <a:moveTo>
                  <a:pt x="940" y="591"/>
                </a:moveTo>
                <a:lnTo>
                  <a:pt x="934" y="591"/>
                </a:lnTo>
                <a:lnTo>
                  <a:pt x="928" y="594"/>
                </a:lnTo>
                <a:lnTo>
                  <a:pt x="925" y="598"/>
                </a:lnTo>
                <a:lnTo>
                  <a:pt x="921" y="602"/>
                </a:lnTo>
                <a:lnTo>
                  <a:pt x="921" y="608"/>
                </a:lnTo>
                <a:lnTo>
                  <a:pt x="921" y="615"/>
                </a:lnTo>
                <a:lnTo>
                  <a:pt x="925" y="619"/>
                </a:lnTo>
                <a:lnTo>
                  <a:pt x="928" y="623"/>
                </a:lnTo>
                <a:lnTo>
                  <a:pt x="934" y="627"/>
                </a:lnTo>
                <a:lnTo>
                  <a:pt x="940" y="627"/>
                </a:lnTo>
                <a:lnTo>
                  <a:pt x="1049" y="627"/>
                </a:lnTo>
                <a:lnTo>
                  <a:pt x="1055" y="627"/>
                </a:lnTo>
                <a:lnTo>
                  <a:pt x="1061" y="623"/>
                </a:lnTo>
                <a:lnTo>
                  <a:pt x="1065" y="619"/>
                </a:lnTo>
                <a:lnTo>
                  <a:pt x="1066" y="615"/>
                </a:lnTo>
                <a:lnTo>
                  <a:pt x="1068" y="608"/>
                </a:lnTo>
                <a:lnTo>
                  <a:pt x="1066" y="602"/>
                </a:lnTo>
                <a:lnTo>
                  <a:pt x="1065" y="598"/>
                </a:lnTo>
                <a:lnTo>
                  <a:pt x="1061" y="594"/>
                </a:lnTo>
                <a:lnTo>
                  <a:pt x="1055" y="591"/>
                </a:lnTo>
                <a:lnTo>
                  <a:pt x="1049" y="591"/>
                </a:lnTo>
                <a:lnTo>
                  <a:pt x="940" y="591"/>
                </a:lnTo>
                <a:close/>
                <a:moveTo>
                  <a:pt x="350" y="591"/>
                </a:moveTo>
                <a:lnTo>
                  <a:pt x="344" y="591"/>
                </a:lnTo>
                <a:lnTo>
                  <a:pt x="338" y="594"/>
                </a:lnTo>
                <a:lnTo>
                  <a:pt x="335" y="598"/>
                </a:lnTo>
                <a:lnTo>
                  <a:pt x="333" y="602"/>
                </a:lnTo>
                <a:lnTo>
                  <a:pt x="331" y="608"/>
                </a:lnTo>
                <a:lnTo>
                  <a:pt x="333" y="615"/>
                </a:lnTo>
                <a:lnTo>
                  <a:pt x="335" y="619"/>
                </a:lnTo>
                <a:lnTo>
                  <a:pt x="338" y="623"/>
                </a:lnTo>
                <a:lnTo>
                  <a:pt x="344" y="627"/>
                </a:lnTo>
                <a:lnTo>
                  <a:pt x="350" y="627"/>
                </a:lnTo>
                <a:lnTo>
                  <a:pt x="459" y="627"/>
                </a:lnTo>
                <a:lnTo>
                  <a:pt x="467" y="627"/>
                </a:lnTo>
                <a:lnTo>
                  <a:pt x="471" y="623"/>
                </a:lnTo>
                <a:lnTo>
                  <a:pt x="475" y="619"/>
                </a:lnTo>
                <a:lnTo>
                  <a:pt x="478" y="615"/>
                </a:lnTo>
                <a:lnTo>
                  <a:pt x="478" y="608"/>
                </a:lnTo>
                <a:lnTo>
                  <a:pt x="478" y="602"/>
                </a:lnTo>
                <a:lnTo>
                  <a:pt x="475" y="598"/>
                </a:lnTo>
                <a:lnTo>
                  <a:pt x="471" y="594"/>
                </a:lnTo>
                <a:lnTo>
                  <a:pt x="467" y="591"/>
                </a:lnTo>
                <a:lnTo>
                  <a:pt x="459" y="591"/>
                </a:lnTo>
                <a:lnTo>
                  <a:pt x="350" y="591"/>
                </a:lnTo>
                <a:close/>
                <a:moveTo>
                  <a:pt x="55" y="553"/>
                </a:moveTo>
                <a:lnTo>
                  <a:pt x="49" y="555"/>
                </a:lnTo>
                <a:lnTo>
                  <a:pt x="43" y="557"/>
                </a:lnTo>
                <a:lnTo>
                  <a:pt x="40" y="560"/>
                </a:lnTo>
                <a:lnTo>
                  <a:pt x="38" y="566"/>
                </a:lnTo>
                <a:lnTo>
                  <a:pt x="36" y="572"/>
                </a:lnTo>
                <a:lnTo>
                  <a:pt x="38" y="577"/>
                </a:lnTo>
                <a:lnTo>
                  <a:pt x="40" y="583"/>
                </a:lnTo>
                <a:lnTo>
                  <a:pt x="43" y="587"/>
                </a:lnTo>
                <a:lnTo>
                  <a:pt x="49" y="589"/>
                </a:lnTo>
                <a:lnTo>
                  <a:pt x="55" y="591"/>
                </a:lnTo>
                <a:lnTo>
                  <a:pt x="166" y="591"/>
                </a:lnTo>
                <a:lnTo>
                  <a:pt x="172" y="589"/>
                </a:lnTo>
                <a:lnTo>
                  <a:pt x="176" y="587"/>
                </a:lnTo>
                <a:lnTo>
                  <a:pt x="182" y="583"/>
                </a:lnTo>
                <a:lnTo>
                  <a:pt x="183" y="577"/>
                </a:lnTo>
                <a:lnTo>
                  <a:pt x="183" y="572"/>
                </a:lnTo>
                <a:lnTo>
                  <a:pt x="183" y="566"/>
                </a:lnTo>
                <a:lnTo>
                  <a:pt x="182" y="560"/>
                </a:lnTo>
                <a:lnTo>
                  <a:pt x="176" y="557"/>
                </a:lnTo>
                <a:lnTo>
                  <a:pt x="172" y="555"/>
                </a:lnTo>
                <a:lnTo>
                  <a:pt x="166" y="553"/>
                </a:lnTo>
                <a:lnTo>
                  <a:pt x="55" y="553"/>
                </a:lnTo>
                <a:close/>
                <a:moveTo>
                  <a:pt x="940" y="517"/>
                </a:moveTo>
                <a:lnTo>
                  <a:pt x="934" y="517"/>
                </a:lnTo>
                <a:lnTo>
                  <a:pt x="928" y="521"/>
                </a:lnTo>
                <a:lnTo>
                  <a:pt x="925" y="524"/>
                </a:lnTo>
                <a:lnTo>
                  <a:pt x="921" y="528"/>
                </a:lnTo>
                <a:lnTo>
                  <a:pt x="921" y="534"/>
                </a:lnTo>
                <a:lnTo>
                  <a:pt x="921" y="541"/>
                </a:lnTo>
                <a:lnTo>
                  <a:pt x="925" y="545"/>
                </a:lnTo>
                <a:lnTo>
                  <a:pt x="928" y="549"/>
                </a:lnTo>
                <a:lnTo>
                  <a:pt x="934" y="553"/>
                </a:lnTo>
                <a:lnTo>
                  <a:pt x="940" y="553"/>
                </a:lnTo>
                <a:lnTo>
                  <a:pt x="1049" y="553"/>
                </a:lnTo>
                <a:lnTo>
                  <a:pt x="1055" y="553"/>
                </a:lnTo>
                <a:lnTo>
                  <a:pt x="1061" y="549"/>
                </a:lnTo>
                <a:lnTo>
                  <a:pt x="1065" y="545"/>
                </a:lnTo>
                <a:lnTo>
                  <a:pt x="1066" y="541"/>
                </a:lnTo>
                <a:lnTo>
                  <a:pt x="1068" y="534"/>
                </a:lnTo>
                <a:lnTo>
                  <a:pt x="1066" y="528"/>
                </a:lnTo>
                <a:lnTo>
                  <a:pt x="1065" y="524"/>
                </a:lnTo>
                <a:lnTo>
                  <a:pt x="1061" y="521"/>
                </a:lnTo>
                <a:lnTo>
                  <a:pt x="1055" y="517"/>
                </a:lnTo>
                <a:lnTo>
                  <a:pt x="1049" y="517"/>
                </a:lnTo>
                <a:lnTo>
                  <a:pt x="940" y="517"/>
                </a:lnTo>
                <a:close/>
                <a:moveTo>
                  <a:pt x="664" y="517"/>
                </a:moveTo>
                <a:lnTo>
                  <a:pt x="737" y="517"/>
                </a:lnTo>
                <a:lnTo>
                  <a:pt x="737" y="886"/>
                </a:lnTo>
                <a:lnTo>
                  <a:pt x="732" y="903"/>
                </a:lnTo>
                <a:lnTo>
                  <a:pt x="719" y="916"/>
                </a:lnTo>
                <a:lnTo>
                  <a:pt x="700" y="922"/>
                </a:lnTo>
                <a:lnTo>
                  <a:pt x="681" y="916"/>
                </a:lnTo>
                <a:lnTo>
                  <a:pt x="667" y="903"/>
                </a:lnTo>
                <a:lnTo>
                  <a:pt x="664" y="886"/>
                </a:lnTo>
                <a:lnTo>
                  <a:pt x="664" y="517"/>
                </a:lnTo>
                <a:close/>
                <a:moveTo>
                  <a:pt x="350" y="517"/>
                </a:moveTo>
                <a:lnTo>
                  <a:pt x="344" y="517"/>
                </a:lnTo>
                <a:lnTo>
                  <a:pt x="338" y="521"/>
                </a:lnTo>
                <a:lnTo>
                  <a:pt x="335" y="524"/>
                </a:lnTo>
                <a:lnTo>
                  <a:pt x="333" y="528"/>
                </a:lnTo>
                <a:lnTo>
                  <a:pt x="331" y="534"/>
                </a:lnTo>
                <a:lnTo>
                  <a:pt x="333" y="541"/>
                </a:lnTo>
                <a:lnTo>
                  <a:pt x="335" y="545"/>
                </a:lnTo>
                <a:lnTo>
                  <a:pt x="338" y="549"/>
                </a:lnTo>
                <a:lnTo>
                  <a:pt x="344" y="553"/>
                </a:lnTo>
                <a:lnTo>
                  <a:pt x="350" y="553"/>
                </a:lnTo>
                <a:lnTo>
                  <a:pt x="459" y="553"/>
                </a:lnTo>
                <a:lnTo>
                  <a:pt x="467" y="553"/>
                </a:lnTo>
                <a:lnTo>
                  <a:pt x="471" y="549"/>
                </a:lnTo>
                <a:lnTo>
                  <a:pt x="475" y="545"/>
                </a:lnTo>
                <a:lnTo>
                  <a:pt x="478" y="541"/>
                </a:lnTo>
                <a:lnTo>
                  <a:pt x="478" y="534"/>
                </a:lnTo>
                <a:lnTo>
                  <a:pt x="478" y="528"/>
                </a:lnTo>
                <a:lnTo>
                  <a:pt x="475" y="524"/>
                </a:lnTo>
                <a:lnTo>
                  <a:pt x="471" y="521"/>
                </a:lnTo>
                <a:lnTo>
                  <a:pt x="467" y="517"/>
                </a:lnTo>
                <a:lnTo>
                  <a:pt x="459" y="517"/>
                </a:lnTo>
                <a:lnTo>
                  <a:pt x="350" y="517"/>
                </a:lnTo>
                <a:close/>
                <a:moveTo>
                  <a:pt x="55" y="479"/>
                </a:moveTo>
                <a:lnTo>
                  <a:pt x="49" y="481"/>
                </a:lnTo>
                <a:lnTo>
                  <a:pt x="43" y="483"/>
                </a:lnTo>
                <a:lnTo>
                  <a:pt x="40" y="487"/>
                </a:lnTo>
                <a:lnTo>
                  <a:pt x="38" y="492"/>
                </a:lnTo>
                <a:lnTo>
                  <a:pt x="36" y="498"/>
                </a:lnTo>
                <a:lnTo>
                  <a:pt x="38" y="504"/>
                </a:lnTo>
                <a:lnTo>
                  <a:pt x="40" y="509"/>
                </a:lnTo>
                <a:lnTo>
                  <a:pt x="43" y="513"/>
                </a:lnTo>
                <a:lnTo>
                  <a:pt x="49" y="515"/>
                </a:lnTo>
                <a:lnTo>
                  <a:pt x="55" y="517"/>
                </a:lnTo>
                <a:lnTo>
                  <a:pt x="166" y="517"/>
                </a:lnTo>
                <a:lnTo>
                  <a:pt x="172" y="515"/>
                </a:lnTo>
                <a:lnTo>
                  <a:pt x="176" y="513"/>
                </a:lnTo>
                <a:lnTo>
                  <a:pt x="182" y="509"/>
                </a:lnTo>
                <a:lnTo>
                  <a:pt x="183" y="504"/>
                </a:lnTo>
                <a:lnTo>
                  <a:pt x="183" y="498"/>
                </a:lnTo>
                <a:lnTo>
                  <a:pt x="183" y="492"/>
                </a:lnTo>
                <a:lnTo>
                  <a:pt x="182" y="487"/>
                </a:lnTo>
                <a:lnTo>
                  <a:pt x="176" y="483"/>
                </a:lnTo>
                <a:lnTo>
                  <a:pt x="172" y="481"/>
                </a:lnTo>
                <a:lnTo>
                  <a:pt x="166" y="479"/>
                </a:lnTo>
                <a:lnTo>
                  <a:pt x="55" y="479"/>
                </a:lnTo>
                <a:close/>
                <a:moveTo>
                  <a:pt x="940" y="443"/>
                </a:moveTo>
                <a:lnTo>
                  <a:pt x="934" y="443"/>
                </a:lnTo>
                <a:lnTo>
                  <a:pt x="928" y="447"/>
                </a:lnTo>
                <a:lnTo>
                  <a:pt x="925" y="451"/>
                </a:lnTo>
                <a:lnTo>
                  <a:pt x="921" y="454"/>
                </a:lnTo>
                <a:lnTo>
                  <a:pt x="921" y="462"/>
                </a:lnTo>
                <a:lnTo>
                  <a:pt x="921" y="468"/>
                </a:lnTo>
                <a:lnTo>
                  <a:pt x="925" y="471"/>
                </a:lnTo>
                <a:lnTo>
                  <a:pt x="928" y="475"/>
                </a:lnTo>
                <a:lnTo>
                  <a:pt x="934" y="479"/>
                </a:lnTo>
                <a:lnTo>
                  <a:pt x="940" y="479"/>
                </a:lnTo>
                <a:lnTo>
                  <a:pt x="1049" y="479"/>
                </a:lnTo>
                <a:lnTo>
                  <a:pt x="1055" y="479"/>
                </a:lnTo>
                <a:lnTo>
                  <a:pt x="1061" y="475"/>
                </a:lnTo>
                <a:lnTo>
                  <a:pt x="1065" y="471"/>
                </a:lnTo>
                <a:lnTo>
                  <a:pt x="1066" y="468"/>
                </a:lnTo>
                <a:lnTo>
                  <a:pt x="1068" y="462"/>
                </a:lnTo>
                <a:lnTo>
                  <a:pt x="1066" y="454"/>
                </a:lnTo>
                <a:lnTo>
                  <a:pt x="1065" y="451"/>
                </a:lnTo>
                <a:lnTo>
                  <a:pt x="1061" y="447"/>
                </a:lnTo>
                <a:lnTo>
                  <a:pt x="1055" y="443"/>
                </a:lnTo>
                <a:lnTo>
                  <a:pt x="1049" y="443"/>
                </a:lnTo>
                <a:lnTo>
                  <a:pt x="940" y="443"/>
                </a:lnTo>
                <a:close/>
                <a:moveTo>
                  <a:pt x="350" y="443"/>
                </a:moveTo>
                <a:lnTo>
                  <a:pt x="344" y="443"/>
                </a:lnTo>
                <a:lnTo>
                  <a:pt x="338" y="447"/>
                </a:lnTo>
                <a:lnTo>
                  <a:pt x="335" y="451"/>
                </a:lnTo>
                <a:lnTo>
                  <a:pt x="333" y="454"/>
                </a:lnTo>
                <a:lnTo>
                  <a:pt x="331" y="462"/>
                </a:lnTo>
                <a:lnTo>
                  <a:pt x="333" y="468"/>
                </a:lnTo>
                <a:lnTo>
                  <a:pt x="335" y="471"/>
                </a:lnTo>
                <a:lnTo>
                  <a:pt x="338" y="475"/>
                </a:lnTo>
                <a:lnTo>
                  <a:pt x="344" y="479"/>
                </a:lnTo>
                <a:lnTo>
                  <a:pt x="350" y="479"/>
                </a:lnTo>
                <a:lnTo>
                  <a:pt x="459" y="479"/>
                </a:lnTo>
                <a:lnTo>
                  <a:pt x="467" y="479"/>
                </a:lnTo>
                <a:lnTo>
                  <a:pt x="471" y="475"/>
                </a:lnTo>
                <a:lnTo>
                  <a:pt x="475" y="471"/>
                </a:lnTo>
                <a:lnTo>
                  <a:pt x="478" y="468"/>
                </a:lnTo>
                <a:lnTo>
                  <a:pt x="478" y="462"/>
                </a:lnTo>
                <a:lnTo>
                  <a:pt x="478" y="454"/>
                </a:lnTo>
                <a:lnTo>
                  <a:pt x="475" y="451"/>
                </a:lnTo>
                <a:lnTo>
                  <a:pt x="471" y="447"/>
                </a:lnTo>
                <a:lnTo>
                  <a:pt x="467" y="443"/>
                </a:lnTo>
                <a:lnTo>
                  <a:pt x="459" y="443"/>
                </a:lnTo>
                <a:lnTo>
                  <a:pt x="350" y="443"/>
                </a:lnTo>
                <a:close/>
                <a:moveTo>
                  <a:pt x="921" y="405"/>
                </a:moveTo>
                <a:lnTo>
                  <a:pt x="1068" y="405"/>
                </a:lnTo>
                <a:lnTo>
                  <a:pt x="1087" y="411"/>
                </a:lnTo>
                <a:lnTo>
                  <a:pt x="1101" y="424"/>
                </a:lnTo>
                <a:lnTo>
                  <a:pt x="1104" y="443"/>
                </a:lnTo>
                <a:lnTo>
                  <a:pt x="1104" y="700"/>
                </a:lnTo>
                <a:lnTo>
                  <a:pt x="1101" y="719"/>
                </a:lnTo>
                <a:lnTo>
                  <a:pt x="1087" y="733"/>
                </a:lnTo>
                <a:lnTo>
                  <a:pt x="1068" y="738"/>
                </a:lnTo>
                <a:lnTo>
                  <a:pt x="921" y="738"/>
                </a:lnTo>
                <a:lnTo>
                  <a:pt x="902" y="733"/>
                </a:lnTo>
                <a:lnTo>
                  <a:pt x="889" y="719"/>
                </a:lnTo>
                <a:lnTo>
                  <a:pt x="885" y="700"/>
                </a:lnTo>
                <a:lnTo>
                  <a:pt x="885" y="443"/>
                </a:lnTo>
                <a:lnTo>
                  <a:pt x="889" y="424"/>
                </a:lnTo>
                <a:lnTo>
                  <a:pt x="902" y="411"/>
                </a:lnTo>
                <a:lnTo>
                  <a:pt x="921" y="405"/>
                </a:lnTo>
                <a:close/>
                <a:moveTo>
                  <a:pt x="645" y="405"/>
                </a:moveTo>
                <a:lnTo>
                  <a:pt x="639" y="407"/>
                </a:lnTo>
                <a:lnTo>
                  <a:pt x="633" y="409"/>
                </a:lnTo>
                <a:lnTo>
                  <a:pt x="630" y="413"/>
                </a:lnTo>
                <a:lnTo>
                  <a:pt x="628" y="418"/>
                </a:lnTo>
                <a:lnTo>
                  <a:pt x="626" y="424"/>
                </a:lnTo>
                <a:lnTo>
                  <a:pt x="628" y="430"/>
                </a:lnTo>
                <a:lnTo>
                  <a:pt x="630" y="436"/>
                </a:lnTo>
                <a:lnTo>
                  <a:pt x="633" y="439"/>
                </a:lnTo>
                <a:lnTo>
                  <a:pt x="639" y="441"/>
                </a:lnTo>
                <a:lnTo>
                  <a:pt x="645" y="443"/>
                </a:lnTo>
                <a:lnTo>
                  <a:pt x="754" y="443"/>
                </a:lnTo>
                <a:lnTo>
                  <a:pt x="760" y="441"/>
                </a:lnTo>
                <a:lnTo>
                  <a:pt x="766" y="439"/>
                </a:lnTo>
                <a:lnTo>
                  <a:pt x="770" y="436"/>
                </a:lnTo>
                <a:lnTo>
                  <a:pt x="773" y="430"/>
                </a:lnTo>
                <a:lnTo>
                  <a:pt x="773" y="424"/>
                </a:lnTo>
                <a:lnTo>
                  <a:pt x="773" y="418"/>
                </a:lnTo>
                <a:lnTo>
                  <a:pt x="770" y="413"/>
                </a:lnTo>
                <a:lnTo>
                  <a:pt x="766" y="409"/>
                </a:lnTo>
                <a:lnTo>
                  <a:pt x="760" y="407"/>
                </a:lnTo>
                <a:lnTo>
                  <a:pt x="754" y="405"/>
                </a:lnTo>
                <a:lnTo>
                  <a:pt x="645" y="405"/>
                </a:lnTo>
                <a:close/>
                <a:moveTo>
                  <a:pt x="331" y="405"/>
                </a:moveTo>
                <a:lnTo>
                  <a:pt x="478" y="405"/>
                </a:lnTo>
                <a:lnTo>
                  <a:pt x="497" y="411"/>
                </a:lnTo>
                <a:lnTo>
                  <a:pt x="511" y="424"/>
                </a:lnTo>
                <a:lnTo>
                  <a:pt x="516" y="443"/>
                </a:lnTo>
                <a:lnTo>
                  <a:pt x="516" y="700"/>
                </a:lnTo>
                <a:lnTo>
                  <a:pt x="511" y="719"/>
                </a:lnTo>
                <a:lnTo>
                  <a:pt x="497" y="733"/>
                </a:lnTo>
                <a:lnTo>
                  <a:pt x="478" y="738"/>
                </a:lnTo>
                <a:lnTo>
                  <a:pt x="331" y="738"/>
                </a:lnTo>
                <a:lnTo>
                  <a:pt x="312" y="733"/>
                </a:lnTo>
                <a:lnTo>
                  <a:pt x="299" y="719"/>
                </a:lnTo>
                <a:lnTo>
                  <a:pt x="295" y="700"/>
                </a:lnTo>
                <a:lnTo>
                  <a:pt x="295" y="443"/>
                </a:lnTo>
                <a:lnTo>
                  <a:pt x="299" y="424"/>
                </a:lnTo>
                <a:lnTo>
                  <a:pt x="312" y="411"/>
                </a:lnTo>
                <a:lnTo>
                  <a:pt x="331" y="405"/>
                </a:lnTo>
                <a:close/>
                <a:moveTo>
                  <a:pt x="55" y="405"/>
                </a:moveTo>
                <a:lnTo>
                  <a:pt x="49" y="407"/>
                </a:lnTo>
                <a:lnTo>
                  <a:pt x="43" y="409"/>
                </a:lnTo>
                <a:lnTo>
                  <a:pt x="40" y="413"/>
                </a:lnTo>
                <a:lnTo>
                  <a:pt x="38" y="418"/>
                </a:lnTo>
                <a:lnTo>
                  <a:pt x="36" y="424"/>
                </a:lnTo>
                <a:lnTo>
                  <a:pt x="38" y="430"/>
                </a:lnTo>
                <a:lnTo>
                  <a:pt x="40" y="436"/>
                </a:lnTo>
                <a:lnTo>
                  <a:pt x="43" y="439"/>
                </a:lnTo>
                <a:lnTo>
                  <a:pt x="49" y="441"/>
                </a:lnTo>
                <a:lnTo>
                  <a:pt x="55" y="443"/>
                </a:lnTo>
                <a:lnTo>
                  <a:pt x="166" y="443"/>
                </a:lnTo>
                <a:lnTo>
                  <a:pt x="172" y="441"/>
                </a:lnTo>
                <a:lnTo>
                  <a:pt x="176" y="439"/>
                </a:lnTo>
                <a:lnTo>
                  <a:pt x="182" y="436"/>
                </a:lnTo>
                <a:lnTo>
                  <a:pt x="183" y="430"/>
                </a:lnTo>
                <a:lnTo>
                  <a:pt x="183" y="424"/>
                </a:lnTo>
                <a:lnTo>
                  <a:pt x="183" y="418"/>
                </a:lnTo>
                <a:lnTo>
                  <a:pt x="182" y="413"/>
                </a:lnTo>
                <a:lnTo>
                  <a:pt x="176" y="409"/>
                </a:lnTo>
                <a:lnTo>
                  <a:pt x="172" y="407"/>
                </a:lnTo>
                <a:lnTo>
                  <a:pt x="166" y="405"/>
                </a:lnTo>
                <a:lnTo>
                  <a:pt x="55" y="405"/>
                </a:lnTo>
                <a:close/>
                <a:moveTo>
                  <a:pt x="645" y="331"/>
                </a:moveTo>
                <a:lnTo>
                  <a:pt x="639" y="333"/>
                </a:lnTo>
                <a:lnTo>
                  <a:pt x="633" y="335"/>
                </a:lnTo>
                <a:lnTo>
                  <a:pt x="630" y="339"/>
                </a:lnTo>
                <a:lnTo>
                  <a:pt x="628" y="345"/>
                </a:lnTo>
                <a:lnTo>
                  <a:pt x="626" y="350"/>
                </a:lnTo>
                <a:lnTo>
                  <a:pt x="628" y="356"/>
                </a:lnTo>
                <a:lnTo>
                  <a:pt x="630" y="362"/>
                </a:lnTo>
                <a:lnTo>
                  <a:pt x="633" y="366"/>
                </a:lnTo>
                <a:lnTo>
                  <a:pt x="639" y="367"/>
                </a:lnTo>
                <a:lnTo>
                  <a:pt x="645" y="369"/>
                </a:lnTo>
                <a:lnTo>
                  <a:pt x="754" y="369"/>
                </a:lnTo>
                <a:lnTo>
                  <a:pt x="760" y="367"/>
                </a:lnTo>
                <a:lnTo>
                  <a:pt x="766" y="366"/>
                </a:lnTo>
                <a:lnTo>
                  <a:pt x="770" y="362"/>
                </a:lnTo>
                <a:lnTo>
                  <a:pt x="773" y="356"/>
                </a:lnTo>
                <a:lnTo>
                  <a:pt x="773" y="350"/>
                </a:lnTo>
                <a:lnTo>
                  <a:pt x="773" y="345"/>
                </a:lnTo>
                <a:lnTo>
                  <a:pt x="770" y="339"/>
                </a:lnTo>
                <a:lnTo>
                  <a:pt x="766" y="335"/>
                </a:lnTo>
                <a:lnTo>
                  <a:pt x="760" y="333"/>
                </a:lnTo>
                <a:lnTo>
                  <a:pt x="754" y="331"/>
                </a:lnTo>
                <a:lnTo>
                  <a:pt x="645" y="331"/>
                </a:lnTo>
                <a:close/>
                <a:moveTo>
                  <a:pt x="55" y="331"/>
                </a:moveTo>
                <a:lnTo>
                  <a:pt x="49" y="333"/>
                </a:lnTo>
                <a:lnTo>
                  <a:pt x="43" y="335"/>
                </a:lnTo>
                <a:lnTo>
                  <a:pt x="40" y="339"/>
                </a:lnTo>
                <a:lnTo>
                  <a:pt x="38" y="345"/>
                </a:lnTo>
                <a:lnTo>
                  <a:pt x="36" y="350"/>
                </a:lnTo>
                <a:lnTo>
                  <a:pt x="38" y="356"/>
                </a:lnTo>
                <a:lnTo>
                  <a:pt x="40" y="362"/>
                </a:lnTo>
                <a:lnTo>
                  <a:pt x="43" y="366"/>
                </a:lnTo>
                <a:lnTo>
                  <a:pt x="49" y="367"/>
                </a:lnTo>
                <a:lnTo>
                  <a:pt x="55" y="369"/>
                </a:lnTo>
                <a:lnTo>
                  <a:pt x="166" y="369"/>
                </a:lnTo>
                <a:lnTo>
                  <a:pt x="172" y="367"/>
                </a:lnTo>
                <a:lnTo>
                  <a:pt x="176" y="366"/>
                </a:lnTo>
                <a:lnTo>
                  <a:pt x="182" y="362"/>
                </a:lnTo>
                <a:lnTo>
                  <a:pt x="183" y="356"/>
                </a:lnTo>
                <a:lnTo>
                  <a:pt x="183" y="350"/>
                </a:lnTo>
                <a:lnTo>
                  <a:pt x="183" y="345"/>
                </a:lnTo>
                <a:lnTo>
                  <a:pt x="182" y="339"/>
                </a:lnTo>
                <a:lnTo>
                  <a:pt x="176" y="335"/>
                </a:lnTo>
                <a:lnTo>
                  <a:pt x="172" y="333"/>
                </a:lnTo>
                <a:lnTo>
                  <a:pt x="166" y="331"/>
                </a:lnTo>
                <a:lnTo>
                  <a:pt x="55" y="331"/>
                </a:lnTo>
                <a:close/>
                <a:moveTo>
                  <a:pt x="36" y="296"/>
                </a:moveTo>
                <a:lnTo>
                  <a:pt x="183" y="296"/>
                </a:lnTo>
                <a:lnTo>
                  <a:pt x="202" y="301"/>
                </a:lnTo>
                <a:lnTo>
                  <a:pt x="216" y="313"/>
                </a:lnTo>
                <a:lnTo>
                  <a:pt x="221" y="331"/>
                </a:lnTo>
                <a:lnTo>
                  <a:pt x="221" y="591"/>
                </a:lnTo>
                <a:lnTo>
                  <a:pt x="216" y="610"/>
                </a:lnTo>
                <a:lnTo>
                  <a:pt x="202" y="623"/>
                </a:lnTo>
                <a:lnTo>
                  <a:pt x="183" y="627"/>
                </a:lnTo>
                <a:lnTo>
                  <a:pt x="36" y="627"/>
                </a:lnTo>
                <a:lnTo>
                  <a:pt x="19" y="623"/>
                </a:lnTo>
                <a:lnTo>
                  <a:pt x="6" y="610"/>
                </a:lnTo>
                <a:lnTo>
                  <a:pt x="0" y="591"/>
                </a:lnTo>
                <a:lnTo>
                  <a:pt x="0" y="331"/>
                </a:lnTo>
                <a:lnTo>
                  <a:pt x="6" y="313"/>
                </a:lnTo>
                <a:lnTo>
                  <a:pt x="19" y="301"/>
                </a:lnTo>
                <a:lnTo>
                  <a:pt x="36" y="296"/>
                </a:lnTo>
                <a:close/>
                <a:moveTo>
                  <a:pt x="645" y="258"/>
                </a:moveTo>
                <a:lnTo>
                  <a:pt x="639" y="260"/>
                </a:lnTo>
                <a:lnTo>
                  <a:pt x="633" y="261"/>
                </a:lnTo>
                <a:lnTo>
                  <a:pt x="630" y="265"/>
                </a:lnTo>
                <a:lnTo>
                  <a:pt x="628" y="271"/>
                </a:lnTo>
                <a:lnTo>
                  <a:pt x="626" y="277"/>
                </a:lnTo>
                <a:lnTo>
                  <a:pt x="628" y="282"/>
                </a:lnTo>
                <a:lnTo>
                  <a:pt x="630" y="288"/>
                </a:lnTo>
                <a:lnTo>
                  <a:pt x="633" y="292"/>
                </a:lnTo>
                <a:lnTo>
                  <a:pt x="639" y="294"/>
                </a:lnTo>
                <a:lnTo>
                  <a:pt x="645" y="296"/>
                </a:lnTo>
                <a:lnTo>
                  <a:pt x="754" y="296"/>
                </a:lnTo>
                <a:lnTo>
                  <a:pt x="760" y="294"/>
                </a:lnTo>
                <a:lnTo>
                  <a:pt x="766" y="292"/>
                </a:lnTo>
                <a:lnTo>
                  <a:pt x="770" y="288"/>
                </a:lnTo>
                <a:lnTo>
                  <a:pt x="773" y="282"/>
                </a:lnTo>
                <a:lnTo>
                  <a:pt x="773" y="277"/>
                </a:lnTo>
                <a:lnTo>
                  <a:pt x="773" y="271"/>
                </a:lnTo>
                <a:lnTo>
                  <a:pt x="770" y="265"/>
                </a:lnTo>
                <a:lnTo>
                  <a:pt x="766" y="261"/>
                </a:lnTo>
                <a:lnTo>
                  <a:pt x="760" y="260"/>
                </a:lnTo>
                <a:lnTo>
                  <a:pt x="754" y="258"/>
                </a:lnTo>
                <a:lnTo>
                  <a:pt x="645" y="258"/>
                </a:lnTo>
                <a:close/>
                <a:moveTo>
                  <a:pt x="645" y="184"/>
                </a:moveTo>
                <a:lnTo>
                  <a:pt x="639" y="186"/>
                </a:lnTo>
                <a:lnTo>
                  <a:pt x="633" y="188"/>
                </a:lnTo>
                <a:lnTo>
                  <a:pt x="630" y="191"/>
                </a:lnTo>
                <a:lnTo>
                  <a:pt x="628" y="197"/>
                </a:lnTo>
                <a:lnTo>
                  <a:pt x="626" y="203"/>
                </a:lnTo>
                <a:lnTo>
                  <a:pt x="628" y="208"/>
                </a:lnTo>
                <a:lnTo>
                  <a:pt x="630" y="214"/>
                </a:lnTo>
                <a:lnTo>
                  <a:pt x="633" y="218"/>
                </a:lnTo>
                <a:lnTo>
                  <a:pt x="639" y="220"/>
                </a:lnTo>
                <a:lnTo>
                  <a:pt x="645" y="222"/>
                </a:lnTo>
                <a:lnTo>
                  <a:pt x="754" y="222"/>
                </a:lnTo>
                <a:lnTo>
                  <a:pt x="760" y="220"/>
                </a:lnTo>
                <a:lnTo>
                  <a:pt x="766" y="218"/>
                </a:lnTo>
                <a:lnTo>
                  <a:pt x="770" y="214"/>
                </a:lnTo>
                <a:lnTo>
                  <a:pt x="773" y="208"/>
                </a:lnTo>
                <a:lnTo>
                  <a:pt x="773" y="203"/>
                </a:lnTo>
                <a:lnTo>
                  <a:pt x="773" y="197"/>
                </a:lnTo>
                <a:lnTo>
                  <a:pt x="770" y="191"/>
                </a:lnTo>
                <a:lnTo>
                  <a:pt x="766" y="188"/>
                </a:lnTo>
                <a:lnTo>
                  <a:pt x="760" y="186"/>
                </a:lnTo>
                <a:lnTo>
                  <a:pt x="754" y="184"/>
                </a:lnTo>
                <a:lnTo>
                  <a:pt x="645" y="184"/>
                </a:lnTo>
                <a:close/>
                <a:moveTo>
                  <a:pt x="626" y="148"/>
                </a:moveTo>
                <a:lnTo>
                  <a:pt x="773" y="148"/>
                </a:lnTo>
                <a:lnTo>
                  <a:pt x="792" y="154"/>
                </a:lnTo>
                <a:lnTo>
                  <a:pt x="806" y="167"/>
                </a:lnTo>
                <a:lnTo>
                  <a:pt x="811" y="184"/>
                </a:lnTo>
                <a:lnTo>
                  <a:pt x="811" y="443"/>
                </a:lnTo>
                <a:lnTo>
                  <a:pt x="806" y="462"/>
                </a:lnTo>
                <a:lnTo>
                  <a:pt x="792" y="475"/>
                </a:lnTo>
                <a:lnTo>
                  <a:pt x="773" y="479"/>
                </a:lnTo>
                <a:lnTo>
                  <a:pt x="626" y="479"/>
                </a:lnTo>
                <a:lnTo>
                  <a:pt x="607" y="475"/>
                </a:lnTo>
                <a:lnTo>
                  <a:pt x="594" y="462"/>
                </a:lnTo>
                <a:lnTo>
                  <a:pt x="590" y="443"/>
                </a:lnTo>
                <a:lnTo>
                  <a:pt x="590" y="184"/>
                </a:lnTo>
                <a:lnTo>
                  <a:pt x="594" y="167"/>
                </a:lnTo>
                <a:lnTo>
                  <a:pt x="607" y="154"/>
                </a:lnTo>
                <a:lnTo>
                  <a:pt x="626" y="148"/>
                </a:lnTo>
                <a:close/>
                <a:moveTo>
                  <a:pt x="995" y="0"/>
                </a:moveTo>
                <a:lnTo>
                  <a:pt x="1014" y="6"/>
                </a:lnTo>
                <a:lnTo>
                  <a:pt x="1027" y="19"/>
                </a:lnTo>
                <a:lnTo>
                  <a:pt x="1031" y="36"/>
                </a:lnTo>
                <a:lnTo>
                  <a:pt x="1031" y="369"/>
                </a:lnTo>
                <a:lnTo>
                  <a:pt x="957" y="369"/>
                </a:lnTo>
                <a:lnTo>
                  <a:pt x="957" y="36"/>
                </a:lnTo>
                <a:lnTo>
                  <a:pt x="962" y="19"/>
                </a:lnTo>
                <a:lnTo>
                  <a:pt x="976" y="6"/>
                </a:lnTo>
                <a:lnTo>
                  <a:pt x="995" y="0"/>
                </a:lnTo>
                <a:close/>
                <a:moveTo>
                  <a:pt x="700" y="0"/>
                </a:moveTo>
                <a:lnTo>
                  <a:pt x="719" y="6"/>
                </a:lnTo>
                <a:lnTo>
                  <a:pt x="732" y="19"/>
                </a:lnTo>
                <a:lnTo>
                  <a:pt x="737" y="36"/>
                </a:lnTo>
                <a:lnTo>
                  <a:pt x="737" y="110"/>
                </a:lnTo>
                <a:lnTo>
                  <a:pt x="664" y="110"/>
                </a:lnTo>
                <a:lnTo>
                  <a:pt x="664" y="36"/>
                </a:lnTo>
                <a:lnTo>
                  <a:pt x="667" y="19"/>
                </a:lnTo>
                <a:lnTo>
                  <a:pt x="681" y="6"/>
                </a:lnTo>
                <a:lnTo>
                  <a:pt x="700" y="0"/>
                </a:lnTo>
                <a:close/>
                <a:moveTo>
                  <a:pt x="405" y="0"/>
                </a:moveTo>
                <a:lnTo>
                  <a:pt x="424" y="6"/>
                </a:lnTo>
                <a:lnTo>
                  <a:pt x="437" y="19"/>
                </a:lnTo>
                <a:lnTo>
                  <a:pt x="442" y="36"/>
                </a:lnTo>
                <a:lnTo>
                  <a:pt x="442" y="369"/>
                </a:lnTo>
                <a:lnTo>
                  <a:pt x="369" y="369"/>
                </a:lnTo>
                <a:lnTo>
                  <a:pt x="369" y="36"/>
                </a:lnTo>
                <a:lnTo>
                  <a:pt x="373" y="19"/>
                </a:lnTo>
                <a:lnTo>
                  <a:pt x="386" y="6"/>
                </a:lnTo>
                <a:lnTo>
                  <a:pt x="405" y="0"/>
                </a:lnTo>
                <a:close/>
                <a:moveTo>
                  <a:pt x="110" y="0"/>
                </a:moveTo>
                <a:lnTo>
                  <a:pt x="129" y="6"/>
                </a:lnTo>
                <a:lnTo>
                  <a:pt x="142" y="19"/>
                </a:lnTo>
                <a:lnTo>
                  <a:pt x="147" y="36"/>
                </a:lnTo>
                <a:lnTo>
                  <a:pt x="147" y="258"/>
                </a:lnTo>
                <a:lnTo>
                  <a:pt x="74" y="258"/>
                </a:lnTo>
                <a:lnTo>
                  <a:pt x="74" y="36"/>
                </a:lnTo>
                <a:lnTo>
                  <a:pt x="79" y="19"/>
                </a:lnTo>
                <a:lnTo>
                  <a:pt x="93" y="6"/>
                </a:lnTo>
                <a:lnTo>
                  <a:pt x="11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56876" y="2945739"/>
            <a:ext cx="1080000" cy="966522"/>
          </a:xfrm>
          <a:custGeom>
            <a:avLst/>
            <a:gdLst>
              <a:gd name="T0" fmla="*/ 592 w 1104"/>
              <a:gd name="T1" fmla="*/ 869 h 988"/>
              <a:gd name="T2" fmla="*/ 586 w 1104"/>
              <a:gd name="T3" fmla="*/ 967 h 988"/>
              <a:gd name="T4" fmla="*/ 552 w 1104"/>
              <a:gd name="T5" fmla="*/ 988 h 988"/>
              <a:gd name="T6" fmla="*/ 518 w 1104"/>
              <a:gd name="T7" fmla="*/ 967 h 988"/>
              <a:gd name="T8" fmla="*/ 513 w 1104"/>
              <a:gd name="T9" fmla="*/ 869 h 988"/>
              <a:gd name="T10" fmla="*/ 157 w 1104"/>
              <a:gd name="T11" fmla="*/ 712 h 988"/>
              <a:gd name="T12" fmla="*/ 151 w 1104"/>
              <a:gd name="T13" fmla="*/ 967 h 988"/>
              <a:gd name="T14" fmla="*/ 117 w 1104"/>
              <a:gd name="T15" fmla="*/ 988 h 988"/>
              <a:gd name="T16" fmla="*/ 83 w 1104"/>
              <a:gd name="T17" fmla="*/ 967 h 988"/>
              <a:gd name="T18" fmla="*/ 78 w 1104"/>
              <a:gd name="T19" fmla="*/ 712 h 988"/>
              <a:gd name="T20" fmla="*/ 1025 w 1104"/>
              <a:gd name="T21" fmla="*/ 553 h 988"/>
              <a:gd name="T22" fmla="*/ 1021 w 1104"/>
              <a:gd name="T23" fmla="*/ 967 h 988"/>
              <a:gd name="T24" fmla="*/ 985 w 1104"/>
              <a:gd name="T25" fmla="*/ 988 h 988"/>
              <a:gd name="T26" fmla="*/ 951 w 1104"/>
              <a:gd name="T27" fmla="*/ 967 h 988"/>
              <a:gd name="T28" fmla="*/ 947 w 1104"/>
              <a:gd name="T29" fmla="*/ 553 h 988"/>
              <a:gd name="T30" fmla="*/ 632 w 1104"/>
              <a:gd name="T31" fmla="*/ 473 h 988"/>
              <a:gd name="T32" fmla="*/ 666 w 1104"/>
              <a:gd name="T33" fmla="*/ 494 h 988"/>
              <a:gd name="T34" fmla="*/ 671 w 1104"/>
              <a:gd name="T35" fmla="*/ 789 h 988"/>
              <a:gd name="T36" fmla="*/ 651 w 1104"/>
              <a:gd name="T37" fmla="*/ 823 h 988"/>
              <a:gd name="T38" fmla="*/ 473 w 1104"/>
              <a:gd name="T39" fmla="*/ 829 h 988"/>
              <a:gd name="T40" fmla="*/ 439 w 1104"/>
              <a:gd name="T41" fmla="*/ 810 h 988"/>
              <a:gd name="T42" fmla="*/ 433 w 1104"/>
              <a:gd name="T43" fmla="*/ 513 h 988"/>
              <a:gd name="T44" fmla="*/ 454 w 1104"/>
              <a:gd name="T45" fmla="*/ 479 h 988"/>
              <a:gd name="T46" fmla="*/ 40 w 1104"/>
              <a:gd name="T47" fmla="*/ 316 h 988"/>
              <a:gd name="T48" fmla="*/ 218 w 1104"/>
              <a:gd name="T49" fmla="*/ 322 h 988"/>
              <a:gd name="T50" fmla="*/ 236 w 1104"/>
              <a:gd name="T51" fmla="*/ 356 h 988"/>
              <a:gd name="T52" fmla="*/ 231 w 1104"/>
              <a:gd name="T53" fmla="*/ 651 h 988"/>
              <a:gd name="T54" fmla="*/ 197 w 1104"/>
              <a:gd name="T55" fmla="*/ 672 h 988"/>
              <a:gd name="T56" fmla="*/ 19 w 1104"/>
              <a:gd name="T57" fmla="*/ 666 h 988"/>
              <a:gd name="T58" fmla="*/ 0 w 1104"/>
              <a:gd name="T59" fmla="*/ 632 h 988"/>
              <a:gd name="T60" fmla="*/ 6 w 1104"/>
              <a:gd name="T61" fmla="*/ 335 h 988"/>
              <a:gd name="T62" fmla="*/ 40 w 1104"/>
              <a:gd name="T63" fmla="*/ 316 h 988"/>
              <a:gd name="T64" fmla="*/ 1065 w 1104"/>
              <a:gd name="T65" fmla="*/ 157 h 988"/>
              <a:gd name="T66" fmla="*/ 1099 w 1104"/>
              <a:gd name="T67" fmla="*/ 178 h 988"/>
              <a:gd name="T68" fmla="*/ 1104 w 1104"/>
              <a:gd name="T69" fmla="*/ 473 h 988"/>
              <a:gd name="T70" fmla="*/ 1085 w 1104"/>
              <a:gd name="T71" fmla="*/ 507 h 988"/>
              <a:gd name="T72" fmla="*/ 908 w 1104"/>
              <a:gd name="T73" fmla="*/ 513 h 988"/>
              <a:gd name="T74" fmla="*/ 874 w 1104"/>
              <a:gd name="T75" fmla="*/ 494 h 988"/>
              <a:gd name="T76" fmla="*/ 868 w 1104"/>
              <a:gd name="T77" fmla="*/ 197 h 988"/>
              <a:gd name="T78" fmla="*/ 887 w 1104"/>
              <a:gd name="T79" fmla="*/ 163 h 988"/>
              <a:gd name="T80" fmla="*/ 985 w 1104"/>
              <a:gd name="T81" fmla="*/ 0 h 988"/>
              <a:gd name="T82" fmla="*/ 1021 w 1104"/>
              <a:gd name="T83" fmla="*/ 19 h 988"/>
              <a:gd name="T84" fmla="*/ 1025 w 1104"/>
              <a:gd name="T85" fmla="*/ 120 h 988"/>
              <a:gd name="T86" fmla="*/ 947 w 1104"/>
              <a:gd name="T87" fmla="*/ 40 h 988"/>
              <a:gd name="T88" fmla="*/ 966 w 1104"/>
              <a:gd name="T89" fmla="*/ 6 h 988"/>
              <a:gd name="T90" fmla="*/ 552 w 1104"/>
              <a:gd name="T91" fmla="*/ 0 h 988"/>
              <a:gd name="T92" fmla="*/ 586 w 1104"/>
              <a:gd name="T93" fmla="*/ 19 h 988"/>
              <a:gd name="T94" fmla="*/ 592 w 1104"/>
              <a:gd name="T95" fmla="*/ 436 h 988"/>
              <a:gd name="T96" fmla="*/ 513 w 1104"/>
              <a:gd name="T97" fmla="*/ 40 h 988"/>
              <a:gd name="T98" fmla="*/ 531 w 1104"/>
              <a:gd name="T99" fmla="*/ 6 h 988"/>
              <a:gd name="T100" fmla="*/ 117 w 1104"/>
              <a:gd name="T101" fmla="*/ 0 h 988"/>
              <a:gd name="T102" fmla="*/ 151 w 1104"/>
              <a:gd name="T103" fmla="*/ 19 h 988"/>
              <a:gd name="T104" fmla="*/ 157 w 1104"/>
              <a:gd name="T105" fmla="*/ 277 h 988"/>
              <a:gd name="T106" fmla="*/ 78 w 1104"/>
              <a:gd name="T107" fmla="*/ 40 h 988"/>
              <a:gd name="T108" fmla="*/ 98 w 1104"/>
              <a:gd name="T109" fmla="*/ 6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04" h="988">
                <a:moveTo>
                  <a:pt x="513" y="869"/>
                </a:moveTo>
                <a:lnTo>
                  <a:pt x="592" y="869"/>
                </a:lnTo>
                <a:lnTo>
                  <a:pt x="592" y="948"/>
                </a:lnTo>
                <a:lnTo>
                  <a:pt x="586" y="967"/>
                </a:lnTo>
                <a:lnTo>
                  <a:pt x="571" y="982"/>
                </a:lnTo>
                <a:lnTo>
                  <a:pt x="552" y="988"/>
                </a:lnTo>
                <a:lnTo>
                  <a:pt x="531" y="982"/>
                </a:lnTo>
                <a:lnTo>
                  <a:pt x="518" y="967"/>
                </a:lnTo>
                <a:lnTo>
                  <a:pt x="513" y="948"/>
                </a:lnTo>
                <a:lnTo>
                  <a:pt x="513" y="869"/>
                </a:lnTo>
                <a:close/>
                <a:moveTo>
                  <a:pt x="78" y="712"/>
                </a:moveTo>
                <a:lnTo>
                  <a:pt x="157" y="712"/>
                </a:lnTo>
                <a:lnTo>
                  <a:pt x="157" y="948"/>
                </a:lnTo>
                <a:lnTo>
                  <a:pt x="151" y="967"/>
                </a:lnTo>
                <a:lnTo>
                  <a:pt x="138" y="982"/>
                </a:lnTo>
                <a:lnTo>
                  <a:pt x="117" y="988"/>
                </a:lnTo>
                <a:lnTo>
                  <a:pt x="98" y="982"/>
                </a:lnTo>
                <a:lnTo>
                  <a:pt x="83" y="967"/>
                </a:lnTo>
                <a:lnTo>
                  <a:pt x="78" y="948"/>
                </a:lnTo>
                <a:lnTo>
                  <a:pt x="78" y="712"/>
                </a:lnTo>
                <a:close/>
                <a:moveTo>
                  <a:pt x="947" y="553"/>
                </a:moveTo>
                <a:lnTo>
                  <a:pt x="1025" y="553"/>
                </a:lnTo>
                <a:lnTo>
                  <a:pt x="1025" y="948"/>
                </a:lnTo>
                <a:lnTo>
                  <a:pt x="1021" y="967"/>
                </a:lnTo>
                <a:lnTo>
                  <a:pt x="1006" y="982"/>
                </a:lnTo>
                <a:lnTo>
                  <a:pt x="985" y="988"/>
                </a:lnTo>
                <a:lnTo>
                  <a:pt x="966" y="982"/>
                </a:lnTo>
                <a:lnTo>
                  <a:pt x="951" y="967"/>
                </a:lnTo>
                <a:lnTo>
                  <a:pt x="947" y="948"/>
                </a:lnTo>
                <a:lnTo>
                  <a:pt x="947" y="553"/>
                </a:lnTo>
                <a:close/>
                <a:moveTo>
                  <a:pt x="473" y="473"/>
                </a:moveTo>
                <a:lnTo>
                  <a:pt x="632" y="473"/>
                </a:lnTo>
                <a:lnTo>
                  <a:pt x="651" y="479"/>
                </a:lnTo>
                <a:lnTo>
                  <a:pt x="666" y="494"/>
                </a:lnTo>
                <a:lnTo>
                  <a:pt x="671" y="513"/>
                </a:lnTo>
                <a:lnTo>
                  <a:pt x="671" y="789"/>
                </a:lnTo>
                <a:lnTo>
                  <a:pt x="666" y="810"/>
                </a:lnTo>
                <a:lnTo>
                  <a:pt x="651" y="823"/>
                </a:lnTo>
                <a:lnTo>
                  <a:pt x="632" y="829"/>
                </a:lnTo>
                <a:lnTo>
                  <a:pt x="473" y="829"/>
                </a:lnTo>
                <a:lnTo>
                  <a:pt x="454" y="823"/>
                </a:lnTo>
                <a:lnTo>
                  <a:pt x="439" y="810"/>
                </a:lnTo>
                <a:lnTo>
                  <a:pt x="433" y="789"/>
                </a:lnTo>
                <a:lnTo>
                  <a:pt x="433" y="513"/>
                </a:lnTo>
                <a:lnTo>
                  <a:pt x="439" y="494"/>
                </a:lnTo>
                <a:lnTo>
                  <a:pt x="454" y="479"/>
                </a:lnTo>
                <a:lnTo>
                  <a:pt x="473" y="473"/>
                </a:lnTo>
                <a:close/>
                <a:moveTo>
                  <a:pt x="40" y="316"/>
                </a:moveTo>
                <a:lnTo>
                  <a:pt x="197" y="316"/>
                </a:lnTo>
                <a:lnTo>
                  <a:pt x="218" y="322"/>
                </a:lnTo>
                <a:lnTo>
                  <a:pt x="231" y="335"/>
                </a:lnTo>
                <a:lnTo>
                  <a:pt x="236" y="356"/>
                </a:lnTo>
                <a:lnTo>
                  <a:pt x="236" y="632"/>
                </a:lnTo>
                <a:lnTo>
                  <a:pt x="231" y="651"/>
                </a:lnTo>
                <a:lnTo>
                  <a:pt x="218" y="666"/>
                </a:lnTo>
                <a:lnTo>
                  <a:pt x="197" y="672"/>
                </a:lnTo>
                <a:lnTo>
                  <a:pt x="40" y="672"/>
                </a:lnTo>
                <a:lnTo>
                  <a:pt x="19" y="666"/>
                </a:lnTo>
                <a:lnTo>
                  <a:pt x="6" y="651"/>
                </a:lnTo>
                <a:lnTo>
                  <a:pt x="0" y="632"/>
                </a:lnTo>
                <a:lnTo>
                  <a:pt x="0" y="356"/>
                </a:lnTo>
                <a:lnTo>
                  <a:pt x="6" y="335"/>
                </a:lnTo>
                <a:lnTo>
                  <a:pt x="19" y="322"/>
                </a:lnTo>
                <a:lnTo>
                  <a:pt x="40" y="316"/>
                </a:lnTo>
                <a:close/>
                <a:moveTo>
                  <a:pt x="908" y="157"/>
                </a:moveTo>
                <a:lnTo>
                  <a:pt x="1065" y="157"/>
                </a:lnTo>
                <a:lnTo>
                  <a:pt x="1085" y="163"/>
                </a:lnTo>
                <a:lnTo>
                  <a:pt x="1099" y="178"/>
                </a:lnTo>
                <a:lnTo>
                  <a:pt x="1104" y="197"/>
                </a:lnTo>
                <a:lnTo>
                  <a:pt x="1104" y="473"/>
                </a:lnTo>
                <a:lnTo>
                  <a:pt x="1099" y="494"/>
                </a:lnTo>
                <a:lnTo>
                  <a:pt x="1085" y="507"/>
                </a:lnTo>
                <a:lnTo>
                  <a:pt x="1065" y="513"/>
                </a:lnTo>
                <a:lnTo>
                  <a:pt x="908" y="513"/>
                </a:lnTo>
                <a:lnTo>
                  <a:pt x="887" y="507"/>
                </a:lnTo>
                <a:lnTo>
                  <a:pt x="874" y="494"/>
                </a:lnTo>
                <a:lnTo>
                  <a:pt x="868" y="473"/>
                </a:lnTo>
                <a:lnTo>
                  <a:pt x="868" y="197"/>
                </a:lnTo>
                <a:lnTo>
                  <a:pt x="874" y="178"/>
                </a:lnTo>
                <a:lnTo>
                  <a:pt x="887" y="163"/>
                </a:lnTo>
                <a:lnTo>
                  <a:pt x="908" y="157"/>
                </a:lnTo>
                <a:close/>
                <a:moveTo>
                  <a:pt x="985" y="0"/>
                </a:moveTo>
                <a:lnTo>
                  <a:pt x="1006" y="6"/>
                </a:lnTo>
                <a:lnTo>
                  <a:pt x="1021" y="19"/>
                </a:lnTo>
                <a:lnTo>
                  <a:pt x="1025" y="40"/>
                </a:lnTo>
                <a:lnTo>
                  <a:pt x="1025" y="120"/>
                </a:lnTo>
                <a:lnTo>
                  <a:pt x="947" y="120"/>
                </a:lnTo>
                <a:lnTo>
                  <a:pt x="947" y="40"/>
                </a:lnTo>
                <a:lnTo>
                  <a:pt x="951" y="19"/>
                </a:lnTo>
                <a:lnTo>
                  <a:pt x="966" y="6"/>
                </a:lnTo>
                <a:lnTo>
                  <a:pt x="985" y="0"/>
                </a:lnTo>
                <a:close/>
                <a:moveTo>
                  <a:pt x="552" y="0"/>
                </a:moveTo>
                <a:lnTo>
                  <a:pt x="571" y="6"/>
                </a:lnTo>
                <a:lnTo>
                  <a:pt x="586" y="19"/>
                </a:lnTo>
                <a:lnTo>
                  <a:pt x="592" y="40"/>
                </a:lnTo>
                <a:lnTo>
                  <a:pt x="592" y="436"/>
                </a:lnTo>
                <a:lnTo>
                  <a:pt x="513" y="436"/>
                </a:lnTo>
                <a:lnTo>
                  <a:pt x="513" y="40"/>
                </a:lnTo>
                <a:lnTo>
                  <a:pt x="518" y="19"/>
                </a:lnTo>
                <a:lnTo>
                  <a:pt x="531" y="6"/>
                </a:lnTo>
                <a:lnTo>
                  <a:pt x="552" y="0"/>
                </a:lnTo>
                <a:close/>
                <a:moveTo>
                  <a:pt x="117" y="0"/>
                </a:moveTo>
                <a:lnTo>
                  <a:pt x="138" y="6"/>
                </a:lnTo>
                <a:lnTo>
                  <a:pt x="151" y="19"/>
                </a:lnTo>
                <a:lnTo>
                  <a:pt x="157" y="40"/>
                </a:lnTo>
                <a:lnTo>
                  <a:pt x="157" y="277"/>
                </a:lnTo>
                <a:lnTo>
                  <a:pt x="78" y="277"/>
                </a:lnTo>
                <a:lnTo>
                  <a:pt x="78" y="40"/>
                </a:lnTo>
                <a:lnTo>
                  <a:pt x="83" y="19"/>
                </a:lnTo>
                <a:lnTo>
                  <a:pt x="98" y="6"/>
                </a:lnTo>
                <a:lnTo>
                  <a:pt x="11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9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16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Definition Labels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HD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HD 2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HD 3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 2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 3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572" y="1400592"/>
            <a:ext cx="1080000" cy="766840"/>
          </a:xfrm>
          <a:custGeom>
            <a:avLst/>
            <a:gdLst>
              <a:gd name="T0" fmla="*/ 683 w 1076"/>
              <a:gd name="T1" fmla="*/ 276 h 764"/>
              <a:gd name="T2" fmla="*/ 724 w 1076"/>
              <a:gd name="T3" fmla="*/ 278 h 764"/>
              <a:gd name="T4" fmla="*/ 754 w 1076"/>
              <a:gd name="T5" fmla="*/ 285 h 764"/>
              <a:gd name="T6" fmla="*/ 783 w 1076"/>
              <a:gd name="T7" fmla="*/ 310 h 764"/>
              <a:gd name="T8" fmla="*/ 798 w 1076"/>
              <a:gd name="T9" fmla="*/ 357 h 764"/>
              <a:gd name="T10" fmla="*/ 798 w 1076"/>
              <a:gd name="T11" fmla="*/ 433 h 764"/>
              <a:gd name="T12" fmla="*/ 789 w 1076"/>
              <a:gd name="T13" fmla="*/ 467 h 764"/>
              <a:gd name="T14" fmla="*/ 779 w 1076"/>
              <a:gd name="T15" fmla="*/ 475 h 764"/>
              <a:gd name="T16" fmla="*/ 770 w 1076"/>
              <a:gd name="T17" fmla="*/ 478 h 764"/>
              <a:gd name="T18" fmla="*/ 766 w 1076"/>
              <a:gd name="T19" fmla="*/ 480 h 764"/>
              <a:gd name="T20" fmla="*/ 760 w 1076"/>
              <a:gd name="T21" fmla="*/ 482 h 764"/>
              <a:gd name="T22" fmla="*/ 749 w 1076"/>
              <a:gd name="T23" fmla="*/ 484 h 764"/>
              <a:gd name="T24" fmla="*/ 722 w 1076"/>
              <a:gd name="T25" fmla="*/ 486 h 764"/>
              <a:gd name="T26" fmla="*/ 660 w 1076"/>
              <a:gd name="T27" fmla="*/ 486 h 764"/>
              <a:gd name="T28" fmla="*/ 588 w 1076"/>
              <a:gd name="T29" fmla="*/ 208 h 764"/>
              <a:gd name="T30" fmla="*/ 705 w 1076"/>
              <a:gd name="T31" fmla="*/ 556 h 764"/>
              <a:gd name="T32" fmla="*/ 773 w 1076"/>
              <a:gd name="T33" fmla="*/ 548 h 764"/>
              <a:gd name="T34" fmla="*/ 811 w 1076"/>
              <a:gd name="T35" fmla="*/ 526 h 764"/>
              <a:gd name="T36" fmla="*/ 841 w 1076"/>
              <a:gd name="T37" fmla="*/ 492 h 764"/>
              <a:gd name="T38" fmla="*/ 860 w 1076"/>
              <a:gd name="T39" fmla="*/ 442 h 764"/>
              <a:gd name="T40" fmla="*/ 866 w 1076"/>
              <a:gd name="T41" fmla="*/ 405 h 764"/>
              <a:gd name="T42" fmla="*/ 864 w 1076"/>
              <a:gd name="T43" fmla="*/ 350 h 764"/>
              <a:gd name="T44" fmla="*/ 840 w 1076"/>
              <a:gd name="T45" fmla="*/ 276 h 764"/>
              <a:gd name="T46" fmla="*/ 806 w 1076"/>
              <a:gd name="T47" fmla="*/ 234 h 764"/>
              <a:gd name="T48" fmla="*/ 773 w 1076"/>
              <a:gd name="T49" fmla="*/ 215 h 764"/>
              <a:gd name="T50" fmla="*/ 702 w 1076"/>
              <a:gd name="T51" fmla="*/ 208 h 764"/>
              <a:gd name="T52" fmla="*/ 242 w 1076"/>
              <a:gd name="T53" fmla="*/ 208 h 764"/>
              <a:gd name="T54" fmla="*/ 312 w 1076"/>
              <a:gd name="T55" fmla="*/ 556 h 764"/>
              <a:gd name="T56" fmla="*/ 450 w 1076"/>
              <a:gd name="T57" fmla="*/ 416 h 764"/>
              <a:gd name="T58" fmla="*/ 520 w 1076"/>
              <a:gd name="T59" fmla="*/ 556 h 764"/>
              <a:gd name="T60" fmla="*/ 450 w 1076"/>
              <a:gd name="T61" fmla="*/ 208 h 764"/>
              <a:gd name="T62" fmla="*/ 312 w 1076"/>
              <a:gd name="T63" fmla="*/ 346 h 764"/>
              <a:gd name="T64" fmla="*/ 242 w 1076"/>
              <a:gd name="T65" fmla="*/ 208 h 764"/>
              <a:gd name="T66" fmla="*/ 902 w 1076"/>
              <a:gd name="T67" fmla="*/ 0 h 764"/>
              <a:gd name="T68" fmla="*/ 979 w 1076"/>
              <a:gd name="T69" fmla="*/ 17 h 764"/>
              <a:gd name="T70" fmla="*/ 1038 w 1076"/>
              <a:gd name="T71" fmla="*/ 64 h 764"/>
              <a:gd name="T72" fmla="*/ 1072 w 1076"/>
              <a:gd name="T73" fmla="*/ 134 h 764"/>
              <a:gd name="T74" fmla="*/ 1076 w 1076"/>
              <a:gd name="T75" fmla="*/ 590 h 764"/>
              <a:gd name="T76" fmla="*/ 1059 w 1076"/>
              <a:gd name="T77" fmla="*/ 666 h 764"/>
              <a:gd name="T78" fmla="*/ 1012 w 1076"/>
              <a:gd name="T79" fmla="*/ 726 h 764"/>
              <a:gd name="T80" fmla="*/ 942 w 1076"/>
              <a:gd name="T81" fmla="*/ 758 h 764"/>
              <a:gd name="T82" fmla="*/ 174 w 1076"/>
              <a:gd name="T83" fmla="*/ 764 h 764"/>
              <a:gd name="T84" fmla="*/ 96 w 1076"/>
              <a:gd name="T85" fmla="*/ 745 h 764"/>
              <a:gd name="T86" fmla="*/ 38 w 1076"/>
              <a:gd name="T87" fmla="*/ 698 h 764"/>
              <a:gd name="T88" fmla="*/ 4 w 1076"/>
              <a:gd name="T89" fmla="*/ 630 h 764"/>
              <a:gd name="T90" fmla="*/ 0 w 1076"/>
              <a:gd name="T91" fmla="*/ 174 h 764"/>
              <a:gd name="T92" fmla="*/ 17 w 1076"/>
              <a:gd name="T93" fmla="*/ 96 h 764"/>
              <a:gd name="T94" fmla="*/ 64 w 1076"/>
              <a:gd name="T95" fmla="*/ 38 h 764"/>
              <a:gd name="T96" fmla="*/ 134 w 1076"/>
              <a:gd name="T97" fmla="*/ 4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76" h="764">
                <a:moveTo>
                  <a:pt x="660" y="276"/>
                </a:moveTo>
                <a:lnTo>
                  <a:pt x="683" y="276"/>
                </a:lnTo>
                <a:lnTo>
                  <a:pt x="709" y="276"/>
                </a:lnTo>
                <a:lnTo>
                  <a:pt x="724" y="278"/>
                </a:lnTo>
                <a:lnTo>
                  <a:pt x="736" y="280"/>
                </a:lnTo>
                <a:lnTo>
                  <a:pt x="754" y="285"/>
                </a:lnTo>
                <a:lnTo>
                  <a:pt x="770" y="297"/>
                </a:lnTo>
                <a:lnTo>
                  <a:pt x="783" y="310"/>
                </a:lnTo>
                <a:lnTo>
                  <a:pt x="792" y="329"/>
                </a:lnTo>
                <a:lnTo>
                  <a:pt x="798" y="357"/>
                </a:lnTo>
                <a:lnTo>
                  <a:pt x="800" y="395"/>
                </a:lnTo>
                <a:lnTo>
                  <a:pt x="798" y="433"/>
                </a:lnTo>
                <a:lnTo>
                  <a:pt x="792" y="463"/>
                </a:lnTo>
                <a:lnTo>
                  <a:pt x="789" y="467"/>
                </a:lnTo>
                <a:lnTo>
                  <a:pt x="785" y="471"/>
                </a:lnTo>
                <a:lnTo>
                  <a:pt x="779" y="475"/>
                </a:lnTo>
                <a:lnTo>
                  <a:pt x="773" y="476"/>
                </a:lnTo>
                <a:lnTo>
                  <a:pt x="770" y="478"/>
                </a:lnTo>
                <a:lnTo>
                  <a:pt x="766" y="480"/>
                </a:lnTo>
                <a:lnTo>
                  <a:pt x="766" y="480"/>
                </a:lnTo>
                <a:lnTo>
                  <a:pt x="764" y="480"/>
                </a:lnTo>
                <a:lnTo>
                  <a:pt x="760" y="482"/>
                </a:lnTo>
                <a:lnTo>
                  <a:pt x="756" y="482"/>
                </a:lnTo>
                <a:lnTo>
                  <a:pt x="749" y="484"/>
                </a:lnTo>
                <a:lnTo>
                  <a:pt x="741" y="484"/>
                </a:lnTo>
                <a:lnTo>
                  <a:pt x="722" y="486"/>
                </a:lnTo>
                <a:lnTo>
                  <a:pt x="696" y="486"/>
                </a:lnTo>
                <a:lnTo>
                  <a:pt x="660" y="486"/>
                </a:lnTo>
                <a:lnTo>
                  <a:pt x="660" y="276"/>
                </a:lnTo>
                <a:close/>
                <a:moveTo>
                  <a:pt x="588" y="208"/>
                </a:moveTo>
                <a:lnTo>
                  <a:pt x="588" y="556"/>
                </a:lnTo>
                <a:lnTo>
                  <a:pt x="705" y="556"/>
                </a:lnTo>
                <a:lnTo>
                  <a:pt x="743" y="554"/>
                </a:lnTo>
                <a:lnTo>
                  <a:pt x="773" y="548"/>
                </a:lnTo>
                <a:lnTo>
                  <a:pt x="794" y="539"/>
                </a:lnTo>
                <a:lnTo>
                  <a:pt x="811" y="526"/>
                </a:lnTo>
                <a:lnTo>
                  <a:pt x="826" y="512"/>
                </a:lnTo>
                <a:lnTo>
                  <a:pt x="841" y="492"/>
                </a:lnTo>
                <a:lnTo>
                  <a:pt x="853" y="467"/>
                </a:lnTo>
                <a:lnTo>
                  <a:pt x="860" y="442"/>
                </a:lnTo>
                <a:lnTo>
                  <a:pt x="864" y="420"/>
                </a:lnTo>
                <a:lnTo>
                  <a:pt x="866" y="405"/>
                </a:lnTo>
                <a:lnTo>
                  <a:pt x="868" y="397"/>
                </a:lnTo>
                <a:lnTo>
                  <a:pt x="864" y="350"/>
                </a:lnTo>
                <a:lnTo>
                  <a:pt x="855" y="310"/>
                </a:lnTo>
                <a:lnTo>
                  <a:pt x="840" y="276"/>
                </a:lnTo>
                <a:lnTo>
                  <a:pt x="819" y="249"/>
                </a:lnTo>
                <a:lnTo>
                  <a:pt x="806" y="234"/>
                </a:lnTo>
                <a:lnTo>
                  <a:pt x="790" y="223"/>
                </a:lnTo>
                <a:lnTo>
                  <a:pt x="773" y="215"/>
                </a:lnTo>
                <a:lnTo>
                  <a:pt x="743" y="210"/>
                </a:lnTo>
                <a:lnTo>
                  <a:pt x="702" y="208"/>
                </a:lnTo>
                <a:lnTo>
                  <a:pt x="588" y="208"/>
                </a:lnTo>
                <a:close/>
                <a:moveTo>
                  <a:pt x="242" y="208"/>
                </a:moveTo>
                <a:lnTo>
                  <a:pt x="242" y="556"/>
                </a:lnTo>
                <a:lnTo>
                  <a:pt x="312" y="556"/>
                </a:lnTo>
                <a:lnTo>
                  <a:pt x="312" y="416"/>
                </a:lnTo>
                <a:lnTo>
                  <a:pt x="450" y="416"/>
                </a:lnTo>
                <a:lnTo>
                  <a:pt x="450" y="556"/>
                </a:lnTo>
                <a:lnTo>
                  <a:pt x="520" y="556"/>
                </a:lnTo>
                <a:lnTo>
                  <a:pt x="520" y="208"/>
                </a:lnTo>
                <a:lnTo>
                  <a:pt x="450" y="208"/>
                </a:lnTo>
                <a:lnTo>
                  <a:pt x="450" y="346"/>
                </a:lnTo>
                <a:lnTo>
                  <a:pt x="312" y="346"/>
                </a:lnTo>
                <a:lnTo>
                  <a:pt x="312" y="208"/>
                </a:lnTo>
                <a:lnTo>
                  <a:pt x="242" y="208"/>
                </a:lnTo>
                <a:close/>
                <a:moveTo>
                  <a:pt x="174" y="0"/>
                </a:moveTo>
                <a:lnTo>
                  <a:pt x="902" y="0"/>
                </a:lnTo>
                <a:lnTo>
                  <a:pt x="942" y="4"/>
                </a:lnTo>
                <a:lnTo>
                  <a:pt x="979" y="17"/>
                </a:lnTo>
                <a:lnTo>
                  <a:pt x="1012" y="38"/>
                </a:lnTo>
                <a:lnTo>
                  <a:pt x="1038" y="64"/>
                </a:lnTo>
                <a:lnTo>
                  <a:pt x="1059" y="96"/>
                </a:lnTo>
                <a:lnTo>
                  <a:pt x="1072" y="134"/>
                </a:lnTo>
                <a:lnTo>
                  <a:pt x="1076" y="174"/>
                </a:lnTo>
                <a:lnTo>
                  <a:pt x="1076" y="590"/>
                </a:lnTo>
                <a:lnTo>
                  <a:pt x="1072" y="630"/>
                </a:lnTo>
                <a:lnTo>
                  <a:pt x="1059" y="666"/>
                </a:lnTo>
                <a:lnTo>
                  <a:pt x="1038" y="698"/>
                </a:lnTo>
                <a:lnTo>
                  <a:pt x="1012" y="726"/>
                </a:lnTo>
                <a:lnTo>
                  <a:pt x="979" y="745"/>
                </a:lnTo>
                <a:lnTo>
                  <a:pt x="942" y="758"/>
                </a:lnTo>
                <a:lnTo>
                  <a:pt x="902" y="764"/>
                </a:lnTo>
                <a:lnTo>
                  <a:pt x="174" y="764"/>
                </a:lnTo>
                <a:lnTo>
                  <a:pt x="134" y="758"/>
                </a:lnTo>
                <a:lnTo>
                  <a:pt x="96" y="745"/>
                </a:lnTo>
                <a:lnTo>
                  <a:pt x="64" y="726"/>
                </a:lnTo>
                <a:lnTo>
                  <a:pt x="38" y="698"/>
                </a:lnTo>
                <a:lnTo>
                  <a:pt x="17" y="666"/>
                </a:lnTo>
                <a:lnTo>
                  <a:pt x="4" y="630"/>
                </a:lnTo>
                <a:lnTo>
                  <a:pt x="0" y="590"/>
                </a:lnTo>
                <a:lnTo>
                  <a:pt x="0" y="174"/>
                </a:lnTo>
                <a:lnTo>
                  <a:pt x="4" y="134"/>
                </a:lnTo>
                <a:lnTo>
                  <a:pt x="17" y="96"/>
                </a:lnTo>
                <a:lnTo>
                  <a:pt x="38" y="64"/>
                </a:lnTo>
                <a:lnTo>
                  <a:pt x="64" y="38"/>
                </a:lnTo>
                <a:lnTo>
                  <a:pt x="96" y="17"/>
                </a:lnTo>
                <a:lnTo>
                  <a:pt x="134" y="4"/>
                </a:lnTo>
                <a:lnTo>
                  <a:pt x="17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66" y="1414856"/>
            <a:ext cx="1080000" cy="739740"/>
          </a:xfrm>
          <a:custGeom>
            <a:avLst/>
            <a:gdLst>
              <a:gd name="T0" fmla="*/ 683 w 1076"/>
              <a:gd name="T1" fmla="*/ 267 h 737"/>
              <a:gd name="T2" fmla="*/ 711 w 1076"/>
              <a:gd name="T3" fmla="*/ 270 h 737"/>
              <a:gd name="T4" fmla="*/ 759 w 1076"/>
              <a:gd name="T5" fmla="*/ 301 h 737"/>
              <a:gd name="T6" fmla="*/ 774 w 1076"/>
              <a:gd name="T7" fmla="*/ 382 h 737"/>
              <a:gd name="T8" fmla="*/ 761 w 1076"/>
              <a:gd name="T9" fmla="*/ 458 h 737"/>
              <a:gd name="T10" fmla="*/ 723 w 1076"/>
              <a:gd name="T11" fmla="*/ 469 h 737"/>
              <a:gd name="T12" fmla="*/ 677 w 1076"/>
              <a:gd name="T13" fmla="*/ 471 h 737"/>
              <a:gd name="T14" fmla="*/ 572 w 1076"/>
              <a:gd name="T15" fmla="*/ 198 h 737"/>
              <a:gd name="T16" fmla="*/ 721 w 1076"/>
              <a:gd name="T17" fmla="*/ 537 h 737"/>
              <a:gd name="T18" fmla="*/ 785 w 1076"/>
              <a:gd name="T19" fmla="*/ 510 h 737"/>
              <a:gd name="T20" fmla="*/ 825 w 1076"/>
              <a:gd name="T21" fmla="*/ 456 h 737"/>
              <a:gd name="T22" fmla="*/ 840 w 1076"/>
              <a:gd name="T23" fmla="*/ 393 h 737"/>
              <a:gd name="T24" fmla="*/ 829 w 1076"/>
              <a:gd name="T25" fmla="*/ 301 h 737"/>
              <a:gd name="T26" fmla="*/ 780 w 1076"/>
              <a:gd name="T27" fmla="*/ 227 h 737"/>
              <a:gd name="T28" fmla="*/ 719 w 1076"/>
              <a:gd name="T29" fmla="*/ 200 h 737"/>
              <a:gd name="T30" fmla="*/ 235 w 1076"/>
              <a:gd name="T31" fmla="*/ 198 h 737"/>
              <a:gd name="T32" fmla="*/ 303 w 1076"/>
              <a:gd name="T33" fmla="*/ 403 h 737"/>
              <a:gd name="T34" fmla="*/ 503 w 1076"/>
              <a:gd name="T35" fmla="*/ 539 h 737"/>
              <a:gd name="T36" fmla="*/ 437 w 1076"/>
              <a:gd name="T37" fmla="*/ 335 h 737"/>
              <a:gd name="T38" fmla="*/ 235 w 1076"/>
              <a:gd name="T39" fmla="*/ 198 h 737"/>
              <a:gd name="T40" fmla="*/ 906 w 1076"/>
              <a:gd name="T41" fmla="*/ 106 h 737"/>
              <a:gd name="T42" fmla="*/ 971 w 1076"/>
              <a:gd name="T43" fmla="*/ 170 h 737"/>
              <a:gd name="T44" fmla="*/ 971 w 1076"/>
              <a:gd name="T45" fmla="*/ 569 h 737"/>
              <a:gd name="T46" fmla="*/ 906 w 1076"/>
              <a:gd name="T47" fmla="*/ 631 h 737"/>
              <a:gd name="T48" fmla="*/ 171 w 1076"/>
              <a:gd name="T49" fmla="*/ 631 h 737"/>
              <a:gd name="T50" fmla="*/ 106 w 1076"/>
              <a:gd name="T51" fmla="*/ 569 h 737"/>
              <a:gd name="T52" fmla="*/ 106 w 1076"/>
              <a:gd name="T53" fmla="*/ 170 h 737"/>
              <a:gd name="T54" fmla="*/ 171 w 1076"/>
              <a:gd name="T55" fmla="*/ 106 h 737"/>
              <a:gd name="T56" fmla="*/ 167 w 1076"/>
              <a:gd name="T57" fmla="*/ 70 h 737"/>
              <a:gd name="T58" fmla="*/ 86 w 1076"/>
              <a:gd name="T59" fmla="*/ 132 h 737"/>
              <a:gd name="T60" fmla="*/ 67 w 1076"/>
              <a:gd name="T61" fmla="*/ 537 h 737"/>
              <a:gd name="T62" fmla="*/ 106 w 1076"/>
              <a:gd name="T63" fmla="*/ 633 h 737"/>
              <a:gd name="T64" fmla="*/ 201 w 1076"/>
              <a:gd name="T65" fmla="*/ 671 h 737"/>
              <a:gd name="T66" fmla="*/ 942 w 1076"/>
              <a:gd name="T67" fmla="*/ 654 h 737"/>
              <a:gd name="T68" fmla="*/ 1005 w 1076"/>
              <a:gd name="T69" fmla="*/ 573 h 737"/>
              <a:gd name="T70" fmla="*/ 1005 w 1076"/>
              <a:gd name="T71" fmla="*/ 166 h 737"/>
              <a:gd name="T72" fmla="*/ 942 w 1076"/>
              <a:gd name="T73" fmla="*/ 85 h 737"/>
              <a:gd name="T74" fmla="*/ 201 w 1076"/>
              <a:gd name="T75" fmla="*/ 66 h 737"/>
              <a:gd name="T76" fmla="*/ 910 w 1076"/>
              <a:gd name="T77" fmla="*/ 4 h 737"/>
              <a:gd name="T78" fmla="*/ 1010 w 1076"/>
              <a:gd name="T79" fmla="*/ 49 h 737"/>
              <a:gd name="T80" fmla="*/ 1071 w 1076"/>
              <a:gd name="T81" fmla="*/ 134 h 737"/>
              <a:gd name="T82" fmla="*/ 1069 w 1076"/>
              <a:gd name="T83" fmla="*/ 579 h 737"/>
              <a:gd name="T84" fmla="*/ 993 w 1076"/>
              <a:gd name="T85" fmla="*/ 688 h 737"/>
              <a:gd name="T86" fmla="*/ 874 w 1076"/>
              <a:gd name="T87" fmla="*/ 737 h 737"/>
              <a:gd name="T88" fmla="*/ 103 w 1076"/>
              <a:gd name="T89" fmla="*/ 718 h 737"/>
              <a:gd name="T90" fmla="*/ 29 w 1076"/>
              <a:gd name="T91" fmla="*/ 641 h 737"/>
              <a:gd name="T92" fmla="*/ 0 w 1076"/>
              <a:gd name="T93" fmla="*/ 537 h 737"/>
              <a:gd name="T94" fmla="*/ 18 w 1076"/>
              <a:gd name="T95" fmla="*/ 94 h 737"/>
              <a:gd name="T96" fmla="*/ 95 w 1076"/>
              <a:gd name="T97" fmla="*/ 1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76" h="737">
                <a:moveTo>
                  <a:pt x="640" y="267"/>
                </a:moveTo>
                <a:lnTo>
                  <a:pt x="664" y="267"/>
                </a:lnTo>
                <a:lnTo>
                  <a:pt x="683" y="267"/>
                </a:lnTo>
                <a:lnTo>
                  <a:pt x="696" y="268"/>
                </a:lnTo>
                <a:lnTo>
                  <a:pt x="704" y="268"/>
                </a:lnTo>
                <a:lnTo>
                  <a:pt x="711" y="270"/>
                </a:lnTo>
                <a:lnTo>
                  <a:pt x="730" y="276"/>
                </a:lnTo>
                <a:lnTo>
                  <a:pt x="746" y="287"/>
                </a:lnTo>
                <a:lnTo>
                  <a:pt x="759" y="301"/>
                </a:lnTo>
                <a:lnTo>
                  <a:pt x="766" y="318"/>
                </a:lnTo>
                <a:lnTo>
                  <a:pt x="772" y="346"/>
                </a:lnTo>
                <a:lnTo>
                  <a:pt x="774" y="382"/>
                </a:lnTo>
                <a:lnTo>
                  <a:pt x="772" y="420"/>
                </a:lnTo>
                <a:lnTo>
                  <a:pt x="766" y="448"/>
                </a:lnTo>
                <a:lnTo>
                  <a:pt x="761" y="458"/>
                </a:lnTo>
                <a:lnTo>
                  <a:pt x="747" y="463"/>
                </a:lnTo>
                <a:lnTo>
                  <a:pt x="734" y="467"/>
                </a:lnTo>
                <a:lnTo>
                  <a:pt x="723" y="469"/>
                </a:lnTo>
                <a:lnTo>
                  <a:pt x="719" y="469"/>
                </a:lnTo>
                <a:lnTo>
                  <a:pt x="702" y="471"/>
                </a:lnTo>
                <a:lnTo>
                  <a:pt x="677" y="471"/>
                </a:lnTo>
                <a:lnTo>
                  <a:pt x="640" y="471"/>
                </a:lnTo>
                <a:lnTo>
                  <a:pt x="640" y="267"/>
                </a:lnTo>
                <a:close/>
                <a:moveTo>
                  <a:pt x="572" y="198"/>
                </a:moveTo>
                <a:lnTo>
                  <a:pt x="572" y="539"/>
                </a:lnTo>
                <a:lnTo>
                  <a:pt x="685" y="539"/>
                </a:lnTo>
                <a:lnTo>
                  <a:pt x="721" y="537"/>
                </a:lnTo>
                <a:lnTo>
                  <a:pt x="749" y="531"/>
                </a:lnTo>
                <a:lnTo>
                  <a:pt x="768" y="522"/>
                </a:lnTo>
                <a:lnTo>
                  <a:pt x="785" y="510"/>
                </a:lnTo>
                <a:lnTo>
                  <a:pt x="800" y="497"/>
                </a:lnTo>
                <a:lnTo>
                  <a:pt x="814" y="478"/>
                </a:lnTo>
                <a:lnTo>
                  <a:pt x="825" y="456"/>
                </a:lnTo>
                <a:lnTo>
                  <a:pt x="832" y="431"/>
                </a:lnTo>
                <a:lnTo>
                  <a:pt x="836" y="408"/>
                </a:lnTo>
                <a:lnTo>
                  <a:pt x="840" y="393"/>
                </a:lnTo>
                <a:lnTo>
                  <a:pt x="840" y="386"/>
                </a:lnTo>
                <a:lnTo>
                  <a:pt x="836" y="338"/>
                </a:lnTo>
                <a:lnTo>
                  <a:pt x="829" y="301"/>
                </a:lnTo>
                <a:lnTo>
                  <a:pt x="814" y="268"/>
                </a:lnTo>
                <a:lnTo>
                  <a:pt x="793" y="242"/>
                </a:lnTo>
                <a:lnTo>
                  <a:pt x="780" y="227"/>
                </a:lnTo>
                <a:lnTo>
                  <a:pt x="766" y="214"/>
                </a:lnTo>
                <a:lnTo>
                  <a:pt x="749" y="206"/>
                </a:lnTo>
                <a:lnTo>
                  <a:pt x="719" y="200"/>
                </a:lnTo>
                <a:lnTo>
                  <a:pt x="679" y="198"/>
                </a:lnTo>
                <a:lnTo>
                  <a:pt x="572" y="198"/>
                </a:lnTo>
                <a:close/>
                <a:moveTo>
                  <a:pt x="235" y="198"/>
                </a:moveTo>
                <a:lnTo>
                  <a:pt x="235" y="539"/>
                </a:lnTo>
                <a:lnTo>
                  <a:pt x="303" y="539"/>
                </a:lnTo>
                <a:lnTo>
                  <a:pt x="303" y="403"/>
                </a:lnTo>
                <a:lnTo>
                  <a:pt x="437" y="403"/>
                </a:lnTo>
                <a:lnTo>
                  <a:pt x="437" y="539"/>
                </a:lnTo>
                <a:lnTo>
                  <a:pt x="503" y="539"/>
                </a:lnTo>
                <a:lnTo>
                  <a:pt x="503" y="198"/>
                </a:lnTo>
                <a:lnTo>
                  <a:pt x="437" y="198"/>
                </a:lnTo>
                <a:lnTo>
                  <a:pt x="437" y="335"/>
                </a:lnTo>
                <a:lnTo>
                  <a:pt x="303" y="335"/>
                </a:lnTo>
                <a:lnTo>
                  <a:pt x="303" y="198"/>
                </a:lnTo>
                <a:lnTo>
                  <a:pt x="235" y="198"/>
                </a:lnTo>
                <a:close/>
                <a:moveTo>
                  <a:pt x="201" y="100"/>
                </a:moveTo>
                <a:lnTo>
                  <a:pt x="874" y="100"/>
                </a:lnTo>
                <a:lnTo>
                  <a:pt x="906" y="106"/>
                </a:lnTo>
                <a:lnTo>
                  <a:pt x="935" y="121"/>
                </a:lnTo>
                <a:lnTo>
                  <a:pt x="955" y="142"/>
                </a:lnTo>
                <a:lnTo>
                  <a:pt x="971" y="170"/>
                </a:lnTo>
                <a:lnTo>
                  <a:pt x="974" y="202"/>
                </a:lnTo>
                <a:lnTo>
                  <a:pt x="974" y="537"/>
                </a:lnTo>
                <a:lnTo>
                  <a:pt x="971" y="569"/>
                </a:lnTo>
                <a:lnTo>
                  <a:pt x="955" y="597"/>
                </a:lnTo>
                <a:lnTo>
                  <a:pt x="935" y="618"/>
                </a:lnTo>
                <a:lnTo>
                  <a:pt x="906" y="631"/>
                </a:lnTo>
                <a:lnTo>
                  <a:pt x="874" y="637"/>
                </a:lnTo>
                <a:lnTo>
                  <a:pt x="201" y="637"/>
                </a:lnTo>
                <a:lnTo>
                  <a:pt x="171" y="631"/>
                </a:lnTo>
                <a:lnTo>
                  <a:pt x="142" y="618"/>
                </a:lnTo>
                <a:lnTo>
                  <a:pt x="120" y="597"/>
                </a:lnTo>
                <a:lnTo>
                  <a:pt x="106" y="569"/>
                </a:lnTo>
                <a:lnTo>
                  <a:pt x="101" y="537"/>
                </a:lnTo>
                <a:lnTo>
                  <a:pt x="101" y="202"/>
                </a:lnTo>
                <a:lnTo>
                  <a:pt x="106" y="170"/>
                </a:lnTo>
                <a:lnTo>
                  <a:pt x="120" y="142"/>
                </a:lnTo>
                <a:lnTo>
                  <a:pt x="142" y="121"/>
                </a:lnTo>
                <a:lnTo>
                  <a:pt x="171" y="106"/>
                </a:lnTo>
                <a:lnTo>
                  <a:pt x="201" y="100"/>
                </a:lnTo>
                <a:close/>
                <a:moveTo>
                  <a:pt x="201" y="66"/>
                </a:moveTo>
                <a:lnTo>
                  <a:pt x="167" y="70"/>
                </a:lnTo>
                <a:lnTo>
                  <a:pt x="135" y="85"/>
                </a:lnTo>
                <a:lnTo>
                  <a:pt x="106" y="106"/>
                </a:lnTo>
                <a:lnTo>
                  <a:pt x="86" y="132"/>
                </a:lnTo>
                <a:lnTo>
                  <a:pt x="72" y="166"/>
                </a:lnTo>
                <a:lnTo>
                  <a:pt x="67" y="202"/>
                </a:lnTo>
                <a:lnTo>
                  <a:pt x="67" y="537"/>
                </a:lnTo>
                <a:lnTo>
                  <a:pt x="72" y="573"/>
                </a:lnTo>
                <a:lnTo>
                  <a:pt x="86" y="605"/>
                </a:lnTo>
                <a:lnTo>
                  <a:pt x="106" y="633"/>
                </a:lnTo>
                <a:lnTo>
                  <a:pt x="135" y="654"/>
                </a:lnTo>
                <a:lnTo>
                  <a:pt x="167" y="667"/>
                </a:lnTo>
                <a:lnTo>
                  <a:pt x="201" y="671"/>
                </a:lnTo>
                <a:lnTo>
                  <a:pt x="874" y="671"/>
                </a:lnTo>
                <a:lnTo>
                  <a:pt x="910" y="667"/>
                </a:lnTo>
                <a:lnTo>
                  <a:pt x="942" y="654"/>
                </a:lnTo>
                <a:lnTo>
                  <a:pt x="969" y="633"/>
                </a:lnTo>
                <a:lnTo>
                  <a:pt x="989" y="605"/>
                </a:lnTo>
                <a:lnTo>
                  <a:pt x="1005" y="573"/>
                </a:lnTo>
                <a:lnTo>
                  <a:pt x="1008" y="537"/>
                </a:lnTo>
                <a:lnTo>
                  <a:pt x="1008" y="202"/>
                </a:lnTo>
                <a:lnTo>
                  <a:pt x="1005" y="166"/>
                </a:lnTo>
                <a:lnTo>
                  <a:pt x="989" y="132"/>
                </a:lnTo>
                <a:lnTo>
                  <a:pt x="969" y="106"/>
                </a:lnTo>
                <a:lnTo>
                  <a:pt x="942" y="85"/>
                </a:lnTo>
                <a:lnTo>
                  <a:pt x="910" y="70"/>
                </a:lnTo>
                <a:lnTo>
                  <a:pt x="874" y="66"/>
                </a:lnTo>
                <a:lnTo>
                  <a:pt x="201" y="66"/>
                </a:lnTo>
                <a:close/>
                <a:moveTo>
                  <a:pt x="169" y="0"/>
                </a:moveTo>
                <a:lnTo>
                  <a:pt x="874" y="0"/>
                </a:lnTo>
                <a:lnTo>
                  <a:pt x="910" y="4"/>
                </a:lnTo>
                <a:lnTo>
                  <a:pt x="944" y="13"/>
                </a:lnTo>
                <a:lnTo>
                  <a:pt x="978" y="28"/>
                </a:lnTo>
                <a:lnTo>
                  <a:pt x="1010" y="49"/>
                </a:lnTo>
                <a:lnTo>
                  <a:pt x="1037" y="74"/>
                </a:lnTo>
                <a:lnTo>
                  <a:pt x="1058" y="102"/>
                </a:lnTo>
                <a:lnTo>
                  <a:pt x="1071" y="134"/>
                </a:lnTo>
                <a:lnTo>
                  <a:pt x="1076" y="168"/>
                </a:lnTo>
                <a:lnTo>
                  <a:pt x="1076" y="537"/>
                </a:lnTo>
                <a:lnTo>
                  <a:pt x="1069" y="579"/>
                </a:lnTo>
                <a:lnTo>
                  <a:pt x="1052" y="618"/>
                </a:lnTo>
                <a:lnTo>
                  <a:pt x="1025" y="656"/>
                </a:lnTo>
                <a:lnTo>
                  <a:pt x="993" y="688"/>
                </a:lnTo>
                <a:lnTo>
                  <a:pt x="955" y="715"/>
                </a:lnTo>
                <a:lnTo>
                  <a:pt x="914" y="732"/>
                </a:lnTo>
                <a:lnTo>
                  <a:pt x="874" y="737"/>
                </a:lnTo>
                <a:lnTo>
                  <a:pt x="169" y="737"/>
                </a:lnTo>
                <a:lnTo>
                  <a:pt x="135" y="732"/>
                </a:lnTo>
                <a:lnTo>
                  <a:pt x="103" y="718"/>
                </a:lnTo>
                <a:lnTo>
                  <a:pt x="74" y="700"/>
                </a:lnTo>
                <a:lnTo>
                  <a:pt x="50" y="673"/>
                </a:lnTo>
                <a:lnTo>
                  <a:pt x="29" y="641"/>
                </a:lnTo>
                <a:lnTo>
                  <a:pt x="14" y="609"/>
                </a:lnTo>
                <a:lnTo>
                  <a:pt x="4" y="573"/>
                </a:lnTo>
                <a:lnTo>
                  <a:pt x="0" y="537"/>
                </a:lnTo>
                <a:lnTo>
                  <a:pt x="0" y="168"/>
                </a:lnTo>
                <a:lnTo>
                  <a:pt x="4" y="128"/>
                </a:lnTo>
                <a:lnTo>
                  <a:pt x="18" y="94"/>
                </a:lnTo>
                <a:lnTo>
                  <a:pt x="36" y="62"/>
                </a:lnTo>
                <a:lnTo>
                  <a:pt x="63" y="36"/>
                </a:lnTo>
                <a:lnTo>
                  <a:pt x="95" y="17"/>
                </a:lnTo>
                <a:lnTo>
                  <a:pt x="129" y="4"/>
                </a:lnTo>
                <a:lnTo>
                  <a:pt x="16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060" y="1400592"/>
            <a:ext cx="1080000" cy="768268"/>
          </a:xfrm>
          <a:custGeom>
            <a:avLst/>
            <a:gdLst>
              <a:gd name="T0" fmla="*/ 658 w 1074"/>
              <a:gd name="T1" fmla="*/ 488 h 764"/>
              <a:gd name="T2" fmla="*/ 722 w 1074"/>
              <a:gd name="T3" fmla="*/ 486 h 764"/>
              <a:gd name="T4" fmla="*/ 747 w 1074"/>
              <a:gd name="T5" fmla="*/ 484 h 764"/>
              <a:gd name="T6" fmla="*/ 773 w 1074"/>
              <a:gd name="T7" fmla="*/ 476 h 764"/>
              <a:gd name="T8" fmla="*/ 790 w 1074"/>
              <a:gd name="T9" fmla="*/ 463 h 764"/>
              <a:gd name="T10" fmla="*/ 798 w 1074"/>
              <a:gd name="T11" fmla="*/ 395 h 764"/>
              <a:gd name="T12" fmla="*/ 794 w 1074"/>
              <a:gd name="T13" fmla="*/ 348 h 764"/>
              <a:gd name="T14" fmla="*/ 781 w 1074"/>
              <a:gd name="T15" fmla="*/ 310 h 764"/>
              <a:gd name="T16" fmla="*/ 754 w 1074"/>
              <a:gd name="T17" fmla="*/ 285 h 764"/>
              <a:gd name="T18" fmla="*/ 722 w 1074"/>
              <a:gd name="T19" fmla="*/ 276 h 764"/>
              <a:gd name="T20" fmla="*/ 683 w 1074"/>
              <a:gd name="T21" fmla="*/ 276 h 764"/>
              <a:gd name="T22" fmla="*/ 590 w 1074"/>
              <a:gd name="T23" fmla="*/ 208 h 764"/>
              <a:gd name="T24" fmla="*/ 741 w 1074"/>
              <a:gd name="T25" fmla="*/ 210 h 764"/>
              <a:gd name="T26" fmla="*/ 790 w 1074"/>
              <a:gd name="T27" fmla="*/ 223 h 764"/>
              <a:gd name="T28" fmla="*/ 819 w 1074"/>
              <a:gd name="T29" fmla="*/ 249 h 764"/>
              <a:gd name="T30" fmla="*/ 855 w 1074"/>
              <a:gd name="T31" fmla="*/ 310 h 764"/>
              <a:gd name="T32" fmla="*/ 866 w 1074"/>
              <a:gd name="T33" fmla="*/ 397 h 764"/>
              <a:gd name="T34" fmla="*/ 862 w 1074"/>
              <a:gd name="T35" fmla="*/ 422 h 764"/>
              <a:gd name="T36" fmla="*/ 851 w 1074"/>
              <a:gd name="T37" fmla="*/ 471 h 764"/>
              <a:gd name="T38" fmla="*/ 824 w 1074"/>
              <a:gd name="T39" fmla="*/ 512 h 764"/>
              <a:gd name="T40" fmla="*/ 792 w 1074"/>
              <a:gd name="T41" fmla="*/ 539 h 764"/>
              <a:gd name="T42" fmla="*/ 753 w 1074"/>
              <a:gd name="T43" fmla="*/ 552 h 764"/>
              <a:gd name="T44" fmla="*/ 705 w 1074"/>
              <a:gd name="T45" fmla="*/ 554 h 764"/>
              <a:gd name="T46" fmla="*/ 590 w 1074"/>
              <a:gd name="T47" fmla="*/ 208 h 764"/>
              <a:gd name="T48" fmla="*/ 312 w 1074"/>
              <a:gd name="T49" fmla="*/ 208 h 764"/>
              <a:gd name="T50" fmla="*/ 452 w 1074"/>
              <a:gd name="T51" fmla="*/ 350 h 764"/>
              <a:gd name="T52" fmla="*/ 518 w 1074"/>
              <a:gd name="T53" fmla="*/ 208 h 764"/>
              <a:gd name="T54" fmla="*/ 452 w 1074"/>
              <a:gd name="T55" fmla="*/ 554 h 764"/>
              <a:gd name="T56" fmla="*/ 312 w 1074"/>
              <a:gd name="T57" fmla="*/ 416 h 764"/>
              <a:gd name="T58" fmla="*/ 242 w 1074"/>
              <a:gd name="T59" fmla="*/ 554 h 764"/>
              <a:gd name="T60" fmla="*/ 138 w 1074"/>
              <a:gd name="T61" fmla="*/ 70 h 764"/>
              <a:gd name="T62" fmla="*/ 89 w 1074"/>
              <a:gd name="T63" fmla="*/ 89 h 764"/>
              <a:gd name="T64" fmla="*/ 68 w 1074"/>
              <a:gd name="T65" fmla="*/ 138 h 764"/>
              <a:gd name="T66" fmla="*/ 74 w 1074"/>
              <a:gd name="T67" fmla="*/ 652 h 764"/>
              <a:gd name="T68" fmla="*/ 112 w 1074"/>
              <a:gd name="T69" fmla="*/ 688 h 764"/>
              <a:gd name="T70" fmla="*/ 936 w 1074"/>
              <a:gd name="T71" fmla="*/ 694 h 764"/>
              <a:gd name="T72" fmla="*/ 985 w 1074"/>
              <a:gd name="T73" fmla="*/ 673 h 764"/>
              <a:gd name="T74" fmla="*/ 1006 w 1074"/>
              <a:gd name="T75" fmla="*/ 624 h 764"/>
              <a:gd name="T76" fmla="*/ 1000 w 1074"/>
              <a:gd name="T77" fmla="*/ 111 h 764"/>
              <a:gd name="T78" fmla="*/ 962 w 1074"/>
              <a:gd name="T79" fmla="*/ 74 h 764"/>
              <a:gd name="T80" fmla="*/ 138 w 1074"/>
              <a:gd name="T81" fmla="*/ 70 h 764"/>
              <a:gd name="T82" fmla="*/ 902 w 1074"/>
              <a:gd name="T83" fmla="*/ 0 h 764"/>
              <a:gd name="T84" fmla="*/ 978 w 1074"/>
              <a:gd name="T85" fmla="*/ 17 h 764"/>
              <a:gd name="T86" fmla="*/ 1036 w 1074"/>
              <a:gd name="T87" fmla="*/ 64 h 764"/>
              <a:gd name="T88" fmla="*/ 1070 w 1074"/>
              <a:gd name="T89" fmla="*/ 134 h 764"/>
              <a:gd name="T90" fmla="*/ 1074 w 1074"/>
              <a:gd name="T91" fmla="*/ 590 h 764"/>
              <a:gd name="T92" fmla="*/ 1057 w 1074"/>
              <a:gd name="T93" fmla="*/ 666 h 764"/>
              <a:gd name="T94" fmla="*/ 1010 w 1074"/>
              <a:gd name="T95" fmla="*/ 726 h 764"/>
              <a:gd name="T96" fmla="*/ 942 w 1074"/>
              <a:gd name="T97" fmla="*/ 758 h 764"/>
              <a:gd name="T98" fmla="*/ 172 w 1074"/>
              <a:gd name="T99" fmla="*/ 764 h 764"/>
              <a:gd name="T100" fmla="*/ 96 w 1074"/>
              <a:gd name="T101" fmla="*/ 745 h 764"/>
              <a:gd name="T102" fmla="*/ 38 w 1074"/>
              <a:gd name="T103" fmla="*/ 698 h 764"/>
              <a:gd name="T104" fmla="*/ 4 w 1074"/>
              <a:gd name="T105" fmla="*/ 630 h 764"/>
              <a:gd name="T106" fmla="*/ 0 w 1074"/>
              <a:gd name="T107" fmla="*/ 174 h 764"/>
              <a:gd name="T108" fmla="*/ 17 w 1074"/>
              <a:gd name="T109" fmla="*/ 96 h 764"/>
              <a:gd name="T110" fmla="*/ 64 w 1074"/>
              <a:gd name="T111" fmla="*/ 38 h 764"/>
              <a:gd name="T112" fmla="*/ 132 w 1074"/>
              <a:gd name="T113" fmla="*/ 4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74" h="764">
                <a:moveTo>
                  <a:pt x="658" y="276"/>
                </a:moveTo>
                <a:lnTo>
                  <a:pt x="658" y="488"/>
                </a:lnTo>
                <a:lnTo>
                  <a:pt x="696" y="488"/>
                </a:lnTo>
                <a:lnTo>
                  <a:pt x="722" y="486"/>
                </a:lnTo>
                <a:lnTo>
                  <a:pt x="741" y="484"/>
                </a:lnTo>
                <a:lnTo>
                  <a:pt x="747" y="484"/>
                </a:lnTo>
                <a:lnTo>
                  <a:pt x="760" y="480"/>
                </a:lnTo>
                <a:lnTo>
                  <a:pt x="773" y="476"/>
                </a:lnTo>
                <a:lnTo>
                  <a:pt x="785" y="471"/>
                </a:lnTo>
                <a:lnTo>
                  <a:pt x="790" y="463"/>
                </a:lnTo>
                <a:lnTo>
                  <a:pt x="796" y="433"/>
                </a:lnTo>
                <a:lnTo>
                  <a:pt x="798" y="395"/>
                </a:lnTo>
                <a:lnTo>
                  <a:pt x="798" y="369"/>
                </a:lnTo>
                <a:lnTo>
                  <a:pt x="794" y="348"/>
                </a:lnTo>
                <a:lnTo>
                  <a:pt x="790" y="331"/>
                </a:lnTo>
                <a:lnTo>
                  <a:pt x="781" y="310"/>
                </a:lnTo>
                <a:lnTo>
                  <a:pt x="770" y="295"/>
                </a:lnTo>
                <a:lnTo>
                  <a:pt x="754" y="285"/>
                </a:lnTo>
                <a:lnTo>
                  <a:pt x="734" y="278"/>
                </a:lnTo>
                <a:lnTo>
                  <a:pt x="722" y="276"/>
                </a:lnTo>
                <a:lnTo>
                  <a:pt x="707" y="276"/>
                </a:lnTo>
                <a:lnTo>
                  <a:pt x="683" y="276"/>
                </a:lnTo>
                <a:lnTo>
                  <a:pt x="658" y="276"/>
                </a:lnTo>
                <a:close/>
                <a:moveTo>
                  <a:pt x="590" y="208"/>
                </a:moveTo>
                <a:lnTo>
                  <a:pt x="702" y="208"/>
                </a:lnTo>
                <a:lnTo>
                  <a:pt x="741" y="210"/>
                </a:lnTo>
                <a:lnTo>
                  <a:pt x="771" y="215"/>
                </a:lnTo>
                <a:lnTo>
                  <a:pt x="790" y="223"/>
                </a:lnTo>
                <a:lnTo>
                  <a:pt x="804" y="234"/>
                </a:lnTo>
                <a:lnTo>
                  <a:pt x="819" y="249"/>
                </a:lnTo>
                <a:lnTo>
                  <a:pt x="840" y="276"/>
                </a:lnTo>
                <a:lnTo>
                  <a:pt x="855" y="310"/>
                </a:lnTo>
                <a:lnTo>
                  <a:pt x="862" y="350"/>
                </a:lnTo>
                <a:lnTo>
                  <a:pt x="866" y="397"/>
                </a:lnTo>
                <a:lnTo>
                  <a:pt x="866" y="405"/>
                </a:lnTo>
                <a:lnTo>
                  <a:pt x="862" y="422"/>
                </a:lnTo>
                <a:lnTo>
                  <a:pt x="858" y="446"/>
                </a:lnTo>
                <a:lnTo>
                  <a:pt x="851" y="471"/>
                </a:lnTo>
                <a:lnTo>
                  <a:pt x="840" y="495"/>
                </a:lnTo>
                <a:lnTo>
                  <a:pt x="824" y="512"/>
                </a:lnTo>
                <a:lnTo>
                  <a:pt x="809" y="527"/>
                </a:lnTo>
                <a:lnTo>
                  <a:pt x="792" y="539"/>
                </a:lnTo>
                <a:lnTo>
                  <a:pt x="771" y="550"/>
                </a:lnTo>
                <a:lnTo>
                  <a:pt x="753" y="552"/>
                </a:lnTo>
                <a:lnTo>
                  <a:pt x="732" y="554"/>
                </a:lnTo>
                <a:lnTo>
                  <a:pt x="705" y="554"/>
                </a:lnTo>
                <a:lnTo>
                  <a:pt x="590" y="554"/>
                </a:lnTo>
                <a:lnTo>
                  <a:pt x="590" y="208"/>
                </a:lnTo>
                <a:close/>
                <a:moveTo>
                  <a:pt x="242" y="208"/>
                </a:moveTo>
                <a:lnTo>
                  <a:pt x="312" y="208"/>
                </a:lnTo>
                <a:lnTo>
                  <a:pt x="312" y="350"/>
                </a:lnTo>
                <a:lnTo>
                  <a:pt x="452" y="350"/>
                </a:lnTo>
                <a:lnTo>
                  <a:pt x="452" y="208"/>
                </a:lnTo>
                <a:lnTo>
                  <a:pt x="518" y="208"/>
                </a:lnTo>
                <a:lnTo>
                  <a:pt x="518" y="554"/>
                </a:lnTo>
                <a:lnTo>
                  <a:pt x="452" y="554"/>
                </a:lnTo>
                <a:lnTo>
                  <a:pt x="452" y="416"/>
                </a:lnTo>
                <a:lnTo>
                  <a:pt x="312" y="416"/>
                </a:lnTo>
                <a:lnTo>
                  <a:pt x="312" y="554"/>
                </a:lnTo>
                <a:lnTo>
                  <a:pt x="242" y="554"/>
                </a:lnTo>
                <a:lnTo>
                  <a:pt x="242" y="208"/>
                </a:lnTo>
                <a:close/>
                <a:moveTo>
                  <a:pt x="138" y="70"/>
                </a:moveTo>
                <a:lnTo>
                  <a:pt x="112" y="74"/>
                </a:lnTo>
                <a:lnTo>
                  <a:pt x="89" y="89"/>
                </a:lnTo>
                <a:lnTo>
                  <a:pt x="74" y="111"/>
                </a:lnTo>
                <a:lnTo>
                  <a:pt x="68" y="138"/>
                </a:lnTo>
                <a:lnTo>
                  <a:pt x="68" y="624"/>
                </a:lnTo>
                <a:lnTo>
                  <a:pt x="74" y="652"/>
                </a:lnTo>
                <a:lnTo>
                  <a:pt x="89" y="673"/>
                </a:lnTo>
                <a:lnTo>
                  <a:pt x="112" y="688"/>
                </a:lnTo>
                <a:lnTo>
                  <a:pt x="138" y="694"/>
                </a:lnTo>
                <a:lnTo>
                  <a:pt x="936" y="694"/>
                </a:lnTo>
                <a:lnTo>
                  <a:pt x="962" y="688"/>
                </a:lnTo>
                <a:lnTo>
                  <a:pt x="985" y="673"/>
                </a:lnTo>
                <a:lnTo>
                  <a:pt x="1000" y="652"/>
                </a:lnTo>
                <a:lnTo>
                  <a:pt x="1006" y="624"/>
                </a:lnTo>
                <a:lnTo>
                  <a:pt x="1006" y="138"/>
                </a:lnTo>
                <a:lnTo>
                  <a:pt x="1000" y="111"/>
                </a:lnTo>
                <a:lnTo>
                  <a:pt x="985" y="89"/>
                </a:lnTo>
                <a:lnTo>
                  <a:pt x="962" y="74"/>
                </a:lnTo>
                <a:lnTo>
                  <a:pt x="936" y="70"/>
                </a:lnTo>
                <a:lnTo>
                  <a:pt x="138" y="70"/>
                </a:lnTo>
                <a:close/>
                <a:moveTo>
                  <a:pt x="172" y="0"/>
                </a:moveTo>
                <a:lnTo>
                  <a:pt x="902" y="0"/>
                </a:lnTo>
                <a:lnTo>
                  <a:pt x="942" y="4"/>
                </a:lnTo>
                <a:lnTo>
                  <a:pt x="978" y="17"/>
                </a:lnTo>
                <a:lnTo>
                  <a:pt x="1010" y="38"/>
                </a:lnTo>
                <a:lnTo>
                  <a:pt x="1036" y="64"/>
                </a:lnTo>
                <a:lnTo>
                  <a:pt x="1057" y="96"/>
                </a:lnTo>
                <a:lnTo>
                  <a:pt x="1070" y="134"/>
                </a:lnTo>
                <a:lnTo>
                  <a:pt x="1074" y="174"/>
                </a:lnTo>
                <a:lnTo>
                  <a:pt x="1074" y="590"/>
                </a:lnTo>
                <a:lnTo>
                  <a:pt x="1070" y="630"/>
                </a:lnTo>
                <a:lnTo>
                  <a:pt x="1057" y="666"/>
                </a:lnTo>
                <a:lnTo>
                  <a:pt x="1036" y="698"/>
                </a:lnTo>
                <a:lnTo>
                  <a:pt x="1010" y="726"/>
                </a:lnTo>
                <a:lnTo>
                  <a:pt x="978" y="745"/>
                </a:lnTo>
                <a:lnTo>
                  <a:pt x="942" y="758"/>
                </a:lnTo>
                <a:lnTo>
                  <a:pt x="902" y="764"/>
                </a:lnTo>
                <a:lnTo>
                  <a:pt x="172" y="764"/>
                </a:lnTo>
                <a:lnTo>
                  <a:pt x="132" y="758"/>
                </a:lnTo>
                <a:lnTo>
                  <a:pt x="96" y="745"/>
                </a:lnTo>
                <a:lnTo>
                  <a:pt x="64" y="726"/>
                </a:lnTo>
                <a:lnTo>
                  <a:pt x="38" y="698"/>
                </a:lnTo>
                <a:lnTo>
                  <a:pt x="17" y="666"/>
                </a:lnTo>
                <a:lnTo>
                  <a:pt x="4" y="630"/>
                </a:lnTo>
                <a:lnTo>
                  <a:pt x="0" y="590"/>
                </a:lnTo>
                <a:lnTo>
                  <a:pt x="0" y="174"/>
                </a:lnTo>
                <a:lnTo>
                  <a:pt x="4" y="134"/>
                </a:lnTo>
                <a:lnTo>
                  <a:pt x="17" y="96"/>
                </a:lnTo>
                <a:lnTo>
                  <a:pt x="38" y="64"/>
                </a:lnTo>
                <a:lnTo>
                  <a:pt x="64" y="38"/>
                </a:lnTo>
                <a:lnTo>
                  <a:pt x="96" y="17"/>
                </a:lnTo>
                <a:lnTo>
                  <a:pt x="132" y="4"/>
                </a:lnTo>
                <a:lnTo>
                  <a:pt x="17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4546" y="1402020"/>
            <a:ext cx="1080000" cy="766840"/>
          </a:xfrm>
          <a:custGeom>
            <a:avLst/>
            <a:gdLst>
              <a:gd name="T0" fmla="*/ 754 w 1076"/>
              <a:gd name="T1" fmla="*/ 284 h 764"/>
              <a:gd name="T2" fmla="*/ 792 w 1076"/>
              <a:gd name="T3" fmla="*/ 329 h 764"/>
              <a:gd name="T4" fmla="*/ 798 w 1076"/>
              <a:gd name="T5" fmla="*/ 433 h 764"/>
              <a:gd name="T6" fmla="*/ 775 w 1076"/>
              <a:gd name="T7" fmla="*/ 478 h 764"/>
              <a:gd name="T8" fmla="*/ 741 w 1076"/>
              <a:gd name="T9" fmla="*/ 484 h 764"/>
              <a:gd name="T10" fmla="*/ 660 w 1076"/>
              <a:gd name="T11" fmla="*/ 486 h 764"/>
              <a:gd name="T12" fmla="*/ 709 w 1076"/>
              <a:gd name="T13" fmla="*/ 276 h 764"/>
              <a:gd name="T14" fmla="*/ 588 w 1076"/>
              <a:gd name="T15" fmla="*/ 556 h 764"/>
              <a:gd name="T16" fmla="*/ 773 w 1076"/>
              <a:gd name="T17" fmla="*/ 548 h 764"/>
              <a:gd name="T18" fmla="*/ 826 w 1076"/>
              <a:gd name="T19" fmla="*/ 512 h 764"/>
              <a:gd name="T20" fmla="*/ 852 w 1076"/>
              <a:gd name="T21" fmla="*/ 459 h 764"/>
              <a:gd name="T22" fmla="*/ 866 w 1076"/>
              <a:gd name="T23" fmla="*/ 405 h 764"/>
              <a:gd name="T24" fmla="*/ 854 w 1076"/>
              <a:gd name="T25" fmla="*/ 310 h 764"/>
              <a:gd name="T26" fmla="*/ 805 w 1076"/>
              <a:gd name="T27" fmla="*/ 234 h 764"/>
              <a:gd name="T28" fmla="*/ 743 w 1076"/>
              <a:gd name="T29" fmla="*/ 210 h 764"/>
              <a:gd name="T30" fmla="*/ 376 w 1076"/>
              <a:gd name="T31" fmla="*/ 206 h 764"/>
              <a:gd name="T32" fmla="*/ 304 w 1076"/>
              <a:gd name="T33" fmla="*/ 217 h 764"/>
              <a:gd name="T34" fmla="*/ 245 w 1076"/>
              <a:gd name="T35" fmla="*/ 280 h 764"/>
              <a:gd name="T36" fmla="*/ 257 w 1076"/>
              <a:gd name="T37" fmla="*/ 355 h 764"/>
              <a:gd name="T38" fmla="*/ 323 w 1076"/>
              <a:gd name="T39" fmla="*/ 397 h 764"/>
              <a:gd name="T40" fmla="*/ 399 w 1076"/>
              <a:gd name="T41" fmla="*/ 410 h 764"/>
              <a:gd name="T42" fmla="*/ 429 w 1076"/>
              <a:gd name="T43" fmla="*/ 414 h 764"/>
              <a:gd name="T44" fmla="*/ 448 w 1076"/>
              <a:gd name="T45" fmla="*/ 423 h 764"/>
              <a:gd name="T46" fmla="*/ 455 w 1076"/>
              <a:gd name="T47" fmla="*/ 446 h 764"/>
              <a:gd name="T48" fmla="*/ 423 w 1076"/>
              <a:gd name="T49" fmla="*/ 492 h 764"/>
              <a:gd name="T50" fmla="*/ 361 w 1076"/>
              <a:gd name="T51" fmla="*/ 495 h 764"/>
              <a:gd name="T52" fmla="*/ 323 w 1076"/>
              <a:gd name="T53" fmla="*/ 473 h 764"/>
              <a:gd name="T54" fmla="*/ 304 w 1076"/>
              <a:gd name="T55" fmla="*/ 446 h 764"/>
              <a:gd name="T56" fmla="*/ 247 w 1076"/>
              <a:gd name="T57" fmla="*/ 492 h 764"/>
              <a:gd name="T58" fmla="*/ 296 w 1076"/>
              <a:gd name="T59" fmla="*/ 537 h 764"/>
              <a:gd name="T60" fmla="*/ 382 w 1076"/>
              <a:gd name="T61" fmla="*/ 554 h 764"/>
              <a:gd name="T62" fmla="*/ 455 w 1076"/>
              <a:gd name="T63" fmla="*/ 541 h 764"/>
              <a:gd name="T64" fmla="*/ 506 w 1076"/>
              <a:gd name="T65" fmla="*/ 501 h 764"/>
              <a:gd name="T66" fmla="*/ 523 w 1076"/>
              <a:gd name="T67" fmla="*/ 448 h 764"/>
              <a:gd name="T68" fmla="*/ 508 w 1076"/>
              <a:gd name="T69" fmla="*/ 403 h 764"/>
              <a:gd name="T70" fmla="*/ 467 w 1076"/>
              <a:gd name="T71" fmla="*/ 371 h 764"/>
              <a:gd name="T72" fmla="*/ 393 w 1076"/>
              <a:gd name="T73" fmla="*/ 350 h 764"/>
              <a:gd name="T74" fmla="*/ 323 w 1076"/>
              <a:gd name="T75" fmla="*/ 325 h 764"/>
              <a:gd name="T76" fmla="*/ 313 w 1076"/>
              <a:gd name="T77" fmla="*/ 302 h 764"/>
              <a:gd name="T78" fmla="*/ 319 w 1076"/>
              <a:gd name="T79" fmla="*/ 284 h 764"/>
              <a:gd name="T80" fmla="*/ 376 w 1076"/>
              <a:gd name="T81" fmla="*/ 267 h 764"/>
              <a:gd name="T82" fmla="*/ 433 w 1076"/>
              <a:gd name="T83" fmla="*/ 287 h 764"/>
              <a:gd name="T84" fmla="*/ 520 w 1076"/>
              <a:gd name="T85" fmla="*/ 310 h 764"/>
              <a:gd name="T86" fmla="*/ 499 w 1076"/>
              <a:gd name="T87" fmla="*/ 249 h 764"/>
              <a:gd name="T88" fmla="*/ 438 w 1076"/>
              <a:gd name="T89" fmla="*/ 212 h 764"/>
              <a:gd name="T90" fmla="*/ 174 w 1076"/>
              <a:gd name="T91" fmla="*/ 0 h 764"/>
              <a:gd name="T92" fmla="*/ 979 w 1076"/>
              <a:gd name="T93" fmla="*/ 17 h 764"/>
              <a:gd name="T94" fmla="*/ 1058 w 1076"/>
              <a:gd name="T95" fmla="*/ 96 h 764"/>
              <a:gd name="T96" fmla="*/ 1076 w 1076"/>
              <a:gd name="T97" fmla="*/ 590 h 764"/>
              <a:gd name="T98" fmla="*/ 1038 w 1076"/>
              <a:gd name="T99" fmla="*/ 698 h 764"/>
              <a:gd name="T100" fmla="*/ 943 w 1076"/>
              <a:gd name="T101" fmla="*/ 758 h 764"/>
              <a:gd name="T102" fmla="*/ 134 w 1076"/>
              <a:gd name="T103" fmla="*/ 758 h 764"/>
              <a:gd name="T104" fmla="*/ 37 w 1076"/>
              <a:gd name="T105" fmla="*/ 698 h 764"/>
              <a:gd name="T106" fmla="*/ 0 w 1076"/>
              <a:gd name="T107" fmla="*/ 590 h 764"/>
              <a:gd name="T108" fmla="*/ 18 w 1076"/>
              <a:gd name="T109" fmla="*/ 96 h 764"/>
              <a:gd name="T110" fmla="*/ 98 w 1076"/>
              <a:gd name="T111" fmla="*/ 17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76" h="764">
                <a:moveTo>
                  <a:pt x="724" y="276"/>
                </a:moveTo>
                <a:lnTo>
                  <a:pt x="735" y="278"/>
                </a:lnTo>
                <a:lnTo>
                  <a:pt x="754" y="284"/>
                </a:lnTo>
                <a:lnTo>
                  <a:pt x="771" y="293"/>
                </a:lnTo>
                <a:lnTo>
                  <a:pt x="782" y="308"/>
                </a:lnTo>
                <a:lnTo>
                  <a:pt x="792" y="329"/>
                </a:lnTo>
                <a:lnTo>
                  <a:pt x="798" y="357"/>
                </a:lnTo>
                <a:lnTo>
                  <a:pt x="799" y="395"/>
                </a:lnTo>
                <a:lnTo>
                  <a:pt x="798" y="433"/>
                </a:lnTo>
                <a:lnTo>
                  <a:pt x="792" y="463"/>
                </a:lnTo>
                <a:lnTo>
                  <a:pt x="786" y="473"/>
                </a:lnTo>
                <a:lnTo>
                  <a:pt x="775" y="478"/>
                </a:lnTo>
                <a:lnTo>
                  <a:pt x="762" y="482"/>
                </a:lnTo>
                <a:lnTo>
                  <a:pt x="750" y="484"/>
                </a:lnTo>
                <a:lnTo>
                  <a:pt x="741" y="484"/>
                </a:lnTo>
                <a:lnTo>
                  <a:pt x="724" y="486"/>
                </a:lnTo>
                <a:lnTo>
                  <a:pt x="695" y="486"/>
                </a:lnTo>
                <a:lnTo>
                  <a:pt x="660" y="486"/>
                </a:lnTo>
                <a:lnTo>
                  <a:pt x="660" y="278"/>
                </a:lnTo>
                <a:lnTo>
                  <a:pt x="684" y="278"/>
                </a:lnTo>
                <a:lnTo>
                  <a:pt x="709" y="276"/>
                </a:lnTo>
                <a:lnTo>
                  <a:pt x="724" y="276"/>
                </a:lnTo>
                <a:close/>
                <a:moveTo>
                  <a:pt x="588" y="208"/>
                </a:moveTo>
                <a:lnTo>
                  <a:pt x="588" y="556"/>
                </a:lnTo>
                <a:lnTo>
                  <a:pt x="707" y="556"/>
                </a:lnTo>
                <a:lnTo>
                  <a:pt x="745" y="554"/>
                </a:lnTo>
                <a:lnTo>
                  <a:pt x="773" y="548"/>
                </a:lnTo>
                <a:lnTo>
                  <a:pt x="794" y="539"/>
                </a:lnTo>
                <a:lnTo>
                  <a:pt x="811" y="526"/>
                </a:lnTo>
                <a:lnTo>
                  <a:pt x="826" y="512"/>
                </a:lnTo>
                <a:lnTo>
                  <a:pt x="835" y="499"/>
                </a:lnTo>
                <a:lnTo>
                  <a:pt x="845" y="480"/>
                </a:lnTo>
                <a:lnTo>
                  <a:pt x="852" y="459"/>
                </a:lnTo>
                <a:lnTo>
                  <a:pt x="858" y="437"/>
                </a:lnTo>
                <a:lnTo>
                  <a:pt x="864" y="418"/>
                </a:lnTo>
                <a:lnTo>
                  <a:pt x="866" y="405"/>
                </a:lnTo>
                <a:lnTo>
                  <a:pt x="868" y="397"/>
                </a:lnTo>
                <a:lnTo>
                  <a:pt x="864" y="350"/>
                </a:lnTo>
                <a:lnTo>
                  <a:pt x="854" y="310"/>
                </a:lnTo>
                <a:lnTo>
                  <a:pt x="839" y="276"/>
                </a:lnTo>
                <a:lnTo>
                  <a:pt x="820" y="249"/>
                </a:lnTo>
                <a:lnTo>
                  <a:pt x="805" y="234"/>
                </a:lnTo>
                <a:lnTo>
                  <a:pt x="792" y="223"/>
                </a:lnTo>
                <a:lnTo>
                  <a:pt x="773" y="215"/>
                </a:lnTo>
                <a:lnTo>
                  <a:pt x="743" y="210"/>
                </a:lnTo>
                <a:lnTo>
                  <a:pt x="703" y="208"/>
                </a:lnTo>
                <a:lnTo>
                  <a:pt x="588" y="208"/>
                </a:lnTo>
                <a:close/>
                <a:moveTo>
                  <a:pt x="376" y="206"/>
                </a:moveTo>
                <a:lnTo>
                  <a:pt x="349" y="206"/>
                </a:lnTo>
                <a:lnTo>
                  <a:pt x="325" y="210"/>
                </a:lnTo>
                <a:lnTo>
                  <a:pt x="304" y="217"/>
                </a:lnTo>
                <a:lnTo>
                  <a:pt x="276" y="232"/>
                </a:lnTo>
                <a:lnTo>
                  <a:pt x="257" y="255"/>
                </a:lnTo>
                <a:lnTo>
                  <a:pt x="245" y="280"/>
                </a:lnTo>
                <a:lnTo>
                  <a:pt x="240" y="308"/>
                </a:lnTo>
                <a:lnTo>
                  <a:pt x="244" y="335"/>
                </a:lnTo>
                <a:lnTo>
                  <a:pt x="257" y="355"/>
                </a:lnTo>
                <a:lnTo>
                  <a:pt x="276" y="376"/>
                </a:lnTo>
                <a:lnTo>
                  <a:pt x="295" y="388"/>
                </a:lnTo>
                <a:lnTo>
                  <a:pt x="323" y="397"/>
                </a:lnTo>
                <a:lnTo>
                  <a:pt x="361" y="406"/>
                </a:lnTo>
                <a:lnTo>
                  <a:pt x="382" y="410"/>
                </a:lnTo>
                <a:lnTo>
                  <a:pt x="399" y="410"/>
                </a:lnTo>
                <a:lnTo>
                  <a:pt x="412" y="408"/>
                </a:lnTo>
                <a:lnTo>
                  <a:pt x="419" y="410"/>
                </a:lnTo>
                <a:lnTo>
                  <a:pt x="429" y="414"/>
                </a:lnTo>
                <a:lnTo>
                  <a:pt x="436" y="416"/>
                </a:lnTo>
                <a:lnTo>
                  <a:pt x="442" y="420"/>
                </a:lnTo>
                <a:lnTo>
                  <a:pt x="448" y="423"/>
                </a:lnTo>
                <a:lnTo>
                  <a:pt x="452" y="431"/>
                </a:lnTo>
                <a:lnTo>
                  <a:pt x="453" y="439"/>
                </a:lnTo>
                <a:lnTo>
                  <a:pt x="455" y="446"/>
                </a:lnTo>
                <a:lnTo>
                  <a:pt x="450" y="465"/>
                </a:lnTo>
                <a:lnTo>
                  <a:pt x="436" y="482"/>
                </a:lnTo>
                <a:lnTo>
                  <a:pt x="423" y="492"/>
                </a:lnTo>
                <a:lnTo>
                  <a:pt x="404" y="495"/>
                </a:lnTo>
                <a:lnTo>
                  <a:pt x="382" y="497"/>
                </a:lnTo>
                <a:lnTo>
                  <a:pt x="361" y="495"/>
                </a:lnTo>
                <a:lnTo>
                  <a:pt x="346" y="490"/>
                </a:lnTo>
                <a:lnTo>
                  <a:pt x="332" y="480"/>
                </a:lnTo>
                <a:lnTo>
                  <a:pt x="323" y="473"/>
                </a:lnTo>
                <a:lnTo>
                  <a:pt x="315" y="469"/>
                </a:lnTo>
                <a:lnTo>
                  <a:pt x="310" y="459"/>
                </a:lnTo>
                <a:lnTo>
                  <a:pt x="304" y="446"/>
                </a:lnTo>
                <a:lnTo>
                  <a:pt x="232" y="446"/>
                </a:lnTo>
                <a:lnTo>
                  <a:pt x="238" y="473"/>
                </a:lnTo>
                <a:lnTo>
                  <a:pt x="247" y="492"/>
                </a:lnTo>
                <a:lnTo>
                  <a:pt x="261" y="507"/>
                </a:lnTo>
                <a:lnTo>
                  <a:pt x="278" y="522"/>
                </a:lnTo>
                <a:lnTo>
                  <a:pt x="296" y="537"/>
                </a:lnTo>
                <a:lnTo>
                  <a:pt x="321" y="546"/>
                </a:lnTo>
                <a:lnTo>
                  <a:pt x="348" y="552"/>
                </a:lnTo>
                <a:lnTo>
                  <a:pt x="382" y="554"/>
                </a:lnTo>
                <a:lnTo>
                  <a:pt x="410" y="554"/>
                </a:lnTo>
                <a:lnTo>
                  <a:pt x="434" y="548"/>
                </a:lnTo>
                <a:lnTo>
                  <a:pt x="455" y="541"/>
                </a:lnTo>
                <a:lnTo>
                  <a:pt x="476" y="531"/>
                </a:lnTo>
                <a:lnTo>
                  <a:pt x="493" y="518"/>
                </a:lnTo>
                <a:lnTo>
                  <a:pt x="506" y="501"/>
                </a:lnTo>
                <a:lnTo>
                  <a:pt x="516" y="484"/>
                </a:lnTo>
                <a:lnTo>
                  <a:pt x="521" y="467"/>
                </a:lnTo>
                <a:lnTo>
                  <a:pt x="523" y="448"/>
                </a:lnTo>
                <a:lnTo>
                  <a:pt x="521" y="429"/>
                </a:lnTo>
                <a:lnTo>
                  <a:pt x="518" y="416"/>
                </a:lnTo>
                <a:lnTo>
                  <a:pt x="508" y="403"/>
                </a:lnTo>
                <a:lnTo>
                  <a:pt x="497" y="389"/>
                </a:lnTo>
                <a:lnTo>
                  <a:pt x="484" y="380"/>
                </a:lnTo>
                <a:lnTo>
                  <a:pt x="467" y="371"/>
                </a:lnTo>
                <a:lnTo>
                  <a:pt x="448" y="363"/>
                </a:lnTo>
                <a:lnTo>
                  <a:pt x="425" y="357"/>
                </a:lnTo>
                <a:lnTo>
                  <a:pt x="393" y="350"/>
                </a:lnTo>
                <a:lnTo>
                  <a:pt x="361" y="342"/>
                </a:lnTo>
                <a:lnTo>
                  <a:pt x="338" y="333"/>
                </a:lnTo>
                <a:lnTo>
                  <a:pt x="323" y="325"/>
                </a:lnTo>
                <a:lnTo>
                  <a:pt x="317" y="319"/>
                </a:lnTo>
                <a:lnTo>
                  <a:pt x="313" y="312"/>
                </a:lnTo>
                <a:lnTo>
                  <a:pt x="313" y="302"/>
                </a:lnTo>
                <a:lnTo>
                  <a:pt x="313" y="295"/>
                </a:lnTo>
                <a:lnTo>
                  <a:pt x="315" y="289"/>
                </a:lnTo>
                <a:lnTo>
                  <a:pt x="319" y="284"/>
                </a:lnTo>
                <a:lnTo>
                  <a:pt x="325" y="280"/>
                </a:lnTo>
                <a:lnTo>
                  <a:pt x="348" y="270"/>
                </a:lnTo>
                <a:lnTo>
                  <a:pt x="376" y="267"/>
                </a:lnTo>
                <a:lnTo>
                  <a:pt x="404" y="268"/>
                </a:lnTo>
                <a:lnTo>
                  <a:pt x="423" y="278"/>
                </a:lnTo>
                <a:lnTo>
                  <a:pt x="433" y="287"/>
                </a:lnTo>
                <a:lnTo>
                  <a:pt x="440" y="299"/>
                </a:lnTo>
                <a:lnTo>
                  <a:pt x="444" y="314"/>
                </a:lnTo>
                <a:lnTo>
                  <a:pt x="520" y="310"/>
                </a:lnTo>
                <a:lnTo>
                  <a:pt x="516" y="287"/>
                </a:lnTo>
                <a:lnTo>
                  <a:pt x="510" y="267"/>
                </a:lnTo>
                <a:lnTo>
                  <a:pt x="499" y="249"/>
                </a:lnTo>
                <a:lnTo>
                  <a:pt x="482" y="234"/>
                </a:lnTo>
                <a:lnTo>
                  <a:pt x="463" y="221"/>
                </a:lnTo>
                <a:lnTo>
                  <a:pt x="438" y="212"/>
                </a:lnTo>
                <a:lnTo>
                  <a:pt x="410" y="208"/>
                </a:lnTo>
                <a:lnTo>
                  <a:pt x="376" y="206"/>
                </a:lnTo>
                <a:close/>
                <a:moveTo>
                  <a:pt x="174" y="0"/>
                </a:moveTo>
                <a:lnTo>
                  <a:pt x="902" y="0"/>
                </a:lnTo>
                <a:lnTo>
                  <a:pt x="943" y="4"/>
                </a:lnTo>
                <a:lnTo>
                  <a:pt x="979" y="17"/>
                </a:lnTo>
                <a:lnTo>
                  <a:pt x="1011" y="38"/>
                </a:lnTo>
                <a:lnTo>
                  <a:pt x="1038" y="64"/>
                </a:lnTo>
                <a:lnTo>
                  <a:pt x="1058" y="96"/>
                </a:lnTo>
                <a:lnTo>
                  <a:pt x="1072" y="134"/>
                </a:lnTo>
                <a:lnTo>
                  <a:pt x="1076" y="174"/>
                </a:lnTo>
                <a:lnTo>
                  <a:pt x="1076" y="590"/>
                </a:lnTo>
                <a:lnTo>
                  <a:pt x="1072" y="630"/>
                </a:lnTo>
                <a:lnTo>
                  <a:pt x="1058" y="666"/>
                </a:lnTo>
                <a:lnTo>
                  <a:pt x="1038" y="698"/>
                </a:lnTo>
                <a:lnTo>
                  <a:pt x="1011" y="726"/>
                </a:lnTo>
                <a:lnTo>
                  <a:pt x="979" y="745"/>
                </a:lnTo>
                <a:lnTo>
                  <a:pt x="943" y="758"/>
                </a:lnTo>
                <a:lnTo>
                  <a:pt x="902" y="764"/>
                </a:lnTo>
                <a:lnTo>
                  <a:pt x="174" y="764"/>
                </a:lnTo>
                <a:lnTo>
                  <a:pt x="134" y="758"/>
                </a:lnTo>
                <a:lnTo>
                  <a:pt x="98" y="745"/>
                </a:lnTo>
                <a:lnTo>
                  <a:pt x="66" y="726"/>
                </a:lnTo>
                <a:lnTo>
                  <a:pt x="37" y="698"/>
                </a:lnTo>
                <a:lnTo>
                  <a:pt x="18" y="666"/>
                </a:lnTo>
                <a:lnTo>
                  <a:pt x="5" y="630"/>
                </a:lnTo>
                <a:lnTo>
                  <a:pt x="0" y="590"/>
                </a:lnTo>
                <a:lnTo>
                  <a:pt x="0" y="174"/>
                </a:lnTo>
                <a:lnTo>
                  <a:pt x="5" y="134"/>
                </a:lnTo>
                <a:lnTo>
                  <a:pt x="18" y="96"/>
                </a:lnTo>
                <a:lnTo>
                  <a:pt x="37" y="64"/>
                </a:lnTo>
                <a:lnTo>
                  <a:pt x="66" y="38"/>
                </a:lnTo>
                <a:lnTo>
                  <a:pt x="98" y="17"/>
                </a:lnTo>
                <a:lnTo>
                  <a:pt x="134" y="4"/>
                </a:lnTo>
                <a:lnTo>
                  <a:pt x="17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25318" y="1429699"/>
            <a:ext cx="1080000" cy="737733"/>
          </a:xfrm>
          <a:custGeom>
            <a:avLst/>
            <a:gdLst>
              <a:gd name="T0" fmla="*/ 703 w 1076"/>
              <a:gd name="T1" fmla="*/ 267 h 735"/>
              <a:gd name="T2" fmla="*/ 760 w 1076"/>
              <a:gd name="T3" fmla="*/ 299 h 735"/>
              <a:gd name="T4" fmla="*/ 773 w 1076"/>
              <a:gd name="T5" fmla="*/ 420 h 735"/>
              <a:gd name="T6" fmla="*/ 749 w 1076"/>
              <a:gd name="T7" fmla="*/ 454 h 735"/>
              <a:gd name="T8" fmla="*/ 702 w 1076"/>
              <a:gd name="T9" fmla="*/ 469 h 735"/>
              <a:gd name="T10" fmla="*/ 571 w 1076"/>
              <a:gd name="T11" fmla="*/ 200 h 735"/>
              <a:gd name="T12" fmla="*/ 732 w 1076"/>
              <a:gd name="T13" fmla="*/ 535 h 735"/>
              <a:gd name="T14" fmla="*/ 802 w 1076"/>
              <a:gd name="T15" fmla="*/ 497 h 735"/>
              <a:gd name="T16" fmla="*/ 834 w 1076"/>
              <a:gd name="T17" fmla="*/ 423 h 735"/>
              <a:gd name="T18" fmla="*/ 838 w 1076"/>
              <a:gd name="T19" fmla="*/ 338 h 735"/>
              <a:gd name="T20" fmla="*/ 781 w 1076"/>
              <a:gd name="T21" fmla="*/ 227 h 735"/>
              <a:gd name="T22" fmla="*/ 681 w 1076"/>
              <a:gd name="T23" fmla="*/ 200 h 735"/>
              <a:gd name="T24" fmla="*/ 293 w 1076"/>
              <a:gd name="T25" fmla="*/ 212 h 735"/>
              <a:gd name="T26" fmla="*/ 233 w 1076"/>
              <a:gd name="T27" fmla="*/ 297 h 735"/>
              <a:gd name="T28" fmla="*/ 286 w 1076"/>
              <a:gd name="T29" fmla="*/ 376 h 735"/>
              <a:gd name="T30" fmla="*/ 386 w 1076"/>
              <a:gd name="T31" fmla="*/ 397 h 735"/>
              <a:gd name="T32" fmla="*/ 424 w 1076"/>
              <a:gd name="T33" fmla="*/ 403 h 735"/>
              <a:gd name="T34" fmla="*/ 441 w 1076"/>
              <a:gd name="T35" fmla="*/ 423 h 735"/>
              <a:gd name="T36" fmla="*/ 409 w 1076"/>
              <a:gd name="T37" fmla="*/ 476 h 735"/>
              <a:gd name="T38" fmla="*/ 335 w 1076"/>
              <a:gd name="T39" fmla="*/ 475 h 735"/>
              <a:gd name="T40" fmla="*/ 299 w 1076"/>
              <a:gd name="T41" fmla="*/ 446 h 735"/>
              <a:gd name="T42" fmla="*/ 238 w 1076"/>
              <a:gd name="T43" fmla="*/ 476 h 735"/>
              <a:gd name="T44" fmla="*/ 310 w 1076"/>
              <a:gd name="T45" fmla="*/ 529 h 735"/>
              <a:gd name="T46" fmla="*/ 420 w 1076"/>
              <a:gd name="T47" fmla="*/ 531 h 735"/>
              <a:gd name="T48" fmla="*/ 490 w 1076"/>
              <a:gd name="T49" fmla="*/ 486 h 735"/>
              <a:gd name="T50" fmla="*/ 505 w 1076"/>
              <a:gd name="T51" fmla="*/ 416 h 735"/>
              <a:gd name="T52" fmla="*/ 469 w 1076"/>
              <a:gd name="T53" fmla="*/ 367 h 735"/>
              <a:gd name="T54" fmla="*/ 380 w 1076"/>
              <a:gd name="T55" fmla="*/ 338 h 735"/>
              <a:gd name="T56" fmla="*/ 308 w 1076"/>
              <a:gd name="T57" fmla="*/ 306 h 735"/>
              <a:gd name="T58" fmla="*/ 306 w 1076"/>
              <a:gd name="T59" fmla="*/ 280 h 735"/>
              <a:gd name="T60" fmla="*/ 365 w 1076"/>
              <a:gd name="T61" fmla="*/ 259 h 735"/>
              <a:gd name="T62" fmla="*/ 426 w 1076"/>
              <a:gd name="T63" fmla="*/ 287 h 735"/>
              <a:gd name="T64" fmla="*/ 494 w 1076"/>
              <a:gd name="T65" fmla="*/ 259 h 735"/>
              <a:gd name="T66" fmla="*/ 407 w 1076"/>
              <a:gd name="T67" fmla="*/ 202 h 735"/>
              <a:gd name="T68" fmla="*/ 906 w 1076"/>
              <a:gd name="T69" fmla="*/ 106 h 735"/>
              <a:gd name="T70" fmla="*/ 976 w 1076"/>
              <a:gd name="T71" fmla="*/ 202 h 735"/>
              <a:gd name="T72" fmla="*/ 934 w 1076"/>
              <a:gd name="T73" fmla="*/ 618 h 735"/>
              <a:gd name="T74" fmla="*/ 170 w 1076"/>
              <a:gd name="T75" fmla="*/ 633 h 735"/>
              <a:gd name="T76" fmla="*/ 100 w 1076"/>
              <a:gd name="T77" fmla="*/ 537 h 735"/>
              <a:gd name="T78" fmla="*/ 142 w 1076"/>
              <a:gd name="T79" fmla="*/ 121 h 735"/>
              <a:gd name="T80" fmla="*/ 166 w 1076"/>
              <a:gd name="T81" fmla="*/ 72 h 735"/>
              <a:gd name="T82" fmla="*/ 72 w 1076"/>
              <a:gd name="T83" fmla="*/ 166 h 735"/>
              <a:gd name="T84" fmla="*/ 85 w 1076"/>
              <a:gd name="T85" fmla="*/ 605 h 735"/>
              <a:gd name="T86" fmla="*/ 202 w 1076"/>
              <a:gd name="T87" fmla="*/ 671 h 735"/>
              <a:gd name="T88" fmla="*/ 970 w 1076"/>
              <a:gd name="T89" fmla="*/ 633 h 735"/>
              <a:gd name="T90" fmla="*/ 1008 w 1076"/>
              <a:gd name="T91" fmla="*/ 202 h 735"/>
              <a:gd name="T92" fmla="*/ 942 w 1076"/>
              <a:gd name="T93" fmla="*/ 85 h 735"/>
              <a:gd name="T94" fmla="*/ 168 w 1076"/>
              <a:gd name="T95" fmla="*/ 0 h 735"/>
              <a:gd name="T96" fmla="*/ 980 w 1076"/>
              <a:gd name="T97" fmla="*/ 28 h 735"/>
              <a:gd name="T98" fmla="*/ 1070 w 1076"/>
              <a:gd name="T99" fmla="*/ 134 h 735"/>
              <a:gd name="T100" fmla="*/ 1051 w 1076"/>
              <a:gd name="T101" fmla="*/ 616 h 735"/>
              <a:gd name="T102" fmla="*/ 915 w 1076"/>
              <a:gd name="T103" fmla="*/ 728 h 735"/>
              <a:gd name="T104" fmla="*/ 95 w 1076"/>
              <a:gd name="T105" fmla="*/ 711 h 735"/>
              <a:gd name="T106" fmla="*/ 4 w 1076"/>
              <a:gd name="T107" fmla="*/ 579 h 735"/>
              <a:gd name="T108" fmla="*/ 17 w 1076"/>
              <a:gd name="T109" fmla="*/ 94 h 735"/>
              <a:gd name="T110" fmla="*/ 131 w 1076"/>
              <a:gd name="T111" fmla="*/ 4 h 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76" h="735">
                <a:moveTo>
                  <a:pt x="639" y="267"/>
                </a:moveTo>
                <a:lnTo>
                  <a:pt x="664" y="267"/>
                </a:lnTo>
                <a:lnTo>
                  <a:pt x="688" y="267"/>
                </a:lnTo>
                <a:lnTo>
                  <a:pt x="703" y="267"/>
                </a:lnTo>
                <a:lnTo>
                  <a:pt x="713" y="268"/>
                </a:lnTo>
                <a:lnTo>
                  <a:pt x="732" y="274"/>
                </a:lnTo>
                <a:lnTo>
                  <a:pt x="747" y="284"/>
                </a:lnTo>
                <a:lnTo>
                  <a:pt x="760" y="299"/>
                </a:lnTo>
                <a:lnTo>
                  <a:pt x="768" y="318"/>
                </a:lnTo>
                <a:lnTo>
                  <a:pt x="773" y="346"/>
                </a:lnTo>
                <a:lnTo>
                  <a:pt x="775" y="382"/>
                </a:lnTo>
                <a:lnTo>
                  <a:pt x="773" y="420"/>
                </a:lnTo>
                <a:lnTo>
                  <a:pt x="768" y="448"/>
                </a:lnTo>
                <a:lnTo>
                  <a:pt x="766" y="446"/>
                </a:lnTo>
                <a:lnTo>
                  <a:pt x="760" y="448"/>
                </a:lnTo>
                <a:lnTo>
                  <a:pt x="749" y="454"/>
                </a:lnTo>
                <a:lnTo>
                  <a:pt x="738" y="459"/>
                </a:lnTo>
                <a:lnTo>
                  <a:pt x="728" y="463"/>
                </a:lnTo>
                <a:lnTo>
                  <a:pt x="721" y="467"/>
                </a:lnTo>
                <a:lnTo>
                  <a:pt x="702" y="469"/>
                </a:lnTo>
                <a:lnTo>
                  <a:pt x="675" y="471"/>
                </a:lnTo>
                <a:lnTo>
                  <a:pt x="639" y="471"/>
                </a:lnTo>
                <a:lnTo>
                  <a:pt x="639" y="267"/>
                </a:lnTo>
                <a:close/>
                <a:moveTo>
                  <a:pt x="571" y="200"/>
                </a:moveTo>
                <a:lnTo>
                  <a:pt x="571" y="535"/>
                </a:lnTo>
                <a:lnTo>
                  <a:pt x="686" y="535"/>
                </a:lnTo>
                <a:lnTo>
                  <a:pt x="711" y="535"/>
                </a:lnTo>
                <a:lnTo>
                  <a:pt x="732" y="535"/>
                </a:lnTo>
                <a:lnTo>
                  <a:pt x="751" y="531"/>
                </a:lnTo>
                <a:lnTo>
                  <a:pt x="770" y="522"/>
                </a:lnTo>
                <a:lnTo>
                  <a:pt x="787" y="510"/>
                </a:lnTo>
                <a:lnTo>
                  <a:pt x="802" y="497"/>
                </a:lnTo>
                <a:lnTo>
                  <a:pt x="811" y="484"/>
                </a:lnTo>
                <a:lnTo>
                  <a:pt x="819" y="465"/>
                </a:lnTo>
                <a:lnTo>
                  <a:pt x="826" y="444"/>
                </a:lnTo>
                <a:lnTo>
                  <a:pt x="834" y="423"/>
                </a:lnTo>
                <a:lnTo>
                  <a:pt x="838" y="405"/>
                </a:lnTo>
                <a:lnTo>
                  <a:pt x="840" y="391"/>
                </a:lnTo>
                <a:lnTo>
                  <a:pt x="842" y="386"/>
                </a:lnTo>
                <a:lnTo>
                  <a:pt x="838" y="338"/>
                </a:lnTo>
                <a:lnTo>
                  <a:pt x="830" y="301"/>
                </a:lnTo>
                <a:lnTo>
                  <a:pt x="815" y="268"/>
                </a:lnTo>
                <a:lnTo>
                  <a:pt x="794" y="242"/>
                </a:lnTo>
                <a:lnTo>
                  <a:pt x="781" y="227"/>
                </a:lnTo>
                <a:lnTo>
                  <a:pt x="768" y="215"/>
                </a:lnTo>
                <a:lnTo>
                  <a:pt x="751" y="208"/>
                </a:lnTo>
                <a:lnTo>
                  <a:pt x="721" y="202"/>
                </a:lnTo>
                <a:lnTo>
                  <a:pt x="681" y="200"/>
                </a:lnTo>
                <a:lnTo>
                  <a:pt x="571" y="200"/>
                </a:lnTo>
                <a:close/>
                <a:moveTo>
                  <a:pt x="365" y="198"/>
                </a:moveTo>
                <a:lnTo>
                  <a:pt x="327" y="202"/>
                </a:lnTo>
                <a:lnTo>
                  <a:pt x="293" y="212"/>
                </a:lnTo>
                <a:lnTo>
                  <a:pt x="269" y="227"/>
                </a:lnTo>
                <a:lnTo>
                  <a:pt x="250" y="248"/>
                </a:lnTo>
                <a:lnTo>
                  <a:pt x="236" y="270"/>
                </a:lnTo>
                <a:lnTo>
                  <a:pt x="233" y="297"/>
                </a:lnTo>
                <a:lnTo>
                  <a:pt x="236" y="321"/>
                </a:lnTo>
                <a:lnTo>
                  <a:pt x="248" y="344"/>
                </a:lnTo>
                <a:lnTo>
                  <a:pt x="267" y="365"/>
                </a:lnTo>
                <a:lnTo>
                  <a:pt x="286" y="376"/>
                </a:lnTo>
                <a:lnTo>
                  <a:pt x="314" y="386"/>
                </a:lnTo>
                <a:lnTo>
                  <a:pt x="348" y="393"/>
                </a:lnTo>
                <a:lnTo>
                  <a:pt x="369" y="397"/>
                </a:lnTo>
                <a:lnTo>
                  <a:pt x="386" y="397"/>
                </a:lnTo>
                <a:lnTo>
                  <a:pt x="399" y="397"/>
                </a:lnTo>
                <a:lnTo>
                  <a:pt x="407" y="397"/>
                </a:lnTo>
                <a:lnTo>
                  <a:pt x="416" y="401"/>
                </a:lnTo>
                <a:lnTo>
                  <a:pt x="424" y="403"/>
                </a:lnTo>
                <a:lnTo>
                  <a:pt x="429" y="406"/>
                </a:lnTo>
                <a:lnTo>
                  <a:pt x="433" y="410"/>
                </a:lnTo>
                <a:lnTo>
                  <a:pt x="437" y="418"/>
                </a:lnTo>
                <a:lnTo>
                  <a:pt x="441" y="423"/>
                </a:lnTo>
                <a:lnTo>
                  <a:pt x="441" y="433"/>
                </a:lnTo>
                <a:lnTo>
                  <a:pt x="437" y="452"/>
                </a:lnTo>
                <a:lnTo>
                  <a:pt x="424" y="467"/>
                </a:lnTo>
                <a:lnTo>
                  <a:pt x="409" y="476"/>
                </a:lnTo>
                <a:lnTo>
                  <a:pt x="391" y="480"/>
                </a:lnTo>
                <a:lnTo>
                  <a:pt x="371" y="482"/>
                </a:lnTo>
                <a:lnTo>
                  <a:pt x="350" y="480"/>
                </a:lnTo>
                <a:lnTo>
                  <a:pt x="335" y="475"/>
                </a:lnTo>
                <a:lnTo>
                  <a:pt x="322" y="465"/>
                </a:lnTo>
                <a:lnTo>
                  <a:pt x="312" y="459"/>
                </a:lnTo>
                <a:lnTo>
                  <a:pt x="305" y="454"/>
                </a:lnTo>
                <a:lnTo>
                  <a:pt x="299" y="446"/>
                </a:lnTo>
                <a:lnTo>
                  <a:pt x="295" y="431"/>
                </a:lnTo>
                <a:lnTo>
                  <a:pt x="225" y="433"/>
                </a:lnTo>
                <a:lnTo>
                  <a:pt x="229" y="458"/>
                </a:lnTo>
                <a:lnTo>
                  <a:pt x="238" y="476"/>
                </a:lnTo>
                <a:lnTo>
                  <a:pt x="252" y="492"/>
                </a:lnTo>
                <a:lnTo>
                  <a:pt x="269" y="507"/>
                </a:lnTo>
                <a:lnTo>
                  <a:pt x="287" y="520"/>
                </a:lnTo>
                <a:lnTo>
                  <a:pt x="310" y="529"/>
                </a:lnTo>
                <a:lnTo>
                  <a:pt x="337" y="535"/>
                </a:lnTo>
                <a:lnTo>
                  <a:pt x="369" y="537"/>
                </a:lnTo>
                <a:lnTo>
                  <a:pt x="397" y="535"/>
                </a:lnTo>
                <a:lnTo>
                  <a:pt x="420" y="531"/>
                </a:lnTo>
                <a:lnTo>
                  <a:pt x="441" y="524"/>
                </a:lnTo>
                <a:lnTo>
                  <a:pt x="461" y="514"/>
                </a:lnTo>
                <a:lnTo>
                  <a:pt x="477" y="503"/>
                </a:lnTo>
                <a:lnTo>
                  <a:pt x="490" y="486"/>
                </a:lnTo>
                <a:lnTo>
                  <a:pt x="499" y="469"/>
                </a:lnTo>
                <a:lnTo>
                  <a:pt x="505" y="454"/>
                </a:lnTo>
                <a:lnTo>
                  <a:pt x="507" y="435"/>
                </a:lnTo>
                <a:lnTo>
                  <a:pt x="505" y="416"/>
                </a:lnTo>
                <a:lnTo>
                  <a:pt x="501" y="403"/>
                </a:lnTo>
                <a:lnTo>
                  <a:pt x="494" y="389"/>
                </a:lnTo>
                <a:lnTo>
                  <a:pt x="482" y="376"/>
                </a:lnTo>
                <a:lnTo>
                  <a:pt x="469" y="367"/>
                </a:lnTo>
                <a:lnTo>
                  <a:pt x="454" y="359"/>
                </a:lnTo>
                <a:lnTo>
                  <a:pt x="435" y="352"/>
                </a:lnTo>
                <a:lnTo>
                  <a:pt x="412" y="346"/>
                </a:lnTo>
                <a:lnTo>
                  <a:pt x="380" y="338"/>
                </a:lnTo>
                <a:lnTo>
                  <a:pt x="350" y="331"/>
                </a:lnTo>
                <a:lnTo>
                  <a:pt x="327" y="321"/>
                </a:lnTo>
                <a:lnTo>
                  <a:pt x="314" y="314"/>
                </a:lnTo>
                <a:lnTo>
                  <a:pt x="308" y="306"/>
                </a:lnTo>
                <a:lnTo>
                  <a:pt x="305" y="299"/>
                </a:lnTo>
                <a:lnTo>
                  <a:pt x="303" y="291"/>
                </a:lnTo>
                <a:lnTo>
                  <a:pt x="303" y="285"/>
                </a:lnTo>
                <a:lnTo>
                  <a:pt x="306" y="280"/>
                </a:lnTo>
                <a:lnTo>
                  <a:pt x="310" y="276"/>
                </a:lnTo>
                <a:lnTo>
                  <a:pt x="314" y="272"/>
                </a:lnTo>
                <a:lnTo>
                  <a:pt x="337" y="263"/>
                </a:lnTo>
                <a:lnTo>
                  <a:pt x="365" y="259"/>
                </a:lnTo>
                <a:lnTo>
                  <a:pt x="391" y="263"/>
                </a:lnTo>
                <a:lnTo>
                  <a:pt x="410" y="270"/>
                </a:lnTo>
                <a:lnTo>
                  <a:pt x="420" y="278"/>
                </a:lnTo>
                <a:lnTo>
                  <a:pt x="426" y="287"/>
                </a:lnTo>
                <a:lnTo>
                  <a:pt x="431" y="302"/>
                </a:lnTo>
                <a:lnTo>
                  <a:pt x="503" y="299"/>
                </a:lnTo>
                <a:lnTo>
                  <a:pt x="501" y="276"/>
                </a:lnTo>
                <a:lnTo>
                  <a:pt x="494" y="259"/>
                </a:lnTo>
                <a:lnTo>
                  <a:pt x="482" y="244"/>
                </a:lnTo>
                <a:lnTo>
                  <a:pt x="467" y="229"/>
                </a:lnTo>
                <a:lnTo>
                  <a:pt x="441" y="212"/>
                </a:lnTo>
                <a:lnTo>
                  <a:pt x="407" y="202"/>
                </a:lnTo>
                <a:lnTo>
                  <a:pt x="365" y="198"/>
                </a:lnTo>
                <a:close/>
                <a:moveTo>
                  <a:pt x="202" y="100"/>
                </a:moveTo>
                <a:lnTo>
                  <a:pt x="874" y="100"/>
                </a:lnTo>
                <a:lnTo>
                  <a:pt x="906" y="106"/>
                </a:lnTo>
                <a:lnTo>
                  <a:pt x="934" y="121"/>
                </a:lnTo>
                <a:lnTo>
                  <a:pt x="955" y="142"/>
                </a:lnTo>
                <a:lnTo>
                  <a:pt x="970" y="170"/>
                </a:lnTo>
                <a:lnTo>
                  <a:pt x="976" y="202"/>
                </a:lnTo>
                <a:lnTo>
                  <a:pt x="976" y="537"/>
                </a:lnTo>
                <a:lnTo>
                  <a:pt x="970" y="569"/>
                </a:lnTo>
                <a:lnTo>
                  <a:pt x="955" y="597"/>
                </a:lnTo>
                <a:lnTo>
                  <a:pt x="934" y="618"/>
                </a:lnTo>
                <a:lnTo>
                  <a:pt x="906" y="633"/>
                </a:lnTo>
                <a:lnTo>
                  <a:pt x="874" y="639"/>
                </a:lnTo>
                <a:lnTo>
                  <a:pt x="202" y="639"/>
                </a:lnTo>
                <a:lnTo>
                  <a:pt x="170" y="633"/>
                </a:lnTo>
                <a:lnTo>
                  <a:pt x="142" y="618"/>
                </a:lnTo>
                <a:lnTo>
                  <a:pt x="121" y="597"/>
                </a:lnTo>
                <a:lnTo>
                  <a:pt x="106" y="569"/>
                </a:lnTo>
                <a:lnTo>
                  <a:pt x="100" y="537"/>
                </a:lnTo>
                <a:lnTo>
                  <a:pt x="100" y="202"/>
                </a:lnTo>
                <a:lnTo>
                  <a:pt x="106" y="170"/>
                </a:lnTo>
                <a:lnTo>
                  <a:pt x="121" y="142"/>
                </a:lnTo>
                <a:lnTo>
                  <a:pt x="142" y="121"/>
                </a:lnTo>
                <a:lnTo>
                  <a:pt x="170" y="106"/>
                </a:lnTo>
                <a:lnTo>
                  <a:pt x="202" y="100"/>
                </a:lnTo>
                <a:close/>
                <a:moveTo>
                  <a:pt x="202" y="66"/>
                </a:moveTo>
                <a:lnTo>
                  <a:pt x="166" y="72"/>
                </a:lnTo>
                <a:lnTo>
                  <a:pt x="134" y="85"/>
                </a:lnTo>
                <a:lnTo>
                  <a:pt x="106" y="106"/>
                </a:lnTo>
                <a:lnTo>
                  <a:pt x="85" y="134"/>
                </a:lnTo>
                <a:lnTo>
                  <a:pt x="72" y="166"/>
                </a:lnTo>
                <a:lnTo>
                  <a:pt x="68" y="202"/>
                </a:lnTo>
                <a:lnTo>
                  <a:pt x="68" y="537"/>
                </a:lnTo>
                <a:lnTo>
                  <a:pt x="72" y="573"/>
                </a:lnTo>
                <a:lnTo>
                  <a:pt x="85" y="605"/>
                </a:lnTo>
                <a:lnTo>
                  <a:pt x="106" y="633"/>
                </a:lnTo>
                <a:lnTo>
                  <a:pt x="134" y="654"/>
                </a:lnTo>
                <a:lnTo>
                  <a:pt x="166" y="667"/>
                </a:lnTo>
                <a:lnTo>
                  <a:pt x="202" y="671"/>
                </a:lnTo>
                <a:lnTo>
                  <a:pt x="874" y="671"/>
                </a:lnTo>
                <a:lnTo>
                  <a:pt x="910" y="667"/>
                </a:lnTo>
                <a:lnTo>
                  <a:pt x="942" y="654"/>
                </a:lnTo>
                <a:lnTo>
                  <a:pt x="970" y="633"/>
                </a:lnTo>
                <a:lnTo>
                  <a:pt x="991" y="605"/>
                </a:lnTo>
                <a:lnTo>
                  <a:pt x="1004" y="573"/>
                </a:lnTo>
                <a:lnTo>
                  <a:pt x="1008" y="537"/>
                </a:lnTo>
                <a:lnTo>
                  <a:pt x="1008" y="202"/>
                </a:lnTo>
                <a:lnTo>
                  <a:pt x="1004" y="166"/>
                </a:lnTo>
                <a:lnTo>
                  <a:pt x="991" y="134"/>
                </a:lnTo>
                <a:lnTo>
                  <a:pt x="970" y="106"/>
                </a:lnTo>
                <a:lnTo>
                  <a:pt x="942" y="85"/>
                </a:lnTo>
                <a:lnTo>
                  <a:pt x="910" y="72"/>
                </a:lnTo>
                <a:lnTo>
                  <a:pt x="874" y="66"/>
                </a:lnTo>
                <a:lnTo>
                  <a:pt x="202" y="66"/>
                </a:lnTo>
                <a:close/>
                <a:moveTo>
                  <a:pt x="168" y="0"/>
                </a:moveTo>
                <a:lnTo>
                  <a:pt x="874" y="0"/>
                </a:lnTo>
                <a:lnTo>
                  <a:pt x="910" y="4"/>
                </a:lnTo>
                <a:lnTo>
                  <a:pt x="946" y="13"/>
                </a:lnTo>
                <a:lnTo>
                  <a:pt x="980" y="28"/>
                </a:lnTo>
                <a:lnTo>
                  <a:pt x="1010" y="49"/>
                </a:lnTo>
                <a:lnTo>
                  <a:pt x="1036" y="74"/>
                </a:lnTo>
                <a:lnTo>
                  <a:pt x="1057" y="102"/>
                </a:lnTo>
                <a:lnTo>
                  <a:pt x="1070" y="134"/>
                </a:lnTo>
                <a:lnTo>
                  <a:pt x="1076" y="168"/>
                </a:lnTo>
                <a:lnTo>
                  <a:pt x="1076" y="537"/>
                </a:lnTo>
                <a:lnTo>
                  <a:pt x="1070" y="579"/>
                </a:lnTo>
                <a:lnTo>
                  <a:pt x="1051" y="616"/>
                </a:lnTo>
                <a:lnTo>
                  <a:pt x="1025" y="654"/>
                </a:lnTo>
                <a:lnTo>
                  <a:pt x="993" y="686"/>
                </a:lnTo>
                <a:lnTo>
                  <a:pt x="955" y="711"/>
                </a:lnTo>
                <a:lnTo>
                  <a:pt x="915" y="728"/>
                </a:lnTo>
                <a:lnTo>
                  <a:pt x="874" y="735"/>
                </a:lnTo>
                <a:lnTo>
                  <a:pt x="168" y="735"/>
                </a:lnTo>
                <a:lnTo>
                  <a:pt x="131" y="728"/>
                </a:lnTo>
                <a:lnTo>
                  <a:pt x="95" y="711"/>
                </a:lnTo>
                <a:lnTo>
                  <a:pt x="62" y="686"/>
                </a:lnTo>
                <a:lnTo>
                  <a:pt x="38" y="654"/>
                </a:lnTo>
                <a:lnTo>
                  <a:pt x="17" y="616"/>
                </a:lnTo>
                <a:lnTo>
                  <a:pt x="4" y="579"/>
                </a:lnTo>
                <a:lnTo>
                  <a:pt x="0" y="537"/>
                </a:lnTo>
                <a:lnTo>
                  <a:pt x="0" y="168"/>
                </a:lnTo>
                <a:lnTo>
                  <a:pt x="4" y="128"/>
                </a:lnTo>
                <a:lnTo>
                  <a:pt x="17" y="94"/>
                </a:lnTo>
                <a:lnTo>
                  <a:pt x="38" y="62"/>
                </a:lnTo>
                <a:lnTo>
                  <a:pt x="62" y="36"/>
                </a:lnTo>
                <a:lnTo>
                  <a:pt x="95" y="17"/>
                </a:lnTo>
                <a:lnTo>
                  <a:pt x="131" y="4"/>
                </a:lnTo>
                <a:lnTo>
                  <a:pt x="16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692" y="3045580"/>
            <a:ext cx="1080000" cy="766840"/>
          </a:xfrm>
          <a:custGeom>
            <a:avLst/>
            <a:gdLst>
              <a:gd name="T0" fmla="*/ 694 w 1076"/>
              <a:gd name="T1" fmla="*/ 486 h 764"/>
              <a:gd name="T2" fmla="*/ 751 w 1076"/>
              <a:gd name="T3" fmla="*/ 482 h 764"/>
              <a:gd name="T4" fmla="*/ 790 w 1076"/>
              <a:gd name="T5" fmla="*/ 463 h 764"/>
              <a:gd name="T6" fmla="*/ 796 w 1076"/>
              <a:gd name="T7" fmla="*/ 357 h 764"/>
              <a:gd name="T8" fmla="*/ 770 w 1076"/>
              <a:gd name="T9" fmla="*/ 297 h 764"/>
              <a:gd name="T10" fmla="*/ 722 w 1076"/>
              <a:gd name="T11" fmla="*/ 278 h 764"/>
              <a:gd name="T12" fmla="*/ 658 w 1076"/>
              <a:gd name="T13" fmla="*/ 278 h 764"/>
              <a:gd name="T14" fmla="*/ 741 w 1076"/>
              <a:gd name="T15" fmla="*/ 210 h 764"/>
              <a:gd name="T16" fmla="*/ 804 w 1076"/>
              <a:gd name="T17" fmla="*/ 235 h 764"/>
              <a:gd name="T18" fmla="*/ 853 w 1076"/>
              <a:gd name="T19" fmla="*/ 310 h 764"/>
              <a:gd name="T20" fmla="*/ 866 w 1076"/>
              <a:gd name="T21" fmla="*/ 405 h 764"/>
              <a:gd name="T22" fmla="*/ 853 w 1076"/>
              <a:gd name="T23" fmla="*/ 469 h 764"/>
              <a:gd name="T24" fmla="*/ 802 w 1076"/>
              <a:gd name="T25" fmla="*/ 531 h 764"/>
              <a:gd name="T26" fmla="*/ 705 w 1076"/>
              <a:gd name="T27" fmla="*/ 552 h 764"/>
              <a:gd name="T28" fmla="*/ 376 w 1076"/>
              <a:gd name="T29" fmla="*/ 208 h 764"/>
              <a:gd name="T30" fmla="*/ 461 w 1076"/>
              <a:gd name="T31" fmla="*/ 221 h 764"/>
              <a:gd name="T32" fmla="*/ 509 w 1076"/>
              <a:gd name="T33" fmla="*/ 267 h 764"/>
              <a:gd name="T34" fmla="*/ 444 w 1076"/>
              <a:gd name="T35" fmla="*/ 312 h 764"/>
              <a:gd name="T36" fmla="*/ 424 w 1076"/>
              <a:gd name="T37" fmla="*/ 278 h 764"/>
              <a:gd name="T38" fmla="*/ 346 w 1076"/>
              <a:gd name="T39" fmla="*/ 269 h 764"/>
              <a:gd name="T40" fmla="*/ 316 w 1076"/>
              <a:gd name="T41" fmla="*/ 289 h 764"/>
              <a:gd name="T42" fmla="*/ 314 w 1076"/>
              <a:gd name="T43" fmla="*/ 310 h 764"/>
              <a:gd name="T44" fmla="*/ 338 w 1076"/>
              <a:gd name="T45" fmla="*/ 333 h 764"/>
              <a:gd name="T46" fmla="*/ 425 w 1076"/>
              <a:gd name="T47" fmla="*/ 357 h 764"/>
              <a:gd name="T48" fmla="*/ 482 w 1076"/>
              <a:gd name="T49" fmla="*/ 380 h 764"/>
              <a:gd name="T50" fmla="*/ 514 w 1076"/>
              <a:gd name="T51" fmla="*/ 416 h 764"/>
              <a:gd name="T52" fmla="*/ 520 w 1076"/>
              <a:gd name="T53" fmla="*/ 467 h 764"/>
              <a:gd name="T54" fmla="*/ 492 w 1076"/>
              <a:gd name="T55" fmla="*/ 518 h 764"/>
              <a:gd name="T56" fmla="*/ 433 w 1076"/>
              <a:gd name="T57" fmla="*/ 548 h 764"/>
              <a:gd name="T58" fmla="*/ 348 w 1076"/>
              <a:gd name="T59" fmla="*/ 552 h 764"/>
              <a:gd name="T60" fmla="*/ 276 w 1076"/>
              <a:gd name="T61" fmla="*/ 522 h 764"/>
              <a:gd name="T62" fmla="*/ 242 w 1076"/>
              <a:gd name="T63" fmla="*/ 488 h 764"/>
              <a:gd name="T64" fmla="*/ 304 w 1076"/>
              <a:gd name="T65" fmla="*/ 450 h 764"/>
              <a:gd name="T66" fmla="*/ 321 w 1076"/>
              <a:gd name="T67" fmla="*/ 475 h 764"/>
              <a:gd name="T68" fmla="*/ 361 w 1076"/>
              <a:gd name="T69" fmla="*/ 495 h 764"/>
              <a:gd name="T70" fmla="*/ 422 w 1076"/>
              <a:gd name="T71" fmla="*/ 492 h 764"/>
              <a:gd name="T72" fmla="*/ 456 w 1076"/>
              <a:gd name="T73" fmla="*/ 446 h 764"/>
              <a:gd name="T74" fmla="*/ 446 w 1076"/>
              <a:gd name="T75" fmla="*/ 424 h 764"/>
              <a:gd name="T76" fmla="*/ 429 w 1076"/>
              <a:gd name="T77" fmla="*/ 414 h 764"/>
              <a:gd name="T78" fmla="*/ 399 w 1076"/>
              <a:gd name="T79" fmla="*/ 410 h 764"/>
              <a:gd name="T80" fmla="*/ 323 w 1076"/>
              <a:gd name="T81" fmla="*/ 397 h 764"/>
              <a:gd name="T82" fmla="*/ 255 w 1076"/>
              <a:gd name="T83" fmla="*/ 356 h 764"/>
              <a:gd name="T84" fmla="*/ 244 w 1076"/>
              <a:gd name="T85" fmla="*/ 280 h 764"/>
              <a:gd name="T86" fmla="*/ 303 w 1076"/>
              <a:gd name="T87" fmla="*/ 216 h 764"/>
              <a:gd name="T88" fmla="*/ 376 w 1076"/>
              <a:gd name="T89" fmla="*/ 208 h 764"/>
              <a:gd name="T90" fmla="*/ 89 w 1076"/>
              <a:gd name="T91" fmla="*/ 89 h 764"/>
              <a:gd name="T92" fmla="*/ 70 w 1076"/>
              <a:gd name="T93" fmla="*/ 624 h 764"/>
              <a:gd name="T94" fmla="*/ 112 w 1076"/>
              <a:gd name="T95" fmla="*/ 688 h 764"/>
              <a:gd name="T96" fmla="*/ 964 w 1076"/>
              <a:gd name="T97" fmla="*/ 688 h 764"/>
              <a:gd name="T98" fmla="*/ 1006 w 1076"/>
              <a:gd name="T99" fmla="*/ 624 h 764"/>
              <a:gd name="T100" fmla="*/ 987 w 1076"/>
              <a:gd name="T101" fmla="*/ 89 h 764"/>
              <a:gd name="T102" fmla="*/ 138 w 1076"/>
              <a:gd name="T103" fmla="*/ 70 h 764"/>
              <a:gd name="T104" fmla="*/ 942 w 1076"/>
              <a:gd name="T105" fmla="*/ 4 h 764"/>
              <a:gd name="T106" fmla="*/ 1038 w 1076"/>
              <a:gd name="T107" fmla="*/ 64 h 764"/>
              <a:gd name="T108" fmla="*/ 1076 w 1076"/>
              <a:gd name="T109" fmla="*/ 174 h 764"/>
              <a:gd name="T110" fmla="*/ 1059 w 1076"/>
              <a:gd name="T111" fmla="*/ 666 h 764"/>
              <a:gd name="T112" fmla="*/ 979 w 1076"/>
              <a:gd name="T113" fmla="*/ 745 h 764"/>
              <a:gd name="T114" fmla="*/ 174 w 1076"/>
              <a:gd name="T115" fmla="*/ 764 h 764"/>
              <a:gd name="T116" fmla="*/ 64 w 1076"/>
              <a:gd name="T117" fmla="*/ 726 h 764"/>
              <a:gd name="T118" fmla="*/ 4 w 1076"/>
              <a:gd name="T119" fmla="*/ 630 h 764"/>
              <a:gd name="T120" fmla="*/ 4 w 1076"/>
              <a:gd name="T121" fmla="*/ 134 h 764"/>
              <a:gd name="T122" fmla="*/ 64 w 1076"/>
              <a:gd name="T123" fmla="*/ 38 h 764"/>
              <a:gd name="T124" fmla="*/ 174 w 1076"/>
              <a:gd name="T125" fmla="*/ 0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76" h="764">
                <a:moveTo>
                  <a:pt x="658" y="278"/>
                </a:moveTo>
                <a:lnTo>
                  <a:pt x="658" y="486"/>
                </a:lnTo>
                <a:lnTo>
                  <a:pt x="694" y="486"/>
                </a:lnTo>
                <a:lnTo>
                  <a:pt x="722" y="486"/>
                </a:lnTo>
                <a:lnTo>
                  <a:pt x="739" y="484"/>
                </a:lnTo>
                <a:lnTo>
                  <a:pt x="751" y="482"/>
                </a:lnTo>
                <a:lnTo>
                  <a:pt x="768" y="478"/>
                </a:lnTo>
                <a:lnTo>
                  <a:pt x="783" y="471"/>
                </a:lnTo>
                <a:lnTo>
                  <a:pt x="790" y="463"/>
                </a:lnTo>
                <a:lnTo>
                  <a:pt x="796" y="433"/>
                </a:lnTo>
                <a:lnTo>
                  <a:pt x="798" y="395"/>
                </a:lnTo>
                <a:lnTo>
                  <a:pt x="796" y="357"/>
                </a:lnTo>
                <a:lnTo>
                  <a:pt x="790" y="329"/>
                </a:lnTo>
                <a:lnTo>
                  <a:pt x="781" y="310"/>
                </a:lnTo>
                <a:lnTo>
                  <a:pt x="770" y="297"/>
                </a:lnTo>
                <a:lnTo>
                  <a:pt x="753" y="286"/>
                </a:lnTo>
                <a:lnTo>
                  <a:pt x="734" y="280"/>
                </a:lnTo>
                <a:lnTo>
                  <a:pt x="722" y="278"/>
                </a:lnTo>
                <a:lnTo>
                  <a:pt x="707" y="278"/>
                </a:lnTo>
                <a:lnTo>
                  <a:pt x="683" y="278"/>
                </a:lnTo>
                <a:lnTo>
                  <a:pt x="658" y="278"/>
                </a:lnTo>
                <a:close/>
                <a:moveTo>
                  <a:pt x="590" y="208"/>
                </a:moveTo>
                <a:lnTo>
                  <a:pt x="700" y="208"/>
                </a:lnTo>
                <a:lnTo>
                  <a:pt x="741" y="210"/>
                </a:lnTo>
                <a:lnTo>
                  <a:pt x="771" y="216"/>
                </a:lnTo>
                <a:lnTo>
                  <a:pt x="790" y="223"/>
                </a:lnTo>
                <a:lnTo>
                  <a:pt x="804" y="235"/>
                </a:lnTo>
                <a:lnTo>
                  <a:pt x="817" y="250"/>
                </a:lnTo>
                <a:lnTo>
                  <a:pt x="838" y="278"/>
                </a:lnTo>
                <a:lnTo>
                  <a:pt x="853" y="310"/>
                </a:lnTo>
                <a:lnTo>
                  <a:pt x="862" y="350"/>
                </a:lnTo>
                <a:lnTo>
                  <a:pt x="866" y="399"/>
                </a:lnTo>
                <a:lnTo>
                  <a:pt x="866" y="405"/>
                </a:lnTo>
                <a:lnTo>
                  <a:pt x="864" y="422"/>
                </a:lnTo>
                <a:lnTo>
                  <a:pt x="860" y="444"/>
                </a:lnTo>
                <a:lnTo>
                  <a:pt x="853" y="469"/>
                </a:lnTo>
                <a:lnTo>
                  <a:pt x="841" y="494"/>
                </a:lnTo>
                <a:lnTo>
                  <a:pt x="824" y="514"/>
                </a:lnTo>
                <a:lnTo>
                  <a:pt x="802" y="531"/>
                </a:lnTo>
                <a:lnTo>
                  <a:pt x="771" y="545"/>
                </a:lnTo>
                <a:lnTo>
                  <a:pt x="741" y="550"/>
                </a:lnTo>
                <a:lnTo>
                  <a:pt x="705" y="552"/>
                </a:lnTo>
                <a:lnTo>
                  <a:pt x="590" y="552"/>
                </a:lnTo>
                <a:lnTo>
                  <a:pt x="590" y="208"/>
                </a:lnTo>
                <a:close/>
                <a:moveTo>
                  <a:pt x="376" y="208"/>
                </a:moveTo>
                <a:lnTo>
                  <a:pt x="410" y="208"/>
                </a:lnTo>
                <a:lnTo>
                  <a:pt x="439" y="214"/>
                </a:lnTo>
                <a:lnTo>
                  <a:pt x="461" y="221"/>
                </a:lnTo>
                <a:lnTo>
                  <a:pt x="482" y="235"/>
                </a:lnTo>
                <a:lnTo>
                  <a:pt x="497" y="250"/>
                </a:lnTo>
                <a:lnTo>
                  <a:pt x="509" y="267"/>
                </a:lnTo>
                <a:lnTo>
                  <a:pt x="516" y="287"/>
                </a:lnTo>
                <a:lnTo>
                  <a:pt x="520" y="312"/>
                </a:lnTo>
                <a:lnTo>
                  <a:pt x="444" y="312"/>
                </a:lnTo>
                <a:lnTo>
                  <a:pt x="441" y="297"/>
                </a:lnTo>
                <a:lnTo>
                  <a:pt x="433" y="286"/>
                </a:lnTo>
                <a:lnTo>
                  <a:pt x="424" y="278"/>
                </a:lnTo>
                <a:lnTo>
                  <a:pt x="403" y="269"/>
                </a:lnTo>
                <a:lnTo>
                  <a:pt x="376" y="265"/>
                </a:lnTo>
                <a:lnTo>
                  <a:pt x="346" y="269"/>
                </a:lnTo>
                <a:lnTo>
                  <a:pt x="325" y="278"/>
                </a:lnTo>
                <a:lnTo>
                  <a:pt x="320" y="284"/>
                </a:lnTo>
                <a:lnTo>
                  <a:pt x="316" y="289"/>
                </a:lnTo>
                <a:lnTo>
                  <a:pt x="314" y="295"/>
                </a:lnTo>
                <a:lnTo>
                  <a:pt x="312" y="303"/>
                </a:lnTo>
                <a:lnTo>
                  <a:pt x="314" y="310"/>
                </a:lnTo>
                <a:lnTo>
                  <a:pt x="318" y="318"/>
                </a:lnTo>
                <a:lnTo>
                  <a:pt x="323" y="325"/>
                </a:lnTo>
                <a:lnTo>
                  <a:pt x="338" y="333"/>
                </a:lnTo>
                <a:lnTo>
                  <a:pt x="361" y="342"/>
                </a:lnTo>
                <a:lnTo>
                  <a:pt x="393" y="350"/>
                </a:lnTo>
                <a:lnTo>
                  <a:pt x="425" y="357"/>
                </a:lnTo>
                <a:lnTo>
                  <a:pt x="448" y="363"/>
                </a:lnTo>
                <a:lnTo>
                  <a:pt x="467" y="371"/>
                </a:lnTo>
                <a:lnTo>
                  <a:pt x="482" y="380"/>
                </a:lnTo>
                <a:lnTo>
                  <a:pt x="495" y="390"/>
                </a:lnTo>
                <a:lnTo>
                  <a:pt x="505" y="403"/>
                </a:lnTo>
                <a:lnTo>
                  <a:pt x="514" y="416"/>
                </a:lnTo>
                <a:lnTo>
                  <a:pt x="518" y="429"/>
                </a:lnTo>
                <a:lnTo>
                  <a:pt x="520" y="448"/>
                </a:lnTo>
                <a:lnTo>
                  <a:pt x="520" y="467"/>
                </a:lnTo>
                <a:lnTo>
                  <a:pt x="514" y="484"/>
                </a:lnTo>
                <a:lnTo>
                  <a:pt x="505" y="501"/>
                </a:lnTo>
                <a:lnTo>
                  <a:pt x="492" y="518"/>
                </a:lnTo>
                <a:lnTo>
                  <a:pt x="475" y="531"/>
                </a:lnTo>
                <a:lnTo>
                  <a:pt x="456" y="541"/>
                </a:lnTo>
                <a:lnTo>
                  <a:pt x="433" y="548"/>
                </a:lnTo>
                <a:lnTo>
                  <a:pt x="410" y="554"/>
                </a:lnTo>
                <a:lnTo>
                  <a:pt x="380" y="554"/>
                </a:lnTo>
                <a:lnTo>
                  <a:pt x="348" y="552"/>
                </a:lnTo>
                <a:lnTo>
                  <a:pt x="321" y="547"/>
                </a:lnTo>
                <a:lnTo>
                  <a:pt x="297" y="537"/>
                </a:lnTo>
                <a:lnTo>
                  <a:pt x="276" y="522"/>
                </a:lnTo>
                <a:lnTo>
                  <a:pt x="263" y="511"/>
                </a:lnTo>
                <a:lnTo>
                  <a:pt x="251" y="499"/>
                </a:lnTo>
                <a:lnTo>
                  <a:pt x="242" y="488"/>
                </a:lnTo>
                <a:lnTo>
                  <a:pt x="236" y="473"/>
                </a:lnTo>
                <a:lnTo>
                  <a:pt x="231" y="450"/>
                </a:lnTo>
                <a:lnTo>
                  <a:pt x="304" y="450"/>
                </a:lnTo>
                <a:lnTo>
                  <a:pt x="308" y="463"/>
                </a:lnTo>
                <a:lnTo>
                  <a:pt x="314" y="471"/>
                </a:lnTo>
                <a:lnTo>
                  <a:pt x="321" y="475"/>
                </a:lnTo>
                <a:lnTo>
                  <a:pt x="331" y="480"/>
                </a:lnTo>
                <a:lnTo>
                  <a:pt x="346" y="490"/>
                </a:lnTo>
                <a:lnTo>
                  <a:pt x="361" y="495"/>
                </a:lnTo>
                <a:lnTo>
                  <a:pt x="382" y="497"/>
                </a:lnTo>
                <a:lnTo>
                  <a:pt x="405" y="495"/>
                </a:lnTo>
                <a:lnTo>
                  <a:pt x="422" y="492"/>
                </a:lnTo>
                <a:lnTo>
                  <a:pt x="437" y="482"/>
                </a:lnTo>
                <a:lnTo>
                  <a:pt x="450" y="465"/>
                </a:lnTo>
                <a:lnTo>
                  <a:pt x="456" y="446"/>
                </a:lnTo>
                <a:lnTo>
                  <a:pt x="454" y="439"/>
                </a:lnTo>
                <a:lnTo>
                  <a:pt x="452" y="431"/>
                </a:lnTo>
                <a:lnTo>
                  <a:pt x="446" y="424"/>
                </a:lnTo>
                <a:lnTo>
                  <a:pt x="442" y="420"/>
                </a:lnTo>
                <a:lnTo>
                  <a:pt x="437" y="416"/>
                </a:lnTo>
                <a:lnTo>
                  <a:pt x="429" y="414"/>
                </a:lnTo>
                <a:lnTo>
                  <a:pt x="420" y="410"/>
                </a:lnTo>
                <a:lnTo>
                  <a:pt x="410" y="409"/>
                </a:lnTo>
                <a:lnTo>
                  <a:pt x="399" y="410"/>
                </a:lnTo>
                <a:lnTo>
                  <a:pt x="382" y="410"/>
                </a:lnTo>
                <a:lnTo>
                  <a:pt x="359" y="407"/>
                </a:lnTo>
                <a:lnTo>
                  <a:pt x="323" y="397"/>
                </a:lnTo>
                <a:lnTo>
                  <a:pt x="295" y="390"/>
                </a:lnTo>
                <a:lnTo>
                  <a:pt x="274" y="376"/>
                </a:lnTo>
                <a:lnTo>
                  <a:pt x="255" y="356"/>
                </a:lnTo>
                <a:lnTo>
                  <a:pt x="244" y="333"/>
                </a:lnTo>
                <a:lnTo>
                  <a:pt x="240" y="306"/>
                </a:lnTo>
                <a:lnTo>
                  <a:pt x="244" y="280"/>
                </a:lnTo>
                <a:lnTo>
                  <a:pt x="257" y="253"/>
                </a:lnTo>
                <a:lnTo>
                  <a:pt x="276" y="233"/>
                </a:lnTo>
                <a:lnTo>
                  <a:pt x="303" y="216"/>
                </a:lnTo>
                <a:lnTo>
                  <a:pt x="325" y="210"/>
                </a:lnTo>
                <a:lnTo>
                  <a:pt x="350" y="208"/>
                </a:lnTo>
                <a:lnTo>
                  <a:pt x="376" y="208"/>
                </a:lnTo>
                <a:close/>
                <a:moveTo>
                  <a:pt x="138" y="70"/>
                </a:moveTo>
                <a:lnTo>
                  <a:pt x="112" y="76"/>
                </a:lnTo>
                <a:lnTo>
                  <a:pt x="89" y="89"/>
                </a:lnTo>
                <a:lnTo>
                  <a:pt x="76" y="112"/>
                </a:lnTo>
                <a:lnTo>
                  <a:pt x="70" y="138"/>
                </a:lnTo>
                <a:lnTo>
                  <a:pt x="70" y="624"/>
                </a:lnTo>
                <a:lnTo>
                  <a:pt x="76" y="652"/>
                </a:lnTo>
                <a:lnTo>
                  <a:pt x="89" y="673"/>
                </a:lnTo>
                <a:lnTo>
                  <a:pt x="112" y="688"/>
                </a:lnTo>
                <a:lnTo>
                  <a:pt x="138" y="694"/>
                </a:lnTo>
                <a:lnTo>
                  <a:pt x="938" y="694"/>
                </a:lnTo>
                <a:lnTo>
                  <a:pt x="964" y="688"/>
                </a:lnTo>
                <a:lnTo>
                  <a:pt x="987" y="673"/>
                </a:lnTo>
                <a:lnTo>
                  <a:pt x="1000" y="652"/>
                </a:lnTo>
                <a:lnTo>
                  <a:pt x="1006" y="624"/>
                </a:lnTo>
                <a:lnTo>
                  <a:pt x="1006" y="138"/>
                </a:lnTo>
                <a:lnTo>
                  <a:pt x="1000" y="112"/>
                </a:lnTo>
                <a:lnTo>
                  <a:pt x="987" y="89"/>
                </a:lnTo>
                <a:lnTo>
                  <a:pt x="964" y="76"/>
                </a:lnTo>
                <a:lnTo>
                  <a:pt x="938" y="70"/>
                </a:lnTo>
                <a:lnTo>
                  <a:pt x="138" y="70"/>
                </a:lnTo>
                <a:close/>
                <a:moveTo>
                  <a:pt x="174" y="0"/>
                </a:moveTo>
                <a:lnTo>
                  <a:pt x="902" y="0"/>
                </a:lnTo>
                <a:lnTo>
                  <a:pt x="942" y="4"/>
                </a:lnTo>
                <a:lnTo>
                  <a:pt x="979" y="17"/>
                </a:lnTo>
                <a:lnTo>
                  <a:pt x="1012" y="38"/>
                </a:lnTo>
                <a:lnTo>
                  <a:pt x="1038" y="64"/>
                </a:lnTo>
                <a:lnTo>
                  <a:pt x="1059" y="96"/>
                </a:lnTo>
                <a:lnTo>
                  <a:pt x="1072" y="134"/>
                </a:lnTo>
                <a:lnTo>
                  <a:pt x="1076" y="174"/>
                </a:lnTo>
                <a:lnTo>
                  <a:pt x="1076" y="590"/>
                </a:lnTo>
                <a:lnTo>
                  <a:pt x="1072" y="630"/>
                </a:lnTo>
                <a:lnTo>
                  <a:pt x="1059" y="666"/>
                </a:lnTo>
                <a:lnTo>
                  <a:pt x="1038" y="698"/>
                </a:lnTo>
                <a:lnTo>
                  <a:pt x="1012" y="726"/>
                </a:lnTo>
                <a:lnTo>
                  <a:pt x="979" y="745"/>
                </a:lnTo>
                <a:lnTo>
                  <a:pt x="942" y="758"/>
                </a:lnTo>
                <a:lnTo>
                  <a:pt x="902" y="764"/>
                </a:lnTo>
                <a:lnTo>
                  <a:pt x="174" y="764"/>
                </a:lnTo>
                <a:lnTo>
                  <a:pt x="134" y="758"/>
                </a:lnTo>
                <a:lnTo>
                  <a:pt x="96" y="745"/>
                </a:lnTo>
                <a:lnTo>
                  <a:pt x="64" y="726"/>
                </a:lnTo>
                <a:lnTo>
                  <a:pt x="38" y="698"/>
                </a:lnTo>
                <a:lnTo>
                  <a:pt x="17" y="666"/>
                </a:lnTo>
                <a:lnTo>
                  <a:pt x="4" y="630"/>
                </a:lnTo>
                <a:lnTo>
                  <a:pt x="0" y="590"/>
                </a:lnTo>
                <a:lnTo>
                  <a:pt x="0" y="174"/>
                </a:lnTo>
                <a:lnTo>
                  <a:pt x="4" y="134"/>
                </a:lnTo>
                <a:lnTo>
                  <a:pt x="17" y="96"/>
                </a:lnTo>
                <a:lnTo>
                  <a:pt x="38" y="64"/>
                </a:lnTo>
                <a:lnTo>
                  <a:pt x="64" y="38"/>
                </a:lnTo>
                <a:lnTo>
                  <a:pt x="96" y="17"/>
                </a:lnTo>
                <a:lnTo>
                  <a:pt x="134" y="4"/>
                </a:lnTo>
                <a:lnTo>
                  <a:pt x="17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10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0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Media</a:t>
            </a:r>
            <a:r>
              <a:rPr lang="ja-JP" altLang="en-US" dirty="0">
                <a:solidFill>
                  <a:schemeClr val="tx2"/>
                </a:solidFill>
                <a:latin typeface="Verdana" pitchFamily="34" charset="0"/>
                <a:cs typeface="Verdana" pitchFamily="34" charset="0"/>
              </a:rPr>
              <a:t> 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#1</a:t>
            </a:r>
            <a:r>
              <a:rPr kumimoji="1" lang="ja-JP" altLang="en-US" dirty="0" smtClean="0">
                <a:solidFill>
                  <a:schemeClr val="tx2"/>
                </a:solidFill>
                <a:latin typeface="Verdana" pitchFamily="34" charset="0"/>
                <a:cs typeface="Verdana" pitchFamily="34" charset="0"/>
              </a:rPr>
              <a:t>　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DVD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Blu-Ray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CD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Record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485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Cassette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Image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Images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Image 2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Images 2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 Key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Sound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Megaphone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Film Strip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Film 2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Headphones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82" y="1361221"/>
            <a:ext cx="1080000" cy="640133"/>
          </a:xfrm>
          <a:custGeom>
            <a:avLst/>
            <a:gdLst>
              <a:gd name="T0" fmla="*/ 360 w 906"/>
              <a:gd name="T1" fmla="*/ 429 h 537"/>
              <a:gd name="T2" fmla="*/ 318 w 906"/>
              <a:gd name="T3" fmla="*/ 454 h 537"/>
              <a:gd name="T4" fmla="*/ 360 w 906"/>
              <a:gd name="T5" fmla="*/ 478 h 537"/>
              <a:gd name="T6" fmla="*/ 450 w 906"/>
              <a:gd name="T7" fmla="*/ 484 h 537"/>
              <a:gd name="T8" fmla="*/ 513 w 906"/>
              <a:gd name="T9" fmla="*/ 463 h 537"/>
              <a:gd name="T10" fmla="*/ 500 w 906"/>
              <a:gd name="T11" fmla="*/ 437 h 537"/>
              <a:gd name="T12" fmla="*/ 418 w 906"/>
              <a:gd name="T13" fmla="*/ 424 h 537"/>
              <a:gd name="T14" fmla="*/ 577 w 906"/>
              <a:gd name="T15" fmla="*/ 399 h 537"/>
              <a:gd name="T16" fmla="*/ 759 w 906"/>
              <a:gd name="T17" fmla="*/ 420 h 537"/>
              <a:gd name="T18" fmla="*/ 855 w 906"/>
              <a:gd name="T19" fmla="*/ 454 h 537"/>
              <a:gd name="T20" fmla="*/ 834 w 906"/>
              <a:gd name="T21" fmla="*/ 492 h 537"/>
              <a:gd name="T22" fmla="*/ 706 w 906"/>
              <a:gd name="T23" fmla="*/ 520 h 537"/>
              <a:gd name="T24" fmla="*/ 505 w 906"/>
              <a:gd name="T25" fmla="*/ 535 h 537"/>
              <a:gd name="T26" fmla="*/ 276 w 906"/>
              <a:gd name="T27" fmla="*/ 533 h 537"/>
              <a:gd name="T28" fmla="*/ 99 w 906"/>
              <a:gd name="T29" fmla="*/ 512 h 537"/>
              <a:gd name="T30" fmla="*/ 6 w 906"/>
              <a:gd name="T31" fmla="*/ 478 h 537"/>
              <a:gd name="T32" fmla="*/ 27 w 906"/>
              <a:gd name="T33" fmla="*/ 441 h 537"/>
              <a:gd name="T34" fmla="*/ 152 w 906"/>
              <a:gd name="T35" fmla="*/ 412 h 537"/>
              <a:gd name="T36" fmla="*/ 350 w 906"/>
              <a:gd name="T37" fmla="*/ 397 h 537"/>
              <a:gd name="T38" fmla="*/ 768 w 906"/>
              <a:gd name="T39" fmla="*/ 112 h 537"/>
              <a:gd name="T40" fmla="*/ 848 w 906"/>
              <a:gd name="T41" fmla="*/ 132 h 537"/>
              <a:gd name="T42" fmla="*/ 884 w 906"/>
              <a:gd name="T43" fmla="*/ 174 h 537"/>
              <a:gd name="T44" fmla="*/ 891 w 906"/>
              <a:gd name="T45" fmla="*/ 206 h 537"/>
              <a:gd name="T46" fmla="*/ 874 w 906"/>
              <a:gd name="T47" fmla="*/ 261 h 537"/>
              <a:gd name="T48" fmla="*/ 804 w 906"/>
              <a:gd name="T49" fmla="*/ 312 h 537"/>
              <a:gd name="T50" fmla="*/ 734 w 906"/>
              <a:gd name="T51" fmla="*/ 335 h 537"/>
              <a:gd name="T52" fmla="*/ 573 w 906"/>
              <a:gd name="T53" fmla="*/ 338 h 537"/>
              <a:gd name="T54" fmla="*/ 674 w 906"/>
              <a:gd name="T55" fmla="*/ 284 h 537"/>
              <a:gd name="T56" fmla="*/ 776 w 906"/>
              <a:gd name="T57" fmla="*/ 265 h 537"/>
              <a:gd name="T58" fmla="*/ 802 w 906"/>
              <a:gd name="T59" fmla="*/ 223 h 537"/>
              <a:gd name="T60" fmla="*/ 802 w 906"/>
              <a:gd name="T61" fmla="*/ 195 h 537"/>
              <a:gd name="T62" fmla="*/ 772 w 906"/>
              <a:gd name="T63" fmla="*/ 172 h 537"/>
              <a:gd name="T64" fmla="*/ 609 w 906"/>
              <a:gd name="T65" fmla="*/ 170 h 537"/>
              <a:gd name="T66" fmla="*/ 331 w 906"/>
              <a:gd name="T67" fmla="*/ 161 h 537"/>
              <a:gd name="T68" fmla="*/ 331 w 906"/>
              <a:gd name="T69" fmla="*/ 178 h 537"/>
              <a:gd name="T70" fmla="*/ 327 w 906"/>
              <a:gd name="T71" fmla="*/ 212 h 537"/>
              <a:gd name="T72" fmla="*/ 293 w 906"/>
              <a:gd name="T73" fmla="*/ 280 h 537"/>
              <a:gd name="T74" fmla="*/ 222 w 906"/>
              <a:gd name="T75" fmla="*/ 321 h 537"/>
              <a:gd name="T76" fmla="*/ 170 w 906"/>
              <a:gd name="T77" fmla="*/ 338 h 537"/>
              <a:gd name="T78" fmla="*/ 49 w 906"/>
              <a:gd name="T79" fmla="*/ 199 h 537"/>
              <a:gd name="T80" fmla="*/ 157 w 906"/>
              <a:gd name="T81" fmla="*/ 284 h 537"/>
              <a:gd name="T82" fmla="*/ 225 w 906"/>
              <a:gd name="T83" fmla="*/ 257 h 537"/>
              <a:gd name="T84" fmla="*/ 244 w 906"/>
              <a:gd name="T85" fmla="*/ 219 h 537"/>
              <a:gd name="T86" fmla="*/ 242 w 906"/>
              <a:gd name="T87" fmla="*/ 193 h 537"/>
              <a:gd name="T88" fmla="*/ 212 w 906"/>
              <a:gd name="T89" fmla="*/ 170 h 537"/>
              <a:gd name="T90" fmla="*/ 189 w 906"/>
              <a:gd name="T91" fmla="*/ 170 h 537"/>
              <a:gd name="T92" fmla="*/ 396 w 906"/>
              <a:gd name="T93" fmla="*/ 113 h 537"/>
              <a:gd name="T94" fmla="*/ 848 w 906"/>
              <a:gd name="T95" fmla="*/ 0 h 537"/>
              <a:gd name="T96" fmla="*/ 893 w 906"/>
              <a:gd name="T97" fmla="*/ 0 h 537"/>
              <a:gd name="T98" fmla="*/ 897 w 906"/>
              <a:gd name="T99" fmla="*/ 57 h 537"/>
              <a:gd name="T100" fmla="*/ 897 w 906"/>
              <a:gd name="T101" fmla="*/ 21 h 537"/>
              <a:gd name="T102" fmla="*/ 880 w 906"/>
              <a:gd name="T103" fmla="*/ 57 h 537"/>
              <a:gd name="T104" fmla="*/ 855 w 906"/>
              <a:gd name="T105" fmla="*/ 11 h 537"/>
              <a:gd name="T106" fmla="*/ 855 w 906"/>
              <a:gd name="T107" fmla="*/ 19 h 537"/>
              <a:gd name="T108" fmla="*/ 855 w 906"/>
              <a:gd name="T109" fmla="*/ 57 h 537"/>
              <a:gd name="T110" fmla="*/ 789 w 906"/>
              <a:gd name="T111" fmla="*/ 0 h 537"/>
              <a:gd name="T112" fmla="*/ 819 w 906"/>
              <a:gd name="T113" fmla="*/ 8 h 537"/>
              <a:gd name="T114" fmla="*/ 810 w 906"/>
              <a:gd name="T115" fmla="*/ 8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06" h="537">
                <a:moveTo>
                  <a:pt x="418" y="424"/>
                </a:moveTo>
                <a:lnTo>
                  <a:pt x="388" y="425"/>
                </a:lnTo>
                <a:lnTo>
                  <a:pt x="360" y="429"/>
                </a:lnTo>
                <a:lnTo>
                  <a:pt x="339" y="437"/>
                </a:lnTo>
                <a:lnTo>
                  <a:pt x="324" y="444"/>
                </a:lnTo>
                <a:lnTo>
                  <a:pt x="318" y="454"/>
                </a:lnTo>
                <a:lnTo>
                  <a:pt x="324" y="463"/>
                </a:lnTo>
                <a:lnTo>
                  <a:pt x="339" y="473"/>
                </a:lnTo>
                <a:lnTo>
                  <a:pt x="360" y="478"/>
                </a:lnTo>
                <a:lnTo>
                  <a:pt x="388" y="484"/>
                </a:lnTo>
                <a:lnTo>
                  <a:pt x="418" y="484"/>
                </a:lnTo>
                <a:lnTo>
                  <a:pt x="450" y="484"/>
                </a:lnTo>
                <a:lnTo>
                  <a:pt x="479" y="478"/>
                </a:lnTo>
                <a:lnTo>
                  <a:pt x="500" y="473"/>
                </a:lnTo>
                <a:lnTo>
                  <a:pt x="513" y="463"/>
                </a:lnTo>
                <a:lnTo>
                  <a:pt x="519" y="454"/>
                </a:lnTo>
                <a:lnTo>
                  <a:pt x="513" y="444"/>
                </a:lnTo>
                <a:lnTo>
                  <a:pt x="500" y="437"/>
                </a:lnTo>
                <a:lnTo>
                  <a:pt x="479" y="429"/>
                </a:lnTo>
                <a:lnTo>
                  <a:pt x="450" y="425"/>
                </a:lnTo>
                <a:lnTo>
                  <a:pt x="418" y="424"/>
                </a:lnTo>
                <a:close/>
                <a:moveTo>
                  <a:pt x="428" y="395"/>
                </a:moveTo>
                <a:lnTo>
                  <a:pt x="505" y="397"/>
                </a:lnTo>
                <a:lnTo>
                  <a:pt x="577" y="399"/>
                </a:lnTo>
                <a:lnTo>
                  <a:pt x="645" y="405"/>
                </a:lnTo>
                <a:lnTo>
                  <a:pt x="706" y="412"/>
                </a:lnTo>
                <a:lnTo>
                  <a:pt x="759" y="420"/>
                </a:lnTo>
                <a:lnTo>
                  <a:pt x="802" y="431"/>
                </a:lnTo>
                <a:lnTo>
                  <a:pt x="834" y="441"/>
                </a:lnTo>
                <a:lnTo>
                  <a:pt x="855" y="454"/>
                </a:lnTo>
                <a:lnTo>
                  <a:pt x="863" y="465"/>
                </a:lnTo>
                <a:lnTo>
                  <a:pt x="855" y="478"/>
                </a:lnTo>
                <a:lnTo>
                  <a:pt x="834" y="492"/>
                </a:lnTo>
                <a:lnTo>
                  <a:pt x="802" y="501"/>
                </a:lnTo>
                <a:lnTo>
                  <a:pt x="759" y="512"/>
                </a:lnTo>
                <a:lnTo>
                  <a:pt x="706" y="520"/>
                </a:lnTo>
                <a:lnTo>
                  <a:pt x="645" y="528"/>
                </a:lnTo>
                <a:lnTo>
                  <a:pt x="577" y="533"/>
                </a:lnTo>
                <a:lnTo>
                  <a:pt x="505" y="535"/>
                </a:lnTo>
                <a:lnTo>
                  <a:pt x="428" y="537"/>
                </a:lnTo>
                <a:lnTo>
                  <a:pt x="350" y="535"/>
                </a:lnTo>
                <a:lnTo>
                  <a:pt x="276" y="533"/>
                </a:lnTo>
                <a:lnTo>
                  <a:pt x="210" y="528"/>
                </a:lnTo>
                <a:lnTo>
                  <a:pt x="152" y="520"/>
                </a:lnTo>
                <a:lnTo>
                  <a:pt x="99" y="512"/>
                </a:lnTo>
                <a:lnTo>
                  <a:pt x="57" y="501"/>
                </a:lnTo>
                <a:lnTo>
                  <a:pt x="27" y="492"/>
                </a:lnTo>
                <a:lnTo>
                  <a:pt x="6" y="478"/>
                </a:lnTo>
                <a:lnTo>
                  <a:pt x="0" y="465"/>
                </a:lnTo>
                <a:lnTo>
                  <a:pt x="6" y="454"/>
                </a:lnTo>
                <a:lnTo>
                  <a:pt x="27" y="441"/>
                </a:lnTo>
                <a:lnTo>
                  <a:pt x="57" y="431"/>
                </a:lnTo>
                <a:lnTo>
                  <a:pt x="99" y="420"/>
                </a:lnTo>
                <a:lnTo>
                  <a:pt x="152" y="412"/>
                </a:lnTo>
                <a:lnTo>
                  <a:pt x="210" y="405"/>
                </a:lnTo>
                <a:lnTo>
                  <a:pt x="276" y="399"/>
                </a:lnTo>
                <a:lnTo>
                  <a:pt x="350" y="397"/>
                </a:lnTo>
                <a:lnTo>
                  <a:pt x="428" y="395"/>
                </a:lnTo>
                <a:close/>
                <a:moveTo>
                  <a:pt x="560" y="112"/>
                </a:moveTo>
                <a:lnTo>
                  <a:pt x="768" y="112"/>
                </a:lnTo>
                <a:lnTo>
                  <a:pt x="800" y="115"/>
                </a:lnTo>
                <a:lnTo>
                  <a:pt x="827" y="123"/>
                </a:lnTo>
                <a:lnTo>
                  <a:pt x="848" y="132"/>
                </a:lnTo>
                <a:lnTo>
                  <a:pt x="863" y="146"/>
                </a:lnTo>
                <a:lnTo>
                  <a:pt x="876" y="161"/>
                </a:lnTo>
                <a:lnTo>
                  <a:pt x="884" y="174"/>
                </a:lnTo>
                <a:lnTo>
                  <a:pt x="887" y="187"/>
                </a:lnTo>
                <a:lnTo>
                  <a:pt x="891" y="199"/>
                </a:lnTo>
                <a:lnTo>
                  <a:pt x="891" y="206"/>
                </a:lnTo>
                <a:lnTo>
                  <a:pt x="891" y="208"/>
                </a:lnTo>
                <a:lnTo>
                  <a:pt x="887" y="236"/>
                </a:lnTo>
                <a:lnTo>
                  <a:pt x="874" y="261"/>
                </a:lnTo>
                <a:lnTo>
                  <a:pt x="853" y="282"/>
                </a:lnTo>
                <a:lnTo>
                  <a:pt x="831" y="299"/>
                </a:lnTo>
                <a:lnTo>
                  <a:pt x="804" y="312"/>
                </a:lnTo>
                <a:lnTo>
                  <a:pt x="778" y="323"/>
                </a:lnTo>
                <a:lnTo>
                  <a:pt x="753" y="331"/>
                </a:lnTo>
                <a:lnTo>
                  <a:pt x="734" y="335"/>
                </a:lnTo>
                <a:lnTo>
                  <a:pt x="721" y="338"/>
                </a:lnTo>
                <a:lnTo>
                  <a:pt x="715" y="338"/>
                </a:lnTo>
                <a:lnTo>
                  <a:pt x="573" y="338"/>
                </a:lnTo>
                <a:lnTo>
                  <a:pt x="617" y="199"/>
                </a:lnTo>
                <a:lnTo>
                  <a:pt x="691" y="199"/>
                </a:lnTo>
                <a:lnTo>
                  <a:pt x="674" y="284"/>
                </a:lnTo>
                <a:lnTo>
                  <a:pt x="736" y="284"/>
                </a:lnTo>
                <a:lnTo>
                  <a:pt x="759" y="276"/>
                </a:lnTo>
                <a:lnTo>
                  <a:pt x="776" y="265"/>
                </a:lnTo>
                <a:lnTo>
                  <a:pt x="787" y="250"/>
                </a:lnTo>
                <a:lnTo>
                  <a:pt x="797" y="234"/>
                </a:lnTo>
                <a:lnTo>
                  <a:pt x="802" y="223"/>
                </a:lnTo>
                <a:lnTo>
                  <a:pt x="804" y="214"/>
                </a:lnTo>
                <a:lnTo>
                  <a:pt x="806" y="210"/>
                </a:lnTo>
                <a:lnTo>
                  <a:pt x="802" y="195"/>
                </a:lnTo>
                <a:lnTo>
                  <a:pt x="793" y="183"/>
                </a:lnTo>
                <a:lnTo>
                  <a:pt x="781" y="176"/>
                </a:lnTo>
                <a:lnTo>
                  <a:pt x="772" y="172"/>
                </a:lnTo>
                <a:lnTo>
                  <a:pt x="763" y="170"/>
                </a:lnTo>
                <a:lnTo>
                  <a:pt x="759" y="170"/>
                </a:lnTo>
                <a:lnTo>
                  <a:pt x="609" y="170"/>
                </a:lnTo>
                <a:lnTo>
                  <a:pt x="411" y="371"/>
                </a:lnTo>
                <a:lnTo>
                  <a:pt x="331" y="164"/>
                </a:lnTo>
                <a:lnTo>
                  <a:pt x="331" y="161"/>
                </a:lnTo>
                <a:lnTo>
                  <a:pt x="329" y="159"/>
                </a:lnTo>
                <a:lnTo>
                  <a:pt x="331" y="164"/>
                </a:lnTo>
                <a:lnTo>
                  <a:pt x="331" y="178"/>
                </a:lnTo>
                <a:lnTo>
                  <a:pt x="331" y="193"/>
                </a:lnTo>
                <a:lnTo>
                  <a:pt x="329" y="206"/>
                </a:lnTo>
                <a:lnTo>
                  <a:pt x="327" y="212"/>
                </a:lnTo>
                <a:lnTo>
                  <a:pt x="324" y="238"/>
                </a:lnTo>
                <a:lnTo>
                  <a:pt x="310" y="261"/>
                </a:lnTo>
                <a:lnTo>
                  <a:pt x="293" y="280"/>
                </a:lnTo>
                <a:lnTo>
                  <a:pt x="271" y="297"/>
                </a:lnTo>
                <a:lnTo>
                  <a:pt x="246" y="310"/>
                </a:lnTo>
                <a:lnTo>
                  <a:pt x="222" y="321"/>
                </a:lnTo>
                <a:lnTo>
                  <a:pt x="201" y="329"/>
                </a:lnTo>
                <a:lnTo>
                  <a:pt x="182" y="335"/>
                </a:lnTo>
                <a:lnTo>
                  <a:pt x="170" y="338"/>
                </a:lnTo>
                <a:lnTo>
                  <a:pt x="165" y="338"/>
                </a:lnTo>
                <a:lnTo>
                  <a:pt x="12" y="338"/>
                </a:lnTo>
                <a:lnTo>
                  <a:pt x="49" y="199"/>
                </a:lnTo>
                <a:lnTo>
                  <a:pt x="135" y="199"/>
                </a:lnTo>
                <a:lnTo>
                  <a:pt x="112" y="280"/>
                </a:lnTo>
                <a:lnTo>
                  <a:pt x="157" y="284"/>
                </a:lnTo>
                <a:lnTo>
                  <a:pt x="188" y="278"/>
                </a:lnTo>
                <a:lnTo>
                  <a:pt x="208" y="268"/>
                </a:lnTo>
                <a:lnTo>
                  <a:pt x="225" y="257"/>
                </a:lnTo>
                <a:lnTo>
                  <a:pt x="235" y="244"/>
                </a:lnTo>
                <a:lnTo>
                  <a:pt x="242" y="231"/>
                </a:lnTo>
                <a:lnTo>
                  <a:pt x="244" y="219"/>
                </a:lnTo>
                <a:lnTo>
                  <a:pt x="246" y="212"/>
                </a:lnTo>
                <a:lnTo>
                  <a:pt x="246" y="210"/>
                </a:lnTo>
                <a:lnTo>
                  <a:pt x="242" y="193"/>
                </a:lnTo>
                <a:lnTo>
                  <a:pt x="235" y="182"/>
                </a:lnTo>
                <a:lnTo>
                  <a:pt x="223" y="174"/>
                </a:lnTo>
                <a:lnTo>
                  <a:pt x="212" y="170"/>
                </a:lnTo>
                <a:lnTo>
                  <a:pt x="201" y="170"/>
                </a:lnTo>
                <a:lnTo>
                  <a:pt x="193" y="170"/>
                </a:lnTo>
                <a:lnTo>
                  <a:pt x="189" y="170"/>
                </a:lnTo>
                <a:lnTo>
                  <a:pt x="59" y="170"/>
                </a:lnTo>
                <a:lnTo>
                  <a:pt x="66" y="113"/>
                </a:lnTo>
                <a:lnTo>
                  <a:pt x="396" y="113"/>
                </a:lnTo>
                <a:lnTo>
                  <a:pt x="449" y="242"/>
                </a:lnTo>
                <a:lnTo>
                  <a:pt x="560" y="112"/>
                </a:lnTo>
                <a:close/>
                <a:moveTo>
                  <a:pt x="848" y="0"/>
                </a:moveTo>
                <a:lnTo>
                  <a:pt x="859" y="0"/>
                </a:lnTo>
                <a:lnTo>
                  <a:pt x="876" y="47"/>
                </a:lnTo>
                <a:lnTo>
                  <a:pt x="893" y="0"/>
                </a:lnTo>
                <a:lnTo>
                  <a:pt x="906" y="0"/>
                </a:lnTo>
                <a:lnTo>
                  <a:pt x="906" y="57"/>
                </a:lnTo>
                <a:lnTo>
                  <a:pt x="897" y="57"/>
                </a:lnTo>
                <a:lnTo>
                  <a:pt x="897" y="21"/>
                </a:lnTo>
                <a:lnTo>
                  <a:pt x="897" y="19"/>
                </a:lnTo>
                <a:lnTo>
                  <a:pt x="897" y="21"/>
                </a:lnTo>
                <a:lnTo>
                  <a:pt x="897" y="19"/>
                </a:lnTo>
                <a:lnTo>
                  <a:pt x="897" y="9"/>
                </a:lnTo>
                <a:lnTo>
                  <a:pt x="880" y="57"/>
                </a:lnTo>
                <a:lnTo>
                  <a:pt x="872" y="57"/>
                </a:lnTo>
                <a:lnTo>
                  <a:pt x="855" y="9"/>
                </a:lnTo>
                <a:lnTo>
                  <a:pt x="855" y="11"/>
                </a:lnTo>
                <a:lnTo>
                  <a:pt x="855" y="13"/>
                </a:lnTo>
                <a:lnTo>
                  <a:pt x="855" y="19"/>
                </a:lnTo>
                <a:lnTo>
                  <a:pt x="855" y="19"/>
                </a:lnTo>
                <a:lnTo>
                  <a:pt x="855" y="19"/>
                </a:lnTo>
                <a:lnTo>
                  <a:pt x="855" y="21"/>
                </a:lnTo>
                <a:lnTo>
                  <a:pt x="855" y="57"/>
                </a:lnTo>
                <a:lnTo>
                  <a:pt x="848" y="57"/>
                </a:lnTo>
                <a:lnTo>
                  <a:pt x="848" y="0"/>
                </a:lnTo>
                <a:close/>
                <a:moveTo>
                  <a:pt x="789" y="0"/>
                </a:moveTo>
                <a:lnTo>
                  <a:pt x="840" y="0"/>
                </a:lnTo>
                <a:lnTo>
                  <a:pt x="840" y="8"/>
                </a:lnTo>
                <a:lnTo>
                  <a:pt x="819" y="8"/>
                </a:lnTo>
                <a:lnTo>
                  <a:pt x="819" y="57"/>
                </a:lnTo>
                <a:lnTo>
                  <a:pt x="810" y="57"/>
                </a:lnTo>
                <a:lnTo>
                  <a:pt x="810" y="8"/>
                </a:lnTo>
                <a:lnTo>
                  <a:pt x="789" y="8"/>
                </a:lnTo>
                <a:lnTo>
                  <a:pt x="78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896640" y="1526592"/>
            <a:ext cx="1080000" cy="642517"/>
          </a:xfrm>
          <a:custGeom>
            <a:avLst/>
            <a:gdLst>
              <a:gd name="T0" fmla="*/ 870 w 906"/>
              <a:gd name="T1" fmla="*/ 529 h 539"/>
              <a:gd name="T2" fmla="*/ 902 w 906"/>
              <a:gd name="T3" fmla="*/ 539 h 539"/>
              <a:gd name="T4" fmla="*/ 895 w 906"/>
              <a:gd name="T5" fmla="*/ 497 h 539"/>
              <a:gd name="T6" fmla="*/ 895 w 906"/>
              <a:gd name="T7" fmla="*/ 493 h 539"/>
              <a:gd name="T8" fmla="*/ 876 w 906"/>
              <a:gd name="T9" fmla="*/ 539 h 539"/>
              <a:gd name="T10" fmla="*/ 847 w 906"/>
              <a:gd name="T11" fmla="*/ 493 h 539"/>
              <a:gd name="T12" fmla="*/ 847 w 906"/>
              <a:gd name="T13" fmla="*/ 539 h 539"/>
              <a:gd name="T14" fmla="*/ 779 w 906"/>
              <a:gd name="T15" fmla="*/ 482 h 539"/>
              <a:gd name="T16" fmla="*/ 810 w 906"/>
              <a:gd name="T17" fmla="*/ 490 h 539"/>
              <a:gd name="T18" fmla="*/ 800 w 906"/>
              <a:gd name="T19" fmla="*/ 490 h 539"/>
              <a:gd name="T20" fmla="*/ 331 w 906"/>
              <a:gd name="T21" fmla="*/ 163 h 539"/>
              <a:gd name="T22" fmla="*/ 233 w 906"/>
              <a:gd name="T23" fmla="*/ 187 h 539"/>
              <a:gd name="T24" fmla="*/ 216 w 906"/>
              <a:gd name="T25" fmla="*/ 236 h 539"/>
              <a:gd name="T26" fmla="*/ 293 w 906"/>
              <a:gd name="T27" fmla="*/ 267 h 539"/>
              <a:gd name="T28" fmla="*/ 405 w 906"/>
              <a:gd name="T29" fmla="*/ 261 h 539"/>
              <a:gd name="T30" fmla="*/ 454 w 906"/>
              <a:gd name="T31" fmla="*/ 219 h 539"/>
              <a:gd name="T32" fmla="*/ 405 w 906"/>
              <a:gd name="T33" fmla="*/ 174 h 539"/>
              <a:gd name="T34" fmla="*/ 98 w 906"/>
              <a:gd name="T35" fmla="*/ 28 h 539"/>
              <a:gd name="T36" fmla="*/ 227 w 906"/>
              <a:gd name="T37" fmla="*/ 149 h 539"/>
              <a:gd name="T38" fmla="*/ 318 w 906"/>
              <a:gd name="T39" fmla="*/ 121 h 539"/>
              <a:gd name="T40" fmla="*/ 350 w 906"/>
              <a:gd name="T41" fmla="*/ 119 h 539"/>
              <a:gd name="T42" fmla="*/ 479 w 906"/>
              <a:gd name="T43" fmla="*/ 136 h 539"/>
              <a:gd name="T44" fmla="*/ 552 w 906"/>
              <a:gd name="T45" fmla="*/ 174 h 539"/>
              <a:gd name="T46" fmla="*/ 584 w 906"/>
              <a:gd name="T47" fmla="*/ 208 h 539"/>
              <a:gd name="T48" fmla="*/ 584 w 906"/>
              <a:gd name="T49" fmla="*/ 236 h 539"/>
              <a:gd name="T50" fmla="*/ 531 w 906"/>
              <a:gd name="T51" fmla="*/ 286 h 539"/>
              <a:gd name="T52" fmla="*/ 461 w 906"/>
              <a:gd name="T53" fmla="*/ 316 h 539"/>
              <a:gd name="T54" fmla="*/ 426 w 906"/>
              <a:gd name="T55" fmla="*/ 327 h 539"/>
              <a:gd name="T56" fmla="*/ 78 w 906"/>
              <a:gd name="T57" fmla="*/ 320 h 539"/>
              <a:gd name="T58" fmla="*/ 17 w 906"/>
              <a:gd name="T59" fmla="*/ 289 h 539"/>
              <a:gd name="T60" fmla="*/ 0 w 906"/>
              <a:gd name="T61" fmla="*/ 248 h 539"/>
              <a:gd name="T62" fmla="*/ 8 w 906"/>
              <a:gd name="T63" fmla="*/ 212 h 539"/>
              <a:gd name="T64" fmla="*/ 15 w 906"/>
              <a:gd name="T65" fmla="*/ 197 h 539"/>
              <a:gd name="T66" fmla="*/ 497 w 906"/>
              <a:gd name="T67" fmla="*/ 0 h 539"/>
              <a:gd name="T68" fmla="*/ 688 w 906"/>
              <a:gd name="T69" fmla="*/ 19 h 539"/>
              <a:gd name="T70" fmla="*/ 808 w 906"/>
              <a:gd name="T71" fmla="*/ 66 h 539"/>
              <a:gd name="T72" fmla="*/ 872 w 906"/>
              <a:gd name="T73" fmla="*/ 125 h 539"/>
              <a:gd name="T74" fmla="*/ 900 w 906"/>
              <a:gd name="T75" fmla="*/ 178 h 539"/>
              <a:gd name="T76" fmla="*/ 906 w 906"/>
              <a:gd name="T77" fmla="*/ 208 h 539"/>
              <a:gd name="T78" fmla="*/ 889 w 906"/>
              <a:gd name="T79" fmla="*/ 282 h 539"/>
              <a:gd name="T80" fmla="*/ 808 w 906"/>
              <a:gd name="T81" fmla="*/ 359 h 539"/>
              <a:gd name="T82" fmla="*/ 688 w 906"/>
              <a:gd name="T83" fmla="*/ 408 h 539"/>
              <a:gd name="T84" fmla="*/ 562 w 906"/>
              <a:gd name="T85" fmla="*/ 435 h 539"/>
              <a:gd name="T86" fmla="*/ 452 w 906"/>
              <a:gd name="T87" fmla="*/ 446 h 539"/>
              <a:gd name="T88" fmla="*/ 391 w 906"/>
              <a:gd name="T89" fmla="*/ 450 h 539"/>
              <a:gd name="T90" fmla="*/ 140 w 906"/>
              <a:gd name="T91" fmla="*/ 420 h 539"/>
              <a:gd name="T92" fmla="*/ 267 w 906"/>
              <a:gd name="T93" fmla="*/ 418 h 539"/>
              <a:gd name="T94" fmla="*/ 363 w 906"/>
              <a:gd name="T95" fmla="*/ 414 h 539"/>
              <a:gd name="T96" fmla="*/ 458 w 906"/>
              <a:gd name="T97" fmla="*/ 401 h 539"/>
              <a:gd name="T98" fmla="*/ 620 w 906"/>
              <a:gd name="T99" fmla="*/ 354 h 539"/>
              <a:gd name="T100" fmla="*/ 713 w 906"/>
              <a:gd name="T101" fmla="*/ 299 h 539"/>
              <a:gd name="T102" fmla="*/ 757 w 906"/>
              <a:gd name="T103" fmla="*/ 248 h 539"/>
              <a:gd name="T104" fmla="*/ 768 w 906"/>
              <a:gd name="T105" fmla="*/ 214 h 539"/>
              <a:gd name="T106" fmla="*/ 764 w 906"/>
              <a:gd name="T107" fmla="*/ 174 h 539"/>
              <a:gd name="T108" fmla="*/ 700 w 906"/>
              <a:gd name="T109" fmla="*/ 100 h 539"/>
              <a:gd name="T110" fmla="*/ 594 w 906"/>
              <a:gd name="T111" fmla="*/ 53 h 539"/>
              <a:gd name="T112" fmla="*/ 480 w 906"/>
              <a:gd name="T113" fmla="*/ 26 h 539"/>
              <a:gd name="T114" fmla="*/ 397 w 906"/>
              <a:gd name="T115" fmla="*/ 15 h 539"/>
              <a:gd name="T116" fmla="*/ 378 w 906"/>
              <a:gd name="T117" fmla="*/ 0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06" h="539">
                <a:moveTo>
                  <a:pt x="840" y="482"/>
                </a:moveTo>
                <a:lnTo>
                  <a:pt x="853" y="482"/>
                </a:lnTo>
                <a:lnTo>
                  <a:pt x="870" y="529"/>
                </a:lnTo>
                <a:lnTo>
                  <a:pt x="889" y="482"/>
                </a:lnTo>
                <a:lnTo>
                  <a:pt x="902" y="482"/>
                </a:lnTo>
                <a:lnTo>
                  <a:pt x="902" y="539"/>
                </a:lnTo>
                <a:lnTo>
                  <a:pt x="893" y="539"/>
                </a:lnTo>
                <a:lnTo>
                  <a:pt x="893" y="501"/>
                </a:lnTo>
                <a:lnTo>
                  <a:pt x="895" y="497"/>
                </a:lnTo>
                <a:lnTo>
                  <a:pt x="895" y="493"/>
                </a:lnTo>
                <a:lnTo>
                  <a:pt x="895" y="493"/>
                </a:lnTo>
                <a:lnTo>
                  <a:pt x="895" y="493"/>
                </a:lnTo>
                <a:lnTo>
                  <a:pt x="895" y="493"/>
                </a:lnTo>
                <a:lnTo>
                  <a:pt x="895" y="492"/>
                </a:lnTo>
                <a:lnTo>
                  <a:pt x="876" y="539"/>
                </a:lnTo>
                <a:lnTo>
                  <a:pt x="866" y="539"/>
                </a:lnTo>
                <a:lnTo>
                  <a:pt x="847" y="492"/>
                </a:lnTo>
                <a:lnTo>
                  <a:pt x="847" y="493"/>
                </a:lnTo>
                <a:lnTo>
                  <a:pt x="847" y="497"/>
                </a:lnTo>
                <a:lnTo>
                  <a:pt x="847" y="501"/>
                </a:lnTo>
                <a:lnTo>
                  <a:pt x="847" y="539"/>
                </a:lnTo>
                <a:lnTo>
                  <a:pt x="840" y="539"/>
                </a:lnTo>
                <a:lnTo>
                  <a:pt x="840" y="482"/>
                </a:lnTo>
                <a:close/>
                <a:moveTo>
                  <a:pt x="779" y="482"/>
                </a:moveTo>
                <a:lnTo>
                  <a:pt x="832" y="482"/>
                </a:lnTo>
                <a:lnTo>
                  <a:pt x="832" y="490"/>
                </a:lnTo>
                <a:lnTo>
                  <a:pt x="810" y="490"/>
                </a:lnTo>
                <a:lnTo>
                  <a:pt x="810" y="539"/>
                </a:lnTo>
                <a:lnTo>
                  <a:pt x="800" y="539"/>
                </a:lnTo>
                <a:lnTo>
                  <a:pt x="800" y="490"/>
                </a:lnTo>
                <a:lnTo>
                  <a:pt x="779" y="490"/>
                </a:lnTo>
                <a:lnTo>
                  <a:pt x="779" y="482"/>
                </a:lnTo>
                <a:close/>
                <a:moveTo>
                  <a:pt x="331" y="163"/>
                </a:moveTo>
                <a:lnTo>
                  <a:pt x="293" y="166"/>
                </a:lnTo>
                <a:lnTo>
                  <a:pt x="259" y="174"/>
                </a:lnTo>
                <a:lnTo>
                  <a:pt x="233" y="187"/>
                </a:lnTo>
                <a:lnTo>
                  <a:pt x="216" y="202"/>
                </a:lnTo>
                <a:lnTo>
                  <a:pt x="210" y="219"/>
                </a:lnTo>
                <a:lnTo>
                  <a:pt x="216" y="236"/>
                </a:lnTo>
                <a:lnTo>
                  <a:pt x="233" y="250"/>
                </a:lnTo>
                <a:lnTo>
                  <a:pt x="259" y="261"/>
                </a:lnTo>
                <a:lnTo>
                  <a:pt x="293" y="267"/>
                </a:lnTo>
                <a:lnTo>
                  <a:pt x="331" y="268"/>
                </a:lnTo>
                <a:lnTo>
                  <a:pt x="371" y="267"/>
                </a:lnTo>
                <a:lnTo>
                  <a:pt x="405" y="261"/>
                </a:lnTo>
                <a:lnTo>
                  <a:pt x="431" y="250"/>
                </a:lnTo>
                <a:lnTo>
                  <a:pt x="448" y="236"/>
                </a:lnTo>
                <a:lnTo>
                  <a:pt x="454" y="219"/>
                </a:lnTo>
                <a:lnTo>
                  <a:pt x="448" y="202"/>
                </a:lnTo>
                <a:lnTo>
                  <a:pt x="431" y="187"/>
                </a:lnTo>
                <a:lnTo>
                  <a:pt x="405" y="174"/>
                </a:lnTo>
                <a:lnTo>
                  <a:pt x="371" y="166"/>
                </a:lnTo>
                <a:lnTo>
                  <a:pt x="331" y="163"/>
                </a:lnTo>
                <a:close/>
                <a:moveTo>
                  <a:pt x="98" y="28"/>
                </a:moveTo>
                <a:lnTo>
                  <a:pt x="253" y="28"/>
                </a:lnTo>
                <a:lnTo>
                  <a:pt x="183" y="170"/>
                </a:lnTo>
                <a:lnTo>
                  <a:pt x="227" y="149"/>
                </a:lnTo>
                <a:lnTo>
                  <a:pt x="265" y="136"/>
                </a:lnTo>
                <a:lnTo>
                  <a:pt x="295" y="127"/>
                </a:lnTo>
                <a:lnTo>
                  <a:pt x="318" y="121"/>
                </a:lnTo>
                <a:lnTo>
                  <a:pt x="337" y="119"/>
                </a:lnTo>
                <a:lnTo>
                  <a:pt x="346" y="119"/>
                </a:lnTo>
                <a:lnTo>
                  <a:pt x="350" y="119"/>
                </a:lnTo>
                <a:lnTo>
                  <a:pt x="399" y="121"/>
                </a:lnTo>
                <a:lnTo>
                  <a:pt x="443" y="127"/>
                </a:lnTo>
                <a:lnTo>
                  <a:pt x="479" y="136"/>
                </a:lnTo>
                <a:lnTo>
                  <a:pt x="509" y="147"/>
                </a:lnTo>
                <a:lnTo>
                  <a:pt x="533" y="161"/>
                </a:lnTo>
                <a:lnTo>
                  <a:pt x="552" y="174"/>
                </a:lnTo>
                <a:lnTo>
                  <a:pt x="567" y="187"/>
                </a:lnTo>
                <a:lnTo>
                  <a:pt x="579" y="199"/>
                </a:lnTo>
                <a:lnTo>
                  <a:pt x="584" y="208"/>
                </a:lnTo>
                <a:lnTo>
                  <a:pt x="588" y="214"/>
                </a:lnTo>
                <a:lnTo>
                  <a:pt x="590" y="216"/>
                </a:lnTo>
                <a:lnTo>
                  <a:pt x="584" y="236"/>
                </a:lnTo>
                <a:lnTo>
                  <a:pt x="573" y="253"/>
                </a:lnTo>
                <a:lnTo>
                  <a:pt x="554" y="270"/>
                </a:lnTo>
                <a:lnTo>
                  <a:pt x="531" y="286"/>
                </a:lnTo>
                <a:lnTo>
                  <a:pt x="509" y="297"/>
                </a:lnTo>
                <a:lnTo>
                  <a:pt x="484" y="308"/>
                </a:lnTo>
                <a:lnTo>
                  <a:pt x="461" y="316"/>
                </a:lnTo>
                <a:lnTo>
                  <a:pt x="443" y="321"/>
                </a:lnTo>
                <a:lnTo>
                  <a:pt x="431" y="325"/>
                </a:lnTo>
                <a:lnTo>
                  <a:pt x="426" y="327"/>
                </a:lnTo>
                <a:lnTo>
                  <a:pt x="157" y="327"/>
                </a:lnTo>
                <a:lnTo>
                  <a:pt x="113" y="325"/>
                </a:lnTo>
                <a:lnTo>
                  <a:pt x="78" y="320"/>
                </a:lnTo>
                <a:lnTo>
                  <a:pt x="51" y="312"/>
                </a:lnTo>
                <a:lnTo>
                  <a:pt x="30" y="301"/>
                </a:lnTo>
                <a:lnTo>
                  <a:pt x="17" y="289"/>
                </a:lnTo>
                <a:lnTo>
                  <a:pt x="8" y="276"/>
                </a:lnTo>
                <a:lnTo>
                  <a:pt x="2" y="261"/>
                </a:lnTo>
                <a:lnTo>
                  <a:pt x="0" y="248"/>
                </a:lnTo>
                <a:lnTo>
                  <a:pt x="2" y="234"/>
                </a:lnTo>
                <a:lnTo>
                  <a:pt x="4" y="223"/>
                </a:lnTo>
                <a:lnTo>
                  <a:pt x="8" y="212"/>
                </a:lnTo>
                <a:lnTo>
                  <a:pt x="11" y="204"/>
                </a:lnTo>
                <a:lnTo>
                  <a:pt x="15" y="199"/>
                </a:lnTo>
                <a:lnTo>
                  <a:pt x="15" y="197"/>
                </a:lnTo>
                <a:lnTo>
                  <a:pt x="98" y="28"/>
                </a:lnTo>
                <a:close/>
                <a:moveTo>
                  <a:pt x="378" y="0"/>
                </a:moveTo>
                <a:lnTo>
                  <a:pt x="497" y="0"/>
                </a:lnTo>
                <a:lnTo>
                  <a:pt x="569" y="2"/>
                </a:lnTo>
                <a:lnTo>
                  <a:pt x="634" y="9"/>
                </a:lnTo>
                <a:lnTo>
                  <a:pt x="688" y="19"/>
                </a:lnTo>
                <a:lnTo>
                  <a:pt x="736" y="32"/>
                </a:lnTo>
                <a:lnTo>
                  <a:pt x="775" y="49"/>
                </a:lnTo>
                <a:lnTo>
                  <a:pt x="808" y="66"/>
                </a:lnTo>
                <a:lnTo>
                  <a:pt x="834" y="85"/>
                </a:lnTo>
                <a:lnTo>
                  <a:pt x="857" y="106"/>
                </a:lnTo>
                <a:lnTo>
                  <a:pt x="872" y="125"/>
                </a:lnTo>
                <a:lnTo>
                  <a:pt x="885" y="144"/>
                </a:lnTo>
                <a:lnTo>
                  <a:pt x="895" y="163"/>
                </a:lnTo>
                <a:lnTo>
                  <a:pt x="900" y="178"/>
                </a:lnTo>
                <a:lnTo>
                  <a:pt x="904" y="191"/>
                </a:lnTo>
                <a:lnTo>
                  <a:pt x="906" y="202"/>
                </a:lnTo>
                <a:lnTo>
                  <a:pt x="906" y="208"/>
                </a:lnTo>
                <a:lnTo>
                  <a:pt x="906" y="212"/>
                </a:lnTo>
                <a:lnTo>
                  <a:pt x="902" y="248"/>
                </a:lnTo>
                <a:lnTo>
                  <a:pt x="889" y="282"/>
                </a:lnTo>
                <a:lnTo>
                  <a:pt x="868" y="310"/>
                </a:lnTo>
                <a:lnTo>
                  <a:pt x="840" y="337"/>
                </a:lnTo>
                <a:lnTo>
                  <a:pt x="808" y="359"/>
                </a:lnTo>
                <a:lnTo>
                  <a:pt x="772" y="378"/>
                </a:lnTo>
                <a:lnTo>
                  <a:pt x="732" y="395"/>
                </a:lnTo>
                <a:lnTo>
                  <a:pt x="688" y="408"/>
                </a:lnTo>
                <a:lnTo>
                  <a:pt x="647" y="420"/>
                </a:lnTo>
                <a:lnTo>
                  <a:pt x="603" y="427"/>
                </a:lnTo>
                <a:lnTo>
                  <a:pt x="562" y="435"/>
                </a:lnTo>
                <a:lnTo>
                  <a:pt x="522" y="441"/>
                </a:lnTo>
                <a:lnTo>
                  <a:pt x="484" y="444"/>
                </a:lnTo>
                <a:lnTo>
                  <a:pt x="452" y="446"/>
                </a:lnTo>
                <a:lnTo>
                  <a:pt x="426" y="448"/>
                </a:lnTo>
                <a:lnTo>
                  <a:pt x="405" y="450"/>
                </a:lnTo>
                <a:lnTo>
                  <a:pt x="391" y="450"/>
                </a:lnTo>
                <a:lnTo>
                  <a:pt x="386" y="450"/>
                </a:lnTo>
                <a:lnTo>
                  <a:pt x="138" y="452"/>
                </a:lnTo>
                <a:lnTo>
                  <a:pt x="140" y="420"/>
                </a:lnTo>
                <a:lnTo>
                  <a:pt x="182" y="420"/>
                </a:lnTo>
                <a:lnTo>
                  <a:pt x="225" y="420"/>
                </a:lnTo>
                <a:lnTo>
                  <a:pt x="267" y="418"/>
                </a:lnTo>
                <a:lnTo>
                  <a:pt x="304" y="416"/>
                </a:lnTo>
                <a:lnTo>
                  <a:pt x="339" y="414"/>
                </a:lnTo>
                <a:lnTo>
                  <a:pt x="363" y="414"/>
                </a:lnTo>
                <a:lnTo>
                  <a:pt x="380" y="412"/>
                </a:lnTo>
                <a:lnTo>
                  <a:pt x="386" y="412"/>
                </a:lnTo>
                <a:lnTo>
                  <a:pt x="458" y="401"/>
                </a:lnTo>
                <a:lnTo>
                  <a:pt x="520" y="388"/>
                </a:lnTo>
                <a:lnTo>
                  <a:pt x="575" y="371"/>
                </a:lnTo>
                <a:lnTo>
                  <a:pt x="620" y="354"/>
                </a:lnTo>
                <a:lnTo>
                  <a:pt x="658" y="337"/>
                </a:lnTo>
                <a:lnTo>
                  <a:pt x="688" y="318"/>
                </a:lnTo>
                <a:lnTo>
                  <a:pt x="713" y="299"/>
                </a:lnTo>
                <a:lnTo>
                  <a:pt x="732" y="282"/>
                </a:lnTo>
                <a:lnTo>
                  <a:pt x="745" y="265"/>
                </a:lnTo>
                <a:lnTo>
                  <a:pt x="757" y="248"/>
                </a:lnTo>
                <a:lnTo>
                  <a:pt x="762" y="234"/>
                </a:lnTo>
                <a:lnTo>
                  <a:pt x="766" y="223"/>
                </a:lnTo>
                <a:lnTo>
                  <a:pt x="768" y="214"/>
                </a:lnTo>
                <a:lnTo>
                  <a:pt x="770" y="208"/>
                </a:lnTo>
                <a:lnTo>
                  <a:pt x="770" y="206"/>
                </a:lnTo>
                <a:lnTo>
                  <a:pt x="764" y="174"/>
                </a:lnTo>
                <a:lnTo>
                  <a:pt x="751" y="147"/>
                </a:lnTo>
                <a:lnTo>
                  <a:pt x="728" y="123"/>
                </a:lnTo>
                <a:lnTo>
                  <a:pt x="700" y="100"/>
                </a:lnTo>
                <a:lnTo>
                  <a:pt x="668" y="81"/>
                </a:lnTo>
                <a:lnTo>
                  <a:pt x="632" y="66"/>
                </a:lnTo>
                <a:lnTo>
                  <a:pt x="594" y="53"/>
                </a:lnTo>
                <a:lnTo>
                  <a:pt x="554" y="42"/>
                </a:lnTo>
                <a:lnTo>
                  <a:pt x="516" y="32"/>
                </a:lnTo>
                <a:lnTo>
                  <a:pt x="480" y="26"/>
                </a:lnTo>
                <a:lnTo>
                  <a:pt x="448" y="21"/>
                </a:lnTo>
                <a:lnTo>
                  <a:pt x="420" y="17"/>
                </a:lnTo>
                <a:lnTo>
                  <a:pt x="397" y="15"/>
                </a:lnTo>
                <a:lnTo>
                  <a:pt x="384" y="13"/>
                </a:lnTo>
                <a:lnTo>
                  <a:pt x="378" y="13"/>
                </a:lnTo>
                <a:lnTo>
                  <a:pt x="37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392292" y="1232756"/>
            <a:ext cx="1080000" cy="1082389"/>
          </a:xfrm>
          <a:custGeom>
            <a:avLst/>
            <a:gdLst>
              <a:gd name="T0" fmla="*/ 482 w 904"/>
              <a:gd name="T1" fmla="*/ 363 h 906"/>
              <a:gd name="T2" fmla="*/ 529 w 904"/>
              <a:gd name="T3" fmla="*/ 397 h 906"/>
              <a:gd name="T4" fmla="*/ 546 w 904"/>
              <a:gd name="T5" fmla="*/ 452 h 906"/>
              <a:gd name="T6" fmla="*/ 529 w 904"/>
              <a:gd name="T7" fmla="*/ 509 h 906"/>
              <a:gd name="T8" fmla="*/ 482 w 904"/>
              <a:gd name="T9" fmla="*/ 543 h 906"/>
              <a:gd name="T10" fmla="*/ 421 w 904"/>
              <a:gd name="T11" fmla="*/ 543 h 906"/>
              <a:gd name="T12" fmla="*/ 376 w 904"/>
              <a:gd name="T13" fmla="*/ 509 h 906"/>
              <a:gd name="T14" fmla="*/ 357 w 904"/>
              <a:gd name="T15" fmla="*/ 452 h 906"/>
              <a:gd name="T16" fmla="*/ 376 w 904"/>
              <a:gd name="T17" fmla="*/ 397 h 906"/>
              <a:gd name="T18" fmla="*/ 421 w 904"/>
              <a:gd name="T19" fmla="*/ 363 h 906"/>
              <a:gd name="T20" fmla="*/ 452 w 904"/>
              <a:gd name="T21" fmla="*/ 225 h 906"/>
              <a:gd name="T22" fmla="*/ 363 w 904"/>
              <a:gd name="T23" fmla="*/ 242 h 906"/>
              <a:gd name="T24" fmla="*/ 291 w 904"/>
              <a:gd name="T25" fmla="*/ 291 h 906"/>
              <a:gd name="T26" fmla="*/ 242 w 904"/>
              <a:gd name="T27" fmla="*/ 363 h 906"/>
              <a:gd name="T28" fmla="*/ 225 w 904"/>
              <a:gd name="T29" fmla="*/ 452 h 906"/>
              <a:gd name="T30" fmla="*/ 242 w 904"/>
              <a:gd name="T31" fmla="*/ 539 h 906"/>
              <a:gd name="T32" fmla="*/ 291 w 904"/>
              <a:gd name="T33" fmla="*/ 611 h 906"/>
              <a:gd name="T34" fmla="*/ 363 w 904"/>
              <a:gd name="T35" fmla="*/ 660 h 906"/>
              <a:gd name="T36" fmla="*/ 452 w 904"/>
              <a:gd name="T37" fmla="*/ 677 h 906"/>
              <a:gd name="T38" fmla="*/ 539 w 904"/>
              <a:gd name="T39" fmla="*/ 660 h 906"/>
              <a:gd name="T40" fmla="*/ 611 w 904"/>
              <a:gd name="T41" fmla="*/ 611 h 906"/>
              <a:gd name="T42" fmla="*/ 660 w 904"/>
              <a:gd name="T43" fmla="*/ 539 h 906"/>
              <a:gd name="T44" fmla="*/ 677 w 904"/>
              <a:gd name="T45" fmla="*/ 452 h 906"/>
              <a:gd name="T46" fmla="*/ 660 w 904"/>
              <a:gd name="T47" fmla="*/ 363 h 906"/>
              <a:gd name="T48" fmla="*/ 611 w 904"/>
              <a:gd name="T49" fmla="*/ 291 h 906"/>
              <a:gd name="T50" fmla="*/ 539 w 904"/>
              <a:gd name="T51" fmla="*/ 242 h 906"/>
              <a:gd name="T52" fmla="*/ 452 w 904"/>
              <a:gd name="T53" fmla="*/ 225 h 906"/>
              <a:gd name="T54" fmla="*/ 525 w 904"/>
              <a:gd name="T55" fmla="*/ 6 h 906"/>
              <a:gd name="T56" fmla="*/ 660 w 904"/>
              <a:gd name="T57" fmla="*/ 51 h 906"/>
              <a:gd name="T58" fmla="*/ 771 w 904"/>
              <a:gd name="T59" fmla="*/ 132 h 906"/>
              <a:gd name="T60" fmla="*/ 855 w 904"/>
              <a:gd name="T61" fmla="*/ 244 h 906"/>
              <a:gd name="T62" fmla="*/ 898 w 904"/>
              <a:gd name="T63" fmla="*/ 378 h 906"/>
              <a:gd name="T64" fmla="*/ 898 w 904"/>
              <a:gd name="T65" fmla="*/ 526 h 906"/>
              <a:gd name="T66" fmla="*/ 855 w 904"/>
              <a:gd name="T67" fmla="*/ 660 h 906"/>
              <a:gd name="T68" fmla="*/ 771 w 904"/>
              <a:gd name="T69" fmla="*/ 771 h 906"/>
              <a:gd name="T70" fmla="*/ 660 w 904"/>
              <a:gd name="T71" fmla="*/ 855 h 906"/>
              <a:gd name="T72" fmla="*/ 525 w 904"/>
              <a:gd name="T73" fmla="*/ 898 h 906"/>
              <a:gd name="T74" fmla="*/ 378 w 904"/>
              <a:gd name="T75" fmla="*/ 898 h 906"/>
              <a:gd name="T76" fmla="*/ 244 w 904"/>
              <a:gd name="T77" fmla="*/ 855 h 906"/>
              <a:gd name="T78" fmla="*/ 132 w 904"/>
              <a:gd name="T79" fmla="*/ 771 h 906"/>
              <a:gd name="T80" fmla="*/ 49 w 904"/>
              <a:gd name="T81" fmla="*/ 660 h 906"/>
              <a:gd name="T82" fmla="*/ 5 w 904"/>
              <a:gd name="T83" fmla="*/ 526 h 906"/>
              <a:gd name="T84" fmla="*/ 5 w 904"/>
              <a:gd name="T85" fmla="*/ 378 h 906"/>
              <a:gd name="T86" fmla="*/ 49 w 904"/>
              <a:gd name="T87" fmla="*/ 244 h 906"/>
              <a:gd name="T88" fmla="*/ 132 w 904"/>
              <a:gd name="T89" fmla="*/ 132 h 906"/>
              <a:gd name="T90" fmla="*/ 244 w 904"/>
              <a:gd name="T91" fmla="*/ 51 h 906"/>
              <a:gd name="T92" fmla="*/ 378 w 904"/>
              <a:gd name="T93" fmla="*/ 6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04" h="906">
                <a:moveTo>
                  <a:pt x="452" y="357"/>
                </a:moveTo>
                <a:lnTo>
                  <a:pt x="482" y="363"/>
                </a:lnTo>
                <a:lnTo>
                  <a:pt x="508" y="376"/>
                </a:lnTo>
                <a:lnTo>
                  <a:pt x="529" y="397"/>
                </a:lnTo>
                <a:lnTo>
                  <a:pt x="542" y="422"/>
                </a:lnTo>
                <a:lnTo>
                  <a:pt x="546" y="452"/>
                </a:lnTo>
                <a:lnTo>
                  <a:pt x="542" y="482"/>
                </a:lnTo>
                <a:lnTo>
                  <a:pt x="529" y="509"/>
                </a:lnTo>
                <a:lnTo>
                  <a:pt x="508" y="529"/>
                </a:lnTo>
                <a:lnTo>
                  <a:pt x="482" y="543"/>
                </a:lnTo>
                <a:lnTo>
                  <a:pt x="452" y="546"/>
                </a:lnTo>
                <a:lnTo>
                  <a:pt x="421" y="543"/>
                </a:lnTo>
                <a:lnTo>
                  <a:pt x="395" y="529"/>
                </a:lnTo>
                <a:lnTo>
                  <a:pt x="376" y="509"/>
                </a:lnTo>
                <a:lnTo>
                  <a:pt x="361" y="482"/>
                </a:lnTo>
                <a:lnTo>
                  <a:pt x="357" y="452"/>
                </a:lnTo>
                <a:lnTo>
                  <a:pt x="361" y="422"/>
                </a:lnTo>
                <a:lnTo>
                  <a:pt x="376" y="397"/>
                </a:lnTo>
                <a:lnTo>
                  <a:pt x="395" y="376"/>
                </a:lnTo>
                <a:lnTo>
                  <a:pt x="421" y="363"/>
                </a:lnTo>
                <a:lnTo>
                  <a:pt x="452" y="357"/>
                </a:lnTo>
                <a:close/>
                <a:moveTo>
                  <a:pt x="452" y="225"/>
                </a:moveTo>
                <a:lnTo>
                  <a:pt x="404" y="231"/>
                </a:lnTo>
                <a:lnTo>
                  <a:pt x="363" y="242"/>
                </a:lnTo>
                <a:lnTo>
                  <a:pt x="325" y="265"/>
                </a:lnTo>
                <a:lnTo>
                  <a:pt x="291" y="291"/>
                </a:lnTo>
                <a:lnTo>
                  <a:pt x="262" y="325"/>
                </a:lnTo>
                <a:lnTo>
                  <a:pt x="242" y="363"/>
                </a:lnTo>
                <a:lnTo>
                  <a:pt x="228" y="407"/>
                </a:lnTo>
                <a:lnTo>
                  <a:pt x="225" y="452"/>
                </a:lnTo>
                <a:lnTo>
                  <a:pt x="228" y="497"/>
                </a:lnTo>
                <a:lnTo>
                  <a:pt x="242" y="539"/>
                </a:lnTo>
                <a:lnTo>
                  <a:pt x="262" y="579"/>
                </a:lnTo>
                <a:lnTo>
                  <a:pt x="291" y="611"/>
                </a:lnTo>
                <a:lnTo>
                  <a:pt x="325" y="639"/>
                </a:lnTo>
                <a:lnTo>
                  <a:pt x="363" y="660"/>
                </a:lnTo>
                <a:lnTo>
                  <a:pt x="404" y="673"/>
                </a:lnTo>
                <a:lnTo>
                  <a:pt x="452" y="677"/>
                </a:lnTo>
                <a:lnTo>
                  <a:pt x="497" y="673"/>
                </a:lnTo>
                <a:lnTo>
                  <a:pt x="539" y="660"/>
                </a:lnTo>
                <a:lnTo>
                  <a:pt x="576" y="639"/>
                </a:lnTo>
                <a:lnTo>
                  <a:pt x="611" y="611"/>
                </a:lnTo>
                <a:lnTo>
                  <a:pt x="639" y="579"/>
                </a:lnTo>
                <a:lnTo>
                  <a:pt x="660" y="539"/>
                </a:lnTo>
                <a:lnTo>
                  <a:pt x="673" y="497"/>
                </a:lnTo>
                <a:lnTo>
                  <a:pt x="677" y="452"/>
                </a:lnTo>
                <a:lnTo>
                  <a:pt x="673" y="407"/>
                </a:lnTo>
                <a:lnTo>
                  <a:pt x="660" y="363"/>
                </a:lnTo>
                <a:lnTo>
                  <a:pt x="639" y="325"/>
                </a:lnTo>
                <a:lnTo>
                  <a:pt x="611" y="291"/>
                </a:lnTo>
                <a:lnTo>
                  <a:pt x="576" y="265"/>
                </a:lnTo>
                <a:lnTo>
                  <a:pt x="539" y="242"/>
                </a:lnTo>
                <a:lnTo>
                  <a:pt x="497" y="231"/>
                </a:lnTo>
                <a:lnTo>
                  <a:pt x="452" y="225"/>
                </a:lnTo>
                <a:close/>
                <a:moveTo>
                  <a:pt x="452" y="0"/>
                </a:moveTo>
                <a:lnTo>
                  <a:pt x="525" y="6"/>
                </a:lnTo>
                <a:lnTo>
                  <a:pt x="595" y="23"/>
                </a:lnTo>
                <a:lnTo>
                  <a:pt x="660" y="51"/>
                </a:lnTo>
                <a:lnTo>
                  <a:pt x="718" y="87"/>
                </a:lnTo>
                <a:lnTo>
                  <a:pt x="771" y="132"/>
                </a:lnTo>
                <a:lnTo>
                  <a:pt x="817" y="185"/>
                </a:lnTo>
                <a:lnTo>
                  <a:pt x="855" y="244"/>
                </a:lnTo>
                <a:lnTo>
                  <a:pt x="881" y="310"/>
                </a:lnTo>
                <a:lnTo>
                  <a:pt x="898" y="378"/>
                </a:lnTo>
                <a:lnTo>
                  <a:pt x="904" y="452"/>
                </a:lnTo>
                <a:lnTo>
                  <a:pt x="898" y="526"/>
                </a:lnTo>
                <a:lnTo>
                  <a:pt x="881" y="596"/>
                </a:lnTo>
                <a:lnTo>
                  <a:pt x="855" y="660"/>
                </a:lnTo>
                <a:lnTo>
                  <a:pt x="817" y="720"/>
                </a:lnTo>
                <a:lnTo>
                  <a:pt x="771" y="771"/>
                </a:lnTo>
                <a:lnTo>
                  <a:pt x="718" y="817"/>
                </a:lnTo>
                <a:lnTo>
                  <a:pt x="660" y="855"/>
                </a:lnTo>
                <a:lnTo>
                  <a:pt x="595" y="881"/>
                </a:lnTo>
                <a:lnTo>
                  <a:pt x="525" y="898"/>
                </a:lnTo>
                <a:lnTo>
                  <a:pt x="452" y="906"/>
                </a:lnTo>
                <a:lnTo>
                  <a:pt x="378" y="898"/>
                </a:lnTo>
                <a:lnTo>
                  <a:pt x="308" y="881"/>
                </a:lnTo>
                <a:lnTo>
                  <a:pt x="244" y="855"/>
                </a:lnTo>
                <a:lnTo>
                  <a:pt x="185" y="817"/>
                </a:lnTo>
                <a:lnTo>
                  <a:pt x="132" y="771"/>
                </a:lnTo>
                <a:lnTo>
                  <a:pt x="87" y="720"/>
                </a:lnTo>
                <a:lnTo>
                  <a:pt x="49" y="660"/>
                </a:lnTo>
                <a:lnTo>
                  <a:pt x="22" y="596"/>
                </a:lnTo>
                <a:lnTo>
                  <a:pt x="5" y="526"/>
                </a:lnTo>
                <a:lnTo>
                  <a:pt x="0" y="452"/>
                </a:lnTo>
                <a:lnTo>
                  <a:pt x="5" y="378"/>
                </a:lnTo>
                <a:lnTo>
                  <a:pt x="22" y="310"/>
                </a:lnTo>
                <a:lnTo>
                  <a:pt x="49" y="244"/>
                </a:lnTo>
                <a:lnTo>
                  <a:pt x="87" y="185"/>
                </a:lnTo>
                <a:lnTo>
                  <a:pt x="132" y="132"/>
                </a:lnTo>
                <a:lnTo>
                  <a:pt x="185" y="87"/>
                </a:lnTo>
                <a:lnTo>
                  <a:pt x="244" y="51"/>
                </a:lnTo>
                <a:lnTo>
                  <a:pt x="308" y="23"/>
                </a:lnTo>
                <a:lnTo>
                  <a:pt x="378" y="6"/>
                </a:lnTo>
                <a:lnTo>
                  <a:pt x="45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4806" y="1227262"/>
            <a:ext cx="1080000" cy="1080000"/>
          </a:xfrm>
          <a:custGeom>
            <a:avLst/>
            <a:gdLst>
              <a:gd name="T0" fmla="*/ 426 w 906"/>
              <a:gd name="T1" fmla="*/ 390 h 906"/>
              <a:gd name="T2" fmla="*/ 390 w 906"/>
              <a:gd name="T3" fmla="*/ 425 h 906"/>
              <a:gd name="T4" fmla="*/ 390 w 906"/>
              <a:gd name="T5" fmla="*/ 476 h 906"/>
              <a:gd name="T6" fmla="*/ 426 w 906"/>
              <a:gd name="T7" fmla="*/ 512 h 906"/>
              <a:gd name="T8" fmla="*/ 477 w 906"/>
              <a:gd name="T9" fmla="*/ 512 h 906"/>
              <a:gd name="T10" fmla="*/ 513 w 906"/>
              <a:gd name="T11" fmla="*/ 476 h 906"/>
              <a:gd name="T12" fmla="*/ 513 w 906"/>
              <a:gd name="T13" fmla="*/ 425 h 906"/>
              <a:gd name="T14" fmla="*/ 477 w 906"/>
              <a:gd name="T15" fmla="*/ 390 h 906"/>
              <a:gd name="T16" fmla="*/ 452 w 906"/>
              <a:gd name="T17" fmla="*/ 355 h 906"/>
              <a:gd name="T18" fmla="*/ 509 w 906"/>
              <a:gd name="T19" fmla="*/ 372 h 906"/>
              <a:gd name="T20" fmla="*/ 543 w 906"/>
              <a:gd name="T21" fmla="*/ 420 h 906"/>
              <a:gd name="T22" fmla="*/ 543 w 906"/>
              <a:gd name="T23" fmla="*/ 482 h 906"/>
              <a:gd name="T24" fmla="*/ 509 w 906"/>
              <a:gd name="T25" fmla="*/ 529 h 906"/>
              <a:gd name="T26" fmla="*/ 452 w 906"/>
              <a:gd name="T27" fmla="*/ 546 h 906"/>
              <a:gd name="T28" fmla="*/ 396 w 906"/>
              <a:gd name="T29" fmla="*/ 529 h 906"/>
              <a:gd name="T30" fmla="*/ 360 w 906"/>
              <a:gd name="T31" fmla="*/ 482 h 906"/>
              <a:gd name="T32" fmla="*/ 360 w 906"/>
              <a:gd name="T33" fmla="*/ 420 h 906"/>
              <a:gd name="T34" fmla="*/ 396 w 906"/>
              <a:gd name="T35" fmla="*/ 372 h 906"/>
              <a:gd name="T36" fmla="*/ 452 w 906"/>
              <a:gd name="T37" fmla="*/ 355 h 906"/>
              <a:gd name="T38" fmla="*/ 407 w 906"/>
              <a:gd name="T39" fmla="*/ 231 h 906"/>
              <a:gd name="T40" fmla="*/ 326 w 906"/>
              <a:gd name="T41" fmla="*/ 265 h 906"/>
              <a:gd name="T42" fmla="*/ 265 w 906"/>
              <a:gd name="T43" fmla="*/ 325 h 906"/>
              <a:gd name="T44" fmla="*/ 231 w 906"/>
              <a:gd name="T45" fmla="*/ 407 h 906"/>
              <a:gd name="T46" fmla="*/ 231 w 906"/>
              <a:gd name="T47" fmla="*/ 497 h 906"/>
              <a:gd name="T48" fmla="*/ 265 w 906"/>
              <a:gd name="T49" fmla="*/ 579 h 906"/>
              <a:gd name="T50" fmla="*/ 326 w 906"/>
              <a:gd name="T51" fmla="*/ 639 h 906"/>
              <a:gd name="T52" fmla="*/ 407 w 906"/>
              <a:gd name="T53" fmla="*/ 673 h 906"/>
              <a:gd name="T54" fmla="*/ 498 w 906"/>
              <a:gd name="T55" fmla="*/ 673 h 906"/>
              <a:gd name="T56" fmla="*/ 579 w 906"/>
              <a:gd name="T57" fmla="*/ 639 h 906"/>
              <a:gd name="T58" fmla="*/ 640 w 906"/>
              <a:gd name="T59" fmla="*/ 579 h 906"/>
              <a:gd name="T60" fmla="*/ 674 w 906"/>
              <a:gd name="T61" fmla="*/ 497 h 906"/>
              <a:gd name="T62" fmla="*/ 674 w 906"/>
              <a:gd name="T63" fmla="*/ 407 h 906"/>
              <a:gd name="T64" fmla="*/ 640 w 906"/>
              <a:gd name="T65" fmla="*/ 325 h 906"/>
              <a:gd name="T66" fmla="*/ 579 w 906"/>
              <a:gd name="T67" fmla="*/ 265 h 906"/>
              <a:gd name="T68" fmla="*/ 498 w 906"/>
              <a:gd name="T69" fmla="*/ 231 h 906"/>
              <a:gd name="T70" fmla="*/ 454 w 906"/>
              <a:gd name="T71" fmla="*/ 0 h 906"/>
              <a:gd name="T72" fmla="*/ 596 w 906"/>
              <a:gd name="T73" fmla="*/ 23 h 906"/>
              <a:gd name="T74" fmla="*/ 721 w 906"/>
              <a:gd name="T75" fmla="*/ 87 h 906"/>
              <a:gd name="T76" fmla="*/ 819 w 906"/>
              <a:gd name="T77" fmla="*/ 185 h 906"/>
              <a:gd name="T78" fmla="*/ 884 w 906"/>
              <a:gd name="T79" fmla="*/ 310 h 906"/>
              <a:gd name="T80" fmla="*/ 906 w 906"/>
              <a:gd name="T81" fmla="*/ 452 h 906"/>
              <a:gd name="T82" fmla="*/ 884 w 906"/>
              <a:gd name="T83" fmla="*/ 596 h 906"/>
              <a:gd name="T84" fmla="*/ 819 w 906"/>
              <a:gd name="T85" fmla="*/ 720 h 906"/>
              <a:gd name="T86" fmla="*/ 721 w 906"/>
              <a:gd name="T87" fmla="*/ 817 h 906"/>
              <a:gd name="T88" fmla="*/ 596 w 906"/>
              <a:gd name="T89" fmla="*/ 881 h 906"/>
              <a:gd name="T90" fmla="*/ 454 w 906"/>
              <a:gd name="T91" fmla="*/ 906 h 906"/>
              <a:gd name="T92" fmla="*/ 310 w 906"/>
              <a:gd name="T93" fmla="*/ 881 h 906"/>
              <a:gd name="T94" fmla="*/ 186 w 906"/>
              <a:gd name="T95" fmla="*/ 817 h 906"/>
              <a:gd name="T96" fmla="*/ 87 w 906"/>
              <a:gd name="T97" fmla="*/ 720 h 906"/>
              <a:gd name="T98" fmla="*/ 23 w 906"/>
              <a:gd name="T99" fmla="*/ 596 h 906"/>
              <a:gd name="T100" fmla="*/ 0 w 906"/>
              <a:gd name="T101" fmla="*/ 452 h 906"/>
              <a:gd name="T102" fmla="*/ 23 w 906"/>
              <a:gd name="T103" fmla="*/ 310 h 906"/>
              <a:gd name="T104" fmla="*/ 87 w 906"/>
              <a:gd name="T105" fmla="*/ 185 h 906"/>
              <a:gd name="T106" fmla="*/ 186 w 906"/>
              <a:gd name="T107" fmla="*/ 87 h 906"/>
              <a:gd name="T108" fmla="*/ 310 w 906"/>
              <a:gd name="T109" fmla="*/ 23 h 906"/>
              <a:gd name="T110" fmla="*/ 454 w 906"/>
              <a:gd name="T111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6" h="906">
                <a:moveTo>
                  <a:pt x="452" y="384"/>
                </a:moveTo>
                <a:lnTo>
                  <a:pt x="426" y="390"/>
                </a:lnTo>
                <a:lnTo>
                  <a:pt x="405" y="405"/>
                </a:lnTo>
                <a:lnTo>
                  <a:pt x="390" y="425"/>
                </a:lnTo>
                <a:lnTo>
                  <a:pt x="386" y="450"/>
                </a:lnTo>
                <a:lnTo>
                  <a:pt x="390" y="476"/>
                </a:lnTo>
                <a:lnTo>
                  <a:pt x="405" y="497"/>
                </a:lnTo>
                <a:lnTo>
                  <a:pt x="426" y="512"/>
                </a:lnTo>
                <a:lnTo>
                  <a:pt x="452" y="516"/>
                </a:lnTo>
                <a:lnTo>
                  <a:pt x="477" y="512"/>
                </a:lnTo>
                <a:lnTo>
                  <a:pt x="498" y="497"/>
                </a:lnTo>
                <a:lnTo>
                  <a:pt x="513" y="476"/>
                </a:lnTo>
                <a:lnTo>
                  <a:pt x="519" y="450"/>
                </a:lnTo>
                <a:lnTo>
                  <a:pt x="513" y="425"/>
                </a:lnTo>
                <a:lnTo>
                  <a:pt x="498" y="405"/>
                </a:lnTo>
                <a:lnTo>
                  <a:pt x="477" y="390"/>
                </a:lnTo>
                <a:lnTo>
                  <a:pt x="452" y="384"/>
                </a:lnTo>
                <a:close/>
                <a:moveTo>
                  <a:pt x="452" y="355"/>
                </a:moveTo>
                <a:lnTo>
                  <a:pt x="483" y="359"/>
                </a:lnTo>
                <a:lnTo>
                  <a:pt x="509" y="372"/>
                </a:lnTo>
                <a:lnTo>
                  <a:pt x="530" y="393"/>
                </a:lnTo>
                <a:lnTo>
                  <a:pt x="543" y="420"/>
                </a:lnTo>
                <a:lnTo>
                  <a:pt x="549" y="452"/>
                </a:lnTo>
                <a:lnTo>
                  <a:pt x="543" y="482"/>
                </a:lnTo>
                <a:lnTo>
                  <a:pt x="530" y="509"/>
                </a:lnTo>
                <a:lnTo>
                  <a:pt x="509" y="529"/>
                </a:lnTo>
                <a:lnTo>
                  <a:pt x="483" y="543"/>
                </a:lnTo>
                <a:lnTo>
                  <a:pt x="452" y="546"/>
                </a:lnTo>
                <a:lnTo>
                  <a:pt x="422" y="543"/>
                </a:lnTo>
                <a:lnTo>
                  <a:pt x="396" y="529"/>
                </a:lnTo>
                <a:lnTo>
                  <a:pt x="375" y="509"/>
                </a:lnTo>
                <a:lnTo>
                  <a:pt x="360" y="482"/>
                </a:lnTo>
                <a:lnTo>
                  <a:pt x="356" y="452"/>
                </a:lnTo>
                <a:lnTo>
                  <a:pt x="360" y="420"/>
                </a:lnTo>
                <a:lnTo>
                  <a:pt x="375" y="393"/>
                </a:lnTo>
                <a:lnTo>
                  <a:pt x="396" y="372"/>
                </a:lnTo>
                <a:lnTo>
                  <a:pt x="422" y="359"/>
                </a:lnTo>
                <a:lnTo>
                  <a:pt x="452" y="355"/>
                </a:lnTo>
                <a:close/>
                <a:moveTo>
                  <a:pt x="452" y="225"/>
                </a:moveTo>
                <a:lnTo>
                  <a:pt x="407" y="231"/>
                </a:lnTo>
                <a:lnTo>
                  <a:pt x="363" y="242"/>
                </a:lnTo>
                <a:lnTo>
                  <a:pt x="326" y="265"/>
                </a:lnTo>
                <a:lnTo>
                  <a:pt x="292" y="291"/>
                </a:lnTo>
                <a:lnTo>
                  <a:pt x="265" y="325"/>
                </a:lnTo>
                <a:lnTo>
                  <a:pt x="244" y="363"/>
                </a:lnTo>
                <a:lnTo>
                  <a:pt x="231" y="407"/>
                </a:lnTo>
                <a:lnTo>
                  <a:pt x="225" y="452"/>
                </a:lnTo>
                <a:lnTo>
                  <a:pt x="231" y="497"/>
                </a:lnTo>
                <a:lnTo>
                  <a:pt x="244" y="539"/>
                </a:lnTo>
                <a:lnTo>
                  <a:pt x="265" y="579"/>
                </a:lnTo>
                <a:lnTo>
                  <a:pt x="292" y="611"/>
                </a:lnTo>
                <a:lnTo>
                  <a:pt x="326" y="639"/>
                </a:lnTo>
                <a:lnTo>
                  <a:pt x="363" y="660"/>
                </a:lnTo>
                <a:lnTo>
                  <a:pt x="407" y="673"/>
                </a:lnTo>
                <a:lnTo>
                  <a:pt x="452" y="677"/>
                </a:lnTo>
                <a:lnTo>
                  <a:pt x="498" y="673"/>
                </a:lnTo>
                <a:lnTo>
                  <a:pt x="541" y="660"/>
                </a:lnTo>
                <a:lnTo>
                  <a:pt x="579" y="639"/>
                </a:lnTo>
                <a:lnTo>
                  <a:pt x="613" y="611"/>
                </a:lnTo>
                <a:lnTo>
                  <a:pt x="640" y="579"/>
                </a:lnTo>
                <a:lnTo>
                  <a:pt x="660" y="539"/>
                </a:lnTo>
                <a:lnTo>
                  <a:pt x="674" y="497"/>
                </a:lnTo>
                <a:lnTo>
                  <a:pt x="679" y="452"/>
                </a:lnTo>
                <a:lnTo>
                  <a:pt x="674" y="407"/>
                </a:lnTo>
                <a:lnTo>
                  <a:pt x="660" y="363"/>
                </a:lnTo>
                <a:lnTo>
                  <a:pt x="640" y="325"/>
                </a:lnTo>
                <a:lnTo>
                  <a:pt x="613" y="291"/>
                </a:lnTo>
                <a:lnTo>
                  <a:pt x="579" y="265"/>
                </a:lnTo>
                <a:lnTo>
                  <a:pt x="541" y="242"/>
                </a:lnTo>
                <a:lnTo>
                  <a:pt x="498" y="231"/>
                </a:lnTo>
                <a:lnTo>
                  <a:pt x="452" y="225"/>
                </a:lnTo>
                <a:close/>
                <a:moveTo>
                  <a:pt x="454" y="0"/>
                </a:moveTo>
                <a:lnTo>
                  <a:pt x="526" y="6"/>
                </a:lnTo>
                <a:lnTo>
                  <a:pt x="596" y="23"/>
                </a:lnTo>
                <a:lnTo>
                  <a:pt x="662" y="51"/>
                </a:lnTo>
                <a:lnTo>
                  <a:pt x="721" y="87"/>
                </a:lnTo>
                <a:lnTo>
                  <a:pt x="774" y="132"/>
                </a:lnTo>
                <a:lnTo>
                  <a:pt x="819" y="185"/>
                </a:lnTo>
                <a:lnTo>
                  <a:pt x="855" y="244"/>
                </a:lnTo>
                <a:lnTo>
                  <a:pt x="884" y="310"/>
                </a:lnTo>
                <a:lnTo>
                  <a:pt x="901" y="378"/>
                </a:lnTo>
                <a:lnTo>
                  <a:pt x="906" y="452"/>
                </a:lnTo>
                <a:lnTo>
                  <a:pt x="901" y="526"/>
                </a:lnTo>
                <a:lnTo>
                  <a:pt x="884" y="596"/>
                </a:lnTo>
                <a:lnTo>
                  <a:pt x="855" y="660"/>
                </a:lnTo>
                <a:lnTo>
                  <a:pt x="819" y="720"/>
                </a:lnTo>
                <a:lnTo>
                  <a:pt x="774" y="771"/>
                </a:lnTo>
                <a:lnTo>
                  <a:pt x="721" y="817"/>
                </a:lnTo>
                <a:lnTo>
                  <a:pt x="662" y="855"/>
                </a:lnTo>
                <a:lnTo>
                  <a:pt x="596" y="881"/>
                </a:lnTo>
                <a:lnTo>
                  <a:pt x="526" y="898"/>
                </a:lnTo>
                <a:lnTo>
                  <a:pt x="454" y="906"/>
                </a:lnTo>
                <a:lnTo>
                  <a:pt x="380" y="898"/>
                </a:lnTo>
                <a:lnTo>
                  <a:pt x="310" y="881"/>
                </a:lnTo>
                <a:lnTo>
                  <a:pt x="246" y="855"/>
                </a:lnTo>
                <a:lnTo>
                  <a:pt x="186" y="817"/>
                </a:lnTo>
                <a:lnTo>
                  <a:pt x="133" y="771"/>
                </a:lnTo>
                <a:lnTo>
                  <a:pt x="87" y="720"/>
                </a:lnTo>
                <a:lnTo>
                  <a:pt x="51" y="660"/>
                </a:lnTo>
                <a:lnTo>
                  <a:pt x="23" y="596"/>
                </a:lnTo>
                <a:lnTo>
                  <a:pt x="6" y="526"/>
                </a:lnTo>
                <a:lnTo>
                  <a:pt x="0" y="452"/>
                </a:lnTo>
                <a:lnTo>
                  <a:pt x="6" y="378"/>
                </a:lnTo>
                <a:lnTo>
                  <a:pt x="23" y="310"/>
                </a:lnTo>
                <a:lnTo>
                  <a:pt x="51" y="244"/>
                </a:lnTo>
                <a:lnTo>
                  <a:pt x="87" y="185"/>
                </a:lnTo>
                <a:lnTo>
                  <a:pt x="133" y="132"/>
                </a:lnTo>
                <a:lnTo>
                  <a:pt x="186" y="87"/>
                </a:lnTo>
                <a:lnTo>
                  <a:pt x="246" y="51"/>
                </a:lnTo>
                <a:lnTo>
                  <a:pt x="310" y="23"/>
                </a:lnTo>
                <a:lnTo>
                  <a:pt x="380" y="6"/>
                </a:lnTo>
                <a:lnTo>
                  <a:pt x="45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86438" y="1297194"/>
            <a:ext cx="1080000" cy="768186"/>
          </a:xfrm>
          <a:custGeom>
            <a:avLst/>
            <a:gdLst>
              <a:gd name="T0" fmla="*/ 584 w 904"/>
              <a:gd name="T1" fmla="*/ 592 h 643"/>
              <a:gd name="T2" fmla="*/ 592 w 904"/>
              <a:gd name="T3" fmla="*/ 613 h 643"/>
              <a:gd name="T4" fmla="*/ 611 w 904"/>
              <a:gd name="T5" fmla="*/ 603 h 643"/>
              <a:gd name="T6" fmla="*/ 603 w 904"/>
              <a:gd name="T7" fmla="*/ 584 h 643"/>
              <a:gd name="T8" fmla="*/ 499 w 904"/>
              <a:gd name="T9" fmla="*/ 588 h 643"/>
              <a:gd name="T10" fmla="*/ 499 w 904"/>
              <a:gd name="T11" fmla="*/ 609 h 643"/>
              <a:gd name="T12" fmla="*/ 545 w 904"/>
              <a:gd name="T13" fmla="*/ 613 h 643"/>
              <a:gd name="T14" fmla="*/ 552 w 904"/>
              <a:gd name="T15" fmla="*/ 592 h 643"/>
              <a:gd name="T16" fmla="*/ 511 w 904"/>
              <a:gd name="T17" fmla="*/ 584 h 643"/>
              <a:gd name="T18" fmla="*/ 352 w 904"/>
              <a:gd name="T19" fmla="*/ 592 h 643"/>
              <a:gd name="T20" fmla="*/ 359 w 904"/>
              <a:gd name="T21" fmla="*/ 613 h 643"/>
              <a:gd name="T22" fmla="*/ 405 w 904"/>
              <a:gd name="T23" fmla="*/ 609 h 643"/>
              <a:gd name="T24" fmla="*/ 405 w 904"/>
              <a:gd name="T25" fmla="*/ 588 h 643"/>
              <a:gd name="T26" fmla="*/ 306 w 904"/>
              <a:gd name="T27" fmla="*/ 584 h 643"/>
              <a:gd name="T28" fmla="*/ 291 w 904"/>
              <a:gd name="T29" fmla="*/ 597 h 643"/>
              <a:gd name="T30" fmla="*/ 306 w 904"/>
              <a:gd name="T31" fmla="*/ 613 h 643"/>
              <a:gd name="T32" fmla="*/ 320 w 904"/>
              <a:gd name="T33" fmla="*/ 597 h 643"/>
              <a:gd name="T34" fmla="*/ 306 w 904"/>
              <a:gd name="T35" fmla="*/ 584 h 643"/>
              <a:gd name="T36" fmla="*/ 664 w 904"/>
              <a:gd name="T37" fmla="*/ 535 h 643"/>
              <a:gd name="T38" fmla="*/ 700 w 904"/>
              <a:gd name="T39" fmla="*/ 643 h 643"/>
              <a:gd name="T40" fmla="*/ 246 w 904"/>
              <a:gd name="T41" fmla="*/ 529 h 643"/>
              <a:gd name="T42" fmla="*/ 350 w 904"/>
              <a:gd name="T43" fmla="*/ 350 h 643"/>
              <a:gd name="T44" fmla="*/ 643 w 904"/>
              <a:gd name="T45" fmla="*/ 233 h 643"/>
              <a:gd name="T46" fmla="*/ 582 w 904"/>
              <a:gd name="T47" fmla="*/ 293 h 643"/>
              <a:gd name="T48" fmla="*/ 643 w 904"/>
              <a:gd name="T49" fmla="*/ 352 h 643"/>
              <a:gd name="T50" fmla="*/ 704 w 904"/>
              <a:gd name="T51" fmla="*/ 293 h 643"/>
              <a:gd name="T52" fmla="*/ 643 w 904"/>
              <a:gd name="T53" fmla="*/ 233 h 643"/>
              <a:gd name="T54" fmla="*/ 206 w 904"/>
              <a:gd name="T55" fmla="*/ 268 h 643"/>
              <a:gd name="T56" fmla="*/ 238 w 904"/>
              <a:gd name="T57" fmla="*/ 346 h 643"/>
              <a:gd name="T58" fmla="*/ 318 w 904"/>
              <a:gd name="T59" fmla="*/ 314 h 643"/>
              <a:gd name="T60" fmla="*/ 285 w 904"/>
              <a:gd name="T61" fmla="*/ 236 h 643"/>
              <a:gd name="T62" fmla="*/ 721 w 904"/>
              <a:gd name="T63" fmla="*/ 147 h 643"/>
              <a:gd name="T64" fmla="*/ 728 w 904"/>
              <a:gd name="T65" fmla="*/ 166 h 643"/>
              <a:gd name="T66" fmla="*/ 189 w 904"/>
              <a:gd name="T67" fmla="*/ 176 h 643"/>
              <a:gd name="T68" fmla="*/ 174 w 904"/>
              <a:gd name="T69" fmla="*/ 161 h 643"/>
              <a:gd name="T70" fmla="*/ 189 w 904"/>
              <a:gd name="T71" fmla="*/ 146 h 643"/>
              <a:gd name="T72" fmla="*/ 724 w 904"/>
              <a:gd name="T73" fmla="*/ 91 h 643"/>
              <a:gd name="T74" fmla="*/ 724 w 904"/>
              <a:gd name="T75" fmla="*/ 112 h 643"/>
              <a:gd name="T76" fmla="*/ 183 w 904"/>
              <a:gd name="T77" fmla="*/ 115 h 643"/>
              <a:gd name="T78" fmla="*/ 176 w 904"/>
              <a:gd name="T79" fmla="*/ 96 h 643"/>
              <a:gd name="T80" fmla="*/ 146 w 904"/>
              <a:gd name="T81" fmla="*/ 59 h 643"/>
              <a:gd name="T82" fmla="*/ 817 w 904"/>
              <a:gd name="T83" fmla="*/ 117 h 643"/>
              <a:gd name="T84" fmla="*/ 817 w 904"/>
              <a:gd name="T85" fmla="*/ 0 h 643"/>
              <a:gd name="T86" fmla="*/ 876 w 904"/>
              <a:gd name="T87" fmla="*/ 59 h 643"/>
              <a:gd name="T88" fmla="*/ 904 w 904"/>
              <a:gd name="T89" fmla="*/ 433 h 643"/>
              <a:gd name="T90" fmla="*/ 887 w 904"/>
              <a:gd name="T91" fmla="*/ 607 h 643"/>
              <a:gd name="T92" fmla="*/ 730 w 904"/>
              <a:gd name="T93" fmla="*/ 643 h 643"/>
              <a:gd name="T94" fmla="*/ 685 w 904"/>
              <a:gd name="T95" fmla="*/ 503 h 643"/>
              <a:gd name="T96" fmla="*/ 671 w 904"/>
              <a:gd name="T97" fmla="*/ 495 h 643"/>
              <a:gd name="T98" fmla="*/ 206 w 904"/>
              <a:gd name="T99" fmla="*/ 509 h 643"/>
              <a:gd name="T100" fmla="*/ 172 w 904"/>
              <a:gd name="T101" fmla="*/ 643 h 643"/>
              <a:gd name="T102" fmla="*/ 17 w 904"/>
              <a:gd name="T103" fmla="*/ 607 h 643"/>
              <a:gd name="T104" fmla="*/ 2 w 904"/>
              <a:gd name="T105" fmla="*/ 420 h 643"/>
              <a:gd name="T106" fmla="*/ 28 w 904"/>
              <a:gd name="T107" fmla="*/ 376 h 643"/>
              <a:gd name="T108" fmla="*/ 64 w 904"/>
              <a:gd name="T109" fmla="*/ 4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4" h="643">
                <a:moveTo>
                  <a:pt x="598" y="584"/>
                </a:moveTo>
                <a:lnTo>
                  <a:pt x="592" y="584"/>
                </a:lnTo>
                <a:lnTo>
                  <a:pt x="588" y="588"/>
                </a:lnTo>
                <a:lnTo>
                  <a:pt x="584" y="592"/>
                </a:lnTo>
                <a:lnTo>
                  <a:pt x="582" y="597"/>
                </a:lnTo>
                <a:lnTo>
                  <a:pt x="584" y="603"/>
                </a:lnTo>
                <a:lnTo>
                  <a:pt x="588" y="609"/>
                </a:lnTo>
                <a:lnTo>
                  <a:pt x="592" y="613"/>
                </a:lnTo>
                <a:lnTo>
                  <a:pt x="598" y="613"/>
                </a:lnTo>
                <a:lnTo>
                  <a:pt x="603" y="613"/>
                </a:lnTo>
                <a:lnTo>
                  <a:pt x="609" y="609"/>
                </a:lnTo>
                <a:lnTo>
                  <a:pt x="611" y="603"/>
                </a:lnTo>
                <a:lnTo>
                  <a:pt x="613" y="597"/>
                </a:lnTo>
                <a:lnTo>
                  <a:pt x="611" y="592"/>
                </a:lnTo>
                <a:lnTo>
                  <a:pt x="609" y="588"/>
                </a:lnTo>
                <a:lnTo>
                  <a:pt x="603" y="584"/>
                </a:lnTo>
                <a:lnTo>
                  <a:pt x="598" y="584"/>
                </a:lnTo>
                <a:close/>
                <a:moveTo>
                  <a:pt x="511" y="584"/>
                </a:moveTo>
                <a:lnTo>
                  <a:pt x="505" y="584"/>
                </a:lnTo>
                <a:lnTo>
                  <a:pt x="499" y="588"/>
                </a:lnTo>
                <a:lnTo>
                  <a:pt x="497" y="592"/>
                </a:lnTo>
                <a:lnTo>
                  <a:pt x="495" y="597"/>
                </a:lnTo>
                <a:lnTo>
                  <a:pt x="497" y="603"/>
                </a:lnTo>
                <a:lnTo>
                  <a:pt x="499" y="609"/>
                </a:lnTo>
                <a:lnTo>
                  <a:pt x="505" y="613"/>
                </a:lnTo>
                <a:lnTo>
                  <a:pt x="511" y="613"/>
                </a:lnTo>
                <a:lnTo>
                  <a:pt x="539" y="613"/>
                </a:lnTo>
                <a:lnTo>
                  <a:pt x="545" y="613"/>
                </a:lnTo>
                <a:lnTo>
                  <a:pt x="550" y="609"/>
                </a:lnTo>
                <a:lnTo>
                  <a:pt x="552" y="603"/>
                </a:lnTo>
                <a:lnTo>
                  <a:pt x="554" y="597"/>
                </a:lnTo>
                <a:lnTo>
                  <a:pt x="552" y="592"/>
                </a:lnTo>
                <a:lnTo>
                  <a:pt x="550" y="588"/>
                </a:lnTo>
                <a:lnTo>
                  <a:pt x="545" y="584"/>
                </a:lnTo>
                <a:lnTo>
                  <a:pt x="539" y="584"/>
                </a:lnTo>
                <a:lnTo>
                  <a:pt x="511" y="584"/>
                </a:lnTo>
                <a:close/>
                <a:moveTo>
                  <a:pt x="365" y="584"/>
                </a:moveTo>
                <a:lnTo>
                  <a:pt x="359" y="584"/>
                </a:lnTo>
                <a:lnTo>
                  <a:pt x="354" y="588"/>
                </a:lnTo>
                <a:lnTo>
                  <a:pt x="352" y="592"/>
                </a:lnTo>
                <a:lnTo>
                  <a:pt x="350" y="597"/>
                </a:lnTo>
                <a:lnTo>
                  <a:pt x="352" y="603"/>
                </a:lnTo>
                <a:lnTo>
                  <a:pt x="354" y="609"/>
                </a:lnTo>
                <a:lnTo>
                  <a:pt x="359" y="613"/>
                </a:lnTo>
                <a:lnTo>
                  <a:pt x="365" y="613"/>
                </a:lnTo>
                <a:lnTo>
                  <a:pt x="393" y="613"/>
                </a:lnTo>
                <a:lnTo>
                  <a:pt x="399" y="613"/>
                </a:lnTo>
                <a:lnTo>
                  <a:pt x="405" y="609"/>
                </a:lnTo>
                <a:lnTo>
                  <a:pt x="407" y="603"/>
                </a:lnTo>
                <a:lnTo>
                  <a:pt x="408" y="597"/>
                </a:lnTo>
                <a:lnTo>
                  <a:pt x="407" y="592"/>
                </a:lnTo>
                <a:lnTo>
                  <a:pt x="405" y="588"/>
                </a:lnTo>
                <a:lnTo>
                  <a:pt x="399" y="584"/>
                </a:lnTo>
                <a:lnTo>
                  <a:pt x="393" y="584"/>
                </a:lnTo>
                <a:lnTo>
                  <a:pt x="365" y="584"/>
                </a:lnTo>
                <a:close/>
                <a:moveTo>
                  <a:pt x="306" y="584"/>
                </a:moveTo>
                <a:lnTo>
                  <a:pt x="301" y="584"/>
                </a:lnTo>
                <a:lnTo>
                  <a:pt x="295" y="588"/>
                </a:lnTo>
                <a:lnTo>
                  <a:pt x="293" y="592"/>
                </a:lnTo>
                <a:lnTo>
                  <a:pt x="291" y="597"/>
                </a:lnTo>
                <a:lnTo>
                  <a:pt x="293" y="603"/>
                </a:lnTo>
                <a:lnTo>
                  <a:pt x="295" y="609"/>
                </a:lnTo>
                <a:lnTo>
                  <a:pt x="301" y="613"/>
                </a:lnTo>
                <a:lnTo>
                  <a:pt x="306" y="613"/>
                </a:lnTo>
                <a:lnTo>
                  <a:pt x="312" y="613"/>
                </a:lnTo>
                <a:lnTo>
                  <a:pt x="316" y="609"/>
                </a:lnTo>
                <a:lnTo>
                  <a:pt x="320" y="603"/>
                </a:lnTo>
                <a:lnTo>
                  <a:pt x="320" y="597"/>
                </a:lnTo>
                <a:lnTo>
                  <a:pt x="320" y="592"/>
                </a:lnTo>
                <a:lnTo>
                  <a:pt x="316" y="588"/>
                </a:lnTo>
                <a:lnTo>
                  <a:pt x="312" y="584"/>
                </a:lnTo>
                <a:lnTo>
                  <a:pt x="306" y="584"/>
                </a:lnTo>
                <a:close/>
                <a:moveTo>
                  <a:pt x="259" y="526"/>
                </a:moveTo>
                <a:lnTo>
                  <a:pt x="639" y="526"/>
                </a:lnTo>
                <a:lnTo>
                  <a:pt x="654" y="528"/>
                </a:lnTo>
                <a:lnTo>
                  <a:pt x="664" y="535"/>
                </a:lnTo>
                <a:lnTo>
                  <a:pt x="668" y="545"/>
                </a:lnTo>
                <a:lnTo>
                  <a:pt x="671" y="552"/>
                </a:lnTo>
                <a:lnTo>
                  <a:pt x="671" y="554"/>
                </a:lnTo>
                <a:lnTo>
                  <a:pt x="700" y="643"/>
                </a:lnTo>
                <a:lnTo>
                  <a:pt x="206" y="643"/>
                </a:lnTo>
                <a:lnTo>
                  <a:pt x="231" y="558"/>
                </a:lnTo>
                <a:lnTo>
                  <a:pt x="238" y="539"/>
                </a:lnTo>
                <a:lnTo>
                  <a:pt x="246" y="529"/>
                </a:lnTo>
                <a:lnTo>
                  <a:pt x="253" y="526"/>
                </a:lnTo>
                <a:lnTo>
                  <a:pt x="259" y="526"/>
                </a:lnTo>
                <a:close/>
                <a:moveTo>
                  <a:pt x="350" y="233"/>
                </a:moveTo>
                <a:lnTo>
                  <a:pt x="350" y="350"/>
                </a:lnTo>
                <a:lnTo>
                  <a:pt x="554" y="350"/>
                </a:lnTo>
                <a:lnTo>
                  <a:pt x="554" y="233"/>
                </a:lnTo>
                <a:lnTo>
                  <a:pt x="350" y="233"/>
                </a:lnTo>
                <a:close/>
                <a:moveTo>
                  <a:pt x="643" y="233"/>
                </a:moveTo>
                <a:lnTo>
                  <a:pt x="618" y="236"/>
                </a:lnTo>
                <a:lnTo>
                  <a:pt x="599" y="250"/>
                </a:lnTo>
                <a:lnTo>
                  <a:pt x="586" y="268"/>
                </a:lnTo>
                <a:lnTo>
                  <a:pt x="582" y="293"/>
                </a:lnTo>
                <a:lnTo>
                  <a:pt x="586" y="316"/>
                </a:lnTo>
                <a:lnTo>
                  <a:pt x="599" y="335"/>
                </a:lnTo>
                <a:lnTo>
                  <a:pt x="618" y="348"/>
                </a:lnTo>
                <a:lnTo>
                  <a:pt x="643" y="352"/>
                </a:lnTo>
                <a:lnTo>
                  <a:pt x="666" y="348"/>
                </a:lnTo>
                <a:lnTo>
                  <a:pt x="685" y="335"/>
                </a:lnTo>
                <a:lnTo>
                  <a:pt x="698" y="316"/>
                </a:lnTo>
                <a:lnTo>
                  <a:pt x="704" y="293"/>
                </a:lnTo>
                <a:lnTo>
                  <a:pt x="698" y="268"/>
                </a:lnTo>
                <a:lnTo>
                  <a:pt x="685" y="250"/>
                </a:lnTo>
                <a:lnTo>
                  <a:pt x="666" y="236"/>
                </a:lnTo>
                <a:lnTo>
                  <a:pt x="643" y="233"/>
                </a:lnTo>
                <a:close/>
                <a:moveTo>
                  <a:pt x="261" y="231"/>
                </a:moveTo>
                <a:lnTo>
                  <a:pt x="238" y="236"/>
                </a:lnTo>
                <a:lnTo>
                  <a:pt x="219" y="248"/>
                </a:lnTo>
                <a:lnTo>
                  <a:pt x="206" y="268"/>
                </a:lnTo>
                <a:lnTo>
                  <a:pt x="200" y="291"/>
                </a:lnTo>
                <a:lnTo>
                  <a:pt x="206" y="314"/>
                </a:lnTo>
                <a:lnTo>
                  <a:pt x="219" y="333"/>
                </a:lnTo>
                <a:lnTo>
                  <a:pt x="238" y="346"/>
                </a:lnTo>
                <a:lnTo>
                  <a:pt x="261" y="352"/>
                </a:lnTo>
                <a:lnTo>
                  <a:pt x="285" y="346"/>
                </a:lnTo>
                <a:lnTo>
                  <a:pt x="304" y="333"/>
                </a:lnTo>
                <a:lnTo>
                  <a:pt x="318" y="314"/>
                </a:lnTo>
                <a:lnTo>
                  <a:pt x="321" y="291"/>
                </a:lnTo>
                <a:lnTo>
                  <a:pt x="318" y="268"/>
                </a:lnTo>
                <a:lnTo>
                  <a:pt x="304" y="248"/>
                </a:lnTo>
                <a:lnTo>
                  <a:pt x="285" y="236"/>
                </a:lnTo>
                <a:lnTo>
                  <a:pt x="261" y="231"/>
                </a:lnTo>
                <a:close/>
                <a:moveTo>
                  <a:pt x="189" y="146"/>
                </a:moveTo>
                <a:lnTo>
                  <a:pt x="715" y="146"/>
                </a:lnTo>
                <a:lnTo>
                  <a:pt x="721" y="147"/>
                </a:lnTo>
                <a:lnTo>
                  <a:pt x="724" y="149"/>
                </a:lnTo>
                <a:lnTo>
                  <a:pt x="728" y="155"/>
                </a:lnTo>
                <a:lnTo>
                  <a:pt x="730" y="161"/>
                </a:lnTo>
                <a:lnTo>
                  <a:pt x="728" y="166"/>
                </a:lnTo>
                <a:lnTo>
                  <a:pt x="724" y="170"/>
                </a:lnTo>
                <a:lnTo>
                  <a:pt x="721" y="174"/>
                </a:lnTo>
                <a:lnTo>
                  <a:pt x="715" y="176"/>
                </a:lnTo>
                <a:lnTo>
                  <a:pt x="189" y="176"/>
                </a:lnTo>
                <a:lnTo>
                  <a:pt x="183" y="174"/>
                </a:lnTo>
                <a:lnTo>
                  <a:pt x="180" y="170"/>
                </a:lnTo>
                <a:lnTo>
                  <a:pt x="176" y="166"/>
                </a:lnTo>
                <a:lnTo>
                  <a:pt x="174" y="161"/>
                </a:lnTo>
                <a:lnTo>
                  <a:pt x="176" y="155"/>
                </a:lnTo>
                <a:lnTo>
                  <a:pt x="180" y="149"/>
                </a:lnTo>
                <a:lnTo>
                  <a:pt x="183" y="147"/>
                </a:lnTo>
                <a:lnTo>
                  <a:pt x="189" y="146"/>
                </a:lnTo>
                <a:close/>
                <a:moveTo>
                  <a:pt x="189" y="87"/>
                </a:moveTo>
                <a:lnTo>
                  <a:pt x="715" y="87"/>
                </a:lnTo>
                <a:lnTo>
                  <a:pt x="721" y="89"/>
                </a:lnTo>
                <a:lnTo>
                  <a:pt x="724" y="91"/>
                </a:lnTo>
                <a:lnTo>
                  <a:pt x="728" y="96"/>
                </a:lnTo>
                <a:lnTo>
                  <a:pt x="730" y="102"/>
                </a:lnTo>
                <a:lnTo>
                  <a:pt x="728" y="108"/>
                </a:lnTo>
                <a:lnTo>
                  <a:pt x="724" y="112"/>
                </a:lnTo>
                <a:lnTo>
                  <a:pt x="721" y="115"/>
                </a:lnTo>
                <a:lnTo>
                  <a:pt x="715" y="117"/>
                </a:lnTo>
                <a:lnTo>
                  <a:pt x="189" y="117"/>
                </a:lnTo>
                <a:lnTo>
                  <a:pt x="183" y="115"/>
                </a:lnTo>
                <a:lnTo>
                  <a:pt x="180" y="112"/>
                </a:lnTo>
                <a:lnTo>
                  <a:pt x="176" y="108"/>
                </a:lnTo>
                <a:lnTo>
                  <a:pt x="174" y="102"/>
                </a:lnTo>
                <a:lnTo>
                  <a:pt x="176" y="96"/>
                </a:lnTo>
                <a:lnTo>
                  <a:pt x="180" y="91"/>
                </a:lnTo>
                <a:lnTo>
                  <a:pt x="183" y="89"/>
                </a:lnTo>
                <a:lnTo>
                  <a:pt x="189" y="87"/>
                </a:lnTo>
                <a:close/>
                <a:moveTo>
                  <a:pt x="146" y="59"/>
                </a:moveTo>
                <a:lnTo>
                  <a:pt x="87" y="117"/>
                </a:lnTo>
                <a:lnTo>
                  <a:pt x="87" y="204"/>
                </a:lnTo>
                <a:lnTo>
                  <a:pt x="817" y="204"/>
                </a:lnTo>
                <a:lnTo>
                  <a:pt x="817" y="117"/>
                </a:lnTo>
                <a:lnTo>
                  <a:pt x="730" y="59"/>
                </a:lnTo>
                <a:lnTo>
                  <a:pt x="146" y="59"/>
                </a:lnTo>
                <a:close/>
                <a:moveTo>
                  <a:pt x="87" y="0"/>
                </a:moveTo>
                <a:lnTo>
                  <a:pt x="817" y="0"/>
                </a:lnTo>
                <a:lnTo>
                  <a:pt x="840" y="4"/>
                </a:lnTo>
                <a:lnTo>
                  <a:pt x="859" y="17"/>
                </a:lnTo>
                <a:lnTo>
                  <a:pt x="870" y="36"/>
                </a:lnTo>
                <a:lnTo>
                  <a:pt x="876" y="59"/>
                </a:lnTo>
                <a:lnTo>
                  <a:pt x="876" y="378"/>
                </a:lnTo>
                <a:lnTo>
                  <a:pt x="893" y="401"/>
                </a:lnTo>
                <a:lnTo>
                  <a:pt x="900" y="420"/>
                </a:lnTo>
                <a:lnTo>
                  <a:pt x="904" y="433"/>
                </a:lnTo>
                <a:lnTo>
                  <a:pt x="904" y="437"/>
                </a:lnTo>
                <a:lnTo>
                  <a:pt x="904" y="554"/>
                </a:lnTo>
                <a:lnTo>
                  <a:pt x="900" y="582"/>
                </a:lnTo>
                <a:lnTo>
                  <a:pt x="887" y="607"/>
                </a:lnTo>
                <a:lnTo>
                  <a:pt x="868" y="626"/>
                </a:lnTo>
                <a:lnTo>
                  <a:pt x="845" y="637"/>
                </a:lnTo>
                <a:lnTo>
                  <a:pt x="817" y="643"/>
                </a:lnTo>
                <a:lnTo>
                  <a:pt x="730" y="643"/>
                </a:lnTo>
                <a:lnTo>
                  <a:pt x="700" y="524"/>
                </a:lnTo>
                <a:lnTo>
                  <a:pt x="696" y="514"/>
                </a:lnTo>
                <a:lnTo>
                  <a:pt x="690" y="509"/>
                </a:lnTo>
                <a:lnTo>
                  <a:pt x="685" y="503"/>
                </a:lnTo>
                <a:lnTo>
                  <a:pt x="679" y="499"/>
                </a:lnTo>
                <a:lnTo>
                  <a:pt x="675" y="497"/>
                </a:lnTo>
                <a:lnTo>
                  <a:pt x="671" y="497"/>
                </a:lnTo>
                <a:lnTo>
                  <a:pt x="671" y="495"/>
                </a:lnTo>
                <a:lnTo>
                  <a:pt x="234" y="495"/>
                </a:lnTo>
                <a:lnTo>
                  <a:pt x="221" y="497"/>
                </a:lnTo>
                <a:lnTo>
                  <a:pt x="212" y="503"/>
                </a:lnTo>
                <a:lnTo>
                  <a:pt x="206" y="509"/>
                </a:lnTo>
                <a:lnTo>
                  <a:pt x="204" y="516"/>
                </a:lnTo>
                <a:lnTo>
                  <a:pt x="204" y="520"/>
                </a:lnTo>
                <a:lnTo>
                  <a:pt x="204" y="524"/>
                </a:lnTo>
                <a:lnTo>
                  <a:pt x="172" y="643"/>
                </a:lnTo>
                <a:lnTo>
                  <a:pt x="87" y="643"/>
                </a:lnTo>
                <a:lnTo>
                  <a:pt x="59" y="637"/>
                </a:lnTo>
                <a:lnTo>
                  <a:pt x="36" y="626"/>
                </a:lnTo>
                <a:lnTo>
                  <a:pt x="17" y="607"/>
                </a:lnTo>
                <a:lnTo>
                  <a:pt x="4" y="582"/>
                </a:lnTo>
                <a:lnTo>
                  <a:pt x="0" y="554"/>
                </a:lnTo>
                <a:lnTo>
                  <a:pt x="0" y="437"/>
                </a:lnTo>
                <a:lnTo>
                  <a:pt x="2" y="420"/>
                </a:lnTo>
                <a:lnTo>
                  <a:pt x="9" y="403"/>
                </a:lnTo>
                <a:lnTo>
                  <a:pt x="17" y="390"/>
                </a:lnTo>
                <a:lnTo>
                  <a:pt x="24" y="380"/>
                </a:lnTo>
                <a:lnTo>
                  <a:pt x="28" y="376"/>
                </a:lnTo>
                <a:lnTo>
                  <a:pt x="28" y="59"/>
                </a:lnTo>
                <a:lnTo>
                  <a:pt x="32" y="36"/>
                </a:lnTo>
                <a:lnTo>
                  <a:pt x="45" y="17"/>
                </a:lnTo>
                <a:lnTo>
                  <a:pt x="64" y="4"/>
                </a:lnTo>
                <a:lnTo>
                  <a:pt x="8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8719" y="2927851"/>
            <a:ext cx="1080000" cy="802252"/>
          </a:xfrm>
          <a:custGeom>
            <a:avLst/>
            <a:gdLst>
              <a:gd name="T0" fmla="*/ 698 w 906"/>
              <a:gd name="T1" fmla="*/ 369 h 673"/>
              <a:gd name="T2" fmla="*/ 778 w 906"/>
              <a:gd name="T3" fmla="*/ 577 h 673"/>
              <a:gd name="T4" fmla="*/ 812 w 906"/>
              <a:gd name="T5" fmla="*/ 371 h 673"/>
              <a:gd name="T6" fmla="*/ 802 w 906"/>
              <a:gd name="T7" fmla="*/ 346 h 673"/>
              <a:gd name="T8" fmla="*/ 749 w 906"/>
              <a:gd name="T9" fmla="*/ 316 h 673"/>
              <a:gd name="T10" fmla="*/ 732 w 906"/>
              <a:gd name="T11" fmla="*/ 327 h 673"/>
              <a:gd name="T12" fmla="*/ 708 w 906"/>
              <a:gd name="T13" fmla="*/ 318 h 673"/>
              <a:gd name="T14" fmla="*/ 815 w 906"/>
              <a:gd name="T15" fmla="*/ 125 h 673"/>
              <a:gd name="T16" fmla="*/ 800 w 906"/>
              <a:gd name="T17" fmla="*/ 161 h 673"/>
              <a:gd name="T18" fmla="*/ 785 w 906"/>
              <a:gd name="T19" fmla="*/ 170 h 673"/>
              <a:gd name="T20" fmla="*/ 751 w 906"/>
              <a:gd name="T21" fmla="*/ 193 h 673"/>
              <a:gd name="T22" fmla="*/ 719 w 906"/>
              <a:gd name="T23" fmla="*/ 191 h 673"/>
              <a:gd name="T24" fmla="*/ 710 w 906"/>
              <a:gd name="T25" fmla="*/ 216 h 673"/>
              <a:gd name="T26" fmla="*/ 700 w 906"/>
              <a:gd name="T27" fmla="*/ 229 h 673"/>
              <a:gd name="T28" fmla="*/ 819 w 906"/>
              <a:gd name="T29" fmla="*/ 276 h 673"/>
              <a:gd name="T30" fmla="*/ 694 w 906"/>
              <a:gd name="T31" fmla="*/ 112 h 673"/>
              <a:gd name="T32" fmla="*/ 658 w 906"/>
              <a:gd name="T33" fmla="*/ 140 h 673"/>
              <a:gd name="T34" fmla="*/ 676 w 906"/>
              <a:gd name="T35" fmla="*/ 165 h 673"/>
              <a:gd name="T36" fmla="*/ 696 w 906"/>
              <a:gd name="T37" fmla="*/ 152 h 673"/>
              <a:gd name="T38" fmla="*/ 787 w 906"/>
              <a:gd name="T39" fmla="*/ 97 h 673"/>
              <a:gd name="T40" fmla="*/ 730 w 906"/>
              <a:gd name="T41" fmla="*/ 571 h 673"/>
              <a:gd name="T42" fmla="*/ 638 w 906"/>
              <a:gd name="T43" fmla="*/ 352 h 673"/>
              <a:gd name="T44" fmla="*/ 598 w 906"/>
              <a:gd name="T45" fmla="*/ 288 h 673"/>
              <a:gd name="T46" fmla="*/ 596 w 906"/>
              <a:gd name="T47" fmla="*/ 324 h 673"/>
              <a:gd name="T48" fmla="*/ 636 w 906"/>
              <a:gd name="T49" fmla="*/ 388 h 673"/>
              <a:gd name="T50" fmla="*/ 585 w 906"/>
              <a:gd name="T51" fmla="*/ 386 h 673"/>
              <a:gd name="T52" fmla="*/ 619 w 906"/>
              <a:gd name="T53" fmla="*/ 447 h 673"/>
              <a:gd name="T54" fmla="*/ 577 w 906"/>
              <a:gd name="T55" fmla="*/ 416 h 673"/>
              <a:gd name="T56" fmla="*/ 545 w 906"/>
              <a:gd name="T57" fmla="*/ 390 h 673"/>
              <a:gd name="T58" fmla="*/ 570 w 906"/>
              <a:gd name="T59" fmla="*/ 303 h 673"/>
              <a:gd name="T60" fmla="*/ 558 w 906"/>
              <a:gd name="T61" fmla="*/ 297 h 673"/>
              <a:gd name="T62" fmla="*/ 534 w 906"/>
              <a:gd name="T63" fmla="*/ 288 h 673"/>
              <a:gd name="T64" fmla="*/ 517 w 906"/>
              <a:gd name="T65" fmla="*/ 295 h 673"/>
              <a:gd name="T66" fmla="*/ 503 w 906"/>
              <a:gd name="T67" fmla="*/ 331 h 673"/>
              <a:gd name="T68" fmla="*/ 450 w 906"/>
              <a:gd name="T69" fmla="*/ 369 h 673"/>
              <a:gd name="T70" fmla="*/ 403 w 906"/>
              <a:gd name="T71" fmla="*/ 380 h 673"/>
              <a:gd name="T72" fmla="*/ 407 w 906"/>
              <a:gd name="T73" fmla="*/ 395 h 673"/>
              <a:gd name="T74" fmla="*/ 382 w 906"/>
              <a:gd name="T75" fmla="*/ 409 h 673"/>
              <a:gd name="T76" fmla="*/ 331 w 906"/>
              <a:gd name="T77" fmla="*/ 405 h 673"/>
              <a:gd name="T78" fmla="*/ 401 w 906"/>
              <a:gd name="T79" fmla="*/ 339 h 673"/>
              <a:gd name="T80" fmla="*/ 494 w 906"/>
              <a:gd name="T81" fmla="*/ 263 h 673"/>
              <a:gd name="T82" fmla="*/ 511 w 906"/>
              <a:gd name="T83" fmla="*/ 237 h 673"/>
              <a:gd name="T84" fmla="*/ 496 w 906"/>
              <a:gd name="T85" fmla="*/ 206 h 673"/>
              <a:gd name="T86" fmla="*/ 481 w 906"/>
              <a:gd name="T87" fmla="*/ 210 h 673"/>
              <a:gd name="T88" fmla="*/ 456 w 906"/>
              <a:gd name="T89" fmla="*/ 223 h 673"/>
              <a:gd name="T90" fmla="*/ 424 w 906"/>
              <a:gd name="T91" fmla="*/ 201 h 673"/>
              <a:gd name="T92" fmla="*/ 390 w 906"/>
              <a:gd name="T93" fmla="*/ 233 h 673"/>
              <a:gd name="T94" fmla="*/ 380 w 906"/>
              <a:gd name="T95" fmla="*/ 176 h 673"/>
              <a:gd name="T96" fmla="*/ 352 w 906"/>
              <a:gd name="T97" fmla="*/ 231 h 673"/>
              <a:gd name="T98" fmla="*/ 337 w 906"/>
              <a:gd name="T99" fmla="*/ 199 h 673"/>
              <a:gd name="T100" fmla="*/ 324 w 906"/>
              <a:gd name="T101" fmla="*/ 170 h 673"/>
              <a:gd name="T102" fmla="*/ 263 w 906"/>
              <a:gd name="T103" fmla="*/ 197 h 673"/>
              <a:gd name="T104" fmla="*/ 278 w 906"/>
              <a:gd name="T105" fmla="*/ 180 h 673"/>
              <a:gd name="T106" fmla="*/ 257 w 906"/>
              <a:gd name="T107" fmla="*/ 178 h 673"/>
              <a:gd name="T108" fmla="*/ 220 w 906"/>
              <a:gd name="T109" fmla="*/ 195 h 673"/>
              <a:gd name="T110" fmla="*/ 237 w 906"/>
              <a:gd name="T111" fmla="*/ 172 h 673"/>
              <a:gd name="T112" fmla="*/ 199 w 906"/>
              <a:gd name="T113" fmla="*/ 174 h 673"/>
              <a:gd name="T114" fmla="*/ 239 w 906"/>
              <a:gd name="T115" fmla="*/ 136 h 673"/>
              <a:gd name="T116" fmla="*/ 356 w 906"/>
              <a:gd name="T117" fmla="*/ 146 h 673"/>
              <a:gd name="T118" fmla="*/ 435 w 906"/>
              <a:gd name="T119" fmla="*/ 114 h 673"/>
              <a:gd name="T120" fmla="*/ 870 w 906"/>
              <a:gd name="T121" fmla="*/ 6 h 673"/>
              <a:gd name="T122" fmla="*/ 848 w 906"/>
              <a:gd name="T123" fmla="*/ 673 h 673"/>
              <a:gd name="T124" fmla="*/ 17 w 906"/>
              <a:gd name="T125" fmla="*/ 19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06" h="673">
                <a:moveTo>
                  <a:pt x="677" y="263"/>
                </a:moveTo>
                <a:lnTo>
                  <a:pt x="668" y="269"/>
                </a:lnTo>
                <a:lnTo>
                  <a:pt x="660" y="276"/>
                </a:lnTo>
                <a:lnTo>
                  <a:pt x="655" y="282"/>
                </a:lnTo>
                <a:lnTo>
                  <a:pt x="653" y="286"/>
                </a:lnTo>
                <a:lnTo>
                  <a:pt x="666" y="309"/>
                </a:lnTo>
                <a:lnTo>
                  <a:pt x="681" y="335"/>
                </a:lnTo>
                <a:lnTo>
                  <a:pt x="698" y="369"/>
                </a:lnTo>
                <a:lnTo>
                  <a:pt x="713" y="403"/>
                </a:lnTo>
                <a:lnTo>
                  <a:pt x="727" y="439"/>
                </a:lnTo>
                <a:lnTo>
                  <a:pt x="742" y="473"/>
                </a:lnTo>
                <a:lnTo>
                  <a:pt x="753" y="507"/>
                </a:lnTo>
                <a:lnTo>
                  <a:pt x="764" y="535"/>
                </a:lnTo>
                <a:lnTo>
                  <a:pt x="772" y="556"/>
                </a:lnTo>
                <a:lnTo>
                  <a:pt x="776" y="571"/>
                </a:lnTo>
                <a:lnTo>
                  <a:pt x="778" y="577"/>
                </a:lnTo>
                <a:lnTo>
                  <a:pt x="783" y="586"/>
                </a:lnTo>
                <a:lnTo>
                  <a:pt x="819" y="586"/>
                </a:lnTo>
                <a:lnTo>
                  <a:pt x="819" y="360"/>
                </a:lnTo>
                <a:lnTo>
                  <a:pt x="817" y="365"/>
                </a:lnTo>
                <a:lnTo>
                  <a:pt x="817" y="371"/>
                </a:lnTo>
                <a:lnTo>
                  <a:pt x="815" y="373"/>
                </a:lnTo>
                <a:lnTo>
                  <a:pt x="814" y="373"/>
                </a:lnTo>
                <a:lnTo>
                  <a:pt x="812" y="371"/>
                </a:lnTo>
                <a:lnTo>
                  <a:pt x="812" y="367"/>
                </a:lnTo>
                <a:lnTo>
                  <a:pt x="810" y="363"/>
                </a:lnTo>
                <a:lnTo>
                  <a:pt x="808" y="360"/>
                </a:lnTo>
                <a:lnTo>
                  <a:pt x="806" y="356"/>
                </a:lnTo>
                <a:lnTo>
                  <a:pt x="804" y="352"/>
                </a:lnTo>
                <a:lnTo>
                  <a:pt x="802" y="348"/>
                </a:lnTo>
                <a:lnTo>
                  <a:pt x="802" y="346"/>
                </a:lnTo>
                <a:lnTo>
                  <a:pt x="802" y="346"/>
                </a:lnTo>
                <a:lnTo>
                  <a:pt x="798" y="335"/>
                </a:lnTo>
                <a:lnTo>
                  <a:pt x="789" y="327"/>
                </a:lnTo>
                <a:lnTo>
                  <a:pt x="776" y="324"/>
                </a:lnTo>
                <a:lnTo>
                  <a:pt x="763" y="318"/>
                </a:lnTo>
                <a:lnTo>
                  <a:pt x="753" y="314"/>
                </a:lnTo>
                <a:lnTo>
                  <a:pt x="751" y="312"/>
                </a:lnTo>
                <a:lnTo>
                  <a:pt x="749" y="312"/>
                </a:lnTo>
                <a:lnTo>
                  <a:pt x="749" y="316"/>
                </a:lnTo>
                <a:lnTo>
                  <a:pt x="747" y="318"/>
                </a:lnTo>
                <a:lnTo>
                  <a:pt x="747" y="324"/>
                </a:lnTo>
                <a:lnTo>
                  <a:pt x="747" y="327"/>
                </a:lnTo>
                <a:lnTo>
                  <a:pt x="745" y="331"/>
                </a:lnTo>
                <a:lnTo>
                  <a:pt x="744" y="333"/>
                </a:lnTo>
                <a:lnTo>
                  <a:pt x="742" y="335"/>
                </a:lnTo>
                <a:lnTo>
                  <a:pt x="738" y="335"/>
                </a:lnTo>
                <a:lnTo>
                  <a:pt x="732" y="327"/>
                </a:lnTo>
                <a:lnTo>
                  <a:pt x="728" y="314"/>
                </a:lnTo>
                <a:lnTo>
                  <a:pt x="725" y="299"/>
                </a:lnTo>
                <a:lnTo>
                  <a:pt x="721" y="288"/>
                </a:lnTo>
                <a:lnTo>
                  <a:pt x="717" y="284"/>
                </a:lnTo>
                <a:lnTo>
                  <a:pt x="715" y="288"/>
                </a:lnTo>
                <a:lnTo>
                  <a:pt x="713" y="297"/>
                </a:lnTo>
                <a:lnTo>
                  <a:pt x="711" y="309"/>
                </a:lnTo>
                <a:lnTo>
                  <a:pt x="708" y="318"/>
                </a:lnTo>
                <a:lnTo>
                  <a:pt x="702" y="320"/>
                </a:lnTo>
                <a:lnTo>
                  <a:pt x="698" y="314"/>
                </a:lnTo>
                <a:lnTo>
                  <a:pt x="694" y="301"/>
                </a:lnTo>
                <a:lnTo>
                  <a:pt x="691" y="288"/>
                </a:lnTo>
                <a:lnTo>
                  <a:pt x="689" y="274"/>
                </a:lnTo>
                <a:lnTo>
                  <a:pt x="683" y="267"/>
                </a:lnTo>
                <a:lnTo>
                  <a:pt x="677" y="263"/>
                </a:lnTo>
                <a:close/>
                <a:moveTo>
                  <a:pt x="815" y="125"/>
                </a:moveTo>
                <a:lnTo>
                  <a:pt x="814" y="127"/>
                </a:lnTo>
                <a:lnTo>
                  <a:pt x="810" y="127"/>
                </a:lnTo>
                <a:lnTo>
                  <a:pt x="806" y="131"/>
                </a:lnTo>
                <a:lnTo>
                  <a:pt x="804" y="135"/>
                </a:lnTo>
                <a:lnTo>
                  <a:pt x="800" y="140"/>
                </a:lnTo>
                <a:lnTo>
                  <a:pt x="800" y="148"/>
                </a:lnTo>
                <a:lnTo>
                  <a:pt x="800" y="155"/>
                </a:lnTo>
                <a:lnTo>
                  <a:pt x="800" y="161"/>
                </a:lnTo>
                <a:lnTo>
                  <a:pt x="800" y="167"/>
                </a:lnTo>
                <a:lnTo>
                  <a:pt x="798" y="170"/>
                </a:lnTo>
                <a:lnTo>
                  <a:pt x="797" y="172"/>
                </a:lnTo>
                <a:lnTo>
                  <a:pt x="795" y="172"/>
                </a:lnTo>
                <a:lnTo>
                  <a:pt x="793" y="172"/>
                </a:lnTo>
                <a:lnTo>
                  <a:pt x="789" y="172"/>
                </a:lnTo>
                <a:lnTo>
                  <a:pt x="787" y="170"/>
                </a:lnTo>
                <a:lnTo>
                  <a:pt x="785" y="170"/>
                </a:lnTo>
                <a:lnTo>
                  <a:pt x="783" y="169"/>
                </a:lnTo>
                <a:lnTo>
                  <a:pt x="783" y="169"/>
                </a:lnTo>
                <a:lnTo>
                  <a:pt x="755" y="161"/>
                </a:lnTo>
                <a:lnTo>
                  <a:pt x="749" y="165"/>
                </a:lnTo>
                <a:lnTo>
                  <a:pt x="747" y="172"/>
                </a:lnTo>
                <a:lnTo>
                  <a:pt x="749" y="180"/>
                </a:lnTo>
                <a:lnTo>
                  <a:pt x="751" y="188"/>
                </a:lnTo>
                <a:lnTo>
                  <a:pt x="751" y="193"/>
                </a:lnTo>
                <a:lnTo>
                  <a:pt x="745" y="193"/>
                </a:lnTo>
                <a:lnTo>
                  <a:pt x="740" y="191"/>
                </a:lnTo>
                <a:lnTo>
                  <a:pt x="734" y="189"/>
                </a:lnTo>
                <a:lnTo>
                  <a:pt x="730" y="189"/>
                </a:lnTo>
                <a:lnTo>
                  <a:pt x="728" y="189"/>
                </a:lnTo>
                <a:lnTo>
                  <a:pt x="725" y="189"/>
                </a:lnTo>
                <a:lnTo>
                  <a:pt x="721" y="189"/>
                </a:lnTo>
                <a:lnTo>
                  <a:pt x="719" y="191"/>
                </a:lnTo>
                <a:lnTo>
                  <a:pt x="717" y="195"/>
                </a:lnTo>
                <a:lnTo>
                  <a:pt x="717" y="197"/>
                </a:lnTo>
                <a:lnTo>
                  <a:pt x="717" y="201"/>
                </a:lnTo>
                <a:lnTo>
                  <a:pt x="717" y="205"/>
                </a:lnTo>
                <a:lnTo>
                  <a:pt x="715" y="208"/>
                </a:lnTo>
                <a:lnTo>
                  <a:pt x="715" y="212"/>
                </a:lnTo>
                <a:lnTo>
                  <a:pt x="713" y="214"/>
                </a:lnTo>
                <a:lnTo>
                  <a:pt x="710" y="216"/>
                </a:lnTo>
                <a:lnTo>
                  <a:pt x="706" y="218"/>
                </a:lnTo>
                <a:lnTo>
                  <a:pt x="698" y="218"/>
                </a:lnTo>
                <a:lnTo>
                  <a:pt x="694" y="220"/>
                </a:lnTo>
                <a:lnTo>
                  <a:pt x="693" y="220"/>
                </a:lnTo>
                <a:lnTo>
                  <a:pt x="693" y="222"/>
                </a:lnTo>
                <a:lnTo>
                  <a:pt x="694" y="223"/>
                </a:lnTo>
                <a:lnTo>
                  <a:pt x="696" y="225"/>
                </a:lnTo>
                <a:lnTo>
                  <a:pt x="700" y="229"/>
                </a:lnTo>
                <a:lnTo>
                  <a:pt x="706" y="233"/>
                </a:lnTo>
                <a:lnTo>
                  <a:pt x="721" y="239"/>
                </a:lnTo>
                <a:lnTo>
                  <a:pt x="740" y="246"/>
                </a:lnTo>
                <a:lnTo>
                  <a:pt x="763" y="254"/>
                </a:lnTo>
                <a:lnTo>
                  <a:pt x="783" y="263"/>
                </a:lnTo>
                <a:lnTo>
                  <a:pt x="800" y="269"/>
                </a:lnTo>
                <a:lnTo>
                  <a:pt x="814" y="274"/>
                </a:lnTo>
                <a:lnTo>
                  <a:pt x="819" y="276"/>
                </a:lnTo>
                <a:lnTo>
                  <a:pt x="819" y="127"/>
                </a:lnTo>
                <a:lnTo>
                  <a:pt x="819" y="127"/>
                </a:lnTo>
                <a:lnTo>
                  <a:pt x="815" y="125"/>
                </a:lnTo>
                <a:close/>
                <a:moveTo>
                  <a:pt x="719" y="89"/>
                </a:moveTo>
                <a:lnTo>
                  <a:pt x="723" y="91"/>
                </a:lnTo>
                <a:lnTo>
                  <a:pt x="717" y="99"/>
                </a:lnTo>
                <a:lnTo>
                  <a:pt x="708" y="106"/>
                </a:lnTo>
                <a:lnTo>
                  <a:pt x="694" y="112"/>
                </a:lnTo>
                <a:lnTo>
                  <a:pt x="683" y="118"/>
                </a:lnTo>
                <a:lnTo>
                  <a:pt x="676" y="119"/>
                </a:lnTo>
                <a:lnTo>
                  <a:pt x="672" y="121"/>
                </a:lnTo>
                <a:lnTo>
                  <a:pt x="668" y="125"/>
                </a:lnTo>
                <a:lnTo>
                  <a:pt x="664" y="129"/>
                </a:lnTo>
                <a:lnTo>
                  <a:pt x="662" y="133"/>
                </a:lnTo>
                <a:lnTo>
                  <a:pt x="660" y="136"/>
                </a:lnTo>
                <a:lnTo>
                  <a:pt x="658" y="140"/>
                </a:lnTo>
                <a:lnTo>
                  <a:pt x="658" y="142"/>
                </a:lnTo>
                <a:lnTo>
                  <a:pt x="658" y="142"/>
                </a:lnTo>
                <a:lnTo>
                  <a:pt x="660" y="144"/>
                </a:lnTo>
                <a:lnTo>
                  <a:pt x="664" y="148"/>
                </a:lnTo>
                <a:lnTo>
                  <a:pt x="666" y="152"/>
                </a:lnTo>
                <a:lnTo>
                  <a:pt x="670" y="155"/>
                </a:lnTo>
                <a:lnTo>
                  <a:pt x="674" y="161"/>
                </a:lnTo>
                <a:lnTo>
                  <a:pt x="676" y="165"/>
                </a:lnTo>
                <a:lnTo>
                  <a:pt x="677" y="169"/>
                </a:lnTo>
                <a:lnTo>
                  <a:pt x="679" y="170"/>
                </a:lnTo>
                <a:lnTo>
                  <a:pt x="681" y="170"/>
                </a:lnTo>
                <a:lnTo>
                  <a:pt x="685" y="169"/>
                </a:lnTo>
                <a:lnTo>
                  <a:pt x="687" y="165"/>
                </a:lnTo>
                <a:lnTo>
                  <a:pt x="691" y="161"/>
                </a:lnTo>
                <a:lnTo>
                  <a:pt x="694" y="155"/>
                </a:lnTo>
                <a:lnTo>
                  <a:pt x="696" y="152"/>
                </a:lnTo>
                <a:lnTo>
                  <a:pt x="698" y="148"/>
                </a:lnTo>
                <a:lnTo>
                  <a:pt x="700" y="146"/>
                </a:lnTo>
                <a:lnTo>
                  <a:pt x="700" y="144"/>
                </a:lnTo>
                <a:lnTo>
                  <a:pt x="711" y="135"/>
                </a:lnTo>
                <a:lnTo>
                  <a:pt x="727" y="123"/>
                </a:lnTo>
                <a:lnTo>
                  <a:pt x="747" y="114"/>
                </a:lnTo>
                <a:lnTo>
                  <a:pt x="768" y="104"/>
                </a:lnTo>
                <a:lnTo>
                  <a:pt x="787" y="97"/>
                </a:lnTo>
                <a:lnTo>
                  <a:pt x="800" y="91"/>
                </a:lnTo>
                <a:lnTo>
                  <a:pt x="806" y="89"/>
                </a:lnTo>
                <a:lnTo>
                  <a:pt x="797" y="89"/>
                </a:lnTo>
                <a:lnTo>
                  <a:pt x="719" y="89"/>
                </a:lnTo>
                <a:close/>
                <a:moveTo>
                  <a:pt x="85" y="89"/>
                </a:moveTo>
                <a:lnTo>
                  <a:pt x="85" y="586"/>
                </a:lnTo>
                <a:lnTo>
                  <a:pt x="732" y="586"/>
                </a:lnTo>
                <a:lnTo>
                  <a:pt x="730" y="571"/>
                </a:lnTo>
                <a:lnTo>
                  <a:pt x="727" y="558"/>
                </a:lnTo>
                <a:lnTo>
                  <a:pt x="719" y="535"/>
                </a:lnTo>
                <a:lnTo>
                  <a:pt x="710" y="509"/>
                </a:lnTo>
                <a:lnTo>
                  <a:pt x="696" y="479"/>
                </a:lnTo>
                <a:lnTo>
                  <a:pt x="681" y="447"/>
                </a:lnTo>
                <a:lnTo>
                  <a:pt x="668" y="414"/>
                </a:lnTo>
                <a:lnTo>
                  <a:pt x="653" y="382"/>
                </a:lnTo>
                <a:lnTo>
                  <a:pt x="638" y="352"/>
                </a:lnTo>
                <a:lnTo>
                  <a:pt x="626" y="327"/>
                </a:lnTo>
                <a:lnTo>
                  <a:pt x="617" y="307"/>
                </a:lnTo>
                <a:lnTo>
                  <a:pt x="609" y="293"/>
                </a:lnTo>
                <a:lnTo>
                  <a:pt x="607" y="290"/>
                </a:lnTo>
                <a:lnTo>
                  <a:pt x="606" y="286"/>
                </a:lnTo>
                <a:lnTo>
                  <a:pt x="604" y="286"/>
                </a:lnTo>
                <a:lnTo>
                  <a:pt x="600" y="286"/>
                </a:lnTo>
                <a:lnTo>
                  <a:pt x="598" y="288"/>
                </a:lnTo>
                <a:lnTo>
                  <a:pt x="598" y="291"/>
                </a:lnTo>
                <a:lnTo>
                  <a:pt x="596" y="293"/>
                </a:lnTo>
                <a:lnTo>
                  <a:pt x="596" y="293"/>
                </a:lnTo>
                <a:lnTo>
                  <a:pt x="606" y="307"/>
                </a:lnTo>
                <a:lnTo>
                  <a:pt x="607" y="318"/>
                </a:lnTo>
                <a:lnTo>
                  <a:pt x="607" y="327"/>
                </a:lnTo>
                <a:lnTo>
                  <a:pt x="604" y="329"/>
                </a:lnTo>
                <a:lnTo>
                  <a:pt x="596" y="324"/>
                </a:lnTo>
                <a:lnTo>
                  <a:pt x="592" y="322"/>
                </a:lnTo>
                <a:lnTo>
                  <a:pt x="594" y="326"/>
                </a:lnTo>
                <a:lnTo>
                  <a:pt x="598" y="333"/>
                </a:lnTo>
                <a:lnTo>
                  <a:pt x="606" y="344"/>
                </a:lnTo>
                <a:lnTo>
                  <a:pt x="613" y="358"/>
                </a:lnTo>
                <a:lnTo>
                  <a:pt x="621" y="369"/>
                </a:lnTo>
                <a:lnTo>
                  <a:pt x="628" y="380"/>
                </a:lnTo>
                <a:lnTo>
                  <a:pt x="636" y="388"/>
                </a:lnTo>
                <a:lnTo>
                  <a:pt x="638" y="392"/>
                </a:lnTo>
                <a:lnTo>
                  <a:pt x="634" y="394"/>
                </a:lnTo>
                <a:lnTo>
                  <a:pt x="626" y="392"/>
                </a:lnTo>
                <a:lnTo>
                  <a:pt x="615" y="388"/>
                </a:lnTo>
                <a:lnTo>
                  <a:pt x="604" y="386"/>
                </a:lnTo>
                <a:lnTo>
                  <a:pt x="594" y="384"/>
                </a:lnTo>
                <a:lnTo>
                  <a:pt x="587" y="384"/>
                </a:lnTo>
                <a:lnTo>
                  <a:pt x="585" y="386"/>
                </a:lnTo>
                <a:lnTo>
                  <a:pt x="588" y="392"/>
                </a:lnTo>
                <a:lnTo>
                  <a:pt x="598" y="399"/>
                </a:lnTo>
                <a:lnTo>
                  <a:pt x="607" y="409"/>
                </a:lnTo>
                <a:lnTo>
                  <a:pt x="617" y="420"/>
                </a:lnTo>
                <a:lnTo>
                  <a:pt x="623" y="431"/>
                </a:lnTo>
                <a:lnTo>
                  <a:pt x="626" y="441"/>
                </a:lnTo>
                <a:lnTo>
                  <a:pt x="624" y="447"/>
                </a:lnTo>
                <a:lnTo>
                  <a:pt x="619" y="447"/>
                </a:lnTo>
                <a:lnTo>
                  <a:pt x="609" y="441"/>
                </a:lnTo>
                <a:lnTo>
                  <a:pt x="600" y="433"/>
                </a:lnTo>
                <a:lnTo>
                  <a:pt x="592" y="424"/>
                </a:lnTo>
                <a:lnTo>
                  <a:pt x="585" y="416"/>
                </a:lnTo>
                <a:lnTo>
                  <a:pt x="579" y="411"/>
                </a:lnTo>
                <a:lnTo>
                  <a:pt x="577" y="411"/>
                </a:lnTo>
                <a:lnTo>
                  <a:pt x="577" y="414"/>
                </a:lnTo>
                <a:lnTo>
                  <a:pt x="577" y="416"/>
                </a:lnTo>
                <a:lnTo>
                  <a:pt x="573" y="420"/>
                </a:lnTo>
                <a:lnTo>
                  <a:pt x="570" y="422"/>
                </a:lnTo>
                <a:lnTo>
                  <a:pt x="564" y="424"/>
                </a:lnTo>
                <a:lnTo>
                  <a:pt x="558" y="424"/>
                </a:lnTo>
                <a:lnTo>
                  <a:pt x="553" y="420"/>
                </a:lnTo>
                <a:lnTo>
                  <a:pt x="547" y="411"/>
                </a:lnTo>
                <a:lnTo>
                  <a:pt x="545" y="399"/>
                </a:lnTo>
                <a:lnTo>
                  <a:pt x="545" y="390"/>
                </a:lnTo>
                <a:lnTo>
                  <a:pt x="543" y="380"/>
                </a:lnTo>
                <a:lnTo>
                  <a:pt x="545" y="373"/>
                </a:lnTo>
                <a:lnTo>
                  <a:pt x="551" y="363"/>
                </a:lnTo>
                <a:lnTo>
                  <a:pt x="558" y="352"/>
                </a:lnTo>
                <a:lnTo>
                  <a:pt x="564" y="343"/>
                </a:lnTo>
                <a:lnTo>
                  <a:pt x="566" y="329"/>
                </a:lnTo>
                <a:lnTo>
                  <a:pt x="566" y="316"/>
                </a:lnTo>
                <a:lnTo>
                  <a:pt x="570" y="303"/>
                </a:lnTo>
                <a:lnTo>
                  <a:pt x="571" y="297"/>
                </a:lnTo>
                <a:lnTo>
                  <a:pt x="571" y="293"/>
                </a:lnTo>
                <a:lnTo>
                  <a:pt x="571" y="290"/>
                </a:lnTo>
                <a:lnTo>
                  <a:pt x="570" y="288"/>
                </a:lnTo>
                <a:lnTo>
                  <a:pt x="568" y="288"/>
                </a:lnTo>
                <a:lnTo>
                  <a:pt x="566" y="290"/>
                </a:lnTo>
                <a:lnTo>
                  <a:pt x="562" y="293"/>
                </a:lnTo>
                <a:lnTo>
                  <a:pt x="558" y="297"/>
                </a:lnTo>
                <a:lnTo>
                  <a:pt x="554" y="297"/>
                </a:lnTo>
                <a:lnTo>
                  <a:pt x="551" y="297"/>
                </a:lnTo>
                <a:lnTo>
                  <a:pt x="545" y="295"/>
                </a:lnTo>
                <a:lnTo>
                  <a:pt x="541" y="291"/>
                </a:lnTo>
                <a:lnTo>
                  <a:pt x="537" y="290"/>
                </a:lnTo>
                <a:lnTo>
                  <a:pt x="536" y="288"/>
                </a:lnTo>
                <a:lnTo>
                  <a:pt x="536" y="288"/>
                </a:lnTo>
                <a:lnTo>
                  <a:pt x="534" y="288"/>
                </a:lnTo>
                <a:lnTo>
                  <a:pt x="534" y="286"/>
                </a:lnTo>
                <a:lnTo>
                  <a:pt x="532" y="284"/>
                </a:lnTo>
                <a:lnTo>
                  <a:pt x="530" y="282"/>
                </a:lnTo>
                <a:lnTo>
                  <a:pt x="528" y="282"/>
                </a:lnTo>
                <a:lnTo>
                  <a:pt x="524" y="284"/>
                </a:lnTo>
                <a:lnTo>
                  <a:pt x="520" y="288"/>
                </a:lnTo>
                <a:lnTo>
                  <a:pt x="519" y="291"/>
                </a:lnTo>
                <a:lnTo>
                  <a:pt x="517" y="295"/>
                </a:lnTo>
                <a:lnTo>
                  <a:pt x="517" y="297"/>
                </a:lnTo>
                <a:lnTo>
                  <a:pt x="517" y="297"/>
                </a:lnTo>
                <a:lnTo>
                  <a:pt x="517" y="299"/>
                </a:lnTo>
                <a:lnTo>
                  <a:pt x="517" y="303"/>
                </a:lnTo>
                <a:lnTo>
                  <a:pt x="517" y="307"/>
                </a:lnTo>
                <a:lnTo>
                  <a:pt x="517" y="312"/>
                </a:lnTo>
                <a:lnTo>
                  <a:pt x="513" y="322"/>
                </a:lnTo>
                <a:lnTo>
                  <a:pt x="503" y="331"/>
                </a:lnTo>
                <a:lnTo>
                  <a:pt x="490" y="337"/>
                </a:lnTo>
                <a:lnTo>
                  <a:pt x="479" y="341"/>
                </a:lnTo>
                <a:lnTo>
                  <a:pt x="471" y="343"/>
                </a:lnTo>
                <a:lnTo>
                  <a:pt x="466" y="344"/>
                </a:lnTo>
                <a:lnTo>
                  <a:pt x="460" y="348"/>
                </a:lnTo>
                <a:lnTo>
                  <a:pt x="456" y="354"/>
                </a:lnTo>
                <a:lnTo>
                  <a:pt x="452" y="360"/>
                </a:lnTo>
                <a:lnTo>
                  <a:pt x="450" y="369"/>
                </a:lnTo>
                <a:lnTo>
                  <a:pt x="447" y="377"/>
                </a:lnTo>
                <a:lnTo>
                  <a:pt x="443" y="384"/>
                </a:lnTo>
                <a:lnTo>
                  <a:pt x="432" y="384"/>
                </a:lnTo>
                <a:lnTo>
                  <a:pt x="416" y="380"/>
                </a:lnTo>
                <a:lnTo>
                  <a:pt x="411" y="378"/>
                </a:lnTo>
                <a:lnTo>
                  <a:pt x="407" y="378"/>
                </a:lnTo>
                <a:lnTo>
                  <a:pt x="403" y="378"/>
                </a:lnTo>
                <a:lnTo>
                  <a:pt x="403" y="380"/>
                </a:lnTo>
                <a:lnTo>
                  <a:pt x="401" y="382"/>
                </a:lnTo>
                <a:lnTo>
                  <a:pt x="401" y="384"/>
                </a:lnTo>
                <a:lnTo>
                  <a:pt x="403" y="386"/>
                </a:lnTo>
                <a:lnTo>
                  <a:pt x="403" y="390"/>
                </a:lnTo>
                <a:lnTo>
                  <a:pt x="405" y="392"/>
                </a:lnTo>
                <a:lnTo>
                  <a:pt x="405" y="394"/>
                </a:lnTo>
                <a:lnTo>
                  <a:pt x="407" y="395"/>
                </a:lnTo>
                <a:lnTo>
                  <a:pt x="407" y="395"/>
                </a:lnTo>
                <a:lnTo>
                  <a:pt x="407" y="395"/>
                </a:lnTo>
                <a:lnTo>
                  <a:pt x="405" y="395"/>
                </a:lnTo>
                <a:lnTo>
                  <a:pt x="405" y="395"/>
                </a:lnTo>
                <a:lnTo>
                  <a:pt x="401" y="395"/>
                </a:lnTo>
                <a:lnTo>
                  <a:pt x="397" y="395"/>
                </a:lnTo>
                <a:lnTo>
                  <a:pt x="394" y="397"/>
                </a:lnTo>
                <a:lnTo>
                  <a:pt x="390" y="401"/>
                </a:lnTo>
                <a:lnTo>
                  <a:pt x="382" y="409"/>
                </a:lnTo>
                <a:lnTo>
                  <a:pt x="369" y="418"/>
                </a:lnTo>
                <a:lnTo>
                  <a:pt x="356" y="426"/>
                </a:lnTo>
                <a:lnTo>
                  <a:pt x="344" y="430"/>
                </a:lnTo>
                <a:lnTo>
                  <a:pt x="341" y="431"/>
                </a:lnTo>
                <a:lnTo>
                  <a:pt x="337" y="431"/>
                </a:lnTo>
                <a:lnTo>
                  <a:pt x="333" y="424"/>
                </a:lnTo>
                <a:lnTo>
                  <a:pt x="331" y="414"/>
                </a:lnTo>
                <a:lnTo>
                  <a:pt x="331" y="405"/>
                </a:lnTo>
                <a:lnTo>
                  <a:pt x="331" y="397"/>
                </a:lnTo>
                <a:lnTo>
                  <a:pt x="331" y="394"/>
                </a:lnTo>
                <a:lnTo>
                  <a:pt x="337" y="386"/>
                </a:lnTo>
                <a:lnTo>
                  <a:pt x="350" y="378"/>
                </a:lnTo>
                <a:lnTo>
                  <a:pt x="363" y="369"/>
                </a:lnTo>
                <a:lnTo>
                  <a:pt x="379" y="360"/>
                </a:lnTo>
                <a:lnTo>
                  <a:pt x="388" y="350"/>
                </a:lnTo>
                <a:lnTo>
                  <a:pt x="401" y="339"/>
                </a:lnTo>
                <a:lnTo>
                  <a:pt x="418" y="326"/>
                </a:lnTo>
                <a:lnTo>
                  <a:pt x="435" y="310"/>
                </a:lnTo>
                <a:lnTo>
                  <a:pt x="452" y="297"/>
                </a:lnTo>
                <a:lnTo>
                  <a:pt x="466" y="286"/>
                </a:lnTo>
                <a:lnTo>
                  <a:pt x="477" y="278"/>
                </a:lnTo>
                <a:lnTo>
                  <a:pt x="481" y="276"/>
                </a:lnTo>
                <a:lnTo>
                  <a:pt x="492" y="263"/>
                </a:lnTo>
                <a:lnTo>
                  <a:pt x="494" y="263"/>
                </a:lnTo>
                <a:lnTo>
                  <a:pt x="496" y="261"/>
                </a:lnTo>
                <a:lnTo>
                  <a:pt x="500" y="257"/>
                </a:lnTo>
                <a:lnTo>
                  <a:pt x="503" y="256"/>
                </a:lnTo>
                <a:lnTo>
                  <a:pt x="509" y="252"/>
                </a:lnTo>
                <a:lnTo>
                  <a:pt x="511" y="248"/>
                </a:lnTo>
                <a:lnTo>
                  <a:pt x="513" y="244"/>
                </a:lnTo>
                <a:lnTo>
                  <a:pt x="511" y="240"/>
                </a:lnTo>
                <a:lnTo>
                  <a:pt x="511" y="237"/>
                </a:lnTo>
                <a:lnTo>
                  <a:pt x="509" y="233"/>
                </a:lnTo>
                <a:lnTo>
                  <a:pt x="509" y="229"/>
                </a:lnTo>
                <a:lnTo>
                  <a:pt x="509" y="225"/>
                </a:lnTo>
                <a:lnTo>
                  <a:pt x="507" y="222"/>
                </a:lnTo>
                <a:lnTo>
                  <a:pt x="507" y="220"/>
                </a:lnTo>
                <a:lnTo>
                  <a:pt x="503" y="216"/>
                </a:lnTo>
                <a:lnTo>
                  <a:pt x="501" y="212"/>
                </a:lnTo>
                <a:lnTo>
                  <a:pt x="496" y="206"/>
                </a:lnTo>
                <a:lnTo>
                  <a:pt x="490" y="201"/>
                </a:lnTo>
                <a:lnTo>
                  <a:pt x="486" y="197"/>
                </a:lnTo>
                <a:lnTo>
                  <a:pt x="484" y="197"/>
                </a:lnTo>
                <a:lnTo>
                  <a:pt x="483" y="197"/>
                </a:lnTo>
                <a:lnTo>
                  <a:pt x="481" y="199"/>
                </a:lnTo>
                <a:lnTo>
                  <a:pt x="481" y="201"/>
                </a:lnTo>
                <a:lnTo>
                  <a:pt x="481" y="205"/>
                </a:lnTo>
                <a:lnTo>
                  <a:pt x="481" y="210"/>
                </a:lnTo>
                <a:lnTo>
                  <a:pt x="483" y="214"/>
                </a:lnTo>
                <a:lnTo>
                  <a:pt x="483" y="218"/>
                </a:lnTo>
                <a:lnTo>
                  <a:pt x="484" y="222"/>
                </a:lnTo>
                <a:lnTo>
                  <a:pt x="484" y="225"/>
                </a:lnTo>
                <a:lnTo>
                  <a:pt x="483" y="229"/>
                </a:lnTo>
                <a:lnTo>
                  <a:pt x="475" y="231"/>
                </a:lnTo>
                <a:lnTo>
                  <a:pt x="466" y="229"/>
                </a:lnTo>
                <a:lnTo>
                  <a:pt x="456" y="223"/>
                </a:lnTo>
                <a:lnTo>
                  <a:pt x="450" y="212"/>
                </a:lnTo>
                <a:lnTo>
                  <a:pt x="447" y="205"/>
                </a:lnTo>
                <a:lnTo>
                  <a:pt x="443" y="201"/>
                </a:lnTo>
                <a:lnTo>
                  <a:pt x="439" y="199"/>
                </a:lnTo>
                <a:lnTo>
                  <a:pt x="435" y="197"/>
                </a:lnTo>
                <a:lnTo>
                  <a:pt x="432" y="197"/>
                </a:lnTo>
                <a:lnTo>
                  <a:pt x="428" y="199"/>
                </a:lnTo>
                <a:lnTo>
                  <a:pt x="424" y="201"/>
                </a:lnTo>
                <a:lnTo>
                  <a:pt x="422" y="205"/>
                </a:lnTo>
                <a:lnTo>
                  <a:pt x="420" y="208"/>
                </a:lnTo>
                <a:lnTo>
                  <a:pt x="418" y="216"/>
                </a:lnTo>
                <a:lnTo>
                  <a:pt x="414" y="223"/>
                </a:lnTo>
                <a:lnTo>
                  <a:pt x="409" y="229"/>
                </a:lnTo>
                <a:lnTo>
                  <a:pt x="403" y="233"/>
                </a:lnTo>
                <a:lnTo>
                  <a:pt x="396" y="235"/>
                </a:lnTo>
                <a:lnTo>
                  <a:pt x="390" y="233"/>
                </a:lnTo>
                <a:lnTo>
                  <a:pt x="390" y="227"/>
                </a:lnTo>
                <a:lnTo>
                  <a:pt x="394" y="220"/>
                </a:lnTo>
                <a:lnTo>
                  <a:pt x="399" y="210"/>
                </a:lnTo>
                <a:lnTo>
                  <a:pt x="405" y="203"/>
                </a:lnTo>
                <a:lnTo>
                  <a:pt x="407" y="193"/>
                </a:lnTo>
                <a:lnTo>
                  <a:pt x="401" y="186"/>
                </a:lnTo>
                <a:lnTo>
                  <a:pt x="392" y="180"/>
                </a:lnTo>
                <a:lnTo>
                  <a:pt x="380" y="176"/>
                </a:lnTo>
                <a:lnTo>
                  <a:pt x="367" y="176"/>
                </a:lnTo>
                <a:lnTo>
                  <a:pt x="360" y="182"/>
                </a:lnTo>
                <a:lnTo>
                  <a:pt x="358" y="189"/>
                </a:lnTo>
                <a:lnTo>
                  <a:pt x="358" y="199"/>
                </a:lnTo>
                <a:lnTo>
                  <a:pt x="360" y="210"/>
                </a:lnTo>
                <a:lnTo>
                  <a:pt x="358" y="223"/>
                </a:lnTo>
                <a:lnTo>
                  <a:pt x="354" y="229"/>
                </a:lnTo>
                <a:lnTo>
                  <a:pt x="352" y="231"/>
                </a:lnTo>
                <a:lnTo>
                  <a:pt x="350" y="231"/>
                </a:lnTo>
                <a:lnTo>
                  <a:pt x="348" y="229"/>
                </a:lnTo>
                <a:lnTo>
                  <a:pt x="346" y="225"/>
                </a:lnTo>
                <a:lnTo>
                  <a:pt x="344" y="220"/>
                </a:lnTo>
                <a:lnTo>
                  <a:pt x="343" y="216"/>
                </a:lnTo>
                <a:lnTo>
                  <a:pt x="341" y="210"/>
                </a:lnTo>
                <a:lnTo>
                  <a:pt x="339" y="205"/>
                </a:lnTo>
                <a:lnTo>
                  <a:pt x="337" y="199"/>
                </a:lnTo>
                <a:lnTo>
                  <a:pt x="333" y="195"/>
                </a:lnTo>
                <a:lnTo>
                  <a:pt x="331" y="191"/>
                </a:lnTo>
                <a:lnTo>
                  <a:pt x="329" y="186"/>
                </a:lnTo>
                <a:lnTo>
                  <a:pt x="329" y="182"/>
                </a:lnTo>
                <a:lnTo>
                  <a:pt x="327" y="176"/>
                </a:lnTo>
                <a:lnTo>
                  <a:pt x="327" y="172"/>
                </a:lnTo>
                <a:lnTo>
                  <a:pt x="326" y="170"/>
                </a:lnTo>
                <a:lnTo>
                  <a:pt x="324" y="170"/>
                </a:lnTo>
                <a:lnTo>
                  <a:pt x="322" y="170"/>
                </a:lnTo>
                <a:lnTo>
                  <a:pt x="320" y="174"/>
                </a:lnTo>
                <a:lnTo>
                  <a:pt x="314" y="184"/>
                </a:lnTo>
                <a:lnTo>
                  <a:pt x="303" y="191"/>
                </a:lnTo>
                <a:lnTo>
                  <a:pt x="290" y="199"/>
                </a:lnTo>
                <a:lnTo>
                  <a:pt x="278" y="203"/>
                </a:lnTo>
                <a:lnTo>
                  <a:pt x="267" y="203"/>
                </a:lnTo>
                <a:lnTo>
                  <a:pt x="263" y="197"/>
                </a:lnTo>
                <a:lnTo>
                  <a:pt x="261" y="193"/>
                </a:lnTo>
                <a:lnTo>
                  <a:pt x="263" y="188"/>
                </a:lnTo>
                <a:lnTo>
                  <a:pt x="265" y="186"/>
                </a:lnTo>
                <a:lnTo>
                  <a:pt x="269" y="182"/>
                </a:lnTo>
                <a:lnTo>
                  <a:pt x="271" y="182"/>
                </a:lnTo>
                <a:lnTo>
                  <a:pt x="275" y="180"/>
                </a:lnTo>
                <a:lnTo>
                  <a:pt x="276" y="180"/>
                </a:lnTo>
                <a:lnTo>
                  <a:pt x="278" y="180"/>
                </a:lnTo>
                <a:lnTo>
                  <a:pt x="278" y="178"/>
                </a:lnTo>
                <a:lnTo>
                  <a:pt x="276" y="178"/>
                </a:lnTo>
                <a:lnTo>
                  <a:pt x="275" y="176"/>
                </a:lnTo>
                <a:lnTo>
                  <a:pt x="273" y="174"/>
                </a:lnTo>
                <a:lnTo>
                  <a:pt x="271" y="172"/>
                </a:lnTo>
                <a:lnTo>
                  <a:pt x="267" y="172"/>
                </a:lnTo>
                <a:lnTo>
                  <a:pt x="263" y="174"/>
                </a:lnTo>
                <a:lnTo>
                  <a:pt x="257" y="178"/>
                </a:lnTo>
                <a:lnTo>
                  <a:pt x="239" y="193"/>
                </a:lnTo>
                <a:lnTo>
                  <a:pt x="222" y="206"/>
                </a:lnTo>
                <a:lnTo>
                  <a:pt x="218" y="206"/>
                </a:lnTo>
                <a:lnTo>
                  <a:pt x="218" y="206"/>
                </a:lnTo>
                <a:lnTo>
                  <a:pt x="216" y="205"/>
                </a:lnTo>
                <a:lnTo>
                  <a:pt x="218" y="203"/>
                </a:lnTo>
                <a:lnTo>
                  <a:pt x="218" y="199"/>
                </a:lnTo>
                <a:lnTo>
                  <a:pt x="220" y="195"/>
                </a:lnTo>
                <a:lnTo>
                  <a:pt x="222" y="191"/>
                </a:lnTo>
                <a:lnTo>
                  <a:pt x="222" y="189"/>
                </a:lnTo>
                <a:lnTo>
                  <a:pt x="223" y="186"/>
                </a:lnTo>
                <a:lnTo>
                  <a:pt x="223" y="184"/>
                </a:lnTo>
                <a:lnTo>
                  <a:pt x="227" y="180"/>
                </a:lnTo>
                <a:lnTo>
                  <a:pt x="229" y="178"/>
                </a:lnTo>
                <a:lnTo>
                  <a:pt x="233" y="174"/>
                </a:lnTo>
                <a:lnTo>
                  <a:pt x="237" y="172"/>
                </a:lnTo>
                <a:lnTo>
                  <a:pt x="240" y="170"/>
                </a:lnTo>
                <a:lnTo>
                  <a:pt x="242" y="169"/>
                </a:lnTo>
                <a:lnTo>
                  <a:pt x="244" y="167"/>
                </a:lnTo>
                <a:lnTo>
                  <a:pt x="242" y="167"/>
                </a:lnTo>
                <a:lnTo>
                  <a:pt x="240" y="167"/>
                </a:lnTo>
                <a:lnTo>
                  <a:pt x="231" y="170"/>
                </a:lnTo>
                <a:lnTo>
                  <a:pt x="216" y="172"/>
                </a:lnTo>
                <a:lnTo>
                  <a:pt x="199" y="174"/>
                </a:lnTo>
                <a:lnTo>
                  <a:pt x="188" y="174"/>
                </a:lnTo>
                <a:lnTo>
                  <a:pt x="182" y="174"/>
                </a:lnTo>
                <a:lnTo>
                  <a:pt x="182" y="161"/>
                </a:lnTo>
                <a:lnTo>
                  <a:pt x="188" y="153"/>
                </a:lnTo>
                <a:lnTo>
                  <a:pt x="201" y="148"/>
                </a:lnTo>
                <a:lnTo>
                  <a:pt x="216" y="144"/>
                </a:lnTo>
                <a:lnTo>
                  <a:pt x="227" y="140"/>
                </a:lnTo>
                <a:lnTo>
                  <a:pt x="239" y="136"/>
                </a:lnTo>
                <a:lnTo>
                  <a:pt x="254" y="133"/>
                </a:lnTo>
                <a:lnTo>
                  <a:pt x="267" y="129"/>
                </a:lnTo>
                <a:lnTo>
                  <a:pt x="276" y="127"/>
                </a:lnTo>
                <a:lnTo>
                  <a:pt x="286" y="127"/>
                </a:lnTo>
                <a:lnTo>
                  <a:pt x="303" y="131"/>
                </a:lnTo>
                <a:lnTo>
                  <a:pt x="322" y="135"/>
                </a:lnTo>
                <a:lnTo>
                  <a:pt x="341" y="142"/>
                </a:lnTo>
                <a:lnTo>
                  <a:pt x="356" y="146"/>
                </a:lnTo>
                <a:lnTo>
                  <a:pt x="371" y="144"/>
                </a:lnTo>
                <a:lnTo>
                  <a:pt x="384" y="140"/>
                </a:lnTo>
                <a:lnTo>
                  <a:pt x="396" y="136"/>
                </a:lnTo>
                <a:lnTo>
                  <a:pt x="399" y="135"/>
                </a:lnTo>
                <a:lnTo>
                  <a:pt x="414" y="136"/>
                </a:lnTo>
                <a:lnTo>
                  <a:pt x="424" y="133"/>
                </a:lnTo>
                <a:lnTo>
                  <a:pt x="432" y="123"/>
                </a:lnTo>
                <a:lnTo>
                  <a:pt x="435" y="114"/>
                </a:lnTo>
                <a:lnTo>
                  <a:pt x="437" y="102"/>
                </a:lnTo>
                <a:lnTo>
                  <a:pt x="437" y="95"/>
                </a:lnTo>
                <a:lnTo>
                  <a:pt x="437" y="91"/>
                </a:lnTo>
                <a:lnTo>
                  <a:pt x="437" y="89"/>
                </a:lnTo>
                <a:lnTo>
                  <a:pt x="85" y="89"/>
                </a:lnTo>
                <a:close/>
                <a:moveTo>
                  <a:pt x="59" y="0"/>
                </a:moveTo>
                <a:lnTo>
                  <a:pt x="848" y="0"/>
                </a:lnTo>
                <a:lnTo>
                  <a:pt x="870" y="6"/>
                </a:lnTo>
                <a:lnTo>
                  <a:pt x="887" y="19"/>
                </a:lnTo>
                <a:lnTo>
                  <a:pt x="901" y="38"/>
                </a:lnTo>
                <a:lnTo>
                  <a:pt x="906" y="59"/>
                </a:lnTo>
                <a:lnTo>
                  <a:pt x="906" y="615"/>
                </a:lnTo>
                <a:lnTo>
                  <a:pt x="901" y="636"/>
                </a:lnTo>
                <a:lnTo>
                  <a:pt x="885" y="655"/>
                </a:lnTo>
                <a:lnTo>
                  <a:pt x="868" y="668"/>
                </a:lnTo>
                <a:lnTo>
                  <a:pt x="848" y="673"/>
                </a:lnTo>
                <a:lnTo>
                  <a:pt x="59" y="673"/>
                </a:lnTo>
                <a:lnTo>
                  <a:pt x="36" y="668"/>
                </a:lnTo>
                <a:lnTo>
                  <a:pt x="17" y="655"/>
                </a:lnTo>
                <a:lnTo>
                  <a:pt x="4" y="636"/>
                </a:lnTo>
                <a:lnTo>
                  <a:pt x="0" y="615"/>
                </a:lnTo>
                <a:lnTo>
                  <a:pt x="0" y="59"/>
                </a:lnTo>
                <a:lnTo>
                  <a:pt x="4" y="38"/>
                </a:lnTo>
                <a:lnTo>
                  <a:pt x="17" y="19"/>
                </a:lnTo>
                <a:lnTo>
                  <a:pt x="36" y="6"/>
                </a:lnTo>
                <a:lnTo>
                  <a:pt x="5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solidFill>
                <a:schemeClr val="accent2"/>
              </a:solidFill>
            </a:endParaRPr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57238" y="2927851"/>
            <a:ext cx="1080000" cy="789139"/>
          </a:xfrm>
          <a:custGeom>
            <a:avLst/>
            <a:gdLst>
              <a:gd name="T0" fmla="*/ 651 w 906"/>
              <a:gd name="T1" fmla="*/ 378 h 662"/>
              <a:gd name="T2" fmla="*/ 755 w 906"/>
              <a:gd name="T3" fmla="*/ 341 h 662"/>
              <a:gd name="T4" fmla="*/ 741 w 906"/>
              <a:gd name="T5" fmla="*/ 337 h 662"/>
              <a:gd name="T6" fmla="*/ 688 w 906"/>
              <a:gd name="T7" fmla="*/ 293 h 662"/>
              <a:gd name="T8" fmla="*/ 675 w 906"/>
              <a:gd name="T9" fmla="*/ 316 h 662"/>
              <a:gd name="T10" fmla="*/ 645 w 906"/>
              <a:gd name="T11" fmla="*/ 288 h 662"/>
              <a:gd name="T12" fmla="*/ 751 w 906"/>
              <a:gd name="T13" fmla="*/ 99 h 662"/>
              <a:gd name="T14" fmla="*/ 736 w 906"/>
              <a:gd name="T15" fmla="*/ 142 h 662"/>
              <a:gd name="T16" fmla="*/ 717 w 906"/>
              <a:gd name="T17" fmla="*/ 144 h 662"/>
              <a:gd name="T18" fmla="*/ 668 w 906"/>
              <a:gd name="T19" fmla="*/ 165 h 662"/>
              <a:gd name="T20" fmla="*/ 649 w 906"/>
              <a:gd name="T21" fmla="*/ 180 h 662"/>
              <a:gd name="T22" fmla="*/ 624 w 906"/>
              <a:gd name="T23" fmla="*/ 199 h 662"/>
              <a:gd name="T24" fmla="*/ 736 w 906"/>
              <a:gd name="T25" fmla="*/ 248 h 662"/>
              <a:gd name="T26" fmla="*/ 870 w 906"/>
              <a:gd name="T27" fmla="*/ 97 h 662"/>
              <a:gd name="T28" fmla="*/ 895 w 906"/>
              <a:gd name="T29" fmla="*/ 638 h 662"/>
              <a:gd name="T30" fmla="*/ 132 w 906"/>
              <a:gd name="T31" fmla="*/ 641 h 662"/>
              <a:gd name="T32" fmla="*/ 845 w 906"/>
              <a:gd name="T33" fmla="*/ 93 h 662"/>
              <a:gd name="T34" fmla="*/ 600 w 906"/>
              <a:gd name="T35" fmla="*/ 97 h 662"/>
              <a:gd name="T36" fmla="*/ 594 w 906"/>
              <a:gd name="T37" fmla="*/ 121 h 662"/>
              <a:gd name="T38" fmla="*/ 618 w 906"/>
              <a:gd name="T39" fmla="*/ 142 h 662"/>
              <a:gd name="T40" fmla="*/ 656 w 906"/>
              <a:gd name="T41" fmla="*/ 101 h 662"/>
              <a:gd name="T42" fmla="*/ 60 w 906"/>
              <a:gd name="T43" fmla="*/ 61 h 662"/>
              <a:gd name="T44" fmla="*/ 598 w 906"/>
              <a:gd name="T45" fmla="*/ 367 h 662"/>
              <a:gd name="T46" fmla="*/ 530 w 906"/>
              <a:gd name="T47" fmla="*/ 265 h 662"/>
              <a:gd name="T48" fmla="*/ 524 w 906"/>
              <a:gd name="T49" fmla="*/ 305 h 662"/>
              <a:gd name="T50" fmla="*/ 567 w 906"/>
              <a:gd name="T51" fmla="*/ 375 h 662"/>
              <a:gd name="T52" fmla="*/ 526 w 906"/>
              <a:gd name="T53" fmla="*/ 382 h 662"/>
              <a:gd name="T54" fmla="*/ 520 w 906"/>
              <a:gd name="T55" fmla="*/ 407 h 662"/>
              <a:gd name="T56" fmla="*/ 486 w 906"/>
              <a:gd name="T57" fmla="*/ 407 h 662"/>
              <a:gd name="T58" fmla="*/ 492 w 906"/>
              <a:gd name="T59" fmla="*/ 324 h 662"/>
              <a:gd name="T60" fmla="*/ 494 w 906"/>
              <a:gd name="T61" fmla="*/ 269 h 662"/>
              <a:gd name="T62" fmla="*/ 461 w 906"/>
              <a:gd name="T63" fmla="*/ 267 h 662"/>
              <a:gd name="T64" fmla="*/ 444 w 906"/>
              <a:gd name="T65" fmla="*/ 271 h 662"/>
              <a:gd name="T66" fmla="*/ 429 w 906"/>
              <a:gd name="T67" fmla="*/ 310 h 662"/>
              <a:gd name="T68" fmla="*/ 373 w 906"/>
              <a:gd name="T69" fmla="*/ 358 h 662"/>
              <a:gd name="T70" fmla="*/ 323 w 906"/>
              <a:gd name="T71" fmla="*/ 363 h 662"/>
              <a:gd name="T72" fmla="*/ 329 w 906"/>
              <a:gd name="T73" fmla="*/ 377 h 662"/>
              <a:gd name="T74" fmla="*/ 267 w 906"/>
              <a:gd name="T75" fmla="*/ 413 h 662"/>
              <a:gd name="T76" fmla="*/ 270 w 906"/>
              <a:gd name="T77" fmla="*/ 360 h 662"/>
              <a:gd name="T78" fmla="*/ 401 w 906"/>
              <a:gd name="T79" fmla="*/ 257 h 662"/>
              <a:gd name="T80" fmla="*/ 439 w 906"/>
              <a:gd name="T81" fmla="*/ 222 h 662"/>
              <a:gd name="T82" fmla="*/ 427 w 906"/>
              <a:gd name="T83" fmla="*/ 189 h 662"/>
              <a:gd name="T84" fmla="*/ 407 w 906"/>
              <a:gd name="T85" fmla="*/ 186 h 662"/>
              <a:gd name="T86" fmla="*/ 374 w 906"/>
              <a:gd name="T87" fmla="*/ 188 h 662"/>
              <a:gd name="T88" fmla="*/ 344 w 906"/>
              <a:gd name="T89" fmla="*/ 186 h 662"/>
              <a:gd name="T90" fmla="*/ 322 w 906"/>
              <a:gd name="T91" fmla="*/ 188 h 662"/>
              <a:gd name="T92" fmla="*/ 280 w 906"/>
              <a:gd name="T93" fmla="*/ 174 h 662"/>
              <a:gd name="T94" fmla="*/ 263 w 906"/>
              <a:gd name="T95" fmla="*/ 191 h 662"/>
              <a:gd name="T96" fmla="*/ 248 w 906"/>
              <a:gd name="T97" fmla="*/ 148 h 662"/>
              <a:gd name="T98" fmla="*/ 185 w 906"/>
              <a:gd name="T99" fmla="*/ 180 h 662"/>
              <a:gd name="T100" fmla="*/ 195 w 906"/>
              <a:gd name="T101" fmla="*/ 155 h 662"/>
              <a:gd name="T102" fmla="*/ 176 w 906"/>
              <a:gd name="T103" fmla="*/ 153 h 662"/>
              <a:gd name="T104" fmla="*/ 138 w 906"/>
              <a:gd name="T105" fmla="*/ 169 h 662"/>
              <a:gd name="T106" fmla="*/ 161 w 906"/>
              <a:gd name="T107" fmla="*/ 142 h 662"/>
              <a:gd name="T108" fmla="*/ 98 w 906"/>
              <a:gd name="T109" fmla="*/ 136 h 662"/>
              <a:gd name="T110" fmla="*/ 204 w 906"/>
              <a:gd name="T111" fmla="*/ 102 h 662"/>
              <a:gd name="T112" fmla="*/ 337 w 906"/>
              <a:gd name="T113" fmla="*/ 112 h 662"/>
              <a:gd name="T114" fmla="*/ 30 w 906"/>
              <a:gd name="T115" fmla="*/ 0 h 662"/>
              <a:gd name="T116" fmla="*/ 813 w 906"/>
              <a:gd name="T117" fmla="*/ 552 h 662"/>
              <a:gd name="T118" fmla="*/ 9 w 906"/>
              <a:gd name="T119" fmla="*/ 566 h 662"/>
              <a:gd name="T120" fmla="*/ 23 w 906"/>
              <a:gd name="T121" fmla="*/ 2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06" h="662">
                <a:moveTo>
                  <a:pt x="609" y="242"/>
                </a:moveTo>
                <a:lnTo>
                  <a:pt x="600" y="246"/>
                </a:lnTo>
                <a:lnTo>
                  <a:pt x="592" y="254"/>
                </a:lnTo>
                <a:lnTo>
                  <a:pt x="584" y="261"/>
                </a:lnTo>
                <a:lnTo>
                  <a:pt x="583" y="265"/>
                </a:lnTo>
                <a:lnTo>
                  <a:pt x="600" y="288"/>
                </a:lnTo>
                <a:lnTo>
                  <a:pt x="617" y="316"/>
                </a:lnTo>
                <a:lnTo>
                  <a:pt x="634" y="346"/>
                </a:lnTo>
                <a:lnTo>
                  <a:pt x="651" y="378"/>
                </a:lnTo>
                <a:lnTo>
                  <a:pt x="668" y="411"/>
                </a:lnTo>
                <a:lnTo>
                  <a:pt x="683" y="441"/>
                </a:lnTo>
                <a:lnTo>
                  <a:pt x="694" y="465"/>
                </a:lnTo>
                <a:lnTo>
                  <a:pt x="704" y="486"/>
                </a:lnTo>
                <a:lnTo>
                  <a:pt x="711" y="499"/>
                </a:lnTo>
                <a:lnTo>
                  <a:pt x="713" y="505"/>
                </a:lnTo>
                <a:lnTo>
                  <a:pt x="717" y="515"/>
                </a:lnTo>
                <a:lnTo>
                  <a:pt x="755" y="515"/>
                </a:lnTo>
                <a:lnTo>
                  <a:pt x="755" y="341"/>
                </a:lnTo>
                <a:lnTo>
                  <a:pt x="755" y="348"/>
                </a:lnTo>
                <a:lnTo>
                  <a:pt x="753" y="352"/>
                </a:lnTo>
                <a:lnTo>
                  <a:pt x="751" y="354"/>
                </a:lnTo>
                <a:lnTo>
                  <a:pt x="749" y="354"/>
                </a:lnTo>
                <a:lnTo>
                  <a:pt x="749" y="352"/>
                </a:lnTo>
                <a:lnTo>
                  <a:pt x="747" y="348"/>
                </a:lnTo>
                <a:lnTo>
                  <a:pt x="745" y="344"/>
                </a:lnTo>
                <a:lnTo>
                  <a:pt x="743" y="341"/>
                </a:lnTo>
                <a:lnTo>
                  <a:pt x="741" y="337"/>
                </a:lnTo>
                <a:lnTo>
                  <a:pt x="740" y="333"/>
                </a:lnTo>
                <a:lnTo>
                  <a:pt x="738" y="329"/>
                </a:lnTo>
                <a:lnTo>
                  <a:pt x="738" y="327"/>
                </a:lnTo>
                <a:lnTo>
                  <a:pt x="738" y="326"/>
                </a:lnTo>
                <a:lnTo>
                  <a:pt x="734" y="316"/>
                </a:lnTo>
                <a:lnTo>
                  <a:pt x="723" y="309"/>
                </a:lnTo>
                <a:lnTo>
                  <a:pt x="709" y="303"/>
                </a:lnTo>
                <a:lnTo>
                  <a:pt x="696" y="299"/>
                </a:lnTo>
                <a:lnTo>
                  <a:pt x="688" y="293"/>
                </a:lnTo>
                <a:lnTo>
                  <a:pt x="685" y="291"/>
                </a:lnTo>
                <a:lnTo>
                  <a:pt x="683" y="291"/>
                </a:lnTo>
                <a:lnTo>
                  <a:pt x="683" y="295"/>
                </a:lnTo>
                <a:lnTo>
                  <a:pt x="681" y="299"/>
                </a:lnTo>
                <a:lnTo>
                  <a:pt x="681" y="303"/>
                </a:lnTo>
                <a:lnTo>
                  <a:pt x="681" y="307"/>
                </a:lnTo>
                <a:lnTo>
                  <a:pt x="679" y="310"/>
                </a:lnTo>
                <a:lnTo>
                  <a:pt x="677" y="314"/>
                </a:lnTo>
                <a:lnTo>
                  <a:pt x="675" y="316"/>
                </a:lnTo>
                <a:lnTo>
                  <a:pt x="671" y="314"/>
                </a:lnTo>
                <a:lnTo>
                  <a:pt x="666" y="307"/>
                </a:lnTo>
                <a:lnTo>
                  <a:pt x="662" y="293"/>
                </a:lnTo>
                <a:lnTo>
                  <a:pt x="658" y="278"/>
                </a:lnTo>
                <a:lnTo>
                  <a:pt x="653" y="267"/>
                </a:lnTo>
                <a:lnTo>
                  <a:pt x="649" y="263"/>
                </a:lnTo>
                <a:lnTo>
                  <a:pt x="647" y="267"/>
                </a:lnTo>
                <a:lnTo>
                  <a:pt x="647" y="276"/>
                </a:lnTo>
                <a:lnTo>
                  <a:pt x="645" y="288"/>
                </a:lnTo>
                <a:lnTo>
                  <a:pt x="639" y="297"/>
                </a:lnTo>
                <a:lnTo>
                  <a:pt x="634" y="299"/>
                </a:lnTo>
                <a:lnTo>
                  <a:pt x="630" y="293"/>
                </a:lnTo>
                <a:lnTo>
                  <a:pt x="626" y="282"/>
                </a:lnTo>
                <a:lnTo>
                  <a:pt x="622" y="267"/>
                </a:lnTo>
                <a:lnTo>
                  <a:pt x="620" y="254"/>
                </a:lnTo>
                <a:lnTo>
                  <a:pt x="615" y="244"/>
                </a:lnTo>
                <a:lnTo>
                  <a:pt x="609" y="242"/>
                </a:lnTo>
                <a:close/>
                <a:moveTo>
                  <a:pt x="751" y="99"/>
                </a:moveTo>
                <a:lnTo>
                  <a:pt x="749" y="101"/>
                </a:lnTo>
                <a:lnTo>
                  <a:pt x="745" y="102"/>
                </a:lnTo>
                <a:lnTo>
                  <a:pt x="741" y="104"/>
                </a:lnTo>
                <a:lnTo>
                  <a:pt x="738" y="108"/>
                </a:lnTo>
                <a:lnTo>
                  <a:pt x="736" y="114"/>
                </a:lnTo>
                <a:lnTo>
                  <a:pt x="736" y="121"/>
                </a:lnTo>
                <a:lnTo>
                  <a:pt x="736" y="131"/>
                </a:lnTo>
                <a:lnTo>
                  <a:pt x="736" y="136"/>
                </a:lnTo>
                <a:lnTo>
                  <a:pt x="736" y="142"/>
                </a:lnTo>
                <a:lnTo>
                  <a:pt x="734" y="144"/>
                </a:lnTo>
                <a:lnTo>
                  <a:pt x="732" y="146"/>
                </a:lnTo>
                <a:lnTo>
                  <a:pt x="730" y="148"/>
                </a:lnTo>
                <a:lnTo>
                  <a:pt x="726" y="148"/>
                </a:lnTo>
                <a:lnTo>
                  <a:pt x="724" y="148"/>
                </a:lnTo>
                <a:lnTo>
                  <a:pt x="723" y="146"/>
                </a:lnTo>
                <a:lnTo>
                  <a:pt x="719" y="146"/>
                </a:lnTo>
                <a:lnTo>
                  <a:pt x="719" y="144"/>
                </a:lnTo>
                <a:lnTo>
                  <a:pt x="717" y="144"/>
                </a:lnTo>
                <a:lnTo>
                  <a:pt x="688" y="136"/>
                </a:lnTo>
                <a:lnTo>
                  <a:pt x="683" y="140"/>
                </a:lnTo>
                <a:lnTo>
                  <a:pt x="681" y="148"/>
                </a:lnTo>
                <a:lnTo>
                  <a:pt x="683" y="155"/>
                </a:lnTo>
                <a:lnTo>
                  <a:pt x="685" y="163"/>
                </a:lnTo>
                <a:lnTo>
                  <a:pt x="685" y="169"/>
                </a:lnTo>
                <a:lnTo>
                  <a:pt x="679" y="169"/>
                </a:lnTo>
                <a:lnTo>
                  <a:pt x="673" y="167"/>
                </a:lnTo>
                <a:lnTo>
                  <a:pt x="668" y="165"/>
                </a:lnTo>
                <a:lnTo>
                  <a:pt x="664" y="165"/>
                </a:lnTo>
                <a:lnTo>
                  <a:pt x="660" y="165"/>
                </a:lnTo>
                <a:lnTo>
                  <a:pt x="658" y="165"/>
                </a:lnTo>
                <a:lnTo>
                  <a:pt x="653" y="167"/>
                </a:lnTo>
                <a:lnTo>
                  <a:pt x="651" y="167"/>
                </a:lnTo>
                <a:lnTo>
                  <a:pt x="651" y="170"/>
                </a:lnTo>
                <a:lnTo>
                  <a:pt x="649" y="172"/>
                </a:lnTo>
                <a:lnTo>
                  <a:pt x="649" y="176"/>
                </a:lnTo>
                <a:lnTo>
                  <a:pt x="649" y="180"/>
                </a:lnTo>
                <a:lnTo>
                  <a:pt x="649" y="184"/>
                </a:lnTo>
                <a:lnTo>
                  <a:pt x="647" y="188"/>
                </a:lnTo>
                <a:lnTo>
                  <a:pt x="645" y="191"/>
                </a:lnTo>
                <a:lnTo>
                  <a:pt x="643" y="193"/>
                </a:lnTo>
                <a:lnTo>
                  <a:pt x="637" y="195"/>
                </a:lnTo>
                <a:lnTo>
                  <a:pt x="630" y="195"/>
                </a:lnTo>
                <a:lnTo>
                  <a:pt x="626" y="197"/>
                </a:lnTo>
                <a:lnTo>
                  <a:pt x="624" y="197"/>
                </a:lnTo>
                <a:lnTo>
                  <a:pt x="624" y="199"/>
                </a:lnTo>
                <a:lnTo>
                  <a:pt x="626" y="201"/>
                </a:lnTo>
                <a:lnTo>
                  <a:pt x="628" y="203"/>
                </a:lnTo>
                <a:lnTo>
                  <a:pt x="632" y="205"/>
                </a:lnTo>
                <a:lnTo>
                  <a:pt x="639" y="208"/>
                </a:lnTo>
                <a:lnTo>
                  <a:pt x="654" y="216"/>
                </a:lnTo>
                <a:lnTo>
                  <a:pt x="673" y="223"/>
                </a:lnTo>
                <a:lnTo>
                  <a:pt x="696" y="233"/>
                </a:lnTo>
                <a:lnTo>
                  <a:pt x="717" y="240"/>
                </a:lnTo>
                <a:lnTo>
                  <a:pt x="736" y="248"/>
                </a:lnTo>
                <a:lnTo>
                  <a:pt x="749" y="252"/>
                </a:lnTo>
                <a:lnTo>
                  <a:pt x="755" y="254"/>
                </a:lnTo>
                <a:lnTo>
                  <a:pt x="755" y="102"/>
                </a:lnTo>
                <a:lnTo>
                  <a:pt x="755" y="101"/>
                </a:lnTo>
                <a:lnTo>
                  <a:pt x="751" y="99"/>
                </a:lnTo>
                <a:close/>
                <a:moveTo>
                  <a:pt x="845" y="93"/>
                </a:moveTo>
                <a:lnTo>
                  <a:pt x="849" y="93"/>
                </a:lnTo>
                <a:lnTo>
                  <a:pt x="857" y="95"/>
                </a:lnTo>
                <a:lnTo>
                  <a:pt x="870" y="97"/>
                </a:lnTo>
                <a:lnTo>
                  <a:pt x="881" y="102"/>
                </a:lnTo>
                <a:lnTo>
                  <a:pt x="895" y="112"/>
                </a:lnTo>
                <a:lnTo>
                  <a:pt x="902" y="125"/>
                </a:lnTo>
                <a:lnTo>
                  <a:pt x="906" y="144"/>
                </a:lnTo>
                <a:lnTo>
                  <a:pt x="906" y="598"/>
                </a:lnTo>
                <a:lnTo>
                  <a:pt x="906" y="602"/>
                </a:lnTo>
                <a:lnTo>
                  <a:pt x="904" y="611"/>
                </a:lnTo>
                <a:lnTo>
                  <a:pt x="900" y="624"/>
                </a:lnTo>
                <a:lnTo>
                  <a:pt x="895" y="638"/>
                </a:lnTo>
                <a:lnTo>
                  <a:pt x="883" y="651"/>
                </a:lnTo>
                <a:lnTo>
                  <a:pt x="868" y="658"/>
                </a:lnTo>
                <a:lnTo>
                  <a:pt x="845" y="662"/>
                </a:lnTo>
                <a:lnTo>
                  <a:pt x="178" y="662"/>
                </a:lnTo>
                <a:lnTo>
                  <a:pt x="174" y="662"/>
                </a:lnTo>
                <a:lnTo>
                  <a:pt x="166" y="662"/>
                </a:lnTo>
                <a:lnTo>
                  <a:pt x="155" y="658"/>
                </a:lnTo>
                <a:lnTo>
                  <a:pt x="144" y="653"/>
                </a:lnTo>
                <a:lnTo>
                  <a:pt x="132" y="641"/>
                </a:lnTo>
                <a:lnTo>
                  <a:pt x="125" y="626"/>
                </a:lnTo>
                <a:lnTo>
                  <a:pt x="121" y="603"/>
                </a:lnTo>
                <a:lnTo>
                  <a:pt x="815" y="603"/>
                </a:lnTo>
                <a:lnTo>
                  <a:pt x="819" y="603"/>
                </a:lnTo>
                <a:lnTo>
                  <a:pt x="827" y="602"/>
                </a:lnTo>
                <a:lnTo>
                  <a:pt x="834" y="596"/>
                </a:lnTo>
                <a:lnTo>
                  <a:pt x="842" y="586"/>
                </a:lnTo>
                <a:lnTo>
                  <a:pt x="845" y="571"/>
                </a:lnTo>
                <a:lnTo>
                  <a:pt x="845" y="93"/>
                </a:lnTo>
                <a:close/>
                <a:moveTo>
                  <a:pt x="653" y="61"/>
                </a:moveTo>
                <a:lnTo>
                  <a:pt x="654" y="65"/>
                </a:lnTo>
                <a:lnTo>
                  <a:pt x="651" y="70"/>
                </a:lnTo>
                <a:lnTo>
                  <a:pt x="639" y="78"/>
                </a:lnTo>
                <a:lnTo>
                  <a:pt x="626" y="85"/>
                </a:lnTo>
                <a:lnTo>
                  <a:pt x="615" y="91"/>
                </a:lnTo>
                <a:lnTo>
                  <a:pt x="605" y="93"/>
                </a:lnTo>
                <a:lnTo>
                  <a:pt x="603" y="95"/>
                </a:lnTo>
                <a:lnTo>
                  <a:pt x="600" y="97"/>
                </a:lnTo>
                <a:lnTo>
                  <a:pt x="598" y="101"/>
                </a:lnTo>
                <a:lnTo>
                  <a:pt x="594" y="104"/>
                </a:lnTo>
                <a:lnTo>
                  <a:pt x="592" y="108"/>
                </a:lnTo>
                <a:lnTo>
                  <a:pt x="590" y="112"/>
                </a:lnTo>
                <a:lnTo>
                  <a:pt x="590" y="116"/>
                </a:lnTo>
                <a:lnTo>
                  <a:pt x="588" y="116"/>
                </a:lnTo>
                <a:lnTo>
                  <a:pt x="590" y="118"/>
                </a:lnTo>
                <a:lnTo>
                  <a:pt x="592" y="119"/>
                </a:lnTo>
                <a:lnTo>
                  <a:pt x="594" y="121"/>
                </a:lnTo>
                <a:lnTo>
                  <a:pt x="598" y="125"/>
                </a:lnTo>
                <a:lnTo>
                  <a:pt x="601" y="131"/>
                </a:lnTo>
                <a:lnTo>
                  <a:pt x="605" y="135"/>
                </a:lnTo>
                <a:lnTo>
                  <a:pt x="607" y="140"/>
                </a:lnTo>
                <a:lnTo>
                  <a:pt x="609" y="144"/>
                </a:lnTo>
                <a:lnTo>
                  <a:pt x="611" y="146"/>
                </a:lnTo>
                <a:lnTo>
                  <a:pt x="613" y="146"/>
                </a:lnTo>
                <a:lnTo>
                  <a:pt x="615" y="144"/>
                </a:lnTo>
                <a:lnTo>
                  <a:pt x="618" y="142"/>
                </a:lnTo>
                <a:lnTo>
                  <a:pt x="620" y="138"/>
                </a:lnTo>
                <a:lnTo>
                  <a:pt x="624" y="133"/>
                </a:lnTo>
                <a:lnTo>
                  <a:pt x="626" y="129"/>
                </a:lnTo>
                <a:lnTo>
                  <a:pt x="630" y="125"/>
                </a:lnTo>
                <a:lnTo>
                  <a:pt x="632" y="121"/>
                </a:lnTo>
                <a:lnTo>
                  <a:pt x="632" y="119"/>
                </a:lnTo>
                <a:lnTo>
                  <a:pt x="634" y="119"/>
                </a:lnTo>
                <a:lnTo>
                  <a:pt x="641" y="110"/>
                </a:lnTo>
                <a:lnTo>
                  <a:pt x="656" y="101"/>
                </a:lnTo>
                <a:lnTo>
                  <a:pt x="673" y="91"/>
                </a:lnTo>
                <a:lnTo>
                  <a:pt x="692" y="82"/>
                </a:lnTo>
                <a:lnTo>
                  <a:pt x="709" y="74"/>
                </a:lnTo>
                <a:lnTo>
                  <a:pt x="726" y="68"/>
                </a:lnTo>
                <a:lnTo>
                  <a:pt x="736" y="65"/>
                </a:lnTo>
                <a:lnTo>
                  <a:pt x="741" y="63"/>
                </a:lnTo>
                <a:lnTo>
                  <a:pt x="732" y="61"/>
                </a:lnTo>
                <a:lnTo>
                  <a:pt x="653" y="61"/>
                </a:lnTo>
                <a:close/>
                <a:moveTo>
                  <a:pt x="60" y="61"/>
                </a:moveTo>
                <a:lnTo>
                  <a:pt x="60" y="515"/>
                </a:lnTo>
                <a:lnTo>
                  <a:pt x="664" y="515"/>
                </a:lnTo>
                <a:lnTo>
                  <a:pt x="662" y="499"/>
                </a:lnTo>
                <a:lnTo>
                  <a:pt x="660" y="486"/>
                </a:lnTo>
                <a:lnTo>
                  <a:pt x="653" y="467"/>
                </a:lnTo>
                <a:lnTo>
                  <a:pt x="641" y="445"/>
                </a:lnTo>
                <a:lnTo>
                  <a:pt x="628" y="420"/>
                </a:lnTo>
                <a:lnTo>
                  <a:pt x="613" y="394"/>
                </a:lnTo>
                <a:lnTo>
                  <a:pt x="598" y="367"/>
                </a:lnTo>
                <a:lnTo>
                  <a:pt x="583" y="341"/>
                </a:lnTo>
                <a:lnTo>
                  <a:pt x="569" y="318"/>
                </a:lnTo>
                <a:lnTo>
                  <a:pt x="556" y="297"/>
                </a:lnTo>
                <a:lnTo>
                  <a:pt x="547" y="282"/>
                </a:lnTo>
                <a:lnTo>
                  <a:pt x="539" y="273"/>
                </a:lnTo>
                <a:lnTo>
                  <a:pt x="537" y="269"/>
                </a:lnTo>
                <a:lnTo>
                  <a:pt x="535" y="265"/>
                </a:lnTo>
                <a:lnTo>
                  <a:pt x="531" y="265"/>
                </a:lnTo>
                <a:lnTo>
                  <a:pt x="530" y="265"/>
                </a:lnTo>
                <a:lnTo>
                  <a:pt x="528" y="267"/>
                </a:lnTo>
                <a:lnTo>
                  <a:pt x="526" y="271"/>
                </a:lnTo>
                <a:lnTo>
                  <a:pt x="524" y="273"/>
                </a:lnTo>
                <a:lnTo>
                  <a:pt x="524" y="273"/>
                </a:lnTo>
                <a:lnTo>
                  <a:pt x="533" y="286"/>
                </a:lnTo>
                <a:lnTo>
                  <a:pt x="537" y="299"/>
                </a:lnTo>
                <a:lnTo>
                  <a:pt x="537" y="307"/>
                </a:lnTo>
                <a:lnTo>
                  <a:pt x="531" y="309"/>
                </a:lnTo>
                <a:lnTo>
                  <a:pt x="524" y="305"/>
                </a:lnTo>
                <a:lnTo>
                  <a:pt x="522" y="301"/>
                </a:lnTo>
                <a:lnTo>
                  <a:pt x="522" y="305"/>
                </a:lnTo>
                <a:lnTo>
                  <a:pt x="528" y="314"/>
                </a:lnTo>
                <a:lnTo>
                  <a:pt x="533" y="326"/>
                </a:lnTo>
                <a:lnTo>
                  <a:pt x="543" y="339"/>
                </a:lnTo>
                <a:lnTo>
                  <a:pt x="550" y="350"/>
                </a:lnTo>
                <a:lnTo>
                  <a:pt x="558" y="361"/>
                </a:lnTo>
                <a:lnTo>
                  <a:pt x="566" y="371"/>
                </a:lnTo>
                <a:lnTo>
                  <a:pt x="567" y="375"/>
                </a:lnTo>
                <a:lnTo>
                  <a:pt x="564" y="375"/>
                </a:lnTo>
                <a:lnTo>
                  <a:pt x="556" y="375"/>
                </a:lnTo>
                <a:lnTo>
                  <a:pt x="545" y="371"/>
                </a:lnTo>
                <a:lnTo>
                  <a:pt x="533" y="367"/>
                </a:lnTo>
                <a:lnTo>
                  <a:pt x="522" y="365"/>
                </a:lnTo>
                <a:lnTo>
                  <a:pt x="514" y="365"/>
                </a:lnTo>
                <a:lnTo>
                  <a:pt x="513" y="369"/>
                </a:lnTo>
                <a:lnTo>
                  <a:pt x="518" y="375"/>
                </a:lnTo>
                <a:lnTo>
                  <a:pt x="526" y="382"/>
                </a:lnTo>
                <a:lnTo>
                  <a:pt x="535" y="392"/>
                </a:lnTo>
                <a:lnTo>
                  <a:pt x="545" y="403"/>
                </a:lnTo>
                <a:lnTo>
                  <a:pt x="552" y="414"/>
                </a:lnTo>
                <a:lnTo>
                  <a:pt x="556" y="426"/>
                </a:lnTo>
                <a:lnTo>
                  <a:pt x="554" y="431"/>
                </a:lnTo>
                <a:lnTo>
                  <a:pt x="547" y="430"/>
                </a:lnTo>
                <a:lnTo>
                  <a:pt x="539" y="424"/>
                </a:lnTo>
                <a:lnTo>
                  <a:pt x="530" y="416"/>
                </a:lnTo>
                <a:lnTo>
                  <a:pt x="520" y="407"/>
                </a:lnTo>
                <a:lnTo>
                  <a:pt x="513" y="399"/>
                </a:lnTo>
                <a:lnTo>
                  <a:pt x="507" y="394"/>
                </a:lnTo>
                <a:lnTo>
                  <a:pt x="505" y="394"/>
                </a:lnTo>
                <a:lnTo>
                  <a:pt x="507" y="397"/>
                </a:lnTo>
                <a:lnTo>
                  <a:pt x="505" y="399"/>
                </a:lnTo>
                <a:lnTo>
                  <a:pt x="501" y="403"/>
                </a:lnTo>
                <a:lnTo>
                  <a:pt x="497" y="405"/>
                </a:lnTo>
                <a:lnTo>
                  <a:pt x="492" y="407"/>
                </a:lnTo>
                <a:lnTo>
                  <a:pt x="486" y="407"/>
                </a:lnTo>
                <a:lnTo>
                  <a:pt x="480" y="403"/>
                </a:lnTo>
                <a:lnTo>
                  <a:pt x="473" y="394"/>
                </a:lnTo>
                <a:lnTo>
                  <a:pt x="473" y="382"/>
                </a:lnTo>
                <a:lnTo>
                  <a:pt x="473" y="371"/>
                </a:lnTo>
                <a:lnTo>
                  <a:pt x="471" y="361"/>
                </a:lnTo>
                <a:lnTo>
                  <a:pt x="471" y="354"/>
                </a:lnTo>
                <a:lnTo>
                  <a:pt x="479" y="344"/>
                </a:lnTo>
                <a:lnTo>
                  <a:pt x="486" y="333"/>
                </a:lnTo>
                <a:lnTo>
                  <a:pt x="492" y="324"/>
                </a:lnTo>
                <a:lnTo>
                  <a:pt x="494" y="310"/>
                </a:lnTo>
                <a:lnTo>
                  <a:pt x="494" y="297"/>
                </a:lnTo>
                <a:lnTo>
                  <a:pt x="497" y="282"/>
                </a:lnTo>
                <a:lnTo>
                  <a:pt x="499" y="276"/>
                </a:lnTo>
                <a:lnTo>
                  <a:pt x="501" y="271"/>
                </a:lnTo>
                <a:lnTo>
                  <a:pt x="499" y="269"/>
                </a:lnTo>
                <a:lnTo>
                  <a:pt x="497" y="267"/>
                </a:lnTo>
                <a:lnTo>
                  <a:pt x="496" y="267"/>
                </a:lnTo>
                <a:lnTo>
                  <a:pt x="494" y="269"/>
                </a:lnTo>
                <a:lnTo>
                  <a:pt x="490" y="273"/>
                </a:lnTo>
                <a:lnTo>
                  <a:pt x="486" y="274"/>
                </a:lnTo>
                <a:lnTo>
                  <a:pt x="482" y="276"/>
                </a:lnTo>
                <a:lnTo>
                  <a:pt x="479" y="276"/>
                </a:lnTo>
                <a:lnTo>
                  <a:pt x="475" y="274"/>
                </a:lnTo>
                <a:lnTo>
                  <a:pt x="471" y="273"/>
                </a:lnTo>
                <a:lnTo>
                  <a:pt x="467" y="271"/>
                </a:lnTo>
                <a:lnTo>
                  <a:pt x="463" y="269"/>
                </a:lnTo>
                <a:lnTo>
                  <a:pt x="461" y="267"/>
                </a:lnTo>
                <a:lnTo>
                  <a:pt x="461" y="267"/>
                </a:lnTo>
                <a:lnTo>
                  <a:pt x="461" y="265"/>
                </a:lnTo>
                <a:lnTo>
                  <a:pt x="460" y="263"/>
                </a:lnTo>
                <a:lnTo>
                  <a:pt x="458" y="261"/>
                </a:lnTo>
                <a:lnTo>
                  <a:pt x="456" y="261"/>
                </a:lnTo>
                <a:lnTo>
                  <a:pt x="454" y="259"/>
                </a:lnTo>
                <a:lnTo>
                  <a:pt x="450" y="261"/>
                </a:lnTo>
                <a:lnTo>
                  <a:pt x="448" y="267"/>
                </a:lnTo>
                <a:lnTo>
                  <a:pt x="444" y="271"/>
                </a:lnTo>
                <a:lnTo>
                  <a:pt x="443" y="274"/>
                </a:lnTo>
                <a:lnTo>
                  <a:pt x="443" y="276"/>
                </a:lnTo>
                <a:lnTo>
                  <a:pt x="443" y="276"/>
                </a:lnTo>
                <a:lnTo>
                  <a:pt x="443" y="278"/>
                </a:lnTo>
                <a:lnTo>
                  <a:pt x="443" y="282"/>
                </a:lnTo>
                <a:lnTo>
                  <a:pt x="443" y="286"/>
                </a:lnTo>
                <a:lnTo>
                  <a:pt x="443" y="291"/>
                </a:lnTo>
                <a:lnTo>
                  <a:pt x="439" y="303"/>
                </a:lnTo>
                <a:lnTo>
                  <a:pt x="429" y="310"/>
                </a:lnTo>
                <a:lnTo>
                  <a:pt x="416" y="318"/>
                </a:lnTo>
                <a:lnTo>
                  <a:pt x="405" y="322"/>
                </a:lnTo>
                <a:lnTo>
                  <a:pt x="395" y="324"/>
                </a:lnTo>
                <a:lnTo>
                  <a:pt x="390" y="324"/>
                </a:lnTo>
                <a:lnTo>
                  <a:pt x="384" y="327"/>
                </a:lnTo>
                <a:lnTo>
                  <a:pt x="380" y="335"/>
                </a:lnTo>
                <a:lnTo>
                  <a:pt x="376" y="341"/>
                </a:lnTo>
                <a:lnTo>
                  <a:pt x="374" y="350"/>
                </a:lnTo>
                <a:lnTo>
                  <a:pt x="373" y="358"/>
                </a:lnTo>
                <a:lnTo>
                  <a:pt x="369" y="363"/>
                </a:lnTo>
                <a:lnTo>
                  <a:pt x="363" y="367"/>
                </a:lnTo>
                <a:lnTo>
                  <a:pt x="354" y="367"/>
                </a:lnTo>
                <a:lnTo>
                  <a:pt x="339" y="361"/>
                </a:lnTo>
                <a:lnTo>
                  <a:pt x="333" y="360"/>
                </a:lnTo>
                <a:lnTo>
                  <a:pt x="329" y="360"/>
                </a:lnTo>
                <a:lnTo>
                  <a:pt x="327" y="360"/>
                </a:lnTo>
                <a:lnTo>
                  <a:pt x="325" y="361"/>
                </a:lnTo>
                <a:lnTo>
                  <a:pt x="323" y="363"/>
                </a:lnTo>
                <a:lnTo>
                  <a:pt x="325" y="365"/>
                </a:lnTo>
                <a:lnTo>
                  <a:pt x="325" y="369"/>
                </a:lnTo>
                <a:lnTo>
                  <a:pt x="327" y="371"/>
                </a:lnTo>
                <a:lnTo>
                  <a:pt x="327" y="375"/>
                </a:lnTo>
                <a:lnTo>
                  <a:pt x="329" y="377"/>
                </a:lnTo>
                <a:lnTo>
                  <a:pt x="329" y="377"/>
                </a:lnTo>
                <a:lnTo>
                  <a:pt x="329" y="378"/>
                </a:lnTo>
                <a:lnTo>
                  <a:pt x="329" y="378"/>
                </a:lnTo>
                <a:lnTo>
                  <a:pt x="329" y="377"/>
                </a:lnTo>
                <a:lnTo>
                  <a:pt x="327" y="377"/>
                </a:lnTo>
                <a:lnTo>
                  <a:pt x="323" y="377"/>
                </a:lnTo>
                <a:lnTo>
                  <a:pt x="322" y="378"/>
                </a:lnTo>
                <a:lnTo>
                  <a:pt x="316" y="380"/>
                </a:lnTo>
                <a:lnTo>
                  <a:pt x="312" y="384"/>
                </a:lnTo>
                <a:lnTo>
                  <a:pt x="304" y="390"/>
                </a:lnTo>
                <a:lnTo>
                  <a:pt x="289" y="401"/>
                </a:lnTo>
                <a:lnTo>
                  <a:pt x="276" y="409"/>
                </a:lnTo>
                <a:lnTo>
                  <a:pt x="267" y="413"/>
                </a:lnTo>
                <a:lnTo>
                  <a:pt x="263" y="414"/>
                </a:lnTo>
                <a:lnTo>
                  <a:pt x="257" y="414"/>
                </a:lnTo>
                <a:lnTo>
                  <a:pt x="253" y="407"/>
                </a:lnTo>
                <a:lnTo>
                  <a:pt x="252" y="397"/>
                </a:lnTo>
                <a:lnTo>
                  <a:pt x="252" y="388"/>
                </a:lnTo>
                <a:lnTo>
                  <a:pt x="252" y="380"/>
                </a:lnTo>
                <a:lnTo>
                  <a:pt x="252" y="377"/>
                </a:lnTo>
                <a:lnTo>
                  <a:pt x="257" y="367"/>
                </a:lnTo>
                <a:lnTo>
                  <a:pt x="270" y="360"/>
                </a:lnTo>
                <a:lnTo>
                  <a:pt x="286" y="352"/>
                </a:lnTo>
                <a:lnTo>
                  <a:pt x="301" y="341"/>
                </a:lnTo>
                <a:lnTo>
                  <a:pt x="310" y="331"/>
                </a:lnTo>
                <a:lnTo>
                  <a:pt x="323" y="320"/>
                </a:lnTo>
                <a:lnTo>
                  <a:pt x="340" y="305"/>
                </a:lnTo>
                <a:lnTo>
                  <a:pt x="359" y="291"/>
                </a:lnTo>
                <a:lnTo>
                  <a:pt x="376" y="276"/>
                </a:lnTo>
                <a:lnTo>
                  <a:pt x="391" y="265"/>
                </a:lnTo>
                <a:lnTo>
                  <a:pt x="401" y="257"/>
                </a:lnTo>
                <a:lnTo>
                  <a:pt x="405" y="254"/>
                </a:lnTo>
                <a:lnTo>
                  <a:pt x="418" y="240"/>
                </a:lnTo>
                <a:lnTo>
                  <a:pt x="418" y="240"/>
                </a:lnTo>
                <a:lnTo>
                  <a:pt x="422" y="239"/>
                </a:lnTo>
                <a:lnTo>
                  <a:pt x="426" y="237"/>
                </a:lnTo>
                <a:lnTo>
                  <a:pt x="429" y="233"/>
                </a:lnTo>
                <a:lnTo>
                  <a:pt x="435" y="229"/>
                </a:lnTo>
                <a:lnTo>
                  <a:pt x="437" y="225"/>
                </a:lnTo>
                <a:lnTo>
                  <a:pt x="439" y="222"/>
                </a:lnTo>
                <a:lnTo>
                  <a:pt x="439" y="218"/>
                </a:lnTo>
                <a:lnTo>
                  <a:pt x="437" y="214"/>
                </a:lnTo>
                <a:lnTo>
                  <a:pt x="435" y="210"/>
                </a:lnTo>
                <a:lnTo>
                  <a:pt x="435" y="205"/>
                </a:lnTo>
                <a:lnTo>
                  <a:pt x="435" y="203"/>
                </a:lnTo>
                <a:lnTo>
                  <a:pt x="433" y="199"/>
                </a:lnTo>
                <a:lnTo>
                  <a:pt x="433" y="197"/>
                </a:lnTo>
                <a:lnTo>
                  <a:pt x="429" y="193"/>
                </a:lnTo>
                <a:lnTo>
                  <a:pt x="427" y="189"/>
                </a:lnTo>
                <a:lnTo>
                  <a:pt x="422" y="184"/>
                </a:lnTo>
                <a:lnTo>
                  <a:pt x="416" y="176"/>
                </a:lnTo>
                <a:lnTo>
                  <a:pt x="412" y="174"/>
                </a:lnTo>
                <a:lnTo>
                  <a:pt x="410" y="172"/>
                </a:lnTo>
                <a:lnTo>
                  <a:pt x="409" y="172"/>
                </a:lnTo>
                <a:lnTo>
                  <a:pt x="407" y="174"/>
                </a:lnTo>
                <a:lnTo>
                  <a:pt x="407" y="178"/>
                </a:lnTo>
                <a:lnTo>
                  <a:pt x="407" y="182"/>
                </a:lnTo>
                <a:lnTo>
                  <a:pt x="407" y="186"/>
                </a:lnTo>
                <a:lnTo>
                  <a:pt x="407" y="191"/>
                </a:lnTo>
                <a:lnTo>
                  <a:pt x="409" y="195"/>
                </a:lnTo>
                <a:lnTo>
                  <a:pt x="409" y="199"/>
                </a:lnTo>
                <a:lnTo>
                  <a:pt x="410" y="203"/>
                </a:lnTo>
                <a:lnTo>
                  <a:pt x="409" y="206"/>
                </a:lnTo>
                <a:lnTo>
                  <a:pt x="401" y="208"/>
                </a:lnTo>
                <a:lnTo>
                  <a:pt x="390" y="206"/>
                </a:lnTo>
                <a:lnTo>
                  <a:pt x="380" y="199"/>
                </a:lnTo>
                <a:lnTo>
                  <a:pt x="374" y="188"/>
                </a:lnTo>
                <a:lnTo>
                  <a:pt x="371" y="182"/>
                </a:lnTo>
                <a:lnTo>
                  <a:pt x="367" y="176"/>
                </a:lnTo>
                <a:lnTo>
                  <a:pt x="363" y="174"/>
                </a:lnTo>
                <a:lnTo>
                  <a:pt x="359" y="172"/>
                </a:lnTo>
                <a:lnTo>
                  <a:pt x="354" y="172"/>
                </a:lnTo>
                <a:lnTo>
                  <a:pt x="350" y="174"/>
                </a:lnTo>
                <a:lnTo>
                  <a:pt x="346" y="178"/>
                </a:lnTo>
                <a:lnTo>
                  <a:pt x="344" y="182"/>
                </a:lnTo>
                <a:lnTo>
                  <a:pt x="344" y="186"/>
                </a:lnTo>
                <a:lnTo>
                  <a:pt x="342" y="193"/>
                </a:lnTo>
                <a:lnTo>
                  <a:pt x="339" y="199"/>
                </a:lnTo>
                <a:lnTo>
                  <a:pt x="333" y="206"/>
                </a:lnTo>
                <a:lnTo>
                  <a:pt x="325" y="210"/>
                </a:lnTo>
                <a:lnTo>
                  <a:pt x="318" y="212"/>
                </a:lnTo>
                <a:lnTo>
                  <a:pt x="312" y="210"/>
                </a:lnTo>
                <a:lnTo>
                  <a:pt x="312" y="205"/>
                </a:lnTo>
                <a:lnTo>
                  <a:pt x="316" y="197"/>
                </a:lnTo>
                <a:lnTo>
                  <a:pt x="322" y="188"/>
                </a:lnTo>
                <a:lnTo>
                  <a:pt x="329" y="178"/>
                </a:lnTo>
                <a:lnTo>
                  <a:pt x="329" y="170"/>
                </a:lnTo>
                <a:lnTo>
                  <a:pt x="325" y="161"/>
                </a:lnTo>
                <a:lnTo>
                  <a:pt x="314" y="155"/>
                </a:lnTo>
                <a:lnTo>
                  <a:pt x="303" y="152"/>
                </a:lnTo>
                <a:lnTo>
                  <a:pt x="289" y="152"/>
                </a:lnTo>
                <a:lnTo>
                  <a:pt x="280" y="157"/>
                </a:lnTo>
                <a:lnTo>
                  <a:pt x="278" y="165"/>
                </a:lnTo>
                <a:lnTo>
                  <a:pt x="280" y="174"/>
                </a:lnTo>
                <a:lnTo>
                  <a:pt x="280" y="186"/>
                </a:lnTo>
                <a:lnTo>
                  <a:pt x="278" y="201"/>
                </a:lnTo>
                <a:lnTo>
                  <a:pt x="276" y="206"/>
                </a:lnTo>
                <a:lnTo>
                  <a:pt x="274" y="208"/>
                </a:lnTo>
                <a:lnTo>
                  <a:pt x="272" y="208"/>
                </a:lnTo>
                <a:lnTo>
                  <a:pt x="269" y="206"/>
                </a:lnTo>
                <a:lnTo>
                  <a:pt x="267" y="203"/>
                </a:lnTo>
                <a:lnTo>
                  <a:pt x="265" y="197"/>
                </a:lnTo>
                <a:lnTo>
                  <a:pt x="263" y="191"/>
                </a:lnTo>
                <a:lnTo>
                  <a:pt x="261" y="186"/>
                </a:lnTo>
                <a:lnTo>
                  <a:pt x="259" y="180"/>
                </a:lnTo>
                <a:lnTo>
                  <a:pt x="257" y="174"/>
                </a:lnTo>
                <a:lnTo>
                  <a:pt x="255" y="170"/>
                </a:lnTo>
                <a:lnTo>
                  <a:pt x="252" y="167"/>
                </a:lnTo>
                <a:lnTo>
                  <a:pt x="250" y="161"/>
                </a:lnTo>
                <a:lnTo>
                  <a:pt x="250" y="157"/>
                </a:lnTo>
                <a:lnTo>
                  <a:pt x="248" y="152"/>
                </a:lnTo>
                <a:lnTo>
                  <a:pt x="248" y="148"/>
                </a:lnTo>
                <a:lnTo>
                  <a:pt x="246" y="146"/>
                </a:lnTo>
                <a:lnTo>
                  <a:pt x="244" y="146"/>
                </a:lnTo>
                <a:lnTo>
                  <a:pt x="242" y="146"/>
                </a:lnTo>
                <a:lnTo>
                  <a:pt x="240" y="150"/>
                </a:lnTo>
                <a:lnTo>
                  <a:pt x="233" y="159"/>
                </a:lnTo>
                <a:lnTo>
                  <a:pt x="223" y="167"/>
                </a:lnTo>
                <a:lnTo>
                  <a:pt x="210" y="174"/>
                </a:lnTo>
                <a:lnTo>
                  <a:pt x="197" y="178"/>
                </a:lnTo>
                <a:lnTo>
                  <a:pt x="185" y="180"/>
                </a:lnTo>
                <a:lnTo>
                  <a:pt x="182" y="174"/>
                </a:lnTo>
                <a:lnTo>
                  <a:pt x="180" y="169"/>
                </a:lnTo>
                <a:lnTo>
                  <a:pt x="182" y="165"/>
                </a:lnTo>
                <a:lnTo>
                  <a:pt x="183" y="161"/>
                </a:lnTo>
                <a:lnTo>
                  <a:pt x="185" y="159"/>
                </a:lnTo>
                <a:lnTo>
                  <a:pt x="189" y="157"/>
                </a:lnTo>
                <a:lnTo>
                  <a:pt x="191" y="155"/>
                </a:lnTo>
                <a:lnTo>
                  <a:pt x="195" y="155"/>
                </a:lnTo>
                <a:lnTo>
                  <a:pt x="195" y="155"/>
                </a:lnTo>
                <a:lnTo>
                  <a:pt x="197" y="155"/>
                </a:lnTo>
                <a:lnTo>
                  <a:pt x="197" y="155"/>
                </a:lnTo>
                <a:lnTo>
                  <a:pt x="195" y="153"/>
                </a:lnTo>
                <a:lnTo>
                  <a:pt x="193" y="152"/>
                </a:lnTo>
                <a:lnTo>
                  <a:pt x="191" y="150"/>
                </a:lnTo>
                <a:lnTo>
                  <a:pt x="189" y="148"/>
                </a:lnTo>
                <a:lnTo>
                  <a:pt x="185" y="148"/>
                </a:lnTo>
                <a:lnTo>
                  <a:pt x="182" y="150"/>
                </a:lnTo>
                <a:lnTo>
                  <a:pt x="176" y="153"/>
                </a:lnTo>
                <a:lnTo>
                  <a:pt x="155" y="170"/>
                </a:lnTo>
                <a:lnTo>
                  <a:pt x="138" y="182"/>
                </a:lnTo>
                <a:lnTo>
                  <a:pt x="136" y="184"/>
                </a:lnTo>
                <a:lnTo>
                  <a:pt x="134" y="184"/>
                </a:lnTo>
                <a:lnTo>
                  <a:pt x="134" y="182"/>
                </a:lnTo>
                <a:lnTo>
                  <a:pt x="134" y="180"/>
                </a:lnTo>
                <a:lnTo>
                  <a:pt x="134" y="176"/>
                </a:lnTo>
                <a:lnTo>
                  <a:pt x="136" y="172"/>
                </a:lnTo>
                <a:lnTo>
                  <a:pt x="138" y="169"/>
                </a:lnTo>
                <a:lnTo>
                  <a:pt x="140" y="165"/>
                </a:lnTo>
                <a:lnTo>
                  <a:pt x="140" y="161"/>
                </a:lnTo>
                <a:lnTo>
                  <a:pt x="142" y="159"/>
                </a:lnTo>
                <a:lnTo>
                  <a:pt x="144" y="155"/>
                </a:lnTo>
                <a:lnTo>
                  <a:pt x="147" y="153"/>
                </a:lnTo>
                <a:lnTo>
                  <a:pt x="151" y="150"/>
                </a:lnTo>
                <a:lnTo>
                  <a:pt x="153" y="148"/>
                </a:lnTo>
                <a:lnTo>
                  <a:pt x="157" y="144"/>
                </a:lnTo>
                <a:lnTo>
                  <a:pt x="161" y="142"/>
                </a:lnTo>
                <a:lnTo>
                  <a:pt x="161" y="142"/>
                </a:lnTo>
                <a:lnTo>
                  <a:pt x="161" y="142"/>
                </a:lnTo>
                <a:lnTo>
                  <a:pt x="159" y="142"/>
                </a:lnTo>
                <a:lnTo>
                  <a:pt x="147" y="146"/>
                </a:lnTo>
                <a:lnTo>
                  <a:pt x="132" y="148"/>
                </a:lnTo>
                <a:lnTo>
                  <a:pt x="115" y="150"/>
                </a:lnTo>
                <a:lnTo>
                  <a:pt x="102" y="150"/>
                </a:lnTo>
                <a:lnTo>
                  <a:pt x="98" y="150"/>
                </a:lnTo>
                <a:lnTo>
                  <a:pt x="98" y="136"/>
                </a:lnTo>
                <a:lnTo>
                  <a:pt x="104" y="129"/>
                </a:lnTo>
                <a:lnTo>
                  <a:pt x="117" y="123"/>
                </a:lnTo>
                <a:lnTo>
                  <a:pt x="132" y="118"/>
                </a:lnTo>
                <a:lnTo>
                  <a:pt x="144" y="114"/>
                </a:lnTo>
                <a:lnTo>
                  <a:pt x="157" y="110"/>
                </a:lnTo>
                <a:lnTo>
                  <a:pt x="172" y="106"/>
                </a:lnTo>
                <a:lnTo>
                  <a:pt x="185" y="104"/>
                </a:lnTo>
                <a:lnTo>
                  <a:pt x="195" y="102"/>
                </a:lnTo>
                <a:lnTo>
                  <a:pt x="204" y="102"/>
                </a:lnTo>
                <a:lnTo>
                  <a:pt x="221" y="104"/>
                </a:lnTo>
                <a:lnTo>
                  <a:pt x="242" y="108"/>
                </a:lnTo>
                <a:lnTo>
                  <a:pt x="261" y="116"/>
                </a:lnTo>
                <a:lnTo>
                  <a:pt x="276" y="119"/>
                </a:lnTo>
                <a:lnTo>
                  <a:pt x="293" y="118"/>
                </a:lnTo>
                <a:lnTo>
                  <a:pt x="306" y="116"/>
                </a:lnTo>
                <a:lnTo>
                  <a:pt x="318" y="112"/>
                </a:lnTo>
                <a:lnTo>
                  <a:pt x="322" y="110"/>
                </a:lnTo>
                <a:lnTo>
                  <a:pt x="337" y="112"/>
                </a:lnTo>
                <a:lnTo>
                  <a:pt x="348" y="106"/>
                </a:lnTo>
                <a:lnTo>
                  <a:pt x="354" y="97"/>
                </a:lnTo>
                <a:lnTo>
                  <a:pt x="359" y="85"/>
                </a:lnTo>
                <a:lnTo>
                  <a:pt x="361" y="74"/>
                </a:lnTo>
                <a:lnTo>
                  <a:pt x="361" y="66"/>
                </a:lnTo>
                <a:lnTo>
                  <a:pt x="361" y="63"/>
                </a:lnTo>
                <a:lnTo>
                  <a:pt x="361" y="61"/>
                </a:lnTo>
                <a:lnTo>
                  <a:pt x="60" y="61"/>
                </a:lnTo>
                <a:close/>
                <a:moveTo>
                  <a:pt x="30" y="0"/>
                </a:moveTo>
                <a:lnTo>
                  <a:pt x="785" y="0"/>
                </a:lnTo>
                <a:lnTo>
                  <a:pt x="792" y="2"/>
                </a:lnTo>
                <a:lnTo>
                  <a:pt x="800" y="4"/>
                </a:lnTo>
                <a:lnTo>
                  <a:pt x="806" y="10"/>
                </a:lnTo>
                <a:lnTo>
                  <a:pt x="811" y="15"/>
                </a:lnTo>
                <a:lnTo>
                  <a:pt x="813" y="23"/>
                </a:lnTo>
                <a:lnTo>
                  <a:pt x="815" y="31"/>
                </a:lnTo>
                <a:lnTo>
                  <a:pt x="815" y="545"/>
                </a:lnTo>
                <a:lnTo>
                  <a:pt x="813" y="552"/>
                </a:lnTo>
                <a:lnTo>
                  <a:pt x="811" y="560"/>
                </a:lnTo>
                <a:lnTo>
                  <a:pt x="806" y="566"/>
                </a:lnTo>
                <a:lnTo>
                  <a:pt x="800" y="569"/>
                </a:lnTo>
                <a:lnTo>
                  <a:pt x="792" y="573"/>
                </a:lnTo>
                <a:lnTo>
                  <a:pt x="785" y="573"/>
                </a:lnTo>
                <a:lnTo>
                  <a:pt x="30" y="573"/>
                </a:lnTo>
                <a:lnTo>
                  <a:pt x="23" y="573"/>
                </a:lnTo>
                <a:lnTo>
                  <a:pt x="15" y="569"/>
                </a:lnTo>
                <a:lnTo>
                  <a:pt x="9" y="566"/>
                </a:lnTo>
                <a:lnTo>
                  <a:pt x="4" y="560"/>
                </a:lnTo>
                <a:lnTo>
                  <a:pt x="2" y="552"/>
                </a:lnTo>
                <a:lnTo>
                  <a:pt x="0" y="545"/>
                </a:lnTo>
                <a:lnTo>
                  <a:pt x="0" y="31"/>
                </a:lnTo>
                <a:lnTo>
                  <a:pt x="2" y="23"/>
                </a:lnTo>
                <a:lnTo>
                  <a:pt x="4" y="15"/>
                </a:lnTo>
                <a:lnTo>
                  <a:pt x="9" y="10"/>
                </a:lnTo>
                <a:lnTo>
                  <a:pt x="15" y="4"/>
                </a:lnTo>
                <a:lnTo>
                  <a:pt x="23" y="2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solidFill>
                <a:schemeClr val="accent2"/>
              </a:solidFill>
            </a:endParaRPr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518525" y="2915628"/>
            <a:ext cx="1080000" cy="813584"/>
          </a:xfrm>
          <a:custGeom>
            <a:avLst/>
            <a:gdLst>
              <a:gd name="T0" fmla="*/ 622 w 904"/>
              <a:gd name="T1" fmla="*/ 170 h 681"/>
              <a:gd name="T2" fmla="*/ 790 w 904"/>
              <a:gd name="T3" fmla="*/ 428 h 681"/>
              <a:gd name="T4" fmla="*/ 790 w 904"/>
              <a:gd name="T5" fmla="*/ 568 h 681"/>
              <a:gd name="T6" fmla="*/ 113 w 904"/>
              <a:gd name="T7" fmla="*/ 568 h 681"/>
              <a:gd name="T8" fmla="*/ 225 w 904"/>
              <a:gd name="T9" fmla="*/ 397 h 681"/>
              <a:gd name="T10" fmla="*/ 283 w 904"/>
              <a:gd name="T11" fmla="*/ 452 h 681"/>
              <a:gd name="T12" fmla="*/ 454 w 904"/>
              <a:gd name="T13" fmla="*/ 256 h 681"/>
              <a:gd name="T14" fmla="*/ 510 w 904"/>
              <a:gd name="T15" fmla="*/ 314 h 681"/>
              <a:gd name="T16" fmla="*/ 622 w 904"/>
              <a:gd name="T17" fmla="*/ 170 h 681"/>
              <a:gd name="T18" fmla="*/ 253 w 904"/>
              <a:gd name="T19" fmla="*/ 142 h 681"/>
              <a:gd name="T20" fmla="*/ 279 w 904"/>
              <a:gd name="T21" fmla="*/ 148 h 681"/>
              <a:gd name="T22" fmla="*/ 302 w 904"/>
              <a:gd name="T23" fmla="*/ 159 h 681"/>
              <a:gd name="T24" fmla="*/ 321 w 904"/>
              <a:gd name="T25" fmla="*/ 178 h 681"/>
              <a:gd name="T26" fmla="*/ 334 w 904"/>
              <a:gd name="T27" fmla="*/ 201 h 681"/>
              <a:gd name="T28" fmla="*/ 338 w 904"/>
              <a:gd name="T29" fmla="*/ 227 h 681"/>
              <a:gd name="T30" fmla="*/ 334 w 904"/>
              <a:gd name="T31" fmla="*/ 254 h 681"/>
              <a:gd name="T32" fmla="*/ 321 w 904"/>
              <a:gd name="T33" fmla="*/ 276 h 681"/>
              <a:gd name="T34" fmla="*/ 302 w 904"/>
              <a:gd name="T35" fmla="*/ 295 h 681"/>
              <a:gd name="T36" fmla="*/ 279 w 904"/>
              <a:gd name="T37" fmla="*/ 307 h 681"/>
              <a:gd name="T38" fmla="*/ 253 w 904"/>
              <a:gd name="T39" fmla="*/ 310 h 681"/>
              <a:gd name="T40" fmla="*/ 227 w 904"/>
              <a:gd name="T41" fmla="*/ 307 h 681"/>
              <a:gd name="T42" fmla="*/ 204 w 904"/>
              <a:gd name="T43" fmla="*/ 295 h 681"/>
              <a:gd name="T44" fmla="*/ 187 w 904"/>
              <a:gd name="T45" fmla="*/ 276 h 681"/>
              <a:gd name="T46" fmla="*/ 174 w 904"/>
              <a:gd name="T47" fmla="*/ 254 h 681"/>
              <a:gd name="T48" fmla="*/ 170 w 904"/>
              <a:gd name="T49" fmla="*/ 227 h 681"/>
              <a:gd name="T50" fmla="*/ 174 w 904"/>
              <a:gd name="T51" fmla="*/ 201 h 681"/>
              <a:gd name="T52" fmla="*/ 187 w 904"/>
              <a:gd name="T53" fmla="*/ 178 h 681"/>
              <a:gd name="T54" fmla="*/ 204 w 904"/>
              <a:gd name="T55" fmla="*/ 159 h 681"/>
              <a:gd name="T56" fmla="*/ 227 w 904"/>
              <a:gd name="T57" fmla="*/ 148 h 681"/>
              <a:gd name="T58" fmla="*/ 253 w 904"/>
              <a:gd name="T59" fmla="*/ 142 h 681"/>
              <a:gd name="T60" fmla="*/ 83 w 904"/>
              <a:gd name="T61" fmla="*/ 85 h 681"/>
              <a:gd name="T62" fmla="*/ 83 w 904"/>
              <a:gd name="T63" fmla="*/ 596 h 681"/>
              <a:gd name="T64" fmla="*/ 820 w 904"/>
              <a:gd name="T65" fmla="*/ 596 h 681"/>
              <a:gd name="T66" fmla="*/ 820 w 904"/>
              <a:gd name="T67" fmla="*/ 85 h 681"/>
              <a:gd name="T68" fmla="*/ 83 w 904"/>
              <a:gd name="T69" fmla="*/ 85 h 681"/>
              <a:gd name="T70" fmla="*/ 56 w 904"/>
              <a:gd name="T71" fmla="*/ 0 h 681"/>
              <a:gd name="T72" fmla="*/ 847 w 904"/>
              <a:gd name="T73" fmla="*/ 0 h 681"/>
              <a:gd name="T74" fmla="*/ 868 w 904"/>
              <a:gd name="T75" fmla="*/ 6 h 681"/>
              <a:gd name="T76" fmla="*/ 887 w 904"/>
              <a:gd name="T77" fmla="*/ 19 h 681"/>
              <a:gd name="T78" fmla="*/ 900 w 904"/>
              <a:gd name="T79" fmla="*/ 36 h 681"/>
              <a:gd name="T80" fmla="*/ 904 w 904"/>
              <a:gd name="T81" fmla="*/ 57 h 681"/>
              <a:gd name="T82" fmla="*/ 904 w 904"/>
              <a:gd name="T83" fmla="*/ 624 h 681"/>
              <a:gd name="T84" fmla="*/ 900 w 904"/>
              <a:gd name="T85" fmla="*/ 643 h 681"/>
              <a:gd name="T86" fmla="*/ 887 w 904"/>
              <a:gd name="T87" fmla="*/ 662 h 681"/>
              <a:gd name="T88" fmla="*/ 870 w 904"/>
              <a:gd name="T89" fmla="*/ 675 h 681"/>
              <a:gd name="T90" fmla="*/ 847 w 904"/>
              <a:gd name="T91" fmla="*/ 681 h 681"/>
              <a:gd name="T92" fmla="*/ 56 w 904"/>
              <a:gd name="T93" fmla="*/ 681 h 681"/>
              <a:gd name="T94" fmla="*/ 35 w 904"/>
              <a:gd name="T95" fmla="*/ 675 h 681"/>
              <a:gd name="T96" fmla="*/ 17 w 904"/>
              <a:gd name="T97" fmla="*/ 662 h 681"/>
              <a:gd name="T98" fmla="*/ 3 w 904"/>
              <a:gd name="T99" fmla="*/ 645 h 681"/>
              <a:gd name="T100" fmla="*/ 0 w 904"/>
              <a:gd name="T101" fmla="*/ 624 h 681"/>
              <a:gd name="T102" fmla="*/ 0 w 904"/>
              <a:gd name="T103" fmla="*/ 57 h 681"/>
              <a:gd name="T104" fmla="*/ 3 w 904"/>
              <a:gd name="T105" fmla="*/ 34 h 681"/>
              <a:gd name="T106" fmla="*/ 15 w 904"/>
              <a:gd name="T107" fmla="*/ 15 h 681"/>
              <a:gd name="T108" fmla="*/ 32 w 904"/>
              <a:gd name="T109" fmla="*/ 4 h 681"/>
              <a:gd name="T110" fmla="*/ 56 w 904"/>
              <a:gd name="T111" fmla="*/ 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4" h="681">
                <a:moveTo>
                  <a:pt x="622" y="170"/>
                </a:moveTo>
                <a:lnTo>
                  <a:pt x="790" y="428"/>
                </a:lnTo>
                <a:lnTo>
                  <a:pt x="790" y="568"/>
                </a:lnTo>
                <a:lnTo>
                  <a:pt x="113" y="568"/>
                </a:lnTo>
                <a:lnTo>
                  <a:pt x="225" y="397"/>
                </a:lnTo>
                <a:lnTo>
                  <a:pt x="283" y="452"/>
                </a:lnTo>
                <a:lnTo>
                  <a:pt x="454" y="256"/>
                </a:lnTo>
                <a:lnTo>
                  <a:pt x="510" y="314"/>
                </a:lnTo>
                <a:lnTo>
                  <a:pt x="622" y="170"/>
                </a:lnTo>
                <a:close/>
                <a:moveTo>
                  <a:pt x="253" y="142"/>
                </a:moveTo>
                <a:lnTo>
                  <a:pt x="279" y="148"/>
                </a:lnTo>
                <a:lnTo>
                  <a:pt x="302" y="159"/>
                </a:lnTo>
                <a:lnTo>
                  <a:pt x="321" y="178"/>
                </a:lnTo>
                <a:lnTo>
                  <a:pt x="334" y="201"/>
                </a:lnTo>
                <a:lnTo>
                  <a:pt x="338" y="227"/>
                </a:lnTo>
                <a:lnTo>
                  <a:pt x="334" y="254"/>
                </a:lnTo>
                <a:lnTo>
                  <a:pt x="321" y="276"/>
                </a:lnTo>
                <a:lnTo>
                  <a:pt x="302" y="295"/>
                </a:lnTo>
                <a:lnTo>
                  <a:pt x="279" y="307"/>
                </a:lnTo>
                <a:lnTo>
                  <a:pt x="253" y="310"/>
                </a:lnTo>
                <a:lnTo>
                  <a:pt x="227" y="307"/>
                </a:lnTo>
                <a:lnTo>
                  <a:pt x="204" y="295"/>
                </a:lnTo>
                <a:lnTo>
                  <a:pt x="187" y="276"/>
                </a:lnTo>
                <a:lnTo>
                  <a:pt x="174" y="254"/>
                </a:lnTo>
                <a:lnTo>
                  <a:pt x="170" y="227"/>
                </a:lnTo>
                <a:lnTo>
                  <a:pt x="174" y="201"/>
                </a:lnTo>
                <a:lnTo>
                  <a:pt x="187" y="178"/>
                </a:lnTo>
                <a:lnTo>
                  <a:pt x="204" y="159"/>
                </a:lnTo>
                <a:lnTo>
                  <a:pt x="227" y="148"/>
                </a:lnTo>
                <a:lnTo>
                  <a:pt x="253" y="142"/>
                </a:lnTo>
                <a:close/>
                <a:moveTo>
                  <a:pt x="83" y="85"/>
                </a:moveTo>
                <a:lnTo>
                  <a:pt x="83" y="596"/>
                </a:lnTo>
                <a:lnTo>
                  <a:pt x="820" y="596"/>
                </a:lnTo>
                <a:lnTo>
                  <a:pt x="820" y="85"/>
                </a:lnTo>
                <a:lnTo>
                  <a:pt x="83" y="85"/>
                </a:lnTo>
                <a:close/>
                <a:moveTo>
                  <a:pt x="56" y="0"/>
                </a:moveTo>
                <a:lnTo>
                  <a:pt x="847" y="0"/>
                </a:lnTo>
                <a:lnTo>
                  <a:pt x="868" y="6"/>
                </a:lnTo>
                <a:lnTo>
                  <a:pt x="887" y="19"/>
                </a:lnTo>
                <a:lnTo>
                  <a:pt x="900" y="36"/>
                </a:lnTo>
                <a:lnTo>
                  <a:pt x="904" y="57"/>
                </a:lnTo>
                <a:lnTo>
                  <a:pt x="904" y="624"/>
                </a:lnTo>
                <a:lnTo>
                  <a:pt x="900" y="643"/>
                </a:lnTo>
                <a:lnTo>
                  <a:pt x="887" y="662"/>
                </a:lnTo>
                <a:lnTo>
                  <a:pt x="870" y="675"/>
                </a:lnTo>
                <a:lnTo>
                  <a:pt x="847" y="681"/>
                </a:lnTo>
                <a:lnTo>
                  <a:pt x="56" y="681"/>
                </a:lnTo>
                <a:lnTo>
                  <a:pt x="35" y="675"/>
                </a:lnTo>
                <a:lnTo>
                  <a:pt x="17" y="662"/>
                </a:lnTo>
                <a:lnTo>
                  <a:pt x="3" y="645"/>
                </a:lnTo>
                <a:lnTo>
                  <a:pt x="0" y="624"/>
                </a:lnTo>
                <a:lnTo>
                  <a:pt x="0" y="57"/>
                </a:lnTo>
                <a:lnTo>
                  <a:pt x="3" y="34"/>
                </a:lnTo>
                <a:lnTo>
                  <a:pt x="15" y="15"/>
                </a:lnTo>
                <a:lnTo>
                  <a:pt x="32" y="4"/>
                </a:lnTo>
                <a:lnTo>
                  <a:pt x="5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solidFill>
                <a:schemeClr val="accent2"/>
              </a:solidFill>
            </a:endParaRPr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111820" y="2972806"/>
            <a:ext cx="1080000" cy="827285"/>
          </a:xfrm>
          <a:custGeom>
            <a:avLst/>
            <a:gdLst>
              <a:gd name="T0" fmla="*/ 723 w 906"/>
              <a:gd name="T1" fmla="*/ 395 h 694"/>
              <a:gd name="T2" fmla="*/ 91 w 906"/>
              <a:gd name="T3" fmla="*/ 513 h 694"/>
              <a:gd name="T4" fmla="*/ 244 w 906"/>
              <a:gd name="T5" fmla="*/ 452 h 694"/>
              <a:gd name="T6" fmla="*/ 454 w 906"/>
              <a:gd name="T7" fmla="*/ 337 h 694"/>
              <a:gd name="T8" fmla="*/ 846 w 906"/>
              <a:gd name="T9" fmla="*/ 91 h 694"/>
              <a:gd name="T10" fmla="*/ 887 w 906"/>
              <a:gd name="T11" fmla="*/ 110 h 694"/>
              <a:gd name="T12" fmla="*/ 906 w 906"/>
              <a:gd name="T13" fmla="*/ 152 h 694"/>
              <a:gd name="T14" fmla="*/ 904 w 906"/>
              <a:gd name="T15" fmla="*/ 649 h 694"/>
              <a:gd name="T16" fmla="*/ 885 w 906"/>
              <a:gd name="T17" fmla="*/ 681 h 694"/>
              <a:gd name="T18" fmla="*/ 846 w 906"/>
              <a:gd name="T19" fmla="*/ 694 h 694"/>
              <a:gd name="T20" fmla="*/ 133 w 906"/>
              <a:gd name="T21" fmla="*/ 692 h 694"/>
              <a:gd name="T22" fmla="*/ 106 w 906"/>
              <a:gd name="T23" fmla="*/ 672 h 694"/>
              <a:gd name="T24" fmla="*/ 93 w 906"/>
              <a:gd name="T25" fmla="*/ 645 h 694"/>
              <a:gd name="T26" fmla="*/ 798 w 906"/>
              <a:gd name="T27" fmla="*/ 634 h 694"/>
              <a:gd name="T28" fmla="*/ 831 w 906"/>
              <a:gd name="T29" fmla="*/ 622 h 694"/>
              <a:gd name="T30" fmla="*/ 844 w 906"/>
              <a:gd name="T31" fmla="*/ 594 h 694"/>
              <a:gd name="T32" fmla="*/ 848 w 906"/>
              <a:gd name="T33" fmla="*/ 568 h 694"/>
              <a:gd name="T34" fmla="*/ 846 w 906"/>
              <a:gd name="T35" fmla="*/ 556 h 694"/>
              <a:gd name="T36" fmla="*/ 225 w 906"/>
              <a:gd name="T37" fmla="*/ 91 h 694"/>
              <a:gd name="T38" fmla="*/ 271 w 906"/>
              <a:gd name="T39" fmla="*/ 106 h 694"/>
              <a:gd name="T40" fmla="*/ 299 w 906"/>
              <a:gd name="T41" fmla="*/ 142 h 694"/>
              <a:gd name="T42" fmla="*/ 299 w 906"/>
              <a:gd name="T43" fmla="*/ 191 h 694"/>
              <a:gd name="T44" fmla="*/ 271 w 906"/>
              <a:gd name="T45" fmla="*/ 227 h 694"/>
              <a:gd name="T46" fmla="*/ 225 w 906"/>
              <a:gd name="T47" fmla="*/ 242 h 694"/>
              <a:gd name="T48" fmla="*/ 180 w 906"/>
              <a:gd name="T49" fmla="*/ 227 h 694"/>
              <a:gd name="T50" fmla="*/ 153 w 906"/>
              <a:gd name="T51" fmla="*/ 191 h 694"/>
              <a:gd name="T52" fmla="*/ 153 w 906"/>
              <a:gd name="T53" fmla="*/ 142 h 694"/>
              <a:gd name="T54" fmla="*/ 182 w 906"/>
              <a:gd name="T55" fmla="*/ 106 h 694"/>
              <a:gd name="T56" fmla="*/ 225 w 906"/>
              <a:gd name="T57" fmla="*/ 91 h 694"/>
              <a:gd name="T58" fmla="*/ 61 w 906"/>
              <a:gd name="T59" fmla="*/ 545 h 694"/>
              <a:gd name="T60" fmla="*/ 755 w 906"/>
              <a:gd name="T61" fmla="*/ 61 h 694"/>
              <a:gd name="T62" fmla="*/ 61 w 906"/>
              <a:gd name="T63" fmla="*/ 0 h 694"/>
              <a:gd name="T64" fmla="*/ 774 w 906"/>
              <a:gd name="T65" fmla="*/ 4 h 694"/>
              <a:gd name="T66" fmla="*/ 802 w 906"/>
              <a:gd name="T67" fmla="*/ 25 h 694"/>
              <a:gd name="T68" fmla="*/ 814 w 906"/>
              <a:gd name="T69" fmla="*/ 51 h 694"/>
              <a:gd name="T70" fmla="*/ 815 w 906"/>
              <a:gd name="T71" fmla="*/ 541 h 694"/>
              <a:gd name="T72" fmla="*/ 804 w 906"/>
              <a:gd name="T73" fmla="*/ 577 h 694"/>
              <a:gd name="T74" fmla="*/ 776 w 906"/>
              <a:gd name="T75" fmla="*/ 600 h 694"/>
              <a:gd name="T76" fmla="*/ 61 w 906"/>
              <a:gd name="T77" fmla="*/ 603 h 694"/>
              <a:gd name="T78" fmla="*/ 23 w 906"/>
              <a:gd name="T79" fmla="*/ 590 h 694"/>
              <a:gd name="T80" fmla="*/ 2 w 906"/>
              <a:gd name="T81" fmla="*/ 558 h 694"/>
              <a:gd name="T82" fmla="*/ 0 w 906"/>
              <a:gd name="T83" fmla="*/ 61 h 694"/>
              <a:gd name="T84" fmla="*/ 6 w 906"/>
              <a:gd name="T85" fmla="*/ 38 h 694"/>
              <a:gd name="T86" fmla="*/ 23 w 906"/>
              <a:gd name="T87" fmla="*/ 14 h 694"/>
              <a:gd name="T88" fmla="*/ 61 w 906"/>
              <a:gd name="T89" fmla="*/ 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6" h="694">
                <a:moveTo>
                  <a:pt x="575" y="182"/>
                </a:moveTo>
                <a:lnTo>
                  <a:pt x="723" y="395"/>
                </a:lnTo>
                <a:lnTo>
                  <a:pt x="723" y="513"/>
                </a:lnTo>
                <a:lnTo>
                  <a:pt x="91" y="513"/>
                </a:lnTo>
                <a:lnTo>
                  <a:pt x="182" y="395"/>
                </a:lnTo>
                <a:lnTo>
                  <a:pt x="244" y="452"/>
                </a:lnTo>
                <a:lnTo>
                  <a:pt x="396" y="273"/>
                </a:lnTo>
                <a:lnTo>
                  <a:pt x="454" y="337"/>
                </a:lnTo>
                <a:lnTo>
                  <a:pt x="575" y="182"/>
                </a:lnTo>
                <a:close/>
                <a:moveTo>
                  <a:pt x="846" y="91"/>
                </a:moveTo>
                <a:lnTo>
                  <a:pt x="867" y="97"/>
                </a:lnTo>
                <a:lnTo>
                  <a:pt x="887" y="110"/>
                </a:lnTo>
                <a:lnTo>
                  <a:pt x="901" y="131"/>
                </a:lnTo>
                <a:lnTo>
                  <a:pt x="906" y="152"/>
                </a:lnTo>
                <a:lnTo>
                  <a:pt x="906" y="632"/>
                </a:lnTo>
                <a:lnTo>
                  <a:pt x="904" y="649"/>
                </a:lnTo>
                <a:lnTo>
                  <a:pt x="897" y="666"/>
                </a:lnTo>
                <a:lnTo>
                  <a:pt x="885" y="681"/>
                </a:lnTo>
                <a:lnTo>
                  <a:pt x="868" y="690"/>
                </a:lnTo>
                <a:lnTo>
                  <a:pt x="846" y="694"/>
                </a:lnTo>
                <a:lnTo>
                  <a:pt x="152" y="694"/>
                </a:lnTo>
                <a:lnTo>
                  <a:pt x="133" y="692"/>
                </a:lnTo>
                <a:lnTo>
                  <a:pt x="118" y="683"/>
                </a:lnTo>
                <a:lnTo>
                  <a:pt x="106" y="672"/>
                </a:lnTo>
                <a:lnTo>
                  <a:pt x="97" y="658"/>
                </a:lnTo>
                <a:lnTo>
                  <a:pt x="93" y="645"/>
                </a:lnTo>
                <a:lnTo>
                  <a:pt x="91" y="634"/>
                </a:lnTo>
                <a:lnTo>
                  <a:pt x="798" y="634"/>
                </a:lnTo>
                <a:lnTo>
                  <a:pt x="817" y="632"/>
                </a:lnTo>
                <a:lnTo>
                  <a:pt x="831" y="622"/>
                </a:lnTo>
                <a:lnTo>
                  <a:pt x="838" y="609"/>
                </a:lnTo>
                <a:lnTo>
                  <a:pt x="844" y="594"/>
                </a:lnTo>
                <a:lnTo>
                  <a:pt x="846" y="581"/>
                </a:lnTo>
                <a:lnTo>
                  <a:pt x="848" y="568"/>
                </a:lnTo>
                <a:lnTo>
                  <a:pt x="846" y="558"/>
                </a:lnTo>
                <a:lnTo>
                  <a:pt x="846" y="556"/>
                </a:lnTo>
                <a:lnTo>
                  <a:pt x="846" y="91"/>
                </a:lnTo>
                <a:close/>
                <a:moveTo>
                  <a:pt x="225" y="91"/>
                </a:moveTo>
                <a:lnTo>
                  <a:pt x="250" y="95"/>
                </a:lnTo>
                <a:lnTo>
                  <a:pt x="271" y="106"/>
                </a:lnTo>
                <a:lnTo>
                  <a:pt x="288" y="121"/>
                </a:lnTo>
                <a:lnTo>
                  <a:pt x="299" y="142"/>
                </a:lnTo>
                <a:lnTo>
                  <a:pt x="303" y="167"/>
                </a:lnTo>
                <a:lnTo>
                  <a:pt x="299" y="191"/>
                </a:lnTo>
                <a:lnTo>
                  <a:pt x="288" y="212"/>
                </a:lnTo>
                <a:lnTo>
                  <a:pt x="271" y="227"/>
                </a:lnTo>
                <a:lnTo>
                  <a:pt x="250" y="239"/>
                </a:lnTo>
                <a:lnTo>
                  <a:pt x="225" y="242"/>
                </a:lnTo>
                <a:lnTo>
                  <a:pt x="201" y="239"/>
                </a:lnTo>
                <a:lnTo>
                  <a:pt x="180" y="227"/>
                </a:lnTo>
                <a:lnTo>
                  <a:pt x="165" y="212"/>
                </a:lnTo>
                <a:lnTo>
                  <a:pt x="153" y="191"/>
                </a:lnTo>
                <a:lnTo>
                  <a:pt x="150" y="167"/>
                </a:lnTo>
                <a:lnTo>
                  <a:pt x="153" y="142"/>
                </a:lnTo>
                <a:lnTo>
                  <a:pt x="165" y="121"/>
                </a:lnTo>
                <a:lnTo>
                  <a:pt x="182" y="106"/>
                </a:lnTo>
                <a:lnTo>
                  <a:pt x="203" y="95"/>
                </a:lnTo>
                <a:lnTo>
                  <a:pt x="225" y="91"/>
                </a:lnTo>
                <a:close/>
                <a:moveTo>
                  <a:pt x="61" y="61"/>
                </a:moveTo>
                <a:lnTo>
                  <a:pt x="61" y="545"/>
                </a:lnTo>
                <a:lnTo>
                  <a:pt x="755" y="545"/>
                </a:lnTo>
                <a:lnTo>
                  <a:pt x="755" y="61"/>
                </a:lnTo>
                <a:lnTo>
                  <a:pt x="61" y="61"/>
                </a:lnTo>
                <a:close/>
                <a:moveTo>
                  <a:pt x="61" y="0"/>
                </a:moveTo>
                <a:lnTo>
                  <a:pt x="755" y="0"/>
                </a:lnTo>
                <a:lnTo>
                  <a:pt x="774" y="4"/>
                </a:lnTo>
                <a:lnTo>
                  <a:pt x="791" y="14"/>
                </a:lnTo>
                <a:lnTo>
                  <a:pt x="802" y="25"/>
                </a:lnTo>
                <a:lnTo>
                  <a:pt x="810" y="38"/>
                </a:lnTo>
                <a:lnTo>
                  <a:pt x="814" y="51"/>
                </a:lnTo>
                <a:lnTo>
                  <a:pt x="815" y="61"/>
                </a:lnTo>
                <a:lnTo>
                  <a:pt x="815" y="541"/>
                </a:lnTo>
                <a:lnTo>
                  <a:pt x="814" y="560"/>
                </a:lnTo>
                <a:lnTo>
                  <a:pt x="804" y="577"/>
                </a:lnTo>
                <a:lnTo>
                  <a:pt x="793" y="590"/>
                </a:lnTo>
                <a:lnTo>
                  <a:pt x="776" y="600"/>
                </a:lnTo>
                <a:lnTo>
                  <a:pt x="755" y="603"/>
                </a:lnTo>
                <a:lnTo>
                  <a:pt x="61" y="603"/>
                </a:lnTo>
                <a:lnTo>
                  <a:pt x="40" y="600"/>
                </a:lnTo>
                <a:lnTo>
                  <a:pt x="23" y="590"/>
                </a:lnTo>
                <a:lnTo>
                  <a:pt x="10" y="575"/>
                </a:lnTo>
                <a:lnTo>
                  <a:pt x="2" y="558"/>
                </a:lnTo>
                <a:lnTo>
                  <a:pt x="0" y="541"/>
                </a:lnTo>
                <a:lnTo>
                  <a:pt x="0" y="61"/>
                </a:lnTo>
                <a:lnTo>
                  <a:pt x="2" y="51"/>
                </a:lnTo>
                <a:lnTo>
                  <a:pt x="6" y="38"/>
                </a:lnTo>
                <a:lnTo>
                  <a:pt x="12" y="25"/>
                </a:lnTo>
                <a:lnTo>
                  <a:pt x="23" y="14"/>
                </a:lnTo>
                <a:lnTo>
                  <a:pt x="40" y="4"/>
                </a:lnTo>
                <a:lnTo>
                  <a:pt x="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solidFill>
                <a:schemeClr val="accent2"/>
              </a:solidFill>
            </a:endParaRPr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7941332" y="2889060"/>
            <a:ext cx="640840" cy="1080000"/>
          </a:xfrm>
          <a:custGeom>
            <a:avLst/>
            <a:gdLst>
              <a:gd name="T0" fmla="*/ 456 w 537"/>
              <a:gd name="T1" fmla="*/ 584 h 905"/>
              <a:gd name="T2" fmla="*/ 431 w 537"/>
              <a:gd name="T3" fmla="*/ 484 h 905"/>
              <a:gd name="T4" fmla="*/ 355 w 537"/>
              <a:gd name="T5" fmla="*/ 453 h 905"/>
              <a:gd name="T6" fmla="*/ 200 w 537"/>
              <a:gd name="T7" fmla="*/ 359 h 905"/>
              <a:gd name="T8" fmla="*/ 96 w 537"/>
              <a:gd name="T9" fmla="*/ 433 h 905"/>
              <a:gd name="T10" fmla="*/ 66 w 537"/>
              <a:gd name="T11" fmla="*/ 510 h 905"/>
              <a:gd name="T12" fmla="*/ 144 w 537"/>
              <a:gd name="T13" fmla="*/ 627 h 905"/>
              <a:gd name="T14" fmla="*/ 287 w 537"/>
              <a:gd name="T15" fmla="*/ 652 h 905"/>
              <a:gd name="T16" fmla="*/ 342 w 537"/>
              <a:gd name="T17" fmla="*/ 644 h 905"/>
              <a:gd name="T18" fmla="*/ 314 w 537"/>
              <a:gd name="T19" fmla="*/ 527 h 905"/>
              <a:gd name="T20" fmla="*/ 259 w 537"/>
              <a:gd name="T21" fmla="*/ 453 h 905"/>
              <a:gd name="T22" fmla="*/ 212 w 537"/>
              <a:gd name="T23" fmla="*/ 525 h 905"/>
              <a:gd name="T24" fmla="*/ 268 w 537"/>
              <a:gd name="T25" fmla="*/ 584 h 905"/>
              <a:gd name="T26" fmla="*/ 240 w 537"/>
              <a:gd name="T27" fmla="*/ 608 h 905"/>
              <a:gd name="T28" fmla="*/ 191 w 537"/>
              <a:gd name="T29" fmla="*/ 593 h 905"/>
              <a:gd name="T30" fmla="*/ 159 w 537"/>
              <a:gd name="T31" fmla="*/ 482 h 905"/>
              <a:gd name="T32" fmla="*/ 242 w 537"/>
              <a:gd name="T33" fmla="*/ 395 h 905"/>
              <a:gd name="T34" fmla="*/ 335 w 537"/>
              <a:gd name="T35" fmla="*/ 70 h 905"/>
              <a:gd name="T36" fmla="*/ 263 w 537"/>
              <a:gd name="T37" fmla="*/ 121 h 905"/>
              <a:gd name="T38" fmla="*/ 253 w 537"/>
              <a:gd name="T39" fmla="*/ 181 h 905"/>
              <a:gd name="T40" fmla="*/ 278 w 537"/>
              <a:gd name="T41" fmla="*/ 226 h 905"/>
              <a:gd name="T42" fmla="*/ 320 w 537"/>
              <a:gd name="T43" fmla="*/ 198 h 905"/>
              <a:gd name="T44" fmla="*/ 374 w 537"/>
              <a:gd name="T45" fmla="*/ 139 h 905"/>
              <a:gd name="T46" fmla="*/ 335 w 537"/>
              <a:gd name="T47" fmla="*/ 70 h 905"/>
              <a:gd name="T48" fmla="*/ 382 w 537"/>
              <a:gd name="T49" fmla="*/ 15 h 905"/>
              <a:gd name="T50" fmla="*/ 435 w 537"/>
              <a:gd name="T51" fmla="*/ 107 h 905"/>
              <a:gd name="T52" fmla="*/ 416 w 537"/>
              <a:gd name="T53" fmla="*/ 208 h 905"/>
              <a:gd name="T54" fmla="*/ 308 w 537"/>
              <a:gd name="T55" fmla="*/ 306 h 905"/>
              <a:gd name="T56" fmla="*/ 412 w 537"/>
              <a:gd name="T57" fmla="*/ 385 h 905"/>
              <a:gd name="T58" fmla="*/ 516 w 537"/>
              <a:gd name="T59" fmla="*/ 465 h 905"/>
              <a:gd name="T60" fmla="*/ 537 w 537"/>
              <a:gd name="T61" fmla="*/ 527 h 905"/>
              <a:gd name="T62" fmla="*/ 467 w 537"/>
              <a:gd name="T63" fmla="*/ 652 h 905"/>
              <a:gd name="T64" fmla="*/ 416 w 537"/>
              <a:gd name="T65" fmla="*/ 682 h 905"/>
              <a:gd name="T66" fmla="*/ 439 w 537"/>
              <a:gd name="T67" fmla="*/ 777 h 905"/>
              <a:gd name="T68" fmla="*/ 371 w 537"/>
              <a:gd name="T69" fmla="*/ 883 h 905"/>
              <a:gd name="T70" fmla="*/ 308 w 537"/>
              <a:gd name="T71" fmla="*/ 905 h 905"/>
              <a:gd name="T72" fmla="*/ 136 w 537"/>
              <a:gd name="T73" fmla="*/ 869 h 905"/>
              <a:gd name="T74" fmla="*/ 117 w 537"/>
              <a:gd name="T75" fmla="*/ 771 h 905"/>
              <a:gd name="T76" fmla="*/ 195 w 537"/>
              <a:gd name="T77" fmla="*/ 712 h 905"/>
              <a:gd name="T78" fmla="*/ 267 w 537"/>
              <a:gd name="T79" fmla="*/ 720 h 905"/>
              <a:gd name="T80" fmla="*/ 297 w 537"/>
              <a:gd name="T81" fmla="*/ 784 h 905"/>
              <a:gd name="T82" fmla="*/ 261 w 537"/>
              <a:gd name="T83" fmla="*/ 847 h 905"/>
              <a:gd name="T84" fmla="*/ 270 w 537"/>
              <a:gd name="T85" fmla="*/ 866 h 905"/>
              <a:gd name="T86" fmla="*/ 355 w 537"/>
              <a:gd name="T87" fmla="*/ 841 h 905"/>
              <a:gd name="T88" fmla="*/ 395 w 537"/>
              <a:gd name="T89" fmla="*/ 773 h 905"/>
              <a:gd name="T90" fmla="*/ 365 w 537"/>
              <a:gd name="T91" fmla="*/ 684 h 905"/>
              <a:gd name="T92" fmla="*/ 163 w 537"/>
              <a:gd name="T93" fmla="*/ 676 h 905"/>
              <a:gd name="T94" fmla="*/ 30 w 537"/>
              <a:gd name="T95" fmla="*/ 601 h 905"/>
              <a:gd name="T96" fmla="*/ 0 w 537"/>
              <a:gd name="T97" fmla="*/ 504 h 905"/>
              <a:gd name="T98" fmla="*/ 11 w 537"/>
              <a:gd name="T99" fmla="*/ 431 h 905"/>
              <a:gd name="T100" fmla="*/ 60 w 537"/>
              <a:gd name="T101" fmla="*/ 376 h 905"/>
              <a:gd name="T102" fmla="*/ 214 w 537"/>
              <a:gd name="T103" fmla="*/ 236 h 905"/>
              <a:gd name="T104" fmla="*/ 202 w 537"/>
              <a:gd name="T105" fmla="*/ 83 h 905"/>
              <a:gd name="T106" fmla="*/ 272 w 537"/>
              <a:gd name="T107" fmla="*/ 5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37" h="905">
                <a:moveTo>
                  <a:pt x="355" y="453"/>
                </a:moveTo>
                <a:lnTo>
                  <a:pt x="407" y="631"/>
                </a:lnTo>
                <a:lnTo>
                  <a:pt x="425" y="618"/>
                </a:lnTo>
                <a:lnTo>
                  <a:pt x="442" y="603"/>
                </a:lnTo>
                <a:lnTo>
                  <a:pt x="456" y="584"/>
                </a:lnTo>
                <a:lnTo>
                  <a:pt x="463" y="561"/>
                </a:lnTo>
                <a:lnTo>
                  <a:pt x="467" y="531"/>
                </a:lnTo>
                <a:lnTo>
                  <a:pt x="461" y="514"/>
                </a:lnTo>
                <a:lnTo>
                  <a:pt x="450" y="497"/>
                </a:lnTo>
                <a:lnTo>
                  <a:pt x="431" y="484"/>
                </a:lnTo>
                <a:lnTo>
                  <a:pt x="410" y="472"/>
                </a:lnTo>
                <a:lnTo>
                  <a:pt x="390" y="465"/>
                </a:lnTo>
                <a:lnTo>
                  <a:pt x="372" y="459"/>
                </a:lnTo>
                <a:lnTo>
                  <a:pt x="359" y="455"/>
                </a:lnTo>
                <a:lnTo>
                  <a:pt x="355" y="453"/>
                </a:lnTo>
                <a:close/>
                <a:moveTo>
                  <a:pt x="248" y="334"/>
                </a:moveTo>
                <a:lnTo>
                  <a:pt x="244" y="336"/>
                </a:lnTo>
                <a:lnTo>
                  <a:pt x="234" y="340"/>
                </a:lnTo>
                <a:lnTo>
                  <a:pt x="219" y="347"/>
                </a:lnTo>
                <a:lnTo>
                  <a:pt x="200" y="359"/>
                </a:lnTo>
                <a:lnTo>
                  <a:pt x="178" y="370"/>
                </a:lnTo>
                <a:lnTo>
                  <a:pt x="157" y="383"/>
                </a:lnTo>
                <a:lnTo>
                  <a:pt x="136" y="397"/>
                </a:lnTo>
                <a:lnTo>
                  <a:pt x="117" y="412"/>
                </a:lnTo>
                <a:lnTo>
                  <a:pt x="96" y="433"/>
                </a:lnTo>
                <a:lnTo>
                  <a:pt x="83" y="453"/>
                </a:lnTo>
                <a:lnTo>
                  <a:pt x="74" y="476"/>
                </a:lnTo>
                <a:lnTo>
                  <a:pt x="70" y="493"/>
                </a:lnTo>
                <a:lnTo>
                  <a:pt x="68" y="506"/>
                </a:lnTo>
                <a:lnTo>
                  <a:pt x="66" y="510"/>
                </a:lnTo>
                <a:lnTo>
                  <a:pt x="70" y="544"/>
                </a:lnTo>
                <a:lnTo>
                  <a:pt x="79" y="572"/>
                </a:lnTo>
                <a:lnTo>
                  <a:pt x="96" y="595"/>
                </a:lnTo>
                <a:lnTo>
                  <a:pt x="119" y="612"/>
                </a:lnTo>
                <a:lnTo>
                  <a:pt x="144" y="627"/>
                </a:lnTo>
                <a:lnTo>
                  <a:pt x="172" y="637"/>
                </a:lnTo>
                <a:lnTo>
                  <a:pt x="202" y="644"/>
                </a:lnTo>
                <a:lnTo>
                  <a:pt x="233" y="650"/>
                </a:lnTo>
                <a:lnTo>
                  <a:pt x="261" y="652"/>
                </a:lnTo>
                <a:lnTo>
                  <a:pt x="287" y="652"/>
                </a:lnTo>
                <a:lnTo>
                  <a:pt x="310" y="652"/>
                </a:lnTo>
                <a:lnTo>
                  <a:pt x="327" y="652"/>
                </a:lnTo>
                <a:lnTo>
                  <a:pt x="338" y="650"/>
                </a:lnTo>
                <a:lnTo>
                  <a:pt x="342" y="650"/>
                </a:lnTo>
                <a:lnTo>
                  <a:pt x="342" y="644"/>
                </a:lnTo>
                <a:lnTo>
                  <a:pt x="338" y="631"/>
                </a:lnTo>
                <a:lnTo>
                  <a:pt x="335" y="610"/>
                </a:lnTo>
                <a:lnTo>
                  <a:pt x="329" y="584"/>
                </a:lnTo>
                <a:lnTo>
                  <a:pt x="321" y="555"/>
                </a:lnTo>
                <a:lnTo>
                  <a:pt x="314" y="527"/>
                </a:lnTo>
                <a:lnTo>
                  <a:pt x="306" y="501"/>
                </a:lnTo>
                <a:lnTo>
                  <a:pt x="297" y="478"/>
                </a:lnTo>
                <a:lnTo>
                  <a:pt x="287" y="461"/>
                </a:lnTo>
                <a:lnTo>
                  <a:pt x="280" y="453"/>
                </a:lnTo>
                <a:lnTo>
                  <a:pt x="259" y="453"/>
                </a:lnTo>
                <a:lnTo>
                  <a:pt x="242" y="463"/>
                </a:lnTo>
                <a:lnTo>
                  <a:pt x="229" y="476"/>
                </a:lnTo>
                <a:lnTo>
                  <a:pt x="219" y="493"/>
                </a:lnTo>
                <a:lnTo>
                  <a:pt x="214" y="510"/>
                </a:lnTo>
                <a:lnTo>
                  <a:pt x="212" y="525"/>
                </a:lnTo>
                <a:lnTo>
                  <a:pt x="216" y="542"/>
                </a:lnTo>
                <a:lnTo>
                  <a:pt x="225" y="555"/>
                </a:lnTo>
                <a:lnTo>
                  <a:pt x="240" y="567"/>
                </a:lnTo>
                <a:lnTo>
                  <a:pt x="255" y="578"/>
                </a:lnTo>
                <a:lnTo>
                  <a:pt x="268" y="584"/>
                </a:lnTo>
                <a:lnTo>
                  <a:pt x="270" y="589"/>
                </a:lnTo>
                <a:lnTo>
                  <a:pt x="267" y="593"/>
                </a:lnTo>
                <a:lnTo>
                  <a:pt x="257" y="599"/>
                </a:lnTo>
                <a:lnTo>
                  <a:pt x="248" y="605"/>
                </a:lnTo>
                <a:lnTo>
                  <a:pt x="240" y="608"/>
                </a:lnTo>
                <a:lnTo>
                  <a:pt x="236" y="610"/>
                </a:lnTo>
                <a:lnTo>
                  <a:pt x="229" y="608"/>
                </a:lnTo>
                <a:lnTo>
                  <a:pt x="217" y="606"/>
                </a:lnTo>
                <a:lnTo>
                  <a:pt x="204" y="601"/>
                </a:lnTo>
                <a:lnTo>
                  <a:pt x="191" y="593"/>
                </a:lnTo>
                <a:lnTo>
                  <a:pt x="178" y="582"/>
                </a:lnTo>
                <a:lnTo>
                  <a:pt x="166" y="565"/>
                </a:lnTo>
                <a:lnTo>
                  <a:pt x="159" y="542"/>
                </a:lnTo>
                <a:lnTo>
                  <a:pt x="155" y="514"/>
                </a:lnTo>
                <a:lnTo>
                  <a:pt x="159" y="482"/>
                </a:lnTo>
                <a:lnTo>
                  <a:pt x="170" y="455"/>
                </a:lnTo>
                <a:lnTo>
                  <a:pt x="185" y="433"/>
                </a:lnTo>
                <a:lnTo>
                  <a:pt x="204" y="416"/>
                </a:lnTo>
                <a:lnTo>
                  <a:pt x="223" y="404"/>
                </a:lnTo>
                <a:lnTo>
                  <a:pt x="242" y="395"/>
                </a:lnTo>
                <a:lnTo>
                  <a:pt x="257" y="389"/>
                </a:lnTo>
                <a:lnTo>
                  <a:pt x="268" y="385"/>
                </a:lnTo>
                <a:lnTo>
                  <a:pt x="272" y="385"/>
                </a:lnTo>
                <a:lnTo>
                  <a:pt x="248" y="334"/>
                </a:lnTo>
                <a:close/>
                <a:moveTo>
                  <a:pt x="335" y="70"/>
                </a:moveTo>
                <a:lnTo>
                  <a:pt x="316" y="71"/>
                </a:lnTo>
                <a:lnTo>
                  <a:pt x="297" y="77"/>
                </a:lnTo>
                <a:lnTo>
                  <a:pt x="280" y="88"/>
                </a:lnTo>
                <a:lnTo>
                  <a:pt x="270" y="104"/>
                </a:lnTo>
                <a:lnTo>
                  <a:pt x="263" y="121"/>
                </a:lnTo>
                <a:lnTo>
                  <a:pt x="257" y="139"/>
                </a:lnTo>
                <a:lnTo>
                  <a:pt x="255" y="155"/>
                </a:lnTo>
                <a:lnTo>
                  <a:pt x="253" y="170"/>
                </a:lnTo>
                <a:lnTo>
                  <a:pt x="253" y="177"/>
                </a:lnTo>
                <a:lnTo>
                  <a:pt x="253" y="181"/>
                </a:lnTo>
                <a:lnTo>
                  <a:pt x="255" y="200"/>
                </a:lnTo>
                <a:lnTo>
                  <a:pt x="259" y="213"/>
                </a:lnTo>
                <a:lnTo>
                  <a:pt x="267" y="221"/>
                </a:lnTo>
                <a:lnTo>
                  <a:pt x="272" y="225"/>
                </a:lnTo>
                <a:lnTo>
                  <a:pt x="278" y="226"/>
                </a:lnTo>
                <a:lnTo>
                  <a:pt x="280" y="228"/>
                </a:lnTo>
                <a:lnTo>
                  <a:pt x="282" y="225"/>
                </a:lnTo>
                <a:lnTo>
                  <a:pt x="291" y="219"/>
                </a:lnTo>
                <a:lnTo>
                  <a:pt x="304" y="209"/>
                </a:lnTo>
                <a:lnTo>
                  <a:pt x="320" y="198"/>
                </a:lnTo>
                <a:lnTo>
                  <a:pt x="335" y="185"/>
                </a:lnTo>
                <a:lnTo>
                  <a:pt x="350" y="172"/>
                </a:lnTo>
                <a:lnTo>
                  <a:pt x="363" y="158"/>
                </a:lnTo>
                <a:lnTo>
                  <a:pt x="371" y="147"/>
                </a:lnTo>
                <a:lnTo>
                  <a:pt x="374" y="139"/>
                </a:lnTo>
                <a:lnTo>
                  <a:pt x="374" y="117"/>
                </a:lnTo>
                <a:lnTo>
                  <a:pt x="369" y="98"/>
                </a:lnTo>
                <a:lnTo>
                  <a:pt x="361" y="83"/>
                </a:lnTo>
                <a:lnTo>
                  <a:pt x="350" y="73"/>
                </a:lnTo>
                <a:lnTo>
                  <a:pt x="335" y="70"/>
                </a:lnTo>
                <a:close/>
                <a:moveTo>
                  <a:pt x="318" y="0"/>
                </a:moveTo>
                <a:lnTo>
                  <a:pt x="325" y="1"/>
                </a:lnTo>
                <a:lnTo>
                  <a:pt x="329" y="1"/>
                </a:lnTo>
                <a:lnTo>
                  <a:pt x="359" y="5"/>
                </a:lnTo>
                <a:lnTo>
                  <a:pt x="382" y="15"/>
                </a:lnTo>
                <a:lnTo>
                  <a:pt x="401" y="30"/>
                </a:lnTo>
                <a:lnTo>
                  <a:pt x="414" y="49"/>
                </a:lnTo>
                <a:lnTo>
                  <a:pt x="425" y="68"/>
                </a:lnTo>
                <a:lnTo>
                  <a:pt x="431" y="88"/>
                </a:lnTo>
                <a:lnTo>
                  <a:pt x="435" y="107"/>
                </a:lnTo>
                <a:lnTo>
                  <a:pt x="437" y="122"/>
                </a:lnTo>
                <a:lnTo>
                  <a:pt x="439" y="132"/>
                </a:lnTo>
                <a:lnTo>
                  <a:pt x="439" y="136"/>
                </a:lnTo>
                <a:lnTo>
                  <a:pt x="431" y="174"/>
                </a:lnTo>
                <a:lnTo>
                  <a:pt x="416" y="208"/>
                </a:lnTo>
                <a:lnTo>
                  <a:pt x="395" y="238"/>
                </a:lnTo>
                <a:lnTo>
                  <a:pt x="372" y="260"/>
                </a:lnTo>
                <a:lnTo>
                  <a:pt x="350" y="279"/>
                </a:lnTo>
                <a:lnTo>
                  <a:pt x="327" y="295"/>
                </a:lnTo>
                <a:lnTo>
                  <a:pt x="308" y="306"/>
                </a:lnTo>
                <a:lnTo>
                  <a:pt x="295" y="312"/>
                </a:lnTo>
                <a:lnTo>
                  <a:pt x="291" y="313"/>
                </a:lnTo>
                <a:lnTo>
                  <a:pt x="304" y="381"/>
                </a:lnTo>
                <a:lnTo>
                  <a:pt x="376" y="381"/>
                </a:lnTo>
                <a:lnTo>
                  <a:pt x="412" y="385"/>
                </a:lnTo>
                <a:lnTo>
                  <a:pt x="442" y="395"/>
                </a:lnTo>
                <a:lnTo>
                  <a:pt x="467" y="408"/>
                </a:lnTo>
                <a:lnTo>
                  <a:pt x="488" y="425"/>
                </a:lnTo>
                <a:lnTo>
                  <a:pt x="503" y="446"/>
                </a:lnTo>
                <a:lnTo>
                  <a:pt x="516" y="465"/>
                </a:lnTo>
                <a:lnTo>
                  <a:pt x="524" y="484"/>
                </a:lnTo>
                <a:lnTo>
                  <a:pt x="531" y="501"/>
                </a:lnTo>
                <a:lnTo>
                  <a:pt x="533" y="516"/>
                </a:lnTo>
                <a:lnTo>
                  <a:pt x="535" y="525"/>
                </a:lnTo>
                <a:lnTo>
                  <a:pt x="537" y="527"/>
                </a:lnTo>
                <a:lnTo>
                  <a:pt x="533" y="561"/>
                </a:lnTo>
                <a:lnTo>
                  <a:pt x="522" y="591"/>
                </a:lnTo>
                <a:lnTo>
                  <a:pt x="507" y="616"/>
                </a:lnTo>
                <a:lnTo>
                  <a:pt x="488" y="637"/>
                </a:lnTo>
                <a:lnTo>
                  <a:pt x="467" y="652"/>
                </a:lnTo>
                <a:lnTo>
                  <a:pt x="446" y="665"/>
                </a:lnTo>
                <a:lnTo>
                  <a:pt x="429" y="673"/>
                </a:lnTo>
                <a:lnTo>
                  <a:pt x="418" y="678"/>
                </a:lnTo>
                <a:lnTo>
                  <a:pt x="414" y="678"/>
                </a:lnTo>
                <a:lnTo>
                  <a:pt x="416" y="682"/>
                </a:lnTo>
                <a:lnTo>
                  <a:pt x="420" y="692"/>
                </a:lnTo>
                <a:lnTo>
                  <a:pt x="425" y="707"/>
                </a:lnTo>
                <a:lnTo>
                  <a:pt x="431" y="728"/>
                </a:lnTo>
                <a:lnTo>
                  <a:pt x="437" y="750"/>
                </a:lnTo>
                <a:lnTo>
                  <a:pt x="439" y="777"/>
                </a:lnTo>
                <a:lnTo>
                  <a:pt x="433" y="809"/>
                </a:lnTo>
                <a:lnTo>
                  <a:pt x="422" y="833"/>
                </a:lnTo>
                <a:lnTo>
                  <a:pt x="407" y="854"/>
                </a:lnTo>
                <a:lnTo>
                  <a:pt x="390" y="871"/>
                </a:lnTo>
                <a:lnTo>
                  <a:pt x="371" y="883"/>
                </a:lnTo>
                <a:lnTo>
                  <a:pt x="352" y="892"/>
                </a:lnTo>
                <a:lnTo>
                  <a:pt x="335" y="900"/>
                </a:lnTo>
                <a:lnTo>
                  <a:pt x="320" y="903"/>
                </a:lnTo>
                <a:lnTo>
                  <a:pt x="310" y="905"/>
                </a:lnTo>
                <a:lnTo>
                  <a:pt x="308" y="905"/>
                </a:lnTo>
                <a:lnTo>
                  <a:pt x="255" y="903"/>
                </a:lnTo>
                <a:lnTo>
                  <a:pt x="212" y="900"/>
                </a:lnTo>
                <a:lnTo>
                  <a:pt x="180" y="892"/>
                </a:lnTo>
                <a:lnTo>
                  <a:pt x="153" y="883"/>
                </a:lnTo>
                <a:lnTo>
                  <a:pt x="136" y="869"/>
                </a:lnTo>
                <a:lnTo>
                  <a:pt x="125" y="854"/>
                </a:lnTo>
                <a:lnTo>
                  <a:pt x="117" y="837"/>
                </a:lnTo>
                <a:lnTo>
                  <a:pt x="113" y="816"/>
                </a:lnTo>
                <a:lnTo>
                  <a:pt x="113" y="796"/>
                </a:lnTo>
                <a:lnTo>
                  <a:pt x="117" y="771"/>
                </a:lnTo>
                <a:lnTo>
                  <a:pt x="127" y="750"/>
                </a:lnTo>
                <a:lnTo>
                  <a:pt x="142" y="735"/>
                </a:lnTo>
                <a:lnTo>
                  <a:pt x="159" y="724"/>
                </a:lnTo>
                <a:lnTo>
                  <a:pt x="178" y="716"/>
                </a:lnTo>
                <a:lnTo>
                  <a:pt x="195" y="712"/>
                </a:lnTo>
                <a:lnTo>
                  <a:pt x="210" y="709"/>
                </a:lnTo>
                <a:lnTo>
                  <a:pt x="221" y="709"/>
                </a:lnTo>
                <a:lnTo>
                  <a:pt x="225" y="709"/>
                </a:lnTo>
                <a:lnTo>
                  <a:pt x="250" y="712"/>
                </a:lnTo>
                <a:lnTo>
                  <a:pt x="267" y="720"/>
                </a:lnTo>
                <a:lnTo>
                  <a:pt x="280" y="733"/>
                </a:lnTo>
                <a:lnTo>
                  <a:pt x="289" y="748"/>
                </a:lnTo>
                <a:lnTo>
                  <a:pt x="293" y="763"/>
                </a:lnTo>
                <a:lnTo>
                  <a:pt x="297" y="775"/>
                </a:lnTo>
                <a:lnTo>
                  <a:pt x="297" y="784"/>
                </a:lnTo>
                <a:lnTo>
                  <a:pt x="297" y="788"/>
                </a:lnTo>
                <a:lnTo>
                  <a:pt x="293" y="807"/>
                </a:lnTo>
                <a:lnTo>
                  <a:pt x="284" y="822"/>
                </a:lnTo>
                <a:lnTo>
                  <a:pt x="272" y="835"/>
                </a:lnTo>
                <a:lnTo>
                  <a:pt x="261" y="847"/>
                </a:lnTo>
                <a:lnTo>
                  <a:pt x="251" y="852"/>
                </a:lnTo>
                <a:lnTo>
                  <a:pt x="248" y="854"/>
                </a:lnTo>
                <a:lnTo>
                  <a:pt x="251" y="862"/>
                </a:lnTo>
                <a:lnTo>
                  <a:pt x="259" y="866"/>
                </a:lnTo>
                <a:lnTo>
                  <a:pt x="270" y="866"/>
                </a:lnTo>
                <a:lnTo>
                  <a:pt x="280" y="866"/>
                </a:lnTo>
                <a:lnTo>
                  <a:pt x="284" y="866"/>
                </a:lnTo>
                <a:lnTo>
                  <a:pt x="312" y="862"/>
                </a:lnTo>
                <a:lnTo>
                  <a:pt x="337" y="854"/>
                </a:lnTo>
                <a:lnTo>
                  <a:pt x="355" y="841"/>
                </a:lnTo>
                <a:lnTo>
                  <a:pt x="371" y="826"/>
                </a:lnTo>
                <a:lnTo>
                  <a:pt x="382" y="809"/>
                </a:lnTo>
                <a:lnTo>
                  <a:pt x="390" y="794"/>
                </a:lnTo>
                <a:lnTo>
                  <a:pt x="393" y="780"/>
                </a:lnTo>
                <a:lnTo>
                  <a:pt x="395" y="773"/>
                </a:lnTo>
                <a:lnTo>
                  <a:pt x="395" y="769"/>
                </a:lnTo>
                <a:lnTo>
                  <a:pt x="388" y="733"/>
                </a:lnTo>
                <a:lnTo>
                  <a:pt x="380" y="709"/>
                </a:lnTo>
                <a:lnTo>
                  <a:pt x="372" y="692"/>
                </a:lnTo>
                <a:lnTo>
                  <a:pt x="365" y="684"/>
                </a:lnTo>
                <a:lnTo>
                  <a:pt x="359" y="680"/>
                </a:lnTo>
                <a:lnTo>
                  <a:pt x="355" y="678"/>
                </a:lnTo>
                <a:lnTo>
                  <a:pt x="354" y="678"/>
                </a:lnTo>
                <a:lnTo>
                  <a:pt x="208" y="678"/>
                </a:lnTo>
                <a:lnTo>
                  <a:pt x="163" y="676"/>
                </a:lnTo>
                <a:lnTo>
                  <a:pt x="125" y="669"/>
                </a:lnTo>
                <a:lnTo>
                  <a:pt x="93" y="656"/>
                </a:lnTo>
                <a:lnTo>
                  <a:pt x="68" y="641"/>
                </a:lnTo>
                <a:lnTo>
                  <a:pt x="47" y="622"/>
                </a:lnTo>
                <a:lnTo>
                  <a:pt x="30" y="601"/>
                </a:lnTo>
                <a:lnTo>
                  <a:pt x="19" y="580"/>
                </a:lnTo>
                <a:lnTo>
                  <a:pt x="9" y="559"/>
                </a:lnTo>
                <a:lnTo>
                  <a:pt x="4" y="540"/>
                </a:lnTo>
                <a:lnTo>
                  <a:pt x="2" y="521"/>
                </a:lnTo>
                <a:lnTo>
                  <a:pt x="0" y="504"/>
                </a:lnTo>
                <a:lnTo>
                  <a:pt x="0" y="493"/>
                </a:lnTo>
                <a:lnTo>
                  <a:pt x="0" y="485"/>
                </a:lnTo>
                <a:lnTo>
                  <a:pt x="0" y="482"/>
                </a:lnTo>
                <a:lnTo>
                  <a:pt x="4" y="455"/>
                </a:lnTo>
                <a:lnTo>
                  <a:pt x="11" y="431"/>
                </a:lnTo>
                <a:lnTo>
                  <a:pt x="23" y="412"/>
                </a:lnTo>
                <a:lnTo>
                  <a:pt x="36" y="397"/>
                </a:lnTo>
                <a:lnTo>
                  <a:pt x="47" y="385"/>
                </a:lnTo>
                <a:lnTo>
                  <a:pt x="57" y="378"/>
                </a:lnTo>
                <a:lnTo>
                  <a:pt x="60" y="376"/>
                </a:lnTo>
                <a:lnTo>
                  <a:pt x="227" y="259"/>
                </a:lnTo>
                <a:lnTo>
                  <a:pt x="225" y="259"/>
                </a:lnTo>
                <a:lnTo>
                  <a:pt x="221" y="255"/>
                </a:lnTo>
                <a:lnTo>
                  <a:pt x="217" y="247"/>
                </a:lnTo>
                <a:lnTo>
                  <a:pt x="214" y="236"/>
                </a:lnTo>
                <a:lnTo>
                  <a:pt x="208" y="217"/>
                </a:lnTo>
                <a:lnTo>
                  <a:pt x="204" y="192"/>
                </a:lnTo>
                <a:lnTo>
                  <a:pt x="200" y="158"/>
                </a:lnTo>
                <a:lnTo>
                  <a:pt x="200" y="115"/>
                </a:lnTo>
                <a:lnTo>
                  <a:pt x="202" y="83"/>
                </a:lnTo>
                <a:lnTo>
                  <a:pt x="212" y="56"/>
                </a:lnTo>
                <a:lnTo>
                  <a:pt x="223" y="37"/>
                </a:lnTo>
                <a:lnTo>
                  <a:pt x="238" y="22"/>
                </a:lnTo>
                <a:lnTo>
                  <a:pt x="255" y="13"/>
                </a:lnTo>
                <a:lnTo>
                  <a:pt x="272" y="5"/>
                </a:lnTo>
                <a:lnTo>
                  <a:pt x="289" y="1"/>
                </a:lnTo>
                <a:lnTo>
                  <a:pt x="304" y="1"/>
                </a:lnTo>
                <a:lnTo>
                  <a:pt x="31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solidFill>
                <a:schemeClr val="accent2"/>
              </a:solidFill>
            </a:endParaRPr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1100692" y="4581128"/>
            <a:ext cx="1080000" cy="996415"/>
          </a:xfrm>
          <a:custGeom>
            <a:avLst/>
            <a:gdLst>
              <a:gd name="T0" fmla="*/ 573 w 982"/>
              <a:gd name="T1" fmla="*/ 287 h 906"/>
              <a:gd name="T2" fmla="*/ 615 w 982"/>
              <a:gd name="T3" fmla="*/ 363 h 906"/>
              <a:gd name="T4" fmla="*/ 632 w 982"/>
              <a:gd name="T5" fmla="*/ 452 h 906"/>
              <a:gd name="T6" fmla="*/ 617 w 982"/>
              <a:gd name="T7" fmla="*/ 539 h 906"/>
              <a:gd name="T8" fmla="*/ 575 w 982"/>
              <a:gd name="T9" fmla="*/ 615 h 906"/>
              <a:gd name="T10" fmla="*/ 511 w 982"/>
              <a:gd name="T11" fmla="*/ 584 h 906"/>
              <a:gd name="T12" fmla="*/ 547 w 982"/>
              <a:gd name="T13" fmla="*/ 541 h 906"/>
              <a:gd name="T14" fmla="*/ 562 w 982"/>
              <a:gd name="T15" fmla="*/ 484 h 906"/>
              <a:gd name="T16" fmla="*/ 558 w 982"/>
              <a:gd name="T17" fmla="*/ 416 h 906"/>
              <a:gd name="T18" fmla="*/ 530 w 982"/>
              <a:gd name="T19" fmla="*/ 355 h 906"/>
              <a:gd name="T20" fmla="*/ 543 w 982"/>
              <a:gd name="T21" fmla="*/ 257 h 906"/>
              <a:gd name="T22" fmla="*/ 380 w 982"/>
              <a:gd name="T23" fmla="*/ 210 h 906"/>
              <a:gd name="T24" fmla="*/ 407 w 982"/>
              <a:gd name="T25" fmla="*/ 219 h 906"/>
              <a:gd name="T26" fmla="*/ 416 w 982"/>
              <a:gd name="T27" fmla="*/ 236 h 906"/>
              <a:gd name="T28" fmla="*/ 418 w 982"/>
              <a:gd name="T29" fmla="*/ 244 h 906"/>
              <a:gd name="T30" fmla="*/ 416 w 982"/>
              <a:gd name="T31" fmla="*/ 683 h 906"/>
              <a:gd name="T32" fmla="*/ 401 w 982"/>
              <a:gd name="T33" fmla="*/ 696 h 906"/>
              <a:gd name="T34" fmla="*/ 384 w 982"/>
              <a:gd name="T35" fmla="*/ 700 h 906"/>
              <a:gd name="T36" fmla="*/ 346 w 982"/>
              <a:gd name="T37" fmla="*/ 698 h 906"/>
              <a:gd name="T38" fmla="*/ 191 w 982"/>
              <a:gd name="T39" fmla="*/ 582 h 906"/>
              <a:gd name="T40" fmla="*/ 155 w 982"/>
              <a:gd name="T41" fmla="*/ 565 h 906"/>
              <a:gd name="T42" fmla="*/ 136 w 982"/>
              <a:gd name="T43" fmla="*/ 560 h 906"/>
              <a:gd name="T44" fmla="*/ 46 w 982"/>
              <a:gd name="T45" fmla="*/ 558 h 906"/>
              <a:gd name="T46" fmla="*/ 13 w 982"/>
              <a:gd name="T47" fmla="*/ 539 h 906"/>
              <a:gd name="T48" fmla="*/ 2 w 982"/>
              <a:gd name="T49" fmla="*/ 512 h 906"/>
              <a:gd name="T50" fmla="*/ 0 w 982"/>
              <a:gd name="T51" fmla="*/ 493 h 906"/>
              <a:gd name="T52" fmla="*/ 0 w 982"/>
              <a:gd name="T53" fmla="*/ 420 h 906"/>
              <a:gd name="T54" fmla="*/ 12 w 982"/>
              <a:gd name="T55" fmla="*/ 382 h 906"/>
              <a:gd name="T56" fmla="*/ 34 w 982"/>
              <a:gd name="T57" fmla="*/ 361 h 906"/>
              <a:gd name="T58" fmla="*/ 57 w 982"/>
              <a:gd name="T59" fmla="*/ 352 h 906"/>
              <a:gd name="T60" fmla="*/ 68 w 982"/>
              <a:gd name="T61" fmla="*/ 350 h 906"/>
              <a:gd name="T62" fmla="*/ 165 w 982"/>
              <a:gd name="T63" fmla="*/ 346 h 906"/>
              <a:gd name="T64" fmla="*/ 195 w 982"/>
              <a:gd name="T65" fmla="*/ 327 h 906"/>
              <a:gd name="T66" fmla="*/ 206 w 982"/>
              <a:gd name="T67" fmla="*/ 316 h 906"/>
              <a:gd name="T68" fmla="*/ 676 w 982"/>
              <a:gd name="T69" fmla="*/ 125 h 906"/>
              <a:gd name="T70" fmla="*/ 757 w 982"/>
              <a:gd name="T71" fmla="*/ 240 h 906"/>
              <a:gd name="T72" fmla="*/ 800 w 982"/>
              <a:gd name="T73" fmla="*/ 378 h 906"/>
              <a:gd name="T74" fmla="*/ 802 w 982"/>
              <a:gd name="T75" fmla="*/ 516 h 906"/>
              <a:gd name="T76" fmla="*/ 772 w 982"/>
              <a:gd name="T77" fmla="*/ 633 h 906"/>
              <a:gd name="T78" fmla="*/ 711 w 982"/>
              <a:gd name="T79" fmla="*/ 736 h 906"/>
              <a:gd name="T80" fmla="*/ 626 w 982"/>
              <a:gd name="T81" fmla="*/ 718 h 906"/>
              <a:gd name="T82" fmla="*/ 696 w 982"/>
              <a:gd name="T83" fmla="*/ 626 h 906"/>
              <a:gd name="T84" fmla="*/ 734 w 982"/>
              <a:gd name="T85" fmla="*/ 514 h 906"/>
              <a:gd name="T86" fmla="*/ 734 w 982"/>
              <a:gd name="T87" fmla="*/ 391 h 906"/>
              <a:gd name="T88" fmla="*/ 698 w 982"/>
              <a:gd name="T89" fmla="*/ 282 h 906"/>
              <a:gd name="T90" fmla="*/ 630 w 982"/>
              <a:gd name="T91" fmla="*/ 191 h 906"/>
              <a:gd name="T92" fmla="*/ 810 w 982"/>
              <a:gd name="T93" fmla="*/ 0 h 906"/>
              <a:gd name="T94" fmla="*/ 902 w 982"/>
              <a:gd name="T95" fmla="*/ 132 h 906"/>
              <a:gd name="T96" fmla="*/ 961 w 982"/>
              <a:gd name="T97" fmla="*/ 284 h 906"/>
              <a:gd name="T98" fmla="*/ 982 w 982"/>
              <a:gd name="T99" fmla="*/ 452 h 906"/>
              <a:gd name="T100" fmla="*/ 961 w 982"/>
              <a:gd name="T101" fmla="*/ 620 h 906"/>
              <a:gd name="T102" fmla="*/ 902 w 982"/>
              <a:gd name="T103" fmla="*/ 773 h 906"/>
              <a:gd name="T104" fmla="*/ 810 w 982"/>
              <a:gd name="T105" fmla="*/ 906 h 906"/>
              <a:gd name="T106" fmla="*/ 804 w 982"/>
              <a:gd name="T107" fmla="*/ 788 h 906"/>
              <a:gd name="T108" fmla="*/ 872 w 982"/>
              <a:gd name="T109" fmla="*/ 666 h 906"/>
              <a:gd name="T110" fmla="*/ 908 w 982"/>
              <a:gd name="T111" fmla="*/ 526 h 906"/>
              <a:gd name="T112" fmla="*/ 908 w 982"/>
              <a:gd name="T113" fmla="*/ 378 h 906"/>
              <a:gd name="T114" fmla="*/ 872 w 982"/>
              <a:gd name="T115" fmla="*/ 238 h 906"/>
              <a:gd name="T116" fmla="*/ 804 w 982"/>
              <a:gd name="T117" fmla="*/ 115 h 906"/>
              <a:gd name="T118" fmla="*/ 810 w 982"/>
              <a:gd name="T119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82" h="906">
                <a:moveTo>
                  <a:pt x="543" y="257"/>
                </a:moveTo>
                <a:lnTo>
                  <a:pt x="573" y="287"/>
                </a:lnTo>
                <a:lnTo>
                  <a:pt x="598" y="323"/>
                </a:lnTo>
                <a:lnTo>
                  <a:pt x="615" y="363"/>
                </a:lnTo>
                <a:lnTo>
                  <a:pt x="628" y="407"/>
                </a:lnTo>
                <a:lnTo>
                  <a:pt x="632" y="452"/>
                </a:lnTo>
                <a:lnTo>
                  <a:pt x="628" y="497"/>
                </a:lnTo>
                <a:lnTo>
                  <a:pt x="617" y="539"/>
                </a:lnTo>
                <a:lnTo>
                  <a:pt x="598" y="579"/>
                </a:lnTo>
                <a:lnTo>
                  <a:pt x="575" y="615"/>
                </a:lnTo>
                <a:lnTo>
                  <a:pt x="545" y="645"/>
                </a:lnTo>
                <a:lnTo>
                  <a:pt x="511" y="584"/>
                </a:lnTo>
                <a:lnTo>
                  <a:pt x="532" y="563"/>
                </a:lnTo>
                <a:lnTo>
                  <a:pt x="547" y="541"/>
                </a:lnTo>
                <a:lnTo>
                  <a:pt x="556" y="512"/>
                </a:lnTo>
                <a:lnTo>
                  <a:pt x="562" y="484"/>
                </a:lnTo>
                <a:lnTo>
                  <a:pt x="564" y="452"/>
                </a:lnTo>
                <a:lnTo>
                  <a:pt x="558" y="416"/>
                </a:lnTo>
                <a:lnTo>
                  <a:pt x="547" y="384"/>
                </a:lnTo>
                <a:lnTo>
                  <a:pt x="530" y="355"/>
                </a:lnTo>
                <a:lnTo>
                  <a:pt x="507" y="331"/>
                </a:lnTo>
                <a:lnTo>
                  <a:pt x="543" y="257"/>
                </a:lnTo>
                <a:close/>
                <a:moveTo>
                  <a:pt x="346" y="210"/>
                </a:moveTo>
                <a:lnTo>
                  <a:pt x="380" y="210"/>
                </a:lnTo>
                <a:lnTo>
                  <a:pt x="396" y="212"/>
                </a:lnTo>
                <a:lnTo>
                  <a:pt x="407" y="219"/>
                </a:lnTo>
                <a:lnTo>
                  <a:pt x="413" y="227"/>
                </a:lnTo>
                <a:lnTo>
                  <a:pt x="416" y="236"/>
                </a:lnTo>
                <a:lnTo>
                  <a:pt x="418" y="242"/>
                </a:lnTo>
                <a:lnTo>
                  <a:pt x="418" y="244"/>
                </a:lnTo>
                <a:lnTo>
                  <a:pt x="418" y="667"/>
                </a:lnTo>
                <a:lnTo>
                  <a:pt x="416" y="683"/>
                </a:lnTo>
                <a:lnTo>
                  <a:pt x="409" y="692"/>
                </a:lnTo>
                <a:lnTo>
                  <a:pt x="401" y="696"/>
                </a:lnTo>
                <a:lnTo>
                  <a:pt x="392" y="700"/>
                </a:lnTo>
                <a:lnTo>
                  <a:pt x="384" y="700"/>
                </a:lnTo>
                <a:lnTo>
                  <a:pt x="382" y="700"/>
                </a:lnTo>
                <a:lnTo>
                  <a:pt x="346" y="698"/>
                </a:lnTo>
                <a:lnTo>
                  <a:pt x="208" y="596"/>
                </a:lnTo>
                <a:lnTo>
                  <a:pt x="191" y="582"/>
                </a:lnTo>
                <a:lnTo>
                  <a:pt x="172" y="571"/>
                </a:lnTo>
                <a:lnTo>
                  <a:pt x="155" y="565"/>
                </a:lnTo>
                <a:lnTo>
                  <a:pt x="142" y="562"/>
                </a:lnTo>
                <a:lnTo>
                  <a:pt x="136" y="560"/>
                </a:lnTo>
                <a:lnTo>
                  <a:pt x="70" y="560"/>
                </a:lnTo>
                <a:lnTo>
                  <a:pt x="46" y="558"/>
                </a:lnTo>
                <a:lnTo>
                  <a:pt x="27" y="550"/>
                </a:lnTo>
                <a:lnTo>
                  <a:pt x="13" y="539"/>
                </a:lnTo>
                <a:lnTo>
                  <a:pt x="6" y="526"/>
                </a:lnTo>
                <a:lnTo>
                  <a:pt x="2" y="512"/>
                </a:lnTo>
                <a:lnTo>
                  <a:pt x="0" y="501"/>
                </a:lnTo>
                <a:lnTo>
                  <a:pt x="0" y="493"/>
                </a:lnTo>
                <a:lnTo>
                  <a:pt x="0" y="490"/>
                </a:lnTo>
                <a:lnTo>
                  <a:pt x="0" y="420"/>
                </a:lnTo>
                <a:lnTo>
                  <a:pt x="4" y="399"/>
                </a:lnTo>
                <a:lnTo>
                  <a:pt x="12" y="382"/>
                </a:lnTo>
                <a:lnTo>
                  <a:pt x="21" y="369"/>
                </a:lnTo>
                <a:lnTo>
                  <a:pt x="34" y="361"/>
                </a:lnTo>
                <a:lnTo>
                  <a:pt x="48" y="355"/>
                </a:lnTo>
                <a:lnTo>
                  <a:pt x="57" y="352"/>
                </a:lnTo>
                <a:lnTo>
                  <a:pt x="65" y="350"/>
                </a:lnTo>
                <a:lnTo>
                  <a:pt x="68" y="350"/>
                </a:lnTo>
                <a:lnTo>
                  <a:pt x="142" y="350"/>
                </a:lnTo>
                <a:lnTo>
                  <a:pt x="165" y="346"/>
                </a:lnTo>
                <a:lnTo>
                  <a:pt x="184" y="338"/>
                </a:lnTo>
                <a:lnTo>
                  <a:pt x="195" y="327"/>
                </a:lnTo>
                <a:lnTo>
                  <a:pt x="205" y="318"/>
                </a:lnTo>
                <a:lnTo>
                  <a:pt x="206" y="316"/>
                </a:lnTo>
                <a:lnTo>
                  <a:pt x="346" y="210"/>
                </a:lnTo>
                <a:close/>
                <a:moveTo>
                  <a:pt x="676" y="125"/>
                </a:moveTo>
                <a:lnTo>
                  <a:pt x="721" y="180"/>
                </a:lnTo>
                <a:lnTo>
                  <a:pt x="757" y="240"/>
                </a:lnTo>
                <a:lnTo>
                  <a:pt x="783" y="306"/>
                </a:lnTo>
                <a:lnTo>
                  <a:pt x="800" y="378"/>
                </a:lnTo>
                <a:lnTo>
                  <a:pt x="808" y="452"/>
                </a:lnTo>
                <a:lnTo>
                  <a:pt x="802" y="516"/>
                </a:lnTo>
                <a:lnTo>
                  <a:pt x="791" y="575"/>
                </a:lnTo>
                <a:lnTo>
                  <a:pt x="772" y="633"/>
                </a:lnTo>
                <a:lnTo>
                  <a:pt x="745" y="686"/>
                </a:lnTo>
                <a:lnTo>
                  <a:pt x="711" y="736"/>
                </a:lnTo>
                <a:lnTo>
                  <a:pt x="674" y="781"/>
                </a:lnTo>
                <a:lnTo>
                  <a:pt x="626" y="718"/>
                </a:lnTo>
                <a:lnTo>
                  <a:pt x="664" y="675"/>
                </a:lnTo>
                <a:lnTo>
                  <a:pt x="696" y="626"/>
                </a:lnTo>
                <a:lnTo>
                  <a:pt x="719" y="571"/>
                </a:lnTo>
                <a:lnTo>
                  <a:pt x="734" y="514"/>
                </a:lnTo>
                <a:lnTo>
                  <a:pt x="740" y="452"/>
                </a:lnTo>
                <a:lnTo>
                  <a:pt x="734" y="391"/>
                </a:lnTo>
                <a:lnTo>
                  <a:pt x="721" y="335"/>
                </a:lnTo>
                <a:lnTo>
                  <a:pt x="698" y="282"/>
                </a:lnTo>
                <a:lnTo>
                  <a:pt x="668" y="233"/>
                </a:lnTo>
                <a:lnTo>
                  <a:pt x="630" y="191"/>
                </a:lnTo>
                <a:lnTo>
                  <a:pt x="676" y="125"/>
                </a:lnTo>
                <a:close/>
                <a:moveTo>
                  <a:pt x="810" y="0"/>
                </a:moveTo>
                <a:lnTo>
                  <a:pt x="859" y="64"/>
                </a:lnTo>
                <a:lnTo>
                  <a:pt x="902" y="132"/>
                </a:lnTo>
                <a:lnTo>
                  <a:pt x="937" y="206"/>
                </a:lnTo>
                <a:lnTo>
                  <a:pt x="961" y="284"/>
                </a:lnTo>
                <a:lnTo>
                  <a:pt x="978" y="367"/>
                </a:lnTo>
                <a:lnTo>
                  <a:pt x="982" y="452"/>
                </a:lnTo>
                <a:lnTo>
                  <a:pt x="978" y="539"/>
                </a:lnTo>
                <a:lnTo>
                  <a:pt x="961" y="620"/>
                </a:lnTo>
                <a:lnTo>
                  <a:pt x="937" y="700"/>
                </a:lnTo>
                <a:lnTo>
                  <a:pt x="902" y="773"/>
                </a:lnTo>
                <a:lnTo>
                  <a:pt x="861" y="841"/>
                </a:lnTo>
                <a:lnTo>
                  <a:pt x="810" y="906"/>
                </a:lnTo>
                <a:lnTo>
                  <a:pt x="759" y="843"/>
                </a:lnTo>
                <a:lnTo>
                  <a:pt x="804" y="788"/>
                </a:lnTo>
                <a:lnTo>
                  <a:pt x="842" y="730"/>
                </a:lnTo>
                <a:lnTo>
                  <a:pt x="872" y="666"/>
                </a:lnTo>
                <a:lnTo>
                  <a:pt x="895" y="597"/>
                </a:lnTo>
                <a:lnTo>
                  <a:pt x="908" y="526"/>
                </a:lnTo>
                <a:lnTo>
                  <a:pt x="914" y="452"/>
                </a:lnTo>
                <a:lnTo>
                  <a:pt x="908" y="378"/>
                </a:lnTo>
                <a:lnTo>
                  <a:pt x="895" y="306"/>
                </a:lnTo>
                <a:lnTo>
                  <a:pt x="872" y="238"/>
                </a:lnTo>
                <a:lnTo>
                  <a:pt x="840" y="176"/>
                </a:lnTo>
                <a:lnTo>
                  <a:pt x="804" y="115"/>
                </a:lnTo>
                <a:lnTo>
                  <a:pt x="759" y="61"/>
                </a:lnTo>
                <a:lnTo>
                  <a:pt x="81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2756766" y="4545124"/>
            <a:ext cx="1080000" cy="1041854"/>
          </a:xfrm>
          <a:custGeom>
            <a:avLst/>
            <a:gdLst>
              <a:gd name="T0" fmla="*/ 232 w 906"/>
              <a:gd name="T1" fmla="*/ 251 h 874"/>
              <a:gd name="T2" fmla="*/ 249 w 906"/>
              <a:gd name="T3" fmla="*/ 274 h 874"/>
              <a:gd name="T4" fmla="*/ 248 w 906"/>
              <a:gd name="T5" fmla="*/ 562 h 874"/>
              <a:gd name="T6" fmla="*/ 232 w 906"/>
              <a:gd name="T7" fmla="*/ 603 h 874"/>
              <a:gd name="T8" fmla="*/ 217 w 906"/>
              <a:gd name="T9" fmla="*/ 626 h 874"/>
              <a:gd name="T10" fmla="*/ 246 w 906"/>
              <a:gd name="T11" fmla="*/ 669 h 874"/>
              <a:gd name="T12" fmla="*/ 231 w 906"/>
              <a:gd name="T13" fmla="*/ 709 h 874"/>
              <a:gd name="T14" fmla="*/ 231 w 906"/>
              <a:gd name="T15" fmla="*/ 724 h 874"/>
              <a:gd name="T16" fmla="*/ 246 w 906"/>
              <a:gd name="T17" fmla="*/ 781 h 874"/>
              <a:gd name="T18" fmla="*/ 249 w 906"/>
              <a:gd name="T19" fmla="*/ 836 h 874"/>
              <a:gd name="T20" fmla="*/ 238 w 906"/>
              <a:gd name="T21" fmla="*/ 864 h 874"/>
              <a:gd name="T22" fmla="*/ 215 w 906"/>
              <a:gd name="T23" fmla="*/ 874 h 874"/>
              <a:gd name="T24" fmla="*/ 132 w 906"/>
              <a:gd name="T25" fmla="*/ 864 h 874"/>
              <a:gd name="T26" fmla="*/ 125 w 906"/>
              <a:gd name="T27" fmla="*/ 841 h 874"/>
              <a:gd name="T28" fmla="*/ 121 w 906"/>
              <a:gd name="T29" fmla="*/ 599 h 874"/>
              <a:gd name="T30" fmla="*/ 94 w 906"/>
              <a:gd name="T31" fmla="*/ 565 h 874"/>
              <a:gd name="T32" fmla="*/ 43 w 906"/>
              <a:gd name="T33" fmla="*/ 550 h 874"/>
              <a:gd name="T34" fmla="*/ 7 w 906"/>
              <a:gd name="T35" fmla="*/ 505 h 874"/>
              <a:gd name="T36" fmla="*/ 0 w 906"/>
              <a:gd name="T37" fmla="*/ 465 h 874"/>
              <a:gd name="T38" fmla="*/ 4 w 906"/>
              <a:gd name="T39" fmla="*/ 316 h 874"/>
              <a:gd name="T40" fmla="*/ 39 w 906"/>
              <a:gd name="T41" fmla="*/ 267 h 874"/>
              <a:gd name="T42" fmla="*/ 83 w 906"/>
              <a:gd name="T43" fmla="*/ 251 h 874"/>
              <a:gd name="T44" fmla="*/ 804 w 906"/>
              <a:gd name="T45" fmla="*/ 30 h 874"/>
              <a:gd name="T46" fmla="*/ 811 w 906"/>
              <a:gd name="T47" fmla="*/ 766 h 874"/>
              <a:gd name="T48" fmla="*/ 807 w 906"/>
              <a:gd name="T49" fmla="*/ 779 h 874"/>
              <a:gd name="T50" fmla="*/ 800 w 906"/>
              <a:gd name="T51" fmla="*/ 779 h 874"/>
              <a:gd name="T52" fmla="*/ 792 w 906"/>
              <a:gd name="T53" fmla="*/ 773 h 874"/>
              <a:gd name="T54" fmla="*/ 787 w 906"/>
              <a:gd name="T55" fmla="*/ 768 h 874"/>
              <a:gd name="T56" fmla="*/ 777 w 906"/>
              <a:gd name="T57" fmla="*/ 756 h 874"/>
              <a:gd name="T58" fmla="*/ 734 w 906"/>
              <a:gd name="T59" fmla="*/ 707 h 874"/>
              <a:gd name="T60" fmla="*/ 647 w 906"/>
              <a:gd name="T61" fmla="*/ 643 h 874"/>
              <a:gd name="T62" fmla="*/ 509 w 906"/>
              <a:gd name="T63" fmla="*/ 586 h 874"/>
              <a:gd name="T64" fmla="*/ 314 w 906"/>
              <a:gd name="T65" fmla="*/ 562 h 874"/>
              <a:gd name="T66" fmla="*/ 293 w 906"/>
              <a:gd name="T67" fmla="*/ 556 h 874"/>
              <a:gd name="T68" fmla="*/ 282 w 906"/>
              <a:gd name="T69" fmla="*/ 280 h 874"/>
              <a:gd name="T70" fmla="*/ 283 w 906"/>
              <a:gd name="T71" fmla="*/ 265 h 874"/>
              <a:gd name="T72" fmla="*/ 312 w 906"/>
              <a:gd name="T73" fmla="*/ 250 h 874"/>
              <a:gd name="T74" fmla="*/ 357 w 906"/>
              <a:gd name="T75" fmla="*/ 250 h 874"/>
              <a:gd name="T76" fmla="*/ 467 w 906"/>
              <a:gd name="T77" fmla="*/ 236 h 874"/>
              <a:gd name="T78" fmla="*/ 607 w 906"/>
              <a:gd name="T79" fmla="*/ 191 h 874"/>
              <a:gd name="T80" fmla="*/ 741 w 906"/>
              <a:gd name="T81" fmla="*/ 95 h 874"/>
              <a:gd name="T82" fmla="*/ 785 w 906"/>
              <a:gd name="T83" fmla="*/ 42 h 874"/>
              <a:gd name="T84" fmla="*/ 804 w 906"/>
              <a:gd name="T85" fmla="*/ 30 h 874"/>
              <a:gd name="T86" fmla="*/ 902 w 906"/>
              <a:gd name="T87" fmla="*/ 15 h 874"/>
              <a:gd name="T88" fmla="*/ 902 w 906"/>
              <a:gd name="T89" fmla="*/ 796 h 874"/>
              <a:gd name="T90" fmla="*/ 858 w 906"/>
              <a:gd name="T91" fmla="*/ 807 h 874"/>
              <a:gd name="T92" fmla="*/ 843 w 906"/>
              <a:gd name="T93" fmla="*/ 32 h 874"/>
              <a:gd name="T94" fmla="*/ 874 w 906"/>
              <a:gd name="T95" fmla="*/ 0 h 8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906" h="874">
                <a:moveTo>
                  <a:pt x="96" y="250"/>
                </a:moveTo>
                <a:lnTo>
                  <a:pt x="217" y="250"/>
                </a:lnTo>
                <a:lnTo>
                  <a:pt x="232" y="251"/>
                </a:lnTo>
                <a:lnTo>
                  <a:pt x="242" y="259"/>
                </a:lnTo>
                <a:lnTo>
                  <a:pt x="248" y="267"/>
                </a:lnTo>
                <a:lnTo>
                  <a:pt x="249" y="274"/>
                </a:lnTo>
                <a:lnTo>
                  <a:pt x="249" y="280"/>
                </a:lnTo>
                <a:lnTo>
                  <a:pt x="249" y="284"/>
                </a:lnTo>
                <a:lnTo>
                  <a:pt x="248" y="562"/>
                </a:lnTo>
                <a:lnTo>
                  <a:pt x="246" y="575"/>
                </a:lnTo>
                <a:lnTo>
                  <a:pt x="240" y="588"/>
                </a:lnTo>
                <a:lnTo>
                  <a:pt x="232" y="603"/>
                </a:lnTo>
                <a:lnTo>
                  <a:pt x="225" y="615"/>
                </a:lnTo>
                <a:lnTo>
                  <a:pt x="219" y="624"/>
                </a:lnTo>
                <a:lnTo>
                  <a:pt x="217" y="626"/>
                </a:lnTo>
                <a:lnTo>
                  <a:pt x="234" y="639"/>
                </a:lnTo>
                <a:lnTo>
                  <a:pt x="244" y="652"/>
                </a:lnTo>
                <a:lnTo>
                  <a:pt x="246" y="669"/>
                </a:lnTo>
                <a:lnTo>
                  <a:pt x="244" y="684"/>
                </a:lnTo>
                <a:lnTo>
                  <a:pt x="238" y="698"/>
                </a:lnTo>
                <a:lnTo>
                  <a:pt x="231" y="709"/>
                </a:lnTo>
                <a:lnTo>
                  <a:pt x="225" y="717"/>
                </a:lnTo>
                <a:lnTo>
                  <a:pt x="223" y="720"/>
                </a:lnTo>
                <a:lnTo>
                  <a:pt x="231" y="724"/>
                </a:lnTo>
                <a:lnTo>
                  <a:pt x="236" y="739"/>
                </a:lnTo>
                <a:lnTo>
                  <a:pt x="242" y="758"/>
                </a:lnTo>
                <a:lnTo>
                  <a:pt x="246" y="781"/>
                </a:lnTo>
                <a:lnTo>
                  <a:pt x="248" y="802"/>
                </a:lnTo>
                <a:lnTo>
                  <a:pt x="249" y="822"/>
                </a:lnTo>
                <a:lnTo>
                  <a:pt x="249" y="836"/>
                </a:lnTo>
                <a:lnTo>
                  <a:pt x="249" y="841"/>
                </a:lnTo>
                <a:lnTo>
                  <a:pt x="246" y="855"/>
                </a:lnTo>
                <a:lnTo>
                  <a:pt x="238" y="864"/>
                </a:lnTo>
                <a:lnTo>
                  <a:pt x="227" y="870"/>
                </a:lnTo>
                <a:lnTo>
                  <a:pt x="219" y="874"/>
                </a:lnTo>
                <a:lnTo>
                  <a:pt x="215" y="874"/>
                </a:lnTo>
                <a:lnTo>
                  <a:pt x="157" y="874"/>
                </a:lnTo>
                <a:lnTo>
                  <a:pt x="142" y="872"/>
                </a:lnTo>
                <a:lnTo>
                  <a:pt x="132" y="864"/>
                </a:lnTo>
                <a:lnTo>
                  <a:pt x="126" y="857"/>
                </a:lnTo>
                <a:lnTo>
                  <a:pt x="125" y="847"/>
                </a:lnTo>
                <a:lnTo>
                  <a:pt x="125" y="841"/>
                </a:lnTo>
                <a:lnTo>
                  <a:pt x="125" y="840"/>
                </a:lnTo>
                <a:lnTo>
                  <a:pt x="125" y="620"/>
                </a:lnTo>
                <a:lnTo>
                  <a:pt x="121" y="599"/>
                </a:lnTo>
                <a:lnTo>
                  <a:pt x="113" y="584"/>
                </a:lnTo>
                <a:lnTo>
                  <a:pt x="104" y="573"/>
                </a:lnTo>
                <a:lnTo>
                  <a:pt x="94" y="565"/>
                </a:lnTo>
                <a:lnTo>
                  <a:pt x="92" y="563"/>
                </a:lnTo>
                <a:lnTo>
                  <a:pt x="64" y="560"/>
                </a:lnTo>
                <a:lnTo>
                  <a:pt x="43" y="550"/>
                </a:lnTo>
                <a:lnTo>
                  <a:pt x="26" y="537"/>
                </a:lnTo>
                <a:lnTo>
                  <a:pt x="15" y="522"/>
                </a:lnTo>
                <a:lnTo>
                  <a:pt x="7" y="505"/>
                </a:lnTo>
                <a:lnTo>
                  <a:pt x="4" y="488"/>
                </a:lnTo>
                <a:lnTo>
                  <a:pt x="2" y="475"/>
                </a:lnTo>
                <a:lnTo>
                  <a:pt x="0" y="465"/>
                </a:lnTo>
                <a:lnTo>
                  <a:pt x="0" y="463"/>
                </a:lnTo>
                <a:lnTo>
                  <a:pt x="0" y="342"/>
                </a:lnTo>
                <a:lnTo>
                  <a:pt x="4" y="316"/>
                </a:lnTo>
                <a:lnTo>
                  <a:pt x="13" y="295"/>
                </a:lnTo>
                <a:lnTo>
                  <a:pt x="24" y="278"/>
                </a:lnTo>
                <a:lnTo>
                  <a:pt x="39" y="267"/>
                </a:lnTo>
                <a:lnTo>
                  <a:pt x="56" y="259"/>
                </a:lnTo>
                <a:lnTo>
                  <a:pt x="72" y="253"/>
                </a:lnTo>
                <a:lnTo>
                  <a:pt x="83" y="251"/>
                </a:lnTo>
                <a:lnTo>
                  <a:pt x="92" y="250"/>
                </a:lnTo>
                <a:lnTo>
                  <a:pt x="96" y="250"/>
                </a:lnTo>
                <a:close/>
                <a:moveTo>
                  <a:pt x="804" y="30"/>
                </a:moveTo>
                <a:lnTo>
                  <a:pt x="809" y="34"/>
                </a:lnTo>
                <a:lnTo>
                  <a:pt x="811" y="45"/>
                </a:lnTo>
                <a:lnTo>
                  <a:pt x="811" y="766"/>
                </a:lnTo>
                <a:lnTo>
                  <a:pt x="811" y="771"/>
                </a:lnTo>
                <a:lnTo>
                  <a:pt x="809" y="777"/>
                </a:lnTo>
                <a:lnTo>
                  <a:pt x="807" y="779"/>
                </a:lnTo>
                <a:lnTo>
                  <a:pt x="806" y="781"/>
                </a:lnTo>
                <a:lnTo>
                  <a:pt x="804" y="781"/>
                </a:lnTo>
                <a:lnTo>
                  <a:pt x="800" y="779"/>
                </a:lnTo>
                <a:lnTo>
                  <a:pt x="798" y="777"/>
                </a:lnTo>
                <a:lnTo>
                  <a:pt x="794" y="775"/>
                </a:lnTo>
                <a:lnTo>
                  <a:pt x="792" y="773"/>
                </a:lnTo>
                <a:lnTo>
                  <a:pt x="788" y="771"/>
                </a:lnTo>
                <a:lnTo>
                  <a:pt x="787" y="770"/>
                </a:lnTo>
                <a:lnTo>
                  <a:pt x="787" y="768"/>
                </a:lnTo>
                <a:lnTo>
                  <a:pt x="785" y="768"/>
                </a:lnTo>
                <a:lnTo>
                  <a:pt x="783" y="764"/>
                </a:lnTo>
                <a:lnTo>
                  <a:pt x="777" y="756"/>
                </a:lnTo>
                <a:lnTo>
                  <a:pt x="768" y="743"/>
                </a:lnTo>
                <a:lnTo>
                  <a:pt x="753" y="726"/>
                </a:lnTo>
                <a:lnTo>
                  <a:pt x="734" y="707"/>
                </a:lnTo>
                <a:lnTo>
                  <a:pt x="711" y="686"/>
                </a:lnTo>
                <a:lnTo>
                  <a:pt x="681" y="664"/>
                </a:lnTo>
                <a:lnTo>
                  <a:pt x="647" y="643"/>
                </a:lnTo>
                <a:lnTo>
                  <a:pt x="607" y="622"/>
                </a:lnTo>
                <a:lnTo>
                  <a:pt x="562" y="603"/>
                </a:lnTo>
                <a:lnTo>
                  <a:pt x="509" y="586"/>
                </a:lnTo>
                <a:lnTo>
                  <a:pt x="452" y="573"/>
                </a:lnTo>
                <a:lnTo>
                  <a:pt x="386" y="565"/>
                </a:lnTo>
                <a:lnTo>
                  <a:pt x="314" y="562"/>
                </a:lnTo>
                <a:lnTo>
                  <a:pt x="310" y="562"/>
                </a:lnTo>
                <a:lnTo>
                  <a:pt x="302" y="560"/>
                </a:lnTo>
                <a:lnTo>
                  <a:pt x="293" y="556"/>
                </a:lnTo>
                <a:lnTo>
                  <a:pt x="285" y="546"/>
                </a:lnTo>
                <a:lnTo>
                  <a:pt x="282" y="533"/>
                </a:lnTo>
                <a:lnTo>
                  <a:pt x="282" y="280"/>
                </a:lnTo>
                <a:lnTo>
                  <a:pt x="282" y="276"/>
                </a:lnTo>
                <a:lnTo>
                  <a:pt x="282" y="272"/>
                </a:lnTo>
                <a:lnTo>
                  <a:pt x="283" y="265"/>
                </a:lnTo>
                <a:lnTo>
                  <a:pt x="287" y="257"/>
                </a:lnTo>
                <a:lnTo>
                  <a:pt x="297" y="251"/>
                </a:lnTo>
                <a:lnTo>
                  <a:pt x="312" y="250"/>
                </a:lnTo>
                <a:lnTo>
                  <a:pt x="318" y="250"/>
                </a:lnTo>
                <a:lnTo>
                  <a:pt x="333" y="250"/>
                </a:lnTo>
                <a:lnTo>
                  <a:pt x="357" y="250"/>
                </a:lnTo>
                <a:lnTo>
                  <a:pt x="388" y="248"/>
                </a:lnTo>
                <a:lnTo>
                  <a:pt x="425" y="244"/>
                </a:lnTo>
                <a:lnTo>
                  <a:pt x="467" y="236"/>
                </a:lnTo>
                <a:lnTo>
                  <a:pt x="510" y="225"/>
                </a:lnTo>
                <a:lnTo>
                  <a:pt x="558" y="210"/>
                </a:lnTo>
                <a:lnTo>
                  <a:pt x="607" y="191"/>
                </a:lnTo>
                <a:lnTo>
                  <a:pt x="654" y="164"/>
                </a:lnTo>
                <a:lnTo>
                  <a:pt x="700" y="134"/>
                </a:lnTo>
                <a:lnTo>
                  <a:pt x="741" y="95"/>
                </a:lnTo>
                <a:lnTo>
                  <a:pt x="779" y="49"/>
                </a:lnTo>
                <a:lnTo>
                  <a:pt x="781" y="47"/>
                </a:lnTo>
                <a:lnTo>
                  <a:pt x="785" y="42"/>
                </a:lnTo>
                <a:lnTo>
                  <a:pt x="792" y="36"/>
                </a:lnTo>
                <a:lnTo>
                  <a:pt x="798" y="32"/>
                </a:lnTo>
                <a:lnTo>
                  <a:pt x="804" y="30"/>
                </a:lnTo>
                <a:close/>
                <a:moveTo>
                  <a:pt x="874" y="0"/>
                </a:moveTo>
                <a:lnTo>
                  <a:pt x="891" y="4"/>
                </a:lnTo>
                <a:lnTo>
                  <a:pt x="902" y="15"/>
                </a:lnTo>
                <a:lnTo>
                  <a:pt x="906" y="32"/>
                </a:lnTo>
                <a:lnTo>
                  <a:pt x="906" y="781"/>
                </a:lnTo>
                <a:lnTo>
                  <a:pt x="902" y="796"/>
                </a:lnTo>
                <a:lnTo>
                  <a:pt x="891" y="807"/>
                </a:lnTo>
                <a:lnTo>
                  <a:pt x="874" y="811"/>
                </a:lnTo>
                <a:lnTo>
                  <a:pt x="858" y="807"/>
                </a:lnTo>
                <a:lnTo>
                  <a:pt x="847" y="796"/>
                </a:lnTo>
                <a:lnTo>
                  <a:pt x="843" y="781"/>
                </a:lnTo>
                <a:lnTo>
                  <a:pt x="843" y="32"/>
                </a:lnTo>
                <a:lnTo>
                  <a:pt x="847" y="15"/>
                </a:lnTo>
                <a:lnTo>
                  <a:pt x="858" y="4"/>
                </a:lnTo>
                <a:lnTo>
                  <a:pt x="87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4473370" y="4545124"/>
            <a:ext cx="947682" cy="1080000"/>
          </a:xfrm>
          <a:custGeom>
            <a:avLst/>
            <a:gdLst>
              <a:gd name="T0" fmla="*/ 693 w 795"/>
              <a:gd name="T1" fmla="*/ 815 h 906"/>
              <a:gd name="T2" fmla="*/ 759 w 795"/>
              <a:gd name="T3" fmla="*/ 796 h 906"/>
              <a:gd name="T4" fmla="*/ 40 w 795"/>
              <a:gd name="T5" fmla="*/ 777 h 906"/>
              <a:gd name="T6" fmla="*/ 89 w 795"/>
              <a:gd name="T7" fmla="*/ 828 h 906"/>
              <a:gd name="T8" fmla="*/ 72 w 795"/>
              <a:gd name="T9" fmla="*/ 760 h 906"/>
              <a:gd name="T10" fmla="*/ 704 w 795"/>
              <a:gd name="T11" fmla="*/ 718 h 906"/>
              <a:gd name="T12" fmla="*/ 755 w 795"/>
              <a:gd name="T13" fmla="*/ 669 h 906"/>
              <a:gd name="T14" fmla="*/ 38 w 795"/>
              <a:gd name="T15" fmla="*/ 669 h 906"/>
              <a:gd name="T16" fmla="*/ 89 w 795"/>
              <a:gd name="T17" fmla="*/ 718 h 906"/>
              <a:gd name="T18" fmla="*/ 70 w 795"/>
              <a:gd name="T19" fmla="*/ 650 h 906"/>
              <a:gd name="T20" fmla="*/ 148 w 795"/>
              <a:gd name="T21" fmla="*/ 851 h 906"/>
              <a:gd name="T22" fmla="*/ 651 w 795"/>
              <a:gd name="T23" fmla="*/ 832 h 906"/>
              <a:gd name="T24" fmla="*/ 721 w 795"/>
              <a:gd name="T25" fmla="*/ 543 h 906"/>
              <a:gd name="T26" fmla="*/ 704 w 795"/>
              <a:gd name="T27" fmla="*/ 611 h 906"/>
              <a:gd name="T28" fmla="*/ 759 w 795"/>
              <a:gd name="T29" fmla="*/ 579 h 906"/>
              <a:gd name="T30" fmla="*/ 51 w 795"/>
              <a:gd name="T31" fmla="*/ 546 h 906"/>
              <a:gd name="T32" fmla="*/ 70 w 795"/>
              <a:gd name="T33" fmla="*/ 615 h 906"/>
              <a:gd name="T34" fmla="*/ 102 w 795"/>
              <a:gd name="T35" fmla="*/ 560 h 906"/>
              <a:gd name="T36" fmla="*/ 691 w 795"/>
              <a:gd name="T37" fmla="*/ 450 h 906"/>
              <a:gd name="T38" fmla="*/ 753 w 795"/>
              <a:gd name="T39" fmla="*/ 488 h 906"/>
              <a:gd name="T40" fmla="*/ 51 w 795"/>
              <a:gd name="T41" fmla="*/ 439 h 906"/>
              <a:gd name="T42" fmla="*/ 89 w 795"/>
              <a:gd name="T43" fmla="*/ 501 h 906"/>
              <a:gd name="T44" fmla="*/ 723 w 795"/>
              <a:gd name="T45" fmla="*/ 325 h 906"/>
              <a:gd name="T46" fmla="*/ 704 w 795"/>
              <a:gd name="T47" fmla="*/ 393 h 906"/>
              <a:gd name="T48" fmla="*/ 753 w 795"/>
              <a:gd name="T49" fmla="*/ 342 h 906"/>
              <a:gd name="T50" fmla="*/ 34 w 795"/>
              <a:gd name="T51" fmla="*/ 359 h 906"/>
              <a:gd name="T52" fmla="*/ 102 w 795"/>
              <a:gd name="T53" fmla="*/ 380 h 906"/>
              <a:gd name="T54" fmla="*/ 180 w 795"/>
              <a:gd name="T55" fmla="*/ 325 h 906"/>
              <a:gd name="T56" fmla="*/ 161 w 795"/>
              <a:gd name="T57" fmla="*/ 575 h 906"/>
              <a:gd name="T58" fmla="*/ 651 w 795"/>
              <a:gd name="T59" fmla="*/ 361 h 906"/>
              <a:gd name="T60" fmla="*/ 706 w 795"/>
              <a:gd name="T61" fmla="*/ 221 h 906"/>
              <a:gd name="T62" fmla="*/ 723 w 795"/>
              <a:gd name="T63" fmla="*/ 289 h 906"/>
              <a:gd name="T64" fmla="*/ 742 w 795"/>
              <a:gd name="T65" fmla="*/ 221 h 906"/>
              <a:gd name="T66" fmla="*/ 36 w 795"/>
              <a:gd name="T67" fmla="*/ 253 h 906"/>
              <a:gd name="T68" fmla="*/ 108 w 795"/>
              <a:gd name="T69" fmla="*/ 253 h 906"/>
              <a:gd name="T70" fmla="*/ 704 w 795"/>
              <a:gd name="T71" fmla="*/ 112 h 906"/>
              <a:gd name="T72" fmla="*/ 723 w 795"/>
              <a:gd name="T73" fmla="*/ 182 h 906"/>
              <a:gd name="T74" fmla="*/ 740 w 795"/>
              <a:gd name="T75" fmla="*/ 112 h 906"/>
              <a:gd name="T76" fmla="*/ 34 w 795"/>
              <a:gd name="T77" fmla="*/ 146 h 906"/>
              <a:gd name="T78" fmla="*/ 106 w 795"/>
              <a:gd name="T79" fmla="*/ 146 h 906"/>
              <a:gd name="T80" fmla="*/ 161 w 795"/>
              <a:gd name="T81" fmla="*/ 42 h 906"/>
              <a:gd name="T82" fmla="*/ 180 w 795"/>
              <a:gd name="T83" fmla="*/ 289 h 906"/>
              <a:gd name="T84" fmla="*/ 645 w 795"/>
              <a:gd name="T85" fmla="*/ 55 h 906"/>
              <a:gd name="T86" fmla="*/ 691 w 795"/>
              <a:gd name="T87" fmla="*/ 17 h 906"/>
              <a:gd name="T88" fmla="*/ 742 w 795"/>
              <a:gd name="T89" fmla="*/ 64 h 906"/>
              <a:gd name="T90" fmla="*/ 747 w 795"/>
              <a:gd name="T91" fmla="*/ 4 h 906"/>
              <a:gd name="T92" fmla="*/ 795 w 795"/>
              <a:gd name="T93" fmla="*/ 70 h 906"/>
              <a:gd name="T94" fmla="*/ 768 w 795"/>
              <a:gd name="T95" fmla="*/ 894 h 906"/>
              <a:gd name="T96" fmla="*/ 747 w 795"/>
              <a:gd name="T97" fmla="*/ 877 h 906"/>
              <a:gd name="T98" fmla="*/ 691 w 795"/>
              <a:gd name="T99" fmla="*/ 887 h 906"/>
              <a:gd name="T100" fmla="*/ 82 w 795"/>
              <a:gd name="T101" fmla="*/ 872 h 906"/>
              <a:gd name="T102" fmla="*/ 40 w 795"/>
              <a:gd name="T103" fmla="*/ 898 h 906"/>
              <a:gd name="T104" fmla="*/ 0 w 795"/>
              <a:gd name="T105" fmla="*/ 851 h 906"/>
              <a:gd name="T106" fmla="*/ 21 w 795"/>
              <a:gd name="T107" fmla="*/ 17 h 906"/>
              <a:gd name="T108" fmla="*/ 34 w 795"/>
              <a:gd name="T109" fmla="*/ 34 h 906"/>
              <a:gd name="T110" fmla="*/ 102 w 795"/>
              <a:gd name="T111" fmla="*/ 53 h 906"/>
              <a:gd name="T112" fmla="*/ 70 w 795"/>
              <a:gd name="T113" fmla="*/ 0 h 906"/>
              <a:gd name="T114" fmla="*/ 59 w 795"/>
              <a:gd name="T115" fmla="*/ 2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95" h="906">
                <a:moveTo>
                  <a:pt x="723" y="760"/>
                </a:moveTo>
                <a:lnTo>
                  <a:pt x="704" y="764"/>
                </a:lnTo>
                <a:lnTo>
                  <a:pt x="693" y="777"/>
                </a:lnTo>
                <a:lnTo>
                  <a:pt x="687" y="796"/>
                </a:lnTo>
                <a:lnTo>
                  <a:pt x="687" y="798"/>
                </a:lnTo>
                <a:lnTo>
                  <a:pt x="693" y="815"/>
                </a:lnTo>
                <a:lnTo>
                  <a:pt x="704" y="828"/>
                </a:lnTo>
                <a:lnTo>
                  <a:pt x="723" y="832"/>
                </a:lnTo>
                <a:lnTo>
                  <a:pt x="742" y="828"/>
                </a:lnTo>
                <a:lnTo>
                  <a:pt x="755" y="815"/>
                </a:lnTo>
                <a:lnTo>
                  <a:pt x="759" y="798"/>
                </a:lnTo>
                <a:lnTo>
                  <a:pt x="759" y="796"/>
                </a:lnTo>
                <a:lnTo>
                  <a:pt x="755" y="777"/>
                </a:lnTo>
                <a:lnTo>
                  <a:pt x="742" y="764"/>
                </a:lnTo>
                <a:lnTo>
                  <a:pt x="723" y="760"/>
                </a:lnTo>
                <a:close/>
                <a:moveTo>
                  <a:pt x="72" y="760"/>
                </a:moveTo>
                <a:lnTo>
                  <a:pt x="53" y="764"/>
                </a:lnTo>
                <a:lnTo>
                  <a:pt x="40" y="777"/>
                </a:lnTo>
                <a:lnTo>
                  <a:pt x="34" y="796"/>
                </a:lnTo>
                <a:lnTo>
                  <a:pt x="34" y="798"/>
                </a:lnTo>
                <a:lnTo>
                  <a:pt x="40" y="815"/>
                </a:lnTo>
                <a:lnTo>
                  <a:pt x="53" y="828"/>
                </a:lnTo>
                <a:lnTo>
                  <a:pt x="72" y="832"/>
                </a:lnTo>
                <a:lnTo>
                  <a:pt x="89" y="828"/>
                </a:lnTo>
                <a:lnTo>
                  <a:pt x="102" y="815"/>
                </a:lnTo>
                <a:lnTo>
                  <a:pt x="108" y="798"/>
                </a:lnTo>
                <a:lnTo>
                  <a:pt x="108" y="796"/>
                </a:lnTo>
                <a:lnTo>
                  <a:pt x="102" y="777"/>
                </a:lnTo>
                <a:lnTo>
                  <a:pt x="89" y="764"/>
                </a:lnTo>
                <a:lnTo>
                  <a:pt x="72" y="760"/>
                </a:lnTo>
                <a:close/>
                <a:moveTo>
                  <a:pt x="721" y="650"/>
                </a:moveTo>
                <a:lnTo>
                  <a:pt x="704" y="656"/>
                </a:lnTo>
                <a:lnTo>
                  <a:pt x="691" y="669"/>
                </a:lnTo>
                <a:lnTo>
                  <a:pt x="685" y="686"/>
                </a:lnTo>
                <a:lnTo>
                  <a:pt x="691" y="705"/>
                </a:lnTo>
                <a:lnTo>
                  <a:pt x="704" y="718"/>
                </a:lnTo>
                <a:lnTo>
                  <a:pt x="721" y="724"/>
                </a:lnTo>
                <a:lnTo>
                  <a:pt x="723" y="724"/>
                </a:lnTo>
                <a:lnTo>
                  <a:pt x="742" y="718"/>
                </a:lnTo>
                <a:lnTo>
                  <a:pt x="755" y="705"/>
                </a:lnTo>
                <a:lnTo>
                  <a:pt x="759" y="686"/>
                </a:lnTo>
                <a:lnTo>
                  <a:pt x="755" y="669"/>
                </a:lnTo>
                <a:lnTo>
                  <a:pt x="742" y="656"/>
                </a:lnTo>
                <a:lnTo>
                  <a:pt x="723" y="650"/>
                </a:lnTo>
                <a:lnTo>
                  <a:pt x="721" y="650"/>
                </a:lnTo>
                <a:close/>
                <a:moveTo>
                  <a:pt x="70" y="650"/>
                </a:moveTo>
                <a:lnTo>
                  <a:pt x="51" y="656"/>
                </a:lnTo>
                <a:lnTo>
                  <a:pt x="38" y="669"/>
                </a:lnTo>
                <a:lnTo>
                  <a:pt x="34" y="686"/>
                </a:lnTo>
                <a:lnTo>
                  <a:pt x="38" y="705"/>
                </a:lnTo>
                <a:lnTo>
                  <a:pt x="51" y="718"/>
                </a:lnTo>
                <a:lnTo>
                  <a:pt x="70" y="724"/>
                </a:lnTo>
                <a:lnTo>
                  <a:pt x="72" y="724"/>
                </a:lnTo>
                <a:lnTo>
                  <a:pt x="89" y="718"/>
                </a:lnTo>
                <a:lnTo>
                  <a:pt x="102" y="705"/>
                </a:lnTo>
                <a:lnTo>
                  <a:pt x="108" y="686"/>
                </a:lnTo>
                <a:lnTo>
                  <a:pt x="102" y="669"/>
                </a:lnTo>
                <a:lnTo>
                  <a:pt x="89" y="656"/>
                </a:lnTo>
                <a:lnTo>
                  <a:pt x="72" y="650"/>
                </a:lnTo>
                <a:lnTo>
                  <a:pt x="70" y="650"/>
                </a:lnTo>
                <a:close/>
                <a:moveTo>
                  <a:pt x="178" y="615"/>
                </a:moveTo>
                <a:lnTo>
                  <a:pt x="161" y="620"/>
                </a:lnTo>
                <a:lnTo>
                  <a:pt x="148" y="632"/>
                </a:lnTo>
                <a:lnTo>
                  <a:pt x="144" y="650"/>
                </a:lnTo>
                <a:lnTo>
                  <a:pt x="144" y="832"/>
                </a:lnTo>
                <a:lnTo>
                  <a:pt x="148" y="851"/>
                </a:lnTo>
                <a:lnTo>
                  <a:pt x="161" y="864"/>
                </a:lnTo>
                <a:lnTo>
                  <a:pt x="178" y="870"/>
                </a:lnTo>
                <a:lnTo>
                  <a:pt x="615" y="870"/>
                </a:lnTo>
                <a:lnTo>
                  <a:pt x="634" y="864"/>
                </a:lnTo>
                <a:lnTo>
                  <a:pt x="647" y="851"/>
                </a:lnTo>
                <a:lnTo>
                  <a:pt x="651" y="832"/>
                </a:lnTo>
                <a:lnTo>
                  <a:pt x="651" y="650"/>
                </a:lnTo>
                <a:lnTo>
                  <a:pt x="647" y="632"/>
                </a:lnTo>
                <a:lnTo>
                  <a:pt x="634" y="620"/>
                </a:lnTo>
                <a:lnTo>
                  <a:pt x="615" y="615"/>
                </a:lnTo>
                <a:lnTo>
                  <a:pt x="178" y="615"/>
                </a:lnTo>
                <a:close/>
                <a:moveTo>
                  <a:pt x="721" y="543"/>
                </a:moveTo>
                <a:lnTo>
                  <a:pt x="704" y="546"/>
                </a:lnTo>
                <a:lnTo>
                  <a:pt x="691" y="560"/>
                </a:lnTo>
                <a:lnTo>
                  <a:pt x="685" y="579"/>
                </a:lnTo>
                <a:lnTo>
                  <a:pt x="685" y="579"/>
                </a:lnTo>
                <a:lnTo>
                  <a:pt x="691" y="597"/>
                </a:lnTo>
                <a:lnTo>
                  <a:pt x="704" y="611"/>
                </a:lnTo>
                <a:lnTo>
                  <a:pt x="721" y="615"/>
                </a:lnTo>
                <a:lnTo>
                  <a:pt x="723" y="615"/>
                </a:lnTo>
                <a:lnTo>
                  <a:pt x="742" y="611"/>
                </a:lnTo>
                <a:lnTo>
                  <a:pt x="755" y="597"/>
                </a:lnTo>
                <a:lnTo>
                  <a:pt x="759" y="579"/>
                </a:lnTo>
                <a:lnTo>
                  <a:pt x="759" y="579"/>
                </a:lnTo>
                <a:lnTo>
                  <a:pt x="755" y="560"/>
                </a:lnTo>
                <a:lnTo>
                  <a:pt x="742" y="546"/>
                </a:lnTo>
                <a:lnTo>
                  <a:pt x="723" y="543"/>
                </a:lnTo>
                <a:lnTo>
                  <a:pt x="721" y="543"/>
                </a:lnTo>
                <a:close/>
                <a:moveTo>
                  <a:pt x="70" y="543"/>
                </a:moveTo>
                <a:lnTo>
                  <a:pt x="51" y="546"/>
                </a:lnTo>
                <a:lnTo>
                  <a:pt x="38" y="560"/>
                </a:lnTo>
                <a:lnTo>
                  <a:pt x="34" y="579"/>
                </a:lnTo>
                <a:lnTo>
                  <a:pt x="34" y="579"/>
                </a:lnTo>
                <a:lnTo>
                  <a:pt x="38" y="597"/>
                </a:lnTo>
                <a:lnTo>
                  <a:pt x="51" y="611"/>
                </a:lnTo>
                <a:lnTo>
                  <a:pt x="70" y="615"/>
                </a:lnTo>
                <a:lnTo>
                  <a:pt x="72" y="615"/>
                </a:lnTo>
                <a:lnTo>
                  <a:pt x="89" y="611"/>
                </a:lnTo>
                <a:lnTo>
                  <a:pt x="102" y="597"/>
                </a:lnTo>
                <a:lnTo>
                  <a:pt x="108" y="579"/>
                </a:lnTo>
                <a:lnTo>
                  <a:pt x="108" y="579"/>
                </a:lnTo>
                <a:lnTo>
                  <a:pt x="102" y="560"/>
                </a:lnTo>
                <a:lnTo>
                  <a:pt x="89" y="546"/>
                </a:lnTo>
                <a:lnTo>
                  <a:pt x="72" y="543"/>
                </a:lnTo>
                <a:lnTo>
                  <a:pt x="70" y="543"/>
                </a:lnTo>
                <a:close/>
                <a:moveTo>
                  <a:pt x="721" y="433"/>
                </a:moveTo>
                <a:lnTo>
                  <a:pt x="704" y="439"/>
                </a:lnTo>
                <a:lnTo>
                  <a:pt x="691" y="450"/>
                </a:lnTo>
                <a:lnTo>
                  <a:pt x="685" y="469"/>
                </a:lnTo>
                <a:lnTo>
                  <a:pt x="691" y="488"/>
                </a:lnTo>
                <a:lnTo>
                  <a:pt x="704" y="501"/>
                </a:lnTo>
                <a:lnTo>
                  <a:pt x="721" y="505"/>
                </a:lnTo>
                <a:lnTo>
                  <a:pt x="740" y="501"/>
                </a:lnTo>
                <a:lnTo>
                  <a:pt x="753" y="488"/>
                </a:lnTo>
                <a:lnTo>
                  <a:pt x="759" y="469"/>
                </a:lnTo>
                <a:lnTo>
                  <a:pt x="753" y="450"/>
                </a:lnTo>
                <a:lnTo>
                  <a:pt x="740" y="439"/>
                </a:lnTo>
                <a:lnTo>
                  <a:pt x="721" y="433"/>
                </a:lnTo>
                <a:close/>
                <a:moveTo>
                  <a:pt x="70" y="433"/>
                </a:moveTo>
                <a:lnTo>
                  <a:pt x="51" y="439"/>
                </a:lnTo>
                <a:lnTo>
                  <a:pt x="38" y="450"/>
                </a:lnTo>
                <a:lnTo>
                  <a:pt x="34" y="469"/>
                </a:lnTo>
                <a:lnTo>
                  <a:pt x="38" y="488"/>
                </a:lnTo>
                <a:lnTo>
                  <a:pt x="51" y="501"/>
                </a:lnTo>
                <a:lnTo>
                  <a:pt x="70" y="505"/>
                </a:lnTo>
                <a:lnTo>
                  <a:pt x="89" y="501"/>
                </a:lnTo>
                <a:lnTo>
                  <a:pt x="102" y="488"/>
                </a:lnTo>
                <a:lnTo>
                  <a:pt x="106" y="469"/>
                </a:lnTo>
                <a:lnTo>
                  <a:pt x="102" y="450"/>
                </a:lnTo>
                <a:lnTo>
                  <a:pt x="89" y="439"/>
                </a:lnTo>
                <a:lnTo>
                  <a:pt x="70" y="433"/>
                </a:lnTo>
                <a:close/>
                <a:moveTo>
                  <a:pt x="723" y="325"/>
                </a:moveTo>
                <a:lnTo>
                  <a:pt x="704" y="331"/>
                </a:lnTo>
                <a:lnTo>
                  <a:pt x="691" y="342"/>
                </a:lnTo>
                <a:lnTo>
                  <a:pt x="687" y="359"/>
                </a:lnTo>
                <a:lnTo>
                  <a:pt x="687" y="361"/>
                </a:lnTo>
                <a:lnTo>
                  <a:pt x="691" y="380"/>
                </a:lnTo>
                <a:lnTo>
                  <a:pt x="704" y="393"/>
                </a:lnTo>
                <a:lnTo>
                  <a:pt x="723" y="397"/>
                </a:lnTo>
                <a:lnTo>
                  <a:pt x="740" y="393"/>
                </a:lnTo>
                <a:lnTo>
                  <a:pt x="753" y="380"/>
                </a:lnTo>
                <a:lnTo>
                  <a:pt x="759" y="361"/>
                </a:lnTo>
                <a:lnTo>
                  <a:pt x="759" y="359"/>
                </a:lnTo>
                <a:lnTo>
                  <a:pt x="753" y="342"/>
                </a:lnTo>
                <a:lnTo>
                  <a:pt x="740" y="331"/>
                </a:lnTo>
                <a:lnTo>
                  <a:pt x="723" y="325"/>
                </a:lnTo>
                <a:close/>
                <a:moveTo>
                  <a:pt x="70" y="325"/>
                </a:moveTo>
                <a:lnTo>
                  <a:pt x="53" y="331"/>
                </a:lnTo>
                <a:lnTo>
                  <a:pt x="40" y="342"/>
                </a:lnTo>
                <a:lnTo>
                  <a:pt x="34" y="359"/>
                </a:lnTo>
                <a:lnTo>
                  <a:pt x="34" y="361"/>
                </a:lnTo>
                <a:lnTo>
                  <a:pt x="40" y="380"/>
                </a:lnTo>
                <a:lnTo>
                  <a:pt x="53" y="393"/>
                </a:lnTo>
                <a:lnTo>
                  <a:pt x="70" y="397"/>
                </a:lnTo>
                <a:lnTo>
                  <a:pt x="89" y="393"/>
                </a:lnTo>
                <a:lnTo>
                  <a:pt x="102" y="380"/>
                </a:lnTo>
                <a:lnTo>
                  <a:pt x="106" y="361"/>
                </a:lnTo>
                <a:lnTo>
                  <a:pt x="106" y="359"/>
                </a:lnTo>
                <a:lnTo>
                  <a:pt x="102" y="342"/>
                </a:lnTo>
                <a:lnTo>
                  <a:pt x="89" y="331"/>
                </a:lnTo>
                <a:lnTo>
                  <a:pt x="70" y="325"/>
                </a:lnTo>
                <a:close/>
                <a:moveTo>
                  <a:pt x="180" y="325"/>
                </a:moveTo>
                <a:lnTo>
                  <a:pt x="161" y="331"/>
                </a:lnTo>
                <a:lnTo>
                  <a:pt x="148" y="342"/>
                </a:lnTo>
                <a:lnTo>
                  <a:pt x="144" y="361"/>
                </a:lnTo>
                <a:lnTo>
                  <a:pt x="144" y="543"/>
                </a:lnTo>
                <a:lnTo>
                  <a:pt x="148" y="562"/>
                </a:lnTo>
                <a:lnTo>
                  <a:pt x="161" y="575"/>
                </a:lnTo>
                <a:lnTo>
                  <a:pt x="180" y="579"/>
                </a:lnTo>
                <a:lnTo>
                  <a:pt x="615" y="579"/>
                </a:lnTo>
                <a:lnTo>
                  <a:pt x="632" y="575"/>
                </a:lnTo>
                <a:lnTo>
                  <a:pt x="645" y="562"/>
                </a:lnTo>
                <a:lnTo>
                  <a:pt x="651" y="543"/>
                </a:lnTo>
                <a:lnTo>
                  <a:pt x="651" y="361"/>
                </a:lnTo>
                <a:lnTo>
                  <a:pt x="645" y="342"/>
                </a:lnTo>
                <a:lnTo>
                  <a:pt x="632" y="331"/>
                </a:lnTo>
                <a:lnTo>
                  <a:pt x="615" y="325"/>
                </a:lnTo>
                <a:lnTo>
                  <a:pt x="180" y="325"/>
                </a:lnTo>
                <a:close/>
                <a:moveTo>
                  <a:pt x="723" y="217"/>
                </a:moveTo>
                <a:lnTo>
                  <a:pt x="706" y="221"/>
                </a:lnTo>
                <a:lnTo>
                  <a:pt x="693" y="234"/>
                </a:lnTo>
                <a:lnTo>
                  <a:pt x="687" y="251"/>
                </a:lnTo>
                <a:lnTo>
                  <a:pt x="687" y="253"/>
                </a:lnTo>
                <a:lnTo>
                  <a:pt x="693" y="272"/>
                </a:lnTo>
                <a:lnTo>
                  <a:pt x="706" y="284"/>
                </a:lnTo>
                <a:lnTo>
                  <a:pt x="723" y="289"/>
                </a:lnTo>
                <a:lnTo>
                  <a:pt x="742" y="284"/>
                </a:lnTo>
                <a:lnTo>
                  <a:pt x="755" y="272"/>
                </a:lnTo>
                <a:lnTo>
                  <a:pt x="759" y="253"/>
                </a:lnTo>
                <a:lnTo>
                  <a:pt x="759" y="251"/>
                </a:lnTo>
                <a:lnTo>
                  <a:pt x="755" y="234"/>
                </a:lnTo>
                <a:lnTo>
                  <a:pt x="742" y="221"/>
                </a:lnTo>
                <a:lnTo>
                  <a:pt x="723" y="217"/>
                </a:lnTo>
                <a:close/>
                <a:moveTo>
                  <a:pt x="72" y="217"/>
                </a:moveTo>
                <a:lnTo>
                  <a:pt x="53" y="221"/>
                </a:lnTo>
                <a:lnTo>
                  <a:pt x="42" y="234"/>
                </a:lnTo>
                <a:lnTo>
                  <a:pt x="36" y="251"/>
                </a:lnTo>
                <a:lnTo>
                  <a:pt x="36" y="253"/>
                </a:lnTo>
                <a:lnTo>
                  <a:pt x="42" y="272"/>
                </a:lnTo>
                <a:lnTo>
                  <a:pt x="53" y="284"/>
                </a:lnTo>
                <a:lnTo>
                  <a:pt x="72" y="289"/>
                </a:lnTo>
                <a:lnTo>
                  <a:pt x="89" y="284"/>
                </a:lnTo>
                <a:lnTo>
                  <a:pt x="102" y="272"/>
                </a:lnTo>
                <a:lnTo>
                  <a:pt x="108" y="253"/>
                </a:lnTo>
                <a:lnTo>
                  <a:pt x="108" y="251"/>
                </a:lnTo>
                <a:lnTo>
                  <a:pt x="102" y="234"/>
                </a:lnTo>
                <a:lnTo>
                  <a:pt x="89" y="221"/>
                </a:lnTo>
                <a:lnTo>
                  <a:pt x="72" y="217"/>
                </a:lnTo>
                <a:close/>
                <a:moveTo>
                  <a:pt x="723" y="108"/>
                </a:moveTo>
                <a:lnTo>
                  <a:pt x="704" y="112"/>
                </a:lnTo>
                <a:lnTo>
                  <a:pt x="691" y="125"/>
                </a:lnTo>
                <a:lnTo>
                  <a:pt x="687" y="144"/>
                </a:lnTo>
                <a:lnTo>
                  <a:pt x="687" y="146"/>
                </a:lnTo>
                <a:lnTo>
                  <a:pt x="691" y="163"/>
                </a:lnTo>
                <a:lnTo>
                  <a:pt x="704" y="176"/>
                </a:lnTo>
                <a:lnTo>
                  <a:pt x="723" y="182"/>
                </a:lnTo>
                <a:lnTo>
                  <a:pt x="740" y="176"/>
                </a:lnTo>
                <a:lnTo>
                  <a:pt x="753" y="163"/>
                </a:lnTo>
                <a:lnTo>
                  <a:pt x="759" y="146"/>
                </a:lnTo>
                <a:lnTo>
                  <a:pt x="759" y="144"/>
                </a:lnTo>
                <a:lnTo>
                  <a:pt x="753" y="125"/>
                </a:lnTo>
                <a:lnTo>
                  <a:pt x="740" y="112"/>
                </a:lnTo>
                <a:lnTo>
                  <a:pt x="723" y="108"/>
                </a:lnTo>
                <a:close/>
                <a:moveTo>
                  <a:pt x="70" y="106"/>
                </a:moveTo>
                <a:lnTo>
                  <a:pt x="53" y="110"/>
                </a:lnTo>
                <a:lnTo>
                  <a:pt x="40" y="125"/>
                </a:lnTo>
                <a:lnTo>
                  <a:pt x="34" y="144"/>
                </a:lnTo>
                <a:lnTo>
                  <a:pt x="34" y="146"/>
                </a:lnTo>
                <a:lnTo>
                  <a:pt x="40" y="163"/>
                </a:lnTo>
                <a:lnTo>
                  <a:pt x="53" y="176"/>
                </a:lnTo>
                <a:lnTo>
                  <a:pt x="70" y="182"/>
                </a:lnTo>
                <a:lnTo>
                  <a:pt x="89" y="176"/>
                </a:lnTo>
                <a:lnTo>
                  <a:pt x="102" y="163"/>
                </a:lnTo>
                <a:lnTo>
                  <a:pt x="106" y="146"/>
                </a:lnTo>
                <a:lnTo>
                  <a:pt x="106" y="144"/>
                </a:lnTo>
                <a:lnTo>
                  <a:pt x="102" y="125"/>
                </a:lnTo>
                <a:lnTo>
                  <a:pt x="89" y="110"/>
                </a:lnTo>
                <a:lnTo>
                  <a:pt x="70" y="106"/>
                </a:lnTo>
                <a:close/>
                <a:moveTo>
                  <a:pt x="180" y="36"/>
                </a:moveTo>
                <a:lnTo>
                  <a:pt x="161" y="42"/>
                </a:lnTo>
                <a:lnTo>
                  <a:pt x="148" y="55"/>
                </a:lnTo>
                <a:lnTo>
                  <a:pt x="144" y="72"/>
                </a:lnTo>
                <a:lnTo>
                  <a:pt x="144" y="253"/>
                </a:lnTo>
                <a:lnTo>
                  <a:pt x="148" y="272"/>
                </a:lnTo>
                <a:lnTo>
                  <a:pt x="161" y="286"/>
                </a:lnTo>
                <a:lnTo>
                  <a:pt x="180" y="289"/>
                </a:lnTo>
                <a:lnTo>
                  <a:pt x="615" y="289"/>
                </a:lnTo>
                <a:lnTo>
                  <a:pt x="632" y="286"/>
                </a:lnTo>
                <a:lnTo>
                  <a:pt x="645" y="272"/>
                </a:lnTo>
                <a:lnTo>
                  <a:pt x="651" y="253"/>
                </a:lnTo>
                <a:lnTo>
                  <a:pt x="651" y="72"/>
                </a:lnTo>
                <a:lnTo>
                  <a:pt x="645" y="55"/>
                </a:lnTo>
                <a:lnTo>
                  <a:pt x="632" y="42"/>
                </a:lnTo>
                <a:lnTo>
                  <a:pt x="615" y="36"/>
                </a:lnTo>
                <a:lnTo>
                  <a:pt x="180" y="36"/>
                </a:lnTo>
                <a:close/>
                <a:moveTo>
                  <a:pt x="721" y="0"/>
                </a:moveTo>
                <a:lnTo>
                  <a:pt x="704" y="4"/>
                </a:lnTo>
                <a:lnTo>
                  <a:pt x="691" y="17"/>
                </a:lnTo>
                <a:lnTo>
                  <a:pt x="685" y="34"/>
                </a:lnTo>
                <a:lnTo>
                  <a:pt x="691" y="53"/>
                </a:lnTo>
                <a:lnTo>
                  <a:pt x="704" y="64"/>
                </a:lnTo>
                <a:lnTo>
                  <a:pt x="721" y="70"/>
                </a:lnTo>
                <a:lnTo>
                  <a:pt x="723" y="70"/>
                </a:lnTo>
                <a:lnTo>
                  <a:pt x="742" y="64"/>
                </a:lnTo>
                <a:lnTo>
                  <a:pt x="755" y="53"/>
                </a:lnTo>
                <a:lnTo>
                  <a:pt x="759" y="34"/>
                </a:lnTo>
                <a:lnTo>
                  <a:pt x="755" y="17"/>
                </a:lnTo>
                <a:lnTo>
                  <a:pt x="742" y="4"/>
                </a:lnTo>
                <a:lnTo>
                  <a:pt x="723" y="0"/>
                </a:lnTo>
                <a:lnTo>
                  <a:pt x="747" y="4"/>
                </a:lnTo>
                <a:lnTo>
                  <a:pt x="765" y="11"/>
                </a:lnTo>
                <a:lnTo>
                  <a:pt x="778" y="23"/>
                </a:lnTo>
                <a:lnTo>
                  <a:pt x="787" y="36"/>
                </a:lnTo>
                <a:lnTo>
                  <a:pt x="791" y="49"/>
                </a:lnTo>
                <a:lnTo>
                  <a:pt x="795" y="61"/>
                </a:lnTo>
                <a:lnTo>
                  <a:pt x="795" y="70"/>
                </a:lnTo>
                <a:lnTo>
                  <a:pt x="795" y="72"/>
                </a:lnTo>
                <a:lnTo>
                  <a:pt x="795" y="836"/>
                </a:lnTo>
                <a:lnTo>
                  <a:pt x="793" y="853"/>
                </a:lnTo>
                <a:lnTo>
                  <a:pt x="785" y="868"/>
                </a:lnTo>
                <a:lnTo>
                  <a:pt x="778" y="883"/>
                </a:lnTo>
                <a:lnTo>
                  <a:pt x="768" y="894"/>
                </a:lnTo>
                <a:lnTo>
                  <a:pt x="761" y="900"/>
                </a:lnTo>
                <a:lnTo>
                  <a:pt x="759" y="904"/>
                </a:lnTo>
                <a:lnTo>
                  <a:pt x="759" y="902"/>
                </a:lnTo>
                <a:lnTo>
                  <a:pt x="757" y="894"/>
                </a:lnTo>
                <a:lnTo>
                  <a:pt x="755" y="887"/>
                </a:lnTo>
                <a:lnTo>
                  <a:pt x="747" y="877"/>
                </a:lnTo>
                <a:lnTo>
                  <a:pt x="740" y="872"/>
                </a:lnTo>
                <a:lnTo>
                  <a:pt x="725" y="868"/>
                </a:lnTo>
                <a:lnTo>
                  <a:pt x="719" y="868"/>
                </a:lnTo>
                <a:lnTo>
                  <a:pt x="710" y="870"/>
                </a:lnTo>
                <a:lnTo>
                  <a:pt x="700" y="875"/>
                </a:lnTo>
                <a:lnTo>
                  <a:pt x="691" y="887"/>
                </a:lnTo>
                <a:lnTo>
                  <a:pt x="687" y="906"/>
                </a:lnTo>
                <a:lnTo>
                  <a:pt x="106" y="906"/>
                </a:lnTo>
                <a:lnTo>
                  <a:pt x="104" y="891"/>
                </a:lnTo>
                <a:lnTo>
                  <a:pt x="99" y="879"/>
                </a:lnTo>
                <a:lnTo>
                  <a:pt x="89" y="874"/>
                </a:lnTo>
                <a:lnTo>
                  <a:pt x="82" y="872"/>
                </a:lnTo>
                <a:lnTo>
                  <a:pt x="76" y="870"/>
                </a:lnTo>
                <a:lnTo>
                  <a:pt x="72" y="870"/>
                </a:lnTo>
                <a:lnTo>
                  <a:pt x="57" y="874"/>
                </a:lnTo>
                <a:lnTo>
                  <a:pt x="48" y="879"/>
                </a:lnTo>
                <a:lnTo>
                  <a:pt x="42" y="889"/>
                </a:lnTo>
                <a:lnTo>
                  <a:pt x="40" y="898"/>
                </a:lnTo>
                <a:lnTo>
                  <a:pt x="36" y="904"/>
                </a:lnTo>
                <a:lnTo>
                  <a:pt x="33" y="904"/>
                </a:lnTo>
                <a:lnTo>
                  <a:pt x="19" y="894"/>
                </a:lnTo>
                <a:lnTo>
                  <a:pt x="10" y="879"/>
                </a:lnTo>
                <a:lnTo>
                  <a:pt x="4" y="864"/>
                </a:lnTo>
                <a:lnTo>
                  <a:pt x="0" y="851"/>
                </a:lnTo>
                <a:lnTo>
                  <a:pt x="0" y="840"/>
                </a:lnTo>
                <a:lnTo>
                  <a:pt x="0" y="836"/>
                </a:lnTo>
                <a:lnTo>
                  <a:pt x="0" y="70"/>
                </a:lnTo>
                <a:lnTo>
                  <a:pt x="2" y="47"/>
                </a:lnTo>
                <a:lnTo>
                  <a:pt x="10" y="28"/>
                </a:lnTo>
                <a:lnTo>
                  <a:pt x="21" y="17"/>
                </a:lnTo>
                <a:lnTo>
                  <a:pt x="34" y="8"/>
                </a:lnTo>
                <a:lnTo>
                  <a:pt x="48" y="4"/>
                </a:lnTo>
                <a:lnTo>
                  <a:pt x="59" y="2"/>
                </a:lnTo>
                <a:lnTo>
                  <a:pt x="46" y="8"/>
                </a:lnTo>
                <a:lnTo>
                  <a:pt x="38" y="19"/>
                </a:lnTo>
                <a:lnTo>
                  <a:pt x="34" y="34"/>
                </a:lnTo>
                <a:lnTo>
                  <a:pt x="38" y="53"/>
                </a:lnTo>
                <a:lnTo>
                  <a:pt x="51" y="64"/>
                </a:lnTo>
                <a:lnTo>
                  <a:pt x="70" y="70"/>
                </a:lnTo>
                <a:lnTo>
                  <a:pt x="72" y="70"/>
                </a:lnTo>
                <a:lnTo>
                  <a:pt x="89" y="64"/>
                </a:lnTo>
                <a:lnTo>
                  <a:pt x="102" y="53"/>
                </a:lnTo>
                <a:lnTo>
                  <a:pt x="108" y="34"/>
                </a:lnTo>
                <a:lnTo>
                  <a:pt x="104" y="19"/>
                </a:lnTo>
                <a:lnTo>
                  <a:pt x="93" y="8"/>
                </a:lnTo>
                <a:lnTo>
                  <a:pt x="78" y="0"/>
                </a:lnTo>
                <a:lnTo>
                  <a:pt x="721" y="0"/>
                </a:lnTo>
                <a:close/>
                <a:moveTo>
                  <a:pt x="70" y="0"/>
                </a:moveTo>
                <a:lnTo>
                  <a:pt x="72" y="0"/>
                </a:lnTo>
                <a:lnTo>
                  <a:pt x="78" y="0"/>
                </a:lnTo>
                <a:lnTo>
                  <a:pt x="72" y="0"/>
                </a:lnTo>
                <a:lnTo>
                  <a:pt x="70" y="0"/>
                </a:lnTo>
                <a:lnTo>
                  <a:pt x="67" y="0"/>
                </a:lnTo>
                <a:lnTo>
                  <a:pt x="59" y="2"/>
                </a:lnTo>
                <a:lnTo>
                  <a:pt x="65" y="0"/>
                </a:lnTo>
                <a:lnTo>
                  <a:pt x="7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6141132" y="4532719"/>
            <a:ext cx="947682" cy="1080000"/>
          </a:xfrm>
          <a:custGeom>
            <a:avLst/>
            <a:gdLst>
              <a:gd name="T0" fmla="*/ 693 w 795"/>
              <a:gd name="T1" fmla="*/ 815 h 906"/>
              <a:gd name="T2" fmla="*/ 761 w 795"/>
              <a:gd name="T3" fmla="*/ 796 h 906"/>
              <a:gd name="T4" fmla="*/ 42 w 795"/>
              <a:gd name="T5" fmla="*/ 777 h 906"/>
              <a:gd name="T6" fmla="*/ 91 w 795"/>
              <a:gd name="T7" fmla="*/ 828 h 906"/>
              <a:gd name="T8" fmla="*/ 74 w 795"/>
              <a:gd name="T9" fmla="*/ 760 h 906"/>
              <a:gd name="T10" fmla="*/ 704 w 795"/>
              <a:gd name="T11" fmla="*/ 718 h 906"/>
              <a:gd name="T12" fmla="*/ 755 w 795"/>
              <a:gd name="T13" fmla="*/ 669 h 906"/>
              <a:gd name="T14" fmla="*/ 42 w 795"/>
              <a:gd name="T15" fmla="*/ 669 h 906"/>
              <a:gd name="T16" fmla="*/ 93 w 795"/>
              <a:gd name="T17" fmla="*/ 718 h 906"/>
              <a:gd name="T18" fmla="*/ 72 w 795"/>
              <a:gd name="T19" fmla="*/ 652 h 906"/>
              <a:gd name="T20" fmla="*/ 693 w 795"/>
              <a:gd name="T21" fmla="*/ 597 h 906"/>
              <a:gd name="T22" fmla="*/ 761 w 795"/>
              <a:gd name="T23" fmla="*/ 579 h 906"/>
              <a:gd name="T24" fmla="*/ 72 w 795"/>
              <a:gd name="T25" fmla="*/ 543 h 906"/>
              <a:gd name="T26" fmla="*/ 53 w 795"/>
              <a:gd name="T27" fmla="*/ 611 h 906"/>
              <a:gd name="T28" fmla="*/ 110 w 795"/>
              <a:gd name="T29" fmla="*/ 579 h 906"/>
              <a:gd name="T30" fmla="*/ 163 w 795"/>
              <a:gd name="T31" fmla="*/ 475 h 906"/>
              <a:gd name="T32" fmla="*/ 180 w 795"/>
              <a:gd name="T33" fmla="*/ 868 h 906"/>
              <a:gd name="T34" fmla="*/ 647 w 795"/>
              <a:gd name="T35" fmla="*/ 486 h 906"/>
              <a:gd name="T36" fmla="*/ 693 w 795"/>
              <a:gd name="T37" fmla="*/ 452 h 906"/>
              <a:gd name="T38" fmla="*/ 755 w 795"/>
              <a:gd name="T39" fmla="*/ 488 h 906"/>
              <a:gd name="T40" fmla="*/ 53 w 795"/>
              <a:gd name="T41" fmla="*/ 439 h 906"/>
              <a:gd name="T42" fmla="*/ 91 w 795"/>
              <a:gd name="T43" fmla="*/ 501 h 906"/>
              <a:gd name="T44" fmla="*/ 723 w 795"/>
              <a:gd name="T45" fmla="*/ 327 h 906"/>
              <a:gd name="T46" fmla="*/ 706 w 795"/>
              <a:gd name="T47" fmla="*/ 393 h 906"/>
              <a:gd name="T48" fmla="*/ 755 w 795"/>
              <a:gd name="T49" fmla="*/ 342 h 906"/>
              <a:gd name="T50" fmla="*/ 38 w 795"/>
              <a:gd name="T51" fmla="*/ 361 h 906"/>
              <a:gd name="T52" fmla="*/ 104 w 795"/>
              <a:gd name="T53" fmla="*/ 380 h 906"/>
              <a:gd name="T54" fmla="*/ 725 w 795"/>
              <a:gd name="T55" fmla="*/ 217 h 906"/>
              <a:gd name="T56" fmla="*/ 708 w 795"/>
              <a:gd name="T57" fmla="*/ 286 h 906"/>
              <a:gd name="T58" fmla="*/ 755 w 795"/>
              <a:gd name="T59" fmla="*/ 234 h 906"/>
              <a:gd name="T60" fmla="*/ 38 w 795"/>
              <a:gd name="T61" fmla="*/ 251 h 906"/>
              <a:gd name="T62" fmla="*/ 104 w 795"/>
              <a:gd name="T63" fmla="*/ 272 h 906"/>
              <a:gd name="T64" fmla="*/ 723 w 795"/>
              <a:gd name="T65" fmla="*/ 108 h 906"/>
              <a:gd name="T66" fmla="*/ 706 w 795"/>
              <a:gd name="T67" fmla="*/ 178 h 906"/>
              <a:gd name="T68" fmla="*/ 755 w 795"/>
              <a:gd name="T69" fmla="*/ 127 h 906"/>
              <a:gd name="T70" fmla="*/ 38 w 795"/>
              <a:gd name="T71" fmla="*/ 144 h 906"/>
              <a:gd name="T72" fmla="*/ 104 w 795"/>
              <a:gd name="T73" fmla="*/ 164 h 906"/>
              <a:gd name="T74" fmla="*/ 182 w 795"/>
              <a:gd name="T75" fmla="*/ 38 h 906"/>
              <a:gd name="T76" fmla="*/ 163 w 795"/>
              <a:gd name="T77" fmla="*/ 431 h 906"/>
              <a:gd name="T78" fmla="*/ 651 w 795"/>
              <a:gd name="T79" fmla="*/ 74 h 906"/>
              <a:gd name="T80" fmla="*/ 725 w 795"/>
              <a:gd name="T81" fmla="*/ 4 h 906"/>
              <a:gd name="T82" fmla="*/ 704 w 795"/>
              <a:gd name="T83" fmla="*/ 70 h 906"/>
              <a:gd name="T84" fmla="*/ 755 w 795"/>
              <a:gd name="T85" fmla="*/ 21 h 906"/>
              <a:gd name="T86" fmla="*/ 787 w 795"/>
              <a:gd name="T87" fmla="*/ 40 h 906"/>
              <a:gd name="T88" fmla="*/ 793 w 795"/>
              <a:gd name="T89" fmla="*/ 853 h 906"/>
              <a:gd name="T90" fmla="*/ 759 w 795"/>
              <a:gd name="T91" fmla="*/ 902 h 906"/>
              <a:gd name="T92" fmla="*/ 721 w 795"/>
              <a:gd name="T93" fmla="*/ 868 h 906"/>
              <a:gd name="T94" fmla="*/ 106 w 795"/>
              <a:gd name="T95" fmla="*/ 891 h 906"/>
              <a:gd name="T96" fmla="*/ 59 w 795"/>
              <a:gd name="T97" fmla="*/ 874 h 906"/>
              <a:gd name="T98" fmla="*/ 21 w 795"/>
              <a:gd name="T99" fmla="*/ 894 h 906"/>
              <a:gd name="T100" fmla="*/ 0 w 795"/>
              <a:gd name="T101" fmla="*/ 72 h 906"/>
              <a:gd name="T102" fmla="*/ 63 w 795"/>
              <a:gd name="T103" fmla="*/ 2 h 906"/>
              <a:gd name="T104" fmla="*/ 72 w 795"/>
              <a:gd name="T105" fmla="*/ 72 h 906"/>
              <a:gd name="T106" fmla="*/ 95 w 795"/>
              <a:gd name="T107" fmla="*/ 8 h 906"/>
              <a:gd name="T108" fmla="*/ 72 w 795"/>
              <a:gd name="T109" fmla="*/ 0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95" h="906">
                <a:moveTo>
                  <a:pt x="725" y="760"/>
                </a:moveTo>
                <a:lnTo>
                  <a:pt x="706" y="766"/>
                </a:lnTo>
                <a:lnTo>
                  <a:pt x="693" y="777"/>
                </a:lnTo>
                <a:lnTo>
                  <a:pt x="689" y="796"/>
                </a:lnTo>
                <a:lnTo>
                  <a:pt x="689" y="798"/>
                </a:lnTo>
                <a:lnTo>
                  <a:pt x="693" y="815"/>
                </a:lnTo>
                <a:lnTo>
                  <a:pt x="706" y="828"/>
                </a:lnTo>
                <a:lnTo>
                  <a:pt x="725" y="832"/>
                </a:lnTo>
                <a:lnTo>
                  <a:pt x="742" y="828"/>
                </a:lnTo>
                <a:lnTo>
                  <a:pt x="755" y="815"/>
                </a:lnTo>
                <a:lnTo>
                  <a:pt x="761" y="798"/>
                </a:lnTo>
                <a:lnTo>
                  <a:pt x="761" y="796"/>
                </a:lnTo>
                <a:lnTo>
                  <a:pt x="755" y="777"/>
                </a:lnTo>
                <a:lnTo>
                  <a:pt x="742" y="766"/>
                </a:lnTo>
                <a:lnTo>
                  <a:pt x="725" y="760"/>
                </a:lnTo>
                <a:close/>
                <a:moveTo>
                  <a:pt x="74" y="760"/>
                </a:moveTo>
                <a:lnTo>
                  <a:pt x="55" y="766"/>
                </a:lnTo>
                <a:lnTo>
                  <a:pt x="42" y="777"/>
                </a:lnTo>
                <a:lnTo>
                  <a:pt x="38" y="796"/>
                </a:lnTo>
                <a:lnTo>
                  <a:pt x="38" y="798"/>
                </a:lnTo>
                <a:lnTo>
                  <a:pt x="42" y="815"/>
                </a:lnTo>
                <a:lnTo>
                  <a:pt x="55" y="828"/>
                </a:lnTo>
                <a:lnTo>
                  <a:pt x="74" y="832"/>
                </a:lnTo>
                <a:lnTo>
                  <a:pt x="91" y="828"/>
                </a:lnTo>
                <a:lnTo>
                  <a:pt x="104" y="815"/>
                </a:lnTo>
                <a:lnTo>
                  <a:pt x="110" y="798"/>
                </a:lnTo>
                <a:lnTo>
                  <a:pt x="110" y="796"/>
                </a:lnTo>
                <a:lnTo>
                  <a:pt x="104" y="777"/>
                </a:lnTo>
                <a:lnTo>
                  <a:pt x="91" y="766"/>
                </a:lnTo>
                <a:lnTo>
                  <a:pt x="74" y="760"/>
                </a:lnTo>
                <a:close/>
                <a:moveTo>
                  <a:pt x="723" y="652"/>
                </a:moveTo>
                <a:lnTo>
                  <a:pt x="704" y="656"/>
                </a:lnTo>
                <a:lnTo>
                  <a:pt x="693" y="669"/>
                </a:lnTo>
                <a:lnTo>
                  <a:pt x="687" y="686"/>
                </a:lnTo>
                <a:lnTo>
                  <a:pt x="693" y="705"/>
                </a:lnTo>
                <a:lnTo>
                  <a:pt x="704" y="718"/>
                </a:lnTo>
                <a:lnTo>
                  <a:pt x="723" y="724"/>
                </a:lnTo>
                <a:lnTo>
                  <a:pt x="725" y="724"/>
                </a:lnTo>
                <a:lnTo>
                  <a:pt x="742" y="718"/>
                </a:lnTo>
                <a:lnTo>
                  <a:pt x="755" y="705"/>
                </a:lnTo>
                <a:lnTo>
                  <a:pt x="761" y="686"/>
                </a:lnTo>
                <a:lnTo>
                  <a:pt x="755" y="669"/>
                </a:lnTo>
                <a:lnTo>
                  <a:pt x="742" y="656"/>
                </a:lnTo>
                <a:lnTo>
                  <a:pt x="725" y="652"/>
                </a:lnTo>
                <a:lnTo>
                  <a:pt x="723" y="652"/>
                </a:lnTo>
                <a:close/>
                <a:moveTo>
                  <a:pt x="72" y="652"/>
                </a:moveTo>
                <a:lnTo>
                  <a:pt x="53" y="656"/>
                </a:lnTo>
                <a:lnTo>
                  <a:pt x="42" y="669"/>
                </a:lnTo>
                <a:lnTo>
                  <a:pt x="36" y="686"/>
                </a:lnTo>
                <a:lnTo>
                  <a:pt x="42" y="705"/>
                </a:lnTo>
                <a:lnTo>
                  <a:pt x="53" y="718"/>
                </a:lnTo>
                <a:lnTo>
                  <a:pt x="72" y="724"/>
                </a:lnTo>
                <a:lnTo>
                  <a:pt x="74" y="724"/>
                </a:lnTo>
                <a:lnTo>
                  <a:pt x="93" y="718"/>
                </a:lnTo>
                <a:lnTo>
                  <a:pt x="104" y="705"/>
                </a:lnTo>
                <a:lnTo>
                  <a:pt x="110" y="686"/>
                </a:lnTo>
                <a:lnTo>
                  <a:pt x="104" y="669"/>
                </a:lnTo>
                <a:lnTo>
                  <a:pt x="93" y="656"/>
                </a:lnTo>
                <a:lnTo>
                  <a:pt x="74" y="652"/>
                </a:lnTo>
                <a:lnTo>
                  <a:pt x="72" y="652"/>
                </a:lnTo>
                <a:close/>
                <a:moveTo>
                  <a:pt x="723" y="543"/>
                </a:moveTo>
                <a:lnTo>
                  <a:pt x="704" y="548"/>
                </a:lnTo>
                <a:lnTo>
                  <a:pt x="693" y="560"/>
                </a:lnTo>
                <a:lnTo>
                  <a:pt x="687" y="579"/>
                </a:lnTo>
                <a:lnTo>
                  <a:pt x="687" y="579"/>
                </a:lnTo>
                <a:lnTo>
                  <a:pt x="693" y="597"/>
                </a:lnTo>
                <a:lnTo>
                  <a:pt x="704" y="611"/>
                </a:lnTo>
                <a:lnTo>
                  <a:pt x="723" y="615"/>
                </a:lnTo>
                <a:lnTo>
                  <a:pt x="725" y="615"/>
                </a:lnTo>
                <a:lnTo>
                  <a:pt x="742" y="611"/>
                </a:lnTo>
                <a:lnTo>
                  <a:pt x="755" y="597"/>
                </a:lnTo>
                <a:lnTo>
                  <a:pt x="761" y="579"/>
                </a:lnTo>
                <a:lnTo>
                  <a:pt x="761" y="579"/>
                </a:lnTo>
                <a:lnTo>
                  <a:pt x="755" y="560"/>
                </a:lnTo>
                <a:lnTo>
                  <a:pt x="742" y="548"/>
                </a:lnTo>
                <a:lnTo>
                  <a:pt x="725" y="543"/>
                </a:lnTo>
                <a:lnTo>
                  <a:pt x="723" y="543"/>
                </a:lnTo>
                <a:close/>
                <a:moveTo>
                  <a:pt x="72" y="543"/>
                </a:moveTo>
                <a:lnTo>
                  <a:pt x="53" y="548"/>
                </a:lnTo>
                <a:lnTo>
                  <a:pt x="42" y="560"/>
                </a:lnTo>
                <a:lnTo>
                  <a:pt x="36" y="579"/>
                </a:lnTo>
                <a:lnTo>
                  <a:pt x="36" y="579"/>
                </a:lnTo>
                <a:lnTo>
                  <a:pt x="42" y="597"/>
                </a:lnTo>
                <a:lnTo>
                  <a:pt x="53" y="611"/>
                </a:lnTo>
                <a:lnTo>
                  <a:pt x="72" y="615"/>
                </a:lnTo>
                <a:lnTo>
                  <a:pt x="74" y="615"/>
                </a:lnTo>
                <a:lnTo>
                  <a:pt x="91" y="611"/>
                </a:lnTo>
                <a:lnTo>
                  <a:pt x="104" y="597"/>
                </a:lnTo>
                <a:lnTo>
                  <a:pt x="110" y="579"/>
                </a:lnTo>
                <a:lnTo>
                  <a:pt x="110" y="579"/>
                </a:lnTo>
                <a:lnTo>
                  <a:pt x="104" y="560"/>
                </a:lnTo>
                <a:lnTo>
                  <a:pt x="91" y="548"/>
                </a:lnTo>
                <a:lnTo>
                  <a:pt x="74" y="543"/>
                </a:lnTo>
                <a:lnTo>
                  <a:pt x="72" y="543"/>
                </a:lnTo>
                <a:close/>
                <a:moveTo>
                  <a:pt x="180" y="469"/>
                </a:moveTo>
                <a:lnTo>
                  <a:pt x="163" y="475"/>
                </a:lnTo>
                <a:lnTo>
                  <a:pt x="150" y="486"/>
                </a:lnTo>
                <a:lnTo>
                  <a:pt x="146" y="505"/>
                </a:lnTo>
                <a:lnTo>
                  <a:pt x="146" y="836"/>
                </a:lnTo>
                <a:lnTo>
                  <a:pt x="150" y="853"/>
                </a:lnTo>
                <a:lnTo>
                  <a:pt x="163" y="864"/>
                </a:lnTo>
                <a:lnTo>
                  <a:pt x="180" y="868"/>
                </a:lnTo>
                <a:lnTo>
                  <a:pt x="615" y="868"/>
                </a:lnTo>
                <a:lnTo>
                  <a:pt x="634" y="864"/>
                </a:lnTo>
                <a:lnTo>
                  <a:pt x="647" y="853"/>
                </a:lnTo>
                <a:lnTo>
                  <a:pt x="651" y="836"/>
                </a:lnTo>
                <a:lnTo>
                  <a:pt x="651" y="505"/>
                </a:lnTo>
                <a:lnTo>
                  <a:pt x="647" y="486"/>
                </a:lnTo>
                <a:lnTo>
                  <a:pt x="634" y="475"/>
                </a:lnTo>
                <a:lnTo>
                  <a:pt x="615" y="469"/>
                </a:lnTo>
                <a:lnTo>
                  <a:pt x="180" y="469"/>
                </a:lnTo>
                <a:close/>
                <a:moveTo>
                  <a:pt x="723" y="433"/>
                </a:moveTo>
                <a:lnTo>
                  <a:pt x="704" y="439"/>
                </a:lnTo>
                <a:lnTo>
                  <a:pt x="693" y="452"/>
                </a:lnTo>
                <a:lnTo>
                  <a:pt x="687" y="469"/>
                </a:lnTo>
                <a:lnTo>
                  <a:pt x="693" y="488"/>
                </a:lnTo>
                <a:lnTo>
                  <a:pt x="704" y="501"/>
                </a:lnTo>
                <a:lnTo>
                  <a:pt x="723" y="507"/>
                </a:lnTo>
                <a:lnTo>
                  <a:pt x="742" y="501"/>
                </a:lnTo>
                <a:lnTo>
                  <a:pt x="755" y="488"/>
                </a:lnTo>
                <a:lnTo>
                  <a:pt x="759" y="469"/>
                </a:lnTo>
                <a:lnTo>
                  <a:pt x="755" y="452"/>
                </a:lnTo>
                <a:lnTo>
                  <a:pt x="742" y="439"/>
                </a:lnTo>
                <a:lnTo>
                  <a:pt x="723" y="433"/>
                </a:lnTo>
                <a:close/>
                <a:moveTo>
                  <a:pt x="72" y="433"/>
                </a:moveTo>
                <a:lnTo>
                  <a:pt x="53" y="439"/>
                </a:lnTo>
                <a:lnTo>
                  <a:pt x="42" y="452"/>
                </a:lnTo>
                <a:lnTo>
                  <a:pt x="36" y="469"/>
                </a:lnTo>
                <a:lnTo>
                  <a:pt x="42" y="488"/>
                </a:lnTo>
                <a:lnTo>
                  <a:pt x="53" y="501"/>
                </a:lnTo>
                <a:lnTo>
                  <a:pt x="72" y="507"/>
                </a:lnTo>
                <a:lnTo>
                  <a:pt x="91" y="501"/>
                </a:lnTo>
                <a:lnTo>
                  <a:pt x="104" y="488"/>
                </a:lnTo>
                <a:lnTo>
                  <a:pt x="108" y="469"/>
                </a:lnTo>
                <a:lnTo>
                  <a:pt x="104" y="452"/>
                </a:lnTo>
                <a:lnTo>
                  <a:pt x="91" y="439"/>
                </a:lnTo>
                <a:lnTo>
                  <a:pt x="72" y="433"/>
                </a:lnTo>
                <a:close/>
                <a:moveTo>
                  <a:pt x="723" y="327"/>
                </a:moveTo>
                <a:lnTo>
                  <a:pt x="706" y="331"/>
                </a:lnTo>
                <a:lnTo>
                  <a:pt x="693" y="342"/>
                </a:lnTo>
                <a:lnTo>
                  <a:pt x="689" y="361"/>
                </a:lnTo>
                <a:lnTo>
                  <a:pt x="689" y="361"/>
                </a:lnTo>
                <a:lnTo>
                  <a:pt x="693" y="380"/>
                </a:lnTo>
                <a:lnTo>
                  <a:pt x="706" y="393"/>
                </a:lnTo>
                <a:lnTo>
                  <a:pt x="723" y="399"/>
                </a:lnTo>
                <a:lnTo>
                  <a:pt x="742" y="393"/>
                </a:lnTo>
                <a:lnTo>
                  <a:pt x="755" y="380"/>
                </a:lnTo>
                <a:lnTo>
                  <a:pt x="759" y="361"/>
                </a:lnTo>
                <a:lnTo>
                  <a:pt x="759" y="361"/>
                </a:lnTo>
                <a:lnTo>
                  <a:pt x="755" y="342"/>
                </a:lnTo>
                <a:lnTo>
                  <a:pt x="742" y="331"/>
                </a:lnTo>
                <a:lnTo>
                  <a:pt x="723" y="327"/>
                </a:lnTo>
                <a:close/>
                <a:moveTo>
                  <a:pt x="72" y="327"/>
                </a:moveTo>
                <a:lnTo>
                  <a:pt x="55" y="331"/>
                </a:lnTo>
                <a:lnTo>
                  <a:pt x="42" y="342"/>
                </a:lnTo>
                <a:lnTo>
                  <a:pt x="38" y="361"/>
                </a:lnTo>
                <a:lnTo>
                  <a:pt x="38" y="361"/>
                </a:lnTo>
                <a:lnTo>
                  <a:pt x="42" y="380"/>
                </a:lnTo>
                <a:lnTo>
                  <a:pt x="55" y="393"/>
                </a:lnTo>
                <a:lnTo>
                  <a:pt x="72" y="399"/>
                </a:lnTo>
                <a:lnTo>
                  <a:pt x="91" y="393"/>
                </a:lnTo>
                <a:lnTo>
                  <a:pt x="104" y="380"/>
                </a:lnTo>
                <a:lnTo>
                  <a:pt x="108" y="361"/>
                </a:lnTo>
                <a:lnTo>
                  <a:pt x="108" y="361"/>
                </a:lnTo>
                <a:lnTo>
                  <a:pt x="104" y="342"/>
                </a:lnTo>
                <a:lnTo>
                  <a:pt x="91" y="331"/>
                </a:lnTo>
                <a:lnTo>
                  <a:pt x="72" y="327"/>
                </a:lnTo>
                <a:close/>
                <a:moveTo>
                  <a:pt x="725" y="217"/>
                </a:moveTo>
                <a:lnTo>
                  <a:pt x="708" y="223"/>
                </a:lnTo>
                <a:lnTo>
                  <a:pt x="694" y="234"/>
                </a:lnTo>
                <a:lnTo>
                  <a:pt x="689" y="251"/>
                </a:lnTo>
                <a:lnTo>
                  <a:pt x="689" y="255"/>
                </a:lnTo>
                <a:lnTo>
                  <a:pt x="694" y="272"/>
                </a:lnTo>
                <a:lnTo>
                  <a:pt x="708" y="286"/>
                </a:lnTo>
                <a:lnTo>
                  <a:pt x="725" y="289"/>
                </a:lnTo>
                <a:lnTo>
                  <a:pt x="742" y="286"/>
                </a:lnTo>
                <a:lnTo>
                  <a:pt x="755" y="272"/>
                </a:lnTo>
                <a:lnTo>
                  <a:pt x="761" y="255"/>
                </a:lnTo>
                <a:lnTo>
                  <a:pt x="761" y="251"/>
                </a:lnTo>
                <a:lnTo>
                  <a:pt x="755" y="234"/>
                </a:lnTo>
                <a:lnTo>
                  <a:pt x="742" y="223"/>
                </a:lnTo>
                <a:lnTo>
                  <a:pt x="725" y="217"/>
                </a:lnTo>
                <a:close/>
                <a:moveTo>
                  <a:pt x="74" y="217"/>
                </a:moveTo>
                <a:lnTo>
                  <a:pt x="57" y="223"/>
                </a:lnTo>
                <a:lnTo>
                  <a:pt x="44" y="234"/>
                </a:lnTo>
                <a:lnTo>
                  <a:pt x="38" y="251"/>
                </a:lnTo>
                <a:lnTo>
                  <a:pt x="38" y="255"/>
                </a:lnTo>
                <a:lnTo>
                  <a:pt x="44" y="272"/>
                </a:lnTo>
                <a:lnTo>
                  <a:pt x="57" y="286"/>
                </a:lnTo>
                <a:lnTo>
                  <a:pt x="74" y="289"/>
                </a:lnTo>
                <a:lnTo>
                  <a:pt x="93" y="286"/>
                </a:lnTo>
                <a:lnTo>
                  <a:pt x="104" y="272"/>
                </a:lnTo>
                <a:lnTo>
                  <a:pt x="110" y="255"/>
                </a:lnTo>
                <a:lnTo>
                  <a:pt x="110" y="251"/>
                </a:lnTo>
                <a:lnTo>
                  <a:pt x="104" y="234"/>
                </a:lnTo>
                <a:lnTo>
                  <a:pt x="93" y="223"/>
                </a:lnTo>
                <a:lnTo>
                  <a:pt x="74" y="217"/>
                </a:lnTo>
                <a:close/>
                <a:moveTo>
                  <a:pt x="723" y="108"/>
                </a:moveTo>
                <a:lnTo>
                  <a:pt x="706" y="113"/>
                </a:lnTo>
                <a:lnTo>
                  <a:pt x="693" y="127"/>
                </a:lnTo>
                <a:lnTo>
                  <a:pt x="689" y="144"/>
                </a:lnTo>
                <a:lnTo>
                  <a:pt x="689" y="146"/>
                </a:lnTo>
                <a:lnTo>
                  <a:pt x="693" y="164"/>
                </a:lnTo>
                <a:lnTo>
                  <a:pt x="706" y="178"/>
                </a:lnTo>
                <a:lnTo>
                  <a:pt x="723" y="182"/>
                </a:lnTo>
                <a:lnTo>
                  <a:pt x="742" y="178"/>
                </a:lnTo>
                <a:lnTo>
                  <a:pt x="755" y="164"/>
                </a:lnTo>
                <a:lnTo>
                  <a:pt x="759" y="146"/>
                </a:lnTo>
                <a:lnTo>
                  <a:pt x="759" y="144"/>
                </a:lnTo>
                <a:lnTo>
                  <a:pt x="755" y="127"/>
                </a:lnTo>
                <a:lnTo>
                  <a:pt x="742" y="113"/>
                </a:lnTo>
                <a:lnTo>
                  <a:pt x="723" y="108"/>
                </a:lnTo>
                <a:close/>
                <a:moveTo>
                  <a:pt x="72" y="108"/>
                </a:moveTo>
                <a:lnTo>
                  <a:pt x="55" y="113"/>
                </a:lnTo>
                <a:lnTo>
                  <a:pt x="42" y="127"/>
                </a:lnTo>
                <a:lnTo>
                  <a:pt x="38" y="144"/>
                </a:lnTo>
                <a:lnTo>
                  <a:pt x="38" y="146"/>
                </a:lnTo>
                <a:lnTo>
                  <a:pt x="42" y="164"/>
                </a:lnTo>
                <a:lnTo>
                  <a:pt x="55" y="178"/>
                </a:lnTo>
                <a:lnTo>
                  <a:pt x="72" y="182"/>
                </a:lnTo>
                <a:lnTo>
                  <a:pt x="91" y="178"/>
                </a:lnTo>
                <a:lnTo>
                  <a:pt x="104" y="164"/>
                </a:lnTo>
                <a:lnTo>
                  <a:pt x="108" y="146"/>
                </a:lnTo>
                <a:lnTo>
                  <a:pt x="108" y="144"/>
                </a:lnTo>
                <a:lnTo>
                  <a:pt x="104" y="127"/>
                </a:lnTo>
                <a:lnTo>
                  <a:pt x="91" y="113"/>
                </a:lnTo>
                <a:lnTo>
                  <a:pt x="72" y="108"/>
                </a:lnTo>
                <a:close/>
                <a:moveTo>
                  <a:pt x="182" y="38"/>
                </a:moveTo>
                <a:lnTo>
                  <a:pt x="163" y="42"/>
                </a:lnTo>
                <a:lnTo>
                  <a:pt x="152" y="55"/>
                </a:lnTo>
                <a:lnTo>
                  <a:pt x="146" y="74"/>
                </a:lnTo>
                <a:lnTo>
                  <a:pt x="146" y="399"/>
                </a:lnTo>
                <a:lnTo>
                  <a:pt x="152" y="418"/>
                </a:lnTo>
                <a:lnTo>
                  <a:pt x="163" y="431"/>
                </a:lnTo>
                <a:lnTo>
                  <a:pt x="182" y="435"/>
                </a:lnTo>
                <a:lnTo>
                  <a:pt x="615" y="435"/>
                </a:lnTo>
                <a:lnTo>
                  <a:pt x="632" y="431"/>
                </a:lnTo>
                <a:lnTo>
                  <a:pt x="645" y="418"/>
                </a:lnTo>
                <a:lnTo>
                  <a:pt x="651" y="399"/>
                </a:lnTo>
                <a:lnTo>
                  <a:pt x="651" y="74"/>
                </a:lnTo>
                <a:lnTo>
                  <a:pt x="645" y="55"/>
                </a:lnTo>
                <a:lnTo>
                  <a:pt x="632" y="42"/>
                </a:lnTo>
                <a:lnTo>
                  <a:pt x="615" y="38"/>
                </a:lnTo>
                <a:lnTo>
                  <a:pt x="182" y="38"/>
                </a:lnTo>
                <a:close/>
                <a:moveTo>
                  <a:pt x="80" y="0"/>
                </a:moveTo>
                <a:lnTo>
                  <a:pt x="725" y="4"/>
                </a:lnTo>
                <a:lnTo>
                  <a:pt x="723" y="4"/>
                </a:lnTo>
                <a:lnTo>
                  <a:pt x="704" y="8"/>
                </a:lnTo>
                <a:lnTo>
                  <a:pt x="693" y="21"/>
                </a:lnTo>
                <a:lnTo>
                  <a:pt x="687" y="40"/>
                </a:lnTo>
                <a:lnTo>
                  <a:pt x="693" y="57"/>
                </a:lnTo>
                <a:lnTo>
                  <a:pt x="704" y="70"/>
                </a:lnTo>
                <a:lnTo>
                  <a:pt x="723" y="76"/>
                </a:lnTo>
                <a:lnTo>
                  <a:pt x="725" y="76"/>
                </a:lnTo>
                <a:lnTo>
                  <a:pt x="742" y="70"/>
                </a:lnTo>
                <a:lnTo>
                  <a:pt x="755" y="57"/>
                </a:lnTo>
                <a:lnTo>
                  <a:pt x="761" y="40"/>
                </a:lnTo>
                <a:lnTo>
                  <a:pt x="755" y="21"/>
                </a:lnTo>
                <a:lnTo>
                  <a:pt x="742" y="8"/>
                </a:lnTo>
                <a:lnTo>
                  <a:pt x="725" y="4"/>
                </a:lnTo>
                <a:lnTo>
                  <a:pt x="747" y="6"/>
                </a:lnTo>
                <a:lnTo>
                  <a:pt x="766" y="15"/>
                </a:lnTo>
                <a:lnTo>
                  <a:pt x="778" y="26"/>
                </a:lnTo>
                <a:lnTo>
                  <a:pt x="787" y="40"/>
                </a:lnTo>
                <a:lnTo>
                  <a:pt x="791" y="53"/>
                </a:lnTo>
                <a:lnTo>
                  <a:pt x="795" y="64"/>
                </a:lnTo>
                <a:lnTo>
                  <a:pt x="795" y="74"/>
                </a:lnTo>
                <a:lnTo>
                  <a:pt x="795" y="76"/>
                </a:lnTo>
                <a:lnTo>
                  <a:pt x="795" y="836"/>
                </a:lnTo>
                <a:lnTo>
                  <a:pt x="793" y="853"/>
                </a:lnTo>
                <a:lnTo>
                  <a:pt x="785" y="868"/>
                </a:lnTo>
                <a:lnTo>
                  <a:pt x="778" y="883"/>
                </a:lnTo>
                <a:lnTo>
                  <a:pt x="768" y="894"/>
                </a:lnTo>
                <a:lnTo>
                  <a:pt x="763" y="900"/>
                </a:lnTo>
                <a:lnTo>
                  <a:pt x="759" y="904"/>
                </a:lnTo>
                <a:lnTo>
                  <a:pt x="759" y="902"/>
                </a:lnTo>
                <a:lnTo>
                  <a:pt x="759" y="894"/>
                </a:lnTo>
                <a:lnTo>
                  <a:pt x="755" y="887"/>
                </a:lnTo>
                <a:lnTo>
                  <a:pt x="749" y="877"/>
                </a:lnTo>
                <a:lnTo>
                  <a:pt x="740" y="872"/>
                </a:lnTo>
                <a:lnTo>
                  <a:pt x="727" y="868"/>
                </a:lnTo>
                <a:lnTo>
                  <a:pt x="721" y="868"/>
                </a:lnTo>
                <a:lnTo>
                  <a:pt x="711" y="870"/>
                </a:lnTo>
                <a:lnTo>
                  <a:pt x="702" y="875"/>
                </a:lnTo>
                <a:lnTo>
                  <a:pt x="693" y="887"/>
                </a:lnTo>
                <a:lnTo>
                  <a:pt x="689" y="906"/>
                </a:lnTo>
                <a:lnTo>
                  <a:pt x="108" y="906"/>
                </a:lnTo>
                <a:lnTo>
                  <a:pt x="106" y="891"/>
                </a:lnTo>
                <a:lnTo>
                  <a:pt x="101" y="879"/>
                </a:lnTo>
                <a:lnTo>
                  <a:pt x="91" y="874"/>
                </a:lnTo>
                <a:lnTo>
                  <a:pt x="83" y="872"/>
                </a:lnTo>
                <a:lnTo>
                  <a:pt x="78" y="870"/>
                </a:lnTo>
                <a:lnTo>
                  <a:pt x="74" y="870"/>
                </a:lnTo>
                <a:lnTo>
                  <a:pt x="59" y="874"/>
                </a:lnTo>
                <a:lnTo>
                  <a:pt x="49" y="879"/>
                </a:lnTo>
                <a:lnTo>
                  <a:pt x="44" y="889"/>
                </a:lnTo>
                <a:lnTo>
                  <a:pt x="42" y="898"/>
                </a:lnTo>
                <a:lnTo>
                  <a:pt x="38" y="904"/>
                </a:lnTo>
                <a:lnTo>
                  <a:pt x="34" y="904"/>
                </a:lnTo>
                <a:lnTo>
                  <a:pt x="21" y="894"/>
                </a:lnTo>
                <a:lnTo>
                  <a:pt x="12" y="879"/>
                </a:lnTo>
                <a:lnTo>
                  <a:pt x="4" y="864"/>
                </a:lnTo>
                <a:lnTo>
                  <a:pt x="2" y="851"/>
                </a:lnTo>
                <a:lnTo>
                  <a:pt x="0" y="840"/>
                </a:lnTo>
                <a:lnTo>
                  <a:pt x="0" y="836"/>
                </a:lnTo>
                <a:lnTo>
                  <a:pt x="0" y="72"/>
                </a:lnTo>
                <a:lnTo>
                  <a:pt x="4" y="47"/>
                </a:lnTo>
                <a:lnTo>
                  <a:pt x="12" y="30"/>
                </a:lnTo>
                <a:lnTo>
                  <a:pt x="23" y="17"/>
                </a:lnTo>
                <a:lnTo>
                  <a:pt x="36" y="9"/>
                </a:lnTo>
                <a:lnTo>
                  <a:pt x="51" y="4"/>
                </a:lnTo>
                <a:lnTo>
                  <a:pt x="63" y="2"/>
                </a:lnTo>
                <a:lnTo>
                  <a:pt x="49" y="9"/>
                </a:lnTo>
                <a:lnTo>
                  <a:pt x="40" y="21"/>
                </a:lnTo>
                <a:lnTo>
                  <a:pt x="36" y="36"/>
                </a:lnTo>
                <a:lnTo>
                  <a:pt x="42" y="55"/>
                </a:lnTo>
                <a:lnTo>
                  <a:pt x="53" y="68"/>
                </a:lnTo>
                <a:lnTo>
                  <a:pt x="72" y="72"/>
                </a:lnTo>
                <a:lnTo>
                  <a:pt x="74" y="72"/>
                </a:lnTo>
                <a:lnTo>
                  <a:pt x="91" y="68"/>
                </a:lnTo>
                <a:lnTo>
                  <a:pt x="104" y="55"/>
                </a:lnTo>
                <a:lnTo>
                  <a:pt x="110" y="36"/>
                </a:lnTo>
                <a:lnTo>
                  <a:pt x="106" y="19"/>
                </a:lnTo>
                <a:lnTo>
                  <a:pt x="95" y="8"/>
                </a:lnTo>
                <a:lnTo>
                  <a:pt x="80" y="0"/>
                </a:lnTo>
                <a:close/>
                <a:moveTo>
                  <a:pt x="72" y="0"/>
                </a:moveTo>
                <a:lnTo>
                  <a:pt x="74" y="0"/>
                </a:lnTo>
                <a:lnTo>
                  <a:pt x="80" y="0"/>
                </a:lnTo>
                <a:lnTo>
                  <a:pt x="74" y="0"/>
                </a:lnTo>
                <a:lnTo>
                  <a:pt x="72" y="0"/>
                </a:lnTo>
                <a:lnTo>
                  <a:pt x="68" y="0"/>
                </a:lnTo>
                <a:lnTo>
                  <a:pt x="63" y="2"/>
                </a:lnTo>
                <a:lnTo>
                  <a:pt x="66" y="0"/>
                </a:lnTo>
                <a:lnTo>
                  <a:pt x="7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20"/>
          <p:cNvSpPr>
            <a:spLocks noChangeAspect="1" noEditPoints="1"/>
          </p:cNvSpPr>
          <p:nvPr/>
        </p:nvSpPr>
        <p:spPr bwMode="auto">
          <a:xfrm>
            <a:off x="7725308" y="4653136"/>
            <a:ext cx="1080000" cy="763407"/>
          </a:xfrm>
          <a:custGeom>
            <a:avLst/>
            <a:gdLst>
              <a:gd name="T0" fmla="*/ 715 w 904"/>
              <a:gd name="T1" fmla="*/ 380 h 639"/>
              <a:gd name="T2" fmla="*/ 728 w 904"/>
              <a:gd name="T3" fmla="*/ 399 h 639"/>
              <a:gd name="T4" fmla="*/ 728 w 904"/>
              <a:gd name="T5" fmla="*/ 618 h 639"/>
              <a:gd name="T6" fmla="*/ 715 w 904"/>
              <a:gd name="T7" fmla="*/ 635 h 639"/>
              <a:gd name="T8" fmla="*/ 692 w 904"/>
              <a:gd name="T9" fmla="*/ 639 h 639"/>
              <a:gd name="T10" fmla="*/ 675 w 904"/>
              <a:gd name="T11" fmla="*/ 626 h 639"/>
              <a:gd name="T12" fmla="*/ 672 w 904"/>
              <a:gd name="T13" fmla="*/ 407 h 639"/>
              <a:gd name="T14" fmla="*/ 679 w 904"/>
              <a:gd name="T15" fmla="*/ 386 h 639"/>
              <a:gd name="T16" fmla="*/ 700 w 904"/>
              <a:gd name="T17" fmla="*/ 376 h 639"/>
              <a:gd name="T18" fmla="*/ 219 w 904"/>
              <a:gd name="T19" fmla="*/ 380 h 639"/>
              <a:gd name="T20" fmla="*/ 233 w 904"/>
              <a:gd name="T21" fmla="*/ 399 h 639"/>
              <a:gd name="T22" fmla="*/ 233 w 904"/>
              <a:gd name="T23" fmla="*/ 618 h 639"/>
              <a:gd name="T24" fmla="*/ 219 w 904"/>
              <a:gd name="T25" fmla="*/ 635 h 639"/>
              <a:gd name="T26" fmla="*/ 197 w 904"/>
              <a:gd name="T27" fmla="*/ 639 h 639"/>
              <a:gd name="T28" fmla="*/ 178 w 904"/>
              <a:gd name="T29" fmla="*/ 626 h 639"/>
              <a:gd name="T30" fmla="*/ 174 w 904"/>
              <a:gd name="T31" fmla="*/ 407 h 639"/>
              <a:gd name="T32" fmla="*/ 184 w 904"/>
              <a:gd name="T33" fmla="*/ 386 h 639"/>
              <a:gd name="T34" fmla="*/ 204 w 904"/>
              <a:gd name="T35" fmla="*/ 376 h 639"/>
              <a:gd name="T36" fmla="*/ 575 w 904"/>
              <a:gd name="T37" fmla="*/ 25 h 639"/>
              <a:gd name="T38" fmla="*/ 736 w 904"/>
              <a:gd name="T39" fmla="*/ 136 h 639"/>
              <a:gd name="T40" fmla="*/ 832 w 904"/>
              <a:gd name="T41" fmla="*/ 306 h 639"/>
              <a:gd name="T42" fmla="*/ 870 w 904"/>
              <a:gd name="T43" fmla="*/ 391 h 639"/>
              <a:gd name="T44" fmla="*/ 904 w 904"/>
              <a:gd name="T45" fmla="*/ 454 h 639"/>
              <a:gd name="T46" fmla="*/ 891 w 904"/>
              <a:gd name="T47" fmla="*/ 609 h 639"/>
              <a:gd name="T48" fmla="*/ 832 w 904"/>
              <a:gd name="T49" fmla="*/ 639 h 639"/>
              <a:gd name="T50" fmla="*/ 764 w 904"/>
              <a:gd name="T51" fmla="*/ 596 h 639"/>
              <a:gd name="T52" fmla="*/ 759 w 904"/>
              <a:gd name="T53" fmla="*/ 448 h 639"/>
              <a:gd name="T54" fmla="*/ 759 w 904"/>
              <a:gd name="T55" fmla="*/ 408 h 639"/>
              <a:gd name="T56" fmla="*/ 732 w 904"/>
              <a:gd name="T57" fmla="*/ 282 h 639"/>
              <a:gd name="T58" fmla="*/ 617 w 904"/>
              <a:gd name="T59" fmla="*/ 142 h 639"/>
              <a:gd name="T60" fmla="*/ 450 w 904"/>
              <a:gd name="T61" fmla="*/ 83 h 639"/>
              <a:gd name="T62" fmla="*/ 303 w 904"/>
              <a:gd name="T63" fmla="*/ 130 h 639"/>
              <a:gd name="T64" fmla="*/ 189 w 904"/>
              <a:gd name="T65" fmla="*/ 246 h 639"/>
              <a:gd name="T66" fmla="*/ 144 w 904"/>
              <a:gd name="T67" fmla="*/ 395 h 639"/>
              <a:gd name="T68" fmla="*/ 140 w 904"/>
              <a:gd name="T69" fmla="*/ 596 h 639"/>
              <a:gd name="T70" fmla="*/ 72 w 904"/>
              <a:gd name="T71" fmla="*/ 639 h 639"/>
              <a:gd name="T72" fmla="*/ 13 w 904"/>
              <a:gd name="T73" fmla="*/ 609 h 639"/>
              <a:gd name="T74" fmla="*/ 0 w 904"/>
              <a:gd name="T75" fmla="*/ 454 h 639"/>
              <a:gd name="T76" fmla="*/ 36 w 904"/>
              <a:gd name="T77" fmla="*/ 390 h 639"/>
              <a:gd name="T78" fmla="*/ 70 w 904"/>
              <a:gd name="T79" fmla="*/ 308 h 639"/>
              <a:gd name="T80" fmla="*/ 165 w 904"/>
              <a:gd name="T81" fmla="*/ 138 h 639"/>
              <a:gd name="T82" fmla="*/ 324 w 904"/>
              <a:gd name="T83" fmla="*/ 25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04" h="639">
                <a:moveTo>
                  <a:pt x="700" y="376"/>
                </a:moveTo>
                <a:lnTo>
                  <a:pt x="707" y="378"/>
                </a:lnTo>
                <a:lnTo>
                  <a:pt x="715" y="380"/>
                </a:lnTo>
                <a:lnTo>
                  <a:pt x="721" y="386"/>
                </a:lnTo>
                <a:lnTo>
                  <a:pt x="726" y="391"/>
                </a:lnTo>
                <a:lnTo>
                  <a:pt x="728" y="399"/>
                </a:lnTo>
                <a:lnTo>
                  <a:pt x="730" y="407"/>
                </a:lnTo>
                <a:lnTo>
                  <a:pt x="730" y="611"/>
                </a:lnTo>
                <a:lnTo>
                  <a:pt x="728" y="618"/>
                </a:lnTo>
                <a:lnTo>
                  <a:pt x="726" y="626"/>
                </a:lnTo>
                <a:lnTo>
                  <a:pt x="721" y="632"/>
                </a:lnTo>
                <a:lnTo>
                  <a:pt x="715" y="635"/>
                </a:lnTo>
                <a:lnTo>
                  <a:pt x="707" y="639"/>
                </a:lnTo>
                <a:lnTo>
                  <a:pt x="700" y="639"/>
                </a:lnTo>
                <a:lnTo>
                  <a:pt x="692" y="639"/>
                </a:lnTo>
                <a:lnTo>
                  <a:pt x="687" y="635"/>
                </a:lnTo>
                <a:lnTo>
                  <a:pt x="679" y="632"/>
                </a:lnTo>
                <a:lnTo>
                  <a:pt x="675" y="626"/>
                </a:lnTo>
                <a:lnTo>
                  <a:pt x="672" y="618"/>
                </a:lnTo>
                <a:lnTo>
                  <a:pt x="672" y="611"/>
                </a:lnTo>
                <a:lnTo>
                  <a:pt x="672" y="407"/>
                </a:lnTo>
                <a:lnTo>
                  <a:pt x="672" y="399"/>
                </a:lnTo>
                <a:lnTo>
                  <a:pt x="675" y="391"/>
                </a:lnTo>
                <a:lnTo>
                  <a:pt x="679" y="386"/>
                </a:lnTo>
                <a:lnTo>
                  <a:pt x="687" y="380"/>
                </a:lnTo>
                <a:lnTo>
                  <a:pt x="692" y="378"/>
                </a:lnTo>
                <a:lnTo>
                  <a:pt x="700" y="376"/>
                </a:lnTo>
                <a:close/>
                <a:moveTo>
                  <a:pt x="204" y="376"/>
                </a:moveTo>
                <a:lnTo>
                  <a:pt x="212" y="378"/>
                </a:lnTo>
                <a:lnTo>
                  <a:pt x="219" y="380"/>
                </a:lnTo>
                <a:lnTo>
                  <a:pt x="225" y="386"/>
                </a:lnTo>
                <a:lnTo>
                  <a:pt x="229" y="391"/>
                </a:lnTo>
                <a:lnTo>
                  <a:pt x="233" y="399"/>
                </a:lnTo>
                <a:lnTo>
                  <a:pt x="233" y="407"/>
                </a:lnTo>
                <a:lnTo>
                  <a:pt x="233" y="611"/>
                </a:lnTo>
                <a:lnTo>
                  <a:pt x="233" y="618"/>
                </a:lnTo>
                <a:lnTo>
                  <a:pt x="229" y="626"/>
                </a:lnTo>
                <a:lnTo>
                  <a:pt x="225" y="632"/>
                </a:lnTo>
                <a:lnTo>
                  <a:pt x="219" y="635"/>
                </a:lnTo>
                <a:lnTo>
                  <a:pt x="212" y="639"/>
                </a:lnTo>
                <a:lnTo>
                  <a:pt x="204" y="639"/>
                </a:lnTo>
                <a:lnTo>
                  <a:pt x="197" y="639"/>
                </a:lnTo>
                <a:lnTo>
                  <a:pt x="189" y="635"/>
                </a:lnTo>
                <a:lnTo>
                  <a:pt x="184" y="632"/>
                </a:lnTo>
                <a:lnTo>
                  <a:pt x="178" y="626"/>
                </a:lnTo>
                <a:lnTo>
                  <a:pt x="176" y="618"/>
                </a:lnTo>
                <a:lnTo>
                  <a:pt x="174" y="611"/>
                </a:lnTo>
                <a:lnTo>
                  <a:pt x="174" y="407"/>
                </a:lnTo>
                <a:lnTo>
                  <a:pt x="176" y="399"/>
                </a:lnTo>
                <a:lnTo>
                  <a:pt x="178" y="391"/>
                </a:lnTo>
                <a:lnTo>
                  <a:pt x="184" y="386"/>
                </a:lnTo>
                <a:lnTo>
                  <a:pt x="189" y="380"/>
                </a:lnTo>
                <a:lnTo>
                  <a:pt x="197" y="378"/>
                </a:lnTo>
                <a:lnTo>
                  <a:pt x="204" y="376"/>
                </a:lnTo>
                <a:close/>
                <a:moveTo>
                  <a:pt x="450" y="0"/>
                </a:moveTo>
                <a:lnTo>
                  <a:pt x="513" y="6"/>
                </a:lnTo>
                <a:lnTo>
                  <a:pt x="575" y="25"/>
                </a:lnTo>
                <a:lnTo>
                  <a:pt x="634" y="53"/>
                </a:lnTo>
                <a:lnTo>
                  <a:pt x="689" y="91"/>
                </a:lnTo>
                <a:lnTo>
                  <a:pt x="736" y="136"/>
                </a:lnTo>
                <a:lnTo>
                  <a:pt x="777" y="189"/>
                </a:lnTo>
                <a:lnTo>
                  <a:pt x="810" y="246"/>
                </a:lnTo>
                <a:lnTo>
                  <a:pt x="832" y="306"/>
                </a:lnTo>
                <a:lnTo>
                  <a:pt x="844" y="369"/>
                </a:lnTo>
                <a:lnTo>
                  <a:pt x="847" y="382"/>
                </a:lnTo>
                <a:lnTo>
                  <a:pt x="870" y="391"/>
                </a:lnTo>
                <a:lnTo>
                  <a:pt x="889" y="407"/>
                </a:lnTo>
                <a:lnTo>
                  <a:pt x="900" y="429"/>
                </a:lnTo>
                <a:lnTo>
                  <a:pt x="904" y="454"/>
                </a:lnTo>
                <a:lnTo>
                  <a:pt x="904" y="567"/>
                </a:lnTo>
                <a:lnTo>
                  <a:pt x="900" y="590"/>
                </a:lnTo>
                <a:lnTo>
                  <a:pt x="891" y="609"/>
                </a:lnTo>
                <a:lnTo>
                  <a:pt x="876" y="626"/>
                </a:lnTo>
                <a:lnTo>
                  <a:pt x="855" y="635"/>
                </a:lnTo>
                <a:lnTo>
                  <a:pt x="832" y="639"/>
                </a:lnTo>
                <a:lnTo>
                  <a:pt x="804" y="633"/>
                </a:lnTo>
                <a:lnTo>
                  <a:pt x="781" y="618"/>
                </a:lnTo>
                <a:lnTo>
                  <a:pt x="764" y="596"/>
                </a:lnTo>
                <a:lnTo>
                  <a:pt x="759" y="567"/>
                </a:lnTo>
                <a:lnTo>
                  <a:pt x="759" y="454"/>
                </a:lnTo>
                <a:lnTo>
                  <a:pt x="759" y="448"/>
                </a:lnTo>
                <a:lnTo>
                  <a:pt x="759" y="437"/>
                </a:lnTo>
                <a:lnTo>
                  <a:pt x="759" y="424"/>
                </a:lnTo>
                <a:lnTo>
                  <a:pt x="759" y="408"/>
                </a:lnTo>
                <a:lnTo>
                  <a:pt x="759" y="395"/>
                </a:lnTo>
                <a:lnTo>
                  <a:pt x="753" y="338"/>
                </a:lnTo>
                <a:lnTo>
                  <a:pt x="732" y="282"/>
                </a:lnTo>
                <a:lnTo>
                  <a:pt x="702" y="229"/>
                </a:lnTo>
                <a:lnTo>
                  <a:pt x="662" y="182"/>
                </a:lnTo>
                <a:lnTo>
                  <a:pt x="617" y="142"/>
                </a:lnTo>
                <a:lnTo>
                  <a:pt x="564" y="112"/>
                </a:lnTo>
                <a:lnTo>
                  <a:pt x="507" y="91"/>
                </a:lnTo>
                <a:lnTo>
                  <a:pt x="450" y="83"/>
                </a:lnTo>
                <a:lnTo>
                  <a:pt x="399" y="89"/>
                </a:lnTo>
                <a:lnTo>
                  <a:pt x="348" y="106"/>
                </a:lnTo>
                <a:lnTo>
                  <a:pt x="303" y="130"/>
                </a:lnTo>
                <a:lnTo>
                  <a:pt x="259" y="163"/>
                </a:lnTo>
                <a:lnTo>
                  <a:pt x="221" y="202"/>
                </a:lnTo>
                <a:lnTo>
                  <a:pt x="189" y="246"/>
                </a:lnTo>
                <a:lnTo>
                  <a:pt x="165" y="293"/>
                </a:lnTo>
                <a:lnTo>
                  <a:pt x="150" y="344"/>
                </a:lnTo>
                <a:lnTo>
                  <a:pt x="144" y="395"/>
                </a:lnTo>
                <a:lnTo>
                  <a:pt x="146" y="454"/>
                </a:lnTo>
                <a:lnTo>
                  <a:pt x="146" y="567"/>
                </a:lnTo>
                <a:lnTo>
                  <a:pt x="140" y="596"/>
                </a:lnTo>
                <a:lnTo>
                  <a:pt x="125" y="618"/>
                </a:lnTo>
                <a:lnTo>
                  <a:pt x="100" y="633"/>
                </a:lnTo>
                <a:lnTo>
                  <a:pt x="72" y="639"/>
                </a:lnTo>
                <a:lnTo>
                  <a:pt x="49" y="635"/>
                </a:lnTo>
                <a:lnTo>
                  <a:pt x="30" y="626"/>
                </a:lnTo>
                <a:lnTo>
                  <a:pt x="13" y="609"/>
                </a:lnTo>
                <a:lnTo>
                  <a:pt x="4" y="590"/>
                </a:lnTo>
                <a:lnTo>
                  <a:pt x="0" y="567"/>
                </a:lnTo>
                <a:lnTo>
                  <a:pt x="0" y="454"/>
                </a:lnTo>
                <a:lnTo>
                  <a:pt x="4" y="427"/>
                </a:lnTo>
                <a:lnTo>
                  <a:pt x="17" y="407"/>
                </a:lnTo>
                <a:lnTo>
                  <a:pt x="36" y="390"/>
                </a:lnTo>
                <a:lnTo>
                  <a:pt x="61" y="382"/>
                </a:lnTo>
                <a:lnTo>
                  <a:pt x="59" y="372"/>
                </a:lnTo>
                <a:lnTo>
                  <a:pt x="70" y="308"/>
                </a:lnTo>
                <a:lnTo>
                  <a:pt x="93" y="248"/>
                </a:lnTo>
                <a:lnTo>
                  <a:pt x="123" y="191"/>
                </a:lnTo>
                <a:lnTo>
                  <a:pt x="165" y="138"/>
                </a:lnTo>
                <a:lnTo>
                  <a:pt x="212" y="93"/>
                </a:lnTo>
                <a:lnTo>
                  <a:pt x="265" y="53"/>
                </a:lnTo>
                <a:lnTo>
                  <a:pt x="324" y="25"/>
                </a:lnTo>
                <a:lnTo>
                  <a:pt x="386" y="6"/>
                </a:lnTo>
                <a:lnTo>
                  <a:pt x="45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11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49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Media #2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Microphone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Clap Board</a:t>
            </a:r>
          </a:p>
        </p:txBody>
      </p:sp>
      <p:sp>
        <p:nvSpPr>
          <p:cNvPr id="39" name="Freeform 23"/>
          <p:cNvSpPr>
            <a:spLocks noChangeAspect="1" noEditPoints="1"/>
          </p:cNvSpPr>
          <p:nvPr/>
        </p:nvSpPr>
        <p:spPr bwMode="auto">
          <a:xfrm>
            <a:off x="1245516" y="1196752"/>
            <a:ext cx="790332" cy="1080000"/>
          </a:xfrm>
          <a:custGeom>
            <a:avLst/>
            <a:gdLst>
              <a:gd name="T0" fmla="*/ 60 w 663"/>
              <a:gd name="T1" fmla="*/ 305 h 906"/>
              <a:gd name="T2" fmla="*/ 83 w 663"/>
              <a:gd name="T3" fmla="*/ 318 h 906"/>
              <a:gd name="T4" fmla="*/ 88 w 663"/>
              <a:gd name="T5" fmla="*/ 331 h 906"/>
              <a:gd name="T6" fmla="*/ 92 w 663"/>
              <a:gd name="T7" fmla="*/ 382 h 906"/>
              <a:gd name="T8" fmla="*/ 117 w 663"/>
              <a:gd name="T9" fmla="*/ 471 h 906"/>
              <a:gd name="T10" fmla="*/ 166 w 663"/>
              <a:gd name="T11" fmla="*/ 541 h 906"/>
              <a:gd name="T12" fmla="*/ 238 w 663"/>
              <a:gd name="T13" fmla="*/ 588 h 906"/>
              <a:gd name="T14" fmla="*/ 329 w 663"/>
              <a:gd name="T15" fmla="*/ 605 h 906"/>
              <a:gd name="T16" fmla="*/ 419 w 663"/>
              <a:gd name="T17" fmla="*/ 588 h 906"/>
              <a:gd name="T18" fmla="*/ 491 w 663"/>
              <a:gd name="T19" fmla="*/ 541 h 906"/>
              <a:gd name="T20" fmla="*/ 542 w 663"/>
              <a:gd name="T21" fmla="*/ 471 h 906"/>
              <a:gd name="T22" fmla="*/ 569 w 663"/>
              <a:gd name="T23" fmla="*/ 382 h 906"/>
              <a:gd name="T24" fmla="*/ 571 w 663"/>
              <a:gd name="T25" fmla="*/ 331 h 906"/>
              <a:gd name="T26" fmla="*/ 576 w 663"/>
              <a:gd name="T27" fmla="*/ 318 h 906"/>
              <a:gd name="T28" fmla="*/ 597 w 663"/>
              <a:gd name="T29" fmla="*/ 305 h 906"/>
              <a:gd name="T30" fmla="*/ 635 w 663"/>
              <a:gd name="T31" fmla="*/ 305 h 906"/>
              <a:gd name="T32" fmla="*/ 658 w 663"/>
              <a:gd name="T33" fmla="*/ 318 h 906"/>
              <a:gd name="T34" fmla="*/ 663 w 663"/>
              <a:gd name="T35" fmla="*/ 331 h 906"/>
              <a:gd name="T36" fmla="*/ 660 w 663"/>
              <a:gd name="T37" fmla="*/ 392 h 906"/>
              <a:gd name="T38" fmla="*/ 631 w 663"/>
              <a:gd name="T39" fmla="*/ 499 h 906"/>
              <a:gd name="T40" fmla="*/ 575 w 663"/>
              <a:gd name="T41" fmla="*/ 588 h 906"/>
              <a:gd name="T42" fmla="*/ 495 w 663"/>
              <a:gd name="T43" fmla="*/ 656 h 906"/>
              <a:gd name="T44" fmla="*/ 391 w 663"/>
              <a:gd name="T45" fmla="*/ 692 h 906"/>
              <a:gd name="T46" fmla="*/ 391 w 663"/>
              <a:gd name="T47" fmla="*/ 724 h 906"/>
              <a:gd name="T48" fmla="*/ 391 w 663"/>
              <a:gd name="T49" fmla="*/ 774 h 906"/>
              <a:gd name="T50" fmla="*/ 393 w 663"/>
              <a:gd name="T51" fmla="*/ 810 h 906"/>
              <a:gd name="T52" fmla="*/ 527 w 663"/>
              <a:gd name="T53" fmla="*/ 815 h 906"/>
              <a:gd name="T54" fmla="*/ 559 w 663"/>
              <a:gd name="T55" fmla="*/ 828 h 906"/>
              <a:gd name="T56" fmla="*/ 573 w 663"/>
              <a:gd name="T57" fmla="*/ 861 h 906"/>
              <a:gd name="T58" fmla="*/ 559 w 663"/>
              <a:gd name="T59" fmla="*/ 893 h 906"/>
              <a:gd name="T60" fmla="*/ 527 w 663"/>
              <a:gd name="T61" fmla="*/ 906 h 906"/>
              <a:gd name="T62" fmla="*/ 119 w 663"/>
              <a:gd name="T63" fmla="*/ 902 h 906"/>
              <a:gd name="T64" fmla="*/ 94 w 663"/>
              <a:gd name="T65" fmla="*/ 880 h 906"/>
              <a:gd name="T66" fmla="*/ 94 w 663"/>
              <a:gd name="T67" fmla="*/ 844 h 906"/>
              <a:gd name="T68" fmla="*/ 119 w 663"/>
              <a:gd name="T69" fmla="*/ 819 h 906"/>
              <a:gd name="T70" fmla="*/ 272 w 663"/>
              <a:gd name="T71" fmla="*/ 815 h 906"/>
              <a:gd name="T72" fmla="*/ 272 w 663"/>
              <a:gd name="T73" fmla="*/ 794 h 906"/>
              <a:gd name="T74" fmla="*/ 272 w 663"/>
              <a:gd name="T75" fmla="*/ 747 h 906"/>
              <a:gd name="T76" fmla="*/ 272 w 663"/>
              <a:gd name="T77" fmla="*/ 704 h 906"/>
              <a:gd name="T78" fmla="*/ 217 w 663"/>
              <a:gd name="T79" fmla="*/ 677 h 906"/>
              <a:gd name="T80" fmla="*/ 124 w 663"/>
              <a:gd name="T81" fmla="*/ 626 h 906"/>
              <a:gd name="T82" fmla="*/ 56 w 663"/>
              <a:gd name="T83" fmla="*/ 547 h 906"/>
              <a:gd name="T84" fmla="*/ 13 w 663"/>
              <a:gd name="T85" fmla="*/ 448 h 906"/>
              <a:gd name="T86" fmla="*/ 0 w 663"/>
              <a:gd name="T87" fmla="*/ 333 h 906"/>
              <a:gd name="T88" fmla="*/ 9 w 663"/>
              <a:gd name="T89" fmla="*/ 312 h 906"/>
              <a:gd name="T90" fmla="*/ 28 w 663"/>
              <a:gd name="T91" fmla="*/ 305 h 906"/>
              <a:gd name="T92" fmla="*/ 39 w 663"/>
              <a:gd name="T93" fmla="*/ 303 h 906"/>
              <a:gd name="T94" fmla="*/ 374 w 663"/>
              <a:gd name="T95" fmla="*/ 6 h 906"/>
              <a:gd name="T96" fmla="*/ 444 w 663"/>
              <a:gd name="T97" fmla="*/ 40 h 906"/>
              <a:gd name="T98" fmla="*/ 495 w 663"/>
              <a:gd name="T99" fmla="*/ 102 h 906"/>
              <a:gd name="T100" fmla="*/ 512 w 663"/>
              <a:gd name="T101" fmla="*/ 182 h 906"/>
              <a:gd name="T102" fmla="*/ 508 w 663"/>
              <a:gd name="T103" fmla="*/ 405 h 906"/>
              <a:gd name="T104" fmla="*/ 472 w 663"/>
              <a:gd name="T105" fmla="*/ 477 h 906"/>
              <a:gd name="T106" fmla="*/ 412 w 663"/>
              <a:gd name="T107" fmla="*/ 526 h 906"/>
              <a:gd name="T108" fmla="*/ 332 w 663"/>
              <a:gd name="T109" fmla="*/ 545 h 906"/>
              <a:gd name="T110" fmla="*/ 251 w 663"/>
              <a:gd name="T111" fmla="*/ 526 h 906"/>
              <a:gd name="T112" fmla="*/ 191 w 663"/>
              <a:gd name="T113" fmla="*/ 477 h 906"/>
              <a:gd name="T114" fmla="*/ 155 w 663"/>
              <a:gd name="T115" fmla="*/ 405 h 906"/>
              <a:gd name="T116" fmla="*/ 151 w 663"/>
              <a:gd name="T117" fmla="*/ 182 h 906"/>
              <a:gd name="T118" fmla="*/ 170 w 663"/>
              <a:gd name="T119" fmla="*/ 102 h 906"/>
              <a:gd name="T120" fmla="*/ 219 w 663"/>
              <a:gd name="T121" fmla="*/ 40 h 906"/>
              <a:gd name="T122" fmla="*/ 291 w 663"/>
              <a:gd name="T123" fmla="*/ 6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63" h="906">
                <a:moveTo>
                  <a:pt x="39" y="303"/>
                </a:moveTo>
                <a:lnTo>
                  <a:pt x="60" y="305"/>
                </a:lnTo>
                <a:lnTo>
                  <a:pt x="73" y="310"/>
                </a:lnTo>
                <a:lnTo>
                  <a:pt x="83" y="318"/>
                </a:lnTo>
                <a:lnTo>
                  <a:pt x="87" y="326"/>
                </a:lnTo>
                <a:lnTo>
                  <a:pt x="88" y="331"/>
                </a:lnTo>
                <a:lnTo>
                  <a:pt x="88" y="333"/>
                </a:lnTo>
                <a:lnTo>
                  <a:pt x="92" y="382"/>
                </a:lnTo>
                <a:lnTo>
                  <a:pt x="102" y="428"/>
                </a:lnTo>
                <a:lnTo>
                  <a:pt x="117" y="471"/>
                </a:lnTo>
                <a:lnTo>
                  <a:pt x="140" y="509"/>
                </a:lnTo>
                <a:lnTo>
                  <a:pt x="166" y="541"/>
                </a:lnTo>
                <a:lnTo>
                  <a:pt x="200" y="568"/>
                </a:lnTo>
                <a:lnTo>
                  <a:pt x="238" y="588"/>
                </a:lnTo>
                <a:lnTo>
                  <a:pt x="281" y="602"/>
                </a:lnTo>
                <a:lnTo>
                  <a:pt x="329" y="605"/>
                </a:lnTo>
                <a:lnTo>
                  <a:pt x="378" y="602"/>
                </a:lnTo>
                <a:lnTo>
                  <a:pt x="419" y="588"/>
                </a:lnTo>
                <a:lnTo>
                  <a:pt x="459" y="568"/>
                </a:lnTo>
                <a:lnTo>
                  <a:pt x="491" y="541"/>
                </a:lnTo>
                <a:lnTo>
                  <a:pt x="520" y="509"/>
                </a:lnTo>
                <a:lnTo>
                  <a:pt x="542" y="471"/>
                </a:lnTo>
                <a:lnTo>
                  <a:pt x="558" y="428"/>
                </a:lnTo>
                <a:lnTo>
                  <a:pt x="569" y="382"/>
                </a:lnTo>
                <a:lnTo>
                  <a:pt x="571" y="333"/>
                </a:lnTo>
                <a:lnTo>
                  <a:pt x="571" y="331"/>
                </a:lnTo>
                <a:lnTo>
                  <a:pt x="573" y="326"/>
                </a:lnTo>
                <a:lnTo>
                  <a:pt x="576" y="318"/>
                </a:lnTo>
                <a:lnTo>
                  <a:pt x="584" y="310"/>
                </a:lnTo>
                <a:lnTo>
                  <a:pt x="597" y="305"/>
                </a:lnTo>
                <a:lnTo>
                  <a:pt x="616" y="303"/>
                </a:lnTo>
                <a:lnTo>
                  <a:pt x="635" y="305"/>
                </a:lnTo>
                <a:lnTo>
                  <a:pt x="648" y="310"/>
                </a:lnTo>
                <a:lnTo>
                  <a:pt x="658" y="318"/>
                </a:lnTo>
                <a:lnTo>
                  <a:pt x="662" y="326"/>
                </a:lnTo>
                <a:lnTo>
                  <a:pt x="663" y="331"/>
                </a:lnTo>
                <a:lnTo>
                  <a:pt x="663" y="333"/>
                </a:lnTo>
                <a:lnTo>
                  <a:pt x="660" y="392"/>
                </a:lnTo>
                <a:lnTo>
                  <a:pt x="648" y="447"/>
                </a:lnTo>
                <a:lnTo>
                  <a:pt x="631" y="499"/>
                </a:lnTo>
                <a:lnTo>
                  <a:pt x="607" y="547"/>
                </a:lnTo>
                <a:lnTo>
                  <a:pt x="575" y="588"/>
                </a:lnTo>
                <a:lnTo>
                  <a:pt x="539" y="626"/>
                </a:lnTo>
                <a:lnTo>
                  <a:pt x="495" y="656"/>
                </a:lnTo>
                <a:lnTo>
                  <a:pt x="446" y="679"/>
                </a:lnTo>
                <a:lnTo>
                  <a:pt x="391" y="692"/>
                </a:lnTo>
                <a:lnTo>
                  <a:pt x="391" y="706"/>
                </a:lnTo>
                <a:lnTo>
                  <a:pt x="391" y="724"/>
                </a:lnTo>
                <a:lnTo>
                  <a:pt x="391" y="749"/>
                </a:lnTo>
                <a:lnTo>
                  <a:pt x="391" y="774"/>
                </a:lnTo>
                <a:lnTo>
                  <a:pt x="391" y="794"/>
                </a:lnTo>
                <a:lnTo>
                  <a:pt x="393" y="810"/>
                </a:lnTo>
                <a:lnTo>
                  <a:pt x="393" y="815"/>
                </a:lnTo>
                <a:lnTo>
                  <a:pt x="527" y="815"/>
                </a:lnTo>
                <a:lnTo>
                  <a:pt x="546" y="819"/>
                </a:lnTo>
                <a:lnTo>
                  <a:pt x="559" y="828"/>
                </a:lnTo>
                <a:lnTo>
                  <a:pt x="569" y="844"/>
                </a:lnTo>
                <a:lnTo>
                  <a:pt x="573" y="861"/>
                </a:lnTo>
                <a:lnTo>
                  <a:pt x="569" y="880"/>
                </a:lnTo>
                <a:lnTo>
                  <a:pt x="559" y="893"/>
                </a:lnTo>
                <a:lnTo>
                  <a:pt x="546" y="902"/>
                </a:lnTo>
                <a:lnTo>
                  <a:pt x="527" y="906"/>
                </a:lnTo>
                <a:lnTo>
                  <a:pt x="136" y="906"/>
                </a:lnTo>
                <a:lnTo>
                  <a:pt x="119" y="902"/>
                </a:lnTo>
                <a:lnTo>
                  <a:pt x="104" y="893"/>
                </a:lnTo>
                <a:lnTo>
                  <a:pt x="94" y="880"/>
                </a:lnTo>
                <a:lnTo>
                  <a:pt x="90" y="861"/>
                </a:lnTo>
                <a:lnTo>
                  <a:pt x="94" y="844"/>
                </a:lnTo>
                <a:lnTo>
                  <a:pt x="104" y="828"/>
                </a:lnTo>
                <a:lnTo>
                  <a:pt x="119" y="819"/>
                </a:lnTo>
                <a:lnTo>
                  <a:pt x="136" y="815"/>
                </a:lnTo>
                <a:lnTo>
                  <a:pt x="272" y="815"/>
                </a:lnTo>
                <a:lnTo>
                  <a:pt x="272" y="810"/>
                </a:lnTo>
                <a:lnTo>
                  <a:pt x="272" y="794"/>
                </a:lnTo>
                <a:lnTo>
                  <a:pt x="272" y="772"/>
                </a:lnTo>
                <a:lnTo>
                  <a:pt x="272" y="747"/>
                </a:lnTo>
                <a:lnTo>
                  <a:pt x="272" y="723"/>
                </a:lnTo>
                <a:lnTo>
                  <a:pt x="272" y="704"/>
                </a:lnTo>
                <a:lnTo>
                  <a:pt x="272" y="690"/>
                </a:lnTo>
                <a:lnTo>
                  <a:pt x="217" y="677"/>
                </a:lnTo>
                <a:lnTo>
                  <a:pt x="168" y="655"/>
                </a:lnTo>
                <a:lnTo>
                  <a:pt x="124" y="626"/>
                </a:lnTo>
                <a:lnTo>
                  <a:pt x="87" y="590"/>
                </a:lnTo>
                <a:lnTo>
                  <a:pt x="56" y="547"/>
                </a:lnTo>
                <a:lnTo>
                  <a:pt x="32" y="499"/>
                </a:lnTo>
                <a:lnTo>
                  <a:pt x="13" y="448"/>
                </a:lnTo>
                <a:lnTo>
                  <a:pt x="3" y="392"/>
                </a:lnTo>
                <a:lnTo>
                  <a:pt x="0" y="333"/>
                </a:lnTo>
                <a:lnTo>
                  <a:pt x="1" y="320"/>
                </a:lnTo>
                <a:lnTo>
                  <a:pt x="9" y="312"/>
                </a:lnTo>
                <a:lnTo>
                  <a:pt x="18" y="307"/>
                </a:lnTo>
                <a:lnTo>
                  <a:pt x="28" y="305"/>
                </a:lnTo>
                <a:lnTo>
                  <a:pt x="35" y="303"/>
                </a:lnTo>
                <a:lnTo>
                  <a:pt x="39" y="303"/>
                </a:lnTo>
                <a:close/>
                <a:moveTo>
                  <a:pt x="332" y="0"/>
                </a:moveTo>
                <a:lnTo>
                  <a:pt x="374" y="6"/>
                </a:lnTo>
                <a:lnTo>
                  <a:pt x="412" y="19"/>
                </a:lnTo>
                <a:lnTo>
                  <a:pt x="444" y="40"/>
                </a:lnTo>
                <a:lnTo>
                  <a:pt x="472" y="68"/>
                </a:lnTo>
                <a:lnTo>
                  <a:pt x="495" y="102"/>
                </a:lnTo>
                <a:lnTo>
                  <a:pt x="508" y="140"/>
                </a:lnTo>
                <a:lnTo>
                  <a:pt x="512" y="182"/>
                </a:lnTo>
                <a:lnTo>
                  <a:pt x="512" y="363"/>
                </a:lnTo>
                <a:lnTo>
                  <a:pt x="508" y="405"/>
                </a:lnTo>
                <a:lnTo>
                  <a:pt x="495" y="443"/>
                </a:lnTo>
                <a:lnTo>
                  <a:pt x="472" y="477"/>
                </a:lnTo>
                <a:lnTo>
                  <a:pt x="444" y="505"/>
                </a:lnTo>
                <a:lnTo>
                  <a:pt x="412" y="526"/>
                </a:lnTo>
                <a:lnTo>
                  <a:pt x="374" y="539"/>
                </a:lnTo>
                <a:lnTo>
                  <a:pt x="332" y="545"/>
                </a:lnTo>
                <a:lnTo>
                  <a:pt x="291" y="539"/>
                </a:lnTo>
                <a:lnTo>
                  <a:pt x="251" y="526"/>
                </a:lnTo>
                <a:lnTo>
                  <a:pt x="219" y="505"/>
                </a:lnTo>
                <a:lnTo>
                  <a:pt x="191" y="477"/>
                </a:lnTo>
                <a:lnTo>
                  <a:pt x="170" y="443"/>
                </a:lnTo>
                <a:lnTo>
                  <a:pt x="155" y="405"/>
                </a:lnTo>
                <a:lnTo>
                  <a:pt x="151" y="363"/>
                </a:lnTo>
                <a:lnTo>
                  <a:pt x="151" y="182"/>
                </a:lnTo>
                <a:lnTo>
                  <a:pt x="155" y="140"/>
                </a:lnTo>
                <a:lnTo>
                  <a:pt x="170" y="102"/>
                </a:lnTo>
                <a:lnTo>
                  <a:pt x="191" y="68"/>
                </a:lnTo>
                <a:lnTo>
                  <a:pt x="219" y="40"/>
                </a:lnTo>
                <a:lnTo>
                  <a:pt x="251" y="19"/>
                </a:lnTo>
                <a:lnTo>
                  <a:pt x="291" y="6"/>
                </a:lnTo>
                <a:lnTo>
                  <a:pt x="33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0" name="Freeform 24"/>
          <p:cNvSpPr>
            <a:spLocks noChangeAspect="1" noEditPoints="1"/>
          </p:cNvSpPr>
          <p:nvPr/>
        </p:nvSpPr>
        <p:spPr bwMode="auto">
          <a:xfrm>
            <a:off x="2846430" y="1196752"/>
            <a:ext cx="901192" cy="1080000"/>
          </a:xfrm>
          <a:custGeom>
            <a:avLst/>
            <a:gdLst>
              <a:gd name="T0" fmla="*/ 611 w 756"/>
              <a:gd name="T1" fmla="*/ 556 h 906"/>
              <a:gd name="T2" fmla="*/ 641 w 756"/>
              <a:gd name="T3" fmla="*/ 469 h 906"/>
              <a:gd name="T4" fmla="*/ 287 w 756"/>
              <a:gd name="T5" fmla="*/ 469 h 906"/>
              <a:gd name="T6" fmla="*/ 495 w 756"/>
              <a:gd name="T7" fmla="*/ 556 h 906"/>
              <a:gd name="T8" fmla="*/ 287 w 756"/>
              <a:gd name="T9" fmla="*/ 469 h 906"/>
              <a:gd name="T10" fmla="*/ 172 w 756"/>
              <a:gd name="T11" fmla="*/ 556 h 906"/>
              <a:gd name="T12" fmla="*/ 202 w 756"/>
              <a:gd name="T13" fmla="*/ 469 h 906"/>
              <a:gd name="T14" fmla="*/ 145 w 756"/>
              <a:gd name="T15" fmla="*/ 307 h 906"/>
              <a:gd name="T16" fmla="*/ 132 w 756"/>
              <a:gd name="T17" fmla="*/ 395 h 906"/>
              <a:gd name="T18" fmla="*/ 145 w 756"/>
              <a:gd name="T19" fmla="*/ 307 h 906"/>
              <a:gd name="T20" fmla="*/ 217 w 756"/>
              <a:gd name="T21" fmla="*/ 250 h 906"/>
              <a:gd name="T22" fmla="*/ 408 w 756"/>
              <a:gd name="T23" fmla="*/ 220 h 906"/>
              <a:gd name="T24" fmla="*/ 520 w 756"/>
              <a:gd name="T25" fmla="*/ 74 h 906"/>
              <a:gd name="T26" fmla="*/ 508 w 756"/>
              <a:gd name="T27" fmla="*/ 161 h 906"/>
              <a:gd name="T28" fmla="*/ 520 w 756"/>
              <a:gd name="T29" fmla="*/ 74 h 906"/>
              <a:gd name="T30" fmla="*/ 595 w 756"/>
              <a:gd name="T31" fmla="*/ 4 h 906"/>
              <a:gd name="T32" fmla="*/ 635 w 756"/>
              <a:gd name="T33" fmla="*/ 87 h 906"/>
              <a:gd name="T34" fmla="*/ 635 w 756"/>
              <a:gd name="T35" fmla="*/ 116 h 906"/>
              <a:gd name="T36" fmla="*/ 620 w 756"/>
              <a:gd name="T37" fmla="*/ 131 h 906"/>
              <a:gd name="T38" fmla="*/ 588 w 756"/>
              <a:gd name="T39" fmla="*/ 150 h 906"/>
              <a:gd name="T40" fmla="*/ 531 w 756"/>
              <a:gd name="T41" fmla="*/ 186 h 906"/>
              <a:gd name="T42" fmla="*/ 457 w 756"/>
              <a:gd name="T43" fmla="*/ 231 h 906"/>
              <a:gd name="T44" fmla="*/ 374 w 756"/>
              <a:gd name="T45" fmla="*/ 282 h 906"/>
              <a:gd name="T46" fmla="*/ 289 w 756"/>
              <a:gd name="T47" fmla="*/ 335 h 906"/>
              <a:gd name="T48" fmla="*/ 206 w 756"/>
              <a:gd name="T49" fmla="*/ 384 h 906"/>
              <a:gd name="T50" fmla="*/ 138 w 756"/>
              <a:gd name="T51" fmla="*/ 426 h 906"/>
              <a:gd name="T52" fmla="*/ 242 w 756"/>
              <a:gd name="T53" fmla="*/ 439 h 906"/>
              <a:gd name="T54" fmla="*/ 353 w 756"/>
              <a:gd name="T55" fmla="*/ 439 h 906"/>
              <a:gd name="T56" fmla="*/ 472 w 756"/>
              <a:gd name="T57" fmla="*/ 439 h 906"/>
              <a:gd name="T58" fmla="*/ 669 w 756"/>
              <a:gd name="T59" fmla="*/ 439 h 906"/>
              <a:gd name="T60" fmla="*/ 728 w 756"/>
              <a:gd name="T61" fmla="*/ 439 h 906"/>
              <a:gd name="T62" fmla="*/ 743 w 756"/>
              <a:gd name="T63" fmla="*/ 445 h 906"/>
              <a:gd name="T64" fmla="*/ 752 w 756"/>
              <a:gd name="T65" fmla="*/ 454 h 906"/>
              <a:gd name="T66" fmla="*/ 756 w 756"/>
              <a:gd name="T67" fmla="*/ 469 h 906"/>
              <a:gd name="T68" fmla="*/ 756 w 756"/>
              <a:gd name="T69" fmla="*/ 885 h 906"/>
              <a:gd name="T70" fmla="*/ 749 w 756"/>
              <a:gd name="T71" fmla="*/ 898 h 906"/>
              <a:gd name="T72" fmla="*/ 735 w 756"/>
              <a:gd name="T73" fmla="*/ 906 h 906"/>
              <a:gd name="T74" fmla="*/ 87 w 756"/>
              <a:gd name="T75" fmla="*/ 906 h 906"/>
              <a:gd name="T76" fmla="*/ 71 w 756"/>
              <a:gd name="T77" fmla="*/ 902 h 906"/>
              <a:gd name="T78" fmla="*/ 60 w 756"/>
              <a:gd name="T79" fmla="*/ 891 h 906"/>
              <a:gd name="T80" fmla="*/ 56 w 756"/>
              <a:gd name="T81" fmla="*/ 878 h 906"/>
              <a:gd name="T82" fmla="*/ 3 w 756"/>
              <a:gd name="T83" fmla="*/ 380 h 906"/>
              <a:gd name="T84" fmla="*/ 3 w 756"/>
              <a:gd name="T85" fmla="*/ 352 h 906"/>
              <a:gd name="T86" fmla="*/ 565 w 756"/>
              <a:gd name="T87" fmla="*/ 4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56" h="906">
                <a:moveTo>
                  <a:pt x="524" y="469"/>
                </a:moveTo>
                <a:lnTo>
                  <a:pt x="611" y="556"/>
                </a:lnTo>
                <a:lnTo>
                  <a:pt x="728" y="556"/>
                </a:lnTo>
                <a:lnTo>
                  <a:pt x="641" y="469"/>
                </a:lnTo>
                <a:lnTo>
                  <a:pt x="524" y="469"/>
                </a:lnTo>
                <a:close/>
                <a:moveTo>
                  <a:pt x="287" y="469"/>
                </a:moveTo>
                <a:lnTo>
                  <a:pt x="378" y="556"/>
                </a:lnTo>
                <a:lnTo>
                  <a:pt x="495" y="556"/>
                </a:lnTo>
                <a:lnTo>
                  <a:pt x="406" y="469"/>
                </a:lnTo>
                <a:lnTo>
                  <a:pt x="287" y="469"/>
                </a:lnTo>
                <a:close/>
                <a:moveTo>
                  <a:pt x="87" y="469"/>
                </a:moveTo>
                <a:lnTo>
                  <a:pt x="172" y="556"/>
                </a:lnTo>
                <a:lnTo>
                  <a:pt x="291" y="556"/>
                </a:lnTo>
                <a:lnTo>
                  <a:pt x="202" y="469"/>
                </a:lnTo>
                <a:lnTo>
                  <a:pt x="87" y="469"/>
                </a:lnTo>
                <a:close/>
                <a:moveTo>
                  <a:pt x="145" y="307"/>
                </a:moveTo>
                <a:lnTo>
                  <a:pt x="45" y="365"/>
                </a:lnTo>
                <a:lnTo>
                  <a:pt x="132" y="395"/>
                </a:lnTo>
                <a:lnTo>
                  <a:pt x="234" y="335"/>
                </a:lnTo>
                <a:lnTo>
                  <a:pt x="145" y="307"/>
                </a:lnTo>
                <a:close/>
                <a:moveTo>
                  <a:pt x="317" y="191"/>
                </a:moveTo>
                <a:lnTo>
                  <a:pt x="217" y="250"/>
                </a:lnTo>
                <a:lnTo>
                  <a:pt x="306" y="276"/>
                </a:lnTo>
                <a:lnTo>
                  <a:pt x="408" y="220"/>
                </a:lnTo>
                <a:lnTo>
                  <a:pt x="317" y="191"/>
                </a:lnTo>
                <a:close/>
                <a:moveTo>
                  <a:pt x="520" y="74"/>
                </a:moveTo>
                <a:lnTo>
                  <a:pt x="418" y="133"/>
                </a:lnTo>
                <a:lnTo>
                  <a:pt x="508" y="161"/>
                </a:lnTo>
                <a:lnTo>
                  <a:pt x="611" y="102"/>
                </a:lnTo>
                <a:lnTo>
                  <a:pt x="520" y="74"/>
                </a:lnTo>
                <a:close/>
                <a:moveTo>
                  <a:pt x="580" y="0"/>
                </a:moveTo>
                <a:lnTo>
                  <a:pt x="595" y="4"/>
                </a:lnTo>
                <a:lnTo>
                  <a:pt x="607" y="15"/>
                </a:lnTo>
                <a:lnTo>
                  <a:pt x="635" y="87"/>
                </a:lnTo>
                <a:lnTo>
                  <a:pt x="639" y="102"/>
                </a:lnTo>
                <a:lnTo>
                  <a:pt x="635" y="116"/>
                </a:lnTo>
                <a:lnTo>
                  <a:pt x="624" y="127"/>
                </a:lnTo>
                <a:lnTo>
                  <a:pt x="620" y="131"/>
                </a:lnTo>
                <a:lnTo>
                  <a:pt x="609" y="138"/>
                </a:lnTo>
                <a:lnTo>
                  <a:pt x="588" y="150"/>
                </a:lnTo>
                <a:lnTo>
                  <a:pt x="563" y="167"/>
                </a:lnTo>
                <a:lnTo>
                  <a:pt x="531" y="186"/>
                </a:lnTo>
                <a:lnTo>
                  <a:pt x="497" y="206"/>
                </a:lnTo>
                <a:lnTo>
                  <a:pt x="457" y="231"/>
                </a:lnTo>
                <a:lnTo>
                  <a:pt x="418" y="256"/>
                </a:lnTo>
                <a:lnTo>
                  <a:pt x="374" y="282"/>
                </a:lnTo>
                <a:lnTo>
                  <a:pt x="331" y="309"/>
                </a:lnTo>
                <a:lnTo>
                  <a:pt x="289" y="335"/>
                </a:lnTo>
                <a:lnTo>
                  <a:pt x="245" y="361"/>
                </a:lnTo>
                <a:lnTo>
                  <a:pt x="206" y="384"/>
                </a:lnTo>
                <a:lnTo>
                  <a:pt x="170" y="407"/>
                </a:lnTo>
                <a:lnTo>
                  <a:pt x="138" y="426"/>
                </a:lnTo>
                <a:lnTo>
                  <a:pt x="117" y="439"/>
                </a:lnTo>
                <a:lnTo>
                  <a:pt x="242" y="439"/>
                </a:lnTo>
                <a:lnTo>
                  <a:pt x="297" y="439"/>
                </a:lnTo>
                <a:lnTo>
                  <a:pt x="353" y="439"/>
                </a:lnTo>
                <a:lnTo>
                  <a:pt x="412" y="439"/>
                </a:lnTo>
                <a:lnTo>
                  <a:pt x="472" y="439"/>
                </a:lnTo>
                <a:lnTo>
                  <a:pt x="629" y="439"/>
                </a:lnTo>
                <a:lnTo>
                  <a:pt x="669" y="439"/>
                </a:lnTo>
                <a:lnTo>
                  <a:pt x="701" y="439"/>
                </a:lnTo>
                <a:lnTo>
                  <a:pt x="728" y="439"/>
                </a:lnTo>
                <a:lnTo>
                  <a:pt x="735" y="441"/>
                </a:lnTo>
                <a:lnTo>
                  <a:pt x="743" y="445"/>
                </a:lnTo>
                <a:lnTo>
                  <a:pt x="749" y="448"/>
                </a:lnTo>
                <a:lnTo>
                  <a:pt x="752" y="454"/>
                </a:lnTo>
                <a:lnTo>
                  <a:pt x="756" y="462"/>
                </a:lnTo>
                <a:lnTo>
                  <a:pt x="756" y="469"/>
                </a:lnTo>
                <a:lnTo>
                  <a:pt x="756" y="878"/>
                </a:lnTo>
                <a:lnTo>
                  <a:pt x="756" y="885"/>
                </a:lnTo>
                <a:lnTo>
                  <a:pt x="752" y="891"/>
                </a:lnTo>
                <a:lnTo>
                  <a:pt x="749" y="898"/>
                </a:lnTo>
                <a:lnTo>
                  <a:pt x="743" y="902"/>
                </a:lnTo>
                <a:lnTo>
                  <a:pt x="735" y="906"/>
                </a:lnTo>
                <a:lnTo>
                  <a:pt x="728" y="906"/>
                </a:lnTo>
                <a:lnTo>
                  <a:pt x="87" y="906"/>
                </a:lnTo>
                <a:lnTo>
                  <a:pt x="79" y="906"/>
                </a:lnTo>
                <a:lnTo>
                  <a:pt x="71" y="902"/>
                </a:lnTo>
                <a:lnTo>
                  <a:pt x="66" y="898"/>
                </a:lnTo>
                <a:lnTo>
                  <a:pt x="60" y="891"/>
                </a:lnTo>
                <a:lnTo>
                  <a:pt x="58" y="885"/>
                </a:lnTo>
                <a:lnTo>
                  <a:pt x="56" y="878"/>
                </a:lnTo>
                <a:lnTo>
                  <a:pt x="56" y="437"/>
                </a:lnTo>
                <a:lnTo>
                  <a:pt x="3" y="380"/>
                </a:lnTo>
                <a:lnTo>
                  <a:pt x="0" y="365"/>
                </a:lnTo>
                <a:lnTo>
                  <a:pt x="3" y="352"/>
                </a:lnTo>
                <a:lnTo>
                  <a:pt x="15" y="341"/>
                </a:lnTo>
                <a:lnTo>
                  <a:pt x="565" y="4"/>
                </a:lnTo>
                <a:lnTo>
                  <a:pt x="58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12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48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Electronical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Devices #1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92" y="1297000"/>
            <a:ext cx="1080000" cy="1042045"/>
          </a:xfrm>
          <a:custGeom>
            <a:avLst/>
            <a:gdLst>
              <a:gd name="T0" fmla="*/ 505 w 626"/>
              <a:gd name="T1" fmla="*/ 582 h 604"/>
              <a:gd name="T2" fmla="*/ 512 w 626"/>
              <a:gd name="T3" fmla="*/ 591 h 604"/>
              <a:gd name="T4" fmla="*/ 505 w 626"/>
              <a:gd name="T5" fmla="*/ 602 h 604"/>
              <a:gd name="T6" fmla="*/ 148 w 626"/>
              <a:gd name="T7" fmla="*/ 602 h 604"/>
              <a:gd name="T8" fmla="*/ 141 w 626"/>
              <a:gd name="T9" fmla="*/ 591 h 604"/>
              <a:gd name="T10" fmla="*/ 148 w 626"/>
              <a:gd name="T11" fmla="*/ 582 h 604"/>
              <a:gd name="T12" fmla="*/ 442 w 626"/>
              <a:gd name="T13" fmla="*/ 466 h 604"/>
              <a:gd name="T14" fmla="*/ 210 w 626"/>
              <a:gd name="T15" fmla="*/ 464 h 604"/>
              <a:gd name="T16" fmla="*/ 517 w 626"/>
              <a:gd name="T17" fmla="*/ 242 h 604"/>
              <a:gd name="T18" fmla="*/ 532 w 626"/>
              <a:gd name="T19" fmla="*/ 258 h 604"/>
              <a:gd name="T20" fmla="*/ 624 w 626"/>
              <a:gd name="T21" fmla="*/ 381 h 604"/>
              <a:gd name="T22" fmla="*/ 626 w 626"/>
              <a:gd name="T23" fmla="*/ 464 h 604"/>
              <a:gd name="T24" fmla="*/ 611 w 626"/>
              <a:gd name="T25" fmla="*/ 498 h 604"/>
              <a:gd name="T26" fmla="*/ 585 w 626"/>
              <a:gd name="T27" fmla="*/ 509 h 604"/>
              <a:gd name="T28" fmla="*/ 487 w 626"/>
              <a:gd name="T29" fmla="*/ 511 h 604"/>
              <a:gd name="T30" fmla="*/ 487 w 626"/>
              <a:gd name="T31" fmla="*/ 459 h 604"/>
              <a:gd name="T32" fmla="*/ 475 w 626"/>
              <a:gd name="T33" fmla="*/ 442 h 604"/>
              <a:gd name="T34" fmla="*/ 184 w 626"/>
              <a:gd name="T35" fmla="*/ 441 h 604"/>
              <a:gd name="T36" fmla="*/ 169 w 626"/>
              <a:gd name="T37" fmla="*/ 448 h 604"/>
              <a:gd name="T38" fmla="*/ 162 w 626"/>
              <a:gd name="T39" fmla="*/ 511 h 604"/>
              <a:gd name="T40" fmla="*/ 15 w 626"/>
              <a:gd name="T41" fmla="*/ 504 h 604"/>
              <a:gd name="T42" fmla="*/ 2 w 626"/>
              <a:gd name="T43" fmla="*/ 479 h 604"/>
              <a:gd name="T44" fmla="*/ 0 w 626"/>
              <a:gd name="T45" fmla="*/ 464 h 604"/>
              <a:gd name="T46" fmla="*/ 9 w 626"/>
              <a:gd name="T47" fmla="*/ 362 h 604"/>
              <a:gd name="T48" fmla="*/ 22 w 626"/>
              <a:gd name="T49" fmla="*/ 351 h 604"/>
              <a:gd name="T50" fmla="*/ 111 w 626"/>
              <a:gd name="T51" fmla="*/ 239 h 604"/>
              <a:gd name="T52" fmla="*/ 138 w 626"/>
              <a:gd name="T53" fmla="*/ 232 h 604"/>
              <a:gd name="T54" fmla="*/ 331 w 626"/>
              <a:gd name="T55" fmla="*/ 23 h 604"/>
              <a:gd name="T56" fmla="*/ 326 w 626"/>
              <a:gd name="T57" fmla="*/ 27 h 604"/>
              <a:gd name="T58" fmla="*/ 324 w 626"/>
              <a:gd name="T59" fmla="*/ 35 h 604"/>
              <a:gd name="T60" fmla="*/ 324 w 626"/>
              <a:gd name="T61" fmla="*/ 42 h 604"/>
              <a:gd name="T62" fmla="*/ 324 w 626"/>
              <a:gd name="T63" fmla="*/ 93 h 604"/>
              <a:gd name="T64" fmla="*/ 339 w 626"/>
              <a:gd name="T65" fmla="*/ 114 h 604"/>
              <a:gd name="T66" fmla="*/ 399 w 626"/>
              <a:gd name="T67" fmla="*/ 116 h 604"/>
              <a:gd name="T68" fmla="*/ 415 w 626"/>
              <a:gd name="T69" fmla="*/ 114 h 604"/>
              <a:gd name="T70" fmla="*/ 417 w 626"/>
              <a:gd name="T71" fmla="*/ 109 h 604"/>
              <a:gd name="T72" fmla="*/ 415 w 626"/>
              <a:gd name="T73" fmla="*/ 103 h 604"/>
              <a:gd name="T74" fmla="*/ 409 w 626"/>
              <a:gd name="T75" fmla="*/ 98 h 604"/>
              <a:gd name="T76" fmla="*/ 341 w 626"/>
              <a:gd name="T77" fmla="*/ 30 h 604"/>
              <a:gd name="T78" fmla="*/ 331 w 626"/>
              <a:gd name="T79" fmla="*/ 23 h 604"/>
              <a:gd name="T80" fmla="*/ 440 w 626"/>
              <a:gd name="T81" fmla="*/ 91 h 604"/>
              <a:gd name="T82" fmla="*/ 210 w 626"/>
              <a:gd name="T83" fmla="*/ 23 h 604"/>
              <a:gd name="T84" fmla="*/ 211 w 626"/>
              <a:gd name="T85" fmla="*/ 12 h 604"/>
              <a:gd name="T86" fmla="*/ 233 w 626"/>
              <a:gd name="T87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26" h="604">
                <a:moveTo>
                  <a:pt x="152" y="580"/>
                </a:moveTo>
                <a:lnTo>
                  <a:pt x="501" y="580"/>
                </a:lnTo>
                <a:lnTo>
                  <a:pt x="505" y="582"/>
                </a:lnTo>
                <a:lnTo>
                  <a:pt x="509" y="583"/>
                </a:lnTo>
                <a:lnTo>
                  <a:pt x="512" y="587"/>
                </a:lnTo>
                <a:lnTo>
                  <a:pt x="512" y="591"/>
                </a:lnTo>
                <a:lnTo>
                  <a:pt x="512" y="597"/>
                </a:lnTo>
                <a:lnTo>
                  <a:pt x="509" y="600"/>
                </a:lnTo>
                <a:lnTo>
                  <a:pt x="505" y="602"/>
                </a:lnTo>
                <a:lnTo>
                  <a:pt x="501" y="604"/>
                </a:lnTo>
                <a:lnTo>
                  <a:pt x="152" y="604"/>
                </a:lnTo>
                <a:lnTo>
                  <a:pt x="148" y="602"/>
                </a:lnTo>
                <a:lnTo>
                  <a:pt x="144" y="600"/>
                </a:lnTo>
                <a:lnTo>
                  <a:pt x="141" y="597"/>
                </a:lnTo>
                <a:lnTo>
                  <a:pt x="141" y="591"/>
                </a:lnTo>
                <a:lnTo>
                  <a:pt x="141" y="587"/>
                </a:lnTo>
                <a:lnTo>
                  <a:pt x="144" y="583"/>
                </a:lnTo>
                <a:lnTo>
                  <a:pt x="148" y="582"/>
                </a:lnTo>
                <a:lnTo>
                  <a:pt x="152" y="580"/>
                </a:lnTo>
                <a:close/>
                <a:moveTo>
                  <a:pt x="210" y="464"/>
                </a:moveTo>
                <a:lnTo>
                  <a:pt x="442" y="466"/>
                </a:lnTo>
                <a:lnTo>
                  <a:pt x="490" y="557"/>
                </a:lnTo>
                <a:lnTo>
                  <a:pt x="163" y="557"/>
                </a:lnTo>
                <a:lnTo>
                  <a:pt x="210" y="464"/>
                </a:lnTo>
                <a:close/>
                <a:moveTo>
                  <a:pt x="488" y="232"/>
                </a:moveTo>
                <a:lnTo>
                  <a:pt x="505" y="235"/>
                </a:lnTo>
                <a:lnTo>
                  <a:pt x="517" y="242"/>
                </a:lnTo>
                <a:lnTo>
                  <a:pt x="525" y="248"/>
                </a:lnTo>
                <a:lnTo>
                  <a:pt x="529" y="255"/>
                </a:lnTo>
                <a:lnTo>
                  <a:pt x="532" y="258"/>
                </a:lnTo>
                <a:lnTo>
                  <a:pt x="603" y="351"/>
                </a:lnTo>
                <a:lnTo>
                  <a:pt x="615" y="367"/>
                </a:lnTo>
                <a:lnTo>
                  <a:pt x="624" y="381"/>
                </a:lnTo>
                <a:lnTo>
                  <a:pt x="626" y="390"/>
                </a:lnTo>
                <a:lnTo>
                  <a:pt x="626" y="395"/>
                </a:lnTo>
                <a:lnTo>
                  <a:pt x="626" y="464"/>
                </a:lnTo>
                <a:lnTo>
                  <a:pt x="625" y="479"/>
                </a:lnTo>
                <a:lnTo>
                  <a:pt x="620" y="490"/>
                </a:lnTo>
                <a:lnTo>
                  <a:pt x="611" y="498"/>
                </a:lnTo>
                <a:lnTo>
                  <a:pt x="603" y="504"/>
                </a:lnTo>
                <a:lnTo>
                  <a:pt x="594" y="508"/>
                </a:lnTo>
                <a:lnTo>
                  <a:pt x="585" y="509"/>
                </a:lnTo>
                <a:lnTo>
                  <a:pt x="580" y="511"/>
                </a:lnTo>
                <a:lnTo>
                  <a:pt x="579" y="511"/>
                </a:lnTo>
                <a:lnTo>
                  <a:pt x="487" y="511"/>
                </a:lnTo>
                <a:lnTo>
                  <a:pt x="488" y="466"/>
                </a:lnTo>
                <a:lnTo>
                  <a:pt x="487" y="463"/>
                </a:lnTo>
                <a:lnTo>
                  <a:pt x="487" y="459"/>
                </a:lnTo>
                <a:lnTo>
                  <a:pt x="486" y="453"/>
                </a:lnTo>
                <a:lnTo>
                  <a:pt x="481" y="447"/>
                </a:lnTo>
                <a:lnTo>
                  <a:pt x="475" y="442"/>
                </a:lnTo>
                <a:lnTo>
                  <a:pt x="465" y="441"/>
                </a:lnTo>
                <a:lnTo>
                  <a:pt x="186" y="441"/>
                </a:lnTo>
                <a:lnTo>
                  <a:pt x="184" y="441"/>
                </a:lnTo>
                <a:lnTo>
                  <a:pt x="179" y="441"/>
                </a:lnTo>
                <a:lnTo>
                  <a:pt x="174" y="444"/>
                </a:lnTo>
                <a:lnTo>
                  <a:pt x="169" y="448"/>
                </a:lnTo>
                <a:lnTo>
                  <a:pt x="164" y="455"/>
                </a:lnTo>
                <a:lnTo>
                  <a:pt x="162" y="464"/>
                </a:lnTo>
                <a:lnTo>
                  <a:pt x="162" y="511"/>
                </a:lnTo>
                <a:lnTo>
                  <a:pt x="44" y="511"/>
                </a:lnTo>
                <a:lnTo>
                  <a:pt x="28" y="508"/>
                </a:lnTo>
                <a:lnTo>
                  <a:pt x="15" y="504"/>
                </a:lnTo>
                <a:lnTo>
                  <a:pt x="9" y="496"/>
                </a:lnTo>
                <a:lnTo>
                  <a:pt x="3" y="488"/>
                </a:lnTo>
                <a:lnTo>
                  <a:pt x="2" y="479"/>
                </a:lnTo>
                <a:lnTo>
                  <a:pt x="0" y="472"/>
                </a:lnTo>
                <a:lnTo>
                  <a:pt x="0" y="467"/>
                </a:lnTo>
                <a:lnTo>
                  <a:pt x="0" y="464"/>
                </a:lnTo>
                <a:lnTo>
                  <a:pt x="0" y="390"/>
                </a:lnTo>
                <a:lnTo>
                  <a:pt x="3" y="374"/>
                </a:lnTo>
                <a:lnTo>
                  <a:pt x="9" y="362"/>
                </a:lnTo>
                <a:lnTo>
                  <a:pt x="15" y="355"/>
                </a:lnTo>
                <a:lnTo>
                  <a:pt x="20" y="351"/>
                </a:lnTo>
                <a:lnTo>
                  <a:pt x="22" y="351"/>
                </a:lnTo>
                <a:lnTo>
                  <a:pt x="95" y="257"/>
                </a:lnTo>
                <a:lnTo>
                  <a:pt x="102" y="247"/>
                </a:lnTo>
                <a:lnTo>
                  <a:pt x="111" y="239"/>
                </a:lnTo>
                <a:lnTo>
                  <a:pt x="122" y="235"/>
                </a:lnTo>
                <a:lnTo>
                  <a:pt x="132" y="233"/>
                </a:lnTo>
                <a:lnTo>
                  <a:pt x="138" y="232"/>
                </a:lnTo>
                <a:lnTo>
                  <a:pt x="141" y="232"/>
                </a:lnTo>
                <a:lnTo>
                  <a:pt x="488" y="232"/>
                </a:lnTo>
                <a:close/>
                <a:moveTo>
                  <a:pt x="331" y="23"/>
                </a:moveTo>
                <a:lnTo>
                  <a:pt x="328" y="23"/>
                </a:lnTo>
                <a:lnTo>
                  <a:pt x="327" y="24"/>
                </a:lnTo>
                <a:lnTo>
                  <a:pt x="326" y="27"/>
                </a:lnTo>
                <a:lnTo>
                  <a:pt x="326" y="30"/>
                </a:lnTo>
                <a:lnTo>
                  <a:pt x="324" y="32"/>
                </a:lnTo>
                <a:lnTo>
                  <a:pt x="324" y="35"/>
                </a:lnTo>
                <a:lnTo>
                  <a:pt x="324" y="38"/>
                </a:lnTo>
                <a:lnTo>
                  <a:pt x="324" y="41"/>
                </a:lnTo>
                <a:lnTo>
                  <a:pt x="324" y="42"/>
                </a:lnTo>
                <a:lnTo>
                  <a:pt x="324" y="43"/>
                </a:lnTo>
                <a:lnTo>
                  <a:pt x="324" y="45"/>
                </a:lnTo>
                <a:lnTo>
                  <a:pt x="324" y="93"/>
                </a:lnTo>
                <a:lnTo>
                  <a:pt x="327" y="103"/>
                </a:lnTo>
                <a:lnTo>
                  <a:pt x="333" y="110"/>
                </a:lnTo>
                <a:lnTo>
                  <a:pt x="339" y="114"/>
                </a:lnTo>
                <a:lnTo>
                  <a:pt x="346" y="116"/>
                </a:lnTo>
                <a:lnTo>
                  <a:pt x="348" y="116"/>
                </a:lnTo>
                <a:lnTo>
                  <a:pt x="399" y="116"/>
                </a:lnTo>
                <a:lnTo>
                  <a:pt x="406" y="116"/>
                </a:lnTo>
                <a:lnTo>
                  <a:pt x="410" y="116"/>
                </a:lnTo>
                <a:lnTo>
                  <a:pt x="415" y="114"/>
                </a:lnTo>
                <a:lnTo>
                  <a:pt x="416" y="113"/>
                </a:lnTo>
                <a:lnTo>
                  <a:pt x="417" y="112"/>
                </a:lnTo>
                <a:lnTo>
                  <a:pt x="417" y="109"/>
                </a:lnTo>
                <a:lnTo>
                  <a:pt x="417" y="108"/>
                </a:lnTo>
                <a:lnTo>
                  <a:pt x="416" y="105"/>
                </a:lnTo>
                <a:lnTo>
                  <a:pt x="415" y="103"/>
                </a:lnTo>
                <a:lnTo>
                  <a:pt x="413" y="101"/>
                </a:lnTo>
                <a:lnTo>
                  <a:pt x="410" y="99"/>
                </a:lnTo>
                <a:lnTo>
                  <a:pt x="409" y="98"/>
                </a:lnTo>
                <a:lnTo>
                  <a:pt x="409" y="98"/>
                </a:lnTo>
                <a:lnTo>
                  <a:pt x="408" y="98"/>
                </a:lnTo>
                <a:lnTo>
                  <a:pt x="341" y="30"/>
                </a:lnTo>
                <a:lnTo>
                  <a:pt x="337" y="26"/>
                </a:lnTo>
                <a:lnTo>
                  <a:pt x="334" y="24"/>
                </a:lnTo>
                <a:lnTo>
                  <a:pt x="331" y="23"/>
                </a:lnTo>
                <a:close/>
                <a:moveTo>
                  <a:pt x="233" y="0"/>
                </a:moveTo>
                <a:lnTo>
                  <a:pt x="349" y="0"/>
                </a:lnTo>
                <a:lnTo>
                  <a:pt x="440" y="91"/>
                </a:lnTo>
                <a:lnTo>
                  <a:pt x="440" y="209"/>
                </a:lnTo>
                <a:lnTo>
                  <a:pt x="210" y="209"/>
                </a:lnTo>
                <a:lnTo>
                  <a:pt x="210" y="23"/>
                </a:lnTo>
                <a:lnTo>
                  <a:pt x="210" y="21"/>
                </a:lnTo>
                <a:lnTo>
                  <a:pt x="210" y="17"/>
                </a:lnTo>
                <a:lnTo>
                  <a:pt x="211" y="12"/>
                </a:lnTo>
                <a:lnTo>
                  <a:pt x="215" y="6"/>
                </a:lnTo>
                <a:lnTo>
                  <a:pt x="222" y="2"/>
                </a:lnTo>
                <a:lnTo>
                  <a:pt x="23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69542" y="1228298"/>
            <a:ext cx="1080000" cy="1081727"/>
          </a:xfrm>
          <a:custGeom>
            <a:avLst/>
            <a:gdLst>
              <a:gd name="T0" fmla="*/ 228 w 625"/>
              <a:gd name="T1" fmla="*/ 485 h 626"/>
              <a:gd name="T2" fmla="*/ 182 w 625"/>
              <a:gd name="T3" fmla="*/ 491 h 626"/>
              <a:gd name="T4" fmla="*/ 142 w 625"/>
              <a:gd name="T5" fmla="*/ 499 h 626"/>
              <a:gd name="T6" fmla="*/ 107 w 625"/>
              <a:gd name="T7" fmla="*/ 504 h 626"/>
              <a:gd name="T8" fmla="*/ 256 w 625"/>
              <a:gd name="T9" fmla="*/ 484 h 626"/>
              <a:gd name="T10" fmla="*/ 221 w 625"/>
              <a:gd name="T11" fmla="*/ 478 h 626"/>
              <a:gd name="T12" fmla="*/ 180 w 625"/>
              <a:gd name="T13" fmla="*/ 470 h 626"/>
              <a:gd name="T14" fmla="*/ 135 w 625"/>
              <a:gd name="T15" fmla="*/ 465 h 626"/>
              <a:gd name="T16" fmla="*/ 500 w 625"/>
              <a:gd name="T17" fmla="*/ 452 h 626"/>
              <a:gd name="T18" fmla="*/ 276 w 625"/>
              <a:gd name="T19" fmla="*/ 446 h 626"/>
              <a:gd name="T20" fmla="*/ 191 w 625"/>
              <a:gd name="T21" fmla="*/ 444 h 626"/>
              <a:gd name="T22" fmla="*/ 144 w 625"/>
              <a:gd name="T23" fmla="*/ 447 h 626"/>
              <a:gd name="T24" fmla="*/ 101 w 625"/>
              <a:gd name="T25" fmla="*/ 454 h 626"/>
              <a:gd name="T26" fmla="*/ 355 w 625"/>
              <a:gd name="T27" fmla="*/ 493 h 626"/>
              <a:gd name="T28" fmla="*/ 253 w 625"/>
              <a:gd name="T29" fmla="*/ 444 h 626"/>
              <a:gd name="T30" fmla="*/ 219 w 625"/>
              <a:gd name="T31" fmla="*/ 441 h 626"/>
              <a:gd name="T32" fmla="*/ 182 w 625"/>
              <a:gd name="T33" fmla="*/ 435 h 626"/>
              <a:gd name="T34" fmla="*/ 138 w 625"/>
              <a:gd name="T35" fmla="*/ 426 h 626"/>
              <a:gd name="T36" fmla="*/ 272 w 625"/>
              <a:gd name="T37" fmla="*/ 403 h 626"/>
              <a:gd name="T38" fmla="*/ 187 w 625"/>
              <a:gd name="T39" fmla="*/ 405 h 626"/>
              <a:gd name="T40" fmla="*/ 142 w 625"/>
              <a:gd name="T41" fmla="*/ 410 h 626"/>
              <a:gd name="T42" fmla="*/ 101 w 625"/>
              <a:gd name="T43" fmla="*/ 418 h 626"/>
              <a:gd name="T44" fmla="*/ 249 w 625"/>
              <a:gd name="T45" fmla="*/ 403 h 626"/>
              <a:gd name="T46" fmla="*/ 216 w 625"/>
              <a:gd name="T47" fmla="*/ 403 h 626"/>
              <a:gd name="T48" fmla="*/ 180 w 625"/>
              <a:gd name="T49" fmla="*/ 398 h 626"/>
              <a:gd name="T50" fmla="*/ 141 w 625"/>
              <a:gd name="T51" fmla="*/ 389 h 626"/>
              <a:gd name="T52" fmla="*/ 276 w 625"/>
              <a:gd name="T53" fmla="*/ 364 h 626"/>
              <a:gd name="T54" fmla="*/ 191 w 625"/>
              <a:gd name="T55" fmla="*/ 364 h 626"/>
              <a:gd name="T56" fmla="*/ 144 w 625"/>
              <a:gd name="T57" fmla="*/ 366 h 626"/>
              <a:gd name="T58" fmla="*/ 101 w 625"/>
              <a:gd name="T59" fmla="*/ 373 h 626"/>
              <a:gd name="T60" fmla="*/ 245 w 625"/>
              <a:gd name="T61" fmla="*/ 361 h 626"/>
              <a:gd name="T62" fmla="*/ 212 w 625"/>
              <a:gd name="T63" fmla="*/ 364 h 626"/>
              <a:gd name="T64" fmla="*/ 179 w 625"/>
              <a:gd name="T65" fmla="*/ 361 h 626"/>
              <a:gd name="T66" fmla="*/ 141 w 625"/>
              <a:gd name="T67" fmla="*/ 354 h 626"/>
              <a:gd name="T68" fmla="*/ 280 w 625"/>
              <a:gd name="T69" fmla="*/ 327 h 626"/>
              <a:gd name="T70" fmla="*/ 232 w 625"/>
              <a:gd name="T71" fmla="*/ 323 h 626"/>
              <a:gd name="T72" fmla="*/ 148 w 625"/>
              <a:gd name="T73" fmla="*/ 324 h 626"/>
              <a:gd name="T74" fmla="*/ 101 w 625"/>
              <a:gd name="T75" fmla="*/ 329 h 626"/>
              <a:gd name="T76" fmla="*/ 243 w 625"/>
              <a:gd name="T77" fmla="*/ 317 h 626"/>
              <a:gd name="T78" fmla="*/ 208 w 625"/>
              <a:gd name="T79" fmla="*/ 323 h 626"/>
              <a:gd name="T80" fmla="*/ 175 w 625"/>
              <a:gd name="T81" fmla="*/ 323 h 626"/>
              <a:gd name="T82" fmla="*/ 141 w 625"/>
              <a:gd name="T83" fmla="*/ 317 h 626"/>
              <a:gd name="T84" fmla="*/ 282 w 625"/>
              <a:gd name="T85" fmla="*/ 288 h 626"/>
              <a:gd name="T86" fmla="*/ 237 w 625"/>
              <a:gd name="T87" fmla="*/ 283 h 626"/>
              <a:gd name="T88" fmla="*/ 152 w 625"/>
              <a:gd name="T89" fmla="*/ 283 h 626"/>
              <a:gd name="T90" fmla="*/ 104 w 625"/>
              <a:gd name="T91" fmla="*/ 286 h 626"/>
              <a:gd name="T92" fmla="*/ 242 w 625"/>
              <a:gd name="T93" fmla="*/ 272 h 626"/>
              <a:gd name="T94" fmla="*/ 205 w 625"/>
              <a:gd name="T95" fmla="*/ 280 h 626"/>
              <a:gd name="T96" fmla="*/ 171 w 625"/>
              <a:gd name="T97" fmla="*/ 283 h 626"/>
              <a:gd name="T98" fmla="*/ 138 w 625"/>
              <a:gd name="T99" fmla="*/ 280 h 626"/>
              <a:gd name="T100" fmla="*/ 364 w 625"/>
              <a:gd name="T101" fmla="*/ 323 h 626"/>
              <a:gd name="T102" fmla="*/ 262 w 625"/>
              <a:gd name="T103" fmla="*/ 253 h 626"/>
              <a:gd name="T104" fmla="*/ 226 w 625"/>
              <a:gd name="T105" fmla="*/ 260 h 626"/>
              <a:gd name="T106" fmla="*/ 191 w 625"/>
              <a:gd name="T107" fmla="*/ 262 h 626"/>
              <a:gd name="T108" fmla="*/ 159 w 625"/>
              <a:gd name="T109" fmla="*/ 260 h 626"/>
              <a:gd name="T110" fmla="*/ 120 w 625"/>
              <a:gd name="T111" fmla="*/ 253 h 626"/>
              <a:gd name="T112" fmla="*/ 302 w 625"/>
              <a:gd name="T113" fmla="*/ 221 h 626"/>
              <a:gd name="T114" fmla="*/ 73 w 625"/>
              <a:gd name="T115" fmla="*/ 533 h 626"/>
              <a:gd name="T116" fmla="*/ 593 w 625"/>
              <a:gd name="T117" fmla="*/ 157 h 626"/>
              <a:gd name="T118" fmla="*/ 525 w 625"/>
              <a:gd name="T119" fmla="*/ 625 h 626"/>
              <a:gd name="T120" fmla="*/ 85 w 625"/>
              <a:gd name="T121" fmla="*/ 618 h 626"/>
              <a:gd name="T122" fmla="*/ 515 w 625"/>
              <a:gd name="T123" fmla="*/ 1 h 626"/>
              <a:gd name="T124" fmla="*/ 506 w 625"/>
              <a:gd name="T125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25" h="626">
                <a:moveTo>
                  <a:pt x="272" y="485"/>
                </a:moveTo>
                <a:lnTo>
                  <a:pt x="268" y="485"/>
                </a:lnTo>
                <a:lnTo>
                  <a:pt x="265" y="488"/>
                </a:lnTo>
                <a:lnTo>
                  <a:pt x="264" y="491"/>
                </a:lnTo>
                <a:lnTo>
                  <a:pt x="262" y="495"/>
                </a:lnTo>
                <a:lnTo>
                  <a:pt x="264" y="499"/>
                </a:lnTo>
                <a:lnTo>
                  <a:pt x="265" y="502"/>
                </a:lnTo>
                <a:lnTo>
                  <a:pt x="268" y="504"/>
                </a:lnTo>
                <a:lnTo>
                  <a:pt x="272" y="504"/>
                </a:lnTo>
                <a:lnTo>
                  <a:pt x="276" y="504"/>
                </a:lnTo>
                <a:lnTo>
                  <a:pt x="280" y="502"/>
                </a:lnTo>
                <a:lnTo>
                  <a:pt x="282" y="499"/>
                </a:lnTo>
                <a:lnTo>
                  <a:pt x="283" y="495"/>
                </a:lnTo>
                <a:lnTo>
                  <a:pt x="282" y="491"/>
                </a:lnTo>
                <a:lnTo>
                  <a:pt x="280" y="488"/>
                </a:lnTo>
                <a:lnTo>
                  <a:pt x="276" y="485"/>
                </a:lnTo>
                <a:lnTo>
                  <a:pt x="272" y="485"/>
                </a:lnTo>
                <a:close/>
                <a:moveTo>
                  <a:pt x="232" y="485"/>
                </a:moveTo>
                <a:lnTo>
                  <a:pt x="228" y="485"/>
                </a:lnTo>
                <a:lnTo>
                  <a:pt x="226" y="488"/>
                </a:lnTo>
                <a:lnTo>
                  <a:pt x="223" y="491"/>
                </a:lnTo>
                <a:lnTo>
                  <a:pt x="221" y="495"/>
                </a:lnTo>
                <a:lnTo>
                  <a:pt x="223" y="499"/>
                </a:lnTo>
                <a:lnTo>
                  <a:pt x="226" y="502"/>
                </a:lnTo>
                <a:lnTo>
                  <a:pt x="228" y="504"/>
                </a:lnTo>
                <a:lnTo>
                  <a:pt x="232" y="504"/>
                </a:lnTo>
                <a:lnTo>
                  <a:pt x="237" y="504"/>
                </a:lnTo>
                <a:lnTo>
                  <a:pt x="239" y="502"/>
                </a:lnTo>
                <a:lnTo>
                  <a:pt x="242" y="499"/>
                </a:lnTo>
                <a:lnTo>
                  <a:pt x="242" y="495"/>
                </a:lnTo>
                <a:lnTo>
                  <a:pt x="242" y="491"/>
                </a:lnTo>
                <a:lnTo>
                  <a:pt x="239" y="488"/>
                </a:lnTo>
                <a:lnTo>
                  <a:pt x="237" y="485"/>
                </a:lnTo>
                <a:lnTo>
                  <a:pt x="232" y="485"/>
                </a:lnTo>
                <a:close/>
                <a:moveTo>
                  <a:pt x="191" y="485"/>
                </a:moveTo>
                <a:lnTo>
                  <a:pt x="187" y="485"/>
                </a:lnTo>
                <a:lnTo>
                  <a:pt x="185" y="488"/>
                </a:lnTo>
                <a:lnTo>
                  <a:pt x="182" y="491"/>
                </a:lnTo>
                <a:lnTo>
                  <a:pt x="182" y="495"/>
                </a:lnTo>
                <a:lnTo>
                  <a:pt x="182" y="499"/>
                </a:lnTo>
                <a:lnTo>
                  <a:pt x="185" y="502"/>
                </a:lnTo>
                <a:lnTo>
                  <a:pt x="187" y="504"/>
                </a:lnTo>
                <a:lnTo>
                  <a:pt x="191" y="504"/>
                </a:lnTo>
                <a:lnTo>
                  <a:pt x="196" y="504"/>
                </a:lnTo>
                <a:lnTo>
                  <a:pt x="198" y="502"/>
                </a:lnTo>
                <a:lnTo>
                  <a:pt x="201" y="499"/>
                </a:lnTo>
                <a:lnTo>
                  <a:pt x="202" y="495"/>
                </a:lnTo>
                <a:lnTo>
                  <a:pt x="201" y="491"/>
                </a:lnTo>
                <a:lnTo>
                  <a:pt x="198" y="488"/>
                </a:lnTo>
                <a:lnTo>
                  <a:pt x="196" y="485"/>
                </a:lnTo>
                <a:lnTo>
                  <a:pt x="191" y="485"/>
                </a:lnTo>
                <a:close/>
                <a:moveTo>
                  <a:pt x="152" y="485"/>
                </a:moveTo>
                <a:lnTo>
                  <a:pt x="148" y="485"/>
                </a:lnTo>
                <a:lnTo>
                  <a:pt x="144" y="488"/>
                </a:lnTo>
                <a:lnTo>
                  <a:pt x="142" y="491"/>
                </a:lnTo>
                <a:lnTo>
                  <a:pt x="141" y="495"/>
                </a:lnTo>
                <a:lnTo>
                  <a:pt x="142" y="499"/>
                </a:lnTo>
                <a:lnTo>
                  <a:pt x="144" y="502"/>
                </a:lnTo>
                <a:lnTo>
                  <a:pt x="148" y="504"/>
                </a:lnTo>
                <a:lnTo>
                  <a:pt x="152" y="504"/>
                </a:lnTo>
                <a:lnTo>
                  <a:pt x="156" y="504"/>
                </a:lnTo>
                <a:lnTo>
                  <a:pt x="159" y="502"/>
                </a:lnTo>
                <a:lnTo>
                  <a:pt x="160" y="499"/>
                </a:lnTo>
                <a:lnTo>
                  <a:pt x="161" y="495"/>
                </a:lnTo>
                <a:lnTo>
                  <a:pt x="160" y="491"/>
                </a:lnTo>
                <a:lnTo>
                  <a:pt x="159" y="488"/>
                </a:lnTo>
                <a:lnTo>
                  <a:pt x="156" y="485"/>
                </a:lnTo>
                <a:lnTo>
                  <a:pt x="152" y="485"/>
                </a:lnTo>
                <a:close/>
                <a:moveTo>
                  <a:pt x="111" y="485"/>
                </a:moveTo>
                <a:lnTo>
                  <a:pt x="107" y="485"/>
                </a:lnTo>
                <a:lnTo>
                  <a:pt x="104" y="488"/>
                </a:lnTo>
                <a:lnTo>
                  <a:pt x="101" y="491"/>
                </a:lnTo>
                <a:lnTo>
                  <a:pt x="101" y="495"/>
                </a:lnTo>
                <a:lnTo>
                  <a:pt x="101" y="499"/>
                </a:lnTo>
                <a:lnTo>
                  <a:pt x="104" y="502"/>
                </a:lnTo>
                <a:lnTo>
                  <a:pt x="107" y="504"/>
                </a:lnTo>
                <a:lnTo>
                  <a:pt x="111" y="504"/>
                </a:lnTo>
                <a:lnTo>
                  <a:pt x="115" y="504"/>
                </a:lnTo>
                <a:lnTo>
                  <a:pt x="118" y="502"/>
                </a:lnTo>
                <a:lnTo>
                  <a:pt x="120" y="499"/>
                </a:lnTo>
                <a:lnTo>
                  <a:pt x="120" y="495"/>
                </a:lnTo>
                <a:lnTo>
                  <a:pt x="120" y="491"/>
                </a:lnTo>
                <a:lnTo>
                  <a:pt x="118" y="488"/>
                </a:lnTo>
                <a:lnTo>
                  <a:pt x="115" y="485"/>
                </a:lnTo>
                <a:lnTo>
                  <a:pt x="111" y="485"/>
                </a:lnTo>
                <a:close/>
                <a:moveTo>
                  <a:pt x="253" y="465"/>
                </a:moveTo>
                <a:lnTo>
                  <a:pt x="249" y="465"/>
                </a:lnTo>
                <a:lnTo>
                  <a:pt x="245" y="467"/>
                </a:lnTo>
                <a:lnTo>
                  <a:pt x="243" y="470"/>
                </a:lnTo>
                <a:lnTo>
                  <a:pt x="242" y="474"/>
                </a:lnTo>
                <a:lnTo>
                  <a:pt x="243" y="478"/>
                </a:lnTo>
                <a:lnTo>
                  <a:pt x="245" y="481"/>
                </a:lnTo>
                <a:lnTo>
                  <a:pt x="249" y="484"/>
                </a:lnTo>
                <a:lnTo>
                  <a:pt x="253" y="485"/>
                </a:lnTo>
                <a:lnTo>
                  <a:pt x="256" y="484"/>
                </a:lnTo>
                <a:lnTo>
                  <a:pt x="260" y="481"/>
                </a:lnTo>
                <a:lnTo>
                  <a:pt x="261" y="478"/>
                </a:lnTo>
                <a:lnTo>
                  <a:pt x="262" y="474"/>
                </a:lnTo>
                <a:lnTo>
                  <a:pt x="261" y="470"/>
                </a:lnTo>
                <a:lnTo>
                  <a:pt x="260" y="467"/>
                </a:lnTo>
                <a:lnTo>
                  <a:pt x="256" y="465"/>
                </a:lnTo>
                <a:lnTo>
                  <a:pt x="253" y="465"/>
                </a:lnTo>
                <a:close/>
                <a:moveTo>
                  <a:pt x="212" y="465"/>
                </a:moveTo>
                <a:lnTo>
                  <a:pt x="208" y="465"/>
                </a:lnTo>
                <a:lnTo>
                  <a:pt x="205" y="467"/>
                </a:lnTo>
                <a:lnTo>
                  <a:pt x="202" y="470"/>
                </a:lnTo>
                <a:lnTo>
                  <a:pt x="202" y="474"/>
                </a:lnTo>
                <a:lnTo>
                  <a:pt x="202" y="478"/>
                </a:lnTo>
                <a:lnTo>
                  <a:pt x="205" y="481"/>
                </a:lnTo>
                <a:lnTo>
                  <a:pt x="208" y="484"/>
                </a:lnTo>
                <a:lnTo>
                  <a:pt x="212" y="485"/>
                </a:lnTo>
                <a:lnTo>
                  <a:pt x="216" y="484"/>
                </a:lnTo>
                <a:lnTo>
                  <a:pt x="219" y="481"/>
                </a:lnTo>
                <a:lnTo>
                  <a:pt x="221" y="478"/>
                </a:lnTo>
                <a:lnTo>
                  <a:pt x="221" y="474"/>
                </a:lnTo>
                <a:lnTo>
                  <a:pt x="221" y="470"/>
                </a:lnTo>
                <a:lnTo>
                  <a:pt x="219" y="467"/>
                </a:lnTo>
                <a:lnTo>
                  <a:pt x="216" y="465"/>
                </a:lnTo>
                <a:lnTo>
                  <a:pt x="212" y="465"/>
                </a:lnTo>
                <a:close/>
                <a:moveTo>
                  <a:pt x="171" y="465"/>
                </a:moveTo>
                <a:lnTo>
                  <a:pt x="168" y="465"/>
                </a:lnTo>
                <a:lnTo>
                  <a:pt x="164" y="467"/>
                </a:lnTo>
                <a:lnTo>
                  <a:pt x="163" y="470"/>
                </a:lnTo>
                <a:lnTo>
                  <a:pt x="161" y="474"/>
                </a:lnTo>
                <a:lnTo>
                  <a:pt x="163" y="478"/>
                </a:lnTo>
                <a:lnTo>
                  <a:pt x="164" y="481"/>
                </a:lnTo>
                <a:lnTo>
                  <a:pt x="168" y="484"/>
                </a:lnTo>
                <a:lnTo>
                  <a:pt x="171" y="485"/>
                </a:lnTo>
                <a:lnTo>
                  <a:pt x="175" y="484"/>
                </a:lnTo>
                <a:lnTo>
                  <a:pt x="179" y="481"/>
                </a:lnTo>
                <a:lnTo>
                  <a:pt x="180" y="478"/>
                </a:lnTo>
                <a:lnTo>
                  <a:pt x="182" y="474"/>
                </a:lnTo>
                <a:lnTo>
                  <a:pt x="180" y="470"/>
                </a:lnTo>
                <a:lnTo>
                  <a:pt x="179" y="467"/>
                </a:lnTo>
                <a:lnTo>
                  <a:pt x="175" y="465"/>
                </a:lnTo>
                <a:lnTo>
                  <a:pt x="171" y="465"/>
                </a:lnTo>
                <a:close/>
                <a:moveTo>
                  <a:pt x="131" y="465"/>
                </a:moveTo>
                <a:lnTo>
                  <a:pt x="127" y="465"/>
                </a:lnTo>
                <a:lnTo>
                  <a:pt x="124" y="467"/>
                </a:lnTo>
                <a:lnTo>
                  <a:pt x="122" y="470"/>
                </a:lnTo>
                <a:lnTo>
                  <a:pt x="120" y="474"/>
                </a:lnTo>
                <a:lnTo>
                  <a:pt x="122" y="478"/>
                </a:lnTo>
                <a:lnTo>
                  <a:pt x="124" y="481"/>
                </a:lnTo>
                <a:lnTo>
                  <a:pt x="127" y="484"/>
                </a:lnTo>
                <a:lnTo>
                  <a:pt x="131" y="485"/>
                </a:lnTo>
                <a:lnTo>
                  <a:pt x="135" y="484"/>
                </a:lnTo>
                <a:lnTo>
                  <a:pt x="138" y="481"/>
                </a:lnTo>
                <a:lnTo>
                  <a:pt x="141" y="478"/>
                </a:lnTo>
                <a:lnTo>
                  <a:pt x="141" y="474"/>
                </a:lnTo>
                <a:lnTo>
                  <a:pt x="141" y="470"/>
                </a:lnTo>
                <a:lnTo>
                  <a:pt x="138" y="467"/>
                </a:lnTo>
                <a:lnTo>
                  <a:pt x="135" y="465"/>
                </a:lnTo>
                <a:lnTo>
                  <a:pt x="131" y="465"/>
                </a:lnTo>
                <a:close/>
                <a:moveTo>
                  <a:pt x="484" y="444"/>
                </a:moveTo>
                <a:lnTo>
                  <a:pt x="477" y="446"/>
                </a:lnTo>
                <a:lnTo>
                  <a:pt x="472" y="448"/>
                </a:lnTo>
                <a:lnTo>
                  <a:pt x="467" y="452"/>
                </a:lnTo>
                <a:lnTo>
                  <a:pt x="465" y="458"/>
                </a:lnTo>
                <a:lnTo>
                  <a:pt x="463" y="465"/>
                </a:lnTo>
                <a:lnTo>
                  <a:pt x="465" y="470"/>
                </a:lnTo>
                <a:lnTo>
                  <a:pt x="467" y="477"/>
                </a:lnTo>
                <a:lnTo>
                  <a:pt x="472" y="481"/>
                </a:lnTo>
                <a:lnTo>
                  <a:pt x="477" y="484"/>
                </a:lnTo>
                <a:lnTo>
                  <a:pt x="484" y="485"/>
                </a:lnTo>
                <a:lnTo>
                  <a:pt x="491" y="484"/>
                </a:lnTo>
                <a:lnTo>
                  <a:pt x="496" y="481"/>
                </a:lnTo>
                <a:lnTo>
                  <a:pt x="500" y="477"/>
                </a:lnTo>
                <a:lnTo>
                  <a:pt x="503" y="470"/>
                </a:lnTo>
                <a:lnTo>
                  <a:pt x="504" y="465"/>
                </a:lnTo>
                <a:lnTo>
                  <a:pt x="503" y="458"/>
                </a:lnTo>
                <a:lnTo>
                  <a:pt x="500" y="452"/>
                </a:lnTo>
                <a:lnTo>
                  <a:pt x="496" y="448"/>
                </a:lnTo>
                <a:lnTo>
                  <a:pt x="491" y="446"/>
                </a:lnTo>
                <a:lnTo>
                  <a:pt x="484" y="444"/>
                </a:lnTo>
                <a:close/>
                <a:moveTo>
                  <a:pt x="272" y="444"/>
                </a:moveTo>
                <a:lnTo>
                  <a:pt x="268" y="446"/>
                </a:lnTo>
                <a:lnTo>
                  <a:pt x="265" y="447"/>
                </a:lnTo>
                <a:lnTo>
                  <a:pt x="264" y="451"/>
                </a:lnTo>
                <a:lnTo>
                  <a:pt x="262" y="454"/>
                </a:lnTo>
                <a:lnTo>
                  <a:pt x="264" y="458"/>
                </a:lnTo>
                <a:lnTo>
                  <a:pt x="265" y="462"/>
                </a:lnTo>
                <a:lnTo>
                  <a:pt x="268" y="463"/>
                </a:lnTo>
                <a:lnTo>
                  <a:pt x="272" y="465"/>
                </a:lnTo>
                <a:lnTo>
                  <a:pt x="276" y="463"/>
                </a:lnTo>
                <a:lnTo>
                  <a:pt x="280" y="462"/>
                </a:lnTo>
                <a:lnTo>
                  <a:pt x="282" y="458"/>
                </a:lnTo>
                <a:lnTo>
                  <a:pt x="283" y="454"/>
                </a:lnTo>
                <a:lnTo>
                  <a:pt x="282" y="451"/>
                </a:lnTo>
                <a:lnTo>
                  <a:pt x="280" y="447"/>
                </a:lnTo>
                <a:lnTo>
                  <a:pt x="276" y="446"/>
                </a:lnTo>
                <a:lnTo>
                  <a:pt x="272" y="444"/>
                </a:lnTo>
                <a:close/>
                <a:moveTo>
                  <a:pt x="232" y="444"/>
                </a:moveTo>
                <a:lnTo>
                  <a:pt x="228" y="446"/>
                </a:lnTo>
                <a:lnTo>
                  <a:pt x="226" y="447"/>
                </a:lnTo>
                <a:lnTo>
                  <a:pt x="223" y="451"/>
                </a:lnTo>
                <a:lnTo>
                  <a:pt x="221" y="454"/>
                </a:lnTo>
                <a:lnTo>
                  <a:pt x="223" y="458"/>
                </a:lnTo>
                <a:lnTo>
                  <a:pt x="226" y="462"/>
                </a:lnTo>
                <a:lnTo>
                  <a:pt x="228" y="463"/>
                </a:lnTo>
                <a:lnTo>
                  <a:pt x="232" y="465"/>
                </a:lnTo>
                <a:lnTo>
                  <a:pt x="237" y="463"/>
                </a:lnTo>
                <a:lnTo>
                  <a:pt x="239" y="462"/>
                </a:lnTo>
                <a:lnTo>
                  <a:pt x="242" y="458"/>
                </a:lnTo>
                <a:lnTo>
                  <a:pt x="242" y="454"/>
                </a:lnTo>
                <a:lnTo>
                  <a:pt x="242" y="451"/>
                </a:lnTo>
                <a:lnTo>
                  <a:pt x="239" y="447"/>
                </a:lnTo>
                <a:lnTo>
                  <a:pt x="237" y="446"/>
                </a:lnTo>
                <a:lnTo>
                  <a:pt x="232" y="444"/>
                </a:lnTo>
                <a:close/>
                <a:moveTo>
                  <a:pt x="191" y="444"/>
                </a:moveTo>
                <a:lnTo>
                  <a:pt x="187" y="446"/>
                </a:lnTo>
                <a:lnTo>
                  <a:pt x="185" y="447"/>
                </a:lnTo>
                <a:lnTo>
                  <a:pt x="182" y="451"/>
                </a:lnTo>
                <a:lnTo>
                  <a:pt x="182" y="454"/>
                </a:lnTo>
                <a:lnTo>
                  <a:pt x="182" y="458"/>
                </a:lnTo>
                <a:lnTo>
                  <a:pt x="185" y="462"/>
                </a:lnTo>
                <a:lnTo>
                  <a:pt x="187" y="463"/>
                </a:lnTo>
                <a:lnTo>
                  <a:pt x="191" y="465"/>
                </a:lnTo>
                <a:lnTo>
                  <a:pt x="196" y="463"/>
                </a:lnTo>
                <a:lnTo>
                  <a:pt x="198" y="462"/>
                </a:lnTo>
                <a:lnTo>
                  <a:pt x="201" y="458"/>
                </a:lnTo>
                <a:lnTo>
                  <a:pt x="202" y="454"/>
                </a:lnTo>
                <a:lnTo>
                  <a:pt x="201" y="451"/>
                </a:lnTo>
                <a:lnTo>
                  <a:pt x="198" y="447"/>
                </a:lnTo>
                <a:lnTo>
                  <a:pt x="196" y="446"/>
                </a:lnTo>
                <a:lnTo>
                  <a:pt x="191" y="444"/>
                </a:lnTo>
                <a:close/>
                <a:moveTo>
                  <a:pt x="152" y="444"/>
                </a:moveTo>
                <a:lnTo>
                  <a:pt x="148" y="446"/>
                </a:lnTo>
                <a:lnTo>
                  <a:pt x="144" y="447"/>
                </a:lnTo>
                <a:lnTo>
                  <a:pt x="142" y="451"/>
                </a:lnTo>
                <a:lnTo>
                  <a:pt x="141" y="454"/>
                </a:lnTo>
                <a:lnTo>
                  <a:pt x="142" y="458"/>
                </a:lnTo>
                <a:lnTo>
                  <a:pt x="144" y="462"/>
                </a:lnTo>
                <a:lnTo>
                  <a:pt x="148" y="463"/>
                </a:lnTo>
                <a:lnTo>
                  <a:pt x="152" y="465"/>
                </a:lnTo>
                <a:lnTo>
                  <a:pt x="156" y="463"/>
                </a:lnTo>
                <a:lnTo>
                  <a:pt x="159" y="462"/>
                </a:lnTo>
                <a:lnTo>
                  <a:pt x="160" y="458"/>
                </a:lnTo>
                <a:lnTo>
                  <a:pt x="161" y="454"/>
                </a:lnTo>
                <a:lnTo>
                  <a:pt x="160" y="451"/>
                </a:lnTo>
                <a:lnTo>
                  <a:pt x="159" y="447"/>
                </a:lnTo>
                <a:lnTo>
                  <a:pt x="156" y="446"/>
                </a:lnTo>
                <a:lnTo>
                  <a:pt x="152" y="444"/>
                </a:lnTo>
                <a:close/>
                <a:moveTo>
                  <a:pt x="111" y="444"/>
                </a:moveTo>
                <a:lnTo>
                  <a:pt x="107" y="446"/>
                </a:lnTo>
                <a:lnTo>
                  <a:pt x="104" y="447"/>
                </a:lnTo>
                <a:lnTo>
                  <a:pt x="101" y="451"/>
                </a:lnTo>
                <a:lnTo>
                  <a:pt x="101" y="454"/>
                </a:lnTo>
                <a:lnTo>
                  <a:pt x="101" y="458"/>
                </a:lnTo>
                <a:lnTo>
                  <a:pt x="104" y="462"/>
                </a:lnTo>
                <a:lnTo>
                  <a:pt x="107" y="463"/>
                </a:lnTo>
                <a:lnTo>
                  <a:pt x="111" y="465"/>
                </a:lnTo>
                <a:lnTo>
                  <a:pt x="115" y="463"/>
                </a:lnTo>
                <a:lnTo>
                  <a:pt x="118" y="462"/>
                </a:lnTo>
                <a:lnTo>
                  <a:pt x="120" y="458"/>
                </a:lnTo>
                <a:lnTo>
                  <a:pt x="120" y="454"/>
                </a:lnTo>
                <a:lnTo>
                  <a:pt x="120" y="451"/>
                </a:lnTo>
                <a:lnTo>
                  <a:pt x="118" y="447"/>
                </a:lnTo>
                <a:lnTo>
                  <a:pt x="115" y="446"/>
                </a:lnTo>
                <a:lnTo>
                  <a:pt x="111" y="444"/>
                </a:lnTo>
                <a:close/>
                <a:moveTo>
                  <a:pt x="384" y="424"/>
                </a:moveTo>
                <a:lnTo>
                  <a:pt x="368" y="428"/>
                </a:lnTo>
                <a:lnTo>
                  <a:pt x="355" y="436"/>
                </a:lnTo>
                <a:lnTo>
                  <a:pt x="346" y="448"/>
                </a:lnTo>
                <a:lnTo>
                  <a:pt x="343" y="465"/>
                </a:lnTo>
                <a:lnTo>
                  <a:pt x="346" y="480"/>
                </a:lnTo>
                <a:lnTo>
                  <a:pt x="355" y="493"/>
                </a:lnTo>
                <a:lnTo>
                  <a:pt x="368" y="502"/>
                </a:lnTo>
                <a:lnTo>
                  <a:pt x="384" y="504"/>
                </a:lnTo>
                <a:lnTo>
                  <a:pt x="399" y="502"/>
                </a:lnTo>
                <a:lnTo>
                  <a:pt x="413" y="493"/>
                </a:lnTo>
                <a:lnTo>
                  <a:pt x="421" y="480"/>
                </a:lnTo>
                <a:lnTo>
                  <a:pt x="424" y="465"/>
                </a:lnTo>
                <a:lnTo>
                  <a:pt x="421" y="448"/>
                </a:lnTo>
                <a:lnTo>
                  <a:pt x="413" y="436"/>
                </a:lnTo>
                <a:lnTo>
                  <a:pt x="399" y="428"/>
                </a:lnTo>
                <a:lnTo>
                  <a:pt x="384" y="424"/>
                </a:lnTo>
                <a:close/>
                <a:moveTo>
                  <a:pt x="253" y="424"/>
                </a:moveTo>
                <a:lnTo>
                  <a:pt x="249" y="425"/>
                </a:lnTo>
                <a:lnTo>
                  <a:pt x="245" y="426"/>
                </a:lnTo>
                <a:lnTo>
                  <a:pt x="243" y="430"/>
                </a:lnTo>
                <a:lnTo>
                  <a:pt x="242" y="435"/>
                </a:lnTo>
                <a:lnTo>
                  <a:pt x="243" y="439"/>
                </a:lnTo>
                <a:lnTo>
                  <a:pt x="245" y="441"/>
                </a:lnTo>
                <a:lnTo>
                  <a:pt x="249" y="443"/>
                </a:lnTo>
                <a:lnTo>
                  <a:pt x="253" y="444"/>
                </a:lnTo>
                <a:lnTo>
                  <a:pt x="256" y="443"/>
                </a:lnTo>
                <a:lnTo>
                  <a:pt x="260" y="441"/>
                </a:lnTo>
                <a:lnTo>
                  <a:pt x="261" y="439"/>
                </a:lnTo>
                <a:lnTo>
                  <a:pt x="262" y="435"/>
                </a:lnTo>
                <a:lnTo>
                  <a:pt x="261" y="430"/>
                </a:lnTo>
                <a:lnTo>
                  <a:pt x="260" y="426"/>
                </a:lnTo>
                <a:lnTo>
                  <a:pt x="256" y="425"/>
                </a:lnTo>
                <a:lnTo>
                  <a:pt x="253" y="424"/>
                </a:lnTo>
                <a:close/>
                <a:moveTo>
                  <a:pt x="212" y="424"/>
                </a:moveTo>
                <a:lnTo>
                  <a:pt x="208" y="425"/>
                </a:lnTo>
                <a:lnTo>
                  <a:pt x="205" y="426"/>
                </a:lnTo>
                <a:lnTo>
                  <a:pt x="202" y="430"/>
                </a:lnTo>
                <a:lnTo>
                  <a:pt x="202" y="435"/>
                </a:lnTo>
                <a:lnTo>
                  <a:pt x="202" y="439"/>
                </a:lnTo>
                <a:lnTo>
                  <a:pt x="205" y="441"/>
                </a:lnTo>
                <a:lnTo>
                  <a:pt x="208" y="443"/>
                </a:lnTo>
                <a:lnTo>
                  <a:pt x="212" y="444"/>
                </a:lnTo>
                <a:lnTo>
                  <a:pt x="216" y="443"/>
                </a:lnTo>
                <a:lnTo>
                  <a:pt x="219" y="441"/>
                </a:lnTo>
                <a:lnTo>
                  <a:pt x="221" y="439"/>
                </a:lnTo>
                <a:lnTo>
                  <a:pt x="221" y="435"/>
                </a:lnTo>
                <a:lnTo>
                  <a:pt x="221" y="430"/>
                </a:lnTo>
                <a:lnTo>
                  <a:pt x="219" y="426"/>
                </a:lnTo>
                <a:lnTo>
                  <a:pt x="216" y="425"/>
                </a:lnTo>
                <a:lnTo>
                  <a:pt x="212" y="424"/>
                </a:lnTo>
                <a:close/>
                <a:moveTo>
                  <a:pt x="171" y="424"/>
                </a:moveTo>
                <a:lnTo>
                  <a:pt x="168" y="425"/>
                </a:lnTo>
                <a:lnTo>
                  <a:pt x="164" y="426"/>
                </a:lnTo>
                <a:lnTo>
                  <a:pt x="163" y="430"/>
                </a:lnTo>
                <a:lnTo>
                  <a:pt x="161" y="435"/>
                </a:lnTo>
                <a:lnTo>
                  <a:pt x="163" y="439"/>
                </a:lnTo>
                <a:lnTo>
                  <a:pt x="164" y="441"/>
                </a:lnTo>
                <a:lnTo>
                  <a:pt x="168" y="443"/>
                </a:lnTo>
                <a:lnTo>
                  <a:pt x="171" y="444"/>
                </a:lnTo>
                <a:lnTo>
                  <a:pt x="175" y="443"/>
                </a:lnTo>
                <a:lnTo>
                  <a:pt x="179" y="441"/>
                </a:lnTo>
                <a:lnTo>
                  <a:pt x="180" y="439"/>
                </a:lnTo>
                <a:lnTo>
                  <a:pt x="182" y="435"/>
                </a:lnTo>
                <a:lnTo>
                  <a:pt x="180" y="430"/>
                </a:lnTo>
                <a:lnTo>
                  <a:pt x="179" y="426"/>
                </a:lnTo>
                <a:lnTo>
                  <a:pt x="175" y="425"/>
                </a:lnTo>
                <a:lnTo>
                  <a:pt x="171" y="424"/>
                </a:lnTo>
                <a:close/>
                <a:moveTo>
                  <a:pt x="131" y="424"/>
                </a:moveTo>
                <a:lnTo>
                  <a:pt x="127" y="425"/>
                </a:lnTo>
                <a:lnTo>
                  <a:pt x="124" y="426"/>
                </a:lnTo>
                <a:lnTo>
                  <a:pt x="122" y="430"/>
                </a:lnTo>
                <a:lnTo>
                  <a:pt x="120" y="435"/>
                </a:lnTo>
                <a:lnTo>
                  <a:pt x="122" y="439"/>
                </a:lnTo>
                <a:lnTo>
                  <a:pt x="124" y="441"/>
                </a:lnTo>
                <a:lnTo>
                  <a:pt x="127" y="443"/>
                </a:lnTo>
                <a:lnTo>
                  <a:pt x="131" y="444"/>
                </a:lnTo>
                <a:lnTo>
                  <a:pt x="135" y="443"/>
                </a:lnTo>
                <a:lnTo>
                  <a:pt x="138" y="441"/>
                </a:lnTo>
                <a:lnTo>
                  <a:pt x="141" y="439"/>
                </a:lnTo>
                <a:lnTo>
                  <a:pt x="141" y="435"/>
                </a:lnTo>
                <a:lnTo>
                  <a:pt x="141" y="430"/>
                </a:lnTo>
                <a:lnTo>
                  <a:pt x="138" y="426"/>
                </a:lnTo>
                <a:lnTo>
                  <a:pt x="135" y="425"/>
                </a:lnTo>
                <a:lnTo>
                  <a:pt x="131" y="424"/>
                </a:lnTo>
                <a:close/>
                <a:moveTo>
                  <a:pt x="272" y="403"/>
                </a:moveTo>
                <a:lnTo>
                  <a:pt x="268" y="405"/>
                </a:lnTo>
                <a:lnTo>
                  <a:pt x="265" y="407"/>
                </a:lnTo>
                <a:lnTo>
                  <a:pt x="264" y="410"/>
                </a:lnTo>
                <a:lnTo>
                  <a:pt x="262" y="414"/>
                </a:lnTo>
                <a:lnTo>
                  <a:pt x="264" y="418"/>
                </a:lnTo>
                <a:lnTo>
                  <a:pt x="265" y="421"/>
                </a:lnTo>
                <a:lnTo>
                  <a:pt x="268" y="424"/>
                </a:lnTo>
                <a:lnTo>
                  <a:pt x="272" y="424"/>
                </a:lnTo>
                <a:lnTo>
                  <a:pt x="276" y="424"/>
                </a:lnTo>
                <a:lnTo>
                  <a:pt x="280" y="421"/>
                </a:lnTo>
                <a:lnTo>
                  <a:pt x="282" y="418"/>
                </a:lnTo>
                <a:lnTo>
                  <a:pt x="283" y="414"/>
                </a:lnTo>
                <a:lnTo>
                  <a:pt x="282" y="410"/>
                </a:lnTo>
                <a:lnTo>
                  <a:pt x="280" y="407"/>
                </a:lnTo>
                <a:lnTo>
                  <a:pt x="276" y="405"/>
                </a:lnTo>
                <a:lnTo>
                  <a:pt x="272" y="403"/>
                </a:lnTo>
                <a:close/>
                <a:moveTo>
                  <a:pt x="232" y="403"/>
                </a:moveTo>
                <a:lnTo>
                  <a:pt x="228" y="405"/>
                </a:lnTo>
                <a:lnTo>
                  <a:pt x="226" y="407"/>
                </a:lnTo>
                <a:lnTo>
                  <a:pt x="223" y="410"/>
                </a:lnTo>
                <a:lnTo>
                  <a:pt x="221" y="414"/>
                </a:lnTo>
                <a:lnTo>
                  <a:pt x="223" y="418"/>
                </a:lnTo>
                <a:lnTo>
                  <a:pt x="226" y="421"/>
                </a:lnTo>
                <a:lnTo>
                  <a:pt x="228" y="424"/>
                </a:lnTo>
                <a:lnTo>
                  <a:pt x="232" y="424"/>
                </a:lnTo>
                <a:lnTo>
                  <a:pt x="237" y="424"/>
                </a:lnTo>
                <a:lnTo>
                  <a:pt x="239" y="421"/>
                </a:lnTo>
                <a:lnTo>
                  <a:pt x="242" y="418"/>
                </a:lnTo>
                <a:lnTo>
                  <a:pt x="242" y="414"/>
                </a:lnTo>
                <a:lnTo>
                  <a:pt x="242" y="410"/>
                </a:lnTo>
                <a:lnTo>
                  <a:pt x="239" y="407"/>
                </a:lnTo>
                <a:lnTo>
                  <a:pt x="237" y="405"/>
                </a:lnTo>
                <a:lnTo>
                  <a:pt x="232" y="403"/>
                </a:lnTo>
                <a:close/>
                <a:moveTo>
                  <a:pt x="191" y="403"/>
                </a:moveTo>
                <a:lnTo>
                  <a:pt x="187" y="405"/>
                </a:lnTo>
                <a:lnTo>
                  <a:pt x="185" y="407"/>
                </a:lnTo>
                <a:lnTo>
                  <a:pt x="182" y="410"/>
                </a:lnTo>
                <a:lnTo>
                  <a:pt x="182" y="414"/>
                </a:lnTo>
                <a:lnTo>
                  <a:pt x="182" y="418"/>
                </a:lnTo>
                <a:lnTo>
                  <a:pt x="185" y="421"/>
                </a:lnTo>
                <a:lnTo>
                  <a:pt x="187" y="424"/>
                </a:lnTo>
                <a:lnTo>
                  <a:pt x="191" y="424"/>
                </a:lnTo>
                <a:lnTo>
                  <a:pt x="196" y="424"/>
                </a:lnTo>
                <a:lnTo>
                  <a:pt x="198" y="421"/>
                </a:lnTo>
                <a:lnTo>
                  <a:pt x="201" y="418"/>
                </a:lnTo>
                <a:lnTo>
                  <a:pt x="202" y="414"/>
                </a:lnTo>
                <a:lnTo>
                  <a:pt x="201" y="410"/>
                </a:lnTo>
                <a:lnTo>
                  <a:pt x="198" y="407"/>
                </a:lnTo>
                <a:lnTo>
                  <a:pt x="196" y="405"/>
                </a:lnTo>
                <a:lnTo>
                  <a:pt x="191" y="403"/>
                </a:lnTo>
                <a:close/>
                <a:moveTo>
                  <a:pt x="152" y="403"/>
                </a:moveTo>
                <a:lnTo>
                  <a:pt x="148" y="405"/>
                </a:lnTo>
                <a:lnTo>
                  <a:pt x="144" y="407"/>
                </a:lnTo>
                <a:lnTo>
                  <a:pt x="142" y="410"/>
                </a:lnTo>
                <a:lnTo>
                  <a:pt x="141" y="414"/>
                </a:lnTo>
                <a:lnTo>
                  <a:pt x="142" y="418"/>
                </a:lnTo>
                <a:lnTo>
                  <a:pt x="144" y="421"/>
                </a:lnTo>
                <a:lnTo>
                  <a:pt x="148" y="424"/>
                </a:lnTo>
                <a:lnTo>
                  <a:pt x="152" y="424"/>
                </a:lnTo>
                <a:lnTo>
                  <a:pt x="156" y="424"/>
                </a:lnTo>
                <a:lnTo>
                  <a:pt x="159" y="421"/>
                </a:lnTo>
                <a:lnTo>
                  <a:pt x="160" y="418"/>
                </a:lnTo>
                <a:lnTo>
                  <a:pt x="161" y="414"/>
                </a:lnTo>
                <a:lnTo>
                  <a:pt x="160" y="410"/>
                </a:lnTo>
                <a:lnTo>
                  <a:pt x="159" y="407"/>
                </a:lnTo>
                <a:lnTo>
                  <a:pt x="156" y="405"/>
                </a:lnTo>
                <a:lnTo>
                  <a:pt x="152" y="403"/>
                </a:lnTo>
                <a:close/>
                <a:moveTo>
                  <a:pt x="111" y="403"/>
                </a:moveTo>
                <a:lnTo>
                  <a:pt x="107" y="405"/>
                </a:lnTo>
                <a:lnTo>
                  <a:pt x="104" y="407"/>
                </a:lnTo>
                <a:lnTo>
                  <a:pt x="101" y="410"/>
                </a:lnTo>
                <a:lnTo>
                  <a:pt x="101" y="414"/>
                </a:lnTo>
                <a:lnTo>
                  <a:pt x="101" y="418"/>
                </a:lnTo>
                <a:lnTo>
                  <a:pt x="104" y="421"/>
                </a:lnTo>
                <a:lnTo>
                  <a:pt x="107" y="424"/>
                </a:lnTo>
                <a:lnTo>
                  <a:pt x="111" y="424"/>
                </a:lnTo>
                <a:lnTo>
                  <a:pt x="115" y="424"/>
                </a:lnTo>
                <a:lnTo>
                  <a:pt x="118" y="421"/>
                </a:lnTo>
                <a:lnTo>
                  <a:pt x="120" y="418"/>
                </a:lnTo>
                <a:lnTo>
                  <a:pt x="120" y="414"/>
                </a:lnTo>
                <a:lnTo>
                  <a:pt x="120" y="410"/>
                </a:lnTo>
                <a:lnTo>
                  <a:pt x="118" y="407"/>
                </a:lnTo>
                <a:lnTo>
                  <a:pt x="115" y="405"/>
                </a:lnTo>
                <a:lnTo>
                  <a:pt x="111" y="403"/>
                </a:lnTo>
                <a:close/>
                <a:moveTo>
                  <a:pt x="253" y="384"/>
                </a:moveTo>
                <a:lnTo>
                  <a:pt x="249" y="384"/>
                </a:lnTo>
                <a:lnTo>
                  <a:pt x="245" y="387"/>
                </a:lnTo>
                <a:lnTo>
                  <a:pt x="243" y="389"/>
                </a:lnTo>
                <a:lnTo>
                  <a:pt x="242" y="394"/>
                </a:lnTo>
                <a:lnTo>
                  <a:pt x="243" y="398"/>
                </a:lnTo>
                <a:lnTo>
                  <a:pt x="245" y="400"/>
                </a:lnTo>
                <a:lnTo>
                  <a:pt x="249" y="403"/>
                </a:lnTo>
                <a:lnTo>
                  <a:pt x="253" y="403"/>
                </a:lnTo>
                <a:lnTo>
                  <a:pt x="256" y="403"/>
                </a:lnTo>
                <a:lnTo>
                  <a:pt x="260" y="400"/>
                </a:lnTo>
                <a:lnTo>
                  <a:pt x="261" y="398"/>
                </a:lnTo>
                <a:lnTo>
                  <a:pt x="262" y="394"/>
                </a:lnTo>
                <a:lnTo>
                  <a:pt x="261" y="389"/>
                </a:lnTo>
                <a:lnTo>
                  <a:pt x="260" y="387"/>
                </a:lnTo>
                <a:lnTo>
                  <a:pt x="256" y="384"/>
                </a:lnTo>
                <a:lnTo>
                  <a:pt x="253" y="384"/>
                </a:lnTo>
                <a:close/>
                <a:moveTo>
                  <a:pt x="212" y="384"/>
                </a:moveTo>
                <a:lnTo>
                  <a:pt x="208" y="384"/>
                </a:lnTo>
                <a:lnTo>
                  <a:pt x="205" y="387"/>
                </a:lnTo>
                <a:lnTo>
                  <a:pt x="202" y="389"/>
                </a:lnTo>
                <a:lnTo>
                  <a:pt x="202" y="394"/>
                </a:lnTo>
                <a:lnTo>
                  <a:pt x="202" y="398"/>
                </a:lnTo>
                <a:lnTo>
                  <a:pt x="205" y="400"/>
                </a:lnTo>
                <a:lnTo>
                  <a:pt x="208" y="403"/>
                </a:lnTo>
                <a:lnTo>
                  <a:pt x="212" y="403"/>
                </a:lnTo>
                <a:lnTo>
                  <a:pt x="216" y="403"/>
                </a:lnTo>
                <a:lnTo>
                  <a:pt x="219" y="400"/>
                </a:lnTo>
                <a:lnTo>
                  <a:pt x="221" y="398"/>
                </a:lnTo>
                <a:lnTo>
                  <a:pt x="221" y="394"/>
                </a:lnTo>
                <a:lnTo>
                  <a:pt x="221" y="389"/>
                </a:lnTo>
                <a:lnTo>
                  <a:pt x="219" y="387"/>
                </a:lnTo>
                <a:lnTo>
                  <a:pt x="216" y="384"/>
                </a:lnTo>
                <a:lnTo>
                  <a:pt x="212" y="384"/>
                </a:lnTo>
                <a:close/>
                <a:moveTo>
                  <a:pt x="171" y="384"/>
                </a:moveTo>
                <a:lnTo>
                  <a:pt x="168" y="384"/>
                </a:lnTo>
                <a:lnTo>
                  <a:pt x="164" y="387"/>
                </a:lnTo>
                <a:lnTo>
                  <a:pt x="163" y="389"/>
                </a:lnTo>
                <a:lnTo>
                  <a:pt x="161" y="394"/>
                </a:lnTo>
                <a:lnTo>
                  <a:pt x="163" y="398"/>
                </a:lnTo>
                <a:lnTo>
                  <a:pt x="164" y="400"/>
                </a:lnTo>
                <a:lnTo>
                  <a:pt x="168" y="403"/>
                </a:lnTo>
                <a:lnTo>
                  <a:pt x="171" y="403"/>
                </a:lnTo>
                <a:lnTo>
                  <a:pt x="175" y="403"/>
                </a:lnTo>
                <a:lnTo>
                  <a:pt x="179" y="400"/>
                </a:lnTo>
                <a:lnTo>
                  <a:pt x="180" y="398"/>
                </a:lnTo>
                <a:lnTo>
                  <a:pt x="182" y="394"/>
                </a:lnTo>
                <a:lnTo>
                  <a:pt x="180" y="389"/>
                </a:lnTo>
                <a:lnTo>
                  <a:pt x="179" y="387"/>
                </a:lnTo>
                <a:lnTo>
                  <a:pt x="175" y="384"/>
                </a:lnTo>
                <a:lnTo>
                  <a:pt x="171" y="384"/>
                </a:lnTo>
                <a:close/>
                <a:moveTo>
                  <a:pt x="131" y="384"/>
                </a:moveTo>
                <a:lnTo>
                  <a:pt x="127" y="384"/>
                </a:lnTo>
                <a:lnTo>
                  <a:pt x="124" y="387"/>
                </a:lnTo>
                <a:lnTo>
                  <a:pt x="122" y="389"/>
                </a:lnTo>
                <a:lnTo>
                  <a:pt x="120" y="394"/>
                </a:lnTo>
                <a:lnTo>
                  <a:pt x="122" y="398"/>
                </a:lnTo>
                <a:lnTo>
                  <a:pt x="124" y="400"/>
                </a:lnTo>
                <a:lnTo>
                  <a:pt x="127" y="403"/>
                </a:lnTo>
                <a:lnTo>
                  <a:pt x="131" y="403"/>
                </a:lnTo>
                <a:lnTo>
                  <a:pt x="135" y="403"/>
                </a:lnTo>
                <a:lnTo>
                  <a:pt x="138" y="400"/>
                </a:lnTo>
                <a:lnTo>
                  <a:pt x="141" y="398"/>
                </a:lnTo>
                <a:lnTo>
                  <a:pt x="141" y="394"/>
                </a:lnTo>
                <a:lnTo>
                  <a:pt x="141" y="389"/>
                </a:lnTo>
                <a:lnTo>
                  <a:pt x="138" y="387"/>
                </a:lnTo>
                <a:lnTo>
                  <a:pt x="135" y="384"/>
                </a:lnTo>
                <a:lnTo>
                  <a:pt x="131" y="384"/>
                </a:lnTo>
                <a:close/>
                <a:moveTo>
                  <a:pt x="272" y="364"/>
                </a:moveTo>
                <a:lnTo>
                  <a:pt x="268" y="364"/>
                </a:lnTo>
                <a:lnTo>
                  <a:pt x="265" y="366"/>
                </a:lnTo>
                <a:lnTo>
                  <a:pt x="264" y="369"/>
                </a:lnTo>
                <a:lnTo>
                  <a:pt x="262" y="373"/>
                </a:lnTo>
                <a:lnTo>
                  <a:pt x="264" y="377"/>
                </a:lnTo>
                <a:lnTo>
                  <a:pt x="265" y="381"/>
                </a:lnTo>
                <a:lnTo>
                  <a:pt x="268" y="383"/>
                </a:lnTo>
                <a:lnTo>
                  <a:pt x="272" y="384"/>
                </a:lnTo>
                <a:lnTo>
                  <a:pt x="276" y="383"/>
                </a:lnTo>
                <a:lnTo>
                  <a:pt x="280" y="381"/>
                </a:lnTo>
                <a:lnTo>
                  <a:pt x="282" y="377"/>
                </a:lnTo>
                <a:lnTo>
                  <a:pt x="283" y="373"/>
                </a:lnTo>
                <a:lnTo>
                  <a:pt x="282" y="369"/>
                </a:lnTo>
                <a:lnTo>
                  <a:pt x="280" y="366"/>
                </a:lnTo>
                <a:lnTo>
                  <a:pt x="276" y="364"/>
                </a:lnTo>
                <a:lnTo>
                  <a:pt x="272" y="364"/>
                </a:lnTo>
                <a:close/>
                <a:moveTo>
                  <a:pt x="232" y="364"/>
                </a:moveTo>
                <a:lnTo>
                  <a:pt x="228" y="364"/>
                </a:lnTo>
                <a:lnTo>
                  <a:pt x="226" y="366"/>
                </a:lnTo>
                <a:lnTo>
                  <a:pt x="223" y="369"/>
                </a:lnTo>
                <a:lnTo>
                  <a:pt x="221" y="373"/>
                </a:lnTo>
                <a:lnTo>
                  <a:pt x="223" y="377"/>
                </a:lnTo>
                <a:lnTo>
                  <a:pt x="226" y="381"/>
                </a:lnTo>
                <a:lnTo>
                  <a:pt x="228" y="383"/>
                </a:lnTo>
                <a:lnTo>
                  <a:pt x="232" y="384"/>
                </a:lnTo>
                <a:lnTo>
                  <a:pt x="237" y="383"/>
                </a:lnTo>
                <a:lnTo>
                  <a:pt x="239" y="381"/>
                </a:lnTo>
                <a:lnTo>
                  <a:pt x="242" y="377"/>
                </a:lnTo>
                <a:lnTo>
                  <a:pt x="242" y="373"/>
                </a:lnTo>
                <a:lnTo>
                  <a:pt x="242" y="369"/>
                </a:lnTo>
                <a:lnTo>
                  <a:pt x="239" y="366"/>
                </a:lnTo>
                <a:lnTo>
                  <a:pt x="237" y="364"/>
                </a:lnTo>
                <a:lnTo>
                  <a:pt x="232" y="364"/>
                </a:lnTo>
                <a:close/>
                <a:moveTo>
                  <a:pt x="191" y="364"/>
                </a:moveTo>
                <a:lnTo>
                  <a:pt x="187" y="364"/>
                </a:lnTo>
                <a:lnTo>
                  <a:pt x="185" y="366"/>
                </a:lnTo>
                <a:lnTo>
                  <a:pt x="182" y="369"/>
                </a:lnTo>
                <a:lnTo>
                  <a:pt x="182" y="373"/>
                </a:lnTo>
                <a:lnTo>
                  <a:pt x="182" y="377"/>
                </a:lnTo>
                <a:lnTo>
                  <a:pt x="185" y="381"/>
                </a:lnTo>
                <a:lnTo>
                  <a:pt x="187" y="383"/>
                </a:lnTo>
                <a:lnTo>
                  <a:pt x="191" y="384"/>
                </a:lnTo>
                <a:lnTo>
                  <a:pt x="196" y="383"/>
                </a:lnTo>
                <a:lnTo>
                  <a:pt x="198" y="381"/>
                </a:lnTo>
                <a:lnTo>
                  <a:pt x="201" y="377"/>
                </a:lnTo>
                <a:lnTo>
                  <a:pt x="202" y="373"/>
                </a:lnTo>
                <a:lnTo>
                  <a:pt x="201" y="369"/>
                </a:lnTo>
                <a:lnTo>
                  <a:pt x="198" y="366"/>
                </a:lnTo>
                <a:lnTo>
                  <a:pt x="196" y="364"/>
                </a:lnTo>
                <a:lnTo>
                  <a:pt x="191" y="364"/>
                </a:lnTo>
                <a:close/>
                <a:moveTo>
                  <a:pt x="152" y="364"/>
                </a:moveTo>
                <a:lnTo>
                  <a:pt x="148" y="364"/>
                </a:lnTo>
                <a:lnTo>
                  <a:pt x="144" y="366"/>
                </a:lnTo>
                <a:lnTo>
                  <a:pt x="142" y="369"/>
                </a:lnTo>
                <a:lnTo>
                  <a:pt x="141" y="373"/>
                </a:lnTo>
                <a:lnTo>
                  <a:pt x="142" y="377"/>
                </a:lnTo>
                <a:lnTo>
                  <a:pt x="144" y="381"/>
                </a:lnTo>
                <a:lnTo>
                  <a:pt x="148" y="383"/>
                </a:lnTo>
                <a:lnTo>
                  <a:pt x="152" y="384"/>
                </a:lnTo>
                <a:lnTo>
                  <a:pt x="156" y="383"/>
                </a:lnTo>
                <a:lnTo>
                  <a:pt x="159" y="381"/>
                </a:lnTo>
                <a:lnTo>
                  <a:pt x="160" y="377"/>
                </a:lnTo>
                <a:lnTo>
                  <a:pt x="161" y="373"/>
                </a:lnTo>
                <a:lnTo>
                  <a:pt x="160" y="369"/>
                </a:lnTo>
                <a:lnTo>
                  <a:pt x="159" y="366"/>
                </a:lnTo>
                <a:lnTo>
                  <a:pt x="156" y="364"/>
                </a:lnTo>
                <a:lnTo>
                  <a:pt x="152" y="364"/>
                </a:lnTo>
                <a:close/>
                <a:moveTo>
                  <a:pt x="111" y="364"/>
                </a:moveTo>
                <a:lnTo>
                  <a:pt x="107" y="364"/>
                </a:lnTo>
                <a:lnTo>
                  <a:pt x="104" y="366"/>
                </a:lnTo>
                <a:lnTo>
                  <a:pt x="101" y="369"/>
                </a:lnTo>
                <a:lnTo>
                  <a:pt x="101" y="373"/>
                </a:lnTo>
                <a:lnTo>
                  <a:pt x="101" y="377"/>
                </a:lnTo>
                <a:lnTo>
                  <a:pt x="104" y="381"/>
                </a:lnTo>
                <a:lnTo>
                  <a:pt x="107" y="383"/>
                </a:lnTo>
                <a:lnTo>
                  <a:pt x="111" y="384"/>
                </a:lnTo>
                <a:lnTo>
                  <a:pt x="115" y="383"/>
                </a:lnTo>
                <a:lnTo>
                  <a:pt x="118" y="381"/>
                </a:lnTo>
                <a:lnTo>
                  <a:pt x="120" y="377"/>
                </a:lnTo>
                <a:lnTo>
                  <a:pt x="120" y="373"/>
                </a:lnTo>
                <a:lnTo>
                  <a:pt x="120" y="369"/>
                </a:lnTo>
                <a:lnTo>
                  <a:pt x="118" y="366"/>
                </a:lnTo>
                <a:lnTo>
                  <a:pt x="115" y="364"/>
                </a:lnTo>
                <a:lnTo>
                  <a:pt x="111" y="364"/>
                </a:lnTo>
                <a:close/>
                <a:moveTo>
                  <a:pt x="253" y="343"/>
                </a:moveTo>
                <a:lnTo>
                  <a:pt x="249" y="344"/>
                </a:lnTo>
                <a:lnTo>
                  <a:pt x="245" y="346"/>
                </a:lnTo>
                <a:lnTo>
                  <a:pt x="243" y="350"/>
                </a:lnTo>
                <a:lnTo>
                  <a:pt x="242" y="354"/>
                </a:lnTo>
                <a:lnTo>
                  <a:pt x="243" y="357"/>
                </a:lnTo>
                <a:lnTo>
                  <a:pt x="245" y="361"/>
                </a:lnTo>
                <a:lnTo>
                  <a:pt x="249" y="362"/>
                </a:lnTo>
                <a:lnTo>
                  <a:pt x="253" y="364"/>
                </a:lnTo>
                <a:lnTo>
                  <a:pt x="256" y="362"/>
                </a:lnTo>
                <a:lnTo>
                  <a:pt x="260" y="361"/>
                </a:lnTo>
                <a:lnTo>
                  <a:pt x="261" y="357"/>
                </a:lnTo>
                <a:lnTo>
                  <a:pt x="262" y="354"/>
                </a:lnTo>
                <a:lnTo>
                  <a:pt x="261" y="350"/>
                </a:lnTo>
                <a:lnTo>
                  <a:pt x="260" y="346"/>
                </a:lnTo>
                <a:lnTo>
                  <a:pt x="256" y="344"/>
                </a:lnTo>
                <a:lnTo>
                  <a:pt x="253" y="343"/>
                </a:lnTo>
                <a:close/>
                <a:moveTo>
                  <a:pt x="212" y="343"/>
                </a:moveTo>
                <a:lnTo>
                  <a:pt x="208" y="344"/>
                </a:lnTo>
                <a:lnTo>
                  <a:pt x="205" y="346"/>
                </a:lnTo>
                <a:lnTo>
                  <a:pt x="202" y="350"/>
                </a:lnTo>
                <a:lnTo>
                  <a:pt x="202" y="354"/>
                </a:lnTo>
                <a:lnTo>
                  <a:pt x="202" y="357"/>
                </a:lnTo>
                <a:lnTo>
                  <a:pt x="205" y="361"/>
                </a:lnTo>
                <a:lnTo>
                  <a:pt x="208" y="362"/>
                </a:lnTo>
                <a:lnTo>
                  <a:pt x="212" y="364"/>
                </a:lnTo>
                <a:lnTo>
                  <a:pt x="216" y="362"/>
                </a:lnTo>
                <a:lnTo>
                  <a:pt x="219" y="361"/>
                </a:lnTo>
                <a:lnTo>
                  <a:pt x="221" y="357"/>
                </a:lnTo>
                <a:lnTo>
                  <a:pt x="221" y="354"/>
                </a:lnTo>
                <a:lnTo>
                  <a:pt x="221" y="350"/>
                </a:lnTo>
                <a:lnTo>
                  <a:pt x="219" y="346"/>
                </a:lnTo>
                <a:lnTo>
                  <a:pt x="216" y="344"/>
                </a:lnTo>
                <a:lnTo>
                  <a:pt x="212" y="343"/>
                </a:lnTo>
                <a:close/>
                <a:moveTo>
                  <a:pt x="171" y="343"/>
                </a:moveTo>
                <a:lnTo>
                  <a:pt x="168" y="344"/>
                </a:lnTo>
                <a:lnTo>
                  <a:pt x="164" y="346"/>
                </a:lnTo>
                <a:lnTo>
                  <a:pt x="163" y="350"/>
                </a:lnTo>
                <a:lnTo>
                  <a:pt x="161" y="354"/>
                </a:lnTo>
                <a:lnTo>
                  <a:pt x="163" y="357"/>
                </a:lnTo>
                <a:lnTo>
                  <a:pt x="164" y="361"/>
                </a:lnTo>
                <a:lnTo>
                  <a:pt x="168" y="362"/>
                </a:lnTo>
                <a:lnTo>
                  <a:pt x="171" y="364"/>
                </a:lnTo>
                <a:lnTo>
                  <a:pt x="175" y="362"/>
                </a:lnTo>
                <a:lnTo>
                  <a:pt x="179" y="361"/>
                </a:lnTo>
                <a:lnTo>
                  <a:pt x="180" y="357"/>
                </a:lnTo>
                <a:lnTo>
                  <a:pt x="182" y="354"/>
                </a:lnTo>
                <a:lnTo>
                  <a:pt x="180" y="350"/>
                </a:lnTo>
                <a:lnTo>
                  <a:pt x="179" y="346"/>
                </a:lnTo>
                <a:lnTo>
                  <a:pt x="175" y="344"/>
                </a:lnTo>
                <a:lnTo>
                  <a:pt x="171" y="343"/>
                </a:lnTo>
                <a:close/>
                <a:moveTo>
                  <a:pt x="131" y="343"/>
                </a:moveTo>
                <a:lnTo>
                  <a:pt x="127" y="344"/>
                </a:lnTo>
                <a:lnTo>
                  <a:pt x="124" y="346"/>
                </a:lnTo>
                <a:lnTo>
                  <a:pt x="122" y="350"/>
                </a:lnTo>
                <a:lnTo>
                  <a:pt x="120" y="354"/>
                </a:lnTo>
                <a:lnTo>
                  <a:pt x="122" y="357"/>
                </a:lnTo>
                <a:lnTo>
                  <a:pt x="124" y="361"/>
                </a:lnTo>
                <a:lnTo>
                  <a:pt x="127" y="362"/>
                </a:lnTo>
                <a:lnTo>
                  <a:pt x="131" y="364"/>
                </a:lnTo>
                <a:lnTo>
                  <a:pt x="135" y="362"/>
                </a:lnTo>
                <a:lnTo>
                  <a:pt x="138" y="361"/>
                </a:lnTo>
                <a:lnTo>
                  <a:pt x="141" y="357"/>
                </a:lnTo>
                <a:lnTo>
                  <a:pt x="141" y="354"/>
                </a:lnTo>
                <a:lnTo>
                  <a:pt x="141" y="350"/>
                </a:lnTo>
                <a:lnTo>
                  <a:pt x="138" y="346"/>
                </a:lnTo>
                <a:lnTo>
                  <a:pt x="135" y="344"/>
                </a:lnTo>
                <a:lnTo>
                  <a:pt x="131" y="343"/>
                </a:lnTo>
                <a:close/>
                <a:moveTo>
                  <a:pt x="272" y="323"/>
                </a:moveTo>
                <a:lnTo>
                  <a:pt x="268" y="324"/>
                </a:lnTo>
                <a:lnTo>
                  <a:pt x="265" y="327"/>
                </a:lnTo>
                <a:lnTo>
                  <a:pt x="264" y="329"/>
                </a:lnTo>
                <a:lnTo>
                  <a:pt x="262" y="333"/>
                </a:lnTo>
                <a:lnTo>
                  <a:pt x="264" y="338"/>
                </a:lnTo>
                <a:lnTo>
                  <a:pt x="265" y="340"/>
                </a:lnTo>
                <a:lnTo>
                  <a:pt x="268" y="343"/>
                </a:lnTo>
                <a:lnTo>
                  <a:pt x="272" y="343"/>
                </a:lnTo>
                <a:lnTo>
                  <a:pt x="276" y="343"/>
                </a:lnTo>
                <a:lnTo>
                  <a:pt x="280" y="340"/>
                </a:lnTo>
                <a:lnTo>
                  <a:pt x="282" y="338"/>
                </a:lnTo>
                <a:lnTo>
                  <a:pt x="283" y="333"/>
                </a:lnTo>
                <a:lnTo>
                  <a:pt x="282" y="329"/>
                </a:lnTo>
                <a:lnTo>
                  <a:pt x="280" y="327"/>
                </a:lnTo>
                <a:lnTo>
                  <a:pt x="276" y="324"/>
                </a:lnTo>
                <a:lnTo>
                  <a:pt x="272" y="323"/>
                </a:lnTo>
                <a:close/>
                <a:moveTo>
                  <a:pt x="232" y="323"/>
                </a:moveTo>
                <a:lnTo>
                  <a:pt x="228" y="324"/>
                </a:lnTo>
                <a:lnTo>
                  <a:pt x="226" y="327"/>
                </a:lnTo>
                <a:lnTo>
                  <a:pt x="223" y="329"/>
                </a:lnTo>
                <a:lnTo>
                  <a:pt x="221" y="333"/>
                </a:lnTo>
                <a:lnTo>
                  <a:pt x="223" y="338"/>
                </a:lnTo>
                <a:lnTo>
                  <a:pt x="226" y="340"/>
                </a:lnTo>
                <a:lnTo>
                  <a:pt x="228" y="343"/>
                </a:lnTo>
                <a:lnTo>
                  <a:pt x="232" y="343"/>
                </a:lnTo>
                <a:lnTo>
                  <a:pt x="237" y="343"/>
                </a:lnTo>
                <a:lnTo>
                  <a:pt x="239" y="340"/>
                </a:lnTo>
                <a:lnTo>
                  <a:pt x="242" y="338"/>
                </a:lnTo>
                <a:lnTo>
                  <a:pt x="242" y="333"/>
                </a:lnTo>
                <a:lnTo>
                  <a:pt x="242" y="329"/>
                </a:lnTo>
                <a:lnTo>
                  <a:pt x="239" y="327"/>
                </a:lnTo>
                <a:lnTo>
                  <a:pt x="237" y="324"/>
                </a:lnTo>
                <a:lnTo>
                  <a:pt x="232" y="323"/>
                </a:lnTo>
                <a:close/>
                <a:moveTo>
                  <a:pt x="191" y="323"/>
                </a:moveTo>
                <a:lnTo>
                  <a:pt x="187" y="324"/>
                </a:lnTo>
                <a:lnTo>
                  <a:pt x="185" y="327"/>
                </a:lnTo>
                <a:lnTo>
                  <a:pt x="182" y="329"/>
                </a:lnTo>
                <a:lnTo>
                  <a:pt x="182" y="333"/>
                </a:lnTo>
                <a:lnTo>
                  <a:pt x="182" y="338"/>
                </a:lnTo>
                <a:lnTo>
                  <a:pt x="185" y="340"/>
                </a:lnTo>
                <a:lnTo>
                  <a:pt x="187" y="343"/>
                </a:lnTo>
                <a:lnTo>
                  <a:pt x="191" y="343"/>
                </a:lnTo>
                <a:lnTo>
                  <a:pt x="196" y="343"/>
                </a:lnTo>
                <a:lnTo>
                  <a:pt x="198" y="340"/>
                </a:lnTo>
                <a:lnTo>
                  <a:pt x="201" y="338"/>
                </a:lnTo>
                <a:lnTo>
                  <a:pt x="202" y="333"/>
                </a:lnTo>
                <a:lnTo>
                  <a:pt x="201" y="329"/>
                </a:lnTo>
                <a:lnTo>
                  <a:pt x="198" y="327"/>
                </a:lnTo>
                <a:lnTo>
                  <a:pt x="196" y="324"/>
                </a:lnTo>
                <a:lnTo>
                  <a:pt x="191" y="323"/>
                </a:lnTo>
                <a:close/>
                <a:moveTo>
                  <a:pt x="152" y="323"/>
                </a:moveTo>
                <a:lnTo>
                  <a:pt x="148" y="324"/>
                </a:lnTo>
                <a:lnTo>
                  <a:pt x="144" y="327"/>
                </a:lnTo>
                <a:lnTo>
                  <a:pt x="142" y="329"/>
                </a:lnTo>
                <a:lnTo>
                  <a:pt x="141" y="333"/>
                </a:lnTo>
                <a:lnTo>
                  <a:pt x="142" y="338"/>
                </a:lnTo>
                <a:lnTo>
                  <a:pt x="144" y="340"/>
                </a:lnTo>
                <a:lnTo>
                  <a:pt x="148" y="343"/>
                </a:lnTo>
                <a:lnTo>
                  <a:pt x="152" y="343"/>
                </a:lnTo>
                <a:lnTo>
                  <a:pt x="156" y="343"/>
                </a:lnTo>
                <a:lnTo>
                  <a:pt x="159" y="340"/>
                </a:lnTo>
                <a:lnTo>
                  <a:pt x="160" y="338"/>
                </a:lnTo>
                <a:lnTo>
                  <a:pt x="161" y="333"/>
                </a:lnTo>
                <a:lnTo>
                  <a:pt x="160" y="329"/>
                </a:lnTo>
                <a:lnTo>
                  <a:pt x="159" y="327"/>
                </a:lnTo>
                <a:lnTo>
                  <a:pt x="156" y="324"/>
                </a:lnTo>
                <a:lnTo>
                  <a:pt x="152" y="323"/>
                </a:lnTo>
                <a:close/>
                <a:moveTo>
                  <a:pt x="111" y="323"/>
                </a:moveTo>
                <a:lnTo>
                  <a:pt x="107" y="324"/>
                </a:lnTo>
                <a:lnTo>
                  <a:pt x="104" y="327"/>
                </a:lnTo>
                <a:lnTo>
                  <a:pt x="101" y="329"/>
                </a:lnTo>
                <a:lnTo>
                  <a:pt x="101" y="333"/>
                </a:lnTo>
                <a:lnTo>
                  <a:pt x="101" y="338"/>
                </a:lnTo>
                <a:lnTo>
                  <a:pt x="104" y="340"/>
                </a:lnTo>
                <a:lnTo>
                  <a:pt x="107" y="343"/>
                </a:lnTo>
                <a:lnTo>
                  <a:pt x="111" y="343"/>
                </a:lnTo>
                <a:lnTo>
                  <a:pt x="115" y="343"/>
                </a:lnTo>
                <a:lnTo>
                  <a:pt x="118" y="340"/>
                </a:lnTo>
                <a:lnTo>
                  <a:pt x="120" y="338"/>
                </a:lnTo>
                <a:lnTo>
                  <a:pt x="120" y="333"/>
                </a:lnTo>
                <a:lnTo>
                  <a:pt x="120" y="329"/>
                </a:lnTo>
                <a:lnTo>
                  <a:pt x="118" y="327"/>
                </a:lnTo>
                <a:lnTo>
                  <a:pt x="115" y="324"/>
                </a:lnTo>
                <a:lnTo>
                  <a:pt x="111" y="323"/>
                </a:lnTo>
                <a:close/>
                <a:moveTo>
                  <a:pt x="253" y="303"/>
                </a:moveTo>
                <a:lnTo>
                  <a:pt x="249" y="303"/>
                </a:lnTo>
                <a:lnTo>
                  <a:pt x="245" y="306"/>
                </a:lnTo>
                <a:lnTo>
                  <a:pt x="243" y="309"/>
                </a:lnTo>
                <a:lnTo>
                  <a:pt x="242" y="313"/>
                </a:lnTo>
                <a:lnTo>
                  <a:pt x="243" y="317"/>
                </a:lnTo>
                <a:lnTo>
                  <a:pt x="245" y="320"/>
                </a:lnTo>
                <a:lnTo>
                  <a:pt x="249" y="323"/>
                </a:lnTo>
                <a:lnTo>
                  <a:pt x="253" y="323"/>
                </a:lnTo>
                <a:lnTo>
                  <a:pt x="256" y="323"/>
                </a:lnTo>
                <a:lnTo>
                  <a:pt x="260" y="320"/>
                </a:lnTo>
                <a:lnTo>
                  <a:pt x="261" y="317"/>
                </a:lnTo>
                <a:lnTo>
                  <a:pt x="262" y="313"/>
                </a:lnTo>
                <a:lnTo>
                  <a:pt x="261" y="309"/>
                </a:lnTo>
                <a:lnTo>
                  <a:pt x="260" y="306"/>
                </a:lnTo>
                <a:lnTo>
                  <a:pt x="256" y="303"/>
                </a:lnTo>
                <a:lnTo>
                  <a:pt x="253" y="303"/>
                </a:lnTo>
                <a:close/>
                <a:moveTo>
                  <a:pt x="212" y="303"/>
                </a:moveTo>
                <a:lnTo>
                  <a:pt x="208" y="303"/>
                </a:lnTo>
                <a:lnTo>
                  <a:pt x="205" y="306"/>
                </a:lnTo>
                <a:lnTo>
                  <a:pt x="202" y="309"/>
                </a:lnTo>
                <a:lnTo>
                  <a:pt x="202" y="313"/>
                </a:lnTo>
                <a:lnTo>
                  <a:pt x="202" y="317"/>
                </a:lnTo>
                <a:lnTo>
                  <a:pt x="205" y="320"/>
                </a:lnTo>
                <a:lnTo>
                  <a:pt x="208" y="323"/>
                </a:lnTo>
                <a:lnTo>
                  <a:pt x="212" y="323"/>
                </a:lnTo>
                <a:lnTo>
                  <a:pt x="216" y="323"/>
                </a:lnTo>
                <a:lnTo>
                  <a:pt x="219" y="320"/>
                </a:lnTo>
                <a:lnTo>
                  <a:pt x="221" y="317"/>
                </a:lnTo>
                <a:lnTo>
                  <a:pt x="221" y="313"/>
                </a:lnTo>
                <a:lnTo>
                  <a:pt x="221" y="309"/>
                </a:lnTo>
                <a:lnTo>
                  <a:pt x="219" y="306"/>
                </a:lnTo>
                <a:lnTo>
                  <a:pt x="216" y="303"/>
                </a:lnTo>
                <a:lnTo>
                  <a:pt x="212" y="303"/>
                </a:lnTo>
                <a:close/>
                <a:moveTo>
                  <a:pt x="171" y="303"/>
                </a:moveTo>
                <a:lnTo>
                  <a:pt x="168" y="303"/>
                </a:lnTo>
                <a:lnTo>
                  <a:pt x="164" y="306"/>
                </a:lnTo>
                <a:lnTo>
                  <a:pt x="163" y="309"/>
                </a:lnTo>
                <a:lnTo>
                  <a:pt x="161" y="313"/>
                </a:lnTo>
                <a:lnTo>
                  <a:pt x="163" y="317"/>
                </a:lnTo>
                <a:lnTo>
                  <a:pt x="164" y="320"/>
                </a:lnTo>
                <a:lnTo>
                  <a:pt x="168" y="323"/>
                </a:lnTo>
                <a:lnTo>
                  <a:pt x="171" y="323"/>
                </a:lnTo>
                <a:lnTo>
                  <a:pt x="175" y="323"/>
                </a:lnTo>
                <a:lnTo>
                  <a:pt x="179" y="320"/>
                </a:lnTo>
                <a:lnTo>
                  <a:pt x="180" y="317"/>
                </a:lnTo>
                <a:lnTo>
                  <a:pt x="182" y="313"/>
                </a:lnTo>
                <a:lnTo>
                  <a:pt x="180" y="309"/>
                </a:lnTo>
                <a:lnTo>
                  <a:pt x="179" y="306"/>
                </a:lnTo>
                <a:lnTo>
                  <a:pt x="175" y="303"/>
                </a:lnTo>
                <a:lnTo>
                  <a:pt x="171" y="303"/>
                </a:lnTo>
                <a:close/>
                <a:moveTo>
                  <a:pt x="131" y="303"/>
                </a:moveTo>
                <a:lnTo>
                  <a:pt x="127" y="303"/>
                </a:lnTo>
                <a:lnTo>
                  <a:pt x="124" y="306"/>
                </a:lnTo>
                <a:lnTo>
                  <a:pt x="122" y="309"/>
                </a:lnTo>
                <a:lnTo>
                  <a:pt x="120" y="313"/>
                </a:lnTo>
                <a:lnTo>
                  <a:pt x="122" y="317"/>
                </a:lnTo>
                <a:lnTo>
                  <a:pt x="124" y="320"/>
                </a:lnTo>
                <a:lnTo>
                  <a:pt x="127" y="323"/>
                </a:lnTo>
                <a:lnTo>
                  <a:pt x="131" y="323"/>
                </a:lnTo>
                <a:lnTo>
                  <a:pt x="135" y="323"/>
                </a:lnTo>
                <a:lnTo>
                  <a:pt x="138" y="320"/>
                </a:lnTo>
                <a:lnTo>
                  <a:pt x="141" y="317"/>
                </a:lnTo>
                <a:lnTo>
                  <a:pt x="141" y="313"/>
                </a:lnTo>
                <a:lnTo>
                  <a:pt x="141" y="309"/>
                </a:lnTo>
                <a:lnTo>
                  <a:pt x="138" y="306"/>
                </a:lnTo>
                <a:lnTo>
                  <a:pt x="135" y="303"/>
                </a:lnTo>
                <a:lnTo>
                  <a:pt x="131" y="303"/>
                </a:lnTo>
                <a:close/>
                <a:moveTo>
                  <a:pt x="272" y="283"/>
                </a:moveTo>
                <a:lnTo>
                  <a:pt x="268" y="283"/>
                </a:lnTo>
                <a:lnTo>
                  <a:pt x="265" y="286"/>
                </a:lnTo>
                <a:lnTo>
                  <a:pt x="264" y="288"/>
                </a:lnTo>
                <a:lnTo>
                  <a:pt x="262" y="292"/>
                </a:lnTo>
                <a:lnTo>
                  <a:pt x="264" y="297"/>
                </a:lnTo>
                <a:lnTo>
                  <a:pt x="265" y="299"/>
                </a:lnTo>
                <a:lnTo>
                  <a:pt x="268" y="302"/>
                </a:lnTo>
                <a:lnTo>
                  <a:pt x="272" y="303"/>
                </a:lnTo>
                <a:lnTo>
                  <a:pt x="276" y="302"/>
                </a:lnTo>
                <a:lnTo>
                  <a:pt x="280" y="299"/>
                </a:lnTo>
                <a:lnTo>
                  <a:pt x="282" y="297"/>
                </a:lnTo>
                <a:lnTo>
                  <a:pt x="283" y="292"/>
                </a:lnTo>
                <a:lnTo>
                  <a:pt x="282" y="288"/>
                </a:lnTo>
                <a:lnTo>
                  <a:pt x="280" y="286"/>
                </a:lnTo>
                <a:lnTo>
                  <a:pt x="276" y="283"/>
                </a:lnTo>
                <a:lnTo>
                  <a:pt x="272" y="283"/>
                </a:lnTo>
                <a:close/>
                <a:moveTo>
                  <a:pt x="232" y="283"/>
                </a:moveTo>
                <a:lnTo>
                  <a:pt x="228" y="283"/>
                </a:lnTo>
                <a:lnTo>
                  <a:pt x="226" y="286"/>
                </a:lnTo>
                <a:lnTo>
                  <a:pt x="223" y="288"/>
                </a:lnTo>
                <a:lnTo>
                  <a:pt x="221" y="292"/>
                </a:lnTo>
                <a:lnTo>
                  <a:pt x="223" y="297"/>
                </a:lnTo>
                <a:lnTo>
                  <a:pt x="226" y="299"/>
                </a:lnTo>
                <a:lnTo>
                  <a:pt x="228" y="302"/>
                </a:lnTo>
                <a:lnTo>
                  <a:pt x="232" y="303"/>
                </a:lnTo>
                <a:lnTo>
                  <a:pt x="237" y="302"/>
                </a:lnTo>
                <a:lnTo>
                  <a:pt x="239" y="299"/>
                </a:lnTo>
                <a:lnTo>
                  <a:pt x="242" y="297"/>
                </a:lnTo>
                <a:lnTo>
                  <a:pt x="242" y="292"/>
                </a:lnTo>
                <a:lnTo>
                  <a:pt x="242" y="288"/>
                </a:lnTo>
                <a:lnTo>
                  <a:pt x="239" y="286"/>
                </a:lnTo>
                <a:lnTo>
                  <a:pt x="237" y="283"/>
                </a:lnTo>
                <a:lnTo>
                  <a:pt x="232" y="283"/>
                </a:lnTo>
                <a:close/>
                <a:moveTo>
                  <a:pt x="191" y="283"/>
                </a:moveTo>
                <a:lnTo>
                  <a:pt x="187" y="283"/>
                </a:lnTo>
                <a:lnTo>
                  <a:pt x="185" y="286"/>
                </a:lnTo>
                <a:lnTo>
                  <a:pt x="182" y="288"/>
                </a:lnTo>
                <a:lnTo>
                  <a:pt x="182" y="292"/>
                </a:lnTo>
                <a:lnTo>
                  <a:pt x="182" y="297"/>
                </a:lnTo>
                <a:lnTo>
                  <a:pt x="185" y="299"/>
                </a:lnTo>
                <a:lnTo>
                  <a:pt x="187" y="302"/>
                </a:lnTo>
                <a:lnTo>
                  <a:pt x="191" y="303"/>
                </a:lnTo>
                <a:lnTo>
                  <a:pt x="196" y="302"/>
                </a:lnTo>
                <a:lnTo>
                  <a:pt x="198" y="299"/>
                </a:lnTo>
                <a:lnTo>
                  <a:pt x="201" y="297"/>
                </a:lnTo>
                <a:lnTo>
                  <a:pt x="202" y="292"/>
                </a:lnTo>
                <a:lnTo>
                  <a:pt x="201" y="288"/>
                </a:lnTo>
                <a:lnTo>
                  <a:pt x="198" y="286"/>
                </a:lnTo>
                <a:lnTo>
                  <a:pt x="196" y="283"/>
                </a:lnTo>
                <a:lnTo>
                  <a:pt x="191" y="283"/>
                </a:lnTo>
                <a:close/>
                <a:moveTo>
                  <a:pt x="152" y="283"/>
                </a:moveTo>
                <a:lnTo>
                  <a:pt x="148" y="283"/>
                </a:lnTo>
                <a:lnTo>
                  <a:pt x="144" y="286"/>
                </a:lnTo>
                <a:lnTo>
                  <a:pt x="142" y="288"/>
                </a:lnTo>
                <a:lnTo>
                  <a:pt x="141" y="292"/>
                </a:lnTo>
                <a:lnTo>
                  <a:pt x="142" y="297"/>
                </a:lnTo>
                <a:lnTo>
                  <a:pt x="144" y="299"/>
                </a:lnTo>
                <a:lnTo>
                  <a:pt x="148" y="302"/>
                </a:lnTo>
                <a:lnTo>
                  <a:pt x="152" y="303"/>
                </a:lnTo>
                <a:lnTo>
                  <a:pt x="156" y="302"/>
                </a:lnTo>
                <a:lnTo>
                  <a:pt x="159" y="299"/>
                </a:lnTo>
                <a:lnTo>
                  <a:pt x="160" y="297"/>
                </a:lnTo>
                <a:lnTo>
                  <a:pt x="161" y="292"/>
                </a:lnTo>
                <a:lnTo>
                  <a:pt x="160" y="288"/>
                </a:lnTo>
                <a:lnTo>
                  <a:pt x="159" y="286"/>
                </a:lnTo>
                <a:lnTo>
                  <a:pt x="156" y="283"/>
                </a:lnTo>
                <a:lnTo>
                  <a:pt x="152" y="283"/>
                </a:lnTo>
                <a:close/>
                <a:moveTo>
                  <a:pt x="111" y="283"/>
                </a:moveTo>
                <a:lnTo>
                  <a:pt x="107" y="283"/>
                </a:lnTo>
                <a:lnTo>
                  <a:pt x="104" y="286"/>
                </a:lnTo>
                <a:lnTo>
                  <a:pt x="101" y="288"/>
                </a:lnTo>
                <a:lnTo>
                  <a:pt x="101" y="292"/>
                </a:lnTo>
                <a:lnTo>
                  <a:pt x="101" y="297"/>
                </a:lnTo>
                <a:lnTo>
                  <a:pt x="104" y="299"/>
                </a:lnTo>
                <a:lnTo>
                  <a:pt x="107" y="302"/>
                </a:lnTo>
                <a:lnTo>
                  <a:pt x="111" y="303"/>
                </a:lnTo>
                <a:lnTo>
                  <a:pt x="115" y="302"/>
                </a:lnTo>
                <a:lnTo>
                  <a:pt x="118" y="299"/>
                </a:lnTo>
                <a:lnTo>
                  <a:pt x="120" y="297"/>
                </a:lnTo>
                <a:lnTo>
                  <a:pt x="120" y="292"/>
                </a:lnTo>
                <a:lnTo>
                  <a:pt x="120" y="288"/>
                </a:lnTo>
                <a:lnTo>
                  <a:pt x="118" y="286"/>
                </a:lnTo>
                <a:lnTo>
                  <a:pt x="115" y="283"/>
                </a:lnTo>
                <a:lnTo>
                  <a:pt x="111" y="283"/>
                </a:lnTo>
                <a:close/>
                <a:moveTo>
                  <a:pt x="253" y="262"/>
                </a:moveTo>
                <a:lnTo>
                  <a:pt x="249" y="264"/>
                </a:lnTo>
                <a:lnTo>
                  <a:pt x="245" y="265"/>
                </a:lnTo>
                <a:lnTo>
                  <a:pt x="243" y="269"/>
                </a:lnTo>
                <a:lnTo>
                  <a:pt x="242" y="272"/>
                </a:lnTo>
                <a:lnTo>
                  <a:pt x="243" y="276"/>
                </a:lnTo>
                <a:lnTo>
                  <a:pt x="245" y="280"/>
                </a:lnTo>
                <a:lnTo>
                  <a:pt x="249" y="282"/>
                </a:lnTo>
                <a:lnTo>
                  <a:pt x="253" y="283"/>
                </a:lnTo>
                <a:lnTo>
                  <a:pt x="256" y="282"/>
                </a:lnTo>
                <a:lnTo>
                  <a:pt x="260" y="280"/>
                </a:lnTo>
                <a:lnTo>
                  <a:pt x="261" y="276"/>
                </a:lnTo>
                <a:lnTo>
                  <a:pt x="262" y="272"/>
                </a:lnTo>
                <a:lnTo>
                  <a:pt x="261" y="269"/>
                </a:lnTo>
                <a:lnTo>
                  <a:pt x="260" y="265"/>
                </a:lnTo>
                <a:lnTo>
                  <a:pt x="256" y="264"/>
                </a:lnTo>
                <a:lnTo>
                  <a:pt x="253" y="262"/>
                </a:lnTo>
                <a:close/>
                <a:moveTo>
                  <a:pt x="212" y="262"/>
                </a:moveTo>
                <a:lnTo>
                  <a:pt x="208" y="264"/>
                </a:lnTo>
                <a:lnTo>
                  <a:pt x="205" y="265"/>
                </a:lnTo>
                <a:lnTo>
                  <a:pt x="202" y="269"/>
                </a:lnTo>
                <a:lnTo>
                  <a:pt x="202" y="272"/>
                </a:lnTo>
                <a:lnTo>
                  <a:pt x="202" y="276"/>
                </a:lnTo>
                <a:lnTo>
                  <a:pt x="205" y="280"/>
                </a:lnTo>
                <a:lnTo>
                  <a:pt x="208" y="282"/>
                </a:lnTo>
                <a:lnTo>
                  <a:pt x="212" y="283"/>
                </a:lnTo>
                <a:lnTo>
                  <a:pt x="216" y="282"/>
                </a:lnTo>
                <a:lnTo>
                  <a:pt x="219" y="280"/>
                </a:lnTo>
                <a:lnTo>
                  <a:pt x="221" y="276"/>
                </a:lnTo>
                <a:lnTo>
                  <a:pt x="221" y="272"/>
                </a:lnTo>
                <a:lnTo>
                  <a:pt x="221" y="269"/>
                </a:lnTo>
                <a:lnTo>
                  <a:pt x="219" y="265"/>
                </a:lnTo>
                <a:lnTo>
                  <a:pt x="216" y="264"/>
                </a:lnTo>
                <a:lnTo>
                  <a:pt x="212" y="262"/>
                </a:lnTo>
                <a:close/>
                <a:moveTo>
                  <a:pt x="171" y="262"/>
                </a:moveTo>
                <a:lnTo>
                  <a:pt x="168" y="264"/>
                </a:lnTo>
                <a:lnTo>
                  <a:pt x="164" y="265"/>
                </a:lnTo>
                <a:lnTo>
                  <a:pt x="163" y="269"/>
                </a:lnTo>
                <a:lnTo>
                  <a:pt x="161" y="272"/>
                </a:lnTo>
                <a:lnTo>
                  <a:pt x="163" y="276"/>
                </a:lnTo>
                <a:lnTo>
                  <a:pt x="164" y="280"/>
                </a:lnTo>
                <a:lnTo>
                  <a:pt x="168" y="282"/>
                </a:lnTo>
                <a:lnTo>
                  <a:pt x="171" y="283"/>
                </a:lnTo>
                <a:lnTo>
                  <a:pt x="175" y="282"/>
                </a:lnTo>
                <a:lnTo>
                  <a:pt x="179" y="280"/>
                </a:lnTo>
                <a:lnTo>
                  <a:pt x="180" y="276"/>
                </a:lnTo>
                <a:lnTo>
                  <a:pt x="182" y="272"/>
                </a:lnTo>
                <a:lnTo>
                  <a:pt x="180" y="269"/>
                </a:lnTo>
                <a:lnTo>
                  <a:pt x="179" y="265"/>
                </a:lnTo>
                <a:lnTo>
                  <a:pt x="175" y="264"/>
                </a:lnTo>
                <a:lnTo>
                  <a:pt x="171" y="262"/>
                </a:lnTo>
                <a:close/>
                <a:moveTo>
                  <a:pt x="131" y="262"/>
                </a:moveTo>
                <a:lnTo>
                  <a:pt x="127" y="264"/>
                </a:lnTo>
                <a:lnTo>
                  <a:pt x="124" y="265"/>
                </a:lnTo>
                <a:lnTo>
                  <a:pt x="122" y="269"/>
                </a:lnTo>
                <a:lnTo>
                  <a:pt x="120" y="272"/>
                </a:lnTo>
                <a:lnTo>
                  <a:pt x="122" y="276"/>
                </a:lnTo>
                <a:lnTo>
                  <a:pt x="124" y="280"/>
                </a:lnTo>
                <a:lnTo>
                  <a:pt x="127" y="282"/>
                </a:lnTo>
                <a:lnTo>
                  <a:pt x="131" y="283"/>
                </a:lnTo>
                <a:lnTo>
                  <a:pt x="135" y="282"/>
                </a:lnTo>
                <a:lnTo>
                  <a:pt x="138" y="280"/>
                </a:lnTo>
                <a:lnTo>
                  <a:pt x="141" y="276"/>
                </a:lnTo>
                <a:lnTo>
                  <a:pt x="141" y="272"/>
                </a:lnTo>
                <a:lnTo>
                  <a:pt x="141" y="269"/>
                </a:lnTo>
                <a:lnTo>
                  <a:pt x="138" y="265"/>
                </a:lnTo>
                <a:lnTo>
                  <a:pt x="135" y="264"/>
                </a:lnTo>
                <a:lnTo>
                  <a:pt x="131" y="262"/>
                </a:lnTo>
                <a:close/>
                <a:moveTo>
                  <a:pt x="364" y="262"/>
                </a:moveTo>
                <a:lnTo>
                  <a:pt x="358" y="262"/>
                </a:lnTo>
                <a:lnTo>
                  <a:pt x="353" y="265"/>
                </a:lnTo>
                <a:lnTo>
                  <a:pt x="349" y="268"/>
                </a:lnTo>
                <a:lnTo>
                  <a:pt x="346" y="272"/>
                </a:lnTo>
                <a:lnTo>
                  <a:pt x="344" y="277"/>
                </a:lnTo>
                <a:lnTo>
                  <a:pt x="343" y="283"/>
                </a:lnTo>
                <a:lnTo>
                  <a:pt x="343" y="303"/>
                </a:lnTo>
                <a:lnTo>
                  <a:pt x="344" y="309"/>
                </a:lnTo>
                <a:lnTo>
                  <a:pt x="347" y="314"/>
                </a:lnTo>
                <a:lnTo>
                  <a:pt x="351" y="320"/>
                </a:lnTo>
                <a:lnTo>
                  <a:pt x="357" y="323"/>
                </a:lnTo>
                <a:lnTo>
                  <a:pt x="364" y="323"/>
                </a:lnTo>
                <a:lnTo>
                  <a:pt x="504" y="323"/>
                </a:lnTo>
                <a:lnTo>
                  <a:pt x="511" y="323"/>
                </a:lnTo>
                <a:lnTo>
                  <a:pt x="517" y="320"/>
                </a:lnTo>
                <a:lnTo>
                  <a:pt x="521" y="314"/>
                </a:lnTo>
                <a:lnTo>
                  <a:pt x="524" y="309"/>
                </a:lnTo>
                <a:lnTo>
                  <a:pt x="525" y="303"/>
                </a:lnTo>
                <a:lnTo>
                  <a:pt x="525" y="283"/>
                </a:lnTo>
                <a:lnTo>
                  <a:pt x="525" y="277"/>
                </a:lnTo>
                <a:lnTo>
                  <a:pt x="522" y="272"/>
                </a:lnTo>
                <a:lnTo>
                  <a:pt x="519" y="268"/>
                </a:lnTo>
                <a:lnTo>
                  <a:pt x="515" y="265"/>
                </a:lnTo>
                <a:lnTo>
                  <a:pt x="510" y="262"/>
                </a:lnTo>
                <a:lnTo>
                  <a:pt x="504" y="262"/>
                </a:lnTo>
                <a:lnTo>
                  <a:pt x="364" y="262"/>
                </a:lnTo>
                <a:close/>
                <a:moveTo>
                  <a:pt x="272" y="242"/>
                </a:moveTo>
                <a:lnTo>
                  <a:pt x="268" y="243"/>
                </a:lnTo>
                <a:lnTo>
                  <a:pt x="265" y="245"/>
                </a:lnTo>
                <a:lnTo>
                  <a:pt x="264" y="249"/>
                </a:lnTo>
                <a:lnTo>
                  <a:pt x="262" y="253"/>
                </a:lnTo>
                <a:lnTo>
                  <a:pt x="264" y="257"/>
                </a:lnTo>
                <a:lnTo>
                  <a:pt x="265" y="260"/>
                </a:lnTo>
                <a:lnTo>
                  <a:pt x="268" y="261"/>
                </a:lnTo>
                <a:lnTo>
                  <a:pt x="272" y="262"/>
                </a:lnTo>
                <a:lnTo>
                  <a:pt x="276" y="261"/>
                </a:lnTo>
                <a:lnTo>
                  <a:pt x="280" y="260"/>
                </a:lnTo>
                <a:lnTo>
                  <a:pt x="282" y="257"/>
                </a:lnTo>
                <a:lnTo>
                  <a:pt x="283" y="253"/>
                </a:lnTo>
                <a:lnTo>
                  <a:pt x="282" y="249"/>
                </a:lnTo>
                <a:lnTo>
                  <a:pt x="280" y="245"/>
                </a:lnTo>
                <a:lnTo>
                  <a:pt x="276" y="243"/>
                </a:lnTo>
                <a:lnTo>
                  <a:pt x="272" y="242"/>
                </a:lnTo>
                <a:close/>
                <a:moveTo>
                  <a:pt x="232" y="242"/>
                </a:moveTo>
                <a:lnTo>
                  <a:pt x="228" y="243"/>
                </a:lnTo>
                <a:lnTo>
                  <a:pt x="226" y="245"/>
                </a:lnTo>
                <a:lnTo>
                  <a:pt x="223" y="249"/>
                </a:lnTo>
                <a:lnTo>
                  <a:pt x="221" y="253"/>
                </a:lnTo>
                <a:lnTo>
                  <a:pt x="223" y="257"/>
                </a:lnTo>
                <a:lnTo>
                  <a:pt x="226" y="260"/>
                </a:lnTo>
                <a:lnTo>
                  <a:pt x="228" y="261"/>
                </a:lnTo>
                <a:lnTo>
                  <a:pt x="232" y="262"/>
                </a:lnTo>
                <a:lnTo>
                  <a:pt x="237" y="261"/>
                </a:lnTo>
                <a:lnTo>
                  <a:pt x="239" y="260"/>
                </a:lnTo>
                <a:lnTo>
                  <a:pt x="242" y="257"/>
                </a:lnTo>
                <a:lnTo>
                  <a:pt x="242" y="253"/>
                </a:lnTo>
                <a:lnTo>
                  <a:pt x="242" y="249"/>
                </a:lnTo>
                <a:lnTo>
                  <a:pt x="239" y="245"/>
                </a:lnTo>
                <a:lnTo>
                  <a:pt x="237" y="243"/>
                </a:lnTo>
                <a:lnTo>
                  <a:pt x="232" y="242"/>
                </a:lnTo>
                <a:close/>
                <a:moveTo>
                  <a:pt x="191" y="242"/>
                </a:moveTo>
                <a:lnTo>
                  <a:pt x="187" y="243"/>
                </a:lnTo>
                <a:lnTo>
                  <a:pt x="185" y="245"/>
                </a:lnTo>
                <a:lnTo>
                  <a:pt x="182" y="249"/>
                </a:lnTo>
                <a:lnTo>
                  <a:pt x="182" y="253"/>
                </a:lnTo>
                <a:lnTo>
                  <a:pt x="182" y="257"/>
                </a:lnTo>
                <a:lnTo>
                  <a:pt x="185" y="260"/>
                </a:lnTo>
                <a:lnTo>
                  <a:pt x="187" y="261"/>
                </a:lnTo>
                <a:lnTo>
                  <a:pt x="191" y="262"/>
                </a:lnTo>
                <a:lnTo>
                  <a:pt x="196" y="261"/>
                </a:lnTo>
                <a:lnTo>
                  <a:pt x="198" y="260"/>
                </a:lnTo>
                <a:lnTo>
                  <a:pt x="201" y="257"/>
                </a:lnTo>
                <a:lnTo>
                  <a:pt x="202" y="253"/>
                </a:lnTo>
                <a:lnTo>
                  <a:pt x="201" y="249"/>
                </a:lnTo>
                <a:lnTo>
                  <a:pt x="198" y="245"/>
                </a:lnTo>
                <a:lnTo>
                  <a:pt x="196" y="243"/>
                </a:lnTo>
                <a:lnTo>
                  <a:pt x="191" y="242"/>
                </a:lnTo>
                <a:close/>
                <a:moveTo>
                  <a:pt x="152" y="242"/>
                </a:moveTo>
                <a:lnTo>
                  <a:pt x="148" y="243"/>
                </a:lnTo>
                <a:lnTo>
                  <a:pt x="144" y="245"/>
                </a:lnTo>
                <a:lnTo>
                  <a:pt x="142" y="249"/>
                </a:lnTo>
                <a:lnTo>
                  <a:pt x="141" y="253"/>
                </a:lnTo>
                <a:lnTo>
                  <a:pt x="142" y="257"/>
                </a:lnTo>
                <a:lnTo>
                  <a:pt x="144" y="260"/>
                </a:lnTo>
                <a:lnTo>
                  <a:pt x="148" y="261"/>
                </a:lnTo>
                <a:lnTo>
                  <a:pt x="152" y="262"/>
                </a:lnTo>
                <a:lnTo>
                  <a:pt x="156" y="261"/>
                </a:lnTo>
                <a:lnTo>
                  <a:pt x="159" y="260"/>
                </a:lnTo>
                <a:lnTo>
                  <a:pt x="160" y="257"/>
                </a:lnTo>
                <a:lnTo>
                  <a:pt x="161" y="253"/>
                </a:lnTo>
                <a:lnTo>
                  <a:pt x="160" y="249"/>
                </a:lnTo>
                <a:lnTo>
                  <a:pt x="159" y="245"/>
                </a:lnTo>
                <a:lnTo>
                  <a:pt x="156" y="243"/>
                </a:lnTo>
                <a:lnTo>
                  <a:pt x="152" y="242"/>
                </a:lnTo>
                <a:close/>
                <a:moveTo>
                  <a:pt x="111" y="242"/>
                </a:moveTo>
                <a:lnTo>
                  <a:pt x="107" y="243"/>
                </a:lnTo>
                <a:lnTo>
                  <a:pt x="104" y="245"/>
                </a:lnTo>
                <a:lnTo>
                  <a:pt x="101" y="249"/>
                </a:lnTo>
                <a:lnTo>
                  <a:pt x="101" y="253"/>
                </a:lnTo>
                <a:lnTo>
                  <a:pt x="101" y="257"/>
                </a:lnTo>
                <a:lnTo>
                  <a:pt x="104" y="260"/>
                </a:lnTo>
                <a:lnTo>
                  <a:pt x="107" y="261"/>
                </a:lnTo>
                <a:lnTo>
                  <a:pt x="111" y="262"/>
                </a:lnTo>
                <a:lnTo>
                  <a:pt x="115" y="261"/>
                </a:lnTo>
                <a:lnTo>
                  <a:pt x="118" y="260"/>
                </a:lnTo>
                <a:lnTo>
                  <a:pt x="120" y="257"/>
                </a:lnTo>
                <a:lnTo>
                  <a:pt x="120" y="253"/>
                </a:lnTo>
                <a:lnTo>
                  <a:pt x="120" y="249"/>
                </a:lnTo>
                <a:lnTo>
                  <a:pt x="118" y="245"/>
                </a:lnTo>
                <a:lnTo>
                  <a:pt x="115" y="243"/>
                </a:lnTo>
                <a:lnTo>
                  <a:pt x="111" y="242"/>
                </a:lnTo>
                <a:close/>
                <a:moveTo>
                  <a:pt x="323" y="221"/>
                </a:moveTo>
                <a:lnTo>
                  <a:pt x="504" y="221"/>
                </a:lnTo>
                <a:lnTo>
                  <a:pt x="521" y="225"/>
                </a:lnTo>
                <a:lnTo>
                  <a:pt x="533" y="234"/>
                </a:lnTo>
                <a:lnTo>
                  <a:pt x="543" y="247"/>
                </a:lnTo>
                <a:lnTo>
                  <a:pt x="545" y="262"/>
                </a:lnTo>
                <a:lnTo>
                  <a:pt x="545" y="485"/>
                </a:lnTo>
                <a:lnTo>
                  <a:pt x="543" y="500"/>
                </a:lnTo>
                <a:lnTo>
                  <a:pt x="533" y="512"/>
                </a:lnTo>
                <a:lnTo>
                  <a:pt x="521" y="521"/>
                </a:lnTo>
                <a:lnTo>
                  <a:pt x="504" y="525"/>
                </a:lnTo>
                <a:lnTo>
                  <a:pt x="323" y="525"/>
                </a:lnTo>
                <a:lnTo>
                  <a:pt x="323" y="221"/>
                </a:lnTo>
                <a:close/>
                <a:moveTo>
                  <a:pt x="120" y="221"/>
                </a:moveTo>
                <a:lnTo>
                  <a:pt x="302" y="221"/>
                </a:lnTo>
                <a:lnTo>
                  <a:pt x="302" y="525"/>
                </a:lnTo>
                <a:lnTo>
                  <a:pt x="120" y="525"/>
                </a:lnTo>
                <a:lnTo>
                  <a:pt x="105" y="521"/>
                </a:lnTo>
                <a:lnTo>
                  <a:pt x="93" y="512"/>
                </a:lnTo>
                <a:lnTo>
                  <a:pt x="83" y="500"/>
                </a:lnTo>
                <a:lnTo>
                  <a:pt x="81" y="485"/>
                </a:lnTo>
                <a:lnTo>
                  <a:pt x="81" y="262"/>
                </a:lnTo>
                <a:lnTo>
                  <a:pt x="83" y="247"/>
                </a:lnTo>
                <a:lnTo>
                  <a:pt x="93" y="234"/>
                </a:lnTo>
                <a:lnTo>
                  <a:pt x="105" y="225"/>
                </a:lnTo>
                <a:lnTo>
                  <a:pt x="120" y="221"/>
                </a:lnTo>
                <a:close/>
                <a:moveTo>
                  <a:pt x="101" y="201"/>
                </a:moveTo>
                <a:lnTo>
                  <a:pt x="85" y="205"/>
                </a:lnTo>
                <a:lnTo>
                  <a:pt x="73" y="213"/>
                </a:lnTo>
                <a:lnTo>
                  <a:pt x="63" y="227"/>
                </a:lnTo>
                <a:lnTo>
                  <a:pt x="60" y="242"/>
                </a:lnTo>
                <a:lnTo>
                  <a:pt x="60" y="504"/>
                </a:lnTo>
                <a:lnTo>
                  <a:pt x="63" y="521"/>
                </a:lnTo>
                <a:lnTo>
                  <a:pt x="73" y="533"/>
                </a:lnTo>
                <a:lnTo>
                  <a:pt x="85" y="543"/>
                </a:lnTo>
                <a:lnTo>
                  <a:pt x="101" y="545"/>
                </a:lnTo>
                <a:lnTo>
                  <a:pt x="525" y="545"/>
                </a:lnTo>
                <a:lnTo>
                  <a:pt x="541" y="543"/>
                </a:lnTo>
                <a:lnTo>
                  <a:pt x="554" y="533"/>
                </a:lnTo>
                <a:lnTo>
                  <a:pt x="562" y="521"/>
                </a:lnTo>
                <a:lnTo>
                  <a:pt x="566" y="504"/>
                </a:lnTo>
                <a:lnTo>
                  <a:pt x="566" y="242"/>
                </a:lnTo>
                <a:lnTo>
                  <a:pt x="562" y="227"/>
                </a:lnTo>
                <a:lnTo>
                  <a:pt x="554" y="213"/>
                </a:lnTo>
                <a:lnTo>
                  <a:pt x="541" y="205"/>
                </a:lnTo>
                <a:lnTo>
                  <a:pt x="525" y="201"/>
                </a:lnTo>
                <a:lnTo>
                  <a:pt x="101" y="201"/>
                </a:lnTo>
                <a:close/>
                <a:moveTo>
                  <a:pt x="485" y="40"/>
                </a:moveTo>
                <a:lnTo>
                  <a:pt x="525" y="40"/>
                </a:lnTo>
                <a:lnTo>
                  <a:pt x="525" y="141"/>
                </a:lnTo>
                <a:lnTo>
                  <a:pt x="545" y="141"/>
                </a:lnTo>
                <a:lnTo>
                  <a:pt x="571" y="145"/>
                </a:lnTo>
                <a:lnTo>
                  <a:pt x="593" y="157"/>
                </a:lnTo>
                <a:lnTo>
                  <a:pt x="611" y="175"/>
                </a:lnTo>
                <a:lnTo>
                  <a:pt x="622" y="197"/>
                </a:lnTo>
                <a:lnTo>
                  <a:pt x="625" y="221"/>
                </a:lnTo>
                <a:lnTo>
                  <a:pt x="625" y="525"/>
                </a:lnTo>
                <a:lnTo>
                  <a:pt x="622" y="551"/>
                </a:lnTo>
                <a:lnTo>
                  <a:pt x="611" y="573"/>
                </a:lnTo>
                <a:lnTo>
                  <a:pt x="593" y="590"/>
                </a:lnTo>
                <a:lnTo>
                  <a:pt x="571" y="601"/>
                </a:lnTo>
                <a:lnTo>
                  <a:pt x="545" y="605"/>
                </a:lnTo>
                <a:lnTo>
                  <a:pt x="544" y="611"/>
                </a:lnTo>
                <a:lnTo>
                  <a:pt x="543" y="615"/>
                </a:lnTo>
                <a:lnTo>
                  <a:pt x="541" y="618"/>
                </a:lnTo>
                <a:lnTo>
                  <a:pt x="539" y="620"/>
                </a:lnTo>
                <a:lnTo>
                  <a:pt x="534" y="622"/>
                </a:lnTo>
                <a:lnTo>
                  <a:pt x="532" y="623"/>
                </a:lnTo>
                <a:lnTo>
                  <a:pt x="529" y="625"/>
                </a:lnTo>
                <a:lnTo>
                  <a:pt x="528" y="625"/>
                </a:lnTo>
                <a:lnTo>
                  <a:pt x="525" y="625"/>
                </a:lnTo>
                <a:lnTo>
                  <a:pt x="525" y="625"/>
                </a:lnTo>
                <a:lnTo>
                  <a:pt x="487" y="625"/>
                </a:lnTo>
                <a:lnTo>
                  <a:pt x="476" y="622"/>
                </a:lnTo>
                <a:lnTo>
                  <a:pt x="469" y="618"/>
                </a:lnTo>
                <a:lnTo>
                  <a:pt x="466" y="612"/>
                </a:lnTo>
                <a:lnTo>
                  <a:pt x="465" y="607"/>
                </a:lnTo>
                <a:lnTo>
                  <a:pt x="465" y="605"/>
                </a:lnTo>
                <a:lnTo>
                  <a:pt x="160" y="605"/>
                </a:lnTo>
                <a:lnTo>
                  <a:pt x="160" y="611"/>
                </a:lnTo>
                <a:lnTo>
                  <a:pt x="157" y="615"/>
                </a:lnTo>
                <a:lnTo>
                  <a:pt x="156" y="618"/>
                </a:lnTo>
                <a:lnTo>
                  <a:pt x="153" y="620"/>
                </a:lnTo>
                <a:lnTo>
                  <a:pt x="150" y="623"/>
                </a:lnTo>
                <a:lnTo>
                  <a:pt x="148" y="625"/>
                </a:lnTo>
                <a:lnTo>
                  <a:pt x="145" y="625"/>
                </a:lnTo>
                <a:lnTo>
                  <a:pt x="144" y="625"/>
                </a:lnTo>
                <a:lnTo>
                  <a:pt x="142" y="626"/>
                </a:lnTo>
                <a:lnTo>
                  <a:pt x="103" y="625"/>
                </a:lnTo>
                <a:lnTo>
                  <a:pt x="92" y="623"/>
                </a:lnTo>
                <a:lnTo>
                  <a:pt x="85" y="618"/>
                </a:lnTo>
                <a:lnTo>
                  <a:pt x="82" y="612"/>
                </a:lnTo>
                <a:lnTo>
                  <a:pt x="81" y="608"/>
                </a:lnTo>
                <a:lnTo>
                  <a:pt x="81" y="605"/>
                </a:lnTo>
                <a:lnTo>
                  <a:pt x="55" y="601"/>
                </a:lnTo>
                <a:lnTo>
                  <a:pt x="33" y="590"/>
                </a:lnTo>
                <a:lnTo>
                  <a:pt x="15" y="573"/>
                </a:lnTo>
                <a:lnTo>
                  <a:pt x="4" y="551"/>
                </a:lnTo>
                <a:lnTo>
                  <a:pt x="0" y="525"/>
                </a:lnTo>
                <a:lnTo>
                  <a:pt x="0" y="221"/>
                </a:lnTo>
                <a:lnTo>
                  <a:pt x="4" y="197"/>
                </a:lnTo>
                <a:lnTo>
                  <a:pt x="15" y="174"/>
                </a:lnTo>
                <a:lnTo>
                  <a:pt x="33" y="156"/>
                </a:lnTo>
                <a:lnTo>
                  <a:pt x="55" y="145"/>
                </a:lnTo>
                <a:lnTo>
                  <a:pt x="81" y="141"/>
                </a:lnTo>
                <a:lnTo>
                  <a:pt x="485" y="141"/>
                </a:lnTo>
                <a:lnTo>
                  <a:pt x="485" y="40"/>
                </a:lnTo>
                <a:close/>
                <a:moveTo>
                  <a:pt x="506" y="0"/>
                </a:moveTo>
                <a:lnTo>
                  <a:pt x="511" y="0"/>
                </a:lnTo>
                <a:lnTo>
                  <a:pt x="515" y="1"/>
                </a:lnTo>
                <a:lnTo>
                  <a:pt x="519" y="4"/>
                </a:lnTo>
                <a:lnTo>
                  <a:pt x="521" y="7"/>
                </a:lnTo>
                <a:lnTo>
                  <a:pt x="522" y="10"/>
                </a:lnTo>
                <a:lnTo>
                  <a:pt x="524" y="12"/>
                </a:lnTo>
                <a:lnTo>
                  <a:pt x="524" y="15"/>
                </a:lnTo>
                <a:lnTo>
                  <a:pt x="524" y="18"/>
                </a:lnTo>
                <a:lnTo>
                  <a:pt x="524" y="19"/>
                </a:lnTo>
                <a:lnTo>
                  <a:pt x="524" y="19"/>
                </a:lnTo>
                <a:lnTo>
                  <a:pt x="485" y="19"/>
                </a:lnTo>
                <a:lnTo>
                  <a:pt x="485" y="19"/>
                </a:lnTo>
                <a:lnTo>
                  <a:pt x="485" y="18"/>
                </a:lnTo>
                <a:lnTo>
                  <a:pt x="485" y="15"/>
                </a:lnTo>
                <a:lnTo>
                  <a:pt x="487" y="12"/>
                </a:lnTo>
                <a:lnTo>
                  <a:pt x="488" y="10"/>
                </a:lnTo>
                <a:lnTo>
                  <a:pt x="489" y="7"/>
                </a:lnTo>
                <a:lnTo>
                  <a:pt x="492" y="4"/>
                </a:lnTo>
                <a:lnTo>
                  <a:pt x="496" y="1"/>
                </a:lnTo>
                <a:lnTo>
                  <a:pt x="500" y="0"/>
                </a:lnTo>
                <a:lnTo>
                  <a:pt x="50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000" y="1232756"/>
            <a:ext cx="1080000" cy="1045495"/>
          </a:xfrm>
          <a:custGeom>
            <a:avLst/>
            <a:gdLst>
              <a:gd name="T0" fmla="*/ 486 w 626"/>
              <a:gd name="T1" fmla="*/ 508 h 606"/>
              <a:gd name="T2" fmla="*/ 485 w 626"/>
              <a:gd name="T3" fmla="*/ 519 h 606"/>
              <a:gd name="T4" fmla="*/ 494 w 626"/>
              <a:gd name="T5" fmla="*/ 526 h 606"/>
              <a:gd name="T6" fmla="*/ 582 w 626"/>
              <a:gd name="T7" fmla="*/ 523 h 606"/>
              <a:gd name="T8" fmla="*/ 585 w 626"/>
              <a:gd name="T9" fmla="*/ 512 h 606"/>
              <a:gd name="T10" fmla="*/ 575 w 626"/>
              <a:gd name="T11" fmla="*/ 505 h 606"/>
              <a:gd name="T12" fmla="*/ 490 w 626"/>
              <a:gd name="T13" fmla="*/ 466 h 606"/>
              <a:gd name="T14" fmla="*/ 484 w 626"/>
              <a:gd name="T15" fmla="*/ 475 h 606"/>
              <a:gd name="T16" fmla="*/ 490 w 626"/>
              <a:gd name="T17" fmla="*/ 485 h 606"/>
              <a:gd name="T18" fmla="*/ 579 w 626"/>
              <a:gd name="T19" fmla="*/ 485 h 606"/>
              <a:gd name="T20" fmla="*/ 585 w 626"/>
              <a:gd name="T21" fmla="*/ 475 h 606"/>
              <a:gd name="T22" fmla="*/ 579 w 626"/>
              <a:gd name="T23" fmla="*/ 466 h 606"/>
              <a:gd name="T24" fmla="*/ 494 w 626"/>
              <a:gd name="T25" fmla="*/ 425 h 606"/>
              <a:gd name="T26" fmla="*/ 485 w 626"/>
              <a:gd name="T27" fmla="*/ 430 h 606"/>
              <a:gd name="T28" fmla="*/ 486 w 626"/>
              <a:gd name="T29" fmla="*/ 442 h 606"/>
              <a:gd name="T30" fmla="*/ 575 w 626"/>
              <a:gd name="T31" fmla="*/ 445 h 606"/>
              <a:gd name="T32" fmla="*/ 585 w 626"/>
              <a:gd name="T33" fmla="*/ 438 h 606"/>
              <a:gd name="T34" fmla="*/ 582 w 626"/>
              <a:gd name="T35" fmla="*/ 427 h 606"/>
              <a:gd name="T36" fmla="*/ 494 w 626"/>
              <a:gd name="T37" fmla="*/ 425 h 606"/>
              <a:gd name="T38" fmla="*/ 514 w 626"/>
              <a:gd name="T39" fmla="*/ 333 h 606"/>
              <a:gd name="T40" fmla="*/ 507 w 626"/>
              <a:gd name="T41" fmla="*/ 366 h 606"/>
              <a:gd name="T42" fmla="*/ 534 w 626"/>
              <a:gd name="T43" fmla="*/ 385 h 606"/>
              <a:gd name="T44" fmla="*/ 563 w 626"/>
              <a:gd name="T45" fmla="*/ 366 h 606"/>
              <a:gd name="T46" fmla="*/ 556 w 626"/>
              <a:gd name="T47" fmla="*/ 333 h 606"/>
              <a:gd name="T48" fmla="*/ 531 w 626"/>
              <a:gd name="T49" fmla="*/ 243 h 606"/>
              <a:gd name="T50" fmla="*/ 504 w 626"/>
              <a:gd name="T51" fmla="*/ 262 h 606"/>
              <a:gd name="T52" fmla="*/ 511 w 626"/>
              <a:gd name="T53" fmla="*/ 295 h 606"/>
              <a:gd name="T54" fmla="*/ 544 w 626"/>
              <a:gd name="T55" fmla="*/ 302 h 606"/>
              <a:gd name="T56" fmla="*/ 563 w 626"/>
              <a:gd name="T57" fmla="*/ 274 h 606"/>
              <a:gd name="T58" fmla="*/ 544 w 626"/>
              <a:gd name="T59" fmla="*/ 246 h 606"/>
              <a:gd name="T60" fmla="*/ 101 w 626"/>
              <a:gd name="T61" fmla="*/ 246 h 606"/>
              <a:gd name="T62" fmla="*/ 63 w 626"/>
              <a:gd name="T63" fmla="*/ 285 h 606"/>
              <a:gd name="T64" fmla="*/ 63 w 626"/>
              <a:gd name="T65" fmla="*/ 485 h 606"/>
              <a:gd name="T66" fmla="*/ 101 w 626"/>
              <a:gd name="T67" fmla="*/ 523 h 606"/>
              <a:gd name="T68" fmla="*/ 402 w 626"/>
              <a:gd name="T69" fmla="*/ 523 h 606"/>
              <a:gd name="T70" fmla="*/ 440 w 626"/>
              <a:gd name="T71" fmla="*/ 485 h 606"/>
              <a:gd name="T72" fmla="*/ 440 w 626"/>
              <a:gd name="T73" fmla="*/ 285 h 606"/>
              <a:gd name="T74" fmla="*/ 402 w 626"/>
              <a:gd name="T75" fmla="*/ 246 h 606"/>
              <a:gd name="T76" fmla="*/ 612 w 626"/>
              <a:gd name="T77" fmla="*/ 0 h 606"/>
              <a:gd name="T78" fmla="*/ 623 w 626"/>
              <a:gd name="T79" fmla="*/ 11 h 606"/>
              <a:gd name="T80" fmla="*/ 624 w 626"/>
              <a:gd name="T81" fmla="*/ 20 h 606"/>
              <a:gd name="T82" fmla="*/ 601 w 626"/>
              <a:gd name="T83" fmla="*/ 185 h 606"/>
              <a:gd name="T84" fmla="*/ 626 w 626"/>
              <a:gd name="T85" fmla="*/ 224 h 606"/>
              <a:gd name="T86" fmla="*/ 617 w 626"/>
              <a:gd name="T87" fmla="*/ 557 h 606"/>
              <a:gd name="T88" fmla="*/ 585 w 626"/>
              <a:gd name="T89" fmla="*/ 587 h 606"/>
              <a:gd name="T90" fmla="*/ 581 w 626"/>
              <a:gd name="T91" fmla="*/ 600 h 606"/>
              <a:gd name="T92" fmla="*/ 572 w 626"/>
              <a:gd name="T93" fmla="*/ 605 h 606"/>
              <a:gd name="T94" fmla="*/ 566 w 626"/>
              <a:gd name="T95" fmla="*/ 606 h 606"/>
              <a:gd name="T96" fmla="*/ 53 w 626"/>
              <a:gd name="T97" fmla="*/ 605 h 606"/>
              <a:gd name="T98" fmla="*/ 43 w 626"/>
              <a:gd name="T99" fmla="*/ 600 h 606"/>
              <a:gd name="T100" fmla="*/ 39 w 626"/>
              <a:gd name="T101" fmla="*/ 591 h 606"/>
              <a:gd name="T102" fmla="*/ 39 w 626"/>
              <a:gd name="T103" fmla="*/ 587 h 606"/>
              <a:gd name="T104" fmla="*/ 2 w 626"/>
              <a:gd name="T105" fmla="*/ 563 h 606"/>
              <a:gd name="T106" fmla="*/ 2 w 626"/>
              <a:gd name="T107" fmla="*/ 207 h 606"/>
              <a:gd name="T108" fmla="*/ 39 w 626"/>
              <a:gd name="T109" fmla="*/ 183 h 606"/>
              <a:gd name="T110" fmla="*/ 385 w 626"/>
              <a:gd name="T111" fmla="*/ 9 h 606"/>
              <a:gd name="T112" fmla="*/ 402 w 626"/>
              <a:gd name="T113" fmla="*/ 2 h 606"/>
              <a:gd name="T114" fmla="*/ 419 w 626"/>
              <a:gd name="T115" fmla="*/ 17 h 606"/>
              <a:gd name="T116" fmla="*/ 512 w 626"/>
              <a:gd name="T117" fmla="*/ 144 h 606"/>
              <a:gd name="T118" fmla="*/ 607 w 626"/>
              <a:gd name="T119" fmla="*/ 2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26" h="606">
                <a:moveTo>
                  <a:pt x="494" y="505"/>
                </a:moveTo>
                <a:lnTo>
                  <a:pt x="490" y="507"/>
                </a:lnTo>
                <a:lnTo>
                  <a:pt x="486" y="508"/>
                </a:lnTo>
                <a:lnTo>
                  <a:pt x="485" y="512"/>
                </a:lnTo>
                <a:lnTo>
                  <a:pt x="484" y="515"/>
                </a:lnTo>
                <a:lnTo>
                  <a:pt x="485" y="519"/>
                </a:lnTo>
                <a:lnTo>
                  <a:pt x="486" y="523"/>
                </a:lnTo>
                <a:lnTo>
                  <a:pt x="490" y="524"/>
                </a:lnTo>
                <a:lnTo>
                  <a:pt x="494" y="526"/>
                </a:lnTo>
                <a:lnTo>
                  <a:pt x="575" y="526"/>
                </a:lnTo>
                <a:lnTo>
                  <a:pt x="579" y="524"/>
                </a:lnTo>
                <a:lnTo>
                  <a:pt x="582" y="523"/>
                </a:lnTo>
                <a:lnTo>
                  <a:pt x="585" y="519"/>
                </a:lnTo>
                <a:lnTo>
                  <a:pt x="585" y="515"/>
                </a:lnTo>
                <a:lnTo>
                  <a:pt x="585" y="512"/>
                </a:lnTo>
                <a:lnTo>
                  <a:pt x="582" y="508"/>
                </a:lnTo>
                <a:lnTo>
                  <a:pt x="579" y="507"/>
                </a:lnTo>
                <a:lnTo>
                  <a:pt x="575" y="505"/>
                </a:lnTo>
                <a:lnTo>
                  <a:pt x="494" y="505"/>
                </a:lnTo>
                <a:close/>
                <a:moveTo>
                  <a:pt x="494" y="464"/>
                </a:moveTo>
                <a:lnTo>
                  <a:pt x="490" y="466"/>
                </a:lnTo>
                <a:lnTo>
                  <a:pt x="486" y="468"/>
                </a:lnTo>
                <a:lnTo>
                  <a:pt x="485" y="471"/>
                </a:lnTo>
                <a:lnTo>
                  <a:pt x="484" y="475"/>
                </a:lnTo>
                <a:lnTo>
                  <a:pt x="485" y="479"/>
                </a:lnTo>
                <a:lnTo>
                  <a:pt x="486" y="482"/>
                </a:lnTo>
                <a:lnTo>
                  <a:pt x="490" y="485"/>
                </a:lnTo>
                <a:lnTo>
                  <a:pt x="494" y="485"/>
                </a:lnTo>
                <a:lnTo>
                  <a:pt x="575" y="485"/>
                </a:lnTo>
                <a:lnTo>
                  <a:pt x="579" y="485"/>
                </a:lnTo>
                <a:lnTo>
                  <a:pt x="582" y="482"/>
                </a:lnTo>
                <a:lnTo>
                  <a:pt x="585" y="479"/>
                </a:lnTo>
                <a:lnTo>
                  <a:pt x="585" y="475"/>
                </a:lnTo>
                <a:lnTo>
                  <a:pt x="585" y="471"/>
                </a:lnTo>
                <a:lnTo>
                  <a:pt x="582" y="468"/>
                </a:lnTo>
                <a:lnTo>
                  <a:pt x="579" y="466"/>
                </a:lnTo>
                <a:lnTo>
                  <a:pt x="575" y="464"/>
                </a:lnTo>
                <a:lnTo>
                  <a:pt x="494" y="464"/>
                </a:lnTo>
                <a:close/>
                <a:moveTo>
                  <a:pt x="494" y="425"/>
                </a:moveTo>
                <a:lnTo>
                  <a:pt x="490" y="426"/>
                </a:lnTo>
                <a:lnTo>
                  <a:pt x="486" y="427"/>
                </a:lnTo>
                <a:lnTo>
                  <a:pt x="485" y="430"/>
                </a:lnTo>
                <a:lnTo>
                  <a:pt x="484" y="434"/>
                </a:lnTo>
                <a:lnTo>
                  <a:pt x="485" y="438"/>
                </a:lnTo>
                <a:lnTo>
                  <a:pt x="486" y="442"/>
                </a:lnTo>
                <a:lnTo>
                  <a:pt x="490" y="444"/>
                </a:lnTo>
                <a:lnTo>
                  <a:pt x="494" y="445"/>
                </a:lnTo>
                <a:lnTo>
                  <a:pt x="575" y="445"/>
                </a:lnTo>
                <a:lnTo>
                  <a:pt x="579" y="444"/>
                </a:lnTo>
                <a:lnTo>
                  <a:pt x="582" y="442"/>
                </a:lnTo>
                <a:lnTo>
                  <a:pt x="585" y="438"/>
                </a:lnTo>
                <a:lnTo>
                  <a:pt x="585" y="434"/>
                </a:lnTo>
                <a:lnTo>
                  <a:pt x="585" y="430"/>
                </a:lnTo>
                <a:lnTo>
                  <a:pt x="582" y="427"/>
                </a:lnTo>
                <a:lnTo>
                  <a:pt x="579" y="426"/>
                </a:lnTo>
                <a:lnTo>
                  <a:pt x="575" y="425"/>
                </a:lnTo>
                <a:lnTo>
                  <a:pt x="494" y="425"/>
                </a:lnTo>
                <a:close/>
                <a:moveTo>
                  <a:pt x="534" y="325"/>
                </a:moveTo>
                <a:lnTo>
                  <a:pt x="523" y="326"/>
                </a:lnTo>
                <a:lnTo>
                  <a:pt x="514" y="333"/>
                </a:lnTo>
                <a:lnTo>
                  <a:pt x="507" y="343"/>
                </a:lnTo>
                <a:lnTo>
                  <a:pt x="504" y="355"/>
                </a:lnTo>
                <a:lnTo>
                  <a:pt x="507" y="366"/>
                </a:lnTo>
                <a:lnTo>
                  <a:pt x="514" y="375"/>
                </a:lnTo>
                <a:lnTo>
                  <a:pt x="523" y="382"/>
                </a:lnTo>
                <a:lnTo>
                  <a:pt x="534" y="385"/>
                </a:lnTo>
                <a:lnTo>
                  <a:pt x="546" y="382"/>
                </a:lnTo>
                <a:lnTo>
                  <a:pt x="556" y="375"/>
                </a:lnTo>
                <a:lnTo>
                  <a:pt x="563" y="366"/>
                </a:lnTo>
                <a:lnTo>
                  <a:pt x="564" y="355"/>
                </a:lnTo>
                <a:lnTo>
                  <a:pt x="563" y="343"/>
                </a:lnTo>
                <a:lnTo>
                  <a:pt x="556" y="333"/>
                </a:lnTo>
                <a:lnTo>
                  <a:pt x="546" y="326"/>
                </a:lnTo>
                <a:lnTo>
                  <a:pt x="534" y="325"/>
                </a:lnTo>
                <a:close/>
                <a:moveTo>
                  <a:pt x="531" y="243"/>
                </a:moveTo>
                <a:lnTo>
                  <a:pt x="520" y="246"/>
                </a:lnTo>
                <a:lnTo>
                  <a:pt x="511" y="252"/>
                </a:lnTo>
                <a:lnTo>
                  <a:pt x="504" y="262"/>
                </a:lnTo>
                <a:lnTo>
                  <a:pt x="501" y="274"/>
                </a:lnTo>
                <a:lnTo>
                  <a:pt x="504" y="285"/>
                </a:lnTo>
                <a:lnTo>
                  <a:pt x="511" y="295"/>
                </a:lnTo>
                <a:lnTo>
                  <a:pt x="520" y="302"/>
                </a:lnTo>
                <a:lnTo>
                  <a:pt x="531" y="304"/>
                </a:lnTo>
                <a:lnTo>
                  <a:pt x="544" y="302"/>
                </a:lnTo>
                <a:lnTo>
                  <a:pt x="553" y="295"/>
                </a:lnTo>
                <a:lnTo>
                  <a:pt x="560" y="285"/>
                </a:lnTo>
                <a:lnTo>
                  <a:pt x="563" y="274"/>
                </a:lnTo>
                <a:lnTo>
                  <a:pt x="560" y="262"/>
                </a:lnTo>
                <a:lnTo>
                  <a:pt x="553" y="252"/>
                </a:lnTo>
                <a:lnTo>
                  <a:pt x="544" y="246"/>
                </a:lnTo>
                <a:lnTo>
                  <a:pt x="531" y="243"/>
                </a:lnTo>
                <a:close/>
                <a:moveTo>
                  <a:pt x="120" y="242"/>
                </a:moveTo>
                <a:lnTo>
                  <a:pt x="101" y="246"/>
                </a:lnTo>
                <a:lnTo>
                  <a:pt x="84" y="254"/>
                </a:lnTo>
                <a:lnTo>
                  <a:pt x="71" y="267"/>
                </a:lnTo>
                <a:lnTo>
                  <a:pt x="63" y="285"/>
                </a:lnTo>
                <a:lnTo>
                  <a:pt x="60" y="304"/>
                </a:lnTo>
                <a:lnTo>
                  <a:pt x="60" y="466"/>
                </a:lnTo>
                <a:lnTo>
                  <a:pt x="63" y="485"/>
                </a:lnTo>
                <a:lnTo>
                  <a:pt x="71" y="501"/>
                </a:lnTo>
                <a:lnTo>
                  <a:pt x="84" y="515"/>
                </a:lnTo>
                <a:lnTo>
                  <a:pt x="101" y="523"/>
                </a:lnTo>
                <a:lnTo>
                  <a:pt x="120" y="526"/>
                </a:lnTo>
                <a:lnTo>
                  <a:pt x="382" y="526"/>
                </a:lnTo>
                <a:lnTo>
                  <a:pt x="402" y="523"/>
                </a:lnTo>
                <a:lnTo>
                  <a:pt x="419" y="515"/>
                </a:lnTo>
                <a:lnTo>
                  <a:pt x="432" y="501"/>
                </a:lnTo>
                <a:lnTo>
                  <a:pt x="440" y="485"/>
                </a:lnTo>
                <a:lnTo>
                  <a:pt x="444" y="466"/>
                </a:lnTo>
                <a:lnTo>
                  <a:pt x="444" y="304"/>
                </a:lnTo>
                <a:lnTo>
                  <a:pt x="440" y="285"/>
                </a:lnTo>
                <a:lnTo>
                  <a:pt x="432" y="267"/>
                </a:lnTo>
                <a:lnTo>
                  <a:pt x="419" y="254"/>
                </a:lnTo>
                <a:lnTo>
                  <a:pt x="402" y="246"/>
                </a:lnTo>
                <a:lnTo>
                  <a:pt x="382" y="242"/>
                </a:lnTo>
                <a:lnTo>
                  <a:pt x="120" y="242"/>
                </a:lnTo>
                <a:close/>
                <a:moveTo>
                  <a:pt x="612" y="0"/>
                </a:moveTo>
                <a:lnTo>
                  <a:pt x="617" y="1"/>
                </a:lnTo>
                <a:lnTo>
                  <a:pt x="620" y="5"/>
                </a:lnTo>
                <a:lnTo>
                  <a:pt x="623" y="11"/>
                </a:lnTo>
                <a:lnTo>
                  <a:pt x="623" y="15"/>
                </a:lnTo>
                <a:lnTo>
                  <a:pt x="624" y="19"/>
                </a:lnTo>
                <a:lnTo>
                  <a:pt x="624" y="20"/>
                </a:lnTo>
                <a:lnTo>
                  <a:pt x="545" y="183"/>
                </a:lnTo>
                <a:lnTo>
                  <a:pt x="585" y="183"/>
                </a:lnTo>
                <a:lnTo>
                  <a:pt x="601" y="185"/>
                </a:lnTo>
                <a:lnTo>
                  <a:pt x="613" y="195"/>
                </a:lnTo>
                <a:lnTo>
                  <a:pt x="622" y="207"/>
                </a:lnTo>
                <a:lnTo>
                  <a:pt x="626" y="224"/>
                </a:lnTo>
                <a:lnTo>
                  <a:pt x="626" y="526"/>
                </a:lnTo>
                <a:lnTo>
                  <a:pt x="623" y="541"/>
                </a:lnTo>
                <a:lnTo>
                  <a:pt x="617" y="557"/>
                </a:lnTo>
                <a:lnTo>
                  <a:pt x="609" y="572"/>
                </a:lnTo>
                <a:lnTo>
                  <a:pt x="597" y="583"/>
                </a:lnTo>
                <a:lnTo>
                  <a:pt x="585" y="587"/>
                </a:lnTo>
                <a:lnTo>
                  <a:pt x="585" y="591"/>
                </a:lnTo>
                <a:lnTo>
                  <a:pt x="583" y="595"/>
                </a:lnTo>
                <a:lnTo>
                  <a:pt x="581" y="600"/>
                </a:lnTo>
                <a:lnTo>
                  <a:pt x="578" y="602"/>
                </a:lnTo>
                <a:lnTo>
                  <a:pt x="575" y="604"/>
                </a:lnTo>
                <a:lnTo>
                  <a:pt x="572" y="605"/>
                </a:lnTo>
                <a:lnTo>
                  <a:pt x="570" y="605"/>
                </a:lnTo>
                <a:lnTo>
                  <a:pt x="567" y="606"/>
                </a:lnTo>
                <a:lnTo>
                  <a:pt x="566" y="606"/>
                </a:lnTo>
                <a:lnTo>
                  <a:pt x="564" y="606"/>
                </a:lnTo>
                <a:lnTo>
                  <a:pt x="60" y="605"/>
                </a:lnTo>
                <a:lnTo>
                  <a:pt x="53" y="605"/>
                </a:lnTo>
                <a:lnTo>
                  <a:pt x="49" y="604"/>
                </a:lnTo>
                <a:lnTo>
                  <a:pt x="45" y="601"/>
                </a:lnTo>
                <a:lnTo>
                  <a:pt x="43" y="600"/>
                </a:lnTo>
                <a:lnTo>
                  <a:pt x="41" y="597"/>
                </a:lnTo>
                <a:lnTo>
                  <a:pt x="41" y="593"/>
                </a:lnTo>
                <a:lnTo>
                  <a:pt x="39" y="591"/>
                </a:lnTo>
                <a:lnTo>
                  <a:pt x="39" y="589"/>
                </a:lnTo>
                <a:lnTo>
                  <a:pt x="39" y="587"/>
                </a:lnTo>
                <a:lnTo>
                  <a:pt x="39" y="587"/>
                </a:lnTo>
                <a:lnTo>
                  <a:pt x="24" y="583"/>
                </a:lnTo>
                <a:lnTo>
                  <a:pt x="11" y="575"/>
                </a:lnTo>
                <a:lnTo>
                  <a:pt x="2" y="563"/>
                </a:lnTo>
                <a:lnTo>
                  <a:pt x="0" y="546"/>
                </a:lnTo>
                <a:lnTo>
                  <a:pt x="0" y="224"/>
                </a:lnTo>
                <a:lnTo>
                  <a:pt x="2" y="207"/>
                </a:lnTo>
                <a:lnTo>
                  <a:pt x="11" y="195"/>
                </a:lnTo>
                <a:lnTo>
                  <a:pt x="24" y="185"/>
                </a:lnTo>
                <a:lnTo>
                  <a:pt x="39" y="183"/>
                </a:lnTo>
                <a:lnTo>
                  <a:pt x="479" y="183"/>
                </a:lnTo>
                <a:lnTo>
                  <a:pt x="381" y="21"/>
                </a:lnTo>
                <a:lnTo>
                  <a:pt x="385" y="9"/>
                </a:lnTo>
                <a:lnTo>
                  <a:pt x="389" y="2"/>
                </a:lnTo>
                <a:lnTo>
                  <a:pt x="395" y="1"/>
                </a:lnTo>
                <a:lnTo>
                  <a:pt x="402" y="2"/>
                </a:lnTo>
                <a:lnTo>
                  <a:pt x="408" y="6"/>
                </a:lnTo>
                <a:lnTo>
                  <a:pt x="414" y="12"/>
                </a:lnTo>
                <a:lnTo>
                  <a:pt x="419" y="17"/>
                </a:lnTo>
                <a:lnTo>
                  <a:pt x="422" y="20"/>
                </a:lnTo>
                <a:lnTo>
                  <a:pt x="423" y="21"/>
                </a:lnTo>
                <a:lnTo>
                  <a:pt x="512" y="144"/>
                </a:lnTo>
                <a:lnTo>
                  <a:pt x="589" y="21"/>
                </a:lnTo>
                <a:lnTo>
                  <a:pt x="598" y="9"/>
                </a:lnTo>
                <a:lnTo>
                  <a:pt x="607" y="2"/>
                </a:lnTo>
                <a:lnTo>
                  <a:pt x="61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6069244" y="1479012"/>
            <a:ext cx="1080000" cy="678020"/>
          </a:xfrm>
          <a:custGeom>
            <a:avLst/>
            <a:gdLst>
              <a:gd name="T0" fmla="*/ 535 w 626"/>
              <a:gd name="T1" fmla="*/ 354 h 393"/>
              <a:gd name="T2" fmla="*/ 530 w 626"/>
              <a:gd name="T3" fmla="*/ 359 h 393"/>
              <a:gd name="T4" fmla="*/ 530 w 626"/>
              <a:gd name="T5" fmla="*/ 367 h 393"/>
              <a:gd name="T6" fmla="*/ 535 w 626"/>
              <a:gd name="T7" fmla="*/ 373 h 393"/>
              <a:gd name="T8" fmla="*/ 578 w 626"/>
              <a:gd name="T9" fmla="*/ 373 h 393"/>
              <a:gd name="T10" fmla="*/ 585 w 626"/>
              <a:gd name="T11" fmla="*/ 370 h 393"/>
              <a:gd name="T12" fmla="*/ 587 w 626"/>
              <a:gd name="T13" fmla="*/ 363 h 393"/>
              <a:gd name="T14" fmla="*/ 585 w 626"/>
              <a:gd name="T15" fmla="*/ 356 h 393"/>
              <a:gd name="T16" fmla="*/ 578 w 626"/>
              <a:gd name="T17" fmla="*/ 352 h 393"/>
              <a:gd name="T18" fmla="*/ 257 w 626"/>
              <a:gd name="T19" fmla="*/ 352 h 393"/>
              <a:gd name="T20" fmla="*/ 248 w 626"/>
              <a:gd name="T21" fmla="*/ 354 h 393"/>
              <a:gd name="T22" fmla="*/ 244 w 626"/>
              <a:gd name="T23" fmla="*/ 358 h 393"/>
              <a:gd name="T24" fmla="*/ 243 w 626"/>
              <a:gd name="T25" fmla="*/ 363 h 393"/>
              <a:gd name="T26" fmla="*/ 244 w 626"/>
              <a:gd name="T27" fmla="*/ 369 h 393"/>
              <a:gd name="T28" fmla="*/ 248 w 626"/>
              <a:gd name="T29" fmla="*/ 373 h 393"/>
              <a:gd name="T30" fmla="*/ 257 w 626"/>
              <a:gd name="T31" fmla="*/ 374 h 393"/>
              <a:gd name="T32" fmla="*/ 393 w 626"/>
              <a:gd name="T33" fmla="*/ 373 h 393"/>
              <a:gd name="T34" fmla="*/ 400 w 626"/>
              <a:gd name="T35" fmla="*/ 370 h 393"/>
              <a:gd name="T36" fmla="*/ 403 w 626"/>
              <a:gd name="T37" fmla="*/ 363 h 393"/>
              <a:gd name="T38" fmla="*/ 402 w 626"/>
              <a:gd name="T39" fmla="*/ 358 h 393"/>
              <a:gd name="T40" fmla="*/ 397 w 626"/>
              <a:gd name="T41" fmla="*/ 354 h 393"/>
              <a:gd name="T42" fmla="*/ 389 w 626"/>
              <a:gd name="T43" fmla="*/ 352 h 393"/>
              <a:gd name="T44" fmla="*/ 97 w 626"/>
              <a:gd name="T45" fmla="*/ 39 h 393"/>
              <a:gd name="T46" fmla="*/ 529 w 626"/>
              <a:gd name="T47" fmla="*/ 295 h 393"/>
              <a:gd name="T48" fmla="*/ 97 w 626"/>
              <a:gd name="T49" fmla="*/ 39 h 393"/>
              <a:gd name="T50" fmla="*/ 533 w 626"/>
              <a:gd name="T51" fmla="*/ 1 h 393"/>
              <a:gd name="T52" fmla="*/ 555 w 626"/>
              <a:gd name="T53" fmla="*/ 8 h 393"/>
              <a:gd name="T54" fmla="*/ 564 w 626"/>
              <a:gd name="T55" fmla="*/ 23 h 393"/>
              <a:gd name="T56" fmla="*/ 568 w 626"/>
              <a:gd name="T57" fmla="*/ 37 h 393"/>
              <a:gd name="T58" fmla="*/ 568 w 626"/>
              <a:gd name="T59" fmla="*/ 314 h 393"/>
              <a:gd name="T60" fmla="*/ 626 w 626"/>
              <a:gd name="T61" fmla="*/ 354 h 393"/>
              <a:gd name="T62" fmla="*/ 624 w 626"/>
              <a:gd name="T63" fmla="*/ 362 h 393"/>
              <a:gd name="T64" fmla="*/ 619 w 626"/>
              <a:gd name="T65" fmla="*/ 377 h 393"/>
              <a:gd name="T66" fmla="*/ 602 w 626"/>
              <a:gd name="T67" fmla="*/ 390 h 393"/>
              <a:gd name="T68" fmla="*/ 35 w 626"/>
              <a:gd name="T69" fmla="*/ 393 h 393"/>
              <a:gd name="T70" fmla="*/ 12 w 626"/>
              <a:gd name="T71" fmla="*/ 385 h 393"/>
              <a:gd name="T72" fmla="*/ 2 w 626"/>
              <a:gd name="T73" fmla="*/ 369 h 393"/>
              <a:gd name="T74" fmla="*/ 0 w 626"/>
              <a:gd name="T75" fmla="*/ 355 h 393"/>
              <a:gd name="T76" fmla="*/ 0 w 626"/>
              <a:gd name="T77" fmla="*/ 314 h 393"/>
              <a:gd name="T78" fmla="*/ 58 w 626"/>
              <a:gd name="T79" fmla="*/ 39 h 393"/>
              <a:gd name="T80" fmla="*/ 67 w 626"/>
              <a:gd name="T81" fmla="*/ 15 h 393"/>
              <a:gd name="T82" fmla="*/ 82 w 626"/>
              <a:gd name="T83" fmla="*/ 4 h 393"/>
              <a:gd name="T84" fmla="*/ 94 w 626"/>
              <a:gd name="T85" fmla="*/ 1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6" h="393">
                <a:moveTo>
                  <a:pt x="538" y="352"/>
                </a:moveTo>
                <a:lnTo>
                  <a:pt x="535" y="354"/>
                </a:lnTo>
                <a:lnTo>
                  <a:pt x="531" y="356"/>
                </a:lnTo>
                <a:lnTo>
                  <a:pt x="530" y="359"/>
                </a:lnTo>
                <a:lnTo>
                  <a:pt x="529" y="363"/>
                </a:lnTo>
                <a:lnTo>
                  <a:pt x="530" y="367"/>
                </a:lnTo>
                <a:lnTo>
                  <a:pt x="531" y="370"/>
                </a:lnTo>
                <a:lnTo>
                  <a:pt x="535" y="373"/>
                </a:lnTo>
                <a:lnTo>
                  <a:pt x="538" y="373"/>
                </a:lnTo>
                <a:lnTo>
                  <a:pt x="578" y="373"/>
                </a:lnTo>
                <a:lnTo>
                  <a:pt x="582" y="373"/>
                </a:lnTo>
                <a:lnTo>
                  <a:pt x="585" y="370"/>
                </a:lnTo>
                <a:lnTo>
                  <a:pt x="587" y="367"/>
                </a:lnTo>
                <a:lnTo>
                  <a:pt x="587" y="363"/>
                </a:lnTo>
                <a:lnTo>
                  <a:pt x="587" y="359"/>
                </a:lnTo>
                <a:lnTo>
                  <a:pt x="585" y="356"/>
                </a:lnTo>
                <a:lnTo>
                  <a:pt x="582" y="354"/>
                </a:lnTo>
                <a:lnTo>
                  <a:pt x="578" y="352"/>
                </a:lnTo>
                <a:lnTo>
                  <a:pt x="538" y="352"/>
                </a:lnTo>
                <a:close/>
                <a:moveTo>
                  <a:pt x="257" y="352"/>
                </a:moveTo>
                <a:lnTo>
                  <a:pt x="253" y="352"/>
                </a:lnTo>
                <a:lnTo>
                  <a:pt x="248" y="354"/>
                </a:lnTo>
                <a:lnTo>
                  <a:pt x="246" y="355"/>
                </a:lnTo>
                <a:lnTo>
                  <a:pt x="244" y="358"/>
                </a:lnTo>
                <a:lnTo>
                  <a:pt x="244" y="360"/>
                </a:lnTo>
                <a:lnTo>
                  <a:pt x="243" y="363"/>
                </a:lnTo>
                <a:lnTo>
                  <a:pt x="244" y="366"/>
                </a:lnTo>
                <a:lnTo>
                  <a:pt x="244" y="369"/>
                </a:lnTo>
                <a:lnTo>
                  <a:pt x="246" y="371"/>
                </a:lnTo>
                <a:lnTo>
                  <a:pt x="248" y="373"/>
                </a:lnTo>
                <a:lnTo>
                  <a:pt x="253" y="373"/>
                </a:lnTo>
                <a:lnTo>
                  <a:pt x="257" y="374"/>
                </a:lnTo>
                <a:lnTo>
                  <a:pt x="388" y="374"/>
                </a:lnTo>
                <a:lnTo>
                  <a:pt x="393" y="373"/>
                </a:lnTo>
                <a:lnTo>
                  <a:pt x="397" y="371"/>
                </a:lnTo>
                <a:lnTo>
                  <a:pt x="400" y="370"/>
                </a:lnTo>
                <a:lnTo>
                  <a:pt x="403" y="367"/>
                </a:lnTo>
                <a:lnTo>
                  <a:pt x="403" y="363"/>
                </a:lnTo>
                <a:lnTo>
                  <a:pt x="403" y="360"/>
                </a:lnTo>
                <a:lnTo>
                  <a:pt x="402" y="358"/>
                </a:lnTo>
                <a:lnTo>
                  <a:pt x="400" y="355"/>
                </a:lnTo>
                <a:lnTo>
                  <a:pt x="397" y="354"/>
                </a:lnTo>
                <a:lnTo>
                  <a:pt x="393" y="352"/>
                </a:lnTo>
                <a:lnTo>
                  <a:pt x="389" y="352"/>
                </a:lnTo>
                <a:lnTo>
                  <a:pt x="257" y="352"/>
                </a:lnTo>
                <a:close/>
                <a:moveTo>
                  <a:pt x="97" y="39"/>
                </a:moveTo>
                <a:lnTo>
                  <a:pt x="97" y="295"/>
                </a:lnTo>
                <a:lnTo>
                  <a:pt x="529" y="295"/>
                </a:lnTo>
                <a:lnTo>
                  <a:pt x="529" y="39"/>
                </a:lnTo>
                <a:lnTo>
                  <a:pt x="97" y="39"/>
                </a:lnTo>
                <a:close/>
                <a:moveTo>
                  <a:pt x="95" y="0"/>
                </a:moveTo>
                <a:lnTo>
                  <a:pt x="533" y="1"/>
                </a:lnTo>
                <a:lnTo>
                  <a:pt x="545" y="2"/>
                </a:lnTo>
                <a:lnTo>
                  <a:pt x="555" y="8"/>
                </a:lnTo>
                <a:lnTo>
                  <a:pt x="560" y="16"/>
                </a:lnTo>
                <a:lnTo>
                  <a:pt x="564" y="23"/>
                </a:lnTo>
                <a:lnTo>
                  <a:pt x="567" y="31"/>
                </a:lnTo>
                <a:lnTo>
                  <a:pt x="568" y="37"/>
                </a:lnTo>
                <a:lnTo>
                  <a:pt x="568" y="38"/>
                </a:lnTo>
                <a:lnTo>
                  <a:pt x="568" y="314"/>
                </a:lnTo>
                <a:lnTo>
                  <a:pt x="626" y="314"/>
                </a:lnTo>
                <a:lnTo>
                  <a:pt x="626" y="354"/>
                </a:lnTo>
                <a:lnTo>
                  <a:pt x="626" y="355"/>
                </a:lnTo>
                <a:lnTo>
                  <a:pt x="624" y="362"/>
                </a:lnTo>
                <a:lnTo>
                  <a:pt x="623" y="369"/>
                </a:lnTo>
                <a:lnTo>
                  <a:pt x="619" y="377"/>
                </a:lnTo>
                <a:lnTo>
                  <a:pt x="612" y="385"/>
                </a:lnTo>
                <a:lnTo>
                  <a:pt x="602" y="390"/>
                </a:lnTo>
                <a:lnTo>
                  <a:pt x="589" y="393"/>
                </a:lnTo>
                <a:lnTo>
                  <a:pt x="35" y="393"/>
                </a:lnTo>
                <a:lnTo>
                  <a:pt x="22" y="390"/>
                </a:lnTo>
                <a:lnTo>
                  <a:pt x="12" y="385"/>
                </a:lnTo>
                <a:lnTo>
                  <a:pt x="7" y="377"/>
                </a:lnTo>
                <a:lnTo>
                  <a:pt x="2" y="369"/>
                </a:lnTo>
                <a:lnTo>
                  <a:pt x="1" y="362"/>
                </a:lnTo>
                <a:lnTo>
                  <a:pt x="0" y="355"/>
                </a:lnTo>
                <a:lnTo>
                  <a:pt x="0" y="354"/>
                </a:lnTo>
                <a:lnTo>
                  <a:pt x="0" y="314"/>
                </a:lnTo>
                <a:lnTo>
                  <a:pt x="58" y="314"/>
                </a:lnTo>
                <a:lnTo>
                  <a:pt x="58" y="39"/>
                </a:lnTo>
                <a:lnTo>
                  <a:pt x="61" y="26"/>
                </a:lnTo>
                <a:lnTo>
                  <a:pt x="67" y="15"/>
                </a:lnTo>
                <a:lnTo>
                  <a:pt x="74" y="8"/>
                </a:lnTo>
                <a:lnTo>
                  <a:pt x="82" y="4"/>
                </a:lnTo>
                <a:lnTo>
                  <a:pt x="89" y="1"/>
                </a:lnTo>
                <a:lnTo>
                  <a:pt x="94" y="1"/>
                </a:lnTo>
                <a:lnTo>
                  <a:pt x="9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7905865" y="1278022"/>
            <a:ext cx="719425" cy="1080000"/>
          </a:xfrm>
          <a:custGeom>
            <a:avLst/>
            <a:gdLst>
              <a:gd name="T0" fmla="*/ 417 w 417"/>
              <a:gd name="T1" fmla="*/ 242 h 626"/>
              <a:gd name="T2" fmla="*/ 417 w 417"/>
              <a:gd name="T3" fmla="*/ 280 h 626"/>
              <a:gd name="T4" fmla="*/ 376 w 417"/>
              <a:gd name="T5" fmla="*/ 253 h 626"/>
              <a:gd name="T6" fmla="*/ 386 w 417"/>
              <a:gd name="T7" fmla="*/ 203 h 626"/>
              <a:gd name="T8" fmla="*/ 0 w 417"/>
              <a:gd name="T9" fmla="*/ 189 h 626"/>
              <a:gd name="T10" fmla="*/ 41 w 417"/>
              <a:gd name="T11" fmla="*/ 218 h 626"/>
              <a:gd name="T12" fmla="*/ 32 w 417"/>
              <a:gd name="T13" fmla="*/ 268 h 626"/>
              <a:gd name="T14" fmla="*/ 0 w 417"/>
              <a:gd name="T15" fmla="*/ 275 h 626"/>
              <a:gd name="T16" fmla="*/ 2 w 417"/>
              <a:gd name="T17" fmla="*/ 218 h 626"/>
              <a:gd name="T18" fmla="*/ 0 w 417"/>
              <a:gd name="T19" fmla="*/ 163 h 626"/>
              <a:gd name="T20" fmla="*/ 417 w 417"/>
              <a:gd name="T21" fmla="*/ 162 h 626"/>
              <a:gd name="T22" fmla="*/ 417 w 417"/>
              <a:gd name="T23" fmla="*/ 162 h 626"/>
              <a:gd name="T24" fmla="*/ 189 w 417"/>
              <a:gd name="T25" fmla="*/ 106 h 626"/>
              <a:gd name="T26" fmla="*/ 197 w 417"/>
              <a:gd name="T27" fmla="*/ 137 h 626"/>
              <a:gd name="T28" fmla="*/ 229 w 417"/>
              <a:gd name="T29" fmla="*/ 129 h 626"/>
              <a:gd name="T30" fmla="*/ 220 w 417"/>
              <a:gd name="T31" fmla="*/ 96 h 626"/>
              <a:gd name="T32" fmla="*/ 256 w 417"/>
              <a:gd name="T33" fmla="*/ 0 h 626"/>
              <a:gd name="T34" fmla="*/ 357 w 417"/>
              <a:gd name="T35" fmla="*/ 36 h 626"/>
              <a:gd name="T36" fmla="*/ 413 w 417"/>
              <a:gd name="T37" fmla="*/ 125 h 626"/>
              <a:gd name="T38" fmla="*/ 409 w 417"/>
              <a:gd name="T39" fmla="*/ 168 h 626"/>
              <a:gd name="T40" fmla="*/ 378 w 417"/>
              <a:gd name="T41" fmla="*/ 185 h 626"/>
              <a:gd name="T42" fmla="*/ 350 w 417"/>
              <a:gd name="T43" fmla="*/ 220 h 626"/>
              <a:gd name="T44" fmla="*/ 357 w 417"/>
              <a:gd name="T45" fmla="*/ 272 h 626"/>
              <a:gd name="T46" fmla="*/ 389 w 417"/>
              <a:gd name="T47" fmla="*/ 300 h 626"/>
              <a:gd name="T48" fmla="*/ 416 w 417"/>
              <a:gd name="T49" fmla="*/ 317 h 626"/>
              <a:gd name="T50" fmla="*/ 417 w 417"/>
              <a:gd name="T51" fmla="*/ 383 h 626"/>
              <a:gd name="T52" fmla="*/ 417 w 417"/>
              <a:gd name="T53" fmla="*/ 465 h 626"/>
              <a:gd name="T54" fmla="*/ 390 w 417"/>
              <a:gd name="T55" fmla="*/ 555 h 626"/>
              <a:gd name="T56" fmla="*/ 319 w 417"/>
              <a:gd name="T57" fmla="*/ 614 h 626"/>
              <a:gd name="T58" fmla="*/ 163 w 417"/>
              <a:gd name="T59" fmla="*/ 626 h 626"/>
              <a:gd name="T60" fmla="*/ 71 w 417"/>
              <a:gd name="T61" fmla="*/ 599 h 626"/>
              <a:gd name="T62" fmla="*/ 13 w 417"/>
              <a:gd name="T63" fmla="*/ 528 h 626"/>
              <a:gd name="T64" fmla="*/ 0 w 417"/>
              <a:gd name="T65" fmla="*/ 461 h 626"/>
              <a:gd name="T66" fmla="*/ 0 w 417"/>
              <a:gd name="T67" fmla="*/ 409 h 626"/>
              <a:gd name="T68" fmla="*/ 0 w 417"/>
              <a:gd name="T69" fmla="*/ 326 h 626"/>
              <a:gd name="T70" fmla="*/ 18 w 417"/>
              <a:gd name="T71" fmla="*/ 306 h 626"/>
              <a:gd name="T72" fmla="*/ 52 w 417"/>
              <a:gd name="T73" fmla="*/ 282 h 626"/>
              <a:gd name="T74" fmla="*/ 70 w 417"/>
              <a:gd name="T75" fmla="*/ 234 h 626"/>
              <a:gd name="T76" fmla="*/ 52 w 417"/>
              <a:gd name="T77" fmla="*/ 190 h 626"/>
              <a:gd name="T78" fmla="*/ 18 w 417"/>
              <a:gd name="T79" fmla="*/ 172 h 626"/>
              <a:gd name="T80" fmla="*/ 0 w 417"/>
              <a:gd name="T81" fmla="*/ 163 h 626"/>
              <a:gd name="T82" fmla="*/ 36 w 417"/>
              <a:gd name="T83" fmla="*/ 60 h 626"/>
              <a:gd name="T84" fmla="*/ 126 w 417"/>
              <a:gd name="T85" fmla="*/ 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17" h="626">
                <a:moveTo>
                  <a:pt x="417" y="189"/>
                </a:moveTo>
                <a:lnTo>
                  <a:pt x="417" y="218"/>
                </a:lnTo>
                <a:lnTo>
                  <a:pt x="417" y="242"/>
                </a:lnTo>
                <a:lnTo>
                  <a:pt x="417" y="263"/>
                </a:lnTo>
                <a:lnTo>
                  <a:pt x="417" y="275"/>
                </a:lnTo>
                <a:lnTo>
                  <a:pt x="417" y="280"/>
                </a:lnTo>
                <a:lnTo>
                  <a:pt x="399" y="276"/>
                </a:lnTo>
                <a:lnTo>
                  <a:pt x="386" y="268"/>
                </a:lnTo>
                <a:lnTo>
                  <a:pt x="376" y="253"/>
                </a:lnTo>
                <a:lnTo>
                  <a:pt x="374" y="235"/>
                </a:lnTo>
                <a:lnTo>
                  <a:pt x="376" y="218"/>
                </a:lnTo>
                <a:lnTo>
                  <a:pt x="386" y="203"/>
                </a:lnTo>
                <a:lnTo>
                  <a:pt x="399" y="193"/>
                </a:lnTo>
                <a:lnTo>
                  <a:pt x="417" y="189"/>
                </a:lnTo>
                <a:close/>
                <a:moveTo>
                  <a:pt x="0" y="189"/>
                </a:moveTo>
                <a:lnTo>
                  <a:pt x="18" y="193"/>
                </a:lnTo>
                <a:lnTo>
                  <a:pt x="32" y="203"/>
                </a:lnTo>
                <a:lnTo>
                  <a:pt x="41" y="218"/>
                </a:lnTo>
                <a:lnTo>
                  <a:pt x="46" y="235"/>
                </a:lnTo>
                <a:lnTo>
                  <a:pt x="41" y="253"/>
                </a:lnTo>
                <a:lnTo>
                  <a:pt x="32" y="268"/>
                </a:lnTo>
                <a:lnTo>
                  <a:pt x="18" y="276"/>
                </a:lnTo>
                <a:lnTo>
                  <a:pt x="0" y="280"/>
                </a:lnTo>
                <a:lnTo>
                  <a:pt x="0" y="275"/>
                </a:lnTo>
                <a:lnTo>
                  <a:pt x="2" y="263"/>
                </a:lnTo>
                <a:lnTo>
                  <a:pt x="2" y="242"/>
                </a:lnTo>
                <a:lnTo>
                  <a:pt x="2" y="218"/>
                </a:lnTo>
                <a:lnTo>
                  <a:pt x="0" y="189"/>
                </a:lnTo>
                <a:close/>
                <a:moveTo>
                  <a:pt x="0" y="162"/>
                </a:moveTo>
                <a:lnTo>
                  <a:pt x="0" y="163"/>
                </a:lnTo>
                <a:lnTo>
                  <a:pt x="0" y="163"/>
                </a:lnTo>
                <a:lnTo>
                  <a:pt x="0" y="162"/>
                </a:lnTo>
                <a:close/>
                <a:moveTo>
                  <a:pt x="417" y="162"/>
                </a:moveTo>
                <a:lnTo>
                  <a:pt x="417" y="163"/>
                </a:lnTo>
                <a:lnTo>
                  <a:pt x="417" y="162"/>
                </a:lnTo>
                <a:lnTo>
                  <a:pt x="417" y="162"/>
                </a:lnTo>
                <a:close/>
                <a:moveTo>
                  <a:pt x="208" y="93"/>
                </a:moveTo>
                <a:lnTo>
                  <a:pt x="197" y="96"/>
                </a:lnTo>
                <a:lnTo>
                  <a:pt x="189" y="106"/>
                </a:lnTo>
                <a:lnTo>
                  <a:pt x="185" y="116"/>
                </a:lnTo>
                <a:lnTo>
                  <a:pt x="189" y="129"/>
                </a:lnTo>
                <a:lnTo>
                  <a:pt x="197" y="137"/>
                </a:lnTo>
                <a:lnTo>
                  <a:pt x="208" y="140"/>
                </a:lnTo>
                <a:lnTo>
                  <a:pt x="220" y="137"/>
                </a:lnTo>
                <a:lnTo>
                  <a:pt x="229" y="129"/>
                </a:lnTo>
                <a:lnTo>
                  <a:pt x="231" y="116"/>
                </a:lnTo>
                <a:lnTo>
                  <a:pt x="229" y="106"/>
                </a:lnTo>
                <a:lnTo>
                  <a:pt x="220" y="96"/>
                </a:lnTo>
                <a:lnTo>
                  <a:pt x="208" y="93"/>
                </a:lnTo>
                <a:close/>
                <a:moveTo>
                  <a:pt x="163" y="0"/>
                </a:moveTo>
                <a:lnTo>
                  <a:pt x="256" y="0"/>
                </a:lnTo>
                <a:lnTo>
                  <a:pt x="293" y="4"/>
                </a:lnTo>
                <a:lnTo>
                  <a:pt x="327" y="17"/>
                </a:lnTo>
                <a:lnTo>
                  <a:pt x="357" y="36"/>
                </a:lnTo>
                <a:lnTo>
                  <a:pt x="382" y="60"/>
                </a:lnTo>
                <a:lnTo>
                  <a:pt x="401" y="90"/>
                </a:lnTo>
                <a:lnTo>
                  <a:pt x="413" y="125"/>
                </a:lnTo>
                <a:lnTo>
                  <a:pt x="417" y="162"/>
                </a:lnTo>
                <a:lnTo>
                  <a:pt x="416" y="166"/>
                </a:lnTo>
                <a:lnTo>
                  <a:pt x="409" y="168"/>
                </a:lnTo>
                <a:lnTo>
                  <a:pt x="399" y="172"/>
                </a:lnTo>
                <a:lnTo>
                  <a:pt x="389" y="178"/>
                </a:lnTo>
                <a:lnTo>
                  <a:pt x="378" y="185"/>
                </a:lnTo>
                <a:lnTo>
                  <a:pt x="367" y="194"/>
                </a:lnTo>
                <a:lnTo>
                  <a:pt x="357" y="205"/>
                </a:lnTo>
                <a:lnTo>
                  <a:pt x="350" y="220"/>
                </a:lnTo>
                <a:lnTo>
                  <a:pt x="349" y="238"/>
                </a:lnTo>
                <a:lnTo>
                  <a:pt x="350" y="257"/>
                </a:lnTo>
                <a:lnTo>
                  <a:pt x="357" y="272"/>
                </a:lnTo>
                <a:lnTo>
                  <a:pt x="367" y="283"/>
                </a:lnTo>
                <a:lnTo>
                  <a:pt x="378" y="293"/>
                </a:lnTo>
                <a:lnTo>
                  <a:pt x="389" y="300"/>
                </a:lnTo>
                <a:lnTo>
                  <a:pt x="399" y="305"/>
                </a:lnTo>
                <a:lnTo>
                  <a:pt x="409" y="311"/>
                </a:lnTo>
                <a:lnTo>
                  <a:pt x="416" y="317"/>
                </a:lnTo>
                <a:lnTo>
                  <a:pt x="417" y="326"/>
                </a:lnTo>
                <a:lnTo>
                  <a:pt x="417" y="354"/>
                </a:lnTo>
                <a:lnTo>
                  <a:pt x="417" y="383"/>
                </a:lnTo>
                <a:lnTo>
                  <a:pt x="417" y="409"/>
                </a:lnTo>
                <a:lnTo>
                  <a:pt x="417" y="432"/>
                </a:lnTo>
                <a:lnTo>
                  <a:pt x="417" y="465"/>
                </a:lnTo>
                <a:lnTo>
                  <a:pt x="415" y="496"/>
                </a:lnTo>
                <a:lnTo>
                  <a:pt x="405" y="528"/>
                </a:lnTo>
                <a:lnTo>
                  <a:pt x="390" y="555"/>
                </a:lnTo>
                <a:lnTo>
                  <a:pt x="371" y="580"/>
                </a:lnTo>
                <a:lnTo>
                  <a:pt x="346" y="599"/>
                </a:lnTo>
                <a:lnTo>
                  <a:pt x="319" y="614"/>
                </a:lnTo>
                <a:lnTo>
                  <a:pt x="289" y="623"/>
                </a:lnTo>
                <a:lnTo>
                  <a:pt x="256" y="626"/>
                </a:lnTo>
                <a:lnTo>
                  <a:pt x="163" y="626"/>
                </a:lnTo>
                <a:lnTo>
                  <a:pt x="130" y="623"/>
                </a:lnTo>
                <a:lnTo>
                  <a:pt x="100" y="614"/>
                </a:lnTo>
                <a:lnTo>
                  <a:pt x="71" y="599"/>
                </a:lnTo>
                <a:lnTo>
                  <a:pt x="48" y="580"/>
                </a:lnTo>
                <a:lnTo>
                  <a:pt x="28" y="555"/>
                </a:lnTo>
                <a:lnTo>
                  <a:pt x="13" y="528"/>
                </a:lnTo>
                <a:lnTo>
                  <a:pt x="3" y="496"/>
                </a:lnTo>
                <a:lnTo>
                  <a:pt x="0" y="465"/>
                </a:lnTo>
                <a:lnTo>
                  <a:pt x="0" y="461"/>
                </a:lnTo>
                <a:lnTo>
                  <a:pt x="0" y="449"/>
                </a:lnTo>
                <a:lnTo>
                  <a:pt x="0" y="432"/>
                </a:lnTo>
                <a:lnTo>
                  <a:pt x="0" y="409"/>
                </a:lnTo>
                <a:lnTo>
                  <a:pt x="0" y="383"/>
                </a:lnTo>
                <a:lnTo>
                  <a:pt x="0" y="354"/>
                </a:lnTo>
                <a:lnTo>
                  <a:pt x="0" y="326"/>
                </a:lnTo>
                <a:lnTo>
                  <a:pt x="3" y="319"/>
                </a:lnTo>
                <a:lnTo>
                  <a:pt x="9" y="312"/>
                </a:lnTo>
                <a:lnTo>
                  <a:pt x="18" y="306"/>
                </a:lnTo>
                <a:lnTo>
                  <a:pt x="29" y="300"/>
                </a:lnTo>
                <a:lnTo>
                  <a:pt x="41" y="291"/>
                </a:lnTo>
                <a:lnTo>
                  <a:pt x="52" y="282"/>
                </a:lnTo>
                <a:lnTo>
                  <a:pt x="62" y="270"/>
                </a:lnTo>
                <a:lnTo>
                  <a:pt x="67" y="254"/>
                </a:lnTo>
                <a:lnTo>
                  <a:pt x="70" y="234"/>
                </a:lnTo>
                <a:lnTo>
                  <a:pt x="67" y="215"/>
                </a:lnTo>
                <a:lnTo>
                  <a:pt x="62" y="201"/>
                </a:lnTo>
                <a:lnTo>
                  <a:pt x="52" y="190"/>
                </a:lnTo>
                <a:lnTo>
                  <a:pt x="41" y="182"/>
                </a:lnTo>
                <a:lnTo>
                  <a:pt x="29" y="177"/>
                </a:lnTo>
                <a:lnTo>
                  <a:pt x="18" y="172"/>
                </a:lnTo>
                <a:lnTo>
                  <a:pt x="10" y="168"/>
                </a:lnTo>
                <a:lnTo>
                  <a:pt x="3" y="166"/>
                </a:lnTo>
                <a:lnTo>
                  <a:pt x="0" y="163"/>
                </a:lnTo>
                <a:lnTo>
                  <a:pt x="5" y="125"/>
                </a:lnTo>
                <a:lnTo>
                  <a:pt x="17" y="90"/>
                </a:lnTo>
                <a:lnTo>
                  <a:pt x="36" y="60"/>
                </a:lnTo>
                <a:lnTo>
                  <a:pt x="62" y="36"/>
                </a:lnTo>
                <a:lnTo>
                  <a:pt x="92" y="17"/>
                </a:lnTo>
                <a:lnTo>
                  <a:pt x="126" y="4"/>
                </a:lnTo>
                <a:lnTo>
                  <a:pt x="1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1267565" y="2889000"/>
            <a:ext cx="733227" cy="1080000"/>
          </a:xfrm>
          <a:custGeom>
            <a:avLst/>
            <a:gdLst>
              <a:gd name="T0" fmla="*/ 223 w 425"/>
              <a:gd name="T1" fmla="*/ 112 h 626"/>
              <a:gd name="T2" fmla="*/ 242 w 425"/>
              <a:gd name="T3" fmla="*/ 123 h 626"/>
              <a:gd name="T4" fmla="*/ 246 w 425"/>
              <a:gd name="T5" fmla="*/ 224 h 626"/>
              <a:gd name="T6" fmla="*/ 235 w 425"/>
              <a:gd name="T7" fmla="*/ 244 h 626"/>
              <a:gd name="T8" fmla="*/ 201 w 425"/>
              <a:gd name="T9" fmla="*/ 246 h 626"/>
              <a:gd name="T10" fmla="*/ 182 w 425"/>
              <a:gd name="T11" fmla="*/ 235 h 626"/>
              <a:gd name="T12" fmla="*/ 179 w 425"/>
              <a:gd name="T13" fmla="*/ 134 h 626"/>
              <a:gd name="T14" fmla="*/ 190 w 425"/>
              <a:gd name="T15" fmla="*/ 115 h 626"/>
              <a:gd name="T16" fmla="*/ 156 w 425"/>
              <a:gd name="T17" fmla="*/ 0 h 626"/>
              <a:gd name="T18" fmla="*/ 199 w 425"/>
              <a:gd name="T19" fmla="*/ 89 h 626"/>
              <a:gd name="T20" fmla="*/ 173 w 425"/>
              <a:gd name="T21" fmla="*/ 97 h 626"/>
              <a:gd name="T22" fmla="*/ 160 w 425"/>
              <a:gd name="T23" fmla="*/ 115 h 626"/>
              <a:gd name="T24" fmla="*/ 156 w 425"/>
              <a:gd name="T25" fmla="*/ 131 h 626"/>
              <a:gd name="T26" fmla="*/ 154 w 425"/>
              <a:gd name="T27" fmla="*/ 226 h 626"/>
              <a:gd name="T28" fmla="*/ 164 w 425"/>
              <a:gd name="T29" fmla="*/ 253 h 626"/>
              <a:gd name="T30" fmla="*/ 182 w 425"/>
              <a:gd name="T31" fmla="*/ 267 h 626"/>
              <a:gd name="T32" fmla="*/ 197 w 425"/>
              <a:gd name="T33" fmla="*/ 270 h 626"/>
              <a:gd name="T34" fmla="*/ 199 w 425"/>
              <a:gd name="T35" fmla="*/ 313 h 626"/>
              <a:gd name="T36" fmla="*/ 223 w 425"/>
              <a:gd name="T37" fmla="*/ 271 h 626"/>
              <a:gd name="T38" fmla="*/ 250 w 425"/>
              <a:gd name="T39" fmla="*/ 261 h 626"/>
              <a:gd name="T40" fmla="*/ 264 w 425"/>
              <a:gd name="T41" fmla="*/ 242 h 626"/>
              <a:gd name="T42" fmla="*/ 268 w 425"/>
              <a:gd name="T43" fmla="*/ 227 h 626"/>
              <a:gd name="T44" fmla="*/ 268 w 425"/>
              <a:gd name="T45" fmla="*/ 134 h 626"/>
              <a:gd name="T46" fmla="*/ 260 w 425"/>
              <a:gd name="T47" fmla="*/ 107 h 626"/>
              <a:gd name="T48" fmla="*/ 240 w 425"/>
              <a:gd name="T49" fmla="*/ 95 h 626"/>
              <a:gd name="T50" fmla="*/ 225 w 425"/>
              <a:gd name="T51" fmla="*/ 90 h 626"/>
              <a:gd name="T52" fmla="*/ 223 w 425"/>
              <a:gd name="T53" fmla="*/ 0 h 626"/>
              <a:gd name="T54" fmla="*/ 303 w 425"/>
              <a:gd name="T55" fmla="*/ 4 h 626"/>
              <a:gd name="T56" fmla="*/ 366 w 425"/>
              <a:gd name="T57" fmla="*/ 34 h 626"/>
              <a:gd name="T58" fmla="*/ 409 w 425"/>
              <a:gd name="T59" fmla="*/ 88 h 626"/>
              <a:gd name="T60" fmla="*/ 425 w 425"/>
              <a:gd name="T61" fmla="*/ 157 h 626"/>
              <a:gd name="T62" fmla="*/ 421 w 425"/>
              <a:gd name="T63" fmla="*/ 506 h 626"/>
              <a:gd name="T64" fmla="*/ 389 w 425"/>
              <a:gd name="T65" fmla="*/ 567 h 626"/>
              <a:gd name="T66" fmla="*/ 336 w 425"/>
              <a:gd name="T67" fmla="*/ 611 h 626"/>
              <a:gd name="T68" fmla="*/ 268 w 425"/>
              <a:gd name="T69" fmla="*/ 626 h 626"/>
              <a:gd name="T70" fmla="*/ 120 w 425"/>
              <a:gd name="T71" fmla="*/ 622 h 626"/>
              <a:gd name="T72" fmla="*/ 59 w 425"/>
              <a:gd name="T73" fmla="*/ 592 h 626"/>
              <a:gd name="T74" fmla="*/ 15 w 425"/>
              <a:gd name="T75" fmla="*/ 539 h 626"/>
              <a:gd name="T76" fmla="*/ 0 w 425"/>
              <a:gd name="T77" fmla="*/ 470 h 626"/>
              <a:gd name="T78" fmla="*/ 4 w 425"/>
              <a:gd name="T79" fmla="*/ 121 h 626"/>
              <a:gd name="T80" fmla="*/ 34 w 425"/>
              <a:gd name="T81" fmla="*/ 59 h 626"/>
              <a:gd name="T82" fmla="*/ 87 w 425"/>
              <a:gd name="T83" fmla="*/ 17 h 626"/>
              <a:gd name="T84" fmla="*/ 156 w 425"/>
              <a:gd name="T85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5" h="626">
                <a:moveTo>
                  <a:pt x="201" y="112"/>
                </a:moveTo>
                <a:lnTo>
                  <a:pt x="223" y="112"/>
                </a:lnTo>
                <a:lnTo>
                  <a:pt x="235" y="115"/>
                </a:lnTo>
                <a:lnTo>
                  <a:pt x="242" y="123"/>
                </a:lnTo>
                <a:lnTo>
                  <a:pt x="246" y="134"/>
                </a:lnTo>
                <a:lnTo>
                  <a:pt x="246" y="224"/>
                </a:lnTo>
                <a:lnTo>
                  <a:pt x="242" y="235"/>
                </a:lnTo>
                <a:lnTo>
                  <a:pt x="235" y="244"/>
                </a:lnTo>
                <a:lnTo>
                  <a:pt x="223" y="246"/>
                </a:lnTo>
                <a:lnTo>
                  <a:pt x="201" y="246"/>
                </a:lnTo>
                <a:lnTo>
                  <a:pt x="190" y="244"/>
                </a:lnTo>
                <a:lnTo>
                  <a:pt x="182" y="235"/>
                </a:lnTo>
                <a:lnTo>
                  <a:pt x="179" y="224"/>
                </a:lnTo>
                <a:lnTo>
                  <a:pt x="179" y="134"/>
                </a:lnTo>
                <a:lnTo>
                  <a:pt x="182" y="123"/>
                </a:lnTo>
                <a:lnTo>
                  <a:pt x="190" y="115"/>
                </a:lnTo>
                <a:lnTo>
                  <a:pt x="201" y="112"/>
                </a:lnTo>
                <a:close/>
                <a:moveTo>
                  <a:pt x="156" y="0"/>
                </a:moveTo>
                <a:lnTo>
                  <a:pt x="199" y="0"/>
                </a:lnTo>
                <a:lnTo>
                  <a:pt x="199" y="89"/>
                </a:lnTo>
                <a:lnTo>
                  <a:pt x="186" y="90"/>
                </a:lnTo>
                <a:lnTo>
                  <a:pt x="173" y="97"/>
                </a:lnTo>
                <a:lnTo>
                  <a:pt x="165" y="107"/>
                </a:lnTo>
                <a:lnTo>
                  <a:pt x="160" y="115"/>
                </a:lnTo>
                <a:lnTo>
                  <a:pt x="157" y="125"/>
                </a:lnTo>
                <a:lnTo>
                  <a:pt x="156" y="131"/>
                </a:lnTo>
                <a:lnTo>
                  <a:pt x="154" y="133"/>
                </a:lnTo>
                <a:lnTo>
                  <a:pt x="154" y="226"/>
                </a:lnTo>
                <a:lnTo>
                  <a:pt x="157" y="242"/>
                </a:lnTo>
                <a:lnTo>
                  <a:pt x="164" y="253"/>
                </a:lnTo>
                <a:lnTo>
                  <a:pt x="172" y="261"/>
                </a:lnTo>
                <a:lnTo>
                  <a:pt x="182" y="267"/>
                </a:lnTo>
                <a:lnTo>
                  <a:pt x="190" y="270"/>
                </a:lnTo>
                <a:lnTo>
                  <a:pt x="197" y="270"/>
                </a:lnTo>
                <a:lnTo>
                  <a:pt x="199" y="271"/>
                </a:lnTo>
                <a:lnTo>
                  <a:pt x="199" y="313"/>
                </a:lnTo>
                <a:lnTo>
                  <a:pt x="223" y="313"/>
                </a:lnTo>
                <a:lnTo>
                  <a:pt x="223" y="271"/>
                </a:lnTo>
                <a:lnTo>
                  <a:pt x="239" y="268"/>
                </a:lnTo>
                <a:lnTo>
                  <a:pt x="250" y="261"/>
                </a:lnTo>
                <a:lnTo>
                  <a:pt x="258" y="252"/>
                </a:lnTo>
                <a:lnTo>
                  <a:pt x="264" y="242"/>
                </a:lnTo>
                <a:lnTo>
                  <a:pt x="266" y="234"/>
                </a:lnTo>
                <a:lnTo>
                  <a:pt x="268" y="227"/>
                </a:lnTo>
                <a:lnTo>
                  <a:pt x="268" y="224"/>
                </a:lnTo>
                <a:lnTo>
                  <a:pt x="268" y="134"/>
                </a:lnTo>
                <a:lnTo>
                  <a:pt x="265" y="119"/>
                </a:lnTo>
                <a:lnTo>
                  <a:pt x="260" y="107"/>
                </a:lnTo>
                <a:lnTo>
                  <a:pt x="250" y="100"/>
                </a:lnTo>
                <a:lnTo>
                  <a:pt x="240" y="95"/>
                </a:lnTo>
                <a:lnTo>
                  <a:pt x="232" y="92"/>
                </a:lnTo>
                <a:lnTo>
                  <a:pt x="225" y="90"/>
                </a:lnTo>
                <a:lnTo>
                  <a:pt x="223" y="90"/>
                </a:lnTo>
                <a:lnTo>
                  <a:pt x="223" y="0"/>
                </a:lnTo>
                <a:lnTo>
                  <a:pt x="268" y="0"/>
                </a:lnTo>
                <a:lnTo>
                  <a:pt x="303" y="4"/>
                </a:lnTo>
                <a:lnTo>
                  <a:pt x="336" y="17"/>
                </a:lnTo>
                <a:lnTo>
                  <a:pt x="366" y="34"/>
                </a:lnTo>
                <a:lnTo>
                  <a:pt x="389" y="59"/>
                </a:lnTo>
                <a:lnTo>
                  <a:pt x="409" y="88"/>
                </a:lnTo>
                <a:lnTo>
                  <a:pt x="421" y="121"/>
                </a:lnTo>
                <a:lnTo>
                  <a:pt x="425" y="157"/>
                </a:lnTo>
                <a:lnTo>
                  <a:pt x="425" y="470"/>
                </a:lnTo>
                <a:lnTo>
                  <a:pt x="421" y="506"/>
                </a:lnTo>
                <a:lnTo>
                  <a:pt x="409" y="539"/>
                </a:lnTo>
                <a:lnTo>
                  <a:pt x="389" y="567"/>
                </a:lnTo>
                <a:lnTo>
                  <a:pt x="366" y="592"/>
                </a:lnTo>
                <a:lnTo>
                  <a:pt x="336" y="611"/>
                </a:lnTo>
                <a:lnTo>
                  <a:pt x="303" y="622"/>
                </a:lnTo>
                <a:lnTo>
                  <a:pt x="268" y="626"/>
                </a:lnTo>
                <a:lnTo>
                  <a:pt x="156" y="626"/>
                </a:lnTo>
                <a:lnTo>
                  <a:pt x="120" y="622"/>
                </a:lnTo>
                <a:lnTo>
                  <a:pt x="87" y="611"/>
                </a:lnTo>
                <a:lnTo>
                  <a:pt x="59" y="592"/>
                </a:lnTo>
                <a:lnTo>
                  <a:pt x="34" y="567"/>
                </a:lnTo>
                <a:lnTo>
                  <a:pt x="15" y="539"/>
                </a:lnTo>
                <a:lnTo>
                  <a:pt x="4" y="506"/>
                </a:lnTo>
                <a:lnTo>
                  <a:pt x="0" y="470"/>
                </a:lnTo>
                <a:lnTo>
                  <a:pt x="0" y="157"/>
                </a:lnTo>
                <a:lnTo>
                  <a:pt x="4" y="121"/>
                </a:lnTo>
                <a:lnTo>
                  <a:pt x="15" y="88"/>
                </a:lnTo>
                <a:lnTo>
                  <a:pt x="34" y="59"/>
                </a:lnTo>
                <a:lnTo>
                  <a:pt x="59" y="34"/>
                </a:lnTo>
                <a:lnTo>
                  <a:pt x="87" y="17"/>
                </a:lnTo>
                <a:lnTo>
                  <a:pt x="120" y="4"/>
                </a:lnTo>
                <a:lnTo>
                  <a:pt x="15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2931185" y="2889060"/>
            <a:ext cx="731502" cy="1080000"/>
          </a:xfrm>
          <a:custGeom>
            <a:avLst/>
            <a:gdLst>
              <a:gd name="T0" fmla="*/ 424 w 424"/>
              <a:gd name="T1" fmla="*/ 246 h 626"/>
              <a:gd name="T2" fmla="*/ 420 w 424"/>
              <a:gd name="T3" fmla="*/ 506 h 626"/>
              <a:gd name="T4" fmla="*/ 391 w 424"/>
              <a:gd name="T5" fmla="*/ 567 h 626"/>
              <a:gd name="T6" fmla="*/ 338 w 424"/>
              <a:gd name="T7" fmla="*/ 611 h 626"/>
              <a:gd name="T8" fmla="*/ 269 w 424"/>
              <a:gd name="T9" fmla="*/ 626 h 626"/>
              <a:gd name="T10" fmla="*/ 122 w 424"/>
              <a:gd name="T11" fmla="*/ 622 h 626"/>
              <a:gd name="T12" fmla="*/ 59 w 424"/>
              <a:gd name="T13" fmla="*/ 592 h 626"/>
              <a:gd name="T14" fmla="*/ 16 w 424"/>
              <a:gd name="T15" fmla="*/ 539 h 626"/>
              <a:gd name="T16" fmla="*/ 0 w 424"/>
              <a:gd name="T17" fmla="*/ 470 h 626"/>
              <a:gd name="T18" fmla="*/ 202 w 424"/>
              <a:gd name="T19" fmla="*/ 67 h 626"/>
              <a:gd name="T20" fmla="*/ 235 w 424"/>
              <a:gd name="T21" fmla="*/ 71 h 626"/>
              <a:gd name="T22" fmla="*/ 247 w 424"/>
              <a:gd name="T23" fmla="*/ 90 h 626"/>
              <a:gd name="T24" fmla="*/ 243 w 424"/>
              <a:gd name="T25" fmla="*/ 147 h 626"/>
              <a:gd name="T26" fmla="*/ 224 w 424"/>
              <a:gd name="T27" fmla="*/ 157 h 626"/>
              <a:gd name="T28" fmla="*/ 191 w 424"/>
              <a:gd name="T29" fmla="*/ 153 h 626"/>
              <a:gd name="T30" fmla="*/ 179 w 424"/>
              <a:gd name="T31" fmla="*/ 134 h 626"/>
              <a:gd name="T32" fmla="*/ 183 w 424"/>
              <a:gd name="T33" fmla="*/ 78 h 626"/>
              <a:gd name="T34" fmla="*/ 202 w 424"/>
              <a:gd name="T35" fmla="*/ 67 h 626"/>
              <a:gd name="T36" fmla="*/ 269 w 424"/>
              <a:gd name="T37" fmla="*/ 0 h 626"/>
              <a:gd name="T38" fmla="*/ 338 w 424"/>
              <a:gd name="T39" fmla="*/ 17 h 626"/>
              <a:gd name="T40" fmla="*/ 391 w 424"/>
              <a:gd name="T41" fmla="*/ 59 h 626"/>
              <a:gd name="T42" fmla="*/ 420 w 424"/>
              <a:gd name="T43" fmla="*/ 121 h 626"/>
              <a:gd name="T44" fmla="*/ 424 w 424"/>
              <a:gd name="T45" fmla="*/ 223 h 626"/>
              <a:gd name="T46" fmla="*/ 236 w 424"/>
              <a:gd name="T47" fmla="*/ 222 h 626"/>
              <a:gd name="T48" fmla="*/ 225 w 424"/>
              <a:gd name="T49" fmla="*/ 211 h 626"/>
              <a:gd name="T50" fmla="*/ 224 w 424"/>
              <a:gd name="T51" fmla="*/ 204 h 626"/>
              <a:gd name="T52" fmla="*/ 241 w 424"/>
              <a:gd name="T53" fmla="*/ 178 h 626"/>
              <a:gd name="T54" fmla="*/ 260 w 424"/>
              <a:gd name="T55" fmla="*/ 163 h 626"/>
              <a:gd name="T56" fmla="*/ 268 w 424"/>
              <a:gd name="T57" fmla="*/ 144 h 626"/>
              <a:gd name="T58" fmla="*/ 269 w 424"/>
              <a:gd name="T59" fmla="*/ 134 h 626"/>
              <a:gd name="T60" fmla="*/ 266 w 424"/>
              <a:gd name="T61" fmla="*/ 74 h 626"/>
              <a:gd name="T62" fmla="*/ 251 w 424"/>
              <a:gd name="T63" fmla="*/ 55 h 626"/>
              <a:gd name="T64" fmla="*/ 234 w 424"/>
              <a:gd name="T65" fmla="*/ 47 h 626"/>
              <a:gd name="T66" fmla="*/ 224 w 424"/>
              <a:gd name="T67" fmla="*/ 45 h 626"/>
              <a:gd name="T68" fmla="*/ 157 w 424"/>
              <a:gd name="T69" fmla="*/ 0 h 626"/>
              <a:gd name="T70" fmla="*/ 201 w 424"/>
              <a:gd name="T71" fmla="*/ 44 h 626"/>
              <a:gd name="T72" fmla="*/ 175 w 424"/>
              <a:gd name="T73" fmla="*/ 52 h 626"/>
              <a:gd name="T74" fmla="*/ 161 w 424"/>
              <a:gd name="T75" fmla="*/ 71 h 626"/>
              <a:gd name="T76" fmla="*/ 156 w 424"/>
              <a:gd name="T77" fmla="*/ 86 h 626"/>
              <a:gd name="T78" fmla="*/ 156 w 424"/>
              <a:gd name="T79" fmla="*/ 136 h 626"/>
              <a:gd name="T80" fmla="*/ 165 w 424"/>
              <a:gd name="T81" fmla="*/ 164 h 626"/>
              <a:gd name="T82" fmla="*/ 183 w 424"/>
              <a:gd name="T83" fmla="*/ 177 h 626"/>
              <a:gd name="T84" fmla="*/ 198 w 424"/>
              <a:gd name="T85" fmla="*/ 181 h 626"/>
              <a:gd name="T86" fmla="*/ 201 w 424"/>
              <a:gd name="T87" fmla="*/ 201 h 626"/>
              <a:gd name="T88" fmla="*/ 200 w 424"/>
              <a:gd name="T89" fmla="*/ 209 h 626"/>
              <a:gd name="T90" fmla="*/ 189 w 424"/>
              <a:gd name="T91" fmla="*/ 222 h 626"/>
              <a:gd name="T92" fmla="*/ 0 w 424"/>
              <a:gd name="T93" fmla="*/ 224 h 626"/>
              <a:gd name="T94" fmla="*/ 4 w 424"/>
              <a:gd name="T95" fmla="*/ 121 h 626"/>
              <a:gd name="T96" fmla="*/ 34 w 424"/>
              <a:gd name="T97" fmla="*/ 59 h 626"/>
              <a:gd name="T98" fmla="*/ 89 w 424"/>
              <a:gd name="T99" fmla="*/ 17 h 626"/>
              <a:gd name="T100" fmla="*/ 157 w 424"/>
              <a:gd name="T101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24" h="626">
                <a:moveTo>
                  <a:pt x="0" y="246"/>
                </a:moveTo>
                <a:lnTo>
                  <a:pt x="424" y="246"/>
                </a:lnTo>
                <a:lnTo>
                  <a:pt x="424" y="470"/>
                </a:lnTo>
                <a:lnTo>
                  <a:pt x="420" y="506"/>
                </a:lnTo>
                <a:lnTo>
                  <a:pt x="409" y="539"/>
                </a:lnTo>
                <a:lnTo>
                  <a:pt x="391" y="567"/>
                </a:lnTo>
                <a:lnTo>
                  <a:pt x="366" y="592"/>
                </a:lnTo>
                <a:lnTo>
                  <a:pt x="338" y="611"/>
                </a:lnTo>
                <a:lnTo>
                  <a:pt x="305" y="622"/>
                </a:lnTo>
                <a:lnTo>
                  <a:pt x="269" y="626"/>
                </a:lnTo>
                <a:lnTo>
                  <a:pt x="157" y="626"/>
                </a:lnTo>
                <a:lnTo>
                  <a:pt x="122" y="622"/>
                </a:lnTo>
                <a:lnTo>
                  <a:pt x="89" y="611"/>
                </a:lnTo>
                <a:lnTo>
                  <a:pt x="59" y="592"/>
                </a:lnTo>
                <a:lnTo>
                  <a:pt x="34" y="567"/>
                </a:lnTo>
                <a:lnTo>
                  <a:pt x="16" y="539"/>
                </a:lnTo>
                <a:lnTo>
                  <a:pt x="4" y="506"/>
                </a:lnTo>
                <a:lnTo>
                  <a:pt x="0" y="470"/>
                </a:lnTo>
                <a:lnTo>
                  <a:pt x="0" y="246"/>
                </a:lnTo>
                <a:close/>
                <a:moveTo>
                  <a:pt x="202" y="67"/>
                </a:moveTo>
                <a:lnTo>
                  <a:pt x="224" y="67"/>
                </a:lnTo>
                <a:lnTo>
                  <a:pt x="235" y="71"/>
                </a:lnTo>
                <a:lnTo>
                  <a:pt x="243" y="78"/>
                </a:lnTo>
                <a:lnTo>
                  <a:pt x="247" y="90"/>
                </a:lnTo>
                <a:lnTo>
                  <a:pt x="247" y="134"/>
                </a:lnTo>
                <a:lnTo>
                  <a:pt x="243" y="147"/>
                </a:lnTo>
                <a:lnTo>
                  <a:pt x="235" y="153"/>
                </a:lnTo>
                <a:lnTo>
                  <a:pt x="224" y="157"/>
                </a:lnTo>
                <a:lnTo>
                  <a:pt x="202" y="157"/>
                </a:lnTo>
                <a:lnTo>
                  <a:pt x="191" y="153"/>
                </a:lnTo>
                <a:lnTo>
                  <a:pt x="183" y="147"/>
                </a:lnTo>
                <a:lnTo>
                  <a:pt x="179" y="134"/>
                </a:lnTo>
                <a:lnTo>
                  <a:pt x="179" y="90"/>
                </a:lnTo>
                <a:lnTo>
                  <a:pt x="183" y="78"/>
                </a:lnTo>
                <a:lnTo>
                  <a:pt x="191" y="71"/>
                </a:lnTo>
                <a:lnTo>
                  <a:pt x="202" y="67"/>
                </a:lnTo>
                <a:close/>
                <a:moveTo>
                  <a:pt x="224" y="0"/>
                </a:moveTo>
                <a:lnTo>
                  <a:pt x="269" y="0"/>
                </a:lnTo>
                <a:lnTo>
                  <a:pt x="305" y="4"/>
                </a:lnTo>
                <a:lnTo>
                  <a:pt x="338" y="17"/>
                </a:lnTo>
                <a:lnTo>
                  <a:pt x="366" y="34"/>
                </a:lnTo>
                <a:lnTo>
                  <a:pt x="391" y="59"/>
                </a:lnTo>
                <a:lnTo>
                  <a:pt x="409" y="88"/>
                </a:lnTo>
                <a:lnTo>
                  <a:pt x="420" y="121"/>
                </a:lnTo>
                <a:lnTo>
                  <a:pt x="424" y="157"/>
                </a:lnTo>
                <a:lnTo>
                  <a:pt x="424" y="223"/>
                </a:lnTo>
                <a:lnTo>
                  <a:pt x="247" y="223"/>
                </a:lnTo>
                <a:lnTo>
                  <a:pt x="236" y="222"/>
                </a:lnTo>
                <a:lnTo>
                  <a:pt x="230" y="216"/>
                </a:lnTo>
                <a:lnTo>
                  <a:pt x="225" y="211"/>
                </a:lnTo>
                <a:lnTo>
                  <a:pt x="224" y="205"/>
                </a:lnTo>
                <a:lnTo>
                  <a:pt x="224" y="204"/>
                </a:lnTo>
                <a:lnTo>
                  <a:pt x="224" y="181"/>
                </a:lnTo>
                <a:lnTo>
                  <a:pt x="241" y="178"/>
                </a:lnTo>
                <a:lnTo>
                  <a:pt x="251" y="171"/>
                </a:lnTo>
                <a:lnTo>
                  <a:pt x="260" y="163"/>
                </a:lnTo>
                <a:lnTo>
                  <a:pt x="265" y="153"/>
                </a:lnTo>
                <a:lnTo>
                  <a:pt x="268" y="144"/>
                </a:lnTo>
                <a:lnTo>
                  <a:pt x="269" y="137"/>
                </a:lnTo>
                <a:lnTo>
                  <a:pt x="269" y="134"/>
                </a:lnTo>
                <a:lnTo>
                  <a:pt x="269" y="90"/>
                </a:lnTo>
                <a:lnTo>
                  <a:pt x="266" y="74"/>
                </a:lnTo>
                <a:lnTo>
                  <a:pt x="260" y="63"/>
                </a:lnTo>
                <a:lnTo>
                  <a:pt x="251" y="55"/>
                </a:lnTo>
                <a:lnTo>
                  <a:pt x="242" y="49"/>
                </a:lnTo>
                <a:lnTo>
                  <a:pt x="234" y="47"/>
                </a:lnTo>
                <a:lnTo>
                  <a:pt x="227" y="45"/>
                </a:lnTo>
                <a:lnTo>
                  <a:pt x="224" y="45"/>
                </a:lnTo>
                <a:lnTo>
                  <a:pt x="224" y="0"/>
                </a:lnTo>
                <a:close/>
                <a:moveTo>
                  <a:pt x="157" y="0"/>
                </a:moveTo>
                <a:lnTo>
                  <a:pt x="201" y="0"/>
                </a:lnTo>
                <a:lnTo>
                  <a:pt x="201" y="44"/>
                </a:lnTo>
                <a:lnTo>
                  <a:pt x="186" y="47"/>
                </a:lnTo>
                <a:lnTo>
                  <a:pt x="175" y="52"/>
                </a:lnTo>
                <a:lnTo>
                  <a:pt x="167" y="62"/>
                </a:lnTo>
                <a:lnTo>
                  <a:pt x="161" y="71"/>
                </a:lnTo>
                <a:lnTo>
                  <a:pt x="159" y="80"/>
                </a:lnTo>
                <a:lnTo>
                  <a:pt x="156" y="86"/>
                </a:lnTo>
                <a:lnTo>
                  <a:pt x="156" y="89"/>
                </a:lnTo>
                <a:lnTo>
                  <a:pt x="156" y="136"/>
                </a:lnTo>
                <a:lnTo>
                  <a:pt x="159" y="152"/>
                </a:lnTo>
                <a:lnTo>
                  <a:pt x="165" y="164"/>
                </a:lnTo>
                <a:lnTo>
                  <a:pt x="174" y="172"/>
                </a:lnTo>
                <a:lnTo>
                  <a:pt x="183" y="177"/>
                </a:lnTo>
                <a:lnTo>
                  <a:pt x="191" y="179"/>
                </a:lnTo>
                <a:lnTo>
                  <a:pt x="198" y="181"/>
                </a:lnTo>
                <a:lnTo>
                  <a:pt x="201" y="181"/>
                </a:lnTo>
                <a:lnTo>
                  <a:pt x="201" y="201"/>
                </a:lnTo>
                <a:lnTo>
                  <a:pt x="201" y="204"/>
                </a:lnTo>
                <a:lnTo>
                  <a:pt x="200" y="209"/>
                </a:lnTo>
                <a:lnTo>
                  <a:pt x="195" y="216"/>
                </a:lnTo>
                <a:lnTo>
                  <a:pt x="189" y="222"/>
                </a:lnTo>
                <a:lnTo>
                  <a:pt x="178" y="224"/>
                </a:lnTo>
                <a:lnTo>
                  <a:pt x="0" y="224"/>
                </a:lnTo>
                <a:lnTo>
                  <a:pt x="0" y="157"/>
                </a:lnTo>
                <a:lnTo>
                  <a:pt x="4" y="121"/>
                </a:lnTo>
                <a:lnTo>
                  <a:pt x="16" y="88"/>
                </a:lnTo>
                <a:lnTo>
                  <a:pt x="34" y="59"/>
                </a:lnTo>
                <a:lnTo>
                  <a:pt x="59" y="34"/>
                </a:lnTo>
                <a:lnTo>
                  <a:pt x="89" y="17"/>
                </a:lnTo>
                <a:lnTo>
                  <a:pt x="122" y="4"/>
                </a:lnTo>
                <a:lnTo>
                  <a:pt x="15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4647670" y="2852936"/>
            <a:ext cx="593482" cy="1080000"/>
          </a:xfrm>
          <a:custGeom>
            <a:avLst/>
            <a:gdLst>
              <a:gd name="T0" fmla="*/ 340 w 344"/>
              <a:gd name="T1" fmla="*/ 518 h 626"/>
              <a:gd name="T2" fmla="*/ 291 w 344"/>
              <a:gd name="T3" fmla="*/ 596 h 626"/>
              <a:gd name="T4" fmla="*/ 202 w 344"/>
              <a:gd name="T5" fmla="*/ 626 h 626"/>
              <a:gd name="T6" fmla="*/ 79 w 344"/>
              <a:gd name="T7" fmla="*/ 613 h 626"/>
              <a:gd name="T8" fmla="*/ 15 w 344"/>
              <a:gd name="T9" fmla="*/ 547 h 626"/>
              <a:gd name="T10" fmla="*/ 0 w 344"/>
              <a:gd name="T11" fmla="*/ 324 h 626"/>
              <a:gd name="T12" fmla="*/ 161 w 344"/>
              <a:gd name="T13" fmla="*/ 285 h 626"/>
              <a:gd name="T14" fmla="*/ 161 w 344"/>
              <a:gd name="T15" fmla="*/ 283 h 626"/>
              <a:gd name="T16" fmla="*/ 187 w 344"/>
              <a:gd name="T17" fmla="*/ 183 h 626"/>
              <a:gd name="T18" fmla="*/ 200 w 344"/>
              <a:gd name="T19" fmla="*/ 192 h 626"/>
              <a:gd name="T20" fmla="*/ 202 w 344"/>
              <a:gd name="T21" fmla="*/ 242 h 626"/>
              <a:gd name="T22" fmla="*/ 194 w 344"/>
              <a:gd name="T23" fmla="*/ 259 h 626"/>
              <a:gd name="T24" fmla="*/ 163 w 344"/>
              <a:gd name="T25" fmla="*/ 263 h 626"/>
              <a:gd name="T26" fmla="*/ 146 w 344"/>
              <a:gd name="T27" fmla="*/ 254 h 626"/>
              <a:gd name="T28" fmla="*/ 142 w 344"/>
              <a:gd name="T29" fmla="*/ 203 h 626"/>
              <a:gd name="T30" fmla="*/ 148 w 344"/>
              <a:gd name="T31" fmla="*/ 188 h 626"/>
              <a:gd name="T32" fmla="*/ 163 w 344"/>
              <a:gd name="T33" fmla="*/ 182 h 626"/>
              <a:gd name="T34" fmla="*/ 235 w 344"/>
              <a:gd name="T35" fmla="*/ 125 h 626"/>
              <a:gd name="T36" fmla="*/ 313 w 344"/>
              <a:gd name="T37" fmla="*/ 174 h 626"/>
              <a:gd name="T38" fmla="*/ 344 w 344"/>
              <a:gd name="T39" fmla="*/ 263 h 626"/>
              <a:gd name="T40" fmla="*/ 197 w 344"/>
              <a:gd name="T41" fmla="*/ 302 h 626"/>
              <a:gd name="T42" fmla="*/ 187 w 344"/>
              <a:gd name="T43" fmla="*/ 297 h 626"/>
              <a:gd name="T44" fmla="*/ 183 w 344"/>
              <a:gd name="T45" fmla="*/ 289 h 626"/>
              <a:gd name="T46" fmla="*/ 183 w 344"/>
              <a:gd name="T47" fmla="*/ 285 h 626"/>
              <a:gd name="T48" fmla="*/ 206 w 344"/>
              <a:gd name="T49" fmla="*/ 276 h 626"/>
              <a:gd name="T50" fmla="*/ 221 w 344"/>
              <a:gd name="T51" fmla="*/ 250 h 626"/>
              <a:gd name="T52" fmla="*/ 223 w 344"/>
              <a:gd name="T53" fmla="*/ 203 h 626"/>
              <a:gd name="T54" fmla="*/ 208 w 344"/>
              <a:gd name="T55" fmla="*/ 170 h 626"/>
              <a:gd name="T56" fmla="*/ 186 w 344"/>
              <a:gd name="T57" fmla="*/ 162 h 626"/>
              <a:gd name="T58" fmla="*/ 142 w 344"/>
              <a:gd name="T59" fmla="*/ 121 h 626"/>
              <a:gd name="T60" fmla="*/ 148 w 344"/>
              <a:gd name="T61" fmla="*/ 163 h 626"/>
              <a:gd name="T62" fmla="*/ 126 w 344"/>
              <a:gd name="T63" fmla="*/ 185 h 626"/>
              <a:gd name="T64" fmla="*/ 120 w 344"/>
              <a:gd name="T65" fmla="*/ 201 h 626"/>
              <a:gd name="T66" fmla="*/ 129 w 344"/>
              <a:gd name="T67" fmla="*/ 268 h 626"/>
              <a:gd name="T68" fmla="*/ 152 w 344"/>
              <a:gd name="T69" fmla="*/ 283 h 626"/>
              <a:gd name="T70" fmla="*/ 161 w 344"/>
              <a:gd name="T71" fmla="*/ 286 h 626"/>
              <a:gd name="T72" fmla="*/ 157 w 344"/>
              <a:gd name="T73" fmla="*/ 295 h 626"/>
              <a:gd name="T74" fmla="*/ 146 w 344"/>
              <a:gd name="T75" fmla="*/ 302 h 626"/>
              <a:gd name="T76" fmla="*/ 0 w 344"/>
              <a:gd name="T77" fmla="*/ 263 h 626"/>
              <a:gd name="T78" fmla="*/ 31 w 344"/>
              <a:gd name="T79" fmla="*/ 174 h 626"/>
              <a:gd name="T80" fmla="*/ 109 w 344"/>
              <a:gd name="T81" fmla="*/ 125 h 626"/>
              <a:gd name="T82" fmla="*/ 101 w 344"/>
              <a:gd name="T83" fmla="*/ 0 h 626"/>
              <a:gd name="T84" fmla="*/ 109 w 344"/>
              <a:gd name="T85" fmla="*/ 19 h 626"/>
              <a:gd name="T86" fmla="*/ 142 w 344"/>
              <a:gd name="T87" fmla="*/ 45 h 626"/>
              <a:gd name="T88" fmla="*/ 175 w 344"/>
              <a:gd name="T89" fmla="*/ 67 h 626"/>
              <a:gd name="T90" fmla="*/ 183 w 344"/>
              <a:gd name="T91" fmla="*/ 101 h 626"/>
              <a:gd name="T92" fmla="*/ 182 w 344"/>
              <a:gd name="T93" fmla="*/ 121 h 626"/>
              <a:gd name="T94" fmla="*/ 163 w 344"/>
              <a:gd name="T95" fmla="*/ 111 h 626"/>
              <a:gd name="T96" fmla="*/ 159 w 344"/>
              <a:gd name="T97" fmla="*/ 80 h 626"/>
              <a:gd name="T98" fmla="*/ 137 w 344"/>
              <a:gd name="T99" fmla="*/ 60 h 626"/>
              <a:gd name="T100" fmla="*/ 96 w 344"/>
              <a:gd name="T101" fmla="*/ 37 h 626"/>
              <a:gd name="T102" fmla="*/ 82 w 344"/>
              <a:gd name="T103" fmla="*/ 8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4" h="626">
                <a:moveTo>
                  <a:pt x="344" y="323"/>
                </a:moveTo>
                <a:lnTo>
                  <a:pt x="344" y="485"/>
                </a:lnTo>
                <a:lnTo>
                  <a:pt x="340" y="518"/>
                </a:lnTo>
                <a:lnTo>
                  <a:pt x="329" y="547"/>
                </a:lnTo>
                <a:lnTo>
                  <a:pt x="313" y="574"/>
                </a:lnTo>
                <a:lnTo>
                  <a:pt x="291" y="596"/>
                </a:lnTo>
                <a:lnTo>
                  <a:pt x="265" y="613"/>
                </a:lnTo>
                <a:lnTo>
                  <a:pt x="235" y="623"/>
                </a:lnTo>
                <a:lnTo>
                  <a:pt x="202" y="626"/>
                </a:lnTo>
                <a:lnTo>
                  <a:pt x="142" y="626"/>
                </a:lnTo>
                <a:lnTo>
                  <a:pt x="109" y="623"/>
                </a:lnTo>
                <a:lnTo>
                  <a:pt x="79" y="613"/>
                </a:lnTo>
                <a:lnTo>
                  <a:pt x="53" y="596"/>
                </a:lnTo>
                <a:lnTo>
                  <a:pt x="31" y="574"/>
                </a:lnTo>
                <a:lnTo>
                  <a:pt x="15" y="547"/>
                </a:lnTo>
                <a:lnTo>
                  <a:pt x="4" y="518"/>
                </a:lnTo>
                <a:lnTo>
                  <a:pt x="0" y="485"/>
                </a:lnTo>
                <a:lnTo>
                  <a:pt x="0" y="324"/>
                </a:lnTo>
                <a:lnTo>
                  <a:pt x="344" y="323"/>
                </a:lnTo>
                <a:close/>
                <a:moveTo>
                  <a:pt x="161" y="283"/>
                </a:moveTo>
                <a:lnTo>
                  <a:pt x="161" y="285"/>
                </a:lnTo>
                <a:lnTo>
                  <a:pt x="161" y="285"/>
                </a:lnTo>
                <a:lnTo>
                  <a:pt x="161" y="283"/>
                </a:lnTo>
                <a:lnTo>
                  <a:pt x="161" y="283"/>
                </a:lnTo>
                <a:close/>
                <a:moveTo>
                  <a:pt x="163" y="182"/>
                </a:moveTo>
                <a:lnTo>
                  <a:pt x="182" y="182"/>
                </a:lnTo>
                <a:lnTo>
                  <a:pt x="187" y="183"/>
                </a:lnTo>
                <a:lnTo>
                  <a:pt x="193" y="185"/>
                </a:lnTo>
                <a:lnTo>
                  <a:pt x="197" y="188"/>
                </a:lnTo>
                <a:lnTo>
                  <a:pt x="200" y="192"/>
                </a:lnTo>
                <a:lnTo>
                  <a:pt x="202" y="197"/>
                </a:lnTo>
                <a:lnTo>
                  <a:pt x="202" y="203"/>
                </a:lnTo>
                <a:lnTo>
                  <a:pt x="202" y="242"/>
                </a:lnTo>
                <a:lnTo>
                  <a:pt x="202" y="249"/>
                </a:lnTo>
                <a:lnTo>
                  <a:pt x="198" y="254"/>
                </a:lnTo>
                <a:lnTo>
                  <a:pt x="194" y="259"/>
                </a:lnTo>
                <a:lnTo>
                  <a:pt x="189" y="261"/>
                </a:lnTo>
                <a:lnTo>
                  <a:pt x="182" y="263"/>
                </a:lnTo>
                <a:lnTo>
                  <a:pt x="163" y="263"/>
                </a:lnTo>
                <a:lnTo>
                  <a:pt x="156" y="261"/>
                </a:lnTo>
                <a:lnTo>
                  <a:pt x="150" y="259"/>
                </a:lnTo>
                <a:lnTo>
                  <a:pt x="146" y="254"/>
                </a:lnTo>
                <a:lnTo>
                  <a:pt x="144" y="249"/>
                </a:lnTo>
                <a:lnTo>
                  <a:pt x="142" y="242"/>
                </a:lnTo>
                <a:lnTo>
                  <a:pt x="142" y="203"/>
                </a:lnTo>
                <a:lnTo>
                  <a:pt x="142" y="197"/>
                </a:lnTo>
                <a:lnTo>
                  <a:pt x="145" y="192"/>
                </a:lnTo>
                <a:lnTo>
                  <a:pt x="148" y="188"/>
                </a:lnTo>
                <a:lnTo>
                  <a:pt x="152" y="185"/>
                </a:lnTo>
                <a:lnTo>
                  <a:pt x="157" y="183"/>
                </a:lnTo>
                <a:lnTo>
                  <a:pt x="163" y="182"/>
                </a:lnTo>
                <a:close/>
                <a:moveTo>
                  <a:pt x="183" y="121"/>
                </a:moveTo>
                <a:lnTo>
                  <a:pt x="202" y="121"/>
                </a:lnTo>
                <a:lnTo>
                  <a:pt x="235" y="125"/>
                </a:lnTo>
                <a:lnTo>
                  <a:pt x="265" y="136"/>
                </a:lnTo>
                <a:lnTo>
                  <a:pt x="291" y="152"/>
                </a:lnTo>
                <a:lnTo>
                  <a:pt x="313" y="174"/>
                </a:lnTo>
                <a:lnTo>
                  <a:pt x="329" y="201"/>
                </a:lnTo>
                <a:lnTo>
                  <a:pt x="340" y="230"/>
                </a:lnTo>
                <a:lnTo>
                  <a:pt x="344" y="263"/>
                </a:lnTo>
                <a:lnTo>
                  <a:pt x="344" y="304"/>
                </a:lnTo>
                <a:lnTo>
                  <a:pt x="202" y="304"/>
                </a:lnTo>
                <a:lnTo>
                  <a:pt x="197" y="302"/>
                </a:lnTo>
                <a:lnTo>
                  <a:pt x="193" y="301"/>
                </a:lnTo>
                <a:lnTo>
                  <a:pt x="190" y="300"/>
                </a:lnTo>
                <a:lnTo>
                  <a:pt x="187" y="297"/>
                </a:lnTo>
                <a:lnTo>
                  <a:pt x="185" y="294"/>
                </a:lnTo>
                <a:lnTo>
                  <a:pt x="185" y="291"/>
                </a:lnTo>
                <a:lnTo>
                  <a:pt x="183" y="289"/>
                </a:lnTo>
                <a:lnTo>
                  <a:pt x="183" y="286"/>
                </a:lnTo>
                <a:lnTo>
                  <a:pt x="183" y="285"/>
                </a:lnTo>
                <a:lnTo>
                  <a:pt x="183" y="285"/>
                </a:lnTo>
                <a:lnTo>
                  <a:pt x="182" y="285"/>
                </a:lnTo>
                <a:lnTo>
                  <a:pt x="197" y="282"/>
                </a:lnTo>
                <a:lnTo>
                  <a:pt x="206" y="276"/>
                </a:lnTo>
                <a:lnTo>
                  <a:pt x="215" y="268"/>
                </a:lnTo>
                <a:lnTo>
                  <a:pt x="219" y="259"/>
                </a:lnTo>
                <a:lnTo>
                  <a:pt x="221" y="250"/>
                </a:lnTo>
                <a:lnTo>
                  <a:pt x="223" y="245"/>
                </a:lnTo>
                <a:lnTo>
                  <a:pt x="223" y="242"/>
                </a:lnTo>
                <a:lnTo>
                  <a:pt x="223" y="203"/>
                </a:lnTo>
                <a:lnTo>
                  <a:pt x="220" y="188"/>
                </a:lnTo>
                <a:lnTo>
                  <a:pt x="215" y="178"/>
                </a:lnTo>
                <a:lnTo>
                  <a:pt x="208" y="170"/>
                </a:lnTo>
                <a:lnTo>
                  <a:pt x="200" y="166"/>
                </a:lnTo>
                <a:lnTo>
                  <a:pt x="191" y="163"/>
                </a:lnTo>
                <a:lnTo>
                  <a:pt x="186" y="162"/>
                </a:lnTo>
                <a:lnTo>
                  <a:pt x="183" y="162"/>
                </a:lnTo>
                <a:lnTo>
                  <a:pt x="183" y="121"/>
                </a:lnTo>
                <a:close/>
                <a:moveTo>
                  <a:pt x="142" y="121"/>
                </a:moveTo>
                <a:lnTo>
                  <a:pt x="161" y="121"/>
                </a:lnTo>
                <a:lnTo>
                  <a:pt x="161" y="162"/>
                </a:lnTo>
                <a:lnTo>
                  <a:pt x="148" y="163"/>
                </a:lnTo>
                <a:lnTo>
                  <a:pt x="138" y="168"/>
                </a:lnTo>
                <a:lnTo>
                  <a:pt x="130" y="177"/>
                </a:lnTo>
                <a:lnTo>
                  <a:pt x="126" y="185"/>
                </a:lnTo>
                <a:lnTo>
                  <a:pt x="123" y="193"/>
                </a:lnTo>
                <a:lnTo>
                  <a:pt x="120" y="198"/>
                </a:lnTo>
                <a:lnTo>
                  <a:pt x="120" y="201"/>
                </a:lnTo>
                <a:lnTo>
                  <a:pt x="120" y="244"/>
                </a:lnTo>
                <a:lnTo>
                  <a:pt x="123" y="259"/>
                </a:lnTo>
                <a:lnTo>
                  <a:pt x="129" y="268"/>
                </a:lnTo>
                <a:lnTo>
                  <a:pt x="135" y="275"/>
                </a:lnTo>
                <a:lnTo>
                  <a:pt x="145" y="280"/>
                </a:lnTo>
                <a:lnTo>
                  <a:pt x="152" y="283"/>
                </a:lnTo>
                <a:lnTo>
                  <a:pt x="159" y="285"/>
                </a:lnTo>
                <a:lnTo>
                  <a:pt x="161" y="285"/>
                </a:lnTo>
                <a:lnTo>
                  <a:pt x="161" y="286"/>
                </a:lnTo>
                <a:lnTo>
                  <a:pt x="160" y="289"/>
                </a:lnTo>
                <a:lnTo>
                  <a:pt x="159" y="293"/>
                </a:lnTo>
                <a:lnTo>
                  <a:pt x="157" y="295"/>
                </a:lnTo>
                <a:lnTo>
                  <a:pt x="154" y="298"/>
                </a:lnTo>
                <a:lnTo>
                  <a:pt x="152" y="301"/>
                </a:lnTo>
                <a:lnTo>
                  <a:pt x="146" y="302"/>
                </a:lnTo>
                <a:lnTo>
                  <a:pt x="141" y="304"/>
                </a:lnTo>
                <a:lnTo>
                  <a:pt x="0" y="304"/>
                </a:lnTo>
                <a:lnTo>
                  <a:pt x="0" y="263"/>
                </a:lnTo>
                <a:lnTo>
                  <a:pt x="4" y="230"/>
                </a:lnTo>
                <a:lnTo>
                  <a:pt x="15" y="201"/>
                </a:lnTo>
                <a:lnTo>
                  <a:pt x="31" y="174"/>
                </a:lnTo>
                <a:lnTo>
                  <a:pt x="53" y="152"/>
                </a:lnTo>
                <a:lnTo>
                  <a:pt x="79" y="136"/>
                </a:lnTo>
                <a:lnTo>
                  <a:pt x="109" y="125"/>
                </a:lnTo>
                <a:lnTo>
                  <a:pt x="142" y="121"/>
                </a:lnTo>
                <a:close/>
                <a:moveTo>
                  <a:pt x="82" y="0"/>
                </a:moveTo>
                <a:lnTo>
                  <a:pt x="101" y="0"/>
                </a:lnTo>
                <a:lnTo>
                  <a:pt x="101" y="3"/>
                </a:lnTo>
                <a:lnTo>
                  <a:pt x="104" y="10"/>
                </a:lnTo>
                <a:lnTo>
                  <a:pt x="109" y="19"/>
                </a:lnTo>
                <a:lnTo>
                  <a:pt x="116" y="30"/>
                </a:lnTo>
                <a:lnTo>
                  <a:pt x="127" y="39"/>
                </a:lnTo>
                <a:lnTo>
                  <a:pt x="142" y="45"/>
                </a:lnTo>
                <a:lnTo>
                  <a:pt x="157" y="49"/>
                </a:lnTo>
                <a:lnTo>
                  <a:pt x="168" y="56"/>
                </a:lnTo>
                <a:lnTo>
                  <a:pt x="175" y="67"/>
                </a:lnTo>
                <a:lnTo>
                  <a:pt x="179" y="78"/>
                </a:lnTo>
                <a:lnTo>
                  <a:pt x="182" y="90"/>
                </a:lnTo>
                <a:lnTo>
                  <a:pt x="183" y="101"/>
                </a:lnTo>
                <a:lnTo>
                  <a:pt x="183" y="111"/>
                </a:lnTo>
                <a:lnTo>
                  <a:pt x="182" y="118"/>
                </a:lnTo>
                <a:lnTo>
                  <a:pt x="182" y="121"/>
                </a:lnTo>
                <a:lnTo>
                  <a:pt x="161" y="121"/>
                </a:lnTo>
                <a:lnTo>
                  <a:pt x="161" y="118"/>
                </a:lnTo>
                <a:lnTo>
                  <a:pt x="163" y="111"/>
                </a:lnTo>
                <a:lnTo>
                  <a:pt x="163" y="101"/>
                </a:lnTo>
                <a:lnTo>
                  <a:pt x="161" y="90"/>
                </a:lnTo>
                <a:lnTo>
                  <a:pt x="159" y="80"/>
                </a:lnTo>
                <a:lnTo>
                  <a:pt x="154" y="70"/>
                </a:lnTo>
                <a:lnTo>
                  <a:pt x="148" y="63"/>
                </a:lnTo>
                <a:lnTo>
                  <a:pt x="137" y="60"/>
                </a:lnTo>
                <a:lnTo>
                  <a:pt x="119" y="55"/>
                </a:lnTo>
                <a:lnTo>
                  <a:pt x="107" y="48"/>
                </a:lnTo>
                <a:lnTo>
                  <a:pt x="96" y="37"/>
                </a:lnTo>
                <a:lnTo>
                  <a:pt x="89" y="28"/>
                </a:lnTo>
                <a:lnTo>
                  <a:pt x="85" y="17"/>
                </a:lnTo>
                <a:lnTo>
                  <a:pt x="82" y="8"/>
                </a:lnTo>
                <a:lnTo>
                  <a:pt x="82" y="3"/>
                </a:lnTo>
                <a:lnTo>
                  <a:pt x="8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6069244" y="3032956"/>
            <a:ext cx="1080000" cy="781534"/>
          </a:xfrm>
          <a:custGeom>
            <a:avLst/>
            <a:gdLst>
              <a:gd name="T0" fmla="*/ 423 w 626"/>
              <a:gd name="T1" fmla="*/ 229 h 453"/>
              <a:gd name="T2" fmla="*/ 454 w 626"/>
              <a:gd name="T3" fmla="*/ 290 h 453"/>
              <a:gd name="T4" fmla="*/ 423 w 626"/>
              <a:gd name="T5" fmla="*/ 352 h 453"/>
              <a:gd name="T6" fmla="*/ 354 w 626"/>
              <a:gd name="T7" fmla="*/ 362 h 453"/>
              <a:gd name="T8" fmla="*/ 305 w 626"/>
              <a:gd name="T9" fmla="*/ 315 h 453"/>
              <a:gd name="T10" fmla="*/ 316 w 626"/>
              <a:gd name="T11" fmla="*/ 245 h 453"/>
              <a:gd name="T12" fmla="*/ 378 w 626"/>
              <a:gd name="T13" fmla="*/ 215 h 453"/>
              <a:gd name="T14" fmla="*/ 324 w 626"/>
              <a:gd name="T15" fmla="*/ 186 h 453"/>
              <a:gd name="T16" fmla="*/ 271 w 626"/>
              <a:gd name="T17" fmla="*/ 241 h 453"/>
              <a:gd name="T18" fmla="*/ 261 w 626"/>
              <a:gd name="T19" fmla="*/ 320 h 453"/>
              <a:gd name="T20" fmla="*/ 302 w 626"/>
              <a:gd name="T21" fmla="*/ 386 h 453"/>
              <a:gd name="T22" fmla="*/ 378 w 626"/>
              <a:gd name="T23" fmla="*/ 412 h 453"/>
              <a:gd name="T24" fmla="*/ 451 w 626"/>
              <a:gd name="T25" fmla="*/ 386 h 453"/>
              <a:gd name="T26" fmla="*/ 492 w 626"/>
              <a:gd name="T27" fmla="*/ 320 h 453"/>
              <a:gd name="T28" fmla="*/ 484 w 626"/>
              <a:gd name="T29" fmla="*/ 241 h 453"/>
              <a:gd name="T30" fmla="*/ 430 w 626"/>
              <a:gd name="T31" fmla="*/ 186 h 453"/>
              <a:gd name="T32" fmla="*/ 460 w 626"/>
              <a:gd name="T33" fmla="*/ 86 h 453"/>
              <a:gd name="T34" fmla="*/ 454 w 626"/>
              <a:gd name="T35" fmla="*/ 89 h 453"/>
              <a:gd name="T36" fmla="*/ 453 w 626"/>
              <a:gd name="T37" fmla="*/ 130 h 453"/>
              <a:gd name="T38" fmla="*/ 460 w 626"/>
              <a:gd name="T39" fmla="*/ 145 h 453"/>
              <a:gd name="T40" fmla="*/ 475 w 626"/>
              <a:gd name="T41" fmla="*/ 151 h 453"/>
              <a:gd name="T42" fmla="*/ 581 w 626"/>
              <a:gd name="T43" fmla="*/ 151 h 453"/>
              <a:gd name="T44" fmla="*/ 584 w 626"/>
              <a:gd name="T45" fmla="*/ 147 h 453"/>
              <a:gd name="T46" fmla="*/ 583 w 626"/>
              <a:gd name="T47" fmla="*/ 101 h 453"/>
              <a:gd name="T48" fmla="*/ 573 w 626"/>
              <a:gd name="T49" fmla="*/ 89 h 453"/>
              <a:gd name="T50" fmla="*/ 464 w 626"/>
              <a:gd name="T51" fmla="*/ 86 h 453"/>
              <a:gd name="T52" fmla="*/ 219 w 626"/>
              <a:gd name="T53" fmla="*/ 88 h 453"/>
              <a:gd name="T54" fmla="*/ 208 w 626"/>
              <a:gd name="T55" fmla="*/ 126 h 453"/>
              <a:gd name="T56" fmla="*/ 244 w 626"/>
              <a:gd name="T57" fmla="*/ 137 h 453"/>
              <a:gd name="T58" fmla="*/ 260 w 626"/>
              <a:gd name="T59" fmla="*/ 111 h 453"/>
              <a:gd name="T60" fmla="*/ 233 w 626"/>
              <a:gd name="T61" fmla="*/ 84 h 453"/>
              <a:gd name="T62" fmla="*/ 37 w 626"/>
              <a:gd name="T63" fmla="*/ 74 h 453"/>
              <a:gd name="T64" fmla="*/ 21 w 626"/>
              <a:gd name="T65" fmla="*/ 401 h 453"/>
              <a:gd name="T66" fmla="*/ 43 w 626"/>
              <a:gd name="T67" fmla="*/ 424 h 453"/>
              <a:gd name="T68" fmla="*/ 66 w 626"/>
              <a:gd name="T69" fmla="*/ 432 h 453"/>
              <a:gd name="T70" fmla="*/ 238 w 626"/>
              <a:gd name="T71" fmla="*/ 0 h 453"/>
              <a:gd name="T72" fmla="*/ 253 w 626"/>
              <a:gd name="T73" fmla="*/ 6 h 453"/>
              <a:gd name="T74" fmla="*/ 259 w 626"/>
              <a:gd name="T75" fmla="*/ 21 h 453"/>
              <a:gd name="T76" fmla="*/ 335 w 626"/>
              <a:gd name="T77" fmla="*/ 43 h 453"/>
              <a:gd name="T78" fmla="*/ 450 w 626"/>
              <a:gd name="T79" fmla="*/ 43 h 453"/>
              <a:gd name="T80" fmla="*/ 540 w 626"/>
              <a:gd name="T81" fmla="*/ 43 h 453"/>
              <a:gd name="T82" fmla="*/ 577 w 626"/>
              <a:gd name="T83" fmla="*/ 43 h 453"/>
              <a:gd name="T84" fmla="*/ 618 w 626"/>
              <a:gd name="T85" fmla="*/ 65 h 453"/>
              <a:gd name="T86" fmla="*/ 626 w 626"/>
              <a:gd name="T87" fmla="*/ 401 h 453"/>
              <a:gd name="T88" fmla="*/ 607 w 626"/>
              <a:gd name="T89" fmla="*/ 443 h 453"/>
              <a:gd name="T90" fmla="*/ 54 w 626"/>
              <a:gd name="T91" fmla="*/ 453 h 453"/>
              <a:gd name="T92" fmla="*/ 10 w 626"/>
              <a:gd name="T93" fmla="*/ 432 h 453"/>
              <a:gd name="T94" fmla="*/ 0 w 626"/>
              <a:gd name="T95" fmla="*/ 95 h 453"/>
              <a:gd name="T96" fmla="*/ 30 w 626"/>
              <a:gd name="T97" fmla="*/ 52 h 453"/>
              <a:gd name="T98" fmla="*/ 108 w 626"/>
              <a:gd name="T99" fmla="*/ 43 h 453"/>
              <a:gd name="T100" fmla="*/ 121 w 626"/>
              <a:gd name="T101" fmla="*/ 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6" h="453">
                <a:moveTo>
                  <a:pt x="378" y="215"/>
                </a:moveTo>
                <a:lnTo>
                  <a:pt x="402" y="219"/>
                </a:lnTo>
                <a:lnTo>
                  <a:pt x="423" y="229"/>
                </a:lnTo>
                <a:lnTo>
                  <a:pt x="439" y="245"/>
                </a:lnTo>
                <a:lnTo>
                  <a:pt x="450" y="265"/>
                </a:lnTo>
                <a:lnTo>
                  <a:pt x="454" y="290"/>
                </a:lnTo>
                <a:lnTo>
                  <a:pt x="450" y="315"/>
                </a:lnTo>
                <a:lnTo>
                  <a:pt x="439" y="335"/>
                </a:lnTo>
                <a:lnTo>
                  <a:pt x="423" y="352"/>
                </a:lnTo>
                <a:lnTo>
                  <a:pt x="402" y="362"/>
                </a:lnTo>
                <a:lnTo>
                  <a:pt x="378" y="367"/>
                </a:lnTo>
                <a:lnTo>
                  <a:pt x="354" y="362"/>
                </a:lnTo>
                <a:lnTo>
                  <a:pt x="333" y="352"/>
                </a:lnTo>
                <a:lnTo>
                  <a:pt x="316" y="335"/>
                </a:lnTo>
                <a:lnTo>
                  <a:pt x="305" y="315"/>
                </a:lnTo>
                <a:lnTo>
                  <a:pt x="302" y="290"/>
                </a:lnTo>
                <a:lnTo>
                  <a:pt x="305" y="265"/>
                </a:lnTo>
                <a:lnTo>
                  <a:pt x="316" y="245"/>
                </a:lnTo>
                <a:lnTo>
                  <a:pt x="333" y="229"/>
                </a:lnTo>
                <a:lnTo>
                  <a:pt x="354" y="219"/>
                </a:lnTo>
                <a:lnTo>
                  <a:pt x="378" y="215"/>
                </a:lnTo>
                <a:close/>
                <a:moveTo>
                  <a:pt x="378" y="174"/>
                </a:moveTo>
                <a:lnTo>
                  <a:pt x="350" y="177"/>
                </a:lnTo>
                <a:lnTo>
                  <a:pt x="324" y="186"/>
                </a:lnTo>
                <a:lnTo>
                  <a:pt x="302" y="200"/>
                </a:lnTo>
                <a:lnTo>
                  <a:pt x="285" y="218"/>
                </a:lnTo>
                <a:lnTo>
                  <a:pt x="271" y="241"/>
                </a:lnTo>
                <a:lnTo>
                  <a:pt x="261" y="265"/>
                </a:lnTo>
                <a:lnTo>
                  <a:pt x="259" y="293"/>
                </a:lnTo>
                <a:lnTo>
                  <a:pt x="261" y="320"/>
                </a:lnTo>
                <a:lnTo>
                  <a:pt x="271" y="345"/>
                </a:lnTo>
                <a:lnTo>
                  <a:pt x="285" y="367"/>
                </a:lnTo>
                <a:lnTo>
                  <a:pt x="302" y="386"/>
                </a:lnTo>
                <a:lnTo>
                  <a:pt x="324" y="399"/>
                </a:lnTo>
                <a:lnTo>
                  <a:pt x="350" y="409"/>
                </a:lnTo>
                <a:lnTo>
                  <a:pt x="378" y="412"/>
                </a:lnTo>
                <a:lnTo>
                  <a:pt x="405" y="409"/>
                </a:lnTo>
                <a:lnTo>
                  <a:pt x="430" y="399"/>
                </a:lnTo>
                <a:lnTo>
                  <a:pt x="451" y="386"/>
                </a:lnTo>
                <a:lnTo>
                  <a:pt x="471" y="367"/>
                </a:lnTo>
                <a:lnTo>
                  <a:pt x="484" y="345"/>
                </a:lnTo>
                <a:lnTo>
                  <a:pt x="492" y="320"/>
                </a:lnTo>
                <a:lnTo>
                  <a:pt x="497" y="293"/>
                </a:lnTo>
                <a:lnTo>
                  <a:pt x="492" y="265"/>
                </a:lnTo>
                <a:lnTo>
                  <a:pt x="484" y="241"/>
                </a:lnTo>
                <a:lnTo>
                  <a:pt x="471" y="218"/>
                </a:lnTo>
                <a:lnTo>
                  <a:pt x="451" y="200"/>
                </a:lnTo>
                <a:lnTo>
                  <a:pt x="430" y="186"/>
                </a:lnTo>
                <a:lnTo>
                  <a:pt x="405" y="177"/>
                </a:lnTo>
                <a:lnTo>
                  <a:pt x="378" y="174"/>
                </a:lnTo>
                <a:close/>
                <a:moveTo>
                  <a:pt x="460" y="86"/>
                </a:moveTo>
                <a:lnTo>
                  <a:pt x="456" y="86"/>
                </a:lnTo>
                <a:lnTo>
                  <a:pt x="454" y="86"/>
                </a:lnTo>
                <a:lnTo>
                  <a:pt x="454" y="89"/>
                </a:lnTo>
                <a:lnTo>
                  <a:pt x="453" y="92"/>
                </a:lnTo>
                <a:lnTo>
                  <a:pt x="453" y="97"/>
                </a:lnTo>
                <a:lnTo>
                  <a:pt x="453" y="130"/>
                </a:lnTo>
                <a:lnTo>
                  <a:pt x="454" y="136"/>
                </a:lnTo>
                <a:lnTo>
                  <a:pt x="457" y="141"/>
                </a:lnTo>
                <a:lnTo>
                  <a:pt x="460" y="145"/>
                </a:lnTo>
                <a:lnTo>
                  <a:pt x="464" y="148"/>
                </a:lnTo>
                <a:lnTo>
                  <a:pt x="469" y="151"/>
                </a:lnTo>
                <a:lnTo>
                  <a:pt x="475" y="151"/>
                </a:lnTo>
                <a:lnTo>
                  <a:pt x="573" y="151"/>
                </a:lnTo>
                <a:lnTo>
                  <a:pt x="579" y="151"/>
                </a:lnTo>
                <a:lnTo>
                  <a:pt x="581" y="151"/>
                </a:lnTo>
                <a:lnTo>
                  <a:pt x="583" y="151"/>
                </a:lnTo>
                <a:lnTo>
                  <a:pt x="584" y="149"/>
                </a:lnTo>
                <a:lnTo>
                  <a:pt x="584" y="147"/>
                </a:lnTo>
                <a:lnTo>
                  <a:pt x="584" y="141"/>
                </a:lnTo>
                <a:lnTo>
                  <a:pt x="584" y="107"/>
                </a:lnTo>
                <a:lnTo>
                  <a:pt x="583" y="101"/>
                </a:lnTo>
                <a:lnTo>
                  <a:pt x="581" y="96"/>
                </a:lnTo>
                <a:lnTo>
                  <a:pt x="577" y="92"/>
                </a:lnTo>
                <a:lnTo>
                  <a:pt x="573" y="89"/>
                </a:lnTo>
                <a:lnTo>
                  <a:pt x="568" y="86"/>
                </a:lnTo>
                <a:lnTo>
                  <a:pt x="562" y="86"/>
                </a:lnTo>
                <a:lnTo>
                  <a:pt x="464" y="86"/>
                </a:lnTo>
                <a:lnTo>
                  <a:pt x="460" y="86"/>
                </a:lnTo>
                <a:close/>
                <a:moveTo>
                  <a:pt x="233" y="84"/>
                </a:moveTo>
                <a:lnTo>
                  <a:pt x="219" y="88"/>
                </a:lnTo>
                <a:lnTo>
                  <a:pt x="208" y="97"/>
                </a:lnTo>
                <a:lnTo>
                  <a:pt x="205" y="112"/>
                </a:lnTo>
                <a:lnTo>
                  <a:pt x="208" y="126"/>
                </a:lnTo>
                <a:lnTo>
                  <a:pt x="219" y="136"/>
                </a:lnTo>
                <a:lnTo>
                  <a:pt x="233" y="140"/>
                </a:lnTo>
                <a:lnTo>
                  <a:pt x="244" y="137"/>
                </a:lnTo>
                <a:lnTo>
                  <a:pt x="252" y="130"/>
                </a:lnTo>
                <a:lnTo>
                  <a:pt x="257" y="122"/>
                </a:lnTo>
                <a:lnTo>
                  <a:pt x="260" y="111"/>
                </a:lnTo>
                <a:lnTo>
                  <a:pt x="256" y="97"/>
                </a:lnTo>
                <a:lnTo>
                  <a:pt x="246" y="88"/>
                </a:lnTo>
                <a:lnTo>
                  <a:pt x="233" y="84"/>
                </a:lnTo>
                <a:close/>
                <a:moveTo>
                  <a:pt x="66" y="65"/>
                </a:moveTo>
                <a:lnTo>
                  <a:pt x="51" y="67"/>
                </a:lnTo>
                <a:lnTo>
                  <a:pt x="37" y="74"/>
                </a:lnTo>
                <a:lnTo>
                  <a:pt x="26" y="85"/>
                </a:lnTo>
                <a:lnTo>
                  <a:pt x="21" y="97"/>
                </a:lnTo>
                <a:lnTo>
                  <a:pt x="21" y="401"/>
                </a:lnTo>
                <a:lnTo>
                  <a:pt x="25" y="410"/>
                </a:lnTo>
                <a:lnTo>
                  <a:pt x="33" y="419"/>
                </a:lnTo>
                <a:lnTo>
                  <a:pt x="43" y="424"/>
                </a:lnTo>
                <a:lnTo>
                  <a:pt x="54" y="429"/>
                </a:lnTo>
                <a:lnTo>
                  <a:pt x="62" y="432"/>
                </a:lnTo>
                <a:lnTo>
                  <a:pt x="66" y="432"/>
                </a:lnTo>
                <a:lnTo>
                  <a:pt x="66" y="65"/>
                </a:lnTo>
                <a:close/>
                <a:moveTo>
                  <a:pt x="133" y="0"/>
                </a:moveTo>
                <a:lnTo>
                  <a:pt x="238" y="0"/>
                </a:lnTo>
                <a:lnTo>
                  <a:pt x="244" y="0"/>
                </a:lnTo>
                <a:lnTo>
                  <a:pt x="248" y="3"/>
                </a:lnTo>
                <a:lnTo>
                  <a:pt x="253" y="6"/>
                </a:lnTo>
                <a:lnTo>
                  <a:pt x="256" y="10"/>
                </a:lnTo>
                <a:lnTo>
                  <a:pt x="259" y="15"/>
                </a:lnTo>
                <a:lnTo>
                  <a:pt x="259" y="21"/>
                </a:lnTo>
                <a:lnTo>
                  <a:pt x="259" y="43"/>
                </a:lnTo>
                <a:lnTo>
                  <a:pt x="296" y="43"/>
                </a:lnTo>
                <a:lnTo>
                  <a:pt x="335" y="43"/>
                </a:lnTo>
                <a:lnTo>
                  <a:pt x="375" y="43"/>
                </a:lnTo>
                <a:lnTo>
                  <a:pt x="413" y="43"/>
                </a:lnTo>
                <a:lnTo>
                  <a:pt x="450" y="43"/>
                </a:lnTo>
                <a:lnTo>
                  <a:pt x="484" y="43"/>
                </a:lnTo>
                <a:lnTo>
                  <a:pt x="514" y="43"/>
                </a:lnTo>
                <a:lnTo>
                  <a:pt x="540" y="43"/>
                </a:lnTo>
                <a:lnTo>
                  <a:pt x="559" y="43"/>
                </a:lnTo>
                <a:lnTo>
                  <a:pt x="573" y="43"/>
                </a:lnTo>
                <a:lnTo>
                  <a:pt x="577" y="43"/>
                </a:lnTo>
                <a:lnTo>
                  <a:pt x="594" y="45"/>
                </a:lnTo>
                <a:lnTo>
                  <a:pt x="607" y="52"/>
                </a:lnTo>
                <a:lnTo>
                  <a:pt x="618" y="65"/>
                </a:lnTo>
                <a:lnTo>
                  <a:pt x="624" y="78"/>
                </a:lnTo>
                <a:lnTo>
                  <a:pt x="626" y="96"/>
                </a:lnTo>
                <a:lnTo>
                  <a:pt x="626" y="401"/>
                </a:lnTo>
                <a:lnTo>
                  <a:pt x="624" y="419"/>
                </a:lnTo>
                <a:lnTo>
                  <a:pt x="618" y="432"/>
                </a:lnTo>
                <a:lnTo>
                  <a:pt x="607" y="443"/>
                </a:lnTo>
                <a:lnTo>
                  <a:pt x="594" y="450"/>
                </a:lnTo>
                <a:lnTo>
                  <a:pt x="577" y="453"/>
                </a:lnTo>
                <a:lnTo>
                  <a:pt x="54" y="453"/>
                </a:lnTo>
                <a:lnTo>
                  <a:pt x="36" y="450"/>
                </a:lnTo>
                <a:lnTo>
                  <a:pt x="22" y="443"/>
                </a:lnTo>
                <a:lnTo>
                  <a:pt x="10" y="432"/>
                </a:lnTo>
                <a:lnTo>
                  <a:pt x="3" y="419"/>
                </a:lnTo>
                <a:lnTo>
                  <a:pt x="0" y="401"/>
                </a:lnTo>
                <a:lnTo>
                  <a:pt x="0" y="95"/>
                </a:lnTo>
                <a:lnTo>
                  <a:pt x="5" y="77"/>
                </a:lnTo>
                <a:lnTo>
                  <a:pt x="15" y="63"/>
                </a:lnTo>
                <a:lnTo>
                  <a:pt x="30" y="52"/>
                </a:lnTo>
                <a:lnTo>
                  <a:pt x="47" y="44"/>
                </a:lnTo>
                <a:lnTo>
                  <a:pt x="66" y="43"/>
                </a:lnTo>
                <a:lnTo>
                  <a:pt x="108" y="43"/>
                </a:lnTo>
                <a:lnTo>
                  <a:pt x="108" y="21"/>
                </a:lnTo>
                <a:lnTo>
                  <a:pt x="112" y="10"/>
                </a:lnTo>
                <a:lnTo>
                  <a:pt x="121" y="3"/>
                </a:lnTo>
                <a:lnTo>
                  <a:pt x="13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7725308" y="2922176"/>
            <a:ext cx="1080000" cy="1010880"/>
          </a:xfrm>
          <a:custGeom>
            <a:avLst/>
            <a:gdLst>
              <a:gd name="T0" fmla="*/ 354 w 625"/>
              <a:gd name="T1" fmla="*/ 428 h 585"/>
              <a:gd name="T2" fmla="*/ 282 w 625"/>
              <a:gd name="T3" fmla="*/ 476 h 585"/>
              <a:gd name="T4" fmla="*/ 265 w 625"/>
              <a:gd name="T5" fmla="*/ 391 h 585"/>
              <a:gd name="T6" fmla="*/ 254 w 625"/>
              <a:gd name="T7" fmla="*/ 343 h 585"/>
              <a:gd name="T8" fmla="*/ 211 w 625"/>
              <a:gd name="T9" fmla="*/ 450 h 585"/>
              <a:gd name="T10" fmla="*/ 302 w 625"/>
              <a:gd name="T11" fmla="*/ 519 h 585"/>
              <a:gd name="T12" fmla="*/ 394 w 625"/>
              <a:gd name="T13" fmla="*/ 450 h 585"/>
              <a:gd name="T14" fmla="*/ 350 w 625"/>
              <a:gd name="T15" fmla="*/ 343 h 585"/>
              <a:gd name="T16" fmla="*/ 358 w 625"/>
              <a:gd name="T17" fmla="*/ 328 h 585"/>
              <a:gd name="T18" fmla="*/ 411 w 625"/>
              <a:gd name="T19" fmla="*/ 456 h 585"/>
              <a:gd name="T20" fmla="*/ 301 w 625"/>
              <a:gd name="T21" fmla="*/ 541 h 585"/>
              <a:gd name="T22" fmla="*/ 191 w 625"/>
              <a:gd name="T23" fmla="*/ 456 h 585"/>
              <a:gd name="T24" fmla="*/ 243 w 625"/>
              <a:gd name="T25" fmla="*/ 328 h 585"/>
              <a:gd name="T26" fmla="*/ 227 w 625"/>
              <a:gd name="T27" fmla="*/ 314 h 585"/>
              <a:gd name="T28" fmla="*/ 182 w 625"/>
              <a:gd name="T29" fmla="*/ 351 h 585"/>
              <a:gd name="T30" fmla="*/ 175 w 625"/>
              <a:gd name="T31" fmla="*/ 478 h 585"/>
              <a:gd name="T32" fmla="*/ 268 w 625"/>
              <a:gd name="T33" fmla="*/ 560 h 585"/>
              <a:gd name="T34" fmla="*/ 375 w 625"/>
              <a:gd name="T35" fmla="*/ 545 h 585"/>
              <a:gd name="T36" fmla="*/ 437 w 625"/>
              <a:gd name="T37" fmla="*/ 451 h 585"/>
              <a:gd name="T38" fmla="*/ 432 w 625"/>
              <a:gd name="T39" fmla="*/ 379 h 585"/>
              <a:gd name="T40" fmla="*/ 563 w 625"/>
              <a:gd name="T41" fmla="*/ 313 h 585"/>
              <a:gd name="T42" fmla="*/ 584 w 625"/>
              <a:gd name="T43" fmla="*/ 328 h 585"/>
              <a:gd name="T44" fmla="*/ 578 w 625"/>
              <a:gd name="T45" fmla="*/ 578 h 585"/>
              <a:gd name="T46" fmla="*/ 36 w 625"/>
              <a:gd name="T47" fmla="*/ 584 h 585"/>
              <a:gd name="T48" fmla="*/ 21 w 625"/>
              <a:gd name="T49" fmla="*/ 563 h 585"/>
              <a:gd name="T50" fmla="*/ 32 w 625"/>
              <a:gd name="T51" fmla="*/ 316 h 585"/>
              <a:gd name="T52" fmla="*/ 319 w 625"/>
              <a:gd name="T53" fmla="*/ 230 h 585"/>
              <a:gd name="T54" fmla="*/ 334 w 625"/>
              <a:gd name="T55" fmla="*/ 250 h 585"/>
              <a:gd name="T56" fmla="*/ 319 w 625"/>
              <a:gd name="T57" fmla="*/ 269 h 585"/>
              <a:gd name="T58" fmla="*/ 257 w 625"/>
              <a:gd name="T59" fmla="*/ 265 h 585"/>
              <a:gd name="T60" fmla="*/ 253 w 625"/>
              <a:gd name="T61" fmla="*/ 240 h 585"/>
              <a:gd name="T62" fmla="*/ 127 w 625"/>
              <a:gd name="T63" fmla="*/ 187 h 585"/>
              <a:gd name="T64" fmla="*/ 401 w 625"/>
              <a:gd name="T65" fmla="*/ 240 h 585"/>
              <a:gd name="T66" fmla="*/ 439 w 625"/>
              <a:gd name="T67" fmla="*/ 250 h 585"/>
              <a:gd name="T68" fmla="*/ 543 w 625"/>
              <a:gd name="T69" fmla="*/ 292 h 585"/>
              <a:gd name="T70" fmla="*/ 354 w 625"/>
              <a:gd name="T71" fmla="*/ 273 h 585"/>
              <a:gd name="T72" fmla="*/ 347 w 625"/>
              <a:gd name="T73" fmla="*/ 215 h 585"/>
              <a:gd name="T74" fmla="*/ 241 w 625"/>
              <a:gd name="T75" fmla="*/ 210 h 585"/>
              <a:gd name="T76" fmla="*/ 230 w 625"/>
              <a:gd name="T77" fmla="*/ 271 h 585"/>
              <a:gd name="T78" fmla="*/ 250 w 625"/>
              <a:gd name="T79" fmla="*/ 292 h 585"/>
              <a:gd name="T80" fmla="*/ 21 w 625"/>
              <a:gd name="T81" fmla="*/ 250 h 585"/>
              <a:gd name="T82" fmla="*/ 120 w 625"/>
              <a:gd name="T83" fmla="*/ 213 h 585"/>
              <a:gd name="T84" fmla="*/ 89 w 625"/>
              <a:gd name="T85" fmla="*/ 168 h 585"/>
              <a:gd name="T86" fmla="*/ 104 w 625"/>
              <a:gd name="T87" fmla="*/ 187 h 585"/>
              <a:gd name="T88" fmla="*/ 89 w 625"/>
              <a:gd name="T89" fmla="*/ 208 h 585"/>
              <a:gd name="T90" fmla="*/ 6 w 625"/>
              <a:gd name="T91" fmla="*/ 202 h 585"/>
              <a:gd name="T92" fmla="*/ 3 w 625"/>
              <a:gd name="T93" fmla="*/ 178 h 585"/>
              <a:gd name="T94" fmla="*/ 511 w 625"/>
              <a:gd name="T95" fmla="*/ 82 h 585"/>
              <a:gd name="T96" fmla="*/ 481 w 625"/>
              <a:gd name="T97" fmla="*/ 127 h 585"/>
              <a:gd name="T98" fmla="*/ 533 w 625"/>
              <a:gd name="T99" fmla="*/ 137 h 585"/>
              <a:gd name="T100" fmla="*/ 524 w 625"/>
              <a:gd name="T101" fmla="*/ 85 h 585"/>
              <a:gd name="T102" fmla="*/ 600 w 625"/>
              <a:gd name="T103" fmla="*/ 12 h 585"/>
              <a:gd name="T104" fmla="*/ 623 w 625"/>
              <a:gd name="T105" fmla="*/ 187 h 585"/>
              <a:gd name="T106" fmla="*/ 459 w 625"/>
              <a:gd name="T107" fmla="*/ 230 h 585"/>
              <a:gd name="T108" fmla="*/ 396 w 625"/>
              <a:gd name="T109" fmla="*/ 167 h 585"/>
              <a:gd name="T110" fmla="*/ 439 w 625"/>
              <a:gd name="T111" fmla="*/ 3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25" h="585">
                <a:moveTo>
                  <a:pt x="302" y="374"/>
                </a:moveTo>
                <a:lnTo>
                  <a:pt x="323" y="379"/>
                </a:lnTo>
                <a:lnTo>
                  <a:pt x="339" y="391"/>
                </a:lnTo>
                <a:lnTo>
                  <a:pt x="350" y="407"/>
                </a:lnTo>
                <a:lnTo>
                  <a:pt x="354" y="428"/>
                </a:lnTo>
                <a:lnTo>
                  <a:pt x="350" y="447"/>
                </a:lnTo>
                <a:lnTo>
                  <a:pt x="339" y="465"/>
                </a:lnTo>
                <a:lnTo>
                  <a:pt x="323" y="476"/>
                </a:lnTo>
                <a:lnTo>
                  <a:pt x="302" y="480"/>
                </a:lnTo>
                <a:lnTo>
                  <a:pt x="282" y="476"/>
                </a:lnTo>
                <a:lnTo>
                  <a:pt x="265" y="465"/>
                </a:lnTo>
                <a:lnTo>
                  <a:pt x="254" y="447"/>
                </a:lnTo>
                <a:lnTo>
                  <a:pt x="250" y="428"/>
                </a:lnTo>
                <a:lnTo>
                  <a:pt x="254" y="407"/>
                </a:lnTo>
                <a:lnTo>
                  <a:pt x="265" y="391"/>
                </a:lnTo>
                <a:lnTo>
                  <a:pt x="282" y="379"/>
                </a:lnTo>
                <a:lnTo>
                  <a:pt x="302" y="374"/>
                </a:lnTo>
                <a:close/>
                <a:moveTo>
                  <a:pt x="302" y="329"/>
                </a:moveTo>
                <a:lnTo>
                  <a:pt x="276" y="333"/>
                </a:lnTo>
                <a:lnTo>
                  <a:pt x="254" y="343"/>
                </a:lnTo>
                <a:lnTo>
                  <a:pt x="235" y="358"/>
                </a:lnTo>
                <a:lnTo>
                  <a:pt x="220" y="377"/>
                </a:lnTo>
                <a:lnTo>
                  <a:pt x="211" y="399"/>
                </a:lnTo>
                <a:lnTo>
                  <a:pt x="208" y="425"/>
                </a:lnTo>
                <a:lnTo>
                  <a:pt x="211" y="450"/>
                </a:lnTo>
                <a:lnTo>
                  <a:pt x="220" y="473"/>
                </a:lnTo>
                <a:lnTo>
                  <a:pt x="235" y="492"/>
                </a:lnTo>
                <a:lnTo>
                  <a:pt x="254" y="506"/>
                </a:lnTo>
                <a:lnTo>
                  <a:pt x="276" y="515"/>
                </a:lnTo>
                <a:lnTo>
                  <a:pt x="302" y="519"/>
                </a:lnTo>
                <a:lnTo>
                  <a:pt x="327" y="515"/>
                </a:lnTo>
                <a:lnTo>
                  <a:pt x="350" y="506"/>
                </a:lnTo>
                <a:lnTo>
                  <a:pt x="369" y="492"/>
                </a:lnTo>
                <a:lnTo>
                  <a:pt x="384" y="473"/>
                </a:lnTo>
                <a:lnTo>
                  <a:pt x="394" y="450"/>
                </a:lnTo>
                <a:lnTo>
                  <a:pt x="396" y="425"/>
                </a:lnTo>
                <a:lnTo>
                  <a:pt x="394" y="399"/>
                </a:lnTo>
                <a:lnTo>
                  <a:pt x="384" y="377"/>
                </a:lnTo>
                <a:lnTo>
                  <a:pt x="369" y="358"/>
                </a:lnTo>
                <a:lnTo>
                  <a:pt x="350" y="343"/>
                </a:lnTo>
                <a:lnTo>
                  <a:pt x="327" y="333"/>
                </a:lnTo>
                <a:lnTo>
                  <a:pt x="302" y="329"/>
                </a:lnTo>
                <a:close/>
                <a:moveTo>
                  <a:pt x="301" y="313"/>
                </a:moveTo>
                <a:lnTo>
                  <a:pt x="332" y="317"/>
                </a:lnTo>
                <a:lnTo>
                  <a:pt x="358" y="328"/>
                </a:lnTo>
                <a:lnTo>
                  <a:pt x="381" y="346"/>
                </a:lnTo>
                <a:lnTo>
                  <a:pt x="399" y="369"/>
                </a:lnTo>
                <a:lnTo>
                  <a:pt x="411" y="396"/>
                </a:lnTo>
                <a:lnTo>
                  <a:pt x="416" y="426"/>
                </a:lnTo>
                <a:lnTo>
                  <a:pt x="411" y="456"/>
                </a:lnTo>
                <a:lnTo>
                  <a:pt x="399" y="484"/>
                </a:lnTo>
                <a:lnTo>
                  <a:pt x="381" y="507"/>
                </a:lnTo>
                <a:lnTo>
                  <a:pt x="358" y="525"/>
                </a:lnTo>
                <a:lnTo>
                  <a:pt x="332" y="537"/>
                </a:lnTo>
                <a:lnTo>
                  <a:pt x="301" y="541"/>
                </a:lnTo>
                <a:lnTo>
                  <a:pt x="271" y="537"/>
                </a:lnTo>
                <a:lnTo>
                  <a:pt x="243" y="525"/>
                </a:lnTo>
                <a:lnTo>
                  <a:pt x="220" y="507"/>
                </a:lnTo>
                <a:lnTo>
                  <a:pt x="202" y="484"/>
                </a:lnTo>
                <a:lnTo>
                  <a:pt x="191" y="456"/>
                </a:lnTo>
                <a:lnTo>
                  <a:pt x="187" y="426"/>
                </a:lnTo>
                <a:lnTo>
                  <a:pt x="191" y="396"/>
                </a:lnTo>
                <a:lnTo>
                  <a:pt x="202" y="369"/>
                </a:lnTo>
                <a:lnTo>
                  <a:pt x="220" y="346"/>
                </a:lnTo>
                <a:lnTo>
                  <a:pt x="243" y="328"/>
                </a:lnTo>
                <a:lnTo>
                  <a:pt x="271" y="317"/>
                </a:lnTo>
                <a:lnTo>
                  <a:pt x="301" y="313"/>
                </a:lnTo>
                <a:close/>
                <a:moveTo>
                  <a:pt x="41" y="313"/>
                </a:moveTo>
                <a:lnTo>
                  <a:pt x="230" y="313"/>
                </a:lnTo>
                <a:lnTo>
                  <a:pt x="227" y="314"/>
                </a:lnTo>
                <a:lnTo>
                  <a:pt x="221" y="316"/>
                </a:lnTo>
                <a:lnTo>
                  <a:pt x="213" y="321"/>
                </a:lnTo>
                <a:lnTo>
                  <a:pt x="202" y="328"/>
                </a:lnTo>
                <a:lnTo>
                  <a:pt x="193" y="338"/>
                </a:lnTo>
                <a:lnTo>
                  <a:pt x="182" y="351"/>
                </a:lnTo>
                <a:lnTo>
                  <a:pt x="174" y="369"/>
                </a:lnTo>
                <a:lnTo>
                  <a:pt x="168" y="392"/>
                </a:lnTo>
                <a:lnTo>
                  <a:pt x="165" y="418"/>
                </a:lnTo>
                <a:lnTo>
                  <a:pt x="168" y="451"/>
                </a:lnTo>
                <a:lnTo>
                  <a:pt x="175" y="478"/>
                </a:lnTo>
                <a:lnTo>
                  <a:pt x="187" y="503"/>
                </a:lnTo>
                <a:lnTo>
                  <a:pt x="204" y="525"/>
                </a:lnTo>
                <a:lnTo>
                  <a:pt x="221" y="541"/>
                </a:lnTo>
                <a:lnTo>
                  <a:pt x="243" y="553"/>
                </a:lnTo>
                <a:lnTo>
                  <a:pt x="268" y="560"/>
                </a:lnTo>
                <a:lnTo>
                  <a:pt x="293" y="563"/>
                </a:lnTo>
                <a:lnTo>
                  <a:pt x="313" y="563"/>
                </a:lnTo>
                <a:lnTo>
                  <a:pt x="335" y="559"/>
                </a:lnTo>
                <a:lnTo>
                  <a:pt x="355" y="553"/>
                </a:lnTo>
                <a:lnTo>
                  <a:pt x="375" y="545"/>
                </a:lnTo>
                <a:lnTo>
                  <a:pt x="392" y="534"/>
                </a:lnTo>
                <a:lnTo>
                  <a:pt x="407" y="519"/>
                </a:lnTo>
                <a:lnTo>
                  <a:pt x="421" y="500"/>
                </a:lnTo>
                <a:lnTo>
                  <a:pt x="431" y="477"/>
                </a:lnTo>
                <a:lnTo>
                  <a:pt x="437" y="451"/>
                </a:lnTo>
                <a:lnTo>
                  <a:pt x="439" y="418"/>
                </a:lnTo>
                <a:lnTo>
                  <a:pt x="439" y="415"/>
                </a:lnTo>
                <a:lnTo>
                  <a:pt x="439" y="407"/>
                </a:lnTo>
                <a:lnTo>
                  <a:pt x="437" y="394"/>
                </a:lnTo>
                <a:lnTo>
                  <a:pt x="432" y="379"/>
                </a:lnTo>
                <a:lnTo>
                  <a:pt x="425" y="361"/>
                </a:lnTo>
                <a:lnTo>
                  <a:pt x="414" y="344"/>
                </a:lnTo>
                <a:lnTo>
                  <a:pt x="398" y="327"/>
                </a:lnTo>
                <a:lnTo>
                  <a:pt x="377" y="313"/>
                </a:lnTo>
                <a:lnTo>
                  <a:pt x="563" y="313"/>
                </a:lnTo>
                <a:lnTo>
                  <a:pt x="569" y="314"/>
                </a:lnTo>
                <a:lnTo>
                  <a:pt x="574" y="316"/>
                </a:lnTo>
                <a:lnTo>
                  <a:pt x="578" y="318"/>
                </a:lnTo>
                <a:lnTo>
                  <a:pt x="581" y="324"/>
                </a:lnTo>
                <a:lnTo>
                  <a:pt x="584" y="328"/>
                </a:lnTo>
                <a:lnTo>
                  <a:pt x="584" y="333"/>
                </a:lnTo>
                <a:lnTo>
                  <a:pt x="584" y="563"/>
                </a:lnTo>
                <a:lnTo>
                  <a:pt x="584" y="568"/>
                </a:lnTo>
                <a:lnTo>
                  <a:pt x="581" y="574"/>
                </a:lnTo>
                <a:lnTo>
                  <a:pt x="578" y="578"/>
                </a:lnTo>
                <a:lnTo>
                  <a:pt x="574" y="581"/>
                </a:lnTo>
                <a:lnTo>
                  <a:pt x="569" y="584"/>
                </a:lnTo>
                <a:lnTo>
                  <a:pt x="563" y="585"/>
                </a:lnTo>
                <a:lnTo>
                  <a:pt x="41" y="585"/>
                </a:lnTo>
                <a:lnTo>
                  <a:pt x="36" y="584"/>
                </a:lnTo>
                <a:lnTo>
                  <a:pt x="32" y="581"/>
                </a:lnTo>
                <a:lnTo>
                  <a:pt x="27" y="578"/>
                </a:lnTo>
                <a:lnTo>
                  <a:pt x="23" y="574"/>
                </a:lnTo>
                <a:lnTo>
                  <a:pt x="22" y="568"/>
                </a:lnTo>
                <a:lnTo>
                  <a:pt x="21" y="563"/>
                </a:lnTo>
                <a:lnTo>
                  <a:pt x="21" y="333"/>
                </a:lnTo>
                <a:lnTo>
                  <a:pt x="22" y="328"/>
                </a:lnTo>
                <a:lnTo>
                  <a:pt x="23" y="324"/>
                </a:lnTo>
                <a:lnTo>
                  <a:pt x="27" y="318"/>
                </a:lnTo>
                <a:lnTo>
                  <a:pt x="32" y="316"/>
                </a:lnTo>
                <a:lnTo>
                  <a:pt x="36" y="314"/>
                </a:lnTo>
                <a:lnTo>
                  <a:pt x="41" y="313"/>
                </a:lnTo>
                <a:close/>
                <a:moveTo>
                  <a:pt x="271" y="230"/>
                </a:moveTo>
                <a:lnTo>
                  <a:pt x="313" y="230"/>
                </a:lnTo>
                <a:lnTo>
                  <a:pt x="319" y="230"/>
                </a:lnTo>
                <a:lnTo>
                  <a:pt x="324" y="232"/>
                </a:lnTo>
                <a:lnTo>
                  <a:pt x="328" y="235"/>
                </a:lnTo>
                <a:lnTo>
                  <a:pt x="331" y="240"/>
                </a:lnTo>
                <a:lnTo>
                  <a:pt x="334" y="245"/>
                </a:lnTo>
                <a:lnTo>
                  <a:pt x="334" y="250"/>
                </a:lnTo>
                <a:lnTo>
                  <a:pt x="334" y="256"/>
                </a:lnTo>
                <a:lnTo>
                  <a:pt x="331" y="261"/>
                </a:lnTo>
                <a:lnTo>
                  <a:pt x="328" y="265"/>
                </a:lnTo>
                <a:lnTo>
                  <a:pt x="324" y="268"/>
                </a:lnTo>
                <a:lnTo>
                  <a:pt x="319" y="269"/>
                </a:lnTo>
                <a:lnTo>
                  <a:pt x="313" y="271"/>
                </a:lnTo>
                <a:lnTo>
                  <a:pt x="271" y="271"/>
                </a:lnTo>
                <a:lnTo>
                  <a:pt x="265" y="269"/>
                </a:lnTo>
                <a:lnTo>
                  <a:pt x="261" y="268"/>
                </a:lnTo>
                <a:lnTo>
                  <a:pt x="257" y="265"/>
                </a:lnTo>
                <a:lnTo>
                  <a:pt x="253" y="261"/>
                </a:lnTo>
                <a:lnTo>
                  <a:pt x="252" y="256"/>
                </a:lnTo>
                <a:lnTo>
                  <a:pt x="250" y="250"/>
                </a:lnTo>
                <a:lnTo>
                  <a:pt x="252" y="245"/>
                </a:lnTo>
                <a:lnTo>
                  <a:pt x="253" y="240"/>
                </a:lnTo>
                <a:lnTo>
                  <a:pt x="257" y="235"/>
                </a:lnTo>
                <a:lnTo>
                  <a:pt x="261" y="232"/>
                </a:lnTo>
                <a:lnTo>
                  <a:pt x="265" y="230"/>
                </a:lnTo>
                <a:lnTo>
                  <a:pt x="271" y="230"/>
                </a:lnTo>
                <a:close/>
                <a:moveTo>
                  <a:pt x="127" y="187"/>
                </a:moveTo>
                <a:lnTo>
                  <a:pt x="375" y="187"/>
                </a:lnTo>
                <a:lnTo>
                  <a:pt x="376" y="208"/>
                </a:lnTo>
                <a:lnTo>
                  <a:pt x="383" y="221"/>
                </a:lnTo>
                <a:lnTo>
                  <a:pt x="391" y="232"/>
                </a:lnTo>
                <a:lnTo>
                  <a:pt x="401" y="240"/>
                </a:lnTo>
                <a:lnTo>
                  <a:pt x="411" y="246"/>
                </a:lnTo>
                <a:lnTo>
                  <a:pt x="421" y="249"/>
                </a:lnTo>
                <a:lnTo>
                  <a:pt x="431" y="250"/>
                </a:lnTo>
                <a:lnTo>
                  <a:pt x="436" y="250"/>
                </a:lnTo>
                <a:lnTo>
                  <a:pt x="439" y="250"/>
                </a:lnTo>
                <a:lnTo>
                  <a:pt x="584" y="250"/>
                </a:lnTo>
                <a:lnTo>
                  <a:pt x="581" y="266"/>
                </a:lnTo>
                <a:lnTo>
                  <a:pt x="571" y="280"/>
                </a:lnTo>
                <a:lnTo>
                  <a:pt x="559" y="288"/>
                </a:lnTo>
                <a:lnTo>
                  <a:pt x="543" y="292"/>
                </a:lnTo>
                <a:lnTo>
                  <a:pt x="332" y="292"/>
                </a:lnTo>
                <a:lnTo>
                  <a:pt x="342" y="290"/>
                </a:lnTo>
                <a:lnTo>
                  <a:pt x="349" y="286"/>
                </a:lnTo>
                <a:lnTo>
                  <a:pt x="353" y="279"/>
                </a:lnTo>
                <a:lnTo>
                  <a:pt x="354" y="273"/>
                </a:lnTo>
                <a:lnTo>
                  <a:pt x="355" y="268"/>
                </a:lnTo>
                <a:lnTo>
                  <a:pt x="355" y="266"/>
                </a:lnTo>
                <a:lnTo>
                  <a:pt x="355" y="234"/>
                </a:lnTo>
                <a:lnTo>
                  <a:pt x="354" y="223"/>
                </a:lnTo>
                <a:lnTo>
                  <a:pt x="347" y="215"/>
                </a:lnTo>
                <a:lnTo>
                  <a:pt x="340" y="210"/>
                </a:lnTo>
                <a:lnTo>
                  <a:pt x="335" y="209"/>
                </a:lnTo>
                <a:lnTo>
                  <a:pt x="332" y="208"/>
                </a:lnTo>
                <a:lnTo>
                  <a:pt x="252" y="208"/>
                </a:lnTo>
                <a:lnTo>
                  <a:pt x="241" y="210"/>
                </a:lnTo>
                <a:lnTo>
                  <a:pt x="234" y="215"/>
                </a:lnTo>
                <a:lnTo>
                  <a:pt x="230" y="221"/>
                </a:lnTo>
                <a:lnTo>
                  <a:pt x="228" y="225"/>
                </a:lnTo>
                <a:lnTo>
                  <a:pt x="228" y="228"/>
                </a:lnTo>
                <a:lnTo>
                  <a:pt x="230" y="271"/>
                </a:lnTo>
                <a:lnTo>
                  <a:pt x="231" y="280"/>
                </a:lnTo>
                <a:lnTo>
                  <a:pt x="237" y="287"/>
                </a:lnTo>
                <a:lnTo>
                  <a:pt x="243" y="290"/>
                </a:lnTo>
                <a:lnTo>
                  <a:pt x="247" y="291"/>
                </a:lnTo>
                <a:lnTo>
                  <a:pt x="250" y="292"/>
                </a:lnTo>
                <a:lnTo>
                  <a:pt x="63" y="292"/>
                </a:lnTo>
                <a:lnTo>
                  <a:pt x="47" y="288"/>
                </a:lnTo>
                <a:lnTo>
                  <a:pt x="33" y="280"/>
                </a:lnTo>
                <a:lnTo>
                  <a:pt x="23" y="266"/>
                </a:lnTo>
                <a:lnTo>
                  <a:pt x="21" y="250"/>
                </a:lnTo>
                <a:lnTo>
                  <a:pt x="21" y="230"/>
                </a:lnTo>
                <a:lnTo>
                  <a:pt x="105" y="230"/>
                </a:lnTo>
                <a:lnTo>
                  <a:pt x="107" y="228"/>
                </a:lnTo>
                <a:lnTo>
                  <a:pt x="114" y="221"/>
                </a:lnTo>
                <a:lnTo>
                  <a:pt x="120" y="213"/>
                </a:lnTo>
                <a:lnTo>
                  <a:pt x="126" y="201"/>
                </a:lnTo>
                <a:lnTo>
                  <a:pt x="127" y="187"/>
                </a:lnTo>
                <a:close/>
                <a:moveTo>
                  <a:pt x="21" y="167"/>
                </a:moveTo>
                <a:lnTo>
                  <a:pt x="83" y="167"/>
                </a:lnTo>
                <a:lnTo>
                  <a:pt x="89" y="168"/>
                </a:lnTo>
                <a:lnTo>
                  <a:pt x="94" y="169"/>
                </a:lnTo>
                <a:lnTo>
                  <a:pt x="98" y="174"/>
                </a:lnTo>
                <a:lnTo>
                  <a:pt x="101" y="178"/>
                </a:lnTo>
                <a:lnTo>
                  <a:pt x="104" y="182"/>
                </a:lnTo>
                <a:lnTo>
                  <a:pt x="104" y="187"/>
                </a:lnTo>
                <a:lnTo>
                  <a:pt x="104" y="193"/>
                </a:lnTo>
                <a:lnTo>
                  <a:pt x="101" y="198"/>
                </a:lnTo>
                <a:lnTo>
                  <a:pt x="98" y="202"/>
                </a:lnTo>
                <a:lnTo>
                  <a:pt x="94" y="206"/>
                </a:lnTo>
                <a:lnTo>
                  <a:pt x="89" y="208"/>
                </a:lnTo>
                <a:lnTo>
                  <a:pt x="83" y="209"/>
                </a:lnTo>
                <a:lnTo>
                  <a:pt x="21" y="209"/>
                </a:lnTo>
                <a:lnTo>
                  <a:pt x="15" y="208"/>
                </a:lnTo>
                <a:lnTo>
                  <a:pt x="10" y="206"/>
                </a:lnTo>
                <a:lnTo>
                  <a:pt x="6" y="202"/>
                </a:lnTo>
                <a:lnTo>
                  <a:pt x="3" y="198"/>
                </a:lnTo>
                <a:lnTo>
                  <a:pt x="0" y="193"/>
                </a:lnTo>
                <a:lnTo>
                  <a:pt x="0" y="187"/>
                </a:lnTo>
                <a:lnTo>
                  <a:pt x="0" y="182"/>
                </a:lnTo>
                <a:lnTo>
                  <a:pt x="3" y="178"/>
                </a:lnTo>
                <a:lnTo>
                  <a:pt x="6" y="174"/>
                </a:lnTo>
                <a:lnTo>
                  <a:pt x="10" y="169"/>
                </a:lnTo>
                <a:lnTo>
                  <a:pt x="15" y="168"/>
                </a:lnTo>
                <a:lnTo>
                  <a:pt x="21" y="167"/>
                </a:lnTo>
                <a:close/>
                <a:moveTo>
                  <a:pt x="511" y="82"/>
                </a:moveTo>
                <a:lnTo>
                  <a:pt x="499" y="85"/>
                </a:lnTo>
                <a:lnTo>
                  <a:pt x="488" y="92"/>
                </a:lnTo>
                <a:lnTo>
                  <a:pt x="481" y="102"/>
                </a:lnTo>
                <a:lnTo>
                  <a:pt x="478" y="115"/>
                </a:lnTo>
                <a:lnTo>
                  <a:pt x="481" y="127"/>
                </a:lnTo>
                <a:lnTo>
                  <a:pt x="488" y="137"/>
                </a:lnTo>
                <a:lnTo>
                  <a:pt x="499" y="143"/>
                </a:lnTo>
                <a:lnTo>
                  <a:pt x="511" y="146"/>
                </a:lnTo>
                <a:lnTo>
                  <a:pt x="524" y="143"/>
                </a:lnTo>
                <a:lnTo>
                  <a:pt x="533" y="137"/>
                </a:lnTo>
                <a:lnTo>
                  <a:pt x="540" y="127"/>
                </a:lnTo>
                <a:lnTo>
                  <a:pt x="543" y="115"/>
                </a:lnTo>
                <a:lnTo>
                  <a:pt x="540" y="102"/>
                </a:lnTo>
                <a:lnTo>
                  <a:pt x="533" y="92"/>
                </a:lnTo>
                <a:lnTo>
                  <a:pt x="524" y="85"/>
                </a:lnTo>
                <a:lnTo>
                  <a:pt x="511" y="82"/>
                </a:lnTo>
                <a:close/>
                <a:moveTo>
                  <a:pt x="459" y="0"/>
                </a:moveTo>
                <a:lnTo>
                  <a:pt x="563" y="0"/>
                </a:lnTo>
                <a:lnTo>
                  <a:pt x="584" y="3"/>
                </a:lnTo>
                <a:lnTo>
                  <a:pt x="600" y="12"/>
                </a:lnTo>
                <a:lnTo>
                  <a:pt x="614" y="26"/>
                </a:lnTo>
                <a:lnTo>
                  <a:pt x="623" y="42"/>
                </a:lnTo>
                <a:lnTo>
                  <a:pt x="625" y="63"/>
                </a:lnTo>
                <a:lnTo>
                  <a:pt x="625" y="167"/>
                </a:lnTo>
                <a:lnTo>
                  <a:pt x="623" y="187"/>
                </a:lnTo>
                <a:lnTo>
                  <a:pt x="614" y="204"/>
                </a:lnTo>
                <a:lnTo>
                  <a:pt x="600" y="217"/>
                </a:lnTo>
                <a:lnTo>
                  <a:pt x="584" y="227"/>
                </a:lnTo>
                <a:lnTo>
                  <a:pt x="563" y="230"/>
                </a:lnTo>
                <a:lnTo>
                  <a:pt x="459" y="230"/>
                </a:lnTo>
                <a:lnTo>
                  <a:pt x="439" y="227"/>
                </a:lnTo>
                <a:lnTo>
                  <a:pt x="422" y="217"/>
                </a:lnTo>
                <a:lnTo>
                  <a:pt x="409" y="204"/>
                </a:lnTo>
                <a:lnTo>
                  <a:pt x="399" y="187"/>
                </a:lnTo>
                <a:lnTo>
                  <a:pt x="396" y="167"/>
                </a:lnTo>
                <a:lnTo>
                  <a:pt x="396" y="63"/>
                </a:lnTo>
                <a:lnTo>
                  <a:pt x="399" y="42"/>
                </a:lnTo>
                <a:lnTo>
                  <a:pt x="409" y="26"/>
                </a:lnTo>
                <a:lnTo>
                  <a:pt x="422" y="12"/>
                </a:lnTo>
                <a:lnTo>
                  <a:pt x="439" y="3"/>
                </a:lnTo>
                <a:lnTo>
                  <a:pt x="45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1113478" y="4681643"/>
            <a:ext cx="1080000" cy="855719"/>
          </a:xfrm>
          <a:custGeom>
            <a:avLst/>
            <a:gdLst>
              <a:gd name="T0" fmla="*/ 79 w 626"/>
              <a:gd name="T1" fmla="*/ 64 h 496"/>
              <a:gd name="T2" fmla="*/ 69 w 626"/>
              <a:gd name="T3" fmla="*/ 70 h 496"/>
              <a:gd name="T4" fmla="*/ 64 w 626"/>
              <a:gd name="T5" fmla="*/ 79 h 496"/>
              <a:gd name="T6" fmla="*/ 63 w 626"/>
              <a:gd name="T7" fmla="*/ 325 h 496"/>
              <a:gd name="T8" fmla="*/ 65 w 626"/>
              <a:gd name="T9" fmla="*/ 336 h 496"/>
              <a:gd name="T10" fmla="*/ 74 w 626"/>
              <a:gd name="T11" fmla="*/ 343 h 496"/>
              <a:gd name="T12" fmla="*/ 84 w 626"/>
              <a:gd name="T13" fmla="*/ 346 h 496"/>
              <a:gd name="T14" fmla="*/ 546 w 626"/>
              <a:gd name="T15" fmla="*/ 346 h 496"/>
              <a:gd name="T16" fmla="*/ 556 w 626"/>
              <a:gd name="T17" fmla="*/ 340 h 496"/>
              <a:gd name="T18" fmla="*/ 561 w 626"/>
              <a:gd name="T19" fmla="*/ 331 h 496"/>
              <a:gd name="T20" fmla="*/ 563 w 626"/>
              <a:gd name="T21" fmla="*/ 85 h 496"/>
              <a:gd name="T22" fmla="*/ 559 w 626"/>
              <a:gd name="T23" fmla="*/ 74 h 496"/>
              <a:gd name="T24" fmla="*/ 552 w 626"/>
              <a:gd name="T25" fmla="*/ 67 h 496"/>
              <a:gd name="T26" fmla="*/ 541 w 626"/>
              <a:gd name="T27" fmla="*/ 64 h 496"/>
              <a:gd name="T28" fmla="*/ 582 w 626"/>
              <a:gd name="T29" fmla="*/ 0 h 496"/>
              <a:gd name="T30" fmla="*/ 594 w 626"/>
              <a:gd name="T31" fmla="*/ 1 h 496"/>
              <a:gd name="T32" fmla="*/ 611 w 626"/>
              <a:gd name="T33" fmla="*/ 10 h 496"/>
              <a:gd name="T34" fmla="*/ 623 w 626"/>
              <a:gd name="T35" fmla="*/ 29 h 496"/>
              <a:gd name="T36" fmla="*/ 626 w 626"/>
              <a:gd name="T37" fmla="*/ 451 h 496"/>
              <a:gd name="T38" fmla="*/ 626 w 626"/>
              <a:gd name="T39" fmla="*/ 458 h 496"/>
              <a:gd name="T40" fmla="*/ 620 w 626"/>
              <a:gd name="T41" fmla="*/ 473 h 496"/>
              <a:gd name="T42" fmla="*/ 607 w 626"/>
              <a:gd name="T43" fmla="*/ 489 h 496"/>
              <a:gd name="T44" fmla="*/ 578 w 626"/>
              <a:gd name="T45" fmla="*/ 496 h 496"/>
              <a:gd name="T46" fmla="*/ 541 w 626"/>
              <a:gd name="T47" fmla="*/ 496 h 496"/>
              <a:gd name="T48" fmla="*/ 529 w 626"/>
              <a:gd name="T49" fmla="*/ 496 h 496"/>
              <a:gd name="T50" fmla="*/ 511 w 626"/>
              <a:gd name="T51" fmla="*/ 488 h 496"/>
              <a:gd name="T52" fmla="*/ 499 w 626"/>
              <a:gd name="T53" fmla="*/ 470 h 496"/>
              <a:gd name="T54" fmla="*/ 497 w 626"/>
              <a:gd name="T55" fmla="*/ 428 h 496"/>
              <a:gd name="T56" fmla="*/ 494 w 626"/>
              <a:gd name="T57" fmla="*/ 421 h 496"/>
              <a:gd name="T58" fmla="*/ 482 w 626"/>
              <a:gd name="T59" fmla="*/ 411 h 496"/>
              <a:gd name="T60" fmla="*/ 147 w 626"/>
              <a:gd name="T61" fmla="*/ 410 h 496"/>
              <a:gd name="T62" fmla="*/ 146 w 626"/>
              <a:gd name="T63" fmla="*/ 410 h 496"/>
              <a:gd name="T64" fmla="*/ 141 w 626"/>
              <a:gd name="T65" fmla="*/ 411 h 496"/>
              <a:gd name="T66" fmla="*/ 135 w 626"/>
              <a:gd name="T67" fmla="*/ 414 h 496"/>
              <a:gd name="T68" fmla="*/ 130 w 626"/>
              <a:gd name="T69" fmla="*/ 421 h 496"/>
              <a:gd name="T70" fmla="*/ 127 w 626"/>
              <a:gd name="T71" fmla="*/ 432 h 496"/>
              <a:gd name="T72" fmla="*/ 127 w 626"/>
              <a:gd name="T73" fmla="*/ 458 h 496"/>
              <a:gd name="T74" fmla="*/ 124 w 626"/>
              <a:gd name="T75" fmla="*/ 471 h 496"/>
              <a:gd name="T76" fmla="*/ 110 w 626"/>
              <a:gd name="T77" fmla="*/ 488 h 496"/>
              <a:gd name="T78" fmla="*/ 84 w 626"/>
              <a:gd name="T79" fmla="*/ 496 h 496"/>
              <a:gd name="T80" fmla="*/ 38 w 626"/>
              <a:gd name="T81" fmla="*/ 496 h 496"/>
              <a:gd name="T82" fmla="*/ 24 w 626"/>
              <a:gd name="T83" fmla="*/ 493 h 496"/>
              <a:gd name="T84" fmla="*/ 8 w 626"/>
              <a:gd name="T85" fmla="*/ 481 h 496"/>
              <a:gd name="T86" fmla="*/ 0 w 626"/>
              <a:gd name="T87" fmla="*/ 455 h 496"/>
              <a:gd name="T88" fmla="*/ 0 w 626"/>
              <a:gd name="T89" fmla="*/ 41 h 496"/>
              <a:gd name="T90" fmla="*/ 2 w 626"/>
              <a:gd name="T91" fmla="*/ 26 h 496"/>
              <a:gd name="T92" fmla="*/ 13 w 626"/>
              <a:gd name="T93" fmla="*/ 8 h 496"/>
              <a:gd name="T94" fmla="*/ 41 w 626"/>
              <a:gd name="T95" fmla="*/ 0 h 496"/>
              <a:gd name="T96" fmla="*/ 582 w 626"/>
              <a:gd name="T97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26" h="496">
                <a:moveTo>
                  <a:pt x="84" y="64"/>
                </a:moveTo>
                <a:lnTo>
                  <a:pt x="79" y="64"/>
                </a:lnTo>
                <a:lnTo>
                  <a:pt x="74" y="67"/>
                </a:lnTo>
                <a:lnTo>
                  <a:pt x="69" y="70"/>
                </a:lnTo>
                <a:lnTo>
                  <a:pt x="65" y="74"/>
                </a:lnTo>
                <a:lnTo>
                  <a:pt x="64" y="79"/>
                </a:lnTo>
                <a:lnTo>
                  <a:pt x="63" y="85"/>
                </a:lnTo>
                <a:lnTo>
                  <a:pt x="63" y="325"/>
                </a:lnTo>
                <a:lnTo>
                  <a:pt x="64" y="331"/>
                </a:lnTo>
                <a:lnTo>
                  <a:pt x="65" y="336"/>
                </a:lnTo>
                <a:lnTo>
                  <a:pt x="69" y="340"/>
                </a:lnTo>
                <a:lnTo>
                  <a:pt x="74" y="343"/>
                </a:lnTo>
                <a:lnTo>
                  <a:pt x="79" y="346"/>
                </a:lnTo>
                <a:lnTo>
                  <a:pt x="84" y="346"/>
                </a:lnTo>
                <a:lnTo>
                  <a:pt x="541" y="346"/>
                </a:lnTo>
                <a:lnTo>
                  <a:pt x="546" y="346"/>
                </a:lnTo>
                <a:lnTo>
                  <a:pt x="552" y="343"/>
                </a:lnTo>
                <a:lnTo>
                  <a:pt x="556" y="340"/>
                </a:lnTo>
                <a:lnTo>
                  <a:pt x="559" y="336"/>
                </a:lnTo>
                <a:lnTo>
                  <a:pt x="561" y="331"/>
                </a:lnTo>
                <a:lnTo>
                  <a:pt x="563" y="325"/>
                </a:lnTo>
                <a:lnTo>
                  <a:pt x="563" y="85"/>
                </a:lnTo>
                <a:lnTo>
                  <a:pt x="561" y="79"/>
                </a:lnTo>
                <a:lnTo>
                  <a:pt x="559" y="74"/>
                </a:lnTo>
                <a:lnTo>
                  <a:pt x="556" y="70"/>
                </a:lnTo>
                <a:lnTo>
                  <a:pt x="552" y="67"/>
                </a:lnTo>
                <a:lnTo>
                  <a:pt x="546" y="64"/>
                </a:lnTo>
                <a:lnTo>
                  <a:pt x="541" y="64"/>
                </a:lnTo>
                <a:lnTo>
                  <a:pt x="84" y="64"/>
                </a:lnTo>
                <a:close/>
                <a:moveTo>
                  <a:pt x="582" y="0"/>
                </a:moveTo>
                <a:lnTo>
                  <a:pt x="587" y="0"/>
                </a:lnTo>
                <a:lnTo>
                  <a:pt x="594" y="1"/>
                </a:lnTo>
                <a:lnTo>
                  <a:pt x="602" y="4"/>
                </a:lnTo>
                <a:lnTo>
                  <a:pt x="611" y="10"/>
                </a:lnTo>
                <a:lnTo>
                  <a:pt x="617" y="18"/>
                </a:lnTo>
                <a:lnTo>
                  <a:pt x="623" y="29"/>
                </a:lnTo>
                <a:lnTo>
                  <a:pt x="626" y="45"/>
                </a:lnTo>
                <a:lnTo>
                  <a:pt x="626" y="451"/>
                </a:lnTo>
                <a:lnTo>
                  <a:pt x="626" y="452"/>
                </a:lnTo>
                <a:lnTo>
                  <a:pt x="626" y="458"/>
                </a:lnTo>
                <a:lnTo>
                  <a:pt x="624" y="465"/>
                </a:lnTo>
                <a:lnTo>
                  <a:pt x="620" y="473"/>
                </a:lnTo>
                <a:lnTo>
                  <a:pt x="616" y="482"/>
                </a:lnTo>
                <a:lnTo>
                  <a:pt x="607" y="489"/>
                </a:lnTo>
                <a:lnTo>
                  <a:pt x="594" y="495"/>
                </a:lnTo>
                <a:lnTo>
                  <a:pt x="578" y="496"/>
                </a:lnTo>
                <a:lnTo>
                  <a:pt x="542" y="496"/>
                </a:lnTo>
                <a:lnTo>
                  <a:pt x="541" y="496"/>
                </a:lnTo>
                <a:lnTo>
                  <a:pt x="535" y="496"/>
                </a:lnTo>
                <a:lnTo>
                  <a:pt x="529" y="496"/>
                </a:lnTo>
                <a:lnTo>
                  <a:pt x="519" y="493"/>
                </a:lnTo>
                <a:lnTo>
                  <a:pt x="511" y="488"/>
                </a:lnTo>
                <a:lnTo>
                  <a:pt x="504" y="481"/>
                </a:lnTo>
                <a:lnTo>
                  <a:pt x="499" y="470"/>
                </a:lnTo>
                <a:lnTo>
                  <a:pt x="497" y="455"/>
                </a:lnTo>
                <a:lnTo>
                  <a:pt x="497" y="428"/>
                </a:lnTo>
                <a:lnTo>
                  <a:pt x="496" y="425"/>
                </a:lnTo>
                <a:lnTo>
                  <a:pt x="494" y="421"/>
                </a:lnTo>
                <a:lnTo>
                  <a:pt x="490" y="415"/>
                </a:lnTo>
                <a:lnTo>
                  <a:pt x="482" y="411"/>
                </a:lnTo>
                <a:lnTo>
                  <a:pt x="473" y="410"/>
                </a:lnTo>
                <a:lnTo>
                  <a:pt x="147" y="410"/>
                </a:lnTo>
                <a:lnTo>
                  <a:pt x="147" y="410"/>
                </a:lnTo>
                <a:lnTo>
                  <a:pt x="146" y="410"/>
                </a:lnTo>
                <a:lnTo>
                  <a:pt x="143" y="410"/>
                </a:lnTo>
                <a:lnTo>
                  <a:pt x="141" y="411"/>
                </a:lnTo>
                <a:lnTo>
                  <a:pt x="138" y="413"/>
                </a:lnTo>
                <a:lnTo>
                  <a:pt x="135" y="414"/>
                </a:lnTo>
                <a:lnTo>
                  <a:pt x="132" y="417"/>
                </a:lnTo>
                <a:lnTo>
                  <a:pt x="130" y="421"/>
                </a:lnTo>
                <a:lnTo>
                  <a:pt x="128" y="425"/>
                </a:lnTo>
                <a:lnTo>
                  <a:pt x="127" y="432"/>
                </a:lnTo>
                <a:lnTo>
                  <a:pt x="127" y="456"/>
                </a:lnTo>
                <a:lnTo>
                  <a:pt x="127" y="458"/>
                </a:lnTo>
                <a:lnTo>
                  <a:pt x="127" y="463"/>
                </a:lnTo>
                <a:lnTo>
                  <a:pt x="124" y="471"/>
                </a:lnTo>
                <a:lnTo>
                  <a:pt x="119" y="481"/>
                </a:lnTo>
                <a:lnTo>
                  <a:pt x="110" y="488"/>
                </a:lnTo>
                <a:lnTo>
                  <a:pt x="100" y="495"/>
                </a:lnTo>
                <a:lnTo>
                  <a:pt x="84" y="496"/>
                </a:lnTo>
                <a:lnTo>
                  <a:pt x="41" y="496"/>
                </a:lnTo>
                <a:lnTo>
                  <a:pt x="38" y="496"/>
                </a:lnTo>
                <a:lnTo>
                  <a:pt x="33" y="495"/>
                </a:lnTo>
                <a:lnTo>
                  <a:pt x="24" y="493"/>
                </a:lnTo>
                <a:lnTo>
                  <a:pt x="16" y="489"/>
                </a:lnTo>
                <a:lnTo>
                  <a:pt x="8" y="481"/>
                </a:lnTo>
                <a:lnTo>
                  <a:pt x="1" y="470"/>
                </a:lnTo>
                <a:lnTo>
                  <a:pt x="0" y="455"/>
                </a:lnTo>
                <a:lnTo>
                  <a:pt x="0" y="44"/>
                </a:lnTo>
                <a:lnTo>
                  <a:pt x="0" y="41"/>
                </a:lnTo>
                <a:lnTo>
                  <a:pt x="0" y="34"/>
                </a:lnTo>
                <a:lnTo>
                  <a:pt x="2" y="26"/>
                </a:lnTo>
                <a:lnTo>
                  <a:pt x="7" y="16"/>
                </a:lnTo>
                <a:lnTo>
                  <a:pt x="13" y="8"/>
                </a:lnTo>
                <a:lnTo>
                  <a:pt x="24" y="3"/>
                </a:lnTo>
                <a:lnTo>
                  <a:pt x="41" y="0"/>
                </a:lnTo>
                <a:lnTo>
                  <a:pt x="579" y="0"/>
                </a:lnTo>
                <a:lnTo>
                  <a:pt x="58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2756996" y="4797152"/>
            <a:ext cx="1080000" cy="555527"/>
          </a:xfrm>
          <a:custGeom>
            <a:avLst/>
            <a:gdLst>
              <a:gd name="T0" fmla="*/ 485 w 626"/>
              <a:gd name="T1" fmla="*/ 262 h 322"/>
              <a:gd name="T2" fmla="*/ 425 w 626"/>
              <a:gd name="T3" fmla="*/ 303 h 322"/>
              <a:gd name="T4" fmla="*/ 182 w 626"/>
              <a:gd name="T5" fmla="*/ 303 h 322"/>
              <a:gd name="T6" fmla="*/ 122 w 626"/>
              <a:gd name="T7" fmla="*/ 262 h 322"/>
              <a:gd name="T8" fmla="*/ 122 w 626"/>
              <a:gd name="T9" fmla="*/ 262 h 322"/>
              <a:gd name="T10" fmla="*/ 101 w 626"/>
              <a:gd name="T11" fmla="*/ 262 h 322"/>
              <a:gd name="T12" fmla="*/ 62 w 626"/>
              <a:gd name="T13" fmla="*/ 303 h 322"/>
              <a:gd name="T14" fmla="*/ 545 w 626"/>
              <a:gd name="T15" fmla="*/ 283 h 322"/>
              <a:gd name="T16" fmla="*/ 607 w 626"/>
              <a:gd name="T17" fmla="*/ 283 h 322"/>
              <a:gd name="T18" fmla="*/ 506 w 626"/>
              <a:gd name="T19" fmla="*/ 202 h 322"/>
              <a:gd name="T20" fmla="*/ 506 w 626"/>
              <a:gd name="T21" fmla="*/ 202 h 322"/>
              <a:gd name="T22" fmla="*/ 485 w 626"/>
              <a:gd name="T23" fmla="*/ 202 h 322"/>
              <a:gd name="T24" fmla="*/ 425 w 626"/>
              <a:gd name="T25" fmla="*/ 242 h 322"/>
              <a:gd name="T26" fmla="*/ 324 w 626"/>
              <a:gd name="T27" fmla="*/ 242 h 322"/>
              <a:gd name="T28" fmla="*/ 262 w 626"/>
              <a:gd name="T29" fmla="*/ 202 h 322"/>
              <a:gd name="T30" fmla="*/ 262 w 626"/>
              <a:gd name="T31" fmla="*/ 202 h 322"/>
              <a:gd name="T32" fmla="*/ 243 w 626"/>
              <a:gd name="T33" fmla="*/ 202 h 322"/>
              <a:gd name="T34" fmla="*/ 182 w 626"/>
              <a:gd name="T35" fmla="*/ 242 h 322"/>
              <a:gd name="T36" fmla="*/ 81 w 626"/>
              <a:gd name="T37" fmla="*/ 242 h 322"/>
              <a:gd name="T38" fmla="*/ 21 w 626"/>
              <a:gd name="T39" fmla="*/ 202 h 322"/>
              <a:gd name="T40" fmla="*/ 21 w 626"/>
              <a:gd name="T41" fmla="*/ 202 h 322"/>
              <a:gd name="T42" fmla="*/ 566 w 626"/>
              <a:gd name="T43" fmla="*/ 182 h 322"/>
              <a:gd name="T44" fmla="*/ 485 w 626"/>
              <a:gd name="T45" fmla="*/ 141 h 322"/>
              <a:gd name="T46" fmla="*/ 485 w 626"/>
              <a:gd name="T47" fmla="*/ 141 h 322"/>
              <a:gd name="T48" fmla="*/ 465 w 626"/>
              <a:gd name="T49" fmla="*/ 141 h 322"/>
              <a:gd name="T50" fmla="*/ 405 w 626"/>
              <a:gd name="T51" fmla="*/ 182 h 322"/>
              <a:gd name="T52" fmla="*/ 303 w 626"/>
              <a:gd name="T53" fmla="*/ 182 h 322"/>
              <a:gd name="T54" fmla="*/ 243 w 626"/>
              <a:gd name="T55" fmla="*/ 141 h 322"/>
              <a:gd name="T56" fmla="*/ 243 w 626"/>
              <a:gd name="T57" fmla="*/ 141 h 322"/>
              <a:gd name="T58" fmla="*/ 223 w 626"/>
              <a:gd name="T59" fmla="*/ 141 h 322"/>
              <a:gd name="T60" fmla="*/ 163 w 626"/>
              <a:gd name="T61" fmla="*/ 182 h 322"/>
              <a:gd name="T62" fmla="*/ 21 w 626"/>
              <a:gd name="T63" fmla="*/ 182 h 322"/>
              <a:gd name="T64" fmla="*/ 526 w 626"/>
              <a:gd name="T65" fmla="*/ 81 h 322"/>
              <a:gd name="T66" fmla="*/ 526 w 626"/>
              <a:gd name="T67" fmla="*/ 81 h 322"/>
              <a:gd name="T68" fmla="*/ 506 w 626"/>
              <a:gd name="T69" fmla="*/ 81 h 322"/>
              <a:gd name="T70" fmla="*/ 444 w 626"/>
              <a:gd name="T71" fmla="*/ 122 h 322"/>
              <a:gd name="T72" fmla="*/ 344 w 626"/>
              <a:gd name="T73" fmla="*/ 122 h 322"/>
              <a:gd name="T74" fmla="*/ 283 w 626"/>
              <a:gd name="T75" fmla="*/ 81 h 322"/>
              <a:gd name="T76" fmla="*/ 283 w 626"/>
              <a:gd name="T77" fmla="*/ 81 h 322"/>
              <a:gd name="T78" fmla="*/ 262 w 626"/>
              <a:gd name="T79" fmla="*/ 81 h 322"/>
              <a:gd name="T80" fmla="*/ 202 w 626"/>
              <a:gd name="T81" fmla="*/ 122 h 322"/>
              <a:gd name="T82" fmla="*/ 101 w 626"/>
              <a:gd name="T83" fmla="*/ 122 h 322"/>
              <a:gd name="T84" fmla="*/ 21 w 626"/>
              <a:gd name="T85" fmla="*/ 81 h 322"/>
              <a:gd name="T86" fmla="*/ 21 w 626"/>
              <a:gd name="T87" fmla="*/ 81 h 322"/>
              <a:gd name="T88" fmla="*/ 607 w 626"/>
              <a:gd name="T89" fmla="*/ 41 h 322"/>
              <a:gd name="T90" fmla="*/ 545 w 626"/>
              <a:gd name="T91" fmla="*/ 60 h 322"/>
              <a:gd name="T92" fmla="*/ 444 w 626"/>
              <a:gd name="T93" fmla="*/ 60 h 322"/>
              <a:gd name="T94" fmla="*/ 384 w 626"/>
              <a:gd name="T95" fmla="*/ 41 h 322"/>
              <a:gd name="T96" fmla="*/ 384 w 626"/>
              <a:gd name="T97" fmla="*/ 41 h 322"/>
              <a:gd name="T98" fmla="*/ 364 w 626"/>
              <a:gd name="T99" fmla="*/ 41 h 322"/>
              <a:gd name="T100" fmla="*/ 303 w 626"/>
              <a:gd name="T101" fmla="*/ 60 h 322"/>
              <a:gd name="T102" fmla="*/ 202 w 626"/>
              <a:gd name="T103" fmla="*/ 60 h 322"/>
              <a:gd name="T104" fmla="*/ 142 w 626"/>
              <a:gd name="T105" fmla="*/ 41 h 322"/>
              <a:gd name="T106" fmla="*/ 142 w 626"/>
              <a:gd name="T107" fmla="*/ 41 h 322"/>
              <a:gd name="T108" fmla="*/ 122 w 626"/>
              <a:gd name="T109" fmla="*/ 41 h 322"/>
              <a:gd name="T110" fmla="*/ 62 w 626"/>
              <a:gd name="T111" fmla="*/ 60 h 322"/>
              <a:gd name="T112" fmla="*/ 607 w 626"/>
              <a:gd name="T113" fmla="*/ 0 h 322"/>
              <a:gd name="T114" fmla="*/ 626 w 626"/>
              <a:gd name="T115" fmla="*/ 14 h 322"/>
              <a:gd name="T116" fmla="*/ 623 w 626"/>
              <a:gd name="T117" fmla="*/ 314 h 322"/>
              <a:gd name="T118" fmla="*/ 21 w 626"/>
              <a:gd name="T119" fmla="*/ 322 h 322"/>
              <a:gd name="T120" fmla="*/ 1 w 626"/>
              <a:gd name="T121" fmla="*/ 309 h 322"/>
              <a:gd name="T122" fmla="*/ 4 w 626"/>
              <a:gd name="T123" fmla="*/ 8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26" h="322">
                <a:moveTo>
                  <a:pt x="444" y="262"/>
                </a:moveTo>
                <a:lnTo>
                  <a:pt x="444" y="303"/>
                </a:lnTo>
                <a:lnTo>
                  <a:pt x="485" y="303"/>
                </a:lnTo>
                <a:lnTo>
                  <a:pt x="485" y="262"/>
                </a:lnTo>
                <a:lnTo>
                  <a:pt x="444" y="262"/>
                </a:lnTo>
                <a:close/>
                <a:moveTo>
                  <a:pt x="384" y="262"/>
                </a:moveTo>
                <a:lnTo>
                  <a:pt x="384" y="303"/>
                </a:lnTo>
                <a:lnTo>
                  <a:pt x="425" y="303"/>
                </a:lnTo>
                <a:lnTo>
                  <a:pt x="425" y="262"/>
                </a:lnTo>
                <a:lnTo>
                  <a:pt x="384" y="262"/>
                </a:lnTo>
                <a:close/>
                <a:moveTo>
                  <a:pt x="182" y="262"/>
                </a:moveTo>
                <a:lnTo>
                  <a:pt x="182" y="303"/>
                </a:lnTo>
                <a:lnTo>
                  <a:pt x="364" y="303"/>
                </a:lnTo>
                <a:lnTo>
                  <a:pt x="364" y="262"/>
                </a:lnTo>
                <a:lnTo>
                  <a:pt x="182" y="262"/>
                </a:lnTo>
                <a:close/>
                <a:moveTo>
                  <a:pt x="122" y="262"/>
                </a:moveTo>
                <a:lnTo>
                  <a:pt x="122" y="303"/>
                </a:lnTo>
                <a:lnTo>
                  <a:pt x="163" y="303"/>
                </a:lnTo>
                <a:lnTo>
                  <a:pt x="163" y="262"/>
                </a:lnTo>
                <a:lnTo>
                  <a:pt x="122" y="262"/>
                </a:lnTo>
                <a:close/>
                <a:moveTo>
                  <a:pt x="81" y="262"/>
                </a:moveTo>
                <a:lnTo>
                  <a:pt x="81" y="303"/>
                </a:lnTo>
                <a:lnTo>
                  <a:pt x="101" y="303"/>
                </a:lnTo>
                <a:lnTo>
                  <a:pt x="101" y="262"/>
                </a:lnTo>
                <a:lnTo>
                  <a:pt x="81" y="262"/>
                </a:lnTo>
                <a:close/>
                <a:moveTo>
                  <a:pt x="21" y="262"/>
                </a:moveTo>
                <a:lnTo>
                  <a:pt x="21" y="303"/>
                </a:lnTo>
                <a:lnTo>
                  <a:pt x="62" y="303"/>
                </a:lnTo>
                <a:lnTo>
                  <a:pt x="62" y="262"/>
                </a:lnTo>
                <a:lnTo>
                  <a:pt x="21" y="262"/>
                </a:lnTo>
                <a:close/>
                <a:moveTo>
                  <a:pt x="545" y="262"/>
                </a:moveTo>
                <a:lnTo>
                  <a:pt x="545" y="283"/>
                </a:lnTo>
                <a:lnTo>
                  <a:pt x="526" y="283"/>
                </a:lnTo>
                <a:lnTo>
                  <a:pt x="526" y="303"/>
                </a:lnTo>
                <a:lnTo>
                  <a:pt x="607" y="303"/>
                </a:lnTo>
                <a:lnTo>
                  <a:pt x="607" y="283"/>
                </a:lnTo>
                <a:lnTo>
                  <a:pt x="586" y="283"/>
                </a:lnTo>
                <a:lnTo>
                  <a:pt x="586" y="262"/>
                </a:lnTo>
                <a:lnTo>
                  <a:pt x="545" y="262"/>
                </a:lnTo>
                <a:close/>
                <a:moveTo>
                  <a:pt x="506" y="202"/>
                </a:moveTo>
                <a:lnTo>
                  <a:pt x="506" y="242"/>
                </a:lnTo>
                <a:lnTo>
                  <a:pt x="607" y="242"/>
                </a:lnTo>
                <a:lnTo>
                  <a:pt x="607" y="202"/>
                </a:lnTo>
                <a:lnTo>
                  <a:pt x="506" y="202"/>
                </a:lnTo>
                <a:close/>
                <a:moveTo>
                  <a:pt x="444" y="202"/>
                </a:moveTo>
                <a:lnTo>
                  <a:pt x="444" y="242"/>
                </a:lnTo>
                <a:lnTo>
                  <a:pt x="485" y="242"/>
                </a:lnTo>
                <a:lnTo>
                  <a:pt x="485" y="202"/>
                </a:lnTo>
                <a:lnTo>
                  <a:pt x="444" y="202"/>
                </a:lnTo>
                <a:close/>
                <a:moveTo>
                  <a:pt x="384" y="202"/>
                </a:moveTo>
                <a:lnTo>
                  <a:pt x="384" y="242"/>
                </a:lnTo>
                <a:lnTo>
                  <a:pt x="425" y="242"/>
                </a:lnTo>
                <a:lnTo>
                  <a:pt x="425" y="202"/>
                </a:lnTo>
                <a:lnTo>
                  <a:pt x="384" y="202"/>
                </a:lnTo>
                <a:close/>
                <a:moveTo>
                  <a:pt x="324" y="202"/>
                </a:moveTo>
                <a:lnTo>
                  <a:pt x="324" y="242"/>
                </a:lnTo>
                <a:lnTo>
                  <a:pt x="364" y="242"/>
                </a:lnTo>
                <a:lnTo>
                  <a:pt x="364" y="202"/>
                </a:lnTo>
                <a:lnTo>
                  <a:pt x="324" y="202"/>
                </a:lnTo>
                <a:close/>
                <a:moveTo>
                  <a:pt x="262" y="202"/>
                </a:moveTo>
                <a:lnTo>
                  <a:pt x="262" y="242"/>
                </a:lnTo>
                <a:lnTo>
                  <a:pt x="303" y="242"/>
                </a:lnTo>
                <a:lnTo>
                  <a:pt x="303" y="202"/>
                </a:lnTo>
                <a:lnTo>
                  <a:pt x="262" y="202"/>
                </a:lnTo>
                <a:close/>
                <a:moveTo>
                  <a:pt x="202" y="202"/>
                </a:moveTo>
                <a:lnTo>
                  <a:pt x="202" y="242"/>
                </a:lnTo>
                <a:lnTo>
                  <a:pt x="243" y="242"/>
                </a:lnTo>
                <a:lnTo>
                  <a:pt x="243" y="202"/>
                </a:lnTo>
                <a:lnTo>
                  <a:pt x="202" y="202"/>
                </a:lnTo>
                <a:close/>
                <a:moveTo>
                  <a:pt x="142" y="202"/>
                </a:moveTo>
                <a:lnTo>
                  <a:pt x="142" y="242"/>
                </a:lnTo>
                <a:lnTo>
                  <a:pt x="182" y="242"/>
                </a:lnTo>
                <a:lnTo>
                  <a:pt x="182" y="202"/>
                </a:lnTo>
                <a:lnTo>
                  <a:pt x="142" y="202"/>
                </a:lnTo>
                <a:close/>
                <a:moveTo>
                  <a:pt x="81" y="202"/>
                </a:moveTo>
                <a:lnTo>
                  <a:pt x="81" y="242"/>
                </a:lnTo>
                <a:lnTo>
                  <a:pt x="122" y="242"/>
                </a:lnTo>
                <a:lnTo>
                  <a:pt x="122" y="202"/>
                </a:lnTo>
                <a:lnTo>
                  <a:pt x="81" y="202"/>
                </a:lnTo>
                <a:close/>
                <a:moveTo>
                  <a:pt x="21" y="202"/>
                </a:moveTo>
                <a:lnTo>
                  <a:pt x="21" y="242"/>
                </a:lnTo>
                <a:lnTo>
                  <a:pt x="62" y="242"/>
                </a:lnTo>
                <a:lnTo>
                  <a:pt x="62" y="202"/>
                </a:lnTo>
                <a:lnTo>
                  <a:pt x="21" y="202"/>
                </a:lnTo>
                <a:close/>
                <a:moveTo>
                  <a:pt x="545" y="141"/>
                </a:moveTo>
                <a:lnTo>
                  <a:pt x="545" y="161"/>
                </a:lnTo>
                <a:lnTo>
                  <a:pt x="566" y="161"/>
                </a:lnTo>
                <a:lnTo>
                  <a:pt x="566" y="182"/>
                </a:lnTo>
                <a:lnTo>
                  <a:pt x="607" y="182"/>
                </a:lnTo>
                <a:lnTo>
                  <a:pt x="607" y="141"/>
                </a:lnTo>
                <a:lnTo>
                  <a:pt x="545" y="141"/>
                </a:lnTo>
                <a:close/>
                <a:moveTo>
                  <a:pt x="485" y="141"/>
                </a:moveTo>
                <a:lnTo>
                  <a:pt x="485" y="182"/>
                </a:lnTo>
                <a:lnTo>
                  <a:pt x="526" y="182"/>
                </a:lnTo>
                <a:lnTo>
                  <a:pt x="526" y="141"/>
                </a:lnTo>
                <a:lnTo>
                  <a:pt x="485" y="141"/>
                </a:lnTo>
                <a:close/>
                <a:moveTo>
                  <a:pt x="425" y="141"/>
                </a:moveTo>
                <a:lnTo>
                  <a:pt x="425" y="182"/>
                </a:lnTo>
                <a:lnTo>
                  <a:pt x="465" y="182"/>
                </a:lnTo>
                <a:lnTo>
                  <a:pt x="465" y="141"/>
                </a:lnTo>
                <a:lnTo>
                  <a:pt x="425" y="141"/>
                </a:lnTo>
                <a:close/>
                <a:moveTo>
                  <a:pt x="364" y="141"/>
                </a:moveTo>
                <a:lnTo>
                  <a:pt x="364" y="182"/>
                </a:lnTo>
                <a:lnTo>
                  <a:pt x="405" y="182"/>
                </a:lnTo>
                <a:lnTo>
                  <a:pt x="405" y="141"/>
                </a:lnTo>
                <a:lnTo>
                  <a:pt x="364" y="141"/>
                </a:lnTo>
                <a:close/>
                <a:moveTo>
                  <a:pt x="303" y="141"/>
                </a:moveTo>
                <a:lnTo>
                  <a:pt x="303" y="182"/>
                </a:lnTo>
                <a:lnTo>
                  <a:pt x="344" y="182"/>
                </a:lnTo>
                <a:lnTo>
                  <a:pt x="344" y="141"/>
                </a:lnTo>
                <a:lnTo>
                  <a:pt x="303" y="141"/>
                </a:lnTo>
                <a:close/>
                <a:moveTo>
                  <a:pt x="243" y="141"/>
                </a:moveTo>
                <a:lnTo>
                  <a:pt x="243" y="182"/>
                </a:lnTo>
                <a:lnTo>
                  <a:pt x="283" y="182"/>
                </a:lnTo>
                <a:lnTo>
                  <a:pt x="283" y="141"/>
                </a:lnTo>
                <a:lnTo>
                  <a:pt x="243" y="141"/>
                </a:lnTo>
                <a:close/>
                <a:moveTo>
                  <a:pt x="182" y="141"/>
                </a:moveTo>
                <a:lnTo>
                  <a:pt x="182" y="182"/>
                </a:lnTo>
                <a:lnTo>
                  <a:pt x="223" y="182"/>
                </a:lnTo>
                <a:lnTo>
                  <a:pt x="223" y="141"/>
                </a:lnTo>
                <a:lnTo>
                  <a:pt x="182" y="141"/>
                </a:lnTo>
                <a:close/>
                <a:moveTo>
                  <a:pt x="122" y="141"/>
                </a:moveTo>
                <a:lnTo>
                  <a:pt x="122" y="182"/>
                </a:lnTo>
                <a:lnTo>
                  <a:pt x="163" y="182"/>
                </a:lnTo>
                <a:lnTo>
                  <a:pt x="163" y="141"/>
                </a:lnTo>
                <a:lnTo>
                  <a:pt x="122" y="141"/>
                </a:lnTo>
                <a:close/>
                <a:moveTo>
                  <a:pt x="21" y="141"/>
                </a:moveTo>
                <a:lnTo>
                  <a:pt x="21" y="182"/>
                </a:lnTo>
                <a:lnTo>
                  <a:pt x="101" y="182"/>
                </a:lnTo>
                <a:lnTo>
                  <a:pt x="101" y="141"/>
                </a:lnTo>
                <a:lnTo>
                  <a:pt x="21" y="141"/>
                </a:lnTo>
                <a:close/>
                <a:moveTo>
                  <a:pt x="526" y="81"/>
                </a:moveTo>
                <a:lnTo>
                  <a:pt x="526" y="122"/>
                </a:lnTo>
                <a:lnTo>
                  <a:pt x="607" y="122"/>
                </a:lnTo>
                <a:lnTo>
                  <a:pt x="607" y="81"/>
                </a:lnTo>
                <a:lnTo>
                  <a:pt x="526" y="81"/>
                </a:lnTo>
                <a:close/>
                <a:moveTo>
                  <a:pt x="465" y="81"/>
                </a:moveTo>
                <a:lnTo>
                  <a:pt x="465" y="122"/>
                </a:lnTo>
                <a:lnTo>
                  <a:pt x="506" y="122"/>
                </a:lnTo>
                <a:lnTo>
                  <a:pt x="506" y="81"/>
                </a:lnTo>
                <a:lnTo>
                  <a:pt x="465" y="81"/>
                </a:lnTo>
                <a:close/>
                <a:moveTo>
                  <a:pt x="405" y="81"/>
                </a:moveTo>
                <a:lnTo>
                  <a:pt x="405" y="122"/>
                </a:lnTo>
                <a:lnTo>
                  <a:pt x="444" y="122"/>
                </a:lnTo>
                <a:lnTo>
                  <a:pt x="444" y="81"/>
                </a:lnTo>
                <a:lnTo>
                  <a:pt x="405" y="81"/>
                </a:lnTo>
                <a:close/>
                <a:moveTo>
                  <a:pt x="344" y="81"/>
                </a:moveTo>
                <a:lnTo>
                  <a:pt x="344" y="122"/>
                </a:lnTo>
                <a:lnTo>
                  <a:pt x="384" y="122"/>
                </a:lnTo>
                <a:lnTo>
                  <a:pt x="384" y="81"/>
                </a:lnTo>
                <a:lnTo>
                  <a:pt x="344" y="81"/>
                </a:lnTo>
                <a:close/>
                <a:moveTo>
                  <a:pt x="283" y="81"/>
                </a:moveTo>
                <a:lnTo>
                  <a:pt x="283" y="122"/>
                </a:lnTo>
                <a:lnTo>
                  <a:pt x="324" y="122"/>
                </a:lnTo>
                <a:lnTo>
                  <a:pt x="324" y="81"/>
                </a:lnTo>
                <a:lnTo>
                  <a:pt x="283" y="81"/>
                </a:lnTo>
                <a:close/>
                <a:moveTo>
                  <a:pt x="223" y="81"/>
                </a:moveTo>
                <a:lnTo>
                  <a:pt x="223" y="122"/>
                </a:lnTo>
                <a:lnTo>
                  <a:pt x="262" y="122"/>
                </a:lnTo>
                <a:lnTo>
                  <a:pt x="262" y="81"/>
                </a:lnTo>
                <a:lnTo>
                  <a:pt x="223" y="81"/>
                </a:lnTo>
                <a:close/>
                <a:moveTo>
                  <a:pt x="163" y="81"/>
                </a:moveTo>
                <a:lnTo>
                  <a:pt x="163" y="122"/>
                </a:lnTo>
                <a:lnTo>
                  <a:pt x="202" y="122"/>
                </a:lnTo>
                <a:lnTo>
                  <a:pt x="202" y="81"/>
                </a:lnTo>
                <a:lnTo>
                  <a:pt x="163" y="81"/>
                </a:lnTo>
                <a:close/>
                <a:moveTo>
                  <a:pt x="101" y="81"/>
                </a:moveTo>
                <a:lnTo>
                  <a:pt x="101" y="122"/>
                </a:lnTo>
                <a:lnTo>
                  <a:pt x="142" y="122"/>
                </a:lnTo>
                <a:lnTo>
                  <a:pt x="142" y="81"/>
                </a:lnTo>
                <a:lnTo>
                  <a:pt x="101" y="81"/>
                </a:lnTo>
                <a:close/>
                <a:moveTo>
                  <a:pt x="21" y="81"/>
                </a:moveTo>
                <a:lnTo>
                  <a:pt x="21" y="122"/>
                </a:lnTo>
                <a:lnTo>
                  <a:pt x="81" y="122"/>
                </a:lnTo>
                <a:lnTo>
                  <a:pt x="81" y="81"/>
                </a:lnTo>
                <a:lnTo>
                  <a:pt x="21" y="81"/>
                </a:lnTo>
                <a:close/>
                <a:moveTo>
                  <a:pt x="566" y="41"/>
                </a:moveTo>
                <a:lnTo>
                  <a:pt x="566" y="60"/>
                </a:lnTo>
                <a:lnTo>
                  <a:pt x="607" y="60"/>
                </a:lnTo>
                <a:lnTo>
                  <a:pt x="607" y="41"/>
                </a:lnTo>
                <a:lnTo>
                  <a:pt x="566" y="41"/>
                </a:lnTo>
                <a:close/>
                <a:moveTo>
                  <a:pt x="506" y="41"/>
                </a:moveTo>
                <a:lnTo>
                  <a:pt x="506" y="60"/>
                </a:lnTo>
                <a:lnTo>
                  <a:pt x="545" y="60"/>
                </a:lnTo>
                <a:lnTo>
                  <a:pt x="545" y="41"/>
                </a:lnTo>
                <a:lnTo>
                  <a:pt x="506" y="41"/>
                </a:lnTo>
                <a:close/>
                <a:moveTo>
                  <a:pt x="444" y="41"/>
                </a:moveTo>
                <a:lnTo>
                  <a:pt x="444" y="60"/>
                </a:lnTo>
                <a:lnTo>
                  <a:pt x="485" y="60"/>
                </a:lnTo>
                <a:lnTo>
                  <a:pt x="485" y="41"/>
                </a:lnTo>
                <a:lnTo>
                  <a:pt x="444" y="41"/>
                </a:lnTo>
                <a:close/>
                <a:moveTo>
                  <a:pt x="384" y="41"/>
                </a:moveTo>
                <a:lnTo>
                  <a:pt x="384" y="60"/>
                </a:lnTo>
                <a:lnTo>
                  <a:pt x="425" y="60"/>
                </a:lnTo>
                <a:lnTo>
                  <a:pt x="425" y="41"/>
                </a:lnTo>
                <a:lnTo>
                  <a:pt x="384" y="41"/>
                </a:lnTo>
                <a:close/>
                <a:moveTo>
                  <a:pt x="324" y="41"/>
                </a:moveTo>
                <a:lnTo>
                  <a:pt x="324" y="60"/>
                </a:lnTo>
                <a:lnTo>
                  <a:pt x="364" y="60"/>
                </a:lnTo>
                <a:lnTo>
                  <a:pt x="364" y="41"/>
                </a:lnTo>
                <a:lnTo>
                  <a:pt x="324" y="41"/>
                </a:lnTo>
                <a:close/>
                <a:moveTo>
                  <a:pt x="262" y="41"/>
                </a:moveTo>
                <a:lnTo>
                  <a:pt x="262" y="60"/>
                </a:lnTo>
                <a:lnTo>
                  <a:pt x="303" y="60"/>
                </a:lnTo>
                <a:lnTo>
                  <a:pt x="303" y="41"/>
                </a:lnTo>
                <a:lnTo>
                  <a:pt x="262" y="41"/>
                </a:lnTo>
                <a:close/>
                <a:moveTo>
                  <a:pt x="202" y="41"/>
                </a:moveTo>
                <a:lnTo>
                  <a:pt x="202" y="60"/>
                </a:lnTo>
                <a:lnTo>
                  <a:pt x="243" y="60"/>
                </a:lnTo>
                <a:lnTo>
                  <a:pt x="243" y="41"/>
                </a:lnTo>
                <a:lnTo>
                  <a:pt x="202" y="41"/>
                </a:lnTo>
                <a:close/>
                <a:moveTo>
                  <a:pt x="142" y="41"/>
                </a:moveTo>
                <a:lnTo>
                  <a:pt x="142" y="60"/>
                </a:lnTo>
                <a:lnTo>
                  <a:pt x="182" y="60"/>
                </a:lnTo>
                <a:lnTo>
                  <a:pt x="182" y="41"/>
                </a:lnTo>
                <a:lnTo>
                  <a:pt x="142" y="41"/>
                </a:lnTo>
                <a:close/>
                <a:moveTo>
                  <a:pt x="81" y="41"/>
                </a:moveTo>
                <a:lnTo>
                  <a:pt x="81" y="60"/>
                </a:lnTo>
                <a:lnTo>
                  <a:pt x="122" y="60"/>
                </a:lnTo>
                <a:lnTo>
                  <a:pt x="122" y="41"/>
                </a:lnTo>
                <a:lnTo>
                  <a:pt x="81" y="41"/>
                </a:lnTo>
                <a:close/>
                <a:moveTo>
                  <a:pt x="21" y="41"/>
                </a:moveTo>
                <a:lnTo>
                  <a:pt x="21" y="60"/>
                </a:lnTo>
                <a:lnTo>
                  <a:pt x="62" y="60"/>
                </a:lnTo>
                <a:lnTo>
                  <a:pt x="62" y="41"/>
                </a:lnTo>
                <a:lnTo>
                  <a:pt x="21" y="41"/>
                </a:lnTo>
                <a:close/>
                <a:moveTo>
                  <a:pt x="21" y="0"/>
                </a:moveTo>
                <a:lnTo>
                  <a:pt x="607" y="0"/>
                </a:lnTo>
                <a:lnTo>
                  <a:pt x="612" y="1"/>
                </a:lnTo>
                <a:lnTo>
                  <a:pt x="618" y="4"/>
                </a:lnTo>
                <a:lnTo>
                  <a:pt x="623" y="8"/>
                </a:lnTo>
                <a:lnTo>
                  <a:pt x="626" y="14"/>
                </a:lnTo>
                <a:lnTo>
                  <a:pt x="626" y="20"/>
                </a:lnTo>
                <a:lnTo>
                  <a:pt x="626" y="303"/>
                </a:lnTo>
                <a:lnTo>
                  <a:pt x="626" y="309"/>
                </a:lnTo>
                <a:lnTo>
                  <a:pt x="623" y="314"/>
                </a:lnTo>
                <a:lnTo>
                  <a:pt x="618" y="320"/>
                </a:lnTo>
                <a:lnTo>
                  <a:pt x="612" y="322"/>
                </a:lnTo>
                <a:lnTo>
                  <a:pt x="607" y="322"/>
                </a:lnTo>
                <a:lnTo>
                  <a:pt x="21" y="322"/>
                </a:lnTo>
                <a:lnTo>
                  <a:pt x="14" y="322"/>
                </a:lnTo>
                <a:lnTo>
                  <a:pt x="8" y="320"/>
                </a:lnTo>
                <a:lnTo>
                  <a:pt x="4" y="314"/>
                </a:lnTo>
                <a:lnTo>
                  <a:pt x="1" y="309"/>
                </a:lnTo>
                <a:lnTo>
                  <a:pt x="0" y="303"/>
                </a:lnTo>
                <a:lnTo>
                  <a:pt x="0" y="20"/>
                </a:lnTo>
                <a:lnTo>
                  <a:pt x="1" y="14"/>
                </a:lnTo>
                <a:lnTo>
                  <a:pt x="4" y="8"/>
                </a:lnTo>
                <a:lnTo>
                  <a:pt x="8" y="4"/>
                </a:lnTo>
                <a:lnTo>
                  <a:pt x="14" y="1"/>
                </a:lnTo>
                <a:lnTo>
                  <a:pt x="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20"/>
          <p:cNvSpPr>
            <a:spLocks noChangeAspect="1" noEditPoints="1"/>
          </p:cNvSpPr>
          <p:nvPr/>
        </p:nvSpPr>
        <p:spPr bwMode="auto">
          <a:xfrm>
            <a:off x="4404411" y="4691912"/>
            <a:ext cx="1080000" cy="766006"/>
          </a:xfrm>
          <a:custGeom>
            <a:avLst/>
            <a:gdLst>
              <a:gd name="T0" fmla="*/ 19 w 626"/>
              <a:gd name="T1" fmla="*/ 384 h 444"/>
              <a:gd name="T2" fmla="*/ 80 w 626"/>
              <a:gd name="T3" fmla="*/ 364 h 444"/>
              <a:gd name="T4" fmla="*/ 19 w 626"/>
              <a:gd name="T5" fmla="*/ 324 h 444"/>
              <a:gd name="T6" fmla="*/ 80 w 626"/>
              <a:gd name="T7" fmla="*/ 343 h 444"/>
              <a:gd name="T8" fmla="*/ 19 w 626"/>
              <a:gd name="T9" fmla="*/ 324 h 444"/>
              <a:gd name="T10" fmla="*/ 19 w 626"/>
              <a:gd name="T11" fmla="*/ 304 h 444"/>
              <a:gd name="T12" fmla="*/ 80 w 626"/>
              <a:gd name="T13" fmla="*/ 283 h 444"/>
              <a:gd name="T14" fmla="*/ 80 w 626"/>
              <a:gd name="T15" fmla="*/ 203 h 444"/>
              <a:gd name="T16" fmla="*/ 93 w 626"/>
              <a:gd name="T17" fmla="*/ 207 h 444"/>
              <a:gd name="T18" fmla="*/ 99 w 626"/>
              <a:gd name="T19" fmla="*/ 216 h 444"/>
              <a:gd name="T20" fmla="*/ 99 w 626"/>
              <a:gd name="T21" fmla="*/ 229 h 444"/>
              <a:gd name="T22" fmla="*/ 93 w 626"/>
              <a:gd name="T23" fmla="*/ 238 h 444"/>
              <a:gd name="T24" fmla="*/ 80 w 626"/>
              <a:gd name="T25" fmla="*/ 242 h 444"/>
              <a:gd name="T26" fmla="*/ 68 w 626"/>
              <a:gd name="T27" fmla="*/ 238 h 444"/>
              <a:gd name="T28" fmla="*/ 61 w 626"/>
              <a:gd name="T29" fmla="*/ 229 h 444"/>
              <a:gd name="T30" fmla="*/ 61 w 626"/>
              <a:gd name="T31" fmla="*/ 216 h 444"/>
              <a:gd name="T32" fmla="*/ 68 w 626"/>
              <a:gd name="T33" fmla="*/ 207 h 444"/>
              <a:gd name="T34" fmla="*/ 80 w 626"/>
              <a:gd name="T35" fmla="*/ 203 h 444"/>
              <a:gd name="T36" fmla="*/ 65 w 626"/>
              <a:gd name="T37" fmla="*/ 185 h 444"/>
              <a:gd name="T38" fmla="*/ 43 w 626"/>
              <a:gd name="T39" fmla="*/ 207 h 444"/>
              <a:gd name="T40" fmla="*/ 43 w 626"/>
              <a:gd name="T41" fmla="*/ 239 h 444"/>
              <a:gd name="T42" fmla="*/ 65 w 626"/>
              <a:gd name="T43" fmla="*/ 261 h 444"/>
              <a:gd name="T44" fmla="*/ 97 w 626"/>
              <a:gd name="T45" fmla="*/ 261 h 444"/>
              <a:gd name="T46" fmla="*/ 119 w 626"/>
              <a:gd name="T47" fmla="*/ 239 h 444"/>
              <a:gd name="T48" fmla="*/ 119 w 626"/>
              <a:gd name="T49" fmla="*/ 207 h 444"/>
              <a:gd name="T50" fmla="*/ 97 w 626"/>
              <a:gd name="T51" fmla="*/ 185 h 444"/>
              <a:gd name="T52" fmla="*/ 19 w 626"/>
              <a:gd name="T53" fmla="*/ 141 h 444"/>
              <a:gd name="T54" fmla="*/ 80 w 626"/>
              <a:gd name="T55" fmla="*/ 162 h 444"/>
              <a:gd name="T56" fmla="*/ 19 w 626"/>
              <a:gd name="T57" fmla="*/ 141 h 444"/>
              <a:gd name="T58" fmla="*/ 19 w 626"/>
              <a:gd name="T59" fmla="*/ 122 h 444"/>
              <a:gd name="T60" fmla="*/ 80 w 626"/>
              <a:gd name="T61" fmla="*/ 101 h 444"/>
              <a:gd name="T62" fmla="*/ 202 w 626"/>
              <a:gd name="T63" fmla="*/ 81 h 444"/>
              <a:gd name="T64" fmla="*/ 545 w 626"/>
              <a:gd name="T65" fmla="*/ 364 h 444"/>
              <a:gd name="T66" fmla="*/ 202 w 626"/>
              <a:gd name="T67" fmla="*/ 81 h 444"/>
              <a:gd name="T68" fmla="*/ 181 w 626"/>
              <a:gd name="T69" fmla="*/ 384 h 444"/>
              <a:gd name="T70" fmla="*/ 566 w 626"/>
              <a:gd name="T71" fmla="*/ 60 h 444"/>
              <a:gd name="T72" fmla="*/ 19 w 626"/>
              <a:gd name="T73" fmla="*/ 60 h 444"/>
              <a:gd name="T74" fmla="*/ 80 w 626"/>
              <a:gd name="T75" fmla="*/ 81 h 444"/>
              <a:gd name="T76" fmla="*/ 19 w 626"/>
              <a:gd name="T77" fmla="*/ 60 h 444"/>
              <a:gd name="T78" fmla="*/ 605 w 626"/>
              <a:gd name="T79" fmla="*/ 0 h 444"/>
              <a:gd name="T80" fmla="*/ 617 w 626"/>
              <a:gd name="T81" fmla="*/ 4 h 444"/>
              <a:gd name="T82" fmla="*/ 624 w 626"/>
              <a:gd name="T83" fmla="*/ 14 h 444"/>
              <a:gd name="T84" fmla="*/ 626 w 626"/>
              <a:gd name="T85" fmla="*/ 425 h 444"/>
              <a:gd name="T86" fmla="*/ 622 w 626"/>
              <a:gd name="T87" fmla="*/ 436 h 444"/>
              <a:gd name="T88" fmla="*/ 612 w 626"/>
              <a:gd name="T89" fmla="*/ 444 h 444"/>
              <a:gd name="T90" fmla="*/ 161 w 626"/>
              <a:gd name="T91" fmla="*/ 444 h 444"/>
              <a:gd name="T92" fmla="*/ 19 w 626"/>
              <a:gd name="T93" fmla="*/ 0 h 444"/>
              <a:gd name="T94" fmla="*/ 140 w 626"/>
              <a:gd name="T95" fmla="*/ 444 h 444"/>
              <a:gd name="T96" fmla="*/ 15 w 626"/>
              <a:gd name="T97" fmla="*/ 444 h 444"/>
              <a:gd name="T98" fmla="*/ 5 w 626"/>
              <a:gd name="T99" fmla="*/ 439 h 444"/>
              <a:gd name="T100" fmla="*/ 1 w 626"/>
              <a:gd name="T101" fmla="*/ 431 h 444"/>
              <a:gd name="T102" fmla="*/ 0 w 626"/>
              <a:gd name="T103" fmla="*/ 21 h 444"/>
              <a:gd name="T104" fmla="*/ 2 w 626"/>
              <a:gd name="T105" fmla="*/ 10 h 444"/>
              <a:gd name="T106" fmla="*/ 9 w 626"/>
              <a:gd name="T107" fmla="*/ 3 h 444"/>
              <a:gd name="T108" fmla="*/ 19 w 626"/>
              <a:gd name="T109" fmla="*/ 0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26" h="444">
                <a:moveTo>
                  <a:pt x="19" y="364"/>
                </a:moveTo>
                <a:lnTo>
                  <a:pt x="19" y="384"/>
                </a:lnTo>
                <a:lnTo>
                  <a:pt x="80" y="384"/>
                </a:lnTo>
                <a:lnTo>
                  <a:pt x="80" y="364"/>
                </a:lnTo>
                <a:lnTo>
                  <a:pt x="19" y="364"/>
                </a:lnTo>
                <a:close/>
                <a:moveTo>
                  <a:pt x="19" y="324"/>
                </a:moveTo>
                <a:lnTo>
                  <a:pt x="19" y="343"/>
                </a:lnTo>
                <a:lnTo>
                  <a:pt x="80" y="343"/>
                </a:lnTo>
                <a:lnTo>
                  <a:pt x="80" y="324"/>
                </a:lnTo>
                <a:lnTo>
                  <a:pt x="19" y="324"/>
                </a:lnTo>
                <a:close/>
                <a:moveTo>
                  <a:pt x="19" y="283"/>
                </a:moveTo>
                <a:lnTo>
                  <a:pt x="19" y="304"/>
                </a:lnTo>
                <a:lnTo>
                  <a:pt x="80" y="304"/>
                </a:lnTo>
                <a:lnTo>
                  <a:pt x="80" y="283"/>
                </a:lnTo>
                <a:lnTo>
                  <a:pt x="19" y="283"/>
                </a:lnTo>
                <a:close/>
                <a:moveTo>
                  <a:pt x="80" y="203"/>
                </a:moveTo>
                <a:lnTo>
                  <a:pt x="87" y="204"/>
                </a:lnTo>
                <a:lnTo>
                  <a:pt x="93" y="207"/>
                </a:lnTo>
                <a:lnTo>
                  <a:pt x="97" y="211"/>
                </a:lnTo>
                <a:lnTo>
                  <a:pt x="99" y="216"/>
                </a:lnTo>
                <a:lnTo>
                  <a:pt x="101" y="222"/>
                </a:lnTo>
                <a:lnTo>
                  <a:pt x="99" y="229"/>
                </a:lnTo>
                <a:lnTo>
                  <a:pt x="97" y="234"/>
                </a:lnTo>
                <a:lnTo>
                  <a:pt x="93" y="238"/>
                </a:lnTo>
                <a:lnTo>
                  <a:pt x="87" y="241"/>
                </a:lnTo>
                <a:lnTo>
                  <a:pt x="80" y="242"/>
                </a:lnTo>
                <a:lnTo>
                  <a:pt x="74" y="241"/>
                </a:lnTo>
                <a:lnTo>
                  <a:pt x="68" y="238"/>
                </a:lnTo>
                <a:lnTo>
                  <a:pt x="64" y="234"/>
                </a:lnTo>
                <a:lnTo>
                  <a:pt x="61" y="229"/>
                </a:lnTo>
                <a:lnTo>
                  <a:pt x="60" y="222"/>
                </a:lnTo>
                <a:lnTo>
                  <a:pt x="61" y="216"/>
                </a:lnTo>
                <a:lnTo>
                  <a:pt x="64" y="211"/>
                </a:lnTo>
                <a:lnTo>
                  <a:pt x="68" y="207"/>
                </a:lnTo>
                <a:lnTo>
                  <a:pt x="74" y="204"/>
                </a:lnTo>
                <a:lnTo>
                  <a:pt x="80" y="203"/>
                </a:lnTo>
                <a:close/>
                <a:moveTo>
                  <a:pt x="80" y="182"/>
                </a:moveTo>
                <a:lnTo>
                  <a:pt x="65" y="185"/>
                </a:lnTo>
                <a:lnTo>
                  <a:pt x="52" y="194"/>
                </a:lnTo>
                <a:lnTo>
                  <a:pt x="43" y="207"/>
                </a:lnTo>
                <a:lnTo>
                  <a:pt x="39" y="223"/>
                </a:lnTo>
                <a:lnTo>
                  <a:pt x="43" y="239"/>
                </a:lnTo>
                <a:lnTo>
                  <a:pt x="52" y="252"/>
                </a:lnTo>
                <a:lnTo>
                  <a:pt x="65" y="261"/>
                </a:lnTo>
                <a:lnTo>
                  <a:pt x="80" y="264"/>
                </a:lnTo>
                <a:lnTo>
                  <a:pt x="97" y="261"/>
                </a:lnTo>
                <a:lnTo>
                  <a:pt x="110" y="252"/>
                </a:lnTo>
                <a:lnTo>
                  <a:pt x="119" y="239"/>
                </a:lnTo>
                <a:lnTo>
                  <a:pt x="121" y="223"/>
                </a:lnTo>
                <a:lnTo>
                  <a:pt x="119" y="207"/>
                </a:lnTo>
                <a:lnTo>
                  <a:pt x="110" y="194"/>
                </a:lnTo>
                <a:lnTo>
                  <a:pt x="97" y="185"/>
                </a:lnTo>
                <a:lnTo>
                  <a:pt x="80" y="182"/>
                </a:lnTo>
                <a:close/>
                <a:moveTo>
                  <a:pt x="19" y="141"/>
                </a:moveTo>
                <a:lnTo>
                  <a:pt x="19" y="162"/>
                </a:lnTo>
                <a:lnTo>
                  <a:pt x="80" y="162"/>
                </a:lnTo>
                <a:lnTo>
                  <a:pt x="80" y="141"/>
                </a:lnTo>
                <a:lnTo>
                  <a:pt x="19" y="141"/>
                </a:lnTo>
                <a:close/>
                <a:moveTo>
                  <a:pt x="19" y="101"/>
                </a:moveTo>
                <a:lnTo>
                  <a:pt x="19" y="122"/>
                </a:lnTo>
                <a:lnTo>
                  <a:pt x="80" y="122"/>
                </a:lnTo>
                <a:lnTo>
                  <a:pt x="80" y="101"/>
                </a:lnTo>
                <a:lnTo>
                  <a:pt x="19" y="101"/>
                </a:lnTo>
                <a:close/>
                <a:moveTo>
                  <a:pt x="202" y="81"/>
                </a:moveTo>
                <a:lnTo>
                  <a:pt x="545" y="81"/>
                </a:lnTo>
                <a:lnTo>
                  <a:pt x="545" y="364"/>
                </a:lnTo>
                <a:lnTo>
                  <a:pt x="202" y="364"/>
                </a:lnTo>
                <a:lnTo>
                  <a:pt x="202" y="81"/>
                </a:lnTo>
                <a:close/>
                <a:moveTo>
                  <a:pt x="181" y="60"/>
                </a:moveTo>
                <a:lnTo>
                  <a:pt x="181" y="384"/>
                </a:lnTo>
                <a:lnTo>
                  <a:pt x="566" y="384"/>
                </a:lnTo>
                <a:lnTo>
                  <a:pt x="566" y="60"/>
                </a:lnTo>
                <a:lnTo>
                  <a:pt x="181" y="60"/>
                </a:lnTo>
                <a:close/>
                <a:moveTo>
                  <a:pt x="19" y="60"/>
                </a:moveTo>
                <a:lnTo>
                  <a:pt x="19" y="81"/>
                </a:lnTo>
                <a:lnTo>
                  <a:pt x="80" y="81"/>
                </a:lnTo>
                <a:lnTo>
                  <a:pt x="80" y="60"/>
                </a:lnTo>
                <a:lnTo>
                  <a:pt x="19" y="60"/>
                </a:lnTo>
                <a:close/>
                <a:moveTo>
                  <a:pt x="161" y="0"/>
                </a:moveTo>
                <a:lnTo>
                  <a:pt x="605" y="0"/>
                </a:lnTo>
                <a:lnTo>
                  <a:pt x="612" y="2"/>
                </a:lnTo>
                <a:lnTo>
                  <a:pt x="617" y="4"/>
                </a:lnTo>
                <a:lnTo>
                  <a:pt x="622" y="9"/>
                </a:lnTo>
                <a:lnTo>
                  <a:pt x="624" y="14"/>
                </a:lnTo>
                <a:lnTo>
                  <a:pt x="626" y="21"/>
                </a:lnTo>
                <a:lnTo>
                  <a:pt x="626" y="425"/>
                </a:lnTo>
                <a:lnTo>
                  <a:pt x="624" y="431"/>
                </a:lnTo>
                <a:lnTo>
                  <a:pt x="622" y="436"/>
                </a:lnTo>
                <a:lnTo>
                  <a:pt x="617" y="442"/>
                </a:lnTo>
                <a:lnTo>
                  <a:pt x="612" y="444"/>
                </a:lnTo>
                <a:lnTo>
                  <a:pt x="605" y="444"/>
                </a:lnTo>
                <a:lnTo>
                  <a:pt x="161" y="444"/>
                </a:lnTo>
                <a:lnTo>
                  <a:pt x="161" y="0"/>
                </a:lnTo>
                <a:close/>
                <a:moveTo>
                  <a:pt x="19" y="0"/>
                </a:moveTo>
                <a:lnTo>
                  <a:pt x="142" y="0"/>
                </a:lnTo>
                <a:lnTo>
                  <a:pt x="140" y="444"/>
                </a:lnTo>
                <a:lnTo>
                  <a:pt x="19" y="444"/>
                </a:lnTo>
                <a:lnTo>
                  <a:pt x="15" y="444"/>
                </a:lnTo>
                <a:lnTo>
                  <a:pt x="9" y="442"/>
                </a:lnTo>
                <a:lnTo>
                  <a:pt x="5" y="439"/>
                </a:lnTo>
                <a:lnTo>
                  <a:pt x="2" y="435"/>
                </a:lnTo>
                <a:lnTo>
                  <a:pt x="1" y="431"/>
                </a:lnTo>
                <a:lnTo>
                  <a:pt x="0" y="425"/>
                </a:lnTo>
                <a:lnTo>
                  <a:pt x="0" y="21"/>
                </a:lnTo>
                <a:lnTo>
                  <a:pt x="1" y="15"/>
                </a:lnTo>
                <a:lnTo>
                  <a:pt x="2" y="10"/>
                </a:lnTo>
                <a:lnTo>
                  <a:pt x="5" y="6"/>
                </a:lnTo>
                <a:lnTo>
                  <a:pt x="9" y="3"/>
                </a:lnTo>
                <a:lnTo>
                  <a:pt x="15" y="0"/>
                </a:lnTo>
                <a:lnTo>
                  <a:pt x="1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2" name="Freeform 21"/>
          <p:cNvSpPr>
            <a:spLocks noChangeAspect="1" noEditPoints="1"/>
          </p:cNvSpPr>
          <p:nvPr/>
        </p:nvSpPr>
        <p:spPr bwMode="auto">
          <a:xfrm>
            <a:off x="6069244" y="4555876"/>
            <a:ext cx="1080000" cy="1055847"/>
          </a:xfrm>
          <a:custGeom>
            <a:avLst/>
            <a:gdLst>
              <a:gd name="T0" fmla="*/ 84 w 626"/>
              <a:gd name="T1" fmla="*/ 463 h 612"/>
              <a:gd name="T2" fmla="*/ 21 w 626"/>
              <a:gd name="T3" fmla="*/ 400 h 612"/>
              <a:gd name="T4" fmla="*/ 84 w 626"/>
              <a:gd name="T5" fmla="*/ 400 h 612"/>
              <a:gd name="T6" fmla="*/ 464 w 626"/>
              <a:gd name="T7" fmla="*/ 378 h 612"/>
              <a:gd name="T8" fmla="*/ 606 w 626"/>
              <a:gd name="T9" fmla="*/ 590 h 612"/>
              <a:gd name="T10" fmla="*/ 585 w 626"/>
              <a:gd name="T11" fmla="*/ 612 h 612"/>
              <a:gd name="T12" fmla="*/ 435 w 626"/>
              <a:gd name="T13" fmla="*/ 407 h 612"/>
              <a:gd name="T14" fmla="*/ 442 w 626"/>
              <a:gd name="T15" fmla="*/ 378 h 612"/>
              <a:gd name="T16" fmla="*/ 89 w 626"/>
              <a:gd name="T17" fmla="*/ 317 h 612"/>
              <a:gd name="T18" fmla="*/ 102 w 626"/>
              <a:gd name="T19" fmla="*/ 326 h 612"/>
              <a:gd name="T20" fmla="*/ 104 w 626"/>
              <a:gd name="T21" fmla="*/ 343 h 612"/>
              <a:gd name="T22" fmla="*/ 95 w 626"/>
              <a:gd name="T23" fmla="*/ 356 h 612"/>
              <a:gd name="T24" fmla="*/ 78 w 626"/>
              <a:gd name="T25" fmla="*/ 358 h 612"/>
              <a:gd name="T26" fmla="*/ 65 w 626"/>
              <a:gd name="T27" fmla="*/ 348 h 612"/>
              <a:gd name="T28" fmla="*/ 63 w 626"/>
              <a:gd name="T29" fmla="*/ 332 h 612"/>
              <a:gd name="T30" fmla="*/ 73 w 626"/>
              <a:gd name="T31" fmla="*/ 318 h 612"/>
              <a:gd name="T32" fmla="*/ 84 w 626"/>
              <a:gd name="T33" fmla="*/ 295 h 612"/>
              <a:gd name="T34" fmla="*/ 44 w 626"/>
              <a:gd name="T35" fmla="*/ 321 h 612"/>
              <a:gd name="T36" fmla="*/ 54 w 626"/>
              <a:gd name="T37" fmla="*/ 367 h 612"/>
              <a:gd name="T38" fmla="*/ 100 w 626"/>
              <a:gd name="T39" fmla="*/ 377 h 612"/>
              <a:gd name="T40" fmla="*/ 126 w 626"/>
              <a:gd name="T41" fmla="*/ 337 h 612"/>
              <a:gd name="T42" fmla="*/ 100 w 626"/>
              <a:gd name="T43" fmla="*/ 299 h 612"/>
              <a:gd name="T44" fmla="*/ 21 w 626"/>
              <a:gd name="T45" fmla="*/ 274 h 612"/>
              <a:gd name="T46" fmla="*/ 21 w 626"/>
              <a:gd name="T47" fmla="*/ 254 h 612"/>
              <a:gd name="T48" fmla="*/ 543 w 626"/>
              <a:gd name="T49" fmla="*/ 441 h 612"/>
              <a:gd name="T50" fmla="*/ 475 w 626"/>
              <a:gd name="T51" fmla="*/ 352 h 612"/>
              <a:gd name="T52" fmla="*/ 439 w 626"/>
              <a:gd name="T53" fmla="*/ 348 h 612"/>
              <a:gd name="T54" fmla="*/ 423 w 626"/>
              <a:gd name="T55" fmla="*/ 355 h 612"/>
              <a:gd name="T56" fmla="*/ 402 w 626"/>
              <a:gd name="T57" fmla="*/ 389 h 612"/>
              <a:gd name="T58" fmla="*/ 410 w 626"/>
              <a:gd name="T59" fmla="*/ 417 h 612"/>
              <a:gd name="T60" fmla="*/ 210 w 626"/>
              <a:gd name="T61" fmla="*/ 440 h 612"/>
              <a:gd name="T62" fmla="*/ 21 w 626"/>
              <a:gd name="T63" fmla="*/ 232 h 612"/>
              <a:gd name="T64" fmla="*/ 21 w 626"/>
              <a:gd name="T65" fmla="*/ 212 h 612"/>
              <a:gd name="T66" fmla="*/ 145 w 626"/>
              <a:gd name="T67" fmla="*/ 525 h 612"/>
              <a:gd name="T68" fmla="*/ 11 w 626"/>
              <a:gd name="T69" fmla="*/ 522 h 612"/>
              <a:gd name="T70" fmla="*/ 2 w 626"/>
              <a:gd name="T71" fmla="*/ 510 h 612"/>
              <a:gd name="T72" fmla="*/ 2 w 626"/>
              <a:gd name="T73" fmla="*/ 164 h 612"/>
              <a:gd name="T74" fmla="*/ 11 w 626"/>
              <a:gd name="T75" fmla="*/ 151 h 612"/>
              <a:gd name="T76" fmla="*/ 539 w 626"/>
              <a:gd name="T77" fmla="*/ 0 h 612"/>
              <a:gd name="T78" fmla="*/ 518 w 626"/>
              <a:gd name="T79" fmla="*/ 63 h 612"/>
              <a:gd name="T80" fmla="*/ 503 w 626"/>
              <a:gd name="T81" fmla="*/ 79 h 612"/>
              <a:gd name="T82" fmla="*/ 501 w 626"/>
              <a:gd name="T83" fmla="*/ 82 h 612"/>
              <a:gd name="T84" fmla="*/ 499 w 626"/>
              <a:gd name="T85" fmla="*/ 87 h 612"/>
              <a:gd name="T86" fmla="*/ 513 w 626"/>
              <a:gd name="T87" fmla="*/ 106 h 612"/>
              <a:gd name="T88" fmla="*/ 551 w 626"/>
              <a:gd name="T89" fmla="*/ 131 h 612"/>
              <a:gd name="T90" fmla="*/ 583 w 626"/>
              <a:gd name="T91" fmla="*/ 147 h 612"/>
              <a:gd name="T92" fmla="*/ 611 w 626"/>
              <a:gd name="T93" fmla="*/ 150 h 612"/>
              <a:gd name="T94" fmla="*/ 624 w 626"/>
              <a:gd name="T95" fmla="*/ 160 h 612"/>
              <a:gd name="T96" fmla="*/ 626 w 626"/>
              <a:gd name="T97" fmla="*/ 504 h 612"/>
              <a:gd name="T98" fmla="*/ 621 w 626"/>
              <a:gd name="T99" fmla="*/ 519 h 612"/>
              <a:gd name="T100" fmla="*/ 606 w 626"/>
              <a:gd name="T101" fmla="*/ 526 h 612"/>
              <a:gd name="T102" fmla="*/ 565 w 626"/>
              <a:gd name="T103" fmla="*/ 463 h 612"/>
              <a:gd name="T104" fmla="*/ 188 w 626"/>
              <a:gd name="T105" fmla="*/ 463 h 612"/>
              <a:gd name="T106" fmla="*/ 167 w 626"/>
              <a:gd name="T107" fmla="*/ 525 h 612"/>
              <a:gd name="T108" fmla="*/ 561 w 626"/>
              <a:gd name="T109" fmla="*/ 147 h 612"/>
              <a:gd name="T110" fmla="*/ 528 w 626"/>
              <a:gd name="T111" fmla="*/ 131 h 612"/>
              <a:gd name="T112" fmla="*/ 490 w 626"/>
              <a:gd name="T113" fmla="*/ 97 h 612"/>
              <a:gd name="T114" fmla="*/ 483 w 626"/>
              <a:gd name="T115" fmla="*/ 78 h 612"/>
              <a:gd name="T116" fmla="*/ 491 w 626"/>
              <a:gd name="T117" fmla="*/ 69 h 612"/>
              <a:gd name="T118" fmla="*/ 501 w 626"/>
              <a:gd name="T119" fmla="*/ 65 h 612"/>
              <a:gd name="T120" fmla="*/ 518 w 626"/>
              <a:gd name="T121" fmla="*/ 27 h 612"/>
              <a:gd name="T122" fmla="*/ 525 w 626"/>
              <a:gd name="T123" fmla="*/ 1 h 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26" h="612">
                <a:moveTo>
                  <a:pt x="21" y="441"/>
                </a:moveTo>
                <a:lnTo>
                  <a:pt x="21" y="463"/>
                </a:lnTo>
                <a:lnTo>
                  <a:pt x="84" y="463"/>
                </a:lnTo>
                <a:lnTo>
                  <a:pt x="84" y="441"/>
                </a:lnTo>
                <a:lnTo>
                  <a:pt x="21" y="441"/>
                </a:lnTo>
                <a:close/>
                <a:moveTo>
                  <a:pt x="21" y="400"/>
                </a:moveTo>
                <a:lnTo>
                  <a:pt x="21" y="421"/>
                </a:lnTo>
                <a:lnTo>
                  <a:pt x="84" y="421"/>
                </a:lnTo>
                <a:lnTo>
                  <a:pt x="84" y="400"/>
                </a:lnTo>
                <a:lnTo>
                  <a:pt x="21" y="400"/>
                </a:lnTo>
                <a:close/>
                <a:moveTo>
                  <a:pt x="453" y="376"/>
                </a:moveTo>
                <a:lnTo>
                  <a:pt x="464" y="378"/>
                </a:lnTo>
                <a:lnTo>
                  <a:pt x="471" y="387"/>
                </a:lnTo>
                <a:lnTo>
                  <a:pt x="603" y="581"/>
                </a:lnTo>
                <a:lnTo>
                  <a:pt x="606" y="590"/>
                </a:lnTo>
                <a:lnTo>
                  <a:pt x="603" y="601"/>
                </a:lnTo>
                <a:lnTo>
                  <a:pt x="596" y="609"/>
                </a:lnTo>
                <a:lnTo>
                  <a:pt x="585" y="612"/>
                </a:lnTo>
                <a:lnTo>
                  <a:pt x="574" y="609"/>
                </a:lnTo>
                <a:lnTo>
                  <a:pt x="568" y="601"/>
                </a:lnTo>
                <a:lnTo>
                  <a:pt x="435" y="407"/>
                </a:lnTo>
                <a:lnTo>
                  <a:pt x="432" y="397"/>
                </a:lnTo>
                <a:lnTo>
                  <a:pt x="435" y="387"/>
                </a:lnTo>
                <a:lnTo>
                  <a:pt x="442" y="378"/>
                </a:lnTo>
                <a:lnTo>
                  <a:pt x="453" y="376"/>
                </a:lnTo>
                <a:close/>
                <a:moveTo>
                  <a:pt x="84" y="315"/>
                </a:moveTo>
                <a:lnTo>
                  <a:pt x="89" y="317"/>
                </a:lnTo>
                <a:lnTo>
                  <a:pt x="95" y="318"/>
                </a:lnTo>
                <a:lnTo>
                  <a:pt x="99" y="322"/>
                </a:lnTo>
                <a:lnTo>
                  <a:pt x="102" y="326"/>
                </a:lnTo>
                <a:lnTo>
                  <a:pt x="104" y="332"/>
                </a:lnTo>
                <a:lnTo>
                  <a:pt x="106" y="337"/>
                </a:lnTo>
                <a:lnTo>
                  <a:pt x="104" y="343"/>
                </a:lnTo>
                <a:lnTo>
                  <a:pt x="102" y="348"/>
                </a:lnTo>
                <a:lnTo>
                  <a:pt x="99" y="352"/>
                </a:lnTo>
                <a:lnTo>
                  <a:pt x="95" y="356"/>
                </a:lnTo>
                <a:lnTo>
                  <a:pt x="89" y="358"/>
                </a:lnTo>
                <a:lnTo>
                  <a:pt x="84" y="359"/>
                </a:lnTo>
                <a:lnTo>
                  <a:pt x="78" y="358"/>
                </a:lnTo>
                <a:lnTo>
                  <a:pt x="73" y="356"/>
                </a:lnTo>
                <a:lnTo>
                  <a:pt x="69" y="352"/>
                </a:lnTo>
                <a:lnTo>
                  <a:pt x="65" y="348"/>
                </a:lnTo>
                <a:lnTo>
                  <a:pt x="63" y="343"/>
                </a:lnTo>
                <a:lnTo>
                  <a:pt x="62" y="337"/>
                </a:lnTo>
                <a:lnTo>
                  <a:pt x="63" y="332"/>
                </a:lnTo>
                <a:lnTo>
                  <a:pt x="65" y="326"/>
                </a:lnTo>
                <a:lnTo>
                  <a:pt x="69" y="322"/>
                </a:lnTo>
                <a:lnTo>
                  <a:pt x="73" y="318"/>
                </a:lnTo>
                <a:lnTo>
                  <a:pt x="78" y="317"/>
                </a:lnTo>
                <a:lnTo>
                  <a:pt x="84" y="315"/>
                </a:lnTo>
                <a:close/>
                <a:moveTo>
                  <a:pt x="84" y="295"/>
                </a:moveTo>
                <a:lnTo>
                  <a:pt x="67" y="299"/>
                </a:lnTo>
                <a:lnTo>
                  <a:pt x="54" y="307"/>
                </a:lnTo>
                <a:lnTo>
                  <a:pt x="44" y="321"/>
                </a:lnTo>
                <a:lnTo>
                  <a:pt x="41" y="337"/>
                </a:lnTo>
                <a:lnTo>
                  <a:pt x="44" y="355"/>
                </a:lnTo>
                <a:lnTo>
                  <a:pt x="54" y="367"/>
                </a:lnTo>
                <a:lnTo>
                  <a:pt x="67" y="377"/>
                </a:lnTo>
                <a:lnTo>
                  <a:pt x="84" y="380"/>
                </a:lnTo>
                <a:lnTo>
                  <a:pt x="100" y="377"/>
                </a:lnTo>
                <a:lnTo>
                  <a:pt x="114" y="367"/>
                </a:lnTo>
                <a:lnTo>
                  <a:pt x="122" y="355"/>
                </a:lnTo>
                <a:lnTo>
                  <a:pt x="126" y="337"/>
                </a:lnTo>
                <a:lnTo>
                  <a:pt x="122" y="321"/>
                </a:lnTo>
                <a:lnTo>
                  <a:pt x="114" y="307"/>
                </a:lnTo>
                <a:lnTo>
                  <a:pt x="100" y="299"/>
                </a:lnTo>
                <a:lnTo>
                  <a:pt x="84" y="295"/>
                </a:lnTo>
                <a:close/>
                <a:moveTo>
                  <a:pt x="21" y="254"/>
                </a:moveTo>
                <a:lnTo>
                  <a:pt x="21" y="274"/>
                </a:lnTo>
                <a:lnTo>
                  <a:pt x="84" y="274"/>
                </a:lnTo>
                <a:lnTo>
                  <a:pt x="84" y="254"/>
                </a:lnTo>
                <a:lnTo>
                  <a:pt x="21" y="254"/>
                </a:lnTo>
                <a:close/>
                <a:moveTo>
                  <a:pt x="210" y="232"/>
                </a:moveTo>
                <a:lnTo>
                  <a:pt x="543" y="232"/>
                </a:lnTo>
                <a:lnTo>
                  <a:pt x="543" y="441"/>
                </a:lnTo>
                <a:lnTo>
                  <a:pt x="539" y="441"/>
                </a:lnTo>
                <a:lnTo>
                  <a:pt x="487" y="363"/>
                </a:lnTo>
                <a:lnTo>
                  <a:pt x="475" y="352"/>
                </a:lnTo>
                <a:lnTo>
                  <a:pt x="462" y="347"/>
                </a:lnTo>
                <a:lnTo>
                  <a:pt x="450" y="346"/>
                </a:lnTo>
                <a:lnTo>
                  <a:pt x="439" y="348"/>
                </a:lnTo>
                <a:lnTo>
                  <a:pt x="431" y="351"/>
                </a:lnTo>
                <a:lnTo>
                  <a:pt x="424" y="354"/>
                </a:lnTo>
                <a:lnTo>
                  <a:pt x="423" y="355"/>
                </a:lnTo>
                <a:lnTo>
                  <a:pt x="410" y="366"/>
                </a:lnTo>
                <a:lnTo>
                  <a:pt x="404" y="377"/>
                </a:lnTo>
                <a:lnTo>
                  <a:pt x="402" y="389"/>
                </a:lnTo>
                <a:lnTo>
                  <a:pt x="405" y="400"/>
                </a:lnTo>
                <a:lnTo>
                  <a:pt x="408" y="410"/>
                </a:lnTo>
                <a:lnTo>
                  <a:pt x="410" y="417"/>
                </a:lnTo>
                <a:lnTo>
                  <a:pt x="412" y="418"/>
                </a:lnTo>
                <a:lnTo>
                  <a:pt x="424" y="440"/>
                </a:lnTo>
                <a:lnTo>
                  <a:pt x="210" y="440"/>
                </a:lnTo>
                <a:lnTo>
                  <a:pt x="210" y="232"/>
                </a:lnTo>
                <a:close/>
                <a:moveTo>
                  <a:pt x="21" y="212"/>
                </a:moveTo>
                <a:lnTo>
                  <a:pt x="21" y="232"/>
                </a:lnTo>
                <a:lnTo>
                  <a:pt x="84" y="232"/>
                </a:lnTo>
                <a:lnTo>
                  <a:pt x="84" y="212"/>
                </a:lnTo>
                <a:lnTo>
                  <a:pt x="21" y="212"/>
                </a:lnTo>
                <a:close/>
                <a:moveTo>
                  <a:pt x="21" y="149"/>
                </a:moveTo>
                <a:lnTo>
                  <a:pt x="147" y="149"/>
                </a:lnTo>
                <a:lnTo>
                  <a:pt x="145" y="525"/>
                </a:lnTo>
                <a:lnTo>
                  <a:pt x="21" y="525"/>
                </a:lnTo>
                <a:lnTo>
                  <a:pt x="15" y="525"/>
                </a:lnTo>
                <a:lnTo>
                  <a:pt x="11" y="522"/>
                </a:lnTo>
                <a:lnTo>
                  <a:pt x="7" y="519"/>
                </a:lnTo>
                <a:lnTo>
                  <a:pt x="3" y="515"/>
                </a:lnTo>
                <a:lnTo>
                  <a:pt x="2" y="510"/>
                </a:lnTo>
                <a:lnTo>
                  <a:pt x="0" y="504"/>
                </a:lnTo>
                <a:lnTo>
                  <a:pt x="0" y="171"/>
                </a:lnTo>
                <a:lnTo>
                  <a:pt x="2" y="164"/>
                </a:lnTo>
                <a:lnTo>
                  <a:pt x="3" y="160"/>
                </a:lnTo>
                <a:lnTo>
                  <a:pt x="7" y="156"/>
                </a:lnTo>
                <a:lnTo>
                  <a:pt x="11" y="151"/>
                </a:lnTo>
                <a:lnTo>
                  <a:pt x="15" y="150"/>
                </a:lnTo>
                <a:lnTo>
                  <a:pt x="21" y="149"/>
                </a:lnTo>
                <a:close/>
                <a:moveTo>
                  <a:pt x="539" y="0"/>
                </a:moveTo>
                <a:lnTo>
                  <a:pt x="533" y="27"/>
                </a:lnTo>
                <a:lnTo>
                  <a:pt x="525" y="48"/>
                </a:lnTo>
                <a:lnTo>
                  <a:pt x="518" y="63"/>
                </a:lnTo>
                <a:lnTo>
                  <a:pt x="510" y="72"/>
                </a:lnTo>
                <a:lnTo>
                  <a:pt x="505" y="78"/>
                </a:lnTo>
                <a:lnTo>
                  <a:pt x="503" y="79"/>
                </a:lnTo>
                <a:lnTo>
                  <a:pt x="503" y="79"/>
                </a:lnTo>
                <a:lnTo>
                  <a:pt x="502" y="80"/>
                </a:lnTo>
                <a:lnTo>
                  <a:pt x="501" y="82"/>
                </a:lnTo>
                <a:lnTo>
                  <a:pt x="499" y="83"/>
                </a:lnTo>
                <a:lnTo>
                  <a:pt x="499" y="84"/>
                </a:lnTo>
                <a:lnTo>
                  <a:pt x="499" y="87"/>
                </a:lnTo>
                <a:lnTo>
                  <a:pt x="502" y="90"/>
                </a:lnTo>
                <a:lnTo>
                  <a:pt x="505" y="97"/>
                </a:lnTo>
                <a:lnTo>
                  <a:pt x="513" y="106"/>
                </a:lnTo>
                <a:lnTo>
                  <a:pt x="524" y="115"/>
                </a:lnTo>
                <a:lnTo>
                  <a:pt x="538" y="123"/>
                </a:lnTo>
                <a:lnTo>
                  <a:pt x="551" y="131"/>
                </a:lnTo>
                <a:lnTo>
                  <a:pt x="565" y="138"/>
                </a:lnTo>
                <a:lnTo>
                  <a:pt x="576" y="145"/>
                </a:lnTo>
                <a:lnTo>
                  <a:pt x="583" y="147"/>
                </a:lnTo>
                <a:lnTo>
                  <a:pt x="587" y="149"/>
                </a:lnTo>
                <a:lnTo>
                  <a:pt x="606" y="149"/>
                </a:lnTo>
                <a:lnTo>
                  <a:pt x="611" y="150"/>
                </a:lnTo>
                <a:lnTo>
                  <a:pt x="617" y="151"/>
                </a:lnTo>
                <a:lnTo>
                  <a:pt x="621" y="156"/>
                </a:lnTo>
                <a:lnTo>
                  <a:pt x="624" y="160"/>
                </a:lnTo>
                <a:lnTo>
                  <a:pt x="626" y="164"/>
                </a:lnTo>
                <a:lnTo>
                  <a:pt x="626" y="171"/>
                </a:lnTo>
                <a:lnTo>
                  <a:pt x="626" y="504"/>
                </a:lnTo>
                <a:lnTo>
                  <a:pt x="626" y="510"/>
                </a:lnTo>
                <a:lnTo>
                  <a:pt x="624" y="515"/>
                </a:lnTo>
                <a:lnTo>
                  <a:pt x="621" y="519"/>
                </a:lnTo>
                <a:lnTo>
                  <a:pt x="617" y="523"/>
                </a:lnTo>
                <a:lnTo>
                  <a:pt x="611" y="525"/>
                </a:lnTo>
                <a:lnTo>
                  <a:pt x="606" y="526"/>
                </a:lnTo>
                <a:lnTo>
                  <a:pt x="602" y="526"/>
                </a:lnTo>
                <a:lnTo>
                  <a:pt x="555" y="463"/>
                </a:lnTo>
                <a:lnTo>
                  <a:pt x="565" y="463"/>
                </a:lnTo>
                <a:lnTo>
                  <a:pt x="565" y="210"/>
                </a:lnTo>
                <a:lnTo>
                  <a:pt x="188" y="210"/>
                </a:lnTo>
                <a:lnTo>
                  <a:pt x="188" y="463"/>
                </a:lnTo>
                <a:lnTo>
                  <a:pt x="439" y="463"/>
                </a:lnTo>
                <a:lnTo>
                  <a:pt x="484" y="525"/>
                </a:lnTo>
                <a:lnTo>
                  <a:pt x="167" y="525"/>
                </a:lnTo>
                <a:lnTo>
                  <a:pt x="167" y="149"/>
                </a:lnTo>
                <a:lnTo>
                  <a:pt x="563" y="149"/>
                </a:lnTo>
                <a:lnTo>
                  <a:pt x="561" y="147"/>
                </a:lnTo>
                <a:lnTo>
                  <a:pt x="553" y="145"/>
                </a:lnTo>
                <a:lnTo>
                  <a:pt x="542" y="139"/>
                </a:lnTo>
                <a:lnTo>
                  <a:pt x="528" y="131"/>
                </a:lnTo>
                <a:lnTo>
                  <a:pt x="513" y="121"/>
                </a:lnTo>
                <a:lnTo>
                  <a:pt x="501" y="110"/>
                </a:lnTo>
                <a:lnTo>
                  <a:pt x="490" y="97"/>
                </a:lnTo>
                <a:lnTo>
                  <a:pt x="483" y="83"/>
                </a:lnTo>
                <a:lnTo>
                  <a:pt x="481" y="80"/>
                </a:lnTo>
                <a:lnTo>
                  <a:pt x="483" y="78"/>
                </a:lnTo>
                <a:lnTo>
                  <a:pt x="484" y="74"/>
                </a:lnTo>
                <a:lnTo>
                  <a:pt x="488" y="72"/>
                </a:lnTo>
                <a:lnTo>
                  <a:pt x="491" y="69"/>
                </a:lnTo>
                <a:lnTo>
                  <a:pt x="495" y="67"/>
                </a:lnTo>
                <a:lnTo>
                  <a:pt x="498" y="65"/>
                </a:lnTo>
                <a:lnTo>
                  <a:pt x="501" y="65"/>
                </a:lnTo>
                <a:lnTo>
                  <a:pt x="501" y="64"/>
                </a:lnTo>
                <a:lnTo>
                  <a:pt x="512" y="45"/>
                </a:lnTo>
                <a:lnTo>
                  <a:pt x="518" y="27"/>
                </a:lnTo>
                <a:lnTo>
                  <a:pt x="522" y="13"/>
                </a:lnTo>
                <a:lnTo>
                  <a:pt x="524" y="5"/>
                </a:lnTo>
                <a:lnTo>
                  <a:pt x="525" y="1"/>
                </a:lnTo>
                <a:lnTo>
                  <a:pt x="5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Printer</a:t>
            </a:r>
          </a:p>
        </p:txBody>
      </p:sp>
      <p:sp>
        <p:nvSpPr>
          <p:cNvPr id="5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Radio</a:t>
            </a:r>
          </a:p>
        </p:txBody>
      </p:sp>
      <p:sp>
        <p:nvSpPr>
          <p:cNvPr id="5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Television</a:t>
            </a:r>
          </a:p>
        </p:txBody>
      </p:sp>
      <p:sp>
        <p:nvSpPr>
          <p:cNvPr id="5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Laptop</a:t>
            </a:r>
          </a:p>
        </p:txBody>
      </p:sp>
      <p:sp>
        <p:nvSpPr>
          <p:cNvPr id="5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Migthy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Mouse</a:t>
            </a:r>
          </a:p>
        </p:txBody>
      </p:sp>
      <p:sp>
        <p:nvSpPr>
          <p:cNvPr id="5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Mouse</a:t>
            </a:r>
          </a:p>
        </p:txBody>
      </p:sp>
      <p:sp>
        <p:nvSpPr>
          <p:cNvPr id="5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Mouse 2</a:t>
            </a: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Mouse Wires</a:t>
            </a:r>
          </a:p>
        </p:txBody>
      </p:sp>
      <p:sp>
        <p:nvSpPr>
          <p:cNvPr id="6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Camera</a:t>
            </a:r>
          </a:p>
        </p:txBody>
      </p:sp>
      <p:sp>
        <p:nvSpPr>
          <p:cNvPr id="6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Camera 2</a:t>
            </a: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Monitor</a:t>
            </a:r>
          </a:p>
        </p:txBody>
      </p:sp>
      <p:sp>
        <p:nvSpPr>
          <p:cNvPr id="6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Keyboard</a:t>
            </a:r>
          </a:p>
        </p:txBody>
      </p:sp>
      <p:sp>
        <p:nvSpPr>
          <p:cNvPr id="6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Wacom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Wacom 2</a:t>
            </a:r>
          </a:p>
        </p:txBody>
      </p:sp>
      <p:sp>
        <p:nvSpPr>
          <p:cNvPr id="6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iPod</a:t>
            </a:r>
          </a:p>
        </p:txBody>
      </p:sp>
      <p:sp>
        <p:nvSpPr>
          <p:cNvPr id="68" name="Freeform 22"/>
          <p:cNvSpPr>
            <a:spLocks noChangeAspect="1" noEditPoints="1"/>
          </p:cNvSpPr>
          <p:nvPr/>
        </p:nvSpPr>
        <p:spPr bwMode="auto">
          <a:xfrm>
            <a:off x="7892656" y="4569502"/>
            <a:ext cx="745304" cy="1080000"/>
          </a:xfrm>
          <a:custGeom>
            <a:avLst/>
            <a:gdLst>
              <a:gd name="T0" fmla="*/ 221 w 432"/>
              <a:gd name="T1" fmla="*/ 545 h 626"/>
              <a:gd name="T2" fmla="*/ 223 w 432"/>
              <a:gd name="T3" fmla="*/ 557 h 626"/>
              <a:gd name="T4" fmla="*/ 212 w 432"/>
              <a:gd name="T5" fmla="*/ 563 h 626"/>
              <a:gd name="T6" fmla="*/ 204 w 432"/>
              <a:gd name="T7" fmla="*/ 561 h 626"/>
              <a:gd name="T8" fmla="*/ 200 w 432"/>
              <a:gd name="T9" fmla="*/ 552 h 626"/>
              <a:gd name="T10" fmla="*/ 205 w 432"/>
              <a:gd name="T11" fmla="*/ 542 h 626"/>
              <a:gd name="T12" fmla="*/ 212 w 432"/>
              <a:gd name="T13" fmla="*/ 540 h 626"/>
              <a:gd name="T14" fmla="*/ 321 w 432"/>
              <a:gd name="T15" fmla="*/ 448 h 626"/>
              <a:gd name="T16" fmla="*/ 310 w 432"/>
              <a:gd name="T17" fmla="*/ 470 h 626"/>
              <a:gd name="T18" fmla="*/ 303 w 432"/>
              <a:gd name="T19" fmla="*/ 469 h 626"/>
              <a:gd name="T20" fmla="*/ 303 w 432"/>
              <a:gd name="T21" fmla="*/ 458 h 626"/>
              <a:gd name="T22" fmla="*/ 305 w 432"/>
              <a:gd name="T23" fmla="*/ 447 h 626"/>
              <a:gd name="T24" fmla="*/ 310 w 432"/>
              <a:gd name="T25" fmla="*/ 447 h 626"/>
              <a:gd name="T26" fmla="*/ 115 w 432"/>
              <a:gd name="T27" fmla="*/ 438 h 626"/>
              <a:gd name="T28" fmla="*/ 120 w 432"/>
              <a:gd name="T29" fmla="*/ 440 h 626"/>
              <a:gd name="T30" fmla="*/ 127 w 432"/>
              <a:gd name="T31" fmla="*/ 445 h 626"/>
              <a:gd name="T32" fmla="*/ 126 w 432"/>
              <a:gd name="T33" fmla="*/ 458 h 626"/>
              <a:gd name="T34" fmla="*/ 119 w 432"/>
              <a:gd name="T35" fmla="*/ 464 h 626"/>
              <a:gd name="T36" fmla="*/ 111 w 432"/>
              <a:gd name="T37" fmla="*/ 466 h 626"/>
              <a:gd name="T38" fmla="*/ 109 w 432"/>
              <a:gd name="T39" fmla="*/ 455 h 626"/>
              <a:gd name="T40" fmla="*/ 109 w 432"/>
              <a:gd name="T41" fmla="*/ 440 h 626"/>
              <a:gd name="T42" fmla="*/ 237 w 432"/>
              <a:gd name="T43" fmla="*/ 391 h 626"/>
              <a:gd name="T44" fmla="*/ 282 w 432"/>
              <a:gd name="T45" fmla="*/ 452 h 626"/>
              <a:gd name="T46" fmla="*/ 237 w 432"/>
              <a:gd name="T47" fmla="*/ 515 h 626"/>
              <a:gd name="T48" fmla="*/ 163 w 432"/>
              <a:gd name="T49" fmla="*/ 492 h 626"/>
              <a:gd name="T50" fmla="*/ 163 w 432"/>
              <a:gd name="T51" fmla="*/ 414 h 626"/>
              <a:gd name="T52" fmla="*/ 212 w 432"/>
              <a:gd name="T53" fmla="*/ 344 h 626"/>
              <a:gd name="T54" fmla="*/ 221 w 432"/>
              <a:gd name="T55" fmla="*/ 347 h 626"/>
              <a:gd name="T56" fmla="*/ 226 w 432"/>
              <a:gd name="T57" fmla="*/ 358 h 626"/>
              <a:gd name="T58" fmla="*/ 220 w 432"/>
              <a:gd name="T59" fmla="*/ 362 h 626"/>
              <a:gd name="T60" fmla="*/ 205 w 432"/>
              <a:gd name="T61" fmla="*/ 361 h 626"/>
              <a:gd name="T62" fmla="*/ 206 w 432"/>
              <a:gd name="T63" fmla="*/ 355 h 626"/>
              <a:gd name="T64" fmla="*/ 208 w 432"/>
              <a:gd name="T65" fmla="*/ 346 h 626"/>
              <a:gd name="T66" fmla="*/ 212 w 432"/>
              <a:gd name="T67" fmla="*/ 346 h 626"/>
              <a:gd name="T68" fmla="*/ 212 w 432"/>
              <a:gd name="T69" fmla="*/ 344 h 626"/>
              <a:gd name="T70" fmla="*/ 215 w 432"/>
              <a:gd name="T71" fmla="*/ 324 h 626"/>
              <a:gd name="T72" fmla="*/ 114 w 432"/>
              <a:gd name="T73" fmla="*/ 373 h 626"/>
              <a:gd name="T74" fmla="*/ 89 w 432"/>
              <a:gd name="T75" fmla="*/ 484 h 626"/>
              <a:gd name="T76" fmla="*/ 157 w 432"/>
              <a:gd name="T77" fmla="*/ 570 h 626"/>
              <a:gd name="T78" fmla="*/ 272 w 432"/>
              <a:gd name="T79" fmla="*/ 570 h 626"/>
              <a:gd name="T80" fmla="*/ 342 w 432"/>
              <a:gd name="T81" fmla="*/ 484 h 626"/>
              <a:gd name="T82" fmla="*/ 316 w 432"/>
              <a:gd name="T83" fmla="*/ 373 h 626"/>
              <a:gd name="T84" fmla="*/ 215 w 432"/>
              <a:gd name="T85" fmla="*/ 324 h 626"/>
              <a:gd name="T86" fmla="*/ 49 w 432"/>
              <a:gd name="T87" fmla="*/ 49 h 626"/>
              <a:gd name="T88" fmla="*/ 42 w 432"/>
              <a:gd name="T89" fmla="*/ 258 h 626"/>
              <a:gd name="T90" fmla="*/ 53 w 432"/>
              <a:gd name="T91" fmla="*/ 277 h 626"/>
              <a:gd name="T92" fmla="*/ 373 w 432"/>
              <a:gd name="T93" fmla="*/ 280 h 626"/>
              <a:gd name="T94" fmla="*/ 388 w 432"/>
              <a:gd name="T95" fmla="*/ 265 h 626"/>
              <a:gd name="T96" fmla="*/ 385 w 432"/>
              <a:gd name="T97" fmla="*/ 53 h 626"/>
              <a:gd name="T98" fmla="*/ 366 w 432"/>
              <a:gd name="T99" fmla="*/ 43 h 626"/>
              <a:gd name="T100" fmla="*/ 387 w 432"/>
              <a:gd name="T101" fmla="*/ 2 h 626"/>
              <a:gd name="T102" fmla="*/ 432 w 432"/>
              <a:gd name="T103" fmla="*/ 64 h 626"/>
              <a:gd name="T104" fmla="*/ 405 w 432"/>
              <a:gd name="T105" fmla="*/ 613 h 626"/>
              <a:gd name="T106" fmla="*/ 44 w 432"/>
              <a:gd name="T107" fmla="*/ 622 h 626"/>
              <a:gd name="T108" fmla="*/ 0 w 432"/>
              <a:gd name="T109" fmla="*/ 559 h 626"/>
              <a:gd name="T110" fmla="*/ 26 w 432"/>
              <a:gd name="T111" fmla="*/ 12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32" h="626">
                <a:moveTo>
                  <a:pt x="215" y="540"/>
                </a:moveTo>
                <a:lnTo>
                  <a:pt x="217" y="541"/>
                </a:lnTo>
                <a:lnTo>
                  <a:pt x="220" y="542"/>
                </a:lnTo>
                <a:lnTo>
                  <a:pt x="221" y="545"/>
                </a:lnTo>
                <a:lnTo>
                  <a:pt x="223" y="549"/>
                </a:lnTo>
                <a:lnTo>
                  <a:pt x="224" y="552"/>
                </a:lnTo>
                <a:lnTo>
                  <a:pt x="224" y="556"/>
                </a:lnTo>
                <a:lnTo>
                  <a:pt x="223" y="557"/>
                </a:lnTo>
                <a:lnTo>
                  <a:pt x="221" y="559"/>
                </a:lnTo>
                <a:lnTo>
                  <a:pt x="220" y="560"/>
                </a:lnTo>
                <a:lnTo>
                  <a:pt x="216" y="560"/>
                </a:lnTo>
                <a:lnTo>
                  <a:pt x="212" y="563"/>
                </a:lnTo>
                <a:lnTo>
                  <a:pt x="208" y="563"/>
                </a:lnTo>
                <a:lnTo>
                  <a:pt x="206" y="563"/>
                </a:lnTo>
                <a:lnTo>
                  <a:pt x="205" y="563"/>
                </a:lnTo>
                <a:lnTo>
                  <a:pt x="204" y="561"/>
                </a:lnTo>
                <a:lnTo>
                  <a:pt x="202" y="560"/>
                </a:lnTo>
                <a:lnTo>
                  <a:pt x="202" y="557"/>
                </a:lnTo>
                <a:lnTo>
                  <a:pt x="201" y="555"/>
                </a:lnTo>
                <a:lnTo>
                  <a:pt x="200" y="552"/>
                </a:lnTo>
                <a:lnTo>
                  <a:pt x="200" y="548"/>
                </a:lnTo>
                <a:lnTo>
                  <a:pt x="201" y="546"/>
                </a:lnTo>
                <a:lnTo>
                  <a:pt x="202" y="544"/>
                </a:lnTo>
                <a:lnTo>
                  <a:pt x="205" y="542"/>
                </a:lnTo>
                <a:lnTo>
                  <a:pt x="208" y="542"/>
                </a:lnTo>
                <a:lnTo>
                  <a:pt x="209" y="541"/>
                </a:lnTo>
                <a:lnTo>
                  <a:pt x="209" y="541"/>
                </a:lnTo>
                <a:lnTo>
                  <a:pt x="212" y="540"/>
                </a:lnTo>
                <a:lnTo>
                  <a:pt x="215" y="540"/>
                </a:lnTo>
                <a:close/>
                <a:moveTo>
                  <a:pt x="317" y="444"/>
                </a:moveTo>
                <a:lnTo>
                  <a:pt x="321" y="445"/>
                </a:lnTo>
                <a:lnTo>
                  <a:pt x="321" y="448"/>
                </a:lnTo>
                <a:lnTo>
                  <a:pt x="321" y="453"/>
                </a:lnTo>
                <a:lnTo>
                  <a:pt x="319" y="460"/>
                </a:lnTo>
                <a:lnTo>
                  <a:pt x="314" y="466"/>
                </a:lnTo>
                <a:lnTo>
                  <a:pt x="310" y="470"/>
                </a:lnTo>
                <a:lnTo>
                  <a:pt x="308" y="470"/>
                </a:lnTo>
                <a:lnTo>
                  <a:pt x="306" y="471"/>
                </a:lnTo>
                <a:lnTo>
                  <a:pt x="305" y="470"/>
                </a:lnTo>
                <a:lnTo>
                  <a:pt x="303" y="469"/>
                </a:lnTo>
                <a:lnTo>
                  <a:pt x="303" y="466"/>
                </a:lnTo>
                <a:lnTo>
                  <a:pt x="303" y="463"/>
                </a:lnTo>
                <a:lnTo>
                  <a:pt x="303" y="460"/>
                </a:lnTo>
                <a:lnTo>
                  <a:pt x="303" y="458"/>
                </a:lnTo>
                <a:lnTo>
                  <a:pt x="302" y="453"/>
                </a:lnTo>
                <a:lnTo>
                  <a:pt x="302" y="451"/>
                </a:lnTo>
                <a:lnTo>
                  <a:pt x="303" y="448"/>
                </a:lnTo>
                <a:lnTo>
                  <a:pt x="305" y="447"/>
                </a:lnTo>
                <a:lnTo>
                  <a:pt x="306" y="447"/>
                </a:lnTo>
                <a:lnTo>
                  <a:pt x="308" y="447"/>
                </a:lnTo>
                <a:lnTo>
                  <a:pt x="309" y="447"/>
                </a:lnTo>
                <a:lnTo>
                  <a:pt x="310" y="447"/>
                </a:lnTo>
                <a:lnTo>
                  <a:pt x="310" y="447"/>
                </a:lnTo>
                <a:lnTo>
                  <a:pt x="317" y="444"/>
                </a:lnTo>
                <a:close/>
                <a:moveTo>
                  <a:pt x="114" y="438"/>
                </a:moveTo>
                <a:lnTo>
                  <a:pt x="115" y="438"/>
                </a:lnTo>
                <a:lnTo>
                  <a:pt x="116" y="440"/>
                </a:lnTo>
                <a:lnTo>
                  <a:pt x="116" y="440"/>
                </a:lnTo>
                <a:lnTo>
                  <a:pt x="118" y="440"/>
                </a:lnTo>
                <a:lnTo>
                  <a:pt x="120" y="440"/>
                </a:lnTo>
                <a:lnTo>
                  <a:pt x="124" y="440"/>
                </a:lnTo>
                <a:lnTo>
                  <a:pt x="126" y="441"/>
                </a:lnTo>
                <a:lnTo>
                  <a:pt x="127" y="443"/>
                </a:lnTo>
                <a:lnTo>
                  <a:pt x="127" y="445"/>
                </a:lnTo>
                <a:lnTo>
                  <a:pt x="127" y="448"/>
                </a:lnTo>
                <a:lnTo>
                  <a:pt x="127" y="452"/>
                </a:lnTo>
                <a:lnTo>
                  <a:pt x="126" y="455"/>
                </a:lnTo>
                <a:lnTo>
                  <a:pt x="126" y="458"/>
                </a:lnTo>
                <a:lnTo>
                  <a:pt x="124" y="462"/>
                </a:lnTo>
                <a:lnTo>
                  <a:pt x="122" y="463"/>
                </a:lnTo>
                <a:lnTo>
                  <a:pt x="120" y="464"/>
                </a:lnTo>
                <a:lnTo>
                  <a:pt x="119" y="464"/>
                </a:lnTo>
                <a:lnTo>
                  <a:pt x="116" y="464"/>
                </a:lnTo>
                <a:lnTo>
                  <a:pt x="114" y="466"/>
                </a:lnTo>
                <a:lnTo>
                  <a:pt x="112" y="466"/>
                </a:lnTo>
                <a:lnTo>
                  <a:pt x="111" y="466"/>
                </a:lnTo>
                <a:lnTo>
                  <a:pt x="109" y="464"/>
                </a:lnTo>
                <a:lnTo>
                  <a:pt x="109" y="462"/>
                </a:lnTo>
                <a:lnTo>
                  <a:pt x="109" y="459"/>
                </a:lnTo>
                <a:lnTo>
                  <a:pt x="109" y="455"/>
                </a:lnTo>
                <a:lnTo>
                  <a:pt x="108" y="449"/>
                </a:lnTo>
                <a:lnTo>
                  <a:pt x="108" y="444"/>
                </a:lnTo>
                <a:lnTo>
                  <a:pt x="109" y="441"/>
                </a:lnTo>
                <a:lnTo>
                  <a:pt x="109" y="440"/>
                </a:lnTo>
                <a:lnTo>
                  <a:pt x="111" y="438"/>
                </a:lnTo>
                <a:lnTo>
                  <a:pt x="114" y="438"/>
                </a:lnTo>
                <a:close/>
                <a:moveTo>
                  <a:pt x="216" y="388"/>
                </a:moveTo>
                <a:lnTo>
                  <a:pt x="237" y="391"/>
                </a:lnTo>
                <a:lnTo>
                  <a:pt x="254" y="400"/>
                </a:lnTo>
                <a:lnTo>
                  <a:pt x="268" y="414"/>
                </a:lnTo>
                <a:lnTo>
                  <a:pt x="278" y="432"/>
                </a:lnTo>
                <a:lnTo>
                  <a:pt x="282" y="452"/>
                </a:lnTo>
                <a:lnTo>
                  <a:pt x="278" y="474"/>
                </a:lnTo>
                <a:lnTo>
                  <a:pt x="268" y="492"/>
                </a:lnTo>
                <a:lnTo>
                  <a:pt x="254" y="505"/>
                </a:lnTo>
                <a:lnTo>
                  <a:pt x="237" y="515"/>
                </a:lnTo>
                <a:lnTo>
                  <a:pt x="216" y="518"/>
                </a:lnTo>
                <a:lnTo>
                  <a:pt x="196" y="515"/>
                </a:lnTo>
                <a:lnTo>
                  <a:pt x="178" y="505"/>
                </a:lnTo>
                <a:lnTo>
                  <a:pt x="163" y="492"/>
                </a:lnTo>
                <a:lnTo>
                  <a:pt x="153" y="474"/>
                </a:lnTo>
                <a:lnTo>
                  <a:pt x="150" y="452"/>
                </a:lnTo>
                <a:lnTo>
                  <a:pt x="153" y="432"/>
                </a:lnTo>
                <a:lnTo>
                  <a:pt x="163" y="414"/>
                </a:lnTo>
                <a:lnTo>
                  <a:pt x="178" y="400"/>
                </a:lnTo>
                <a:lnTo>
                  <a:pt x="196" y="391"/>
                </a:lnTo>
                <a:lnTo>
                  <a:pt x="216" y="388"/>
                </a:lnTo>
                <a:close/>
                <a:moveTo>
                  <a:pt x="212" y="344"/>
                </a:moveTo>
                <a:lnTo>
                  <a:pt x="213" y="346"/>
                </a:lnTo>
                <a:lnTo>
                  <a:pt x="216" y="346"/>
                </a:lnTo>
                <a:lnTo>
                  <a:pt x="219" y="346"/>
                </a:lnTo>
                <a:lnTo>
                  <a:pt x="221" y="347"/>
                </a:lnTo>
                <a:lnTo>
                  <a:pt x="224" y="348"/>
                </a:lnTo>
                <a:lnTo>
                  <a:pt x="226" y="351"/>
                </a:lnTo>
                <a:lnTo>
                  <a:pt x="226" y="355"/>
                </a:lnTo>
                <a:lnTo>
                  <a:pt x="226" y="358"/>
                </a:lnTo>
                <a:lnTo>
                  <a:pt x="226" y="361"/>
                </a:lnTo>
                <a:lnTo>
                  <a:pt x="224" y="362"/>
                </a:lnTo>
                <a:lnTo>
                  <a:pt x="223" y="362"/>
                </a:lnTo>
                <a:lnTo>
                  <a:pt x="220" y="362"/>
                </a:lnTo>
                <a:lnTo>
                  <a:pt x="216" y="362"/>
                </a:lnTo>
                <a:lnTo>
                  <a:pt x="211" y="362"/>
                </a:lnTo>
                <a:lnTo>
                  <a:pt x="206" y="362"/>
                </a:lnTo>
                <a:lnTo>
                  <a:pt x="205" y="361"/>
                </a:lnTo>
                <a:lnTo>
                  <a:pt x="204" y="361"/>
                </a:lnTo>
                <a:lnTo>
                  <a:pt x="204" y="359"/>
                </a:lnTo>
                <a:lnTo>
                  <a:pt x="205" y="356"/>
                </a:lnTo>
                <a:lnTo>
                  <a:pt x="206" y="355"/>
                </a:lnTo>
                <a:lnTo>
                  <a:pt x="206" y="352"/>
                </a:lnTo>
                <a:lnTo>
                  <a:pt x="206" y="351"/>
                </a:lnTo>
                <a:lnTo>
                  <a:pt x="208" y="348"/>
                </a:lnTo>
                <a:lnTo>
                  <a:pt x="208" y="346"/>
                </a:lnTo>
                <a:lnTo>
                  <a:pt x="209" y="346"/>
                </a:lnTo>
                <a:lnTo>
                  <a:pt x="211" y="346"/>
                </a:lnTo>
                <a:lnTo>
                  <a:pt x="212" y="346"/>
                </a:lnTo>
                <a:lnTo>
                  <a:pt x="212" y="346"/>
                </a:lnTo>
                <a:lnTo>
                  <a:pt x="212" y="344"/>
                </a:lnTo>
                <a:close/>
                <a:moveTo>
                  <a:pt x="212" y="343"/>
                </a:moveTo>
                <a:lnTo>
                  <a:pt x="212" y="343"/>
                </a:lnTo>
                <a:lnTo>
                  <a:pt x="212" y="344"/>
                </a:lnTo>
                <a:lnTo>
                  <a:pt x="211" y="344"/>
                </a:lnTo>
                <a:lnTo>
                  <a:pt x="211" y="343"/>
                </a:lnTo>
                <a:lnTo>
                  <a:pt x="212" y="343"/>
                </a:lnTo>
                <a:close/>
                <a:moveTo>
                  <a:pt x="215" y="324"/>
                </a:moveTo>
                <a:lnTo>
                  <a:pt x="185" y="326"/>
                </a:lnTo>
                <a:lnTo>
                  <a:pt x="157" y="337"/>
                </a:lnTo>
                <a:lnTo>
                  <a:pt x="134" y="352"/>
                </a:lnTo>
                <a:lnTo>
                  <a:pt x="114" y="373"/>
                </a:lnTo>
                <a:lnTo>
                  <a:pt x="98" y="396"/>
                </a:lnTo>
                <a:lnTo>
                  <a:pt x="89" y="423"/>
                </a:lnTo>
                <a:lnTo>
                  <a:pt x="85" y="453"/>
                </a:lnTo>
                <a:lnTo>
                  <a:pt x="89" y="484"/>
                </a:lnTo>
                <a:lnTo>
                  <a:pt x="98" y="511"/>
                </a:lnTo>
                <a:lnTo>
                  <a:pt x="114" y="534"/>
                </a:lnTo>
                <a:lnTo>
                  <a:pt x="134" y="555"/>
                </a:lnTo>
                <a:lnTo>
                  <a:pt x="157" y="570"/>
                </a:lnTo>
                <a:lnTo>
                  <a:pt x="185" y="581"/>
                </a:lnTo>
                <a:lnTo>
                  <a:pt x="215" y="583"/>
                </a:lnTo>
                <a:lnTo>
                  <a:pt x="245" y="581"/>
                </a:lnTo>
                <a:lnTo>
                  <a:pt x="272" y="570"/>
                </a:lnTo>
                <a:lnTo>
                  <a:pt x="297" y="555"/>
                </a:lnTo>
                <a:lnTo>
                  <a:pt x="316" y="534"/>
                </a:lnTo>
                <a:lnTo>
                  <a:pt x="332" y="511"/>
                </a:lnTo>
                <a:lnTo>
                  <a:pt x="342" y="484"/>
                </a:lnTo>
                <a:lnTo>
                  <a:pt x="344" y="453"/>
                </a:lnTo>
                <a:lnTo>
                  <a:pt x="342" y="423"/>
                </a:lnTo>
                <a:lnTo>
                  <a:pt x="332" y="396"/>
                </a:lnTo>
                <a:lnTo>
                  <a:pt x="316" y="373"/>
                </a:lnTo>
                <a:lnTo>
                  <a:pt x="297" y="352"/>
                </a:lnTo>
                <a:lnTo>
                  <a:pt x="272" y="337"/>
                </a:lnTo>
                <a:lnTo>
                  <a:pt x="245" y="326"/>
                </a:lnTo>
                <a:lnTo>
                  <a:pt x="215" y="324"/>
                </a:lnTo>
                <a:close/>
                <a:moveTo>
                  <a:pt x="64" y="43"/>
                </a:moveTo>
                <a:lnTo>
                  <a:pt x="59" y="43"/>
                </a:lnTo>
                <a:lnTo>
                  <a:pt x="53" y="46"/>
                </a:lnTo>
                <a:lnTo>
                  <a:pt x="49" y="49"/>
                </a:lnTo>
                <a:lnTo>
                  <a:pt x="47" y="53"/>
                </a:lnTo>
                <a:lnTo>
                  <a:pt x="44" y="59"/>
                </a:lnTo>
                <a:lnTo>
                  <a:pt x="42" y="64"/>
                </a:lnTo>
                <a:lnTo>
                  <a:pt x="42" y="258"/>
                </a:lnTo>
                <a:lnTo>
                  <a:pt x="44" y="265"/>
                </a:lnTo>
                <a:lnTo>
                  <a:pt x="47" y="269"/>
                </a:lnTo>
                <a:lnTo>
                  <a:pt x="49" y="274"/>
                </a:lnTo>
                <a:lnTo>
                  <a:pt x="53" y="277"/>
                </a:lnTo>
                <a:lnTo>
                  <a:pt x="59" y="280"/>
                </a:lnTo>
                <a:lnTo>
                  <a:pt x="64" y="280"/>
                </a:lnTo>
                <a:lnTo>
                  <a:pt x="366" y="280"/>
                </a:lnTo>
                <a:lnTo>
                  <a:pt x="373" y="280"/>
                </a:lnTo>
                <a:lnTo>
                  <a:pt x="377" y="277"/>
                </a:lnTo>
                <a:lnTo>
                  <a:pt x="383" y="274"/>
                </a:lnTo>
                <a:lnTo>
                  <a:pt x="385" y="269"/>
                </a:lnTo>
                <a:lnTo>
                  <a:pt x="388" y="265"/>
                </a:lnTo>
                <a:lnTo>
                  <a:pt x="388" y="258"/>
                </a:lnTo>
                <a:lnTo>
                  <a:pt x="388" y="64"/>
                </a:lnTo>
                <a:lnTo>
                  <a:pt x="388" y="59"/>
                </a:lnTo>
                <a:lnTo>
                  <a:pt x="385" y="53"/>
                </a:lnTo>
                <a:lnTo>
                  <a:pt x="383" y="49"/>
                </a:lnTo>
                <a:lnTo>
                  <a:pt x="377" y="46"/>
                </a:lnTo>
                <a:lnTo>
                  <a:pt x="373" y="43"/>
                </a:lnTo>
                <a:lnTo>
                  <a:pt x="366" y="43"/>
                </a:lnTo>
                <a:lnTo>
                  <a:pt x="64" y="43"/>
                </a:lnTo>
                <a:close/>
                <a:moveTo>
                  <a:pt x="64" y="0"/>
                </a:moveTo>
                <a:lnTo>
                  <a:pt x="366" y="0"/>
                </a:lnTo>
                <a:lnTo>
                  <a:pt x="387" y="2"/>
                </a:lnTo>
                <a:lnTo>
                  <a:pt x="405" y="12"/>
                </a:lnTo>
                <a:lnTo>
                  <a:pt x="420" y="26"/>
                </a:lnTo>
                <a:lnTo>
                  <a:pt x="428" y="43"/>
                </a:lnTo>
                <a:lnTo>
                  <a:pt x="432" y="64"/>
                </a:lnTo>
                <a:lnTo>
                  <a:pt x="432" y="561"/>
                </a:lnTo>
                <a:lnTo>
                  <a:pt x="428" y="582"/>
                </a:lnTo>
                <a:lnTo>
                  <a:pt x="420" y="600"/>
                </a:lnTo>
                <a:lnTo>
                  <a:pt x="405" y="613"/>
                </a:lnTo>
                <a:lnTo>
                  <a:pt x="387" y="623"/>
                </a:lnTo>
                <a:lnTo>
                  <a:pt x="366" y="626"/>
                </a:lnTo>
                <a:lnTo>
                  <a:pt x="64" y="626"/>
                </a:lnTo>
                <a:lnTo>
                  <a:pt x="44" y="622"/>
                </a:lnTo>
                <a:lnTo>
                  <a:pt x="26" y="612"/>
                </a:lnTo>
                <a:lnTo>
                  <a:pt x="12" y="598"/>
                </a:lnTo>
                <a:lnTo>
                  <a:pt x="3" y="579"/>
                </a:lnTo>
                <a:lnTo>
                  <a:pt x="0" y="559"/>
                </a:lnTo>
                <a:lnTo>
                  <a:pt x="0" y="64"/>
                </a:lnTo>
                <a:lnTo>
                  <a:pt x="3" y="43"/>
                </a:lnTo>
                <a:lnTo>
                  <a:pt x="12" y="26"/>
                </a:lnTo>
                <a:lnTo>
                  <a:pt x="26" y="12"/>
                </a:lnTo>
                <a:lnTo>
                  <a:pt x="44" y="2"/>
                </a:lnTo>
                <a:lnTo>
                  <a:pt x="6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13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9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Electronical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Devices #2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9" name="Freeform 23"/>
          <p:cNvSpPr>
            <a:spLocks noChangeAspect="1" noEditPoints="1"/>
          </p:cNvSpPr>
          <p:nvPr/>
        </p:nvSpPr>
        <p:spPr bwMode="auto">
          <a:xfrm>
            <a:off x="1331790" y="1232756"/>
            <a:ext cx="596933" cy="1080000"/>
          </a:xfrm>
          <a:custGeom>
            <a:avLst/>
            <a:gdLst>
              <a:gd name="T0" fmla="*/ 189 w 346"/>
              <a:gd name="T1" fmla="*/ 392 h 626"/>
              <a:gd name="T2" fmla="*/ 212 w 346"/>
              <a:gd name="T3" fmla="*/ 414 h 626"/>
              <a:gd name="T4" fmla="*/ 212 w 346"/>
              <a:gd name="T5" fmla="*/ 448 h 626"/>
              <a:gd name="T6" fmla="*/ 189 w 346"/>
              <a:gd name="T7" fmla="*/ 470 h 626"/>
              <a:gd name="T8" fmla="*/ 156 w 346"/>
              <a:gd name="T9" fmla="*/ 470 h 626"/>
              <a:gd name="T10" fmla="*/ 133 w 346"/>
              <a:gd name="T11" fmla="*/ 448 h 626"/>
              <a:gd name="T12" fmla="*/ 133 w 346"/>
              <a:gd name="T13" fmla="*/ 414 h 626"/>
              <a:gd name="T14" fmla="*/ 156 w 346"/>
              <a:gd name="T15" fmla="*/ 392 h 626"/>
              <a:gd name="T16" fmla="*/ 172 w 346"/>
              <a:gd name="T17" fmla="*/ 324 h 626"/>
              <a:gd name="T18" fmla="*/ 118 w 346"/>
              <a:gd name="T19" fmla="*/ 339 h 626"/>
              <a:gd name="T20" fmla="*/ 78 w 346"/>
              <a:gd name="T21" fmla="*/ 377 h 626"/>
              <a:gd name="T22" fmla="*/ 64 w 346"/>
              <a:gd name="T23" fmla="*/ 432 h 626"/>
              <a:gd name="T24" fmla="*/ 78 w 346"/>
              <a:gd name="T25" fmla="*/ 486 h 626"/>
              <a:gd name="T26" fmla="*/ 118 w 346"/>
              <a:gd name="T27" fmla="*/ 525 h 626"/>
              <a:gd name="T28" fmla="*/ 172 w 346"/>
              <a:gd name="T29" fmla="*/ 540 h 626"/>
              <a:gd name="T30" fmla="*/ 226 w 346"/>
              <a:gd name="T31" fmla="*/ 525 h 626"/>
              <a:gd name="T32" fmla="*/ 265 w 346"/>
              <a:gd name="T33" fmla="*/ 486 h 626"/>
              <a:gd name="T34" fmla="*/ 280 w 346"/>
              <a:gd name="T35" fmla="*/ 432 h 626"/>
              <a:gd name="T36" fmla="*/ 265 w 346"/>
              <a:gd name="T37" fmla="*/ 377 h 626"/>
              <a:gd name="T38" fmla="*/ 226 w 346"/>
              <a:gd name="T39" fmla="*/ 339 h 626"/>
              <a:gd name="T40" fmla="*/ 172 w 346"/>
              <a:gd name="T41" fmla="*/ 324 h 626"/>
              <a:gd name="T42" fmla="*/ 59 w 346"/>
              <a:gd name="T43" fmla="*/ 43 h 626"/>
              <a:gd name="T44" fmla="*/ 49 w 346"/>
              <a:gd name="T45" fmla="*/ 49 h 626"/>
              <a:gd name="T46" fmla="*/ 44 w 346"/>
              <a:gd name="T47" fmla="*/ 59 h 626"/>
              <a:gd name="T48" fmla="*/ 44 w 346"/>
              <a:gd name="T49" fmla="*/ 216 h 626"/>
              <a:gd name="T50" fmla="*/ 47 w 346"/>
              <a:gd name="T51" fmla="*/ 227 h 626"/>
              <a:gd name="T52" fmla="*/ 55 w 346"/>
              <a:gd name="T53" fmla="*/ 235 h 626"/>
              <a:gd name="T54" fmla="*/ 66 w 346"/>
              <a:gd name="T55" fmla="*/ 238 h 626"/>
              <a:gd name="T56" fmla="*/ 287 w 346"/>
              <a:gd name="T57" fmla="*/ 236 h 626"/>
              <a:gd name="T58" fmla="*/ 297 w 346"/>
              <a:gd name="T59" fmla="*/ 231 h 626"/>
              <a:gd name="T60" fmla="*/ 302 w 346"/>
              <a:gd name="T61" fmla="*/ 221 h 626"/>
              <a:gd name="T62" fmla="*/ 302 w 346"/>
              <a:gd name="T63" fmla="*/ 64 h 626"/>
              <a:gd name="T64" fmla="*/ 299 w 346"/>
              <a:gd name="T65" fmla="*/ 53 h 626"/>
              <a:gd name="T66" fmla="*/ 291 w 346"/>
              <a:gd name="T67" fmla="*/ 46 h 626"/>
              <a:gd name="T68" fmla="*/ 282 w 346"/>
              <a:gd name="T69" fmla="*/ 43 h 626"/>
              <a:gd name="T70" fmla="*/ 62 w 346"/>
              <a:gd name="T71" fmla="*/ 0 h 626"/>
              <a:gd name="T72" fmla="*/ 301 w 346"/>
              <a:gd name="T73" fmla="*/ 2 h 626"/>
              <a:gd name="T74" fmla="*/ 334 w 346"/>
              <a:gd name="T75" fmla="*/ 26 h 626"/>
              <a:gd name="T76" fmla="*/ 346 w 346"/>
              <a:gd name="T77" fmla="*/ 64 h 626"/>
              <a:gd name="T78" fmla="*/ 342 w 346"/>
              <a:gd name="T79" fmla="*/ 582 h 626"/>
              <a:gd name="T80" fmla="*/ 320 w 346"/>
              <a:gd name="T81" fmla="*/ 613 h 626"/>
              <a:gd name="T82" fmla="*/ 282 w 346"/>
              <a:gd name="T83" fmla="*/ 626 h 626"/>
              <a:gd name="T84" fmla="*/ 45 w 346"/>
              <a:gd name="T85" fmla="*/ 622 h 626"/>
              <a:gd name="T86" fmla="*/ 12 w 346"/>
              <a:gd name="T87" fmla="*/ 598 h 626"/>
              <a:gd name="T88" fmla="*/ 0 w 346"/>
              <a:gd name="T89" fmla="*/ 559 h 626"/>
              <a:gd name="T90" fmla="*/ 3 w 346"/>
              <a:gd name="T91" fmla="*/ 43 h 626"/>
              <a:gd name="T92" fmla="*/ 25 w 346"/>
              <a:gd name="T93" fmla="*/ 12 h 626"/>
              <a:gd name="T94" fmla="*/ 62 w 346"/>
              <a:gd name="T95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46" h="626">
                <a:moveTo>
                  <a:pt x="172" y="388"/>
                </a:moveTo>
                <a:lnTo>
                  <a:pt x="189" y="392"/>
                </a:lnTo>
                <a:lnTo>
                  <a:pt x="202" y="400"/>
                </a:lnTo>
                <a:lnTo>
                  <a:pt x="212" y="414"/>
                </a:lnTo>
                <a:lnTo>
                  <a:pt x="215" y="432"/>
                </a:lnTo>
                <a:lnTo>
                  <a:pt x="212" y="448"/>
                </a:lnTo>
                <a:lnTo>
                  <a:pt x="202" y="462"/>
                </a:lnTo>
                <a:lnTo>
                  <a:pt x="189" y="470"/>
                </a:lnTo>
                <a:lnTo>
                  <a:pt x="172" y="474"/>
                </a:lnTo>
                <a:lnTo>
                  <a:pt x="156" y="470"/>
                </a:lnTo>
                <a:lnTo>
                  <a:pt x="142" y="462"/>
                </a:lnTo>
                <a:lnTo>
                  <a:pt x="133" y="448"/>
                </a:lnTo>
                <a:lnTo>
                  <a:pt x="129" y="432"/>
                </a:lnTo>
                <a:lnTo>
                  <a:pt x="133" y="414"/>
                </a:lnTo>
                <a:lnTo>
                  <a:pt x="142" y="400"/>
                </a:lnTo>
                <a:lnTo>
                  <a:pt x="156" y="392"/>
                </a:lnTo>
                <a:lnTo>
                  <a:pt x="172" y="388"/>
                </a:lnTo>
                <a:close/>
                <a:moveTo>
                  <a:pt x="172" y="324"/>
                </a:moveTo>
                <a:lnTo>
                  <a:pt x="144" y="328"/>
                </a:lnTo>
                <a:lnTo>
                  <a:pt x="118" y="339"/>
                </a:lnTo>
                <a:lnTo>
                  <a:pt x="96" y="355"/>
                </a:lnTo>
                <a:lnTo>
                  <a:pt x="78" y="377"/>
                </a:lnTo>
                <a:lnTo>
                  <a:pt x="67" y="403"/>
                </a:lnTo>
                <a:lnTo>
                  <a:pt x="64" y="432"/>
                </a:lnTo>
                <a:lnTo>
                  <a:pt x="67" y="460"/>
                </a:lnTo>
                <a:lnTo>
                  <a:pt x="78" y="486"/>
                </a:lnTo>
                <a:lnTo>
                  <a:pt x="96" y="508"/>
                </a:lnTo>
                <a:lnTo>
                  <a:pt x="118" y="525"/>
                </a:lnTo>
                <a:lnTo>
                  <a:pt x="144" y="535"/>
                </a:lnTo>
                <a:lnTo>
                  <a:pt x="172" y="540"/>
                </a:lnTo>
                <a:lnTo>
                  <a:pt x="201" y="535"/>
                </a:lnTo>
                <a:lnTo>
                  <a:pt x="226" y="525"/>
                </a:lnTo>
                <a:lnTo>
                  <a:pt x="248" y="508"/>
                </a:lnTo>
                <a:lnTo>
                  <a:pt x="265" y="486"/>
                </a:lnTo>
                <a:lnTo>
                  <a:pt x="276" y="460"/>
                </a:lnTo>
                <a:lnTo>
                  <a:pt x="280" y="432"/>
                </a:lnTo>
                <a:lnTo>
                  <a:pt x="276" y="403"/>
                </a:lnTo>
                <a:lnTo>
                  <a:pt x="265" y="377"/>
                </a:lnTo>
                <a:lnTo>
                  <a:pt x="248" y="355"/>
                </a:lnTo>
                <a:lnTo>
                  <a:pt x="226" y="339"/>
                </a:lnTo>
                <a:lnTo>
                  <a:pt x="201" y="328"/>
                </a:lnTo>
                <a:lnTo>
                  <a:pt x="172" y="324"/>
                </a:lnTo>
                <a:close/>
                <a:moveTo>
                  <a:pt x="66" y="43"/>
                </a:moveTo>
                <a:lnTo>
                  <a:pt x="59" y="43"/>
                </a:lnTo>
                <a:lnTo>
                  <a:pt x="55" y="46"/>
                </a:lnTo>
                <a:lnTo>
                  <a:pt x="49" y="49"/>
                </a:lnTo>
                <a:lnTo>
                  <a:pt x="47" y="53"/>
                </a:lnTo>
                <a:lnTo>
                  <a:pt x="44" y="59"/>
                </a:lnTo>
                <a:lnTo>
                  <a:pt x="44" y="64"/>
                </a:lnTo>
                <a:lnTo>
                  <a:pt x="44" y="216"/>
                </a:lnTo>
                <a:lnTo>
                  <a:pt x="44" y="221"/>
                </a:lnTo>
                <a:lnTo>
                  <a:pt x="47" y="227"/>
                </a:lnTo>
                <a:lnTo>
                  <a:pt x="49" y="231"/>
                </a:lnTo>
                <a:lnTo>
                  <a:pt x="55" y="235"/>
                </a:lnTo>
                <a:lnTo>
                  <a:pt x="59" y="236"/>
                </a:lnTo>
                <a:lnTo>
                  <a:pt x="66" y="238"/>
                </a:lnTo>
                <a:lnTo>
                  <a:pt x="282" y="238"/>
                </a:lnTo>
                <a:lnTo>
                  <a:pt x="287" y="236"/>
                </a:lnTo>
                <a:lnTo>
                  <a:pt x="291" y="235"/>
                </a:lnTo>
                <a:lnTo>
                  <a:pt x="297" y="231"/>
                </a:lnTo>
                <a:lnTo>
                  <a:pt x="299" y="227"/>
                </a:lnTo>
                <a:lnTo>
                  <a:pt x="302" y="221"/>
                </a:lnTo>
                <a:lnTo>
                  <a:pt x="302" y="216"/>
                </a:lnTo>
                <a:lnTo>
                  <a:pt x="302" y="64"/>
                </a:lnTo>
                <a:lnTo>
                  <a:pt x="302" y="59"/>
                </a:lnTo>
                <a:lnTo>
                  <a:pt x="299" y="53"/>
                </a:lnTo>
                <a:lnTo>
                  <a:pt x="297" y="49"/>
                </a:lnTo>
                <a:lnTo>
                  <a:pt x="291" y="46"/>
                </a:lnTo>
                <a:lnTo>
                  <a:pt x="287" y="43"/>
                </a:lnTo>
                <a:lnTo>
                  <a:pt x="282" y="43"/>
                </a:lnTo>
                <a:lnTo>
                  <a:pt x="66" y="43"/>
                </a:lnTo>
                <a:close/>
                <a:moveTo>
                  <a:pt x="62" y="0"/>
                </a:moveTo>
                <a:lnTo>
                  <a:pt x="282" y="0"/>
                </a:lnTo>
                <a:lnTo>
                  <a:pt x="301" y="2"/>
                </a:lnTo>
                <a:lnTo>
                  <a:pt x="320" y="12"/>
                </a:lnTo>
                <a:lnTo>
                  <a:pt x="334" y="26"/>
                </a:lnTo>
                <a:lnTo>
                  <a:pt x="342" y="43"/>
                </a:lnTo>
                <a:lnTo>
                  <a:pt x="346" y="64"/>
                </a:lnTo>
                <a:lnTo>
                  <a:pt x="346" y="561"/>
                </a:lnTo>
                <a:lnTo>
                  <a:pt x="342" y="582"/>
                </a:lnTo>
                <a:lnTo>
                  <a:pt x="334" y="600"/>
                </a:lnTo>
                <a:lnTo>
                  <a:pt x="320" y="613"/>
                </a:lnTo>
                <a:lnTo>
                  <a:pt x="301" y="623"/>
                </a:lnTo>
                <a:lnTo>
                  <a:pt x="282" y="626"/>
                </a:lnTo>
                <a:lnTo>
                  <a:pt x="66" y="626"/>
                </a:lnTo>
                <a:lnTo>
                  <a:pt x="45" y="622"/>
                </a:lnTo>
                <a:lnTo>
                  <a:pt x="27" y="612"/>
                </a:lnTo>
                <a:lnTo>
                  <a:pt x="12" y="598"/>
                </a:lnTo>
                <a:lnTo>
                  <a:pt x="4" y="579"/>
                </a:lnTo>
                <a:lnTo>
                  <a:pt x="0" y="559"/>
                </a:lnTo>
                <a:lnTo>
                  <a:pt x="0" y="64"/>
                </a:lnTo>
                <a:lnTo>
                  <a:pt x="3" y="43"/>
                </a:lnTo>
                <a:lnTo>
                  <a:pt x="12" y="26"/>
                </a:lnTo>
                <a:lnTo>
                  <a:pt x="25" y="12"/>
                </a:lnTo>
                <a:lnTo>
                  <a:pt x="43" y="2"/>
                </a:lnTo>
                <a:lnTo>
                  <a:pt x="6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0" name="Freeform 24"/>
          <p:cNvSpPr>
            <a:spLocks noChangeAspect="1" noEditPoints="1"/>
          </p:cNvSpPr>
          <p:nvPr/>
        </p:nvSpPr>
        <p:spPr bwMode="auto">
          <a:xfrm>
            <a:off x="2756875" y="1425983"/>
            <a:ext cx="1080000" cy="693546"/>
          </a:xfrm>
          <a:custGeom>
            <a:avLst/>
            <a:gdLst>
              <a:gd name="T0" fmla="*/ 419 w 626"/>
              <a:gd name="T1" fmla="*/ 314 h 402"/>
              <a:gd name="T2" fmla="*/ 429 w 626"/>
              <a:gd name="T3" fmla="*/ 317 h 402"/>
              <a:gd name="T4" fmla="*/ 454 w 626"/>
              <a:gd name="T5" fmla="*/ 330 h 402"/>
              <a:gd name="T6" fmla="*/ 445 w 626"/>
              <a:gd name="T7" fmla="*/ 333 h 402"/>
              <a:gd name="T8" fmla="*/ 419 w 626"/>
              <a:gd name="T9" fmla="*/ 337 h 402"/>
              <a:gd name="T10" fmla="*/ 411 w 626"/>
              <a:gd name="T11" fmla="*/ 324 h 402"/>
              <a:gd name="T12" fmla="*/ 414 w 626"/>
              <a:gd name="T13" fmla="*/ 315 h 402"/>
              <a:gd name="T14" fmla="*/ 419 w 626"/>
              <a:gd name="T15" fmla="*/ 310 h 402"/>
              <a:gd name="T16" fmla="*/ 421 w 626"/>
              <a:gd name="T17" fmla="*/ 182 h 402"/>
              <a:gd name="T18" fmla="*/ 406 w 626"/>
              <a:gd name="T19" fmla="*/ 188 h 402"/>
              <a:gd name="T20" fmla="*/ 406 w 626"/>
              <a:gd name="T21" fmla="*/ 218 h 402"/>
              <a:gd name="T22" fmla="*/ 415 w 626"/>
              <a:gd name="T23" fmla="*/ 216 h 402"/>
              <a:gd name="T24" fmla="*/ 419 w 626"/>
              <a:gd name="T25" fmla="*/ 207 h 402"/>
              <a:gd name="T26" fmla="*/ 428 w 626"/>
              <a:gd name="T27" fmla="*/ 210 h 402"/>
              <a:gd name="T28" fmla="*/ 437 w 626"/>
              <a:gd name="T29" fmla="*/ 216 h 402"/>
              <a:gd name="T30" fmla="*/ 430 w 626"/>
              <a:gd name="T31" fmla="*/ 201 h 402"/>
              <a:gd name="T32" fmla="*/ 434 w 626"/>
              <a:gd name="T33" fmla="*/ 194 h 402"/>
              <a:gd name="T34" fmla="*/ 443 w 626"/>
              <a:gd name="T35" fmla="*/ 186 h 402"/>
              <a:gd name="T36" fmla="*/ 434 w 626"/>
              <a:gd name="T37" fmla="*/ 182 h 402"/>
              <a:gd name="T38" fmla="*/ 306 w 626"/>
              <a:gd name="T39" fmla="*/ 188 h 402"/>
              <a:gd name="T40" fmla="*/ 310 w 626"/>
              <a:gd name="T41" fmla="*/ 202 h 402"/>
              <a:gd name="T42" fmla="*/ 298 w 626"/>
              <a:gd name="T43" fmla="*/ 212 h 402"/>
              <a:gd name="T44" fmla="*/ 290 w 626"/>
              <a:gd name="T45" fmla="*/ 209 h 402"/>
              <a:gd name="T46" fmla="*/ 298 w 626"/>
              <a:gd name="T47" fmla="*/ 188 h 402"/>
              <a:gd name="T48" fmla="*/ 295 w 626"/>
              <a:gd name="T49" fmla="*/ 179 h 402"/>
              <a:gd name="T50" fmla="*/ 547 w 626"/>
              <a:gd name="T51" fmla="*/ 183 h 402"/>
              <a:gd name="T52" fmla="*/ 559 w 626"/>
              <a:gd name="T53" fmla="*/ 190 h 402"/>
              <a:gd name="T54" fmla="*/ 555 w 626"/>
              <a:gd name="T55" fmla="*/ 205 h 402"/>
              <a:gd name="T56" fmla="*/ 548 w 626"/>
              <a:gd name="T57" fmla="*/ 212 h 402"/>
              <a:gd name="T58" fmla="*/ 537 w 626"/>
              <a:gd name="T59" fmla="*/ 210 h 402"/>
              <a:gd name="T60" fmla="*/ 531 w 626"/>
              <a:gd name="T61" fmla="*/ 198 h 402"/>
              <a:gd name="T62" fmla="*/ 537 w 626"/>
              <a:gd name="T63" fmla="*/ 184 h 402"/>
              <a:gd name="T64" fmla="*/ 425 w 626"/>
              <a:gd name="T65" fmla="*/ 112 h 402"/>
              <a:gd name="T66" fmla="*/ 511 w 626"/>
              <a:gd name="T67" fmla="*/ 177 h 402"/>
              <a:gd name="T68" fmla="*/ 470 w 626"/>
              <a:gd name="T69" fmla="*/ 279 h 402"/>
              <a:gd name="T70" fmla="*/ 361 w 626"/>
              <a:gd name="T71" fmla="*/ 264 h 402"/>
              <a:gd name="T72" fmla="*/ 347 w 626"/>
              <a:gd name="T73" fmla="*/ 156 h 402"/>
              <a:gd name="T74" fmla="*/ 422 w 626"/>
              <a:gd name="T75" fmla="*/ 67 h 402"/>
              <a:gd name="T76" fmla="*/ 430 w 626"/>
              <a:gd name="T77" fmla="*/ 76 h 402"/>
              <a:gd name="T78" fmla="*/ 428 w 626"/>
              <a:gd name="T79" fmla="*/ 89 h 402"/>
              <a:gd name="T80" fmla="*/ 417 w 626"/>
              <a:gd name="T81" fmla="*/ 86 h 402"/>
              <a:gd name="T82" fmla="*/ 410 w 626"/>
              <a:gd name="T83" fmla="*/ 78 h 402"/>
              <a:gd name="T84" fmla="*/ 417 w 626"/>
              <a:gd name="T85" fmla="*/ 68 h 402"/>
              <a:gd name="T86" fmla="*/ 355 w 626"/>
              <a:gd name="T87" fmla="*/ 59 h 402"/>
              <a:gd name="T88" fmla="*/ 268 w 626"/>
              <a:gd name="T89" fmla="*/ 199 h 402"/>
              <a:gd name="T90" fmla="*/ 355 w 626"/>
              <a:gd name="T91" fmla="*/ 341 h 402"/>
              <a:gd name="T92" fmla="*/ 522 w 626"/>
              <a:gd name="T93" fmla="*/ 322 h 402"/>
              <a:gd name="T94" fmla="*/ 577 w 626"/>
              <a:gd name="T95" fmla="*/ 164 h 402"/>
              <a:gd name="T96" fmla="*/ 460 w 626"/>
              <a:gd name="T97" fmla="*/ 48 h 402"/>
              <a:gd name="T98" fmla="*/ 612 w 626"/>
              <a:gd name="T99" fmla="*/ 12 h 402"/>
              <a:gd name="T100" fmla="*/ 612 w 626"/>
              <a:gd name="T101" fmla="*/ 389 h 402"/>
              <a:gd name="T102" fmla="*/ 12 w 626"/>
              <a:gd name="T103" fmla="*/ 389 h 402"/>
              <a:gd name="T104" fmla="*/ 12 w 626"/>
              <a:gd name="T105" fmla="*/ 12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26" h="402">
                <a:moveTo>
                  <a:pt x="419" y="310"/>
                </a:moveTo>
                <a:lnTo>
                  <a:pt x="419" y="310"/>
                </a:lnTo>
                <a:lnTo>
                  <a:pt x="419" y="311"/>
                </a:lnTo>
                <a:lnTo>
                  <a:pt x="419" y="313"/>
                </a:lnTo>
                <a:lnTo>
                  <a:pt x="419" y="314"/>
                </a:lnTo>
                <a:lnTo>
                  <a:pt x="419" y="317"/>
                </a:lnTo>
                <a:lnTo>
                  <a:pt x="419" y="317"/>
                </a:lnTo>
                <a:lnTo>
                  <a:pt x="419" y="317"/>
                </a:lnTo>
                <a:lnTo>
                  <a:pt x="422" y="315"/>
                </a:lnTo>
                <a:lnTo>
                  <a:pt x="429" y="317"/>
                </a:lnTo>
                <a:lnTo>
                  <a:pt x="437" y="321"/>
                </a:lnTo>
                <a:lnTo>
                  <a:pt x="448" y="326"/>
                </a:lnTo>
                <a:lnTo>
                  <a:pt x="451" y="328"/>
                </a:lnTo>
                <a:lnTo>
                  <a:pt x="454" y="329"/>
                </a:lnTo>
                <a:lnTo>
                  <a:pt x="454" y="330"/>
                </a:lnTo>
                <a:lnTo>
                  <a:pt x="454" y="330"/>
                </a:lnTo>
                <a:lnTo>
                  <a:pt x="452" y="332"/>
                </a:lnTo>
                <a:lnTo>
                  <a:pt x="451" y="332"/>
                </a:lnTo>
                <a:lnTo>
                  <a:pt x="448" y="332"/>
                </a:lnTo>
                <a:lnTo>
                  <a:pt x="445" y="333"/>
                </a:lnTo>
                <a:lnTo>
                  <a:pt x="444" y="333"/>
                </a:lnTo>
                <a:lnTo>
                  <a:pt x="441" y="335"/>
                </a:lnTo>
                <a:lnTo>
                  <a:pt x="434" y="337"/>
                </a:lnTo>
                <a:lnTo>
                  <a:pt x="426" y="337"/>
                </a:lnTo>
                <a:lnTo>
                  <a:pt x="419" y="337"/>
                </a:lnTo>
                <a:lnTo>
                  <a:pt x="418" y="337"/>
                </a:lnTo>
                <a:lnTo>
                  <a:pt x="415" y="335"/>
                </a:lnTo>
                <a:lnTo>
                  <a:pt x="414" y="332"/>
                </a:lnTo>
                <a:lnTo>
                  <a:pt x="413" y="328"/>
                </a:lnTo>
                <a:lnTo>
                  <a:pt x="411" y="324"/>
                </a:lnTo>
                <a:lnTo>
                  <a:pt x="410" y="321"/>
                </a:lnTo>
                <a:lnTo>
                  <a:pt x="410" y="318"/>
                </a:lnTo>
                <a:lnTo>
                  <a:pt x="410" y="317"/>
                </a:lnTo>
                <a:lnTo>
                  <a:pt x="413" y="315"/>
                </a:lnTo>
                <a:lnTo>
                  <a:pt x="414" y="315"/>
                </a:lnTo>
                <a:lnTo>
                  <a:pt x="417" y="315"/>
                </a:lnTo>
                <a:lnTo>
                  <a:pt x="418" y="314"/>
                </a:lnTo>
                <a:lnTo>
                  <a:pt x="418" y="313"/>
                </a:lnTo>
                <a:lnTo>
                  <a:pt x="418" y="311"/>
                </a:lnTo>
                <a:lnTo>
                  <a:pt x="419" y="310"/>
                </a:lnTo>
                <a:lnTo>
                  <a:pt x="419" y="310"/>
                </a:lnTo>
                <a:close/>
                <a:moveTo>
                  <a:pt x="434" y="182"/>
                </a:moveTo>
                <a:lnTo>
                  <a:pt x="429" y="182"/>
                </a:lnTo>
                <a:lnTo>
                  <a:pt x="421" y="182"/>
                </a:lnTo>
                <a:lnTo>
                  <a:pt x="421" y="182"/>
                </a:lnTo>
                <a:lnTo>
                  <a:pt x="418" y="183"/>
                </a:lnTo>
                <a:lnTo>
                  <a:pt x="415" y="183"/>
                </a:lnTo>
                <a:lnTo>
                  <a:pt x="413" y="184"/>
                </a:lnTo>
                <a:lnTo>
                  <a:pt x="408" y="186"/>
                </a:lnTo>
                <a:lnTo>
                  <a:pt x="406" y="188"/>
                </a:lnTo>
                <a:lnTo>
                  <a:pt x="404" y="191"/>
                </a:lnTo>
                <a:lnTo>
                  <a:pt x="403" y="195"/>
                </a:lnTo>
                <a:lnTo>
                  <a:pt x="404" y="202"/>
                </a:lnTo>
                <a:lnTo>
                  <a:pt x="404" y="210"/>
                </a:lnTo>
                <a:lnTo>
                  <a:pt x="406" y="218"/>
                </a:lnTo>
                <a:lnTo>
                  <a:pt x="407" y="223"/>
                </a:lnTo>
                <a:lnTo>
                  <a:pt x="410" y="224"/>
                </a:lnTo>
                <a:lnTo>
                  <a:pt x="411" y="221"/>
                </a:lnTo>
                <a:lnTo>
                  <a:pt x="414" y="218"/>
                </a:lnTo>
                <a:lnTo>
                  <a:pt x="415" y="216"/>
                </a:lnTo>
                <a:lnTo>
                  <a:pt x="417" y="212"/>
                </a:lnTo>
                <a:lnTo>
                  <a:pt x="418" y="210"/>
                </a:lnTo>
                <a:lnTo>
                  <a:pt x="419" y="207"/>
                </a:lnTo>
                <a:lnTo>
                  <a:pt x="419" y="207"/>
                </a:lnTo>
                <a:lnTo>
                  <a:pt x="419" y="207"/>
                </a:lnTo>
                <a:lnTo>
                  <a:pt x="421" y="206"/>
                </a:lnTo>
                <a:lnTo>
                  <a:pt x="422" y="206"/>
                </a:lnTo>
                <a:lnTo>
                  <a:pt x="425" y="206"/>
                </a:lnTo>
                <a:lnTo>
                  <a:pt x="426" y="207"/>
                </a:lnTo>
                <a:lnTo>
                  <a:pt x="428" y="210"/>
                </a:lnTo>
                <a:lnTo>
                  <a:pt x="430" y="213"/>
                </a:lnTo>
                <a:lnTo>
                  <a:pt x="432" y="216"/>
                </a:lnTo>
                <a:lnTo>
                  <a:pt x="434" y="216"/>
                </a:lnTo>
                <a:lnTo>
                  <a:pt x="436" y="217"/>
                </a:lnTo>
                <a:lnTo>
                  <a:pt x="437" y="216"/>
                </a:lnTo>
                <a:lnTo>
                  <a:pt x="437" y="213"/>
                </a:lnTo>
                <a:lnTo>
                  <a:pt x="437" y="209"/>
                </a:lnTo>
                <a:lnTo>
                  <a:pt x="434" y="206"/>
                </a:lnTo>
                <a:lnTo>
                  <a:pt x="433" y="203"/>
                </a:lnTo>
                <a:lnTo>
                  <a:pt x="430" y="201"/>
                </a:lnTo>
                <a:lnTo>
                  <a:pt x="429" y="199"/>
                </a:lnTo>
                <a:lnTo>
                  <a:pt x="429" y="198"/>
                </a:lnTo>
                <a:lnTo>
                  <a:pt x="430" y="197"/>
                </a:lnTo>
                <a:lnTo>
                  <a:pt x="432" y="195"/>
                </a:lnTo>
                <a:lnTo>
                  <a:pt x="434" y="194"/>
                </a:lnTo>
                <a:lnTo>
                  <a:pt x="436" y="192"/>
                </a:lnTo>
                <a:lnTo>
                  <a:pt x="439" y="191"/>
                </a:lnTo>
                <a:lnTo>
                  <a:pt x="440" y="188"/>
                </a:lnTo>
                <a:lnTo>
                  <a:pt x="441" y="187"/>
                </a:lnTo>
                <a:lnTo>
                  <a:pt x="443" y="186"/>
                </a:lnTo>
                <a:lnTo>
                  <a:pt x="443" y="184"/>
                </a:lnTo>
                <a:lnTo>
                  <a:pt x="443" y="183"/>
                </a:lnTo>
                <a:lnTo>
                  <a:pt x="441" y="182"/>
                </a:lnTo>
                <a:lnTo>
                  <a:pt x="439" y="182"/>
                </a:lnTo>
                <a:lnTo>
                  <a:pt x="434" y="182"/>
                </a:lnTo>
                <a:close/>
                <a:moveTo>
                  <a:pt x="295" y="179"/>
                </a:moveTo>
                <a:lnTo>
                  <a:pt x="298" y="180"/>
                </a:lnTo>
                <a:lnTo>
                  <a:pt x="301" y="182"/>
                </a:lnTo>
                <a:lnTo>
                  <a:pt x="303" y="184"/>
                </a:lnTo>
                <a:lnTo>
                  <a:pt x="306" y="188"/>
                </a:lnTo>
                <a:lnTo>
                  <a:pt x="309" y="191"/>
                </a:lnTo>
                <a:lnTo>
                  <a:pt x="310" y="195"/>
                </a:lnTo>
                <a:lnTo>
                  <a:pt x="311" y="198"/>
                </a:lnTo>
                <a:lnTo>
                  <a:pt x="311" y="199"/>
                </a:lnTo>
                <a:lnTo>
                  <a:pt x="310" y="202"/>
                </a:lnTo>
                <a:lnTo>
                  <a:pt x="309" y="202"/>
                </a:lnTo>
                <a:lnTo>
                  <a:pt x="307" y="203"/>
                </a:lnTo>
                <a:lnTo>
                  <a:pt x="305" y="206"/>
                </a:lnTo>
                <a:lnTo>
                  <a:pt x="301" y="209"/>
                </a:lnTo>
                <a:lnTo>
                  <a:pt x="298" y="212"/>
                </a:lnTo>
                <a:lnTo>
                  <a:pt x="295" y="213"/>
                </a:lnTo>
                <a:lnTo>
                  <a:pt x="292" y="213"/>
                </a:lnTo>
                <a:lnTo>
                  <a:pt x="291" y="213"/>
                </a:lnTo>
                <a:lnTo>
                  <a:pt x="290" y="212"/>
                </a:lnTo>
                <a:lnTo>
                  <a:pt x="290" y="209"/>
                </a:lnTo>
                <a:lnTo>
                  <a:pt x="291" y="205"/>
                </a:lnTo>
                <a:lnTo>
                  <a:pt x="294" y="201"/>
                </a:lnTo>
                <a:lnTo>
                  <a:pt x="296" y="195"/>
                </a:lnTo>
                <a:lnTo>
                  <a:pt x="298" y="191"/>
                </a:lnTo>
                <a:lnTo>
                  <a:pt x="298" y="188"/>
                </a:lnTo>
                <a:lnTo>
                  <a:pt x="298" y="186"/>
                </a:lnTo>
                <a:lnTo>
                  <a:pt x="296" y="183"/>
                </a:lnTo>
                <a:lnTo>
                  <a:pt x="295" y="182"/>
                </a:lnTo>
                <a:lnTo>
                  <a:pt x="295" y="180"/>
                </a:lnTo>
                <a:lnTo>
                  <a:pt x="295" y="179"/>
                </a:lnTo>
                <a:lnTo>
                  <a:pt x="295" y="179"/>
                </a:lnTo>
                <a:close/>
                <a:moveTo>
                  <a:pt x="540" y="177"/>
                </a:moveTo>
                <a:lnTo>
                  <a:pt x="542" y="179"/>
                </a:lnTo>
                <a:lnTo>
                  <a:pt x="545" y="180"/>
                </a:lnTo>
                <a:lnTo>
                  <a:pt x="547" y="183"/>
                </a:lnTo>
                <a:lnTo>
                  <a:pt x="549" y="186"/>
                </a:lnTo>
                <a:lnTo>
                  <a:pt x="552" y="187"/>
                </a:lnTo>
                <a:lnTo>
                  <a:pt x="555" y="188"/>
                </a:lnTo>
                <a:lnTo>
                  <a:pt x="557" y="188"/>
                </a:lnTo>
                <a:lnTo>
                  <a:pt x="559" y="190"/>
                </a:lnTo>
                <a:lnTo>
                  <a:pt x="559" y="192"/>
                </a:lnTo>
                <a:lnTo>
                  <a:pt x="557" y="195"/>
                </a:lnTo>
                <a:lnTo>
                  <a:pt x="557" y="198"/>
                </a:lnTo>
                <a:lnTo>
                  <a:pt x="556" y="201"/>
                </a:lnTo>
                <a:lnTo>
                  <a:pt x="555" y="205"/>
                </a:lnTo>
                <a:lnTo>
                  <a:pt x="555" y="207"/>
                </a:lnTo>
                <a:lnTo>
                  <a:pt x="553" y="210"/>
                </a:lnTo>
                <a:lnTo>
                  <a:pt x="552" y="210"/>
                </a:lnTo>
                <a:lnTo>
                  <a:pt x="551" y="212"/>
                </a:lnTo>
                <a:lnTo>
                  <a:pt x="548" y="212"/>
                </a:lnTo>
                <a:lnTo>
                  <a:pt x="545" y="212"/>
                </a:lnTo>
                <a:lnTo>
                  <a:pt x="541" y="213"/>
                </a:lnTo>
                <a:lnTo>
                  <a:pt x="540" y="212"/>
                </a:lnTo>
                <a:lnTo>
                  <a:pt x="538" y="212"/>
                </a:lnTo>
                <a:lnTo>
                  <a:pt x="537" y="210"/>
                </a:lnTo>
                <a:lnTo>
                  <a:pt x="537" y="207"/>
                </a:lnTo>
                <a:lnTo>
                  <a:pt x="536" y="205"/>
                </a:lnTo>
                <a:lnTo>
                  <a:pt x="534" y="203"/>
                </a:lnTo>
                <a:lnTo>
                  <a:pt x="533" y="201"/>
                </a:lnTo>
                <a:lnTo>
                  <a:pt x="531" y="198"/>
                </a:lnTo>
                <a:lnTo>
                  <a:pt x="533" y="197"/>
                </a:lnTo>
                <a:lnTo>
                  <a:pt x="533" y="194"/>
                </a:lnTo>
                <a:lnTo>
                  <a:pt x="534" y="192"/>
                </a:lnTo>
                <a:lnTo>
                  <a:pt x="536" y="188"/>
                </a:lnTo>
                <a:lnTo>
                  <a:pt x="537" y="184"/>
                </a:lnTo>
                <a:lnTo>
                  <a:pt x="537" y="182"/>
                </a:lnTo>
                <a:lnTo>
                  <a:pt x="537" y="179"/>
                </a:lnTo>
                <a:lnTo>
                  <a:pt x="538" y="179"/>
                </a:lnTo>
                <a:lnTo>
                  <a:pt x="540" y="177"/>
                </a:lnTo>
                <a:close/>
                <a:moveTo>
                  <a:pt x="425" y="112"/>
                </a:moveTo>
                <a:lnTo>
                  <a:pt x="448" y="115"/>
                </a:lnTo>
                <a:lnTo>
                  <a:pt x="470" y="124"/>
                </a:lnTo>
                <a:lnTo>
                  <a:pt x="488" y="138"/>
                </a:lnTo>
                <a:lnTo>
                  <a:pt x="501" y="156"/>
                </a:lnTo>
                <a:lnTo>
                  <a:pt x="511" y="177"/>
                </a:lnTo>
                <a:lnTo>
                  <a:pt x="514" y="201"/>
                </a:lnTo>
                <a:lnTo>
                  <a:pt x="511" y="225"/>
                </a:lnTo>
                <a:lnTo>
                  <a:pt x="501" y="246"/>
                </a:lnTo>
                <a:lnTo>
                  <a:pt x="488" y="264"/>
                </a:lnTo>
                <a:lnTo>
                  <a:pt x="470" y="279"/>
                </a:lnTo>
                <a:lnTo>
                  <a:pt x="448" y="287"/>
                </a:lnTo>
                <a:lnTo>
                  <a:pt x="425" y="291"/>
                </a:lnTo>
                <a:lnTo>
                  <a:pt x="400" y="287"/>
                </a:lnTo>
                <a:lnTo>
                  <a:pt x="380" y="279"/>
                </a:lnTo>
                <a:lnTo>
                  <a:pt x="361" y="264"/>
                </a:lnTo>
                <a:lnTo>
                  <a:pt x="347" y="246"/>
                </a:lnTo>
                <a:lnTo>
                  <a:pt x="339" y="225"/>
                </a:lnTo>
                <a:lnTo>
                  <a:pt x="335" y="201"/>
                </a:lnTo>
                <a:lnTo>
                  <a:pt x="339" y="177"/>
                </a:lnTo>
                <a:lnTo>
                  <a:pt x="347" y="156"/>
                </a:lnTo>
                <a:lnTo>
                  <a:pt x="361" y="138"/>
                </a:lnTo>
                <a:lnTo>
                  <a:pt x="380" y="124"/>
                </a:lnTo>
                <a:lnTo>
                  <a:pt x="400" y="115"/>
                </a:lnTo>
                <a:lnTo>
                  <a:pt x="425" y="112"/>
                </a:lnTo>
                <a:close/>
                <a:moveTo>
                  <a:pt x="422" y="67"/>
                </a:moveTo>
                <a:lnTo>
                  <a:pt x="426" y="67"/>
                </a:lnTo>
                <a:lnTo>
                  <a:pt x="428" y="68"/>
                </a:lnTo>
                <a:lnTo>
                  <a:pt x="429" y="71"/>
                </a:lnTo>
                <a:lnTo>
                  <a:pt x="430" y="74"/>
                </a:lnTo>
                <a:lnTo>
                  <a:pt x="430" y="76"/>
                </a:lnTo>
                <a:lnTo>
                  <a:pt x="430" y="79"/>
                </a:lnTo>
                <a:lnTo>
                  <a:pt x="430" y="83"/>
                </a:lnTo>
                <a:lnTo>
                  <a:pt x="429" y="86"/>
                </a:lnTo>
                <a:lnTo>
                  <a:pt x="429" y="87"/>
                </a:lnTo>
                <a:lnTo>
                  <a:pt x="428" y="89"/>
                </a:lnTo>
                <a:lnTo>
                  <a:pt x="425" y="87"/>
                </a:lnTo>
                <a:lnTo>
                  <a:pt x="422" y="87"/>
                </a:lnTo>
                <a:lnTo>
                  <a:pt x="419" y="87"/>
                </a:lnTo>
                <a:lnTo>
                  <a:pt x="418" y="87"/>
                </a:lnTo>
                <a:lnTo>
                  <a:pt x="417" y="86"/>
                </a:lnTo>
                <a:lnTo>
                  <a:pt x="415" y="84"/>
                </a:lnTo>
                <a:lnTo>
                  <a:pt x="413" y="83"/>
                </a:lnTo>
                <a:lnTo>
                  <a:pt x="410" y="82"/>
                </a:lnTo>
                <a:lnTo>
                  <a:pt x="410" y="80"/>
                </a:lnTo>
                <a:lnTo>
                  <a:pt x="410" y="78"/>
                </a:lnTo>
                <a:lnTo>
                  <a:pt x="411" y="75"/>
                </a:lnTo>
                <a:lnTo>
                  <a:pt x="414" y="72"/>
                </a:lnTo>
                <a:lnTo>
                  <a:pt x="415" y="69"/>
                </a:lnTo>
                <a:lnTo>
                  <a:pt x="417" y="68"/>
                </a:lnTo>
                <a:lnTo>
                  <a:pt x="417" y="68"/>
                </a:lnTo>
                <a:lnTo>
                  <a:pt x="419" y="67"/>
                </a:lnTo>
                <a:lnTo>
                  <a:pt x="422" y="67"/>
                </a:lnTo>
                <a:close/>
                <a:moveTo>
                  <a:pt x="425" y="43"/>
                </a:moveTo>
                <a:lnTo>
                  <a:pt x="388" y="48"/>
                </a:lnTo>
                <a:lnTo>
                  <a:pt x="355" y="59"/>
                </a:lnTo>
                <a:lnTo>
                  <a:pt x="326" y="78"/>
                </a:lnTo>
                <a:lnTo>
                  <a:pt x="302" y="102"/>
                </a:lnTo>
                <a:lnTo>
                  <a:pt x="284" y="131"/>
                </a:lnTo>
                <a:lnTo>
                  <a:pt x="272" y="164"/>
                </a:lnTo>
                <a:lnTo>
                  <a:pt x="268" y="199"/>
                </a:lnTo>
                <a:lnTo>
                  <a:pt x="272" y="235"/>
                </a:lnTo>
                <a:lnTo>
                  <a:pt x="284" y="269"/>
                </a:lnTo>
                <a:lnTo>
                  <a:pt x="302" y="298"/>
                </a:lnTo>
                <a:lnTo>
                  <a:pt x="326" y="322"/>
                </a:lnTo>
                <a:lnTo>
                  <a:pt x="355" y="341"/>
                </a:lnTo>
                <a:lnTo>
                  <a:pt x="388" y="354"/>
                </a:lnTo>
                <a:lnTo>
                  <a:pt x="425" y="358"/>
                </a:lnTo>
                <a:lnTo>
                  <a:pt x="460" y="354"/>
                </a:lnTo>
                <a:lnTo>
                  <a:pt x="493" y="341"/>
                </a:lnTo>
                <a:lnTo>
                  <a:pt x="522" y="322"/>
                </a:lnTo>
                <a:lnTo>
                  <a:pt x="547" y="298"/>
                </a:lnTo>
                <a:lnTo>
                  <a:pt x="566" y="269"/>
                </a:lnTo>
                <a:lnTo>
                  <a:pt x="577" y="235"/>
                </a:lnTo>
                <a:lnTo>
                  <a:pt x="581" y="199"/>
                </a:lnTo>
                <a:lnTo>
                  <a:pt x="577" y="164"/>
                </a:lnTo>
                <a:lnTo>
                  <a:pt x="566" y="131"/>
                </a:lnTo>
                <a:lnTo>
                  <a:pt x="547" y="102"/>
                </a:lnTo>
                <a:lnTo>
                  <a:pt x="522" y="78"/>
                </a:lnTo>
                <a:lnTo>
                  <a:pt x="493" y="59"/>
                </a:lnTo>
                <a:lnTo>
                  <a:pt x="460" y="48"/>
                </a:lnTo>
                <a:lnTo>
                  <a:pt x="425" y="43"/>
                </a:lnTo>
                <a:close/>
                <a:moveTo>
                  <a:pt x="45" y="0"/>
                </a:moveTo>
                <a:lnTo>
                  <a:pt x="581" y="0"/>
                </a:lnTo>
                <a:lnTo>
                  <a:pt x="598" y="2"/>
                </a:lnTo>
                <a:lnTo>
                  <a:pt x="612" y="12"/>
                </a:lnTo>
                <a:lnTo>
                  <a:pt x="622" y="27"/>
                </a:lnTo>
                <a:lnTo>
                  <a:pt x="626" y="45"/>
                </a:lnTo>
                <a:lnTo>
                  <a:pt x="626" y="358"/>
                </a:lnTo>
                <a:lnTo>
                  <a:pt x="622" y="374"/>
                </a:lnTo>
                <a:lnTo>
                  <a:pt x="612" y="389"/>
                </a:lnTo>
                <a:lnTo>
                  <a:pt x="598" y="399"/>
                </a:lnTo>
                <a:lnTo>
                  <a:pt x="581" y="402"/>
                </a:lnTo>
                <a:lnTo>
                  <a:pt x="45" y="402"/>
                </a:lnTo>
                <a:lnTo>
                  <a:pt x="27" y="399"/>
                </a:lnTo>
                <a:lnTo>
                  <a:pt x="12" y="389"/>
                </a:lnTo>
                <a:lnTo>
                  <a:pt x="3" y="374"/>
                </a:lnTo>
                <a:lnTo>
                  <a:pt x="0" y="358"/>
                </a:lnTo>
                <a:lnTo>
                  <a:pt x="0" y="45"/>
                </a:lnTo>
                <a:lnTo>
                  <a:pt x="3" y="27"/>
                </a:lnTo>
                <a:lnTo>
                  <a:pt x="12" y="12"/>
                </a:lnTo>
                <a:lnTo>
                  <a:pt x="27" y="2"/>
                </a:lnTo>
                <a:lnTo>
                  <a:pt x="4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1" name="Freeform 25"/>
          <p:cNvSpPr>
            <a:spLocks noChangeAspect="1" noEditPoints="1"/>
          </p:cNvSpPr>
          <p:nvPr/>
        </p:nvSpPr>
        <p:spPr bwMode="auto">
          <a:xfrm>
            <a:off x="4521011" y="1232756"/>
            <a:ext cx="862620" cy="1080000"/>
          </a:xfrm>
          <a:custGeom>
            <a:avLst/>
            <a:gdLst>
              <a:gd name="T0" fmla="*/ 255 w 500"/>
              <a:gd name="T1" fmla="*/ 548 h 626"/>
              <a:gd name="T2" fmla="*/ 256 w 500"/>
              <a:gd name="T3" fmla="*/ 560 h 626"/>
              <a:gd name="T4" fmla="*/ 246 w 500"/>
              <a:gd name="T5" fmla="*/ 564 h 626"/>
              <a:gd name="T6" fmla="*/ 237 w 500"/>
              <a:gd name="T7" fmla="*/ 563 h 626"/>
              <a:gd name="T8" fmla="*/ 233 w 500"/>
              <a:gd name="T9" fmla="*/ 551 h 626"/>
              <a:gd name="T10" fmla="*/ 241 w 500"/>
              <a:gd name="T11" fmla="*/ 545 h 626"/>
              <a:gd name="T12" fmla="*/ 248 w 500"/>
              <a:gd name="T13" fmla="*/ 542 h 626"/>
              <a:gd name="T14" fmla="*/ 352 w 500"/>
              <a:gd name="T15" fmla="*/ 453 h 626"/>
              <a:gd name="T16" fmla="*/ 349 w 500"/>
              <a:gd name="T17" fmla="*/ 464 h 626"/>
              <a:gd name="T18" fmla="*/ 341 w 500"/>
              <a:gd name="T19" fmla="*/ 474 h 626"/>
              <a:gd name="T20" fmla="*/ 334 w 500"/>
              <a:gd name="T21" fmla="*/ 473 h 626"/>
              <a:gd name="T22" fmla="*/ 333 w 500"/>
              <a:gd name="T23" fmla="*/ 459 h 626"/>
              <a:gd name="T24" fmla="*/ 337 w 500"/>
              <a:gd name="T25" fmla="*/ 452 h 626"/>
              <a:gd name="T26" fmla="*/ 341 w 500"/>
              <a:gd name="T27" fmla="*/ 453 h 626"/>
              <a:gd name="T28" fmla="*/ 151 w 500"/>
              <a:gd name="T29" fmla="*/ 445 h 626"/>
              <a:gd name="T30" fmla="*/ 158 w 500"/>
              <a:gd name="T31" fmla="*/ 445 h 626"/>
              <a:gd name="T32" fmla="*/ 164 w 500"/>
              <a:gd name="T33" fmla="*/ 452 h 626"/>
              <a:gd name="T34" fmla="*/ 162 w 500"/>
              <a:gd name="T35" fmla="*/ 463 h 626"/>
              <a:gd name="T36" fmla="*/ 155 w 500"/>
              <a:gd name="T37" fmla="*/ 470 h 626"/>
              <a:gd name="T38" fmla="*/ 147 w 500"/>
              <a:gd name="T39" fmla="*/ 471 h 626"/>
              <a:gd name="T40" fmla="*/ 146 w 500"/>
              <a:gd name="T41" fmla="*/ 460 h 626"/>
              <a:gd name="T42" fmla="*/ 147 w 500"/>
              <a:gd name="T43" fmla="*/ 447 h 626"/>
              <a:gd name="T44" fmla="*/ 269 w 500"/>
              <a:gd name="T45" fmla="*/ 399 h 626"/>
              <a:gd name="T46" fmla="*/ 312 w 500"/>
              <a:gd name="T47" fmla="*/ 459 h 626"/>
              <a:gd name="T48" fmla="*/ 269 w 500"/>
              <a:gd name="T49" fmla="*/ 519 h 626"/>
              <a:gd name="T50" fmla="*/ 198 w 500"/>
              <a:gd name="T51" fmla="*/ 496 h 626"/>
              <a:gd name="T52" fmla="*/ 198 w 500"/>
              <a:gd name="T53" fmla="*/ 421 h 626"/>
              <a:gd name="T54" fmla="*/ 246 w 500"/>
              <a:gd name="T55" fmla="*/ 354 h 626"/>
              <a:gd name="T56" fmla="*/ 255 w 500"/>
              <a:gd name="T57" fmla="*/ 356 h 626"/>
              <a:gd name="T58" fmla="*/ 259 w 500"/>
              <a:gd name="T59" fmla="*/ 367 h 626"/>
              <a:gd name="T60" fmla="*/ 252 w 500"/>
              <a:gd name="T61" fmla="*/ 371 h 626"/>
              <a:gd name="T62" fmla="*/ 239 w 500"/>
              <a:gd name="T63" fmla="*/ 370 h 626"/>
              <a:gd name="T64" fmla="*/ 240 w 500"/>
              <a:gd name="T65" fmla="*/ 365 h 626"/>
              <a:gd name="T66" fmla="*/ 243 w 500"/>
              <a:gd name="T67" fmla="*/ 355 h 626"/>
              <a:gd name="T68" fmla="*/ 246 w 500"/>
              <a:gd name="T69" fmla="*/ 355 h 626"/>
              <a:gd name="T70" fmla="*/ 246 w 500"/>
              <a:gd name="T71" fmla="*/ 354 h 626"/>
              <a:gd name="T72" fmla="*/ 248 w 500"/>
              <a:gd name="T73" fmla="*/ 333 h 626"/>
              <a:gd name="T74" fmla="*/ 150 w 500"/>
              <a:gd name="T75" fmla="*/ 381 h 626"/>
              <a:gd name="T76" fmla="*/ 127 w 500"/>
              <a:gd name="T77" fmla="*/ 488 h 626"/>
              <a:gd name="T78" fmla="*/ 194 w 500"/>
              <a:gd name="T79" fmla="*/ 572 h 626"/>
              <a:gd name="T80" fmla="*/ 304 w 500"/>
              <a:gd name="T81" fmla="*/ 572 h 626"/>
              <a:gd name="T82" fmla="*/ 371 w 500"/>
              <a:gd name="T83" fmla="*/ 488 h 626"/>
              <a:gd name="T84" fmla="*/ 347 w 500"/>
              <a:gd name="T85" fmla="*/ 381 h 626"/>
              <a:gd name="T86" fmla="*/ 248 w 500"/>
              <a:gd name="T87" fmla="*/ 333 h 626"/>
              <a:gd name="T88" fmla="*/ 47 w 500"/>
              <a:gd name="T89" fmla="*/ 48 h 626"/>
              <a:gd name="T90" fmla="*/ 41 w 500"/>
              <a:gd name="T91" fmla="*/ 270 h 626"/>
              <a:gd name="T92" fmla="*/ 51 w 500"/>
              <a:gd name="T93" fmla="*/ 289 h 626"/>
              <a:gd name="T94" fmla="*/ 442 w 500"/>
              <a:gd name="T95" fmla="*/ 291 h 626"/>
              <a:gd name="T96" fmla="*/ 457 w 500"/>
              <a:gd name="T97" fmla="*/ 276 h 626"/>
              <a:gd name="T98" fmla="*/ 455 w 500"/>
              <a:gd name="T99" fmla="*/ 52 h 626"/>
              <a:gd name="T100" fmla="*/ 437 w 500"/>
              <a:gd name="T101" fmla="*/ 41 h 626"/>
              <a:gd name="T102" fmla="*/ 457 w 500"/>
              <a:gd name="T103" fmla="*/ 2 h 626"/>
              <a:gd name="T104" fmla="*/ 500 w 500"/>
              <a:gd name="T105" fmla="*/ 63 h 626"/>
              <a:gd name="T106" fmla="*/ 474 w 500"/>
              <a:gd name="T107" fmla="*/ 613 h 626"/>
              <a:gd name="T108" fmla="*/ 42 w 500"/>
              <a:gd name="T109" fmla="*/ 623 h 626"/>
              <a:gd name="T110" fmla="*/ 0 w 500"/>
              <a:gd name="T111" fmla="*/ 561 h 626"/>
              <a:gd name="T112" fmla="*/ 24 w 500"/>
              <a:gd name="T113" fmla="*/ 12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00" h="626">
                <a:moveTo>
                  <a:pt x="248" y="542"/>
                </a:moveTo>
                <a:lnTo>
                  <a:pt x="251" y="544"/>
                </a:lnTo>
                <a:lnTo>
                  <a:pt x="254" y="545"/>
                </a:lnTo>
                <a:lnTo>
                  <a:pt x="255" y="548"/>
                </a:lnTo>
                <a:lnTo>
                  <a:pt x="256" y="552"/>
                </a:lnTo>
                <a:lnTo>
                  <a:pt x="258" y="555"/>
                </a:lnTo>
                <a:lnTo>
                  <a:pt x="258" y="557"/>
                </a:lnTo>
                <a:lnTo>
                  <a:pt x="256" y="560"/>
                </a:lnTo>
                <a:lnTo>
                  <a:pt x="255" y="561"/>
                </a:lnTo>
                <a:lnTo>
                  <a:pt x="254" y="561"/>
                </a:lnTo>
                <a:lnTo>
                  <a:pt x="250" y="563"/>
                </a:lnTo>
                <a:lnTo>
                  <a:pt x="246" y="564"/>
                </a:lnTo>
                <a:lnTo>
                  <a:pt x="241" y="566"/>
                </a:lnTo>
                <a:lnTo>
                  <a:pt x="240" y="566"/>
                </a:lnTo>
                <a:lnTo>
                  <a:pt x="239" y="564"/>
                </a:lnTo>
                <a:lnTo>
                  <a:pt x="237" y="563"/>
                </a:lnTo>
                <a:lnTo>
                  <a:pt x="236" y="560"/>
                </a:lnTo>
                <a:lnTo>
                  <a:pt x="236" y="557"/>
                </a:lnTo>
                <a:lnTo>
                  <a:pt x="235" y="555"/>
                </a:lnTo>
                <a:lnTo>
                  <a:pt x="233" y="551"/>
                </a:lnTo>
                <a:lnTo>
                  <a:pt x="235" y="549"/>
                </a:lnTo>
                <a:lnTo>
                  <a:pt x="237" y="546"/>
                </a:lnTo>
                <a:lnTo>
                  <a:pt x="239" y="545"/>
                </a:lnTo>
                <a:lnTo>
                  <a:pt x="241" y="545"/>
                </a:lnTo>
                <a:lnTo>
                  <a:pt x="243" y="544"/>
                </a:lnTo>
                <a:lnTo>
                  <a:pt x="244" y="544"/>
                </a:lnTo>
                <a:lnTo>
                  <a:pt x="246" y="542"/>
                </a:lnTo>
                <a:lnTo>
                  <a:pt x="248" y="542"/>
                </a:lnTo>
                <a:close/>
                <a:moveTo>
                  <a:pt x="348" y="449"/>
                </a:moveTo>
                <a:lnTo>
                  <a:pt x="349" y="451"/>
                </a:lnTo>
                <a:lnTo>
                  <a:pt x="351" y="451"/>
                </a:lnTo>
                <a:lnTo>
                  <a:pt x="352" y="453"/>
                </a:lnTo>
                <a:lnTo>
                  <a:pt x="352" y="456"/>
                </a:lnTo>
                <a:lnTo>
                  <a:pt x="351" y="459"/>
                </a:lnTo>
                <a:lnTo>
                  <a:pt x="351" y="462"/>
                </a:lnTo>
                <a:lnTo>
                  <a:pt x="349" y="464"/>
                </a:lnTo>
                <a:lnTo>
                  <a:pt x="348" y="469"/>
                </a:lnTo>
                <a:lnTo>
                  <a:pt x="345" y="471"/>
                </a:lnTo>
                <a:lnTo>
                  <a:pt x="344" y="473"/>
                </a:lnTo>
                <a:lnTo>
                  <a:pt x="341" y="474"/>
                </a:lnTo>
                <a:lnTo>
                  <a:pt x="338" y="475"/>
                </a:lnTo>
                <a:lnTo>
                  <a:pt x="336" y="475"/>
                </a:lnTo>
                <a:lnTo>
                  <a:pt x="334" y="474"/>
                </a:lnTo>
                <a:lnTo>
                  <a:pt x="334" y="473"/>
                </a:lnTo>
                <a:lnTo>
                  <a:pt x="334" y="470"/>
                </a:lnTo>
                <a:lnTo>
                  <a:pt x="334" y="467"/>
                </a:lnTo>
                <a:lnTo>
                  <a:pt x="334" y="463"/>
                </a:lnTo>
                <a:lnTo>
                  <a:pt x="333" y="459"/>
                </a:lnTo>
                <a:lnTo>
                  <a:pt x="333" y="456"/>
                </a:lnTo>
                <a:lnTo>
                  <a:pt x="334" y="455"/>
                </a:lnTo>
                <a:lnTo>
                  <a:pt x="336" y="453"/>
                </a:lnTo>
                <a:lnTo>
                  <a:pt x="337" y="452"/>
                </a:lnTo>
                <a:lnTo>
                  <a:pt x="338" y="452"/>
                </a:lnTo>
                <a:lnTo>
                  <a:pt x="340" y="452"/>
                </a:lnTo>
                <a:lnTo>
                  <a:pt x="341" y="452"/>
                </a:lnTo>
                <a:lnTo>
                  <a:pt x="341" y="453"/>
                </a:lnTo>
                <a:lnTo>
                  <a:pt x="345" y="451"/>
                </a:lnTo>
                <a:lnTo>
                  <a:pt x="348" y="449"/>
                </a:lnTo>
                <a:close/>
                <a:moveTo>
                  <a:pt x="150" y="445"/>
                </a:moveTo>
                <a:lnTo>
                  <a:pt x="151" y="445"/>
                </a:lnTo>
                <a:lnTo>
                  <a:pt x="153" y="445"/>
                </a:lnTo>
                <a:lnTo>
                  <a:pt x="154" y="447"/>
                </a:lnTo>
                <a:lnTo>
                  <a:pt x="154" y="447"/>
                </a:lnTo>
                <a:lnTo>
                  <a:pt x="158" y="445"/>
                </a:lnTo>
                <a:lnTo>
                  <a:pt x="161" y="445"/>
                </a:lnTo>
                <a:lnTo>
                  <a:pt x="162" y="447"/>
                </a:lnTo>
                <a:lnTo>
                  <a:pt x="164" y="449"/>
                </a:lnTo>
                <a:lnTo>
                  <a:pt x="164" y="452"/>
                </a:lnTo>
                <a:lnTo>
                  <a:pt x="164" y="455"/>
                </a:lnTo>
                <a:lnTo>
                  <a:pt x="164" y="458"/>
                </a:lnTo>
                <a:lnTo>
                  <a:pt x="164" y="460"/>
                </a:lnTo>
                <a:lnTo>
                  <a:pt x="162" y="463"/>
                </a:lnTo>
                <a:lnTo>
                  <a:pt x="161" y="467"/>
                </a:lnTo>
                <a:lnTo>
                  <a:pt x="159" y="469"/>
                </a:lnTo>
                <a:lnTo>
                  <a:pt x="158" y="470"/>
                </a:lnTo>
                <a:lnTo>
                  <a:pt x="155" y="470"/>
                </a:lnTo>
                <a:lnTo>
                  <a:pt x="154" y="470"/>
                </a:lnTo>
                <a:lnTo>
                  <a:pt x="151" y="470"/>
                </a:lnTo>
                <a:lnTo>
                  <a:pt x="148" y="471"/>
                </a:lnTo>
                <a:lnTo>
                  <a:pt x="147" y="471"/>
                </a:lnTo>
                <a:lnTo>
                  <a:pt x="147" y="470"/>
                </a:lnTo>
                <a:lnTo>
                  <a:pt x="147" y="467"/>
                </a:lnTo>
                <a:lnTo>
                  <a:pt x="147" y="464"/>
                </a:lnTo>
                <a:lnTo>
                  <a:pt x="146" y="460"/>
                </a:lnTo>
                <a:lnTo>
                  <a:pt x="146" y="455"/>
                </a:lnTo>
                <a:lnTo>
                  <a:pt x="146" y="451"/>
                </a:lnTo>
                <a:lnTo>
                  <a:pt x="146" y="448"/>
                </a:lnTo>
                <a:lnTo>
                  <a:pt x="147" y="447"/>
                </a:lnTo>
                <a:lnTo>
                  <a:pt x="148" y="445"/>
                </a:lnTo>
                <a:lnTo>
                  <a:pt x="150" y="445"/>
                </a:lnTo>
                <a:close/>
                <a:moveTo>
                  <a:pt x="250" y="396"/>
                </a:moveTo>
                <a:lnTo>
                  <a:pt x="269" y="399"/>
                </a:lnTo>
                <a:lnTo>
                  <a:pt x="287" y="408"/>
                </a:lnTo>
                <a:lnTo>
                  <a:pt x="300" y="421"/>
                </a:lnTo>
                <a:lnTo>
                  <a:pt x="310" y="438"/>
                </a:lnTo>
                <a:lnTo>
                  <a:pt x="312" y="459"/>
                </a:lnTo>
                <a:lnTo>
                  <a:pt x="310" y="478"/>
                </a:lnTo>
                <a:lnTo>
                  <a:pt x="300" y="496"/>
                </a:lnTo>
                <a:lnTo>
                  <a:pt x="287" y="510"/>
                </a:lnTo>
                <a:lnTo>
                  <a:pt x="269" y="519"/>
                </a:lnTo>
                <a:lnTo>
                  <a:pt x="250" y="522"/>
                </a:lnTo>
                <a:lnTo>
                  <a:pt x="229" y="519"/>
                </a:lnTo>
                <a:lnTo>
                  <a:pt x="213" y="510"/>
                </a:lnTo>
                <a:lnTo>
                  <a:pt x="198" y="496"/>
                </a:lnTo>
                <a:lnTo>
                  <a:pt x="189" y="478"/>
                </a:lnTo>
                <a:lnTo>
                  <a:pt x="187" y="459"/>
                </a:lnTo>
                <a:lnTo>
                  <a:pt x="189" y="438"/>
                </a:lnTo>
                <a:lnTo>
                  <a:pt x="198" y="421"/>
                </a:lnTo>
                <a:lnTo>
                  <a:pt x="213" y="408"/>
                </a:lnTo>
                <a:lnTo>
                  <a:pt x="229" y="399"/>
                </a:lnTo>
                <a:lnTo>
                  <a:pt x="250" y="396"/>
                </a:lnTo>
                <a:close/>
                <a:moveTo>
                  <a:pt x="246" y="354"/>
                </a:moveTo>
                <a:lnTo>
                  <a:pt x="247" y="355"/>
                </a:lnTo>
                <a:lnTo>
                  <a:pt x="250" y="355"/>
                </a:lnTo>
                <a:lnTo>
                  <a:pt x="252" y="355"/>
                </a:lnTo>
                <a:lnTo>
                  <a:pt x="255" y="356"/>
                </a:lnTo>
                <a:lnTo>
                  <a:pt x="258" y="358"/>
                </a:lnTo>
                <a:lnTo>
                  <a:pt x="258" y="361"/>
                </a:lnTo>
                <a:lnTo>
                  <a:pt x="259" y="363"/>
                </a:lnTo>
                <a:lnTo>
                  <a:pt x="259" y="367"/>
                </a:lnTo>
                <a:lnTo>
                  <a:pt x="259" y="369"/>
                </a:lnTo>
                <a:lnTo>
                  <a:pt x="258" y="370"/>
                </a:lnTo>
                <a:lnTo>
                  <a:pt x="256" y="371"/>
                </a:lnTo>
                <a:lnTo>
                  <a:pt x="252" y="371"/>
                </a:lnTo>
                <a:lnTo>
                  <a:pt x="250" y="371"/>
                </a:lnTo>
                <a:lnTo>
                  <a:pt x="244" y="370"/>
                </a:lnTo>
                <a:lnTo>
                  <a:pt x="241" y="370"/>
                </a:lnTo>
                <a:lnTo>
                  <a:pt x="239" y="370"/>
                </a:lnTo>
                <a:lnTo>
                  <a:pt x="239" y="369"/>
                </a:lnTo>
                <a:lnTo>
                  <a:pt x="239" y="367"/>
                </a:lnTo>
                <a:lnTo>
                  <a:pt x="239" y="366"/>
                </a:lnTo>
                <a:lnTo>
                  <a:pt x="240" y="365"/>
                </a:lnTo>
                <a:lnTo>
                  <a:pt x="240" y="362"/>
                </a:lnTo>
                <a:lnTo>
                  <a:pt x="241" y="359"/>
                </a:lnTo>
                <a:lnTo>
                  <a:pt x="241" y="356"/>
                </a:lnTo>
                <a:lnTo>
                  <a:pt x="243" y="355"/>
                </a:lnTo>
                <a:lnTo>
                  <a:pt x="244" y="355"/>
                </a:lnTo>
                <a:lnTo>
                  <a:pt x="244" y="354"/>
                </a:lnTo>
                <a:lnTo>
                  <a:pt x="246" y="354"/>
                </a:lnTo>
                <a:lnTo>
                  <a:pt x="246" y="355"/>
                </a:lnTo>
                <a:lnTo>
                  <a:pt x="246" y="354"/>
                </a:lnTo>
                <a:close/>
                <a:moveTo>
                  <a:pt x="246" y="352"/>
                </a:moveTo>
                <a:lnTo>
                  <a:pt x="246" y="352"/>
                </a:lnTo>
                <a:lnTo>
                  <a:pt x="246" y="354"/>
                </a:lnTo>
                <a:lnTo>
                  <a:pt x="246" y="354"/>
                </a:lnTo>
                <a:lnTo>
                  <a:pt x="246" y="352"/>
                </a:lnTo>
                <a:lnTo>
                  <a:pt x="246" y="352"/>
                </a:lnTo>
                <a:close/>
                <a:moveTo>
                  <a:pt x="248" y="333"/>
                </a:moveTo>
                <a:lnTo>
                  <a:pt x="220" y="337"/>
                </a:lnTo>
                <a:lnTo>
                  <a:pt x="194" y="347"/>
                </a:lnTo>
                <a:lnTo>
                  <a:pt x="170" y="361"/>
                </a:lnTo>
                <a:lnTo>
                  <a:pt x="150" y="381"/>
                </a:lnTo>
                <a:lnTo>
                  <a:pt x="136" y="404"/>
                </a:lnTo>
                <a:lnTo>
                  <a:pt x="127" y="430"/>
                </a:lnTo>
                <a:lnTo>
                  <a:pt x="123" y="459"/>
                </a:lnTo>
                <a:lnTo>
                  <a:pt x="127" y="488"/>
                </a:lnTo>
                <a:lnTo>
                  <a:pt x="136" y="515"/>
                </a:lnTo>
                <a:lnTo>
                  <a:pt x="150" y="538"/>
                </a:lnTo>
                <a:lnTo>
                  <a:pt x="170" y="557"/>
                </a:lnTo>
                <a:lnTo>
                  <a:pt x="194" y="572"/>
                </a:lnTo>
                <a:lnTo>
                  <a:pt x="220" y="582"/>
                </a:lnTo>
                <a:lnTo>
                  <a:pt x="248" y="585"/>
                </a:lnTo>
                <a:lnTo>
                  <a:pt x="277" y="582"/>
                </a:lnTo>
                <a:lnTo>
                  <a:pt x="304" y="572"/>
                </a:lnTo>
                <a:lnTo>
                  <a:pt x="328" y="557"/>
                </a:lnTo>
                <a:lnTo>
                  <a:pt x="347" y="538"/>
                </a:lnTo>
                <a:lnTo>
                  <a:pt x="362" y="515"/>
                </a:lnTo>
                <a:lnTo>
                  <a:pt x="371" y="488"/>
                </a:lnTo>
                <a:lnTo>
                  <a:pt x="375" y="459"/>
                </a:lnTo>
                <a:lnTo>
                  <a:pt x="371" y="430"/>
                </a:lnTo>
                <a:lnTo>
                  <a:pt x="362" y="404"/>
                </a:lnTo>
                <a:lnTo>
                  <a:pt x="347" y="381"/>
                </a:lnTo>
                <a:lnTo>
                  <a:pt x="328" y="361"/>
                </a:lnTo>
                <a:lnTo>
                  <a:pt x="304" y="347"/>
                </a:lnTo>
                <a:lnTo>
                  <a:pt x="277" y="337"/>
                </a:lnTo>
                <a:lnTo>
                  <a:pt x="248" y="333"/>
                </a:lnTo>
                <a:close/>
                <a:moveTo>
                  <a:pt x="61" y="41"/>
                </a:moveTo>
                <a:lnTo>
                  <a:pt x="56" y="42"/>
                </a:lnTo>
                <a:lnTo>
                  <a:pt x="51" y="45"/>
                </a:lnTo>
                <a:lnTo>
                  <a:pt x="47" y="48"/>
                </a:lnTo>
                <a:lnTo>
                  <a:pt x="43" y="52"/>
                </a:lnTo>
                <a:lnTo>
                  <a:pt x="42" y="57"/>
                </a:lnTo>
                <a:lnTo>
                  <a:pt x="41" y="63"/>
                </a:lnTo>
                <a:lnTo>
                  <a:pt x="41" y="270"/>
                </a:lnTo>
                <a:lnTo>
                  <a:pt x="42" y="276"/>
                </a:lnTo>
                <a:lnTo>
                  <a:pt x="43" y="281"/>
                </a:lnTo>
                <a:lnTo>
                  <a:pt x="47" y="285"/>
                </a:lnTo>
                <a:lnTo>
                  <a:pt x="51" y="289"/>
                </a:lnTo>
                <a:lnTo>
                  <a:pt x="56" y="291"/>
                </a:lnTo>
                <a:lnTo>
                  <a:pt x="61" y="292"/>
                </a:lnTo>
                <a:lnTo>
                  <a:pt x="437" y="292"/>
                </a:lnTo>
                <a:lnTo>
                  <a:pt x="442" y="291"/>
                </a:lnTo>
                <a:lnTo>
                  <a:pt x="448" y="289"/>
                </a:lnTo>
                <a:lnTo>
                  <a:pt x="452" y="285"/>
                </a:lnTo>
                <a:lnTo>
                  <a:pt x="455" y="281"/>
                </a:lnTo>
                <a:lnTo>
                  <a:pt x="457" y="276"/>
                </a:lnTo>
                <a:lnTo>
                  <a:pt x="459" y="270"/>
                </a:lnTo>
                <a:lnTo>
                  <a:pt x="459" y="63"/>
                </a:lnTo>
                <a:lnTo>
                  <a:pt x="457" y="57"/>
                </a:lnTo>
                <a:lnTo>
                  <a:pt x="455" y="52"/>
                </a:lnTo>
                <a:lnTo>
                  <a:pt x="452" y="48"/>
                </a:lnTo>
                <a:lnTo>
                  <a:pt x="448" y="45"/>
                </a:lnTo>
                <a:lnTo>
                  <a:pt x="442" y="42"/>
                </a:lnTo>
                <a:lnTo>
                  <a:pt x="437" y="41"/>
                </a:lnTo>
                <a:lnTo>
                  <a:pt x="61" y="41"/>
                </a:lnTo>
                <a:close/>
                <a:moveTo>
                  <a:pt x="61" y="0"/>
                </a:moveTo>
                <a:lnTo>
                  <a:pt x="437" y="0"/>
                </a:lnTo>
                <a:lnTo>
                  <a:pt x="457" y="2"/>
                </a:lnTo>
                <a:lnTo>
                  <a:pt x="474" y="12"/>
                </a:lnTo>
                <a:lnTo>
                  <a:pt x="487" y="26"/>
                </a:lnTo>
                <a:lnTo>
                  <a:pt x="497" y="42"/>
                </a:lnTo>
                <a:lnTo>
                  <a:pt x="500" y="63"/>
                </a:lnTo>
                <a:lnTo>
                  <a:pt x="500" y="563"/>
                </a:lnTo>
                <a:lnTo>
                  <a:pt x="497" y="583"/>
                </a:lnTo>
                <a:lnTo>
                  <a:pt x="487" y="600"/>
                </a:lnTo>
                <a:lnTo>
                  <a:pt x="474" y="613"/>
                </a:lnTo>
                <a:lnTo>
                  <a:pt x="457" y="623"/>
                </a:lnTo>
                <a:lnTo>
                  <a:pt x="437" y="626"/>
                </a:lnTo>
                <a:lnTo>
                  <a:pt x="61" y="626"/>
                </a:lnTo>
                <a:lnTo>
                  <a:pt x="42" y="623"/>
                </a:lnTo>
                <a:lnTo>
                  <a:pt x="24" y="613"/>
                </a:lnTo>
                <a:lnTo>
                  <a:pt x="10" y="598"/>
                </a:lnTo>
                <a:lnTo>
                  <a:pt x="2" y="582"/>
                </a:lnTo>
                <a:lnTo>
                  <a:pt x="0" y="561"/>
                </a:lnTo>
                <a:lnTo>
                  <a:pt x="0" y="63"/>
                </a:lnTo>
                <a:lnTo>
                  <a:pt x="2" y="42"/>
                </a:lnTo>
                <a:lnTo>
                  <a:pt x="10" y="26"/>
                </a:lnTo>
                <a:lnTo>
                  <a:pt x="24" y="12"/>
                </a:lnTo>
                <a:lnTo>
                  <a:pt x="42" y="2"/>
                </a:lnTo>
                <a:lnTo>
                  <a:pt x="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" name="Freeform 26"/>
          <p:cNvSpPr>
            <a:spLocks noChangeAspect="1" noEditPoints="1"/>
          </p:cNvSpPr>
          <p:nvPr/>
        </p:nvSpPr>
        <p:spPr bwMode="auto">
          <a:xfrm>
            <a:off x="6321211" y="1232756"/>
            <a:ext cx="540001" cy="1080000"/>
          </a:xfrm>
          <a:custGeom>
            <a:avLst/>
            <a:gdLst>
              <a:gd name="T0" fmla="*/ 163 w 313"/>
              <a:gd name="T1" fmla="*/ 461 h 626"/>
              <a:gd name="T2" fmla="*/ 156 w 313"/>
              <a:gd name="T3" fmla="*/ 460 h 626"/>
              <a:gd name="T4" fmla="*/ 84 w 313"/>
              <a:gd name="T5" fmla="*/ 419 h 626"/>
              <a:gd name="T6" fmla="*/ 87 w 313"/>
              <a:gd name="T7" fmla="*/ 417 h 626"/>
              <a:gd name="T8" fmla="*/ 76 w 313"/>
              <a:gd name="T9" fmla="*/ 420 h 626"/>
              <a:gd name="T10" fmla="*/ 63 w 313"/>
              <a:gd name="T11" fmla="*/ 417 h 626"/>
              <a:gd name="T12" fmla="*/ 156 w 313"/>
              <a:gd name="T13" fmla="*/ 292 h 626"/>
              <a:gd name="T14" fmla="*/ 147 w 313"/>
              <a:gd name="T15" fmla="*/ 334 h 626"/>
              <a:gd name="T16" fmla="*/ 87 w 313"/>
              <a:gd name="T17" fmla="*/ 417 h 626"/>
              <a:gd name="T18" fmla="*/ 103 w 313"/>
              <a:gd name="T19" fmla="*/ 404 h 626"/>
              <a:gd name="T20" fmla="*/ 103 w 313"/>
              <a:gd name="T21" fmla="*/ 378 h 626"/>
              <a:gd name="T22" fmla="*/ 87 w 313"/>
              <a:gd name="T23" fmla="*/ 358 h 626"/>
              <a:gd name="T24" fmla="*/ 61 w 313"/>
              <a:gd name="T25" fmla="*/ 358 h 626"/>
              <a:gd name="T26" fmla="*/ 44 w 313"/>
              <a:gd name="T27" fmla="*/ 378 h 626"/>
              <a:gd name="T28" fmla="*/ 46 w 313"/>
              <a:gd name="T29" fmla="*/ 404 h 626"/>
              <a:gd name="T30" fmla="*/ 63 w 313"/>
              <a:gd name="T31" fmla="*/ 417 h 626"/>
              <a:gd name="T32" fmla="*/ 147 w 313"/>
              <a:gd name="T33" fmla="*/ 439 h 626"/>
              <a:gd name="T34" fmla="*/ 151 w 313"/>
              <a:gd name="T35" fmla="*/ 461 h 626"/>
              <a:gd name="T36" fmla="*/ 129 w 313"/>
              <a:gd name="T37" fmla="*/ 477 h 626"/>
              <a:gd name="T38" fmla="*/ 128 w 313"/>
              <a:gd name="T39" fmla="*/ 503 h 626"/>
              <a:gd name="T40" fmla="*/ 144 w 313"/>
              <a:gd name="T41" fmla="*/ 520 h 626"/>
              <a:gd name="T42" fmla="*/ 169 w 313"/>
              <a:gd name="T43" fmla="*/ 520 h 626"/>
              <a:gd name="T44" fmla="*/ 185 w 313"/>
              <a:gd name="T45" fmla="*/ 503 h 626"/>
              <a:gd name="T46" fmla="*/ 185 w 313"/>
              <a:gd name="T47" fmla="*/ 477 h 626"/>
              <a:gd name="T48" fmla="*/ 163 w 313"/>
              <a:gd name="T49" fmla="*/ 461 h 626"/>
              <a:gd name="T50" fmla="*/ 167 w 313"/>
              <a:gd name="T51" fmla="*/ 417 h 626"/>
              <a:gd name="T52" fmla="*/ 252 w 313"/>
              <a:gd name="T53" fmla="*/ 376 h 626"/>
              <a:gd name="T54" fmla="*/ 272 w 313"/>
              <a:gd name="T55" fmla="*/ 333 h 626"/>
              <a:gd name="T56" fmla="*/ 208 w 313"/>
              <a:gd name="T57" fmla="*/ 376 h 626"/>
              <a:gd name="T58" fmla="*/ 229 w 313"/>
              <a:gd name="T59" fmla="*/ 395 h 626"/>
              <a:gd name="T60" fmla="*/ 167 w 313"/>
              <a:gd name="T61" fmla="*/ 334 h 626"/>
              <a:gd name="T62" fmla="*/ 156 w 313"/>
              <a:gd name="T63" fmla="*/ 292 h 626"/>
              <a:gd name="T64" fmla="*/ 272 w 313"/>
              <a:gd name="T65" fmla="*/ 167 h 626"/>
              <a:gd name="T66" fmla="*/ 281 w 313"/>
              <a:gd name="T67" fmla="*/ 170 h 626"/>
              <a:gd name="T68" fmla="*/ 297 w 313"/>
              <a:gd name="T69" fmla="*/ 178 h 626"/>
              <a:gd name="T70" fmla="*/ 311 w 313"/>
              <a:gd name="T71" fmla="*/ 196 h 626"/>
              <a:gd name="T72" fmla="*/ 313 w 313"/>
              <a:gd name="T73" fmla="*/ 563 h 626"/>
              <a:gd name="T74" fmla="*/ 301 w 313"/>
              <a:gd name="T75" fmla="*/ 600 h 626"/>
              <a:gd name="T76" fmla="*/ 271 w 313"/>
              <a:gd name="T77" fmla="*/ 622 h 626"/>
              <a:gd name="T78" fmla="*/ 63 w 313"/>
              <a:gd name="T79" fmla="*/ 626 h 626"/>
              <a:gd name="T80" fmla="*/ 26 w 313"/>
              <a:gd name="T81" fmla="*/ 614 h 626"/>
              <a:gd name="T82" fmla="*/ 3 w 313"/>
              <a:gd name="T83" fmla="*/ 583 h 626"/>
              <a:gd name="T84" fmla="*/ 0 w 313"/>
              <a:gd name="T85" fmla="*/ 208 h 626"/>
              <a:gd name="T86" fmla="*/ 9 w 313"/>
              <a:gd name="T87" fmla="*/ 182 h 626"/>
              <a:gd name="T88" fmla="*/ 25 w 313"/>
              <a:gd name="T89" fmla="*/ 170 h 626"/>
              <a:gd name="T90" fmla="*/ 39 w 313"/>
              <a:gd name="T91" fmla="*/ 167 h 626"/>
              <a:gd name="T92" fmla="*/ 188 w 313"/>
              <a:gd name="T93" fmla="*/ 104 h 626"/>
              <a:gd name="T94" fmla="*/ 230 w 313"/>
              <a:gd name="T95" fmla="*/ 125 h 626"/>
              <a:gd name="T96" fmla="*/ 188 w 313"/>
              <a:gd name="T97" fmla="*/ 104 h 626"/>
              <a:gd name="T98" fmla="*/ 84 w 313"/>
              <a:gd name="T99" fmla="*/ 125 h 626"/>
              <a:gd name="T100" fmla="*/ 126 w 313"/>
              <a:gd name="T101" fmla="*/ 104 h 626"/>
              <a:gd name="T102" fmla="*/ 63 w 313"/>
              <a:gd name="T103" fmla="*/ 0 h 626"/>
              <a:gd name="T104" fmla="*/ 251 w 313"/>
              <a:gd name="T105" fmla="*/ 147 h 626"/>
              <a:gd name="T106" fmla="*/ 63 w 313"/>
              <a:gd name="T107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13" h="626">
                <a:moveTo>
                  <a:pt x="156" y="460"/>
                </a:moveTo>
                <a:lnTo>
                  <a:pt x="163" y="461"/>
                </a:lnTo>
                <a:lnTo>
                  <a:pt x="151" y="461"/>
                </a:lnTo>
                <a:lnTo>
                  <a:pt x="156" y="460"/>
                </a:lnTo>
                <a:close/>
                <a:moveTo>
                  <a:pt x="63" y="417"/>
                </a:moveTo>
                <a:lnTo>
                  <a:pt x="84" y="419"/>
                </a:lnTo>
                <a:lnTo>
                  <a:pt x="84" y="417"/>
                </a:lnTo>
                <a:lnTo>
                  <a:pt x="87" y="417"/>
                </a:lnTo>
                <a:lnTo>
                  <a:pt x="81" y="419"/>
                </a:lnTo>
                <a:lnTo>
                  <a:pt x="76" y="420"/>
                </a:lnTo>
                <a:lnTo>
                  <a:pt x="70" y="419"/>
                </a:lnTo>
                <a:lnTo>
                  <a:pt x="63" y="417"/>
                </a:lnTo>
                <a:lnTo>
                  <a:pt x="63" y="417"/>
                </a:lnTo>
                <a:close/>
                <a:moveTo>
                  <a:pt x="156" y="292"/>
                </a:moveTo>
                <a:lnTo>
                  <a:pt x="125" y="334"/>
                </a:lnTo>
                <a:lnTo>
                  <a:pt x="147" y="334"/>
                </a:lnTo>
                <a:lnTo>
                  <a:pt x="147" y="417"/>
                </a:lnTo>
                <a:lnTo>
                  <a:pt x="87" y="417"/>
                </a:lnTo>
                <a:lnTo>
                  <a:pt x="97" y="412"/>
                </a:lnTo>
                <a:lnTo>
                  <a:pt x="103" y="404"/>
                </a:lnTo>
                <a:lnTo>
                  <a:pt x="106" y="391"/>
                </a:lnTo>
                <a:lnTo>
                  <a:pt x="103" y="378"/>
                </a:lnTo>
                <a:lnTo>
                  <a:pt x="96" y="367"/>
                </a:lnTo>
                <a:lnTo>
                  <a:pt x="87" y="358"/>
                </a:lnTo>
                <a:lnTo>
                  <a:pt x="74" y="356"/>
                </a:lnTo>
                <a:lnTo>
                  <a:pt x="61" y="358"/>
                </a:lnTo>
                <a:lnTo>
                  <a:pt x="51" y="367"/>
                </a:lnTo>
                <a:lnTo>
                  <a:pt x="44" y="378"/>
                </a:lnTo>
                <a:lnTo>
                  <a:pt x="43" y="391"/>
                </a:lnTo>
                <a:lnTo>
                  <a:pt x="46" y="404"/>
                </a:lnTo>
                <a:lnTo>
                  <a:pt x="52" y="413"/>
                </a:lnTo>
                <a:lnTo>
                  <a:pt x="63" y="417"/>
                </a:lnTo>
                <a:lnTo>
                  <a:pt x="63" y="439"/>
                </a:lnTo>
                <a:lnTo>
                  <a:pt x="147" y="439"/>
                </a:lnTo>
                <a:lnTo>
                  <a:pt x="147" y="461"/>
                </a:lnTo>
                <a:lnTo>
                  <a:pt x="151" y="461"/>
                </a:lnTo>
                <a:lnTo>
                  <a:pt x="137" y="466"/>
                </a:lnTo>
                <a:lnTo>
                  <a:pt x="129" y="477"/>
                </a:lnTo>
                <a:lnTo>
                  <a:pt x="125" y="491"/>
                </a:lnTo>
                <a:lnTo>
                  <a:pt x="128" y="503"/>
                </a:lnTo>
                <a:lnTo>
                  <a:pt x="134" y="513"/>
                </a:lnTo>
                <a:lnTo>
                  <a:pt x="144" y="520"/>
                </a:lnTo>
                <a:lnTo>
                  <a:pt x="156" y="522"/>
                </a:lnTo>
                <a:lnTo>
                  <a:pt x="169" y="520"/>
                </a:lnTo>
                <a:lnTo>
                  <a:pt x="178" y="513"/>
                </a:lnTo>
                <a:lnTo>
                  <a:pt x="185" y="503"/>
                </a:lnTo>
                <a:lnTo>
                  <a:pt x="188" y="491"/>
                </a:lnTo>
                <a:lnTo>
                  <a:pt x="185" y="477"/>
                </a:lnTo>
                <a:lnTo>
                  <a:pt x="175" y="466"/>
                </a:lnTo>
                <a:lnTo>
                  <a:pt x="163" y="461"/>
                </a:lnTo>
                <a:lnTo>
                  <a:pt x="169" y="461"/>
                </a:lnTo>
                <a:lnTo>
                  <a:pt x="167" y="417"/>
                </a:lnTo>
                <a:lnTo>
                  <a:pt x="252" y="417"/>
                </a:lnTo>
                <a:lnTo>
                  <a:pt x="252" y="376"/>
                </a:lnTo>
                <a:lnTo>
                  <a:pt x="272" y="376"/>
                </a:lnTo>
                <a:lnTo>
                  <a:pt x="272" y="333"/>
                </a:lnTo>
                <a:lnTo>
                  <a:pt x="208" y="333"/>
                </a:lnTo>
                <a:lnTo>
                  <a:pt x="208" y="376"/>
                </a:lnTo>
                <a:lnTo>
                  <a:pt x="230" y="376"/>
                </a:lnTo>
                <a:lnTo>
                  <a:pt x="229" y="395"/>
                </a:lnTo>
                <a:lnTo>
                  <a:pt x="167" y="395"/>
                </a:lnTo>
                <a:lnTo>
                  <a:pt x="167" y="334"/>
                </a:lnTo>
                <a:lnTo>
                  <a:pt x="190" y="334"/>
                </a:lnTo>
                <a:lnTo>
                  <a:pt x="156" y="292"/>
                </a:lnTo>
                <a:close/>
                <a:moveTo>
                  <a:pt x="41" y="167"/>
                </a:moveTo>
                <a:lnTo>
                  <a:pt x="272" y="167"/>
                </a:lnTo>
                <a:lnTo>
                  <a:pt x="274" y="167"/>
                </a:lnTo>
                <a:lnTo>
                  <a:pt x="281" y="170"/>
                </a:lnTo>
                <a:lnTo>
                  <a:pt x="289" y="173"/>
                </a:lnTo>
                <a:lnTo>
                  <a:pt x="297" y="178"/>
                </a:lnTo>
                <a:lnTo>
                  <a:pt x="305" y="186"/>
                </a:lnTo>
                <a:lnTo>
                  <a:pt x="311" y="196"/>
                </a:lnTo>
                <a:lnTo>
                  <a:pt x="313" y="210"/>
                </a:lnTo>
                <a:lnTo>
                  <a:pt x="313" y="563"/>
                </a:lnTo>
                <a:lnTo>
                  <a:pt x="311" y="583"/>
                </a:lnTo>
                <a:lnTo>
                  <a:pt x="301" y="600"/>
                </a:lnTo>
                <a:lnTo>
                  <a:pt x="287" y="614"/>
                </a:lnTo>
                <a:lnTo>
                  <a:pt x="271" y="622"/>
                </a:lnTo>
                <a:lnTo>
                  <a:pt x="251" y="626"/>
                </a:lnTo>
                <a:lnTo>
                  <a:pt x="63" y="626"/>
                </a:lnTo>
                <a:lnTo>
                  <a:pt x="43" y="622"/>
                </a:lnTo>
                <a:lnTo>
                  <a:pt x="26" y="614"/>
                </a:lnTo>
                <a:lnTo>
                  <a:pt x="13" y="600"/>
                </a:lnTo>
                <a:lnTo>
                  <a:pt x="3" y="583"/>
                </a:lnTo>
                <a:lnTo>
                  <a:pt x="0" y="563"/>
                </a:lnTo>
                <a:lnTo>
                  <a:pt x="0" y="208"/>
                </a:lnTo>
                <a:lnTo>
                  <a:pt x="3" y="193"/>
                </a:lnTo>
                <a:lnTo>
                  <a:pt x="9" y="182"/>
                </a:lnTo>
                <a:lnTo>
                  <a:pt x="17" y="174"/>
                </a:lnTo>
                <a:lnTo>
                  <a:pt x="25" y="170"/>
                </a:lnTo>
                <a:lnTo>
                  <a:pt x="33" y="167"/>
                </a:lnTo>
                <a:lnTo>
                  <a:pt x="39" y="167"/>
                </a:lnTo>
                <a:lnTo>
                  <a:pt x="41" y="167"/>
                </a:lnTo>
                <a:close/>
                <a:moveTo>
                  <a:pt x="188" y="104"/>
                </a:moveTo>
                <a:lnTo>
                  <a:pt x="188" y="125"/>
                </a:lnTo>
                <a:lnTo>
                  <a:pt x="230" y="125"/>
                </a:lnTo>
                <a:lnTo>
                  <a:pt x="230" y="104"/>
                </a:lnTo>
                <a:lnTo>
                  <a:pt x="188" y="104"/>
                </a:lnTo>
                <a:close/>
                <a:moveTo>
                  <a:pt x="84" y="104"/>
                </a:moveTo>
                <a:lnTo>
                  <a:pt x="84" y="125"/>
                </a:lnTo>
                <a:lnTo>
                  <a:pt x="126" y="125"/>
                </a:lnTo>
                <a:lnTo>
                  <a:pt x="126" y="104"/>
                </a:lnTo>
                <a:lnTo>
                  <a:pt x="84" y="104"/>
                </a:lnTo>
                <a:close/>
                <a:moveTo>
                  <a:pt x="63" y="0"/>
                </a:moveTo>
                <a:lnTo>
                  <a:pt x="251" y="0"/>
                </a:lnTo>
                <a:lnTo>
                  <a:pt x="251" y="147"/>
                </a:lnTo>
                <a:lnTo>
                  <a:pt x="63" y="147"/>
                </a:lnTo>
                <a:lnTo>
                  <a:pt x="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3" name="Freeform 27"/>
          <p:cNvSpPr>
            <a:spLocks noChangeAspect="1" noEditPoints="1"/>
          </p:cNvSpPr>
          <p:nvPr/>
        </p:nvSpPr>
        <p:spPr bwMode="auto">
          <a:xfrm>
            <a:off x="7851260" y="1232876"/>
            <a:ext cx="828115" cy="1080000"/>
          </a:xfrm>
          <a:custGeom>
            <a:avLst/>
            <a:gdLst>
              <a:gd name="T0" fmla="*/ 418 w 480"/>
              <a:gd name="T1" fmla="*/ 579 h 626"/>
              <a:gd name="T2" fmla="*/ 432 w 480"/>
              <a:gd name="T3" fmla="*/ 604 h 626"/>
              <a:gd name="T4" fmla="*/ 458 w 480"/>
              <a:gd name="T5" fmla="*/ 589 h 626"/>
              <a:gd name="T6" fmla="*/ 444 w 480"/>
              <a:gd name="T7" fmla="*/ 565 h 626"/>
              <a:gd name="T8" fmla="*/ 23 w 480"/>
              <a:gd name="T9" fmla="*/ 574 h 626"/>
              <a:gd name="T10" fmla="*/ 32 w 480"/>
              <a:gd name="T11" fmla="*/ 602 h 626"/>
              <a:gd name="T12" fmla="*/ 59 w 480"/>
              <a:gd name="T13" fmla="*/ 595 h 626"/>
              <a:gd name="T14" fmla="*/ 52 w 480"/>
              <a:gd name="T15" fmla="*/ 566 h 626"/>
              <a:gd name="T16" fmla="*/ 209 w 480"/>
              <a:gd name="T17" fmla="*/ 528 h 626"/>
              <a:gd name="T18" fmla="*/ 223 w 480"/>
              <a:gd name="T19" fmla="*/ 542 h 626"/>
              <a:gd name="T20" fmla="*/ 223 w 480"/>
              <a:gd name="T21" fmla="*/ 522 h 626"/>
              <a:gd name="T22" fmla="*/ 124 w 480"/>
              <a:gd name="T23" fmla="*/ 532 h 626"/>
              <a:gd name="T24" fmla="*/ 142 w 480"/>
              <a:gd name="T25" fmla="*/ 539 h 626"/>
              <a:gd name="T26" fmla="*/ 135 w 480"/>
              <a:gd name="T27" fmla="*/ 521 h 626"/>
              <a:gd name="T28" fmla="*/ 355 w 480"/>
              <a:gd name="T29" fmla="*/ 454 h 626"/>
              <a:gd name="T30" fmla="*/ 370 w 480"/>
              <a:gd name="T31" fmla="*/ 479 h 626"/>
              <a:gd name="T32" fmla="*/ 395 w 480"/>
              <a:gd name="T33" fmla="*/ 465 h 626"/>
              <a:gd name="T34" fmla="*/ 381 w 480"/>
              <a:gd name="T35" fmla="*/ 439 h 626"/>
              <a:gd name="T36" fmla="*/ 83 w 480"/>
              <a:gd name="T37" fmla="*/ 449 h 626"/>
              <a:gd name="T38" fmla="*/ 101 w 480"/>
              <a:gd name="T39" fmla="*/ 456 h 626"/>
              <a:gd name="T40" fmla="*/ 93 w 480"/>
              <a:gd name="T41" fmla="*/ 438 h 626"/>
              <a:gd name="T42" fmla="*/ 291 w 480"/>
              <a:gd name="T43" fmla="*/ 439 h 626"/>
              <a:gd name="T44" fmla="*/ 448 w 480"/>
              <a:gd name="T45" fmla="*/ 354 h 626"/>
              <a:gd name="T46" fmla="*/ 442 w 480"/>
              <a:gd name="T47" fmla="*/ 372 h 626"/>
              <a:gd name="T48" fmla="*/ 459 w 480"/>
              <a:gd name="T49" fmla="*/ 365 h 626"/>
              <a:gd name="T50" fmla="*/ 27 w 480"/>
              <a:gd name="T51" fmla="*/ 356 h 626"/>
              <a:gd name="T52" fmla="*/ 27 w 480"/>
              <a:gd name="T53" fmla="*/ 375 h 626"/>
              <a:gd name="T54" fmla="*/ 41 w 480"/>
              <a:gd name="T55" fmla="*/ 361 h 626"/>
              <a:gd name="T56" fmla="*/ 230 w 480"/>
              <a:gd name="T57" fmla="*/ 439 h 626"/>
              <a:gd name="T58" fmla="*/ 264 w 480"/>
              <a:gd name="T59" fmla="*/ 454 h 626"/>
              <a:gd name="T60" fmla="*/ 271 w 480"/>
              <a:gd name="T61" fmla="*/ 522 h 626"/>
              <a:gd name="T62" fmla="*/ 232 w 480"/>
              <a:gd name="T63" fmla="*/ 563 h 626"/>
              <a:gd name="T64" fmla="*/ 208 w 480"/>
              <a:gd name="T65" fmla="*/ 352 h 626"/>
              <a:gd name="T66" fmla="*/ 186 w 480"/>
              <a:gd name="T67" fmla="*/ 240 h 626"/>
              <a:gd name="T68" fmla="*/ 257 w 480"/>
              <a:gd name="T69" fmla="*/ 290 h 626"/>
              <a:gd name="T70" fmla="*/ 283 w 480"/>
              <a:gd name="T71" fmla="*/ 208 h 626"/>
              <a:gd name="T72" fmla="*/ 309 w 480"/>
              <a:gd name="T73" fmla="*/ 77 h 626"/>
              <a:gd name="T74" fmla="*/ 417 w 480"/>
              <a:gd name="T75" fmla="*/ 241 h 626"/>
              <a:gd name="T76" fmla="*/ 309 w 480"/>
              <a:gd name="T77" fmla="*/ 404 h 626"/>
              <a:gd name="T78" fmla="*/ 231 w 480"/>
              <a:gd name="T79" fmla="*/ 415 h 626"/>
              <a:gd name="T80" fmla="*/ 230 w 480"/>
              <a:gd name="T81" fmla="*/ 348 h 626"/>
              <a:gd name="T82" fmla="*/ 85 w 480"/>
              <a:gd name="T83" fmla="*/ 330 h 626"/>
              <a:gd name="T84" fmla="*/ 92 w 480"/>
              <a:gd name="T85" fmla="*/ 141 h 626"/>
              <a:gd name="T86" fmla="*/ 127 w 480"/>
              <a:gd name="T87" fmla="*/ 41 h 626"/>
              <a:gd name="T88" fmla="*/ 105 w 480"/>
              <a:gd name="T89" fmla="*/ 584 h 626"/>
              <a:gd name="T90" fmla="*/ 437 w 480"/>
              <a:gd name="T91" fmla="*/ 144 h 626"/>
              <a:gd name="T92" fmla="*/ 424 w 480"/>
              <a:gd name="T93" fmla="*/ 26 h 626"/>
              <a:gd name="T94" fmla="*/ 424 w 480"/>
              <a:gd name="T95" fmla="*/ 56 h 626"/>
              <a:gd name="T96" fmla="*/ 452 w 480"/>
              <a:gd name="T97" fmla="*/ 56 h 626"/>
              <a:gd name="T98" fmla="*/ 452 w 480"/>
              <a:gd name="T99" fmla="*/ 26 h 626"/>
              <a:gd name="T100" fmla="*/ 32 w 480"/>
              <a:gd name="T101" fmla="*/ 24 h 626"/>
              <a:gd name="T102" fmla="*/ 23 w 480"/>
              <a:gd name="T103" fmla="*/ 52 h 626"/>
              <a:gd name="T104" fmla="*/ 52 w 480"/>
              <a:gd name="T105" fmla="*/ 59 h 626"/>
              <a:gd name="T106" fmla="*/ 59 w 480"/>
              <a:gd name="T107" fmla="*/ 32 h 626"/>
              <a:gd name="T108" fmla="*/ 437 w 480"/>
              <a:gd name="T109" fmla="*/ 0 h 626"/>
              <a:gd name="T110" fmla="*/ 477 w 480"/>
              <a:gd name="T111" fmla="*/ 600 h 626"/>
              <a:gd name="T112" fmla="*/ 12 w 480"/>
              <a:gd name="T113" fmla="*/ 614 h 626"/>
              <a:gd name="T114" fmla="*/ 25 w 480"/>
              <a:gd name="T115" fmla="*/ 3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80" h="626">
                <a:moveTo>
                  <a:pt x="437" y="563"/>
                </a:moveTo>
                <a:lnTo>
                  <a:pt x="432" y="565"/>
                </a:lnTo>
                <a:lnTo>
                  <a:pt x="428" y="566"/>
                </a:lnTo>
                <a:lnTo>
                  <a:pt x="424" y="569"/>
                </a:lnTo>
                <a:lnTo>
                  <a:pt x="420" y="574"/>
                </a:lnTo>
                <a:lnTo>
                  <a:pt x="418" y="579"/>
                </a:lnTo>
                <a:lnTo>
                  <a:pt x="417" y="584"/>
                </a:lnTo>
                <a:lnTo>
                  <a:pt x="418" y="589"/>
                </a:lnTo>
                <a:lnTo>
                  <a:pt x="420" y="595"/>
                </a:lnTo>
                <a:lnTo>
                  <a:pt x="424" y="599"/>
                </a:lnTo>
                <a:lnTo>
                  <a:pt x="428" y="602"/>
                </a:lnTo>
                <a:lnTo>
                  <a:pt x="432" y="604"/>
                </a:lnTo>
                <a:lnTo>
                  <a:pt x="437" y="606"/>
                </a:lnTo>
                <a:lnTo>
                  <a:pt x="444" y="604"/>
                </a:lnTo>
                <a:lnTo>
                  <a:pt x="448" y="602"/>
                </a:lnTo>
                <a:lnTo>
                  <a:pt x="452" y="599"/>
                </a:lnTo>
                <a:lnTo>
                  <a:pt x="457" y="595"/>
                </a:lnTo>
                <a:lnTo>
                  <a:pt x="458" y="589"/>
                </a:lnTo>
                <a:lnTo>
                  <a:pt x="459" y="584"/>
                </a:lnTo>
                <a:lnTo>
                  <a:pt x="458" y="579"/>
                </a:lnTo>
                <a:lnTo>
                  <a:pt x="457" y="574"/>
                </a:lnTo>
                <a:lnTo>
                  <a:pt x="452" y="569"/>
                </a:lnTo>
                <a:lnTo>
                  <a:pt x="448" y="566"/>
                </a:lnTo>
                <a:lnTo>
                  <a:pt x="444" y="565"/>
                </a:lnTo>
                <a:lnTo>
                  <a:pt x="437" y="563"/>
                </a:lnTo>
                <a:close/>
                <a:moveTo>
                  <a:pt x="41" y="563"/>
                </a:moveTo>
                <a:lnTo>
                  <a:pt x="36" y="565"/>
                </a:lnTo>
                <a:lnTo>
                  <a:pt x="32" y="566"/>
                </a:lnTo>
                <a:lnTo>
                  <a:pt x="26" y="569"/>
                </a:lnTo>
                <a:lnTo>
                  <a:pt x="23" y="574"/>
                </a:lnTo>
                <a:lnTo>
                  <a:pt x="22" y="579"/>
                </a:lnTo>
                <a:lnTo>
                  <a:pt x="21" y="584"/>
                </a:lnTo>
                <a:lnTo>
                  <a:pt x="22" y="589"/>
                </a:lnTo>
                <a:lnTo>
                  <a:pt x="23" y="595"/>
                </a:lnTo>
                <a:lnTo>
                  <a:pt x="26" y="599"/>
                </a:lnTo>
                <a:lnTo>
                  <a:pt x="32" y="602"/>
                </a:lnTo>
                <a:lnTo>
                  <a:pt x="36" y="604"/>
                </a:lnTo>
                <a:lnTo>
                  <a:pt x="41" y="606"/>
                </a:lnTo>
                <a:lnTo>
                  <a:pt x="47" y="604"/>
                </a:lnTo>
                <a:lnTo>
                  <a:pt x="52" y="602"/>
                </a:lnTo>
                <a:lnTo>
                  <a:pt x="56" y="599"/>
                </a:lnTo>
                <a:lnTo>
                  <a:pt x="59" y="595"/>
                </a:lnTo>
                <a:lnTo>
                  <a:pt x="62" y="589"/>
                </a:lnTo>
                <a:lnTo>
                  <a:pt x="63" y="584"/>
                </a:lnTo>
                <a:lnTo>
                  <a:pt x="62" y="579"/>
                </a:lnTo>
                <a:lnTo>
                  <a:pt x="59" y="574"/>
                </a:lnTo>
                <a:lnTo>
                  <a:pt x="56" y="569"/>
                </a:lnTo>
                <a:lnTo>
                  <a:pt x="52" y="566"/>
                </a:lnTo>
                <a:lnTo>
                  <a:pt x="47" y="565"/>
                </a:lnTo>
                <a:lnTo>
                  <a:pt x="41" y="563"/>
                </a:lnTo>
                <a:close/>
                <a:moveTo>
                  <a:pt x="219" y="521"/>
                </a:moveTo>
                <a:lnTo>
                  <a:pt x="215" y="522"/>
                </a:lnTo>
                <a:lnTo>
                  <a:pt x="212" y="525"/>
                </a:lnTo>
                <a:lnTo>
                  <a:pt x="209" y="528"/>
                </a:lnTo>
                <a:lnTo>
                  <a:pt x="208" y="532"/>
                </a:lnTo>
                <a:lnTo>
                  <a:pt x="209" y="536"/>
                </a:lnTo>
                <a:lnTo>
                  <a:pt x="212" y="539"/>
                </a:lnTo>
                <a:lnTo>
                  <a:pt x="215" y="542"/>
                </a:lnTo>
                <a:lnTo>
                  <a:pt x="219" y="543"/>
                </a:lnTo>
                <a:lnTo>
                  <a:pt x="223" y="542"/>
                </a:lnTo>
                <a:lnTo>
                  <a:pt x="227" y="539"/>
                </a:lnTo>
                <a:lnTo>
                  <a:pt x="228" y="536"/>
                </a:lnTo>
                <a:lnTo>
                  <a:pt x="230" y="532"/>
                </a:lnTo>
                <a:lnTo>
                  <a:pt x="228" y="528"/>
                </a:lnTo>
                <a:lnTo>
                  <a:pt x="227" y="525"/>
                </a:lnTo>
                <a:lnTo>
                  <a:pt x="223" y="522"/>
                </a:lnTo>
                <a:lnTo>
                  <a:pt x="219" y="521"/>
                </a:lnTo>
                <a:close/>
                <a:moveTo>
                  <a:pt x="135" y="521"/>
                </a:moveTo>
                <a:lnTo>
                  <a:pt x="131" y="522"/>
                </a:lnTo>
                <a:lnTo>
                  <a:pt x="129" y="525"/>
                </a:lnTo>
                <a:lnTo>
                  <a:pt x="126" y="528"/>
                </a:lnTo>
                <a:lnTo>
                  <a:pt x="124" y="532"/>
                </a:lnTo>
                <a:lnTo>
                  <a:pt x="126" y="536"/>
                </a:lnTo>
                <a:lnTo>
                  <a:pt x="129" y="539"/>
                </a:lnTo>
                <a:lnTo>
                  <a:pt x="131" y="542"/>
                </a:lnTo>
                <a:lnTo>
                  <a:pt x="135" y="543"/>
                </a:lnTo>
                <a:lnTo>
                  <a:pt x="140" y="542"/>
                </a:lnTo>
                <a:lnTo>
                  <a:pt x="142" y="539"/>
                </a:lnTo>
                <a:lnTo>
                  <a:pt x="145" y="536"/>
                </a:lnTo>
                <a:lnTo>
                  <a:pt x="146" y="532"/>
                </a:lnTo>
                <a:lnTo>
                  <a:pt x="145" y="528"/>
                </a:lnTo>
                <a:lnTo>
                  <a:pt x="142" y="525"/>
                </a:lnTo>
                <a:lnTo>
                  <a:pt x="140" y="522"/>
                </a:lnTo>
                <a:lnTo>
                  <a:pt x="135" y="521"/>
                </a:lnTo>
                <a:close/>
                <a:moveTo>
                  <a:pt x="376" y="438"/>
                </a:moveTo>
                <a:lnTo>
                  <a:pt x="370" y="439"/>
                </a:lnTo>
                <a:lnTo>
                  <a:pt x="365" y="440"/>
                </a:lnTo>
                <a:lnTo>
                  <a:pt x="361" y="445"/>
                </a:lnTo>
                <a:lnTo>
                  <a:pt x="357" y="449"/>
                </a:lnTo>
                <a:lnTo>
                  <a:pt x="355" y="454"/>
                </a:lnTo>
                <a:lnTo>
                  <a:pt x="354" y="460"/>
                </a:lnTo>
                <a:lnTo>
                  <a:pt x="355" y="465"/>
                </a:lnTo>
                <a:lnTo>
                  <a:pt x="357" y="469"/>
                </a:lnTo>
                <a:lnTo>
                  <a:pt x="361" y="473"/>
                </a:lnTo>
                <a:lnTo>
                  <a:pt x="365" y="477"/>
                </a:lnTo>
                <a:lnTo>
                  <a:pt x="370" y="479"/>
                </a:lnTo>
                <a:lnTo>
                  <a:pt x="376" y="480"/>
                </a:lnTo>
                <a:lnTo>
                  <a:pt x="381" y="479"/>
                </a:lnTo>
                <a:lnTo>
                  <a:pt x="386" y="477"/>
                </a:lnTo>
                <a:lnTo>
                  <a:pt x="390" y="473"/>
                </a:lnTo>
                <a:lnTo>
                  <a:pt x="394" y="469"/>
                </a:lnTo>
                <a:lnTo>
                  <a:pt x="395" y="465"/>
                </a:lnTo>
                <a:lnTo>
                  <a:pt x="396" y="460"/>
                </a:lnTo>
                <a:lnTo>
                  <a:pt x="395" y="454"/>
                </a:lnTo>
                <a:lnTo>
                  <a:pt x="394" y="449"/>
                </a:lnTo>
                <a:lnTo>
                  <a:pt x="390" y="445"/>
                </a:lnTo>
                <a:lnTo>
                  <a:pt x="386" y="440"/>
                </a:lnTo>
                <a:lnTo>
                  <a:pt x="381" y="439"/>
                </a:lnTo>
                <a:lnTo>
                  <a:pt x="376" y="438"/>
                </a:lnTo>
                <a:close/>
                <a:moveTo>
                  <a:pt x="93" y="438"/>
                </a:moveTo>
                <a:lnTo>
                  <a:pt x="89" y="439"/>
                </a:lnTo>
                <a:lnTo>
                  <a:pt x="86" y="442"/>
                </a:lnTo>
                <a:lnTo>
                  <a:pt x="83" y="445"/>
                </a:lnTo>
                <a:lnTo>
                  <a:pt x="83" y="449"/>
                </a:lnTo>
                <a:lnTo>
                  <a:pt x="83" y="453"/>
                </a:lnTo>
                <a:lnTo>
                  <a:pt x="86" y="456"/>
                </a:lnTo>
                <a:lnTo>
                  <a:pt x="89" y="458"/>
                </a:lnTo>
                <a:lnTo>
                  <a:pt x="93" y="460"/>
                </a:lnTo>
                <a:lnTo>
                  <a:pt x="97" y="458"/>
                </a:lnTo>
                <a:lnTo>
                  <a:pt x="101" y="456"/>
                </a:lnTo>
                <a:lnTo>
                  <a:pt x="104" y="453"/>
                </a:lnTo>
                <a:lnTo>
                  <a:pt x="104" y="449"/>
                </a:lnTo>
                <a:lnTo>
                  <a:pt x="104" y="445"/>
                </a:lnTo>
                <a:lnTo>
                  <a:pt x="101" y="442"/>
                </a:lnTo>
                <a:lnTo>
                  <a:pt x="97" y="439"/>
                </a:lnTo>
                <a:lnTo>
                  <a:pt x="93" y="438"/>
                </a:lnTo>
                <a:close/>
                <a:moveTo>
                  <a:pt x="355" y="417"/>
                </a:moveTo>
                <a:lnTo>
                  <a:pt x="417" y="417"/>
                </a:lnTo>
                <a:lnTo>
                  <a:pt x="417" y="502"/>
                </a:lnTo>
                <a:lnTo>
                  <a:pt x="354" y="563"/>
                </a:lnTo>
                <a:lnTo>
                  <a:pt x="291" y="563"/>
                </a:lnTo>
                <a:lnTo>
                  <a:pt x="291" y="439"/>
                </a:lnTo>
                <a:lnTo>
                  <a:pt x="295" y="439"/>
                </a:lnTo>
                <a:lnTo>
                  <a:pt x="308" y="438"/>
                </a:lnTo>
                <a:lnTo>
                  <a:pt x="324" y="434"/>
                </a:lnTo>
                <a:lnTo>
                  <a:pt x="340" y="428"/>
                </a:lnTo>
                <a:lnTo>
                  <a:pt x="355" y="417"/>
                </a:lnTo>
                <a:close/>
                <a:moveTo>
                  <a:pt x="448" y="354"/>
                </a:moveTo>
                <a:lnTo>
                  <a:pt x="444" y="356"/>
                </a:lnTo>
                <a:lnTo>
                  <a:pt x="442" y="358"/>
                </a:lnTo>
                <a:lnTo>
                  <a:pt x="439" y="361"/>
                </a:lnTo>
                <a:lnTo>
                  <a:pt x="437" y="365"/>
                </a:lnTo>
                <a:lnTo>
                  <a:pt x="439" y="369"/>
                </a:lnTo>
                <a:lnTo>
                  <a:pt x="442" y="372"/>
                </a:lnTo>
                <a:lnTo>
                  <a:pt x="444" y="375"/>
                </a:lnTo>
                <a:lnTo>
                  <a:pt x="448" y="376"/>
                </a:lnTo>
                <a:lnTo>
                  <a:pt x="452" y="375"/>
                </a:lnTo>
                <a:lnTo>
                  <a:pt x="455" y="372"/>
                </a:lnTo>
                <a:lnTo>
                  <a:pt x="458" y="369"/>
                </a:lnTo>
                <a:lnTo>
                  <a:pt x="459" y="365"/>
                </a:lnTo>
                <a:lnTo>
                  <a:pt x="458" y="361"/>
                </a:lnTo>
                <a:lnTo>
                  <a:pt x="455" y="358"/>
                </a:lnTo>
                <a:lnTo>
                  <a:pt x="452" y="356"/>
                </a:lnTo>
                <a:lnTo>
                  <a:pt x="448" y="354"/>
                </a:lnTo>
                <a:close/>
                <a:moveTo>
                  <a:pt x="32" y="354"/>
                </a:moveTo>
                <a:lnTo>
                  <a:pt x="27" y="356"/>
                </a:lnTo>
                <a:lnTo>
                  <a:pt x="23" y="358"/>
                </a:lnTo>
                <a:lnTo>
                  <a:pt x="22" y="361"/>
                </a:lnTo>
                <a:lnTo>
                  <a:pt x="21" y="365"/>
                </a:lnTo>
                <a:lnTo>
                  <a:pt x="22" y="369"/>
                </a:lnTo>
                <a:lnTo>
                  <a:pt x="23" y="372"/>
                </a:lnTo>
                <a:lnTo>
                  <a:pt x="27" y="375"/>
                </a:lnTo>
                <a:lnTo>
                  <a:pt x="32" y="376"/>
                </a:lnTo>
                <a:lnTo>
                  <a:pt x="36" y="375"/>
                </a:lnTo>
                <a:lnTo>
                  <a:pt x="38" y="372"/>
                </a:lnTo>
                <a:lnTo>
                  <a:pt x="41" y="369"/>
                </a:lnTo>
                <a:lnTo>
                  <a:pt x="41" y="365"/>
                </a:lnTo>
                <a:lnTo>
                  <a:pt x="41" y="361"/>
                </a:lnTo>
                <a:lnTo>
                  <a:pt x="38" y="358"/>
                </a:lnTo>
                <a:lnTo>
                  <a:pt x="36" y="356"/>
                </a:lnTo>
                <a:lnTo>
                  <a:pt x="32" y="354"/>
                </a:lnTo>
                <a:close/>
                <a:moveTo>
                  <a:pt x="208" y="352"/>
                </a:moveTo>
                <a:lnTo>
                  <a:pt x="208" y="439"/>
                </a:lnTo>
                <a:lnTo>
                  <a:pt x="230" y="439"/>
                </a:lnTo>
                <a:lnTo>
                  <a:pt x="231" y="439"/>
                </a:lnTo>
                <a:lnTo>
                  <a:pt x="237" y="439"/>
                </a:lnTo>
                <a:lnTo>
                  <a:pt x="243" y="440"/>
                </a:lnTo>
                <a:lnTo>
                  <a:pt x="250" y="442"/>
                </a:lnTo>
                <a:lnTo>
                  <a:pt x="257" y="447"/>
                </a:lnTo>
                <a:lnTo>
                  <a:pt x="264" y="454"/>
                </a:lnTo>
                <a:lnTo>
                  <a:pt x="268" y="466"/>
                </a:lnTo>
                <a:lnTo>
                  <a:pt x="271" y="481"/>
                </a:lnTo>
                <a:lnTo>
                  <a:pt x="271" y="483"/>
                </a:lnTo>
                <a:lnTo>
                  <a:pt x="271" y="491"/>
                </a:lnTo>
                <a:lnTo>
                  <a:pt x="271" y="503"/>
                </a:lnTo>
                <a:lnTo>
                  <a:pt x="271" y="522"/>
                </a:lnTo>
                <a:lnTo>
                  <a:pt x="269" y="539"/>
                </a:lnTo>
                <a:lnTo>
                  <a:pt x="263" y="550"/>
                </a:lnTo>
                <a:lnTo>
                  <a:pt x="254" y="557"/>
                </a:lnTo>
                <a:lnTo>
                  <a:pt x="246" y="561"/>
                </a:lnTo>
                <a:lnTo>
                  <a:pt x="238" y="563"/>
                </a:lnTo>
                <a:lnTo>
                  <a:pt x="232" y="563"/>
                </a:lnTo>
                <a:lnTo>
                  <a:pt x="230" y="563"/>
                </a:lnTo>
                <a:lnTo>
                  <a:pt x="124" y="563"/>
                </a:lnTo>
                <a:lnTo>
                  <a:pt x="63" y="499"/>
                </a:lnTo>
                <a:lnTo>
                  <a:pt x="63" y="419"/>
                </a:lnTo>
                <a:lnTo>
                  <a:pt x="116" y="417"/>
                </a:lnTo>
                <a:lnTo>
                  <a:pt x="208" y="352"/>
                </a:lnTo>
                <a:close/>
                <a:moveTo>
                  <a:pt x="241" y="186"/>
                </a:moveTo>
                <a:lnTo>
                  <a:pt x="223" y="189"/>
                </a:lnTo>
                <a:lnTo>
                  <a:pt x="208" y="197"/>
                </a:lnTo>
                <a:lnTo>
                  <a:pt x="197" y="208"/>
                </a:lnTo>
                <a:lnTo>
                  <a:pt x="189" y="223"/>
                </a:lnTo>
                <a:lnTo>
                  <a:pt x="186" y="240"/>
                </a:lnTo>
                <a:lnTo>
                  <a:pt x="189" y="257"/>
                </a:lnTo>
                <a:lnTo>
                  <a:pt x="197" y="271"/>
                </a:lnTo>
                <a:lnTo>
                  <a:pt x="208" y="283"/>
                </a:lnTo>
                <a:lnTo>
                  <a:pt x="223" y="290"/>
                </a:lnTo>
                <a:lnTo>
                  <a:pt x="241" y="293"/>
                </a:lnTo>
                <a:lnTo>
                  <a:pt x="257" y="290"/>
                </a:lnTo>
                <a:lnTo>
                  <a:pt x="272" y="283"/>
                </a:lnTo>
                <a:lnTo>
                  <a:pt x="283" y="271"/>
                </a:lnTo>
                <a:lnTo>
                  <a:pt x="291" y="257"/>
                </a:lnTo>
                <a:lnTo>
                  <a:pt x="294" y="240"/>
                </a:lnTo>
                <a:lnTo>
                  <a:pt x="291" y="223"/>
                </a:lnTo>
                <a:lnTo>
                  <a:pt x="283" y="208"/>
                </a:lnTo>
                <a:lnTo>
                  <a:pt x="272" y="197"/>
                </a:lnTo>
                <a:lnTo>
                  <a:pt x="257" y="189"/>
                </a:lnTo>
                <a:lnTo>
                  <a:pt x="241" y="186"/>
                </a:lnTo>
                <a:close/>
                <a:moveTo>
                  <a:pt x="239" y="62"/>
                </a:moveTo>
                <a:lnTo>
                  <a:pt x="275" y="66"/>
                </a:lnTo>
                <a:lnTo>
                  <a:pt x="309" y="77"/>
                </a:lnTo>
                <a:lnTo>
                  <a:pt x="339" y="93"/>
                </a:lnTo>
                <a:lnTo>
                  <a:pt x="365" y="115"/>
                </a:lnTo>
                <a:lnTo>
                  <a:pt x="387" y="141"/>
                </a:lnTo>
                <a:lnTo>
                  <a:pt x="403" y="171"/>
                </a:lnTo>
                <a:lnTo>
                  <a:pt x="414" y="205"/>
                </a:lnTo>
                <a:lnTo>
                  <a:pt x="417" y="241"/>
                </a:lnTo>
                <a:lnTo>
                  <a:pt x="414" y="276"/>
                </a:lnTo>
                <a:lnTo>
                  <a:pt x="403" y="309"/>
                </a:lnTo>
                <a:lnTo>
                  <a:pt x="387" y="339"/>
                </a:lnTo>
                <a:lnTo>
                  <a:pt x="365" y="365"/>
                </a:lnTo>
                <a:lnTo>
                  <a:pt x="339" y="387"/>
                </a:lnTo>
                <a:lnTo>
                  <a:pt x="309" y="404"/>
                </a:lnTo>
                <a:lnTo>
                  <a:pt x="275" y="413"/>
                </a:lnTo>
                <a:lnTo>
                  <a:pt x="239" y="417"/>
                </a:lnTo>
                <a:lnTo>
                  <a:pt x="238" y="417"/>
                </a:lnTo>
                <a:lnTo>
                  <a:pt x="235" y="416"/>
                </a:lnTo>
                <a:lnTo>
                  <a:pt x="232" y="416"/>
                </a:lnTo>
                <a:lnTo>
                  <a:pt x="231" y="415"/>
                </a:lnTo>
                <a:lnTo>
                  <a:pt x="230" y="415"/>
                </a:lnTo>
                <a:lnTo>
                  <a:pt x="230" y="410"/>
                </a:lnTo>
                <a:lnTo>
                  <a:pt x="230" y="399"/>
                </a:lnTo>
                <a:lnTo>
                  <a:pt x="230" y="384"/>
                </a:lnTo>
                <a:lnTo>
                  <a:pt x="230" y="367"/>
                </a:lnTo>
                <a:lnTo>
                  <a:pt x="230" y="348"/>
                </a:lnTo>
                <a:lnTo>
                  <a:pt x="230" y="331"/>
                </a:lnTo>
                <a:lnTo>
                  <a:pt x="230" y="317"/>
                </a:lnTo>
                <a:lnTo>
                  <a:pt x="230" y="311"/>
                </a:lnTo>
                <a:lnTo>
                  <a:pt x="124" y="376"/>
                </a:lnTo>
                <a:lnTo>
                  <a:pt x="103" y="356"/>
                </a:lnTo>
                <a:lnTo>
                  <a:pt x="85" y="330"/>
                </a:lnTo>
                <a:lnTo>
                  <a:pt x="73" y="302"/>
                </a:lnTo>
                <a:lnTo>
                  <a:pt x="64" y="272"/>
                </a:lnTo>
                <a:lnTo>
                  <a:pt x="62" y="241"/>
                </a:lnTo>
                <a:lnTo>
                  <a:pt x="64" y="205"/>
                </a:lnTo>
                <a:lnTo>
                  <a:pt x="75" y="171"/>
                </a:lnTo>
                <a:lnTo>
                  <a:pt x="92" y="141"/>
                </a:lnTo>
                <a:lnTo>
                  <a:pt x="114" y="115"/>
                </a:lnTo>
                <a:lnTo>
                  <a:pt x="140" y="93"/>
                </a:lnTo>
                <a:lnTo>
                  <a:pt x="170" y="77"/>
                </a:lnTo>
                <a:lnTo>
                  <a:pt x="204" y="66"/>
                </a:lnTo>
                <a:lnTo>
                  <a:pt x="239" y="62"/>
                </a:lnTo>
                <a:close/>
                <a:moveTo>
                  <a:pt x="127" y="41"/>
                </a:moveTo>
                <a:lnTo>
                  <a:pt x="41" y="121"/>
                </a:lnTo>
                <a:lnTo>
                  <a:pt x="41" y="312"/>
                </a:lnTo>
                <a:lnTo>
                  <a:pt x="104" y="397"/>
                </a:lnTo>
                <a:lnTo>
                  <a:pt x="41" y="397"/>
                </a:lnTo>
                <a:lnTo>
                  <a:pt x="41" y="521"/>
                </a:lnTo>
                <a:lnTo>
                  <a:pt x="105" y="584"/>
                </a:lnTo>
                <a:lnTo>
                  <a:pt x="376" y="584"/>
                </a:lnTo>
                <a:lnTo>
                  <a:pt x="437" y="520"/>
                </a:lnTo>
                <a:lnTo>
                  <a:pt x="437" y="395"/>
                </a:lnTo>
                <a:lnTo>
                  <a:pt x="375" y="394"/>
                </a:lnTo>
                <a:lnTo>
                  <a:pt x="437" y="313"/>
                </a:lnTo>
                <a:lnTo>
                  <a:pt x="437" y="144"/>
                </a:lnTo>
                <a:lnTo>
                  <a:pt x="329" y="41"/>
                </a:lnTo>
                <a:lnTo>
                  <a:pt x="127" y="41"/>
                </a:lnTo>
                <a:close/>
                <a:moveTo>
                  <a:pt x="437" y="21"/>
                </a:moveTo>
                <a:lnTo>
                  <a:pt x="432" y="21"/>
                </a:lnTo>
                <a:lnTo>
                  <a:pt x="428" y="24"/>
                </a:lnTo>
                <a:lnTo>
                  <a:pt x="424" y="26"/>
                </a:lnTo>
                <a:lnTo>
                  <a:pt x="420" y="32"/>
                </a:lnTo>
                <a:lnTo>
                  <a:pt x="418" y="36"/>
                </a:lnTo>
                <a:lnTo>
                  <a:pt x="417" y="41"/>
                </a:lnTo>
                <a:lnTo>
                  <a:pt x="418" y="47"/>
                </a:lnTo>
                <a:lnTo>
                  <a:pt x="420" y="52"/>
                </a:lnTo>
                <a:lnTo>
                  <a:pt x="424" y="56"/>
                </a:lnTo>
                <a:lnTo>
                  <a:pt x="428" y="59"/>
                </a:lnTo>
                <a:lnTo>
                  <a:pt x="432" y="62"/>
                </a:lnTo>
                <a:lnTo>
                  <a:pt x="437" y="62"/>
                </a:lnTo>
                <a:lnTo>
                  <a:pt x="444" y="62"/>
                </a:lnTo>
                <a:lnTo>
                  <a:pt x="448" y="59"/>
                </a:lnTo>
                <a:lnTo>
                  <a:pt x="452" y="56"/>
                </a:lnTo>
                <a:lnTo>
                  <a:pt x="457" y="52"/>
                </a:lnTo>
                <a:lnTo>
                  <a:pt x="458" y="47"/>
                </a:lnTo>
                <a:lnTo>
                  <a:pt x="459" y="41"/>
                </a:lnTo>
                <a:lnTo>
                  <a:pt x="458" y="36"/>
                </a:lnTo>
                <a:lnTo>
                  <a:pt x="457" y="32"/>
                </a:lnTo>
                <a:lnTo>
                  <a:pt x="452" y="26"/>
                </a:lnTo>
                <a:lnTo>
                  <a:pt x="448" y="24"/>
                </a:lnTo>
                <a:lnTo>
                  <a:pt x="444" y="21"/>
                </a:lnTo>
                <a:lnTo>
                  <a:pt x="437" y="21"/>
                </a:lnTo>
                <a:close/>
                <a:moveTo>
                  <a:pt x="41" y="21"/>
                </a:moveTo>
                <a:lnTo>
                  <a:pt x="36" y="21"/>
                </a:lnTo>
                <a:lnTo>
                  <a:pt x="32" y="24"/>
                </a:lnTo>
                <a:lnTo>
                  <a:pt x="26" y="26"/>
                </a:lnTo>
                <a:lnTo>
                  <a:pt x="23" y="32"/>
                </a:lnTo>
                <a:lnTo>
                  <a:pt x="22" y="36"/>
                </a:lnTo>
                <a:lnTo>
                  <a:pt x="21" y="41"/>
                </a:lnTo>
                <a:lnTo>
                  <a:pt x="22" y="47"/>
                </a:lnTo>
                <a:lnTo>
                  <a:pt x="23" y="52"/>
                </a:lnTo>
                <a:lnTo>
                  <a:pt x="26" y="56"/>
                </a:lnTo>
                <a:lnTo>
                  <a:pt x="32" y="59"/>
                </a:lnTo>
                <a:lnTo>
                  <a:pt x="36" y="62"/>
                </a:lnTo>
                <a:lnTo>
                  <a:pt x="41" y="62"/>
                </a:lnTo>
                <a:lnTo>
                  <a:pt x="47" y="62"/>
                </a:lnTo>
                <a:lnTo>
                  <a:pt x="52" y="59"/>
                </a:lnTo>
                <a:lnTo>
                  <a:pt x="56" y="56"/>
                </a:lnTo>
                <a:lnTo>
                  <a:pt x="59" y="52"/>
                </a:lnTo>
                <a:lnTo>
                  <a:pt x="62" y="47"/>
                </a:lnTo>
                <a:lnTo>
                  <a:pt x="63" y="41"/>
                </a:lnTo>
                <a:lnTo>
                  <a:pt x="62" y="36"/>
                </a:lnTo>
                <a:lnTo>
                  <a:pt x="59" y="32"/>
                </a:lnTo>
                <a:lnTo>
                  <a:pt x="56" y="26"/>
                </a:lnTo>
                <a:lnTo>
                  <a:pt x="52" y="24"/>
                </a:lnTo>
                <a:lnTo>
                  <a:pt x="47" y="21"/>
                </a:lnTo>
                <a:lnTo>
                  <a:pt x="41" y="21"/>
                </a:lnTo>
                <a:close/>
                <a:moveTo>
                  <a:pt x="41" y="0"/>
                </a:moveTo>
                <a:lnTo>
                  <a:pt x="437" y="0"/>
                </a:lnTo>
                <a:lnTo>
                  <a:pt x="454" y="3"/>
                </a:lnTo>
                <a:lnTo>
                  <a:pt x="468" y="13"/>
                </a:lnTo>
                <a:lnTo>
                  <a:pt x="477" y="25"/>
                </a:lnTo>
                <a:lnTo>
                  <a:pt x="480" y="41"/>
                </a:lnTo>
                <a:lnTo>
                  <a:pt x="480" y="584"/>
                </a:lnTo>
                <a:lnTo>
                  <a:pt x="477" y="600"/>
                </a:lnTo>
                <a:lnTo>
                  <a:pt x="468" y="614"/>
                </a:lnTo>
                <a:lnTo>
                  <a:pt x="454" y="622"/>
                </a:lnTo>
                <a:lnTo>
                  <a:pt x="437" y="626"/>
                </a:lnTo>
                <a:lnTo>
                  <a:pt x="41" y="626"/>
                </a:lnTo>
                <a:lnTo>
                  <a:pt x="25" y="622"/>
                </a:lnTo>
                <a:lnTo>
                  <a:pt x="12" y="614"/>
                </a:lnTo>
                <a:lnTo>
                  <a:pt x="3" y="600"/>
                </a:lnTo>
                <a:lnTo>
                  <a:pt x="0" y="584"/>
                </a:lnTo>
                <a:lnTo>
                  <a:pt x="0" y="41"/>
                </a:lnTo>
                <a:lnTo>
                  <a:pt x="3" y="25"/>
                </a:lnTo>
                <a:lnTo>
                  <a:pt x="12" y="13"/>
                </a:lnTo>
                <a:lnTo>
                  <a:pt x="25" y="3"/>
                </a:lnTo>
                <a:lnTo>
                  <a:pt x="4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4" name="Freeform 28"/>
          <p:cNvSpPr>
            <a:spLocks noChangeAspect="1" noEditPoints="1"/>
          </p:cNvSpPr>
          <p:nvPr/>
        </p:nvSpPr>
        <p:spPr bwMode="auto">
          <a:xfrm>
            <a:off x="1100812" y="3133121"/>
            <a:ext cx="1080000" cy="591758"/>
          </a:xfrm>
          <a:custGeom>
            <a:avLst/>
            <a:gdLst>
              <a:gd name="T0" fmla="*/ 504 w 626"/>
              <a:gd name="T1" fmla="*/ 263 h 343"/>
              <a:gd name="T2" fmla="*/ 465 w 626"/>
              <a:gd name="T3" fmla="*/ 263 h 343"/>
              <a:gd name="T4" fmla="*/ 403 w 626"/>
              <a:gd name="T5" fmla="*/ 263 h 343"/>
              <a:gd name="T6" fmla="*/ 364 w 626"/>
              <a:gd name="T7" fmla="*/ 263 h 343"/>
              <a:gd name="T8" fmla="*/ 323 w 626"/>
              <a:gd name="T9" fmla="*/ 141 h 343"/>
              <a:gd name="T10" fmla="*/ 283 w 626"/>
              <a:gd name="T11" fmla="*/ 343 h 343"/>
              <a:gd name="T12" fmla="*/ 262 w 626"/>
              <a:gd name="T13" fmla="*/ 343 h 343"/>
              <a:gd name="T14" fmla="*/ 221 w 626"/>
              <a:gd name="T15" fmla="*/ 141 h 343"/>
              <a:gd name="T16" fmla="*/ 180 w 626"/>
              <a:gd name="T17" fmla="*/ 263 h 343"/>
              <a:gd name="T18" fmla="*/ 141 w 626"/>
              <a:gd name="T19" fmla="*/ 263 h 343"/>
              <a:gd name="T20" fmla="*/ 452 w 626"/>
              <a:gd name="T21" fmla="*/ 44 h 343"/>
              <a:gd name="T22" fmla="*/ 446 w 626"/>
              <a:gd name="T23" fmla="*/ 67 h 343"/>
              <a:gd name="T24" fmla="*/ 465 w 626"/>
              <a:gd name="T25" fmla="*/ 81 h 343"/>
              <a:gd name="T26" fmla="*/ 582 w 626"/>
              <a:gd name="T27" fmla="*/ 73 h 343"/>
              <a:gd name="T28" fmla="*/ 582 w 626"/>
              <a:gd name="T29" fmla="*/ 48 h 343"/>
              <a:gd name="T30" fmla="*/ 465 w 626"/>
              <a:gd name="T31" fmla="*/ 40 h 343"/>
              <a:gd name="T32" fmla="*/ 405 w 626"/>
              <a:gd name="T33" fmla="*/ 47 h 343"/>
              <a:gd name="T34" fmla="*/ 410 w 626"/>
              <a:gd name="T35" fmla="*/ 59 h 343"/>
              <a:gd name="T36" fmla="*/ 422 w 626"/>
              <a:gd name="T37" fmla="*/ 54 h 343"/>
              <a:gd name="T38" fmla="*/ 417 w 626"/>
              <a:gd name="T39" fmla="*/ 41 h 343"/>
              <a:gd name="T40" fmla="*/ 366 w 626"/>
              <a:gd name="T41" fmla="*/ 43 h 343"/>
              <a:gd name="T42" fmla="*/ 366 w 626"/>
              <a:gd name="T43" fmla="*/ 58 h 343"/>
              <a:gd name="T44" fmla="*/ 380 w 626"/>
              <a:gd name="T45" fmla="*/ 58 h 343"/>
              <a:gd name="T46" fmla="*/ 380 w 626"/>
              <a:gd name="T47" fmla="*/ 43 h 343"/>
              <a:gd name="T48" fmla="*/ 328 w 626"/>
              <a:gd name="T49" fmla="*/ 41 h 343"/>
              <a:gd name="T50" fmla="*/ 323 w 626"/>
              <a:gd name="T51" fmla="*/ 54 h 343"/>
              <a:gd name="T52" fmla="*/ 336 w 626"/>
              <a:gd name="T53" fmla="*/ 59 h 343"/>
              <a:gd name="T54" fmla="*/ 342 w 626"/>
              <a:gd name="T55" fmla="*/ 47 h 343"/>
              <a:gd name="T56" fmla="*/ 202 w 626"/>
              <a:gd name="T57" fmla="*/ 40 h 343"/>
              <a:gd name="T58" fmla="*/ 183 w 626"/>
              <a:gd name="T59" fmla="*/ 54 h 343"/>
              <a:gd name="T60" fmla="*/ 190 w 626"/>
              <a:gd name="T61" fmla="*/ 77 h 343"/>
              <a:gd name="T62" fmla="*/ 213 w 626"/>
              <a:gd name="T63" fmla="*/ 77 h 343"/>
              <a:gd name="T64" fmla="*/ 221 w 626"/>
              <a:gd name="T65" fmla="*/ 54 h 343"/>
              <a:gd name="T66" fmla="*/ 202 w 626"/>
              <a:gd name="T67" fmla="*/ 40 h 343"/>
              <a:gd name="T68" fmla="*/ 127 w 626"/>
              <a:gd name="T69" fmla="*/ 47 h 343"/>
              <a:gd name="T70" fmla="*/ 122 w 626"/>
              <a:gd name="T71" fmla="*/ 67 h 343"/>
              <a:gd name="T72" fmla="*/ 137 w 626"/>
              <a:gd name="T73" fmla="*/ 81 h 343"/>
              <a:gd name="T74" fmla="*/ 157 w 626"/>
              <a:gd name="T75" fmla="*/ 76 h 343"/>
              <a:gd name="T76" fmla="*/ 161 w 626"/>
              <a:gd name="T77" fmla="*/ 55 h 343"/>
              <a:gd name="T78" fmla="*/ 148 w 626"/>
              <a:gd name="T79" fmla="*/ 41 h 343"/>
              <a:gd name="T80" fmla="*/ 44 w 626"/>
              <a:gd name="T81" fmla="*/ 43 h 343"/>
              <a:gd name="T82" fmla="*/ 44 w 626"/>
              <a:gd name="T83" fmla="*/ 58 h 343"/>
              <a:gd name="T84" fmla="*/ 74 w 626"/>
              <a:gd name="T85" fmla="*/ 59 h 343"/>
              <a:gd name="T86" fmla="*/ 79 w 626"/>
              <a:gd name="T87" fmla="*/ 47 h 343"/>
              <a:gd name="T88" fmla="*/ 51 w 626"/>
              <a:gd name="T89" fmla="*/ 40 h 343"/>
              <a:gd name="T90" fmla="*/ 618 w 626"/>
              <a:gd name="T91" fmla="*/ 5 h 343"/>
              <a:gd name="T92" fmla="*/ 626 w 626"/>
              <a:gd name="T93" fmla="*/ 323 h 343"/>
              <a:gd name="T94" fmla="*/ 612 w 626"/>
              <a:gd name="T95" fmla="*/ 342 h 343"/>
              <a:gd name="T96" fmla="*/ 545 w 626"/>
              <a:gd name="T97" fmla="*/ 263 h 343"/>
              <a:gd name="T98" fmla="*/ 592 w 626"/>
              <a:gd name="T99" fmla="*/ 322 h 343"/>
              <a:gd name="T100" fmla="*/ 605 w 626"/>
              <a:gd name="T101" fmla="*/ 302 h 343"/>
              <a:gd name="T102" fmla="*/ 597 w 626"/>
              <a:gd name="T103" fmla="*/ 125 h 343"/>
              <a:gd name="T104" fmla="*/ 34 w 626"/>
              <a:gd name="T105" fmla="*/ 122 h 343"/>
              <a:gd name="T106" fmla="*/ 21 w 626"/>
              <a:gd name="T107" fmla="*/ 141 h 343"/>
              <a:gd name="T108" fmla="*/ 29 w 626"/>
              <a:gd name="T109" fmla="*/ 319 h 343"/>
              <a:gd name="T110" fmla="*/ 81 w 626"/>
              <a:gd name="T111" fmla="*/ 141 h 343"/>
              <a:gd name="T112" fmla="*/ 21 w 626"/>
              <a:gd name="T113" fmla="*/ 343 h 343"/>
              <a:gd name="T114" fmla="*/ 1 w 626"/>
              <a:gd name="T115" fmla="*/ 330 h 343"/>
              <a:gd name="T116" fmla="*/ 4 w 626"/>
              <a:gd name="T117" fmla="*/ 9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26" h="343">
                <a:moveTo>
                  <a:pt x="465" y="141"/>
                </a:moveTo>
                <a:lnTo>
                  <a:pt x="485" y="141"/>
                </a:lnTo>
                <a:lnTo>
                  <a:pt x="485" y="263"/>
                </a:lnTo>
                <a:lnTo>
                  <a:pt x="504" y="263"/>
                </a:lnTo>
                <a:lnTo>
                  <a:pt x="504" y="343"/>
                </a:lnTo>
                <a:lnTo>
                  <a:pt x="444" y="343"/>
                </a:lnTo>
                <a:lnTo>
                  <a:pt x="444" y="263"/>
                </a:lnTo>
                <a:lnTo>
                  <a:pt x="465" y="263"/>
                </a:lnTo>
                <a:lnTo>
                  <a:pt x="465" y="141"/>
                </a:lnTo>
                <a:close/>
                <a:moveTo>
                  <a:pt x="384" y="141"/>
                </a:moveTo>
                <a:lnTo>
                  <a:pt x="403" y="141"/>
                </a:lnTo>
                <a:lnTo>
                  <a:pt x="403" y="263"/>
                </a:lnTo>
                <a:lnTo>
                  <a:pt x="422" y="263"/>
                </a:lnTo>
                <a:lnTo>
                  <a:pt x="422" y="343"/>
                </a:lnTo>
                <a:lnTo>
                  <a:pt x="364" y="343"/>
                </a:lnTo>
                <a:lnTo>
                  <a:pt x="364" y="263"/>
                </a:lnTo>
                <a:lnTo>
                  <a:pt x="384" y="263"/>
                </a:lnTo>
                <a:lnTo>
                  <a:pt x="384" y="141"/>
                </a:lnTo>
                <a:close/>
                <a:moveTo>
                  <a:pt x="283" y="141"/>
                </a:moveTo>
                <a:lnTo>
                  <a:pt x="323" y="141"/>
                </a:lnTo>
                <a:lnTo>
                  <a:pt x="323" y="263"/>
                </a:lnTo>
                <a:lnTo>
                  <a:pt x="343" y="263"/>
                </a:lnTo>
                <a:lnTo>
                  <a:pt x="343" y="343"/>
                </a:lnTo>
                <a:lnTo>
                  <a:pt x="283" y="343"/>
                </a:lnTo>
                <a:lnTo>
                  <a:pt x="283" y="141"/>
                </a:lnTo>
                <a:close/>
                <a:moveTo>
                  <a:pt x="221" y="141"/>
                </a:moveTo>
                <a:lnTo>
                  <a:pt x="262" y="141"/>
                </a:lnTo>
                <a:lnTo>
                  <a:pt x="262" y="343"/>
                </a:lnTo>
                <a:lnTo>
                  <a:pt x="202" y="343"/>
                </a:lnTo>
                <a:lnTo>
                  <a:pt x="202" y="263"/>
                </a:lnTo>
                <a:lnTo>
                  <a:pt x="223" y="263"/>
                </a:lnTo>
                <a:lnTo>
                  <a:pt x="221" y="141"/>
                </a:lnTo>
                <a:close/>
                <a:moveTo>
                  <a:pt x="141" y="141"/>
                </a:moveTo>
                <a:lnTo>
                  <a:pt x="161" y="141"/>
                </a:lnTo>
                <a:lnTo>
                  <a:pt x="161" y="263"/>
                </a:lnTo>
                <a:lnTo>
                  <a:pt x="180" y="263"/>
                </a:lnTo>
                <a:lnTo>
                  <a:pt x="180" y="343"/>
                </a:lnTo>
                <a:lnTo>
                  <a:pt x="122" y="343"/>
                </a:lnTo>
                <a:lnTo>
                  <a:pt x="122" y="263"/>
                </a:lnTo>
                <a:lnTo>
                  <a:pt x="141" y="263"/>
                </a:lnTo>
                <a:lnTo>
                  <a:pt x="141" y="141"/>
                </a:lnTo>
                <a:close/>
                <a:moveTo>
                  <a:pt x="465" y="40"/>
                </a:moveTo>
                <a:lnTo>
                  <a:pt x="458" y="41"/>
                </a:lnTo>
                <a:lnTo>
                  <a:pt x="452" y="44"/>
                </a:lnTo>
                <a:lnTo>
                  <a:pt x="448" y="48"/>
                </a:lnTo>
                <a:lnTo>
                  <a:pt x="446" y="54"/>
                </a:lnTo>
                <a:lnTo>
                  <a:pt x="444" y="61"/>
                </a:lnTo>
                <a:lnTo>
                  <a:pt x="446" y="67"/>
                </a:lnTo>
                <a:lnTo>
                  <a:pt x="448" y="73"/>
                </a:lnTo>
                <a:lnTo>
                  <a:pt x="452" y="77"/>
                </a:lnTo>
                <a:lnTo>
                  <a:pt x="458" y="80"/>
                </a:lnTo>
                <a:lnTo>
                  <a:pt x="465" y="81"/>
                </a:lnTo>
                <a:lnTo>
                  <a:pt x="566" y="81"/>
                </a:lnTo>
                <a:lnTo>
                  <a:pt x="571" y="80"/>
                </a:lnTo>
                <a:lnTo>
                  <a:pt x="577" y="77"/>
                </a:lnTo>
                <a:lnTo>
                  <a:pt x="582" y="73"/>
                </a:lnTo>
                <a:lnTo>
                  <a:pt x="585" y="67"/>
                </a:lnTo>
                <a:lnTo>
                  <a:pt x="585" y="61"/>
                </a:lnTo>
                <a:lnTo>
                  <a:pt x="585" y="54"/>
                </a:lnTo>
                <a:lnTo>
                  <a:pt x="582" y="48"/>
                </a:lnTo>
                <a:lnTo>
                  <a:pt x="577" y="44"/>
                </a:lnTo>
                <a:lnTo>
                  <a:pt x="571" y="41"/>
                </a:lnTo>
                <a:lnTo>
                  <a:pt x="566" y="40"/>
                </a:lnTo>
                <a:lnTo>
                  <a:pt x="465" y="40"/>
                </a:lnTo>
                <a:close/>
                <a:moveTo>
                  <a:pt x="413" y="40"/>
                </a:moveTo>
                <a:lnTo>
                  <a:pt x="410" y="41"/>
                </a:lnTo>
                <a:lnTo>
                  <a:pt x="406" y="43"/>
                </a:lnTo>
                <a:lnTo>
                  <a:pt x="405" y="47"/>
                </a:lnTo>
                <a:lnTo>
                  <a:pt x="403" y="51"/>
                </a:lnTo>
                <a:lnTo>
                  <a:pt x="405" y="54"/>
                </a:lnTo>
                <a:lnTo>
                  <a:pt x="406" y="58"/>
                </a:lnTo>
                <a:lnTo>
                  <a:pt x="410" y="59"/>
                </a:lnTo>
                <a:lnTo>
                  <a:pt x="413" y="61"/>
                </a:lnTo>
                <a:lnTo>
                  <a:pt x="417" y="59"/>
                </a:lnTo>
                <a:lnTo>
                  <a:pt x="421" y="58"/>
                </a:lnTo>
                <a:lnTo>
                  <a:pt x="422" y="54"/>
                </a:lnTo>
                <a:lnTo>
                  <a:pt x="424" y="51"/>
                </a:lnTo>
                <a:lnTo>
                  <a:pt x="422" y="47"/>
                </a:lnTo>
                <a:lnTo>
                  <a:pt x="421" y="43"/>
                </a:lnTo>
                <a:lnTo>
                  <a:pt x="417" y="41"/>
                </a:lnTo>
                <a:lnTo>
                  <a:pt x="413" y="40"/>
                </a:lnTo>
                <a:close/>
                <a:moveTo>
                  <a:pt x="373" y="40"/>
                </a:moveTo>
                <a:lnTo>
                  <a:pt x="369" y="41"/>
                </a:lnTo>
                <a:lnTo>
                  <a:pt x="366" y="43"/>
                </a:lnTo>
                <a:lnTo>
                  <a:pt x="364" y="47"/>
                </a:lnTo>
                <a:lnTo>
                  <a:pt x="362" y="51"/>
                </a:lnTo>
                <a:lnTo>
                  <a:pt x="364" y="54"/>
                </a:lnTo>
                <a:lnTo>
                  <a:pt x="366" y="58"/>
                </a:lnTo>
                <a:lnTo>
                  <a:pt x="369" y="59"/>
                </a:lnTo>
                <a:lnTo>
                  <a:pt x="373" y="61"/>
                </a:lnTo>
                <a:lnTo>
                  <a:pt x="377" y="59"/>
                </a:lnTo>
                <a:lnTo>
                  <a:pt x="380" y="58"/>
                </a:lnTo>
                <a:lnTo>
                  <a:pt x="383" y="54"/>
                </a:lnTo>
                <a:lnTo>
                  <a:pt x="383" y="51"/>
                </a:lnTo>
                <a:lnTo>
                  <a:pt x="383" y="47"/>
                </a:lnTo>
                <a:lnTo>
                  <a:pt x="380" y="43"/>
                </a:lnTo>
                <a:lnTo>
                  <a:pt x="377" y="41"/>
                </a:lnTo>
                <a:lnTo>
                  <a:pt x="373" y="40"/>
                </a:lnTo>
                <a:close/>
                <a:moveTo>
                  <a:pt x="332" y="40"/>
                </a:moveTo>
                <a:lnTo>
                  <a:pt x="328" y="41"/>
                </a:lnTo>
                <a:lnTo>
                  <a:pt x="325" y="43"/>
                </a:lnTo>
                <a:lnTo>
                  <a:pt x="323" y="47"/>
                </a:lnTo>
                <a:lnTo>
                  <a:pt x="321" y="51"/>
                </a:lnTo>
                <a:lnTo>
                  <a:pt x="323" y="54"/>
                </a:lnTo>
                <a:lnTo>
                  <a:pt x="325" y="58"/>
                </a:lnTo>
                <a:lnTo>
                  <a:pt x="328" y="59"/>
                </a:lnTo>
                <a:lnTo>
                  <a:pt x="332" y="61"/>
                </a:lnTo>
                <a:lnTo>
                  <a:pt x="336" y="59"/>
                </a:lnTo>
                <a:lnTo>
                  <a:pt x="339" y="58"/>
                </a:lnTo>
                <a:lnTo>
                  <a:pt x="342" y="54"/>
                </a:lnTo>
                <a:lnTo>
                  <a:pt x="342" y="51"/>
                </a:lnTo>
                <a:lnTo>
                  <a:pt x="342" y="47"/>
                </a:lnTo>
                <a:lnTo>
                  <a:pt x="339" y="43"/>
                </a:lnTo>
                <a:lnTo>
                  <a:pt x="336" y="41"/>
                </a:lnTo>
                <a:lnTo>
                  <a:pt x="332" y="40"/>
                </a:lnTo>
                <a:close/>
                <a:moveTo>
                  <a:pt x="202" y="40"/>
                </a:moveTo>
                <a:lnTo>
                  <a:pt x="195" y="41"/>
                </a:lnTo>
                <a:lnTo>
                  <a:pt x="190" y="44"/>
                </a:lnTo>
                <a:lnTo>
                  <a:pt x="186" y="48"/>
                </a:lnTo>
                <a:lnTo>
                  <a:pt x="183" y="54"/>
                </a:lnTo>
                <a:lnTo>
                  <a:pt x="182" y="61"/>
                </a:lnTo>
                <a:lnTo>
                  <a:pt x="183" y="67"/>
                </a:lnTo>
                <a:lnTo>
                  <a:pt x="186" y="73"/>
                </a:lnTo>
                <a:lnTo>
                  <a:pt x="190" y="77"/>
                </a:lnTo>
                <a:lnTo>
                  <a:pt x="195" y="80"/>
                </a:lnTo>
                <a:lnTo>
                  <a:pt x="202" y="81"/>
                </a:lnTo>
                <a:lnTo>
                  <a:pt x="208" y="80"/>
                </a:lnTo>
                <a:lnTo>
                  <a:pt x="213" y="77"/>
                </a:lnTo>
                <a:lnTo>
                  <a:pt x="219" y="73"/>
                </a:lnTo>
                <a:lnTo>
                  <a:pt x="221" y="67"/>
                </a:lnTo>
                <a:lnTo>
                  <a:pt x="221" y="61"/>
                </a:lnTo>
                <a:lnTo>
                  <a:pt x="221" y="54"/>
                </a:lnTo>
                <a:lnTo>
                  <a:pt x="219" y="48"/>
                </a:lnTo>
                <a:lnTo>
                  <a:pt x="213" y="44"/>
                </a:lnTo>
                <a:lnTo>
                  <a:pt x="208" y="41"/>
                </a:lnTo>
                <a:lnTo>
                  <a:pt x="202" y="40"/>
                </a:lnTo>
                <a:close/>
                <a:moveTo>
                  <a:pt x="142" y="40"/>
                </a:moveTo>
                <a:lnTo>
                  <a:pt x="137" y="41"/>
                </a:lnTo>
                <a:lnTo>
                  <a:pt x="131" y="43"/>
                </a:lnTo>
                <a:lnTo>
                  <a:pt x="127" y="47"/>
                </a:lnTo>
                <a:lnTo>
                  <a:pt x="124" y="51"/>
                </a:lnTo>
                <a:lnTo>
                  <a:pt x="122" y="55"/>
                </a:lnTo>
                <a:lnTo>
                  <a:pt x="122" y="61"/>
                </a:lnTo>
                <a:lnTo>
                  <a:pt x="122" y="67"/>
                </a:lnTo>
                <a:lnTo>
                  <a:pt x="124" y="71"/>
                </a:lnTo>
                <a:lnTo>
                  <a:pt x="127" y="76"/>
                </a:lnTo>
                <a:lnTo>
                  <a:pt x="131" y="80"/>
                </a:lnTo>
                <a:lnTo>
                  <a:pt x="137" y="81"/>
                </a:lnTo>
                <a:lnTo>
                  <a:pt x="142" y="82"/>
                </a:lnTo>
                <a:lnTo>
                  <a:pt x="148" y="81"/>
                </a:lnTo>
                <a:lnTo>
                  <a:pt x="152" y="80"/>
                </a:lnTo>
                <a:lnTo>
                  <a:pt x="157" y="76"/>
                </a:lnTo>
                <a:lnTo>
                  <a:pt x="160" y="71"/>
                </a:lnTo>
                <a:lnTo>
                  <a:pt x="161" y="67"/>
                </a:lnTo>
                <a:lnTo>
                  <a:pt x="163" y="61"/>
                </a:lnTo>
                <a:lnTo>
                  <a:pt x="161" y="55"/>
                </a:lnTo>
                <a:lnTo>
                  <a:pt x="160" y="51"/>
                </a:lnTo>
                <a:lnTo>
                  <a:pt x="157" y="47"/>
                </a:lnTo>
                <a:lnTo>
                  <a:pt x="152" y="43"/>
                </a:lnTo>
                <a:lnTo>
                  <a:pt x="148" y="41"/>
                </a:lnTo>
                <a:lnTo>
                  <a:pt x="142" y="40"/>
                </a:lnTo>
                <a:close/>
                <a:moveTo>
                  <a:pt x="51" y="40"/>
                </a:moveTo>
                <a:lnTo>
                  <a:pt x="47" y="41"/>
                </a:lnTo>
                <a:lnTo>
                  <a:pt x="44" y="43"/>
                </a:lnTo>
                <a:lnTo>
                  <a:pt x="41" y="47"/>
                </a:lnTo>
                <a:lnTo>
                  <a:pt x="40" y="51"/>
                </a:lnTo>
                <a:lnTo>
                  <a:pt x="41" y="54"/>
                </a:lnTo>
                <a:lnTo>
                  <a:pt x="44" y="58"/>
                </a:lnTo>
                <a:lnTo>
                  <a:pt x="47" y="59"/>
                </a:lnTo>
                <a:lnTo>
                  <a:pt x="51" y="61"/>
                </a:lnTo>
                <a:lnTo>
                  <a:pt x="71" y="61"/>
                </a:lnTo>
                <a:lnTo>
                  <a:pt x="74" y="59"/>
                </a:lnTo>
                <a:lnTo>
                  <a:pt x="78" y="58"/>
                </a:lnTo>
                <a:lnTo>
                  <a:pt x="79" y="54"/>
                </a:lnTo>
                <a:lnTo>
                  <a:pt x="81" y="51"/>
                </a:lnTo>
                <a:lnTo>
                  <a:pt x="79" y="47"/>
                </a:lnTo>
                <a:lnTo>
                  <a:pt x="78" y="43"/>
                </a:lnTo>
                <a:lnTo>
                  <a:pt x="74" y="41"/>
                </a:lnTo>
                <a:lnTo>
                  <a:pt x="71" y="40"/>
                </a:lnTo>
                <a:lnTo>
                  <a:pt x="51" y="40"/>
                </a:lnTo>
                <a:close/>
                <a:moveTo>
                  <a:pt x="21" y="0"/>
                </a:moveTo>
                <a:lnTo>
                  <a:pt x="605" y="0"/>
                </a:lnTo>
                <a:lnTo>
                  <a:pt x="612" y="0"/>
                </a:lnTo>
                <a:lnTo>
                  <a:pt x="618" y="5"/>
                </a:lnTo>
                <a:lnTo>
                  <a:pt x="622" y="9"/>
                </a:lnTo>
                <a:lnTo>
                  <a:pt x="625" y="14"/>
                </a:lnTo>
                <a:lnTo>
                  <a:pt x="626" y="20"/>
                </a:lnTo>
                <a:lnTo>
                  <a:pt x="626" y="323"/>
                </a:lnTo>
                <a:lnTo>
                  <a:pt x="625" y="330"/>
                </a:lnTo>
                <a:lnTo>
                  <a:pt x="622" y="335"/>
                </a:lnTo>
                <a:lnTo>
                  <a:pt x="618" y="339"/>
                </a:lnTo>
                <a:lnTo>
                  <a:pt x="612" y="342"/>
                </a:lnTo>
                <a:lnTo>
                  <a:pt x="605" y="343"/>
                </a:lnTo>
                <a:lnTo>
                  <a:pt x="525" y="343"/>
                </a:lnTo>
                <a:lnTo>
                  <a:pt x="525" y="263"/>
                </a:lnTo>
                <a:lnTo>
                  <a:pt x="545" y="263"/>
                </a:lnTo>
                <a:lnTo>
                  <a:pt x="545" y="141"/>
                </a:lnTo>
                <a:lnTo>
                  <a:pt x="585" y="141"/>
                </a:lnTo>
                <a:lnTo>
                  <a:pt x="585" y="323"/>
                </a:lnTo>
                <a:lnTo>
                  <a:pt x="592" y="322"/>
                </a:lnTo>
                <a:lnTo>
                  <a:pt x="597" y="319"/>
                </a:lnTo>
                <a:lnTo>
                  <a:pt x="601" y="315"/>
                </a:lnTo>
                <a:lnTo>
                  <a:pt x="604" y="309"/>
                </a:lnTo>
                <a:lnTo>
                  <a:pt x="605" y="302"/>
                </a:lnTo>
                <a:lnTo>
                  <a:pt x="605" y="141"/>
                </a:lnTo>
                <a:lnTo>
                  <a:pt x="604" y="134"/>
                </a:lnTo>
                <a:lnTo>
                  <a:pt x="601" y="129"/>
                </a:lnTo>
                <a:lnTo>
                  <a:pt x="597" y="125"/>
                </a:lnTo>
                <a:lnTo>
                  <a:pt x="592" y="122"/>
                </a:lnTo>
                <a:lnTo>
                  <a:pt x="585" y="121"/>
                </a:lnTo>
                <a:lnTo>
                  <a:pt x="40" y="121"/>
                </a:lnTo>
                <a:lnTo>
                  <a:pt x="34" y="122"/>
                </a:lnTo>
                <a:lnTo>
                  <a:pt x="29" y="125"/>
                </a:lnTo>
                <a:lnTo>
                  <a:pt x="25" y="129"/>
                </a:lnTo>
                <a:lnTo>
                  <a:pt x="21" y="134"/>
                </a:lnTo>
                <a:lnTo>
                  <a:pt x="21" y="141"/>
                </a:lnTo>
                <a:lnTo>
                  <a:pt x="21" y="302"/>
                </a:lnTo>
                <a:lnTo>
                  <a:pt x="21" y="309"/>
                </a:lnTo>
                <a:lnTo>
                  <a:pt x="25" y="315"/>
                </a:lnTo>
                <a:lnTo>
                  <a:pt x="29" y="319"/>
                </a:lnTo>
                <a:lnTo>
                  <a:pt x="34" y="322"/>
                </a:lnTo>
                <a:lnTo>
                  <a:pt x="40" y="323"/>
                </a:lnTo>
                <a:lnTo>
                  <a:pt x="40" y="141"/>
                </a:lnTo>
                <a:lnTo>
                  <a:pt x="81" y="141"/>
                </a:lnTo>
                <a:lnTo>
                  <a:pt x="81" y="263"/>
                </a:lnTo>
                <a:lnTo>
                  <a:pt x="101" y="263"/>
                </a:lnTo>
                <a:lnTo>
                  <a:pt x="101" y="343"/>
                </a:lnTo>
                <a:lnTo>
                  <a:pt x="21" y="343"/>
                </a:lnTo>
                <a:lnTo>
                  <a:pt x="14" y="342"/>
                </a:lnTo>
                <a:lnTo>
                  <a:pt x="8" y="339"/>
                </a:lnTo>
                <a:lnTo>
                  <a:pt x="4" y="335"/>
                </a:lnTo>
                <a:lnTo>
                  <a:pt x="1" y="330"/>
                </a:lnTo>
                <a:lnTo>
                  <a:pt x="0" y="323"/>
                </a:lnTo>
                <a:lnTo>
                  <a:pt x="0" y="20"/>
                </a:lnTo>
                <a:lnTo>
                  <a:pt x="1" y="14"/>
                </a:lnTo>
                <a:lnTo>
                  <a:pt x="4" y="9"/>
                </a:lnTo>
                <a:lnTo>
                  <a:pt x="8" y="5"/>
                </a:lnTo>
                <a:lnTo>
                  <a:pt x="14" y="0"/>
                </a:lnTo>
                <a:lnTo>
                  <a:pt x="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5" name="Freeform 29"/>
          <p:cNvSpPr>
            <a:spLocks noChangeAspect="1" noEditPoints="1"/>
          </p:cNvSpPr>
          <p:nvPr/>
        </p:nvSpPr>
        <p:spPr bwMode="auto">
          <a:xfrm>
            <a:off x="2833132" y="2889000"/>
            <a:ext cx="967860" cy="1080000"/>
          </a:xfrm>
          <a:custGeom>
            <a:avLst/>
            <a:gdLst>
              <a:gd name="T0" fmla="*/ 280 w 561"/>
              <a:gd name="T1" fmla="*/ 562 h 626"/>
              <a:gd name="T2" fmla="*/ 274 w 561"/>
              <a:gd name="T3" fmla="*/ 562 h 626"/>
              <a:gd name="T4" fmla="*/ 269 w 561"/>
              <a:gd name="T5" fmla="*/ 565 h 626"/>
              <a:gd name="T6" fmla="*/ 265 w 561"/>
              <a:gd name="T7" fmla="*/ 568 h 626"/>
              <a:gd name="T8" fmla="*/ 262 w 561"/>
              <a:gd name="T9" fmla="*/ 573 h 626"/>
              <a:gd name="T10" fmla="*/ 259 w 561"/>
              <a:gd name="T11" fmla="*/ 577 h 626"/>
              <a:gd name="T12" fmla="*/ 258 w 561"/>
              <a:gd name="T13" fmla="*/ 584 h 626"/>
              <a:gd name="T14" fmla="*/ 259 w 561"/>
              <a:gd name="T15" fmla="*/ 589 h 626"/>
              <a:gd name="T16" fmla="*/ 262 w 561"/>
              <a:gd name="T17" fmla="*/ 595 h 626"/>
              <a:gd name="T18" fmla="*/ 265 w 561"/>
              <a:gd name="T19" fmla="*/ 599 h 626"/>
              <a:gd name="T20" fmla="*/ 269 w 561"/>
              <a:gd name="T21" fmla="*/ 602 h 626"/>
              <a:gd name="T22" fmla="*/ 274 w 561"/>
              <a:gd name="T23" fmla="*/ 604 h 626"/>
              <a:gd name="T24" fmla="*/ 280 w 561"/>
              <a:gd name="T25" fmla="*/ 604 h 626"/>
              <a:gd name="T26" fmla="*/ 285 w 561"/>
              <a:gd name="T27" fmla="*/ 604 h 626"/>
              <a:gd name="T28" fmla="*/ 291 w 561"/>
              <a:gd name="T29" fmla="*/ 602 h 626"/>
              <a:gd name="T30" fmla="*/ 295 w 561"/>
              <a:gd name="T31" fmla="*/ 599 h 626"/>
              <a:gd name="T32" fmla="*/ 299 w 561"/>
              <a:gd name="T33" fmla="*/ 595 h 626"/>
              <a:gd name="T34" fmla="*/ 300 w 561"/>
              <a:gd name="T35" fmla="*/ 589 h 626"/>
              <a:gd name="T36" fmla="*/ 302 w 561"/>
              <a:gd name="T37" fmla="*/ 584 h 626"/>
              <a:gd name="T38" fmla="*/ 300 w 561"/>
              <a:gd name="T39" fmla="*/ 577 h 626"/>
              <a:gd name="T40" fmla="*/ 299 w 561"/>
              <a:gd name="T41" fmla="*/ 573 h 626"/>
              <a:gd name="T42" fmla="*/ 295 w 561"/>
              <a:gd name="T43" fmla="*/ 568 h 626"/>
              <a:gd name="T44" fmla="*/ 291 w 561"/>
              <a:gd name="T45" fmla="*/ 565 h 626"/>
              <a:gd name="T46" fmla="*/ 285 w 561"/>
              <a:gd name="T47" fmla="*/ 562 h 626"/>
              <a:gd name="T48" fmla="*/ 280 w 561"/>
              <a:gd name="T49" fmla="*/ 562 h 626"/>
              <a:gd name="T50" fmla="*/ 64 w 561"/>
              <a:gd name="T51" fmla="*/ 65 h 626"/>
              <a:gd name="T52" fmla="*/ 64 w 561"/>
              <a:gd name="T53" fmla="*/ 540 h 626"/>
              <a:gd name="T54" fmla="*/ 496 w 561"/>
              <a:gd name="T55" fmla="*/ 540 h 626"/>
              <a:gd name="T56" fmla="*/ 496 w 561"/>
              <a:gd name="T57" fmla="*/ 65 h 626"/>
              <a:gd name="T58" fmla="*/ 64 w 561"/>
              <a:gd name="T59" fmla="*/ 65 h 626"/>
              <a:gd name="T60" fmla="*/ 64 w 561"/>
              <a:gd name="T61" fmla="*/ 0 h 626"/>
              <a:gd name="T62" fmla="*/ 496 w 561"/>
              <a:gd name="T63" fmla="*/ 0 h 626"/>
              <a:gd name="T64" fmla="*/ 516 w 561"/>
              <a:gd name="T65" fmla="*/ 3 h 626"/>
              <a:gd name="T66" fmla="*/ 534 w 561"/>
              <a:gd name="T67" fmla="*/ 13 h 626"/>
              <a:gd name="T68" fmla="*/ 549 w 561"/>
              <a:gd name="T69" fmla="*/ 26 h 626"/>
              <a:gd name="T70" fmla="*/ 557 w 561"/>
              <a:gd name="T71" fmla="*/ 44 h 626"/>
              <a:gd name="T72" fmla="*/ 561 w 561"/>
              <a:gd name="T73" fmla="*/ 65 h 626"/>
              <a:gd name="T74" fmla="*/ 561 w 561"/>
              <a:gd name="T75" fmla="*/ 561 h 626"/>
              <a:gd name="T76" fmla="*/ 557 w 561"/>
              <a:gd name="T77" fmla="*/ 581 h 626"/>
              <a:gd name="T78" fmla="*/ 549 w 561"/>
              <a:gd name="T79" fmla="*/ 599 h 626"/>
              <a:gd name="T80" fmla="*/ 534 w 561"/>
              <a:gd name="T81" fmla="*/ 614 h 626"/>
              <a:gd name="T82" fmla="*/ 516 w 561"/>
              <a:gd name="T83" fmla="*/ 622 h 626"/>
              <a:gd name="T84" fmla="*/ 496 w 561"/>
              <a:gd name="T85" fmla="*/ 626 h 626"/>
              <a:gd name="T86" fmla="*/ 64 w 561"/>
              <a:gd name="T87" fmla="*/ 626 h 626"/>
              <a:gd name="T88" fmla="*/ 43 w 561"/>
              <a:gd name="T89" fmla="*/ 622 h 626"/>
              <a:gd name="T90" fmla="*/ 26 w 561"/>
              <a:gd name="T91" fmla="*/ 614 h 626"/>
              <a:gd name="T92" fmla="*/ 12 w 561"/>
              <a:gd name="T93" fmla="*/ 599 h 626"/>
              <a:gd name="T94" fmla="*/ 2 w 561"/>
              <a:gd name="T95" fmla="*/ 581 h 626"/>
              <a:gd name="T96" fmla="*/ 0 w 561"/>
              <a:gd name="T97" fmla="*/ 561 h 626"/>
              <a:gd name="T98" fmla="*/ 0 w 561"/>
              <a:gd name="T99" fmla="*/ 65 h 626"/>
              <a:gd name="T100" fmla="*/ 2 w 561"/>
              <a:gd name="T101" fmla="*/ 44 h 626"/>
              <a:gd name="T102" fmla="*/ 12 w 561"/>
              <a:gd name="T103" fmla="*/ 26 h 626"/>
              <a:gd name="T104" fmla="*/ 26 w 561"/>
              <a:gd name="T105" fmla="*/ 13 h 626"/>
              <a:gd name="T106" fmla="*/ 43 w 561"/>
              <a:gd name="T107" fmla="*/ 3 h 626"/>
              <a:gd name="T108" fmla="*/ 64 w 561"/>
              <a:gd name="T109" fmla="*/ 0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61" h="626">
                <a:moveTo>
                  <a:pt x="280" y="562"/>
                </a:moveTo>
                <a:lnTo>
                  <a:pt x="274" y="562"/>
                </a:lnTo>
                <a:lnTo>
                  <a:pt x="269" y="565"/>
                </a:lnTo>
                <a:lnTo>
                  <a:pt x="265" y="568"/>
                </a:lnTo>
                <a:lnTo>
                  <a:pt x="262" y="573"/>
                </a:lnTo>
                <a:lnTo>
                  <a:pt x="259" y="577"/>
                </a:lnTo>
                <a:lnTo>
                  <a:pt x="258" y="584"/>
                </a:lnTo>
                <a:lnTo>
                  <a:pt x="259" y="589"/>
                </a:lnTo>
                <a:lnTo>
                  <a:pt x="262" y="595"/>
                </a:lnTo>
                <a:lnTo>
                  <a:pt x="265" y="599"/>
                </a:lnTo>
                <a:lnTo>
                  <a:pt x="269" y="602"/>
                </a:lnTo>
                <a:lnTo>
                  <a:pt x="274" y="604"/>
                </a:lnTo>
                <a:lnTo>
                  <a:pt x="280" y="604"/>
                </a:lnTo>
                <a:lnTo>
                  <a:pt x="285" y="604"/>
                </a:lnTo>
                <a:lnTo>
                  <a:pt x="291" y="602"/>
                </a:lnTo>
                <a:lnTo>
                  <a:pt x="295" y="599"/>
                </a:lnTo>
                <a:lnTo>
                  <a:pt x="299" y="595"/>
                </a:lnTo>
                <a:lnTo>
                  <a:pt x="300" y="589"/>
                </a:lnTo>
                <a:lnTo>
                  <a:pt x="302" y="584"/>
                </a:lnTo>
                <a:lnTo>
                  <a:pt x="300" y="577"/>
                </a:lnTo>
                <a:lnTo>
                  <a:pt x="299" y="573"/>
                </a:lnTo>
                <a:lnTo>
                  <a:pt x="295" y="568"/>
                </a:lnTo>
                <a:lnTo>
                  <a:pt x="291" y="565"/>
                </a:lnTo>
                <a:lnTo>
                  <a:pt x="285" y="562"/>
                </a:lnTo>
                <a:lnTo>
                  <a:pt x="280" y="562"/>
                </a:lnTo>
                <a:close/>
                <a:moveTo>
                  <a:pt x="64" y="65"/>
                </a:moveTo>
                <a:lnTo>
                  <a:pt x="64" y="540"/>
                </a:lnTo>
                <a:lnTo>
                  <a:pt x="496" y="540"/>
                </a:lnTo>
                <a:lnTo>
                  <a:pt x="496" y="65"/>
                </a:lnTo>
                <a:lnTo>
                  <a:pt x="64" y="65"/>
                </a:lnTo>
                <a:close/>
                <a:moveTo>
                  <a:pt x="64" y="0"/>
                </a:moveTo>
                <a:lnTo>
                  <a:pt x="496" y="0"/>
                </a:lnTo>
                <a:lnTo>
                  <a:pt x="516" y="3"/>
                </a:lnTo>
                <a:lnTo>
                  <a:pt x="534" y="13"/>
                </a:lnTo>
                <a:lnTo>
                  <a:pt x="549" y="26"/>
                </a:lnTo>
                <a:lnTo>
                  <a:pt x="557" y="44"/>
                </a:lnTo>
                <a:lnTo>
                  <a:pt x="561" y="65"/>
                </a:lnTo>
                <a:lnTo>
                  <a:pt x="561" y="561"/>
                </a:lnTo>
                <a:lnTo>
                  <a:pt x="557" y="581"/>
                </a:lnTo>
                <a:lnTo>
                  <a:pt x="549" y="599"/>
                </a:lnTo>
                <a:lnTo>
                  <a:pt x="534" y="614"/>
                </a:lnTo>
                <a:lnTo>
                  <a:pt x="516" y="622"/>
                </a:lnTo>
                <a:lnTo>
                  <a:pt x="496" y="626"/>
                </a:lnTo>
                <a:lnTo>
                  <a:pt x="64" y="626"/>
                </a:lnTo>
                <a:lnTo>
                  <a:pt x="43" y="622"/>
                </a:lnTo>
                <a:lnTo>
                  <a:pt x="26" y="614"/>
                </a:lnTo>
                <a:lnTo>
                  <a:pt x="12" y="599"/>
                </a:lnTo>
                <a:lnTo>
                  <a:pt x="2" y="581"/>
                </a:lnTo>
                <a:lnTo>
                  <a:pt x="0" y="561"/>
                </a:lnTo>
                <a:lnTo>
                  <a:pt x="0" y="65"/>
                </a:lnTo>
                <a:lnTo>
                  <a:pt x="2" y="44"/>
                </a:lnTo>
                <a:lnTo>
                  <a:pt x="12" y="26"/>
                </a:lnTo>
                <a:lnTo>
                  <a:pt x="26" y="13"/>
                </a:lnTo>
                <a:lnTo>
                  <a:pt x="43" y="3"/>
                </a:lnTo>
                <a:lnTo>
                  <a:pt x="6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" name="Freeform 30"/>
          <p:cNvSpPr>
            <a:spLocks noChangeAspect="1" noEditPoints="1"/>
          </p:cNvSpPr>
          <p:nvPr/>
        </p:nvSpPr>
        <p:spPr bwMode="auto">
          <a:xfrm>
            <a:off x="4448944" y="2889000"/>
            <a:ext cx="971310" cy="1080000"/>
          </a:xfrm>
          <a:custGeom>
            <a:avLst/>
            <a:gdLst>
              <a:gd name="T0" fmla="*/ 285 w 563"/>
              <a:gd name="T1" fmla="*/ 522 h 626"/>
              <a:gd name="T2" fmla="*/ 277 w 563"/>
              <a:gd name="T3" fmla="*/ 528 h 626"/>
              <a:gd name="T4" fmla="*/ 271 w 563"/>
              <a:gd name="T5" fmla="*/ 538 h 626"/>
              <a:gd name="T6" fmla="*/ 271 w 563"/>
              <a:gd name="T7" fmla="*/ 548 h 626"/>
              <a:gd name="T8" fmla="*/ 277 w 563"/>
              <a:gd name="T9" fmla="*/ 558 h 626"/>
              <a:gd name="T10" fmla="*/ 285 w 563"/>
              <a:gd name="T11" fmla="*/ 562 h 626"/>
              <a:gd name="T12" fmla="*/ 296 w 563"/>
              <a:gd name="T13" fmla="*/ 562 h 626"/>
              <a:gd name="T14" fmla="*/ 306 w 563"/>
              <a:gd name="T15" fmla="*/ 558 h 626"/>
              <a:gd name="T16" fmla="*/ 311 w 563"/>
              <a:gd name="T17" fmla="*/ 548 h 626"/>
              <a:gd name="T18" fmla="*/ 311 w 563"/>
              <a:gd name="T19" fmla="*/ 538 h 626"/>
              <a:gd name="T20" fmla="*/ 306 w 563"/>
              <a:gd name="T21" fmla="*/ 528 h 626"/>
              <a:gd name="T22" fmla="*/ 296 w 563"/>
              <a:gd name="T23" fmla="*/ 522 h 626"/>
              <a:gd name="T24" fmla="*/ 83 w 563"/>
              <a:gd name="T25" fmla="*/ 82 h 626"/>
              <a:gd name="T26" fmla="*/ 479 w 563"/>
              <a:gd name="T27" fmla="*/ 501 h 626"/>
              <a:gd name="T28" fmla="*/ 83 w 563"/>
              <a:gd name="T29" fmla="*/ 82 h 626"/>
              <a:gd name="T30" fmla="*/ 479 w 563"/>
              <a:gd name="T31" fmla="*/ 41 h 626"/>
              <a:gd name="T32" fmla="*/ 508 w 563"/>
              <a:gd name="T33" fmla="*/ 54 h 626"/>
              <a:gd name="T34" fmla="*/ 520 w 563"/>
              <a:gd name="T35" fmla="*/ 84 h 626"/>
              <a:gd name="T36" fmla="*/ 517 w 563"/>
              <a:gd name="T37" fmla="*/ 559 h 626"/>
              <a:gd name="T38" fmla="*/ 496 w 563"/>
              <a:gd name="T39" fmla="*/ 581 h 626"/>
              <a:gd name="T40" fmla="*/ 83 w 563"/>
              <a:gd name="T41" fmla="*/ 584 h 626"/>
              <a:gd name="T42" fmla="*/ 53 w 563"/>
              <a:gd name="T43" fmla="*/ 572 h 626"/>
              <a:gd name="T44" fmla="*/ 41 w 563"/>
              <a:gd name="T45" fmla="*/ 543 h 626"/>
              <a:gd name="T46" fmla="*/ 45 w 563"/>
              <a:gd name="T47" fmla="*/ 67 h 626"/>
              <a:gd name="T48" fmla="*/ 66 w 563"/>
              <a:gd name="T49" fmla="*/ 46 h 626"/>
              <a:gd name="T50" fmla="*/ 61 w 563"/>
              <a:gd name="T51" fmla="*/ 21 h 626"/>
              <a:gd name="T52" fmla="*/ 32 w 563"/>
              <a:gd name="T53" fmla="*/ 33 h 626"/>
              <a:gd name="T54" fmla="*/ 20 w 563"/>
              <a:gd name="T55" fmla="*/ 62 h 626"/>
              <a:gd name="T56" fmla="*/ 23 w 563"/>
              <a:gd name="T57" fmla="*/ 580 h 626"/>
              <a:gd name="T58" fmla="*/ 46 w 563"/>
              <a:gd name="T59" fmla="*/ 602 h 626"/>
              <a:gd name="T60" fmla="*/ 500 w 563"/>
              <a:gd name="T61" fmla="*/ 606 h 626"/>
              <a:gd name="T62" fmla="*/ 530 w 563"/>
              <a:gd name="T63" fmla="*/ 594 h 626"/>
              <a:gd name="T64" fmla="*/ 542 w 563"/>
              <a:gd name="T65" fmla="*/ 563 h 626"/>
              <a:gd name="T66" fmla="*/ 538 w 563"/>
              <a:gd name="T67" fmla="*/ 47 h 626"/>
              <a:gd name="T68" fmla="*/ 516 w 563"/>
              <a:gd name="T69" fmla="*/ 24 h 626"/>
              <a:gd name="T70" fmla="*/ 61 w 563"/>
              <a:gd name="T71" fmla="*/ 21 h 626"/>
              <a:gd name="T72" fmla="*/ 500 w 563"/>
              <a:gd name="T73" fmla="*/ 0 h 626"/>
              <a:gd name="T74" fmla="*/ 537 w 563"/>
              <a:gd name="T75" fmla="*/ 13 h 626"/>
              <a:gd name="T76" fmla="*/ 560 w 563"/>
              <a:gd name="T77" fmla="*/ 43 h 626"/>
              <a:gd name="T78" fmla="*/ 563 w 563"/>
              <a:gd name="T79" fmla="*/ 563 h 626"/>
              <a:gd name="T80" fmla="*/ 550 w 563"/>
              <a:gd name="T81" fmla="*/ 600 h 626"/>
              <a:gd name="T82" fmla="*/ 520 w 563"/>
              <a:gd name="T83" fmla="*/ 622 h 626"/>
              <a:gd name="T84" fmla="*/ 61 w 563"/>
              <a:gd name="T85" fmla="*/ 626 h 626"/>
              <a:gd name="T86" fmla="*/ 24 w 563"/>
              <a:gd name="T87" fmla="*/ 614 h 626"/>
              <a:gd name="T88" fmla="*/ 2 w 563"/>
              <a:gd name="T89" fmla="*/ 583 h 626"/>
              <a:gd name="T90" fmla="*/ 0 w 563"/>
              <a:gd name="T91" fmla="*/ 62 h 626"/>
              <a:gd name="T92" fmla="*/ 10 w 563"/>
              <a:gd name="T93" fmla="*/ 25 h 626"/>
              <a:gd name="T94" fmla="*/ 42 w 563"/>
              <a:gd name="T95" fmla="*/ 3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63" h="626">
                <a:moveTo>
                  <a:pt x="291" y="521"/>
                </a:moveTo>
                <a:lnTo>
                  <a:pt x="285" y="522"/>
                </a:lnTo>
                <a:lnTo>
                  <a:pt x="281" y="525"/>
                </a:lnTo>
                <a:lnTo>
                  <a:pt x="277" y="528"/>
                </a:lnTo>
                <a:lnTo>
                  <a:pt x="273" y="532"/>
                </a:lnTo>
                <a:lnTo>
                  <a:pt x="271" y="538"/>
                </a:lnTo>
                <a:lnTo>
                  <a:pt x="270" y="543"/>
                </a:lnTo>
                <a:lnTo>
                  <a:pt x="271" y="548"/>
                </a:lnTo>
                <a:lnTo>
                  <a:pt x="273" y="553"/>
                </a:lnTo>
                <a:lnTo>
                  <a:pt x="277" y="558"/>
                </a:lnTo>
                <a:lnTo>
                  <a:pt x="281" y="561"/>
                </a:lnTo>
                <a:lnTo>
                  <a:pt x="285" y="562"/>
                </a:lnTo>
                <a:lnTo>
                  <a:pt x="291" y="563"/>
                </a:lnTo>
                <a:lnTo>
                  <a:pt x="296" y="562"/>
                </a:lnTo>
                <a:lnTo>
                  <a:pt x="302" y="561"/>
                </a:lnTo>
                <a:lnTo>
                  <a:pt x="306" y="558"/>
                </a:lnTo>
                <a:lnTo>
                  <a:pt x="310" y="553"/>
                </a:lnTo>
                <a:lnTo>
                  <a:pt x="311" y="548"/>
                </a:lnTo>
                <a:lnTo>
                  <a:pt x="312" y="543"/>
                </a:lnTo>
                <a:lnTo>
                  <a:pt x="311" y="538"/>
                </a:lnTo>
                <a:lnTo>
                  <a:pt x="310" y="532"/>
                </a:lnTo>
                <a:lnTo>
                  <a:pt x="306" y="528"/>
                </a:lnTo>
                <a:lnTo>
                  <a:pt x="302" y="525"/>
                </a:lnTo>
                <a:lnTo>
                  <a:pt x="296" y="522"/>
                </a:lnTo>
                <a:lnTo>
                  <a:pt x="291" y="521"/>
                </a:lnTo>
                <a:close/>
                <a:moveTo>
                  <a:pt x="83" y="82"/>
                </a:moveTo>
                <a:lnTo>
                  <a:pt x="83" y="501"/>
                </a:lnTo>
                <a:lnTo>
                  <a:pt x="479" y="501"/>
                </a:lnTo>
                <a:lnTo>
                  <a:pt x="479" y="82"/>
                </a:lnTo>
                <a:lnTo>
                  <a:pt x="83" y="82"/>
                </a:lnTo>
                <a:close/>
                <a:moveTo>
                  <a:pt x="83" y="41"/>
                </a:moveTo>
                <a:lnTo>
                  <a:pt x="479" y="41"/>
                </a:lnTo>
                <a:lnTo>
                  <a:pt x="496" y="46"/>
                </a:lnTo>
                <a:lnTo>
                  <a:pt x="508" y="54"/>
                </a:lnTo>
                <a:lnTo>
                  <a:pt x="517" y="67"/>
                </a:lnTo>
                <a:lnTo>
                  <a:pt x="520" y="84"/>
                </a:lnTo>
                <a:lnTo>
                  <a:pt x="520" y="543"/>
                </a:lnTo>
                <a:lnTo>
                  <a:pt x="517" y="559"/>
                </a:lnTo>
                <a:lnTo>
                  <a:pt x="508" y="572"/>
                </a:lnTo>
                <a:lnTo>
                  <a:pt x="496" y="581"/>
                </a:lnTo>
                <a:lnTo>
                  <a:pt x="479" y="584"/>
                </a:lnTo>
                <a:lnTo>
                  <a:pt x="83" y="584"/>
                </a:lnTo>
                <a:lnTo>
                  <a:pt x="66" y="581"/>
                </a:lnTo>
                <a:lnTo>
                  <a:pt x="53" y="572"/>
                </a:lnTo>
                <a:lnTo>
                  <a:pt x="45" y="559"/>
                </a:lnTo>
                <a:lnTo>
                  <a:pt x="41" y="543"/>
                </a:lnTo>
                <a:lnTo>
                  <a:pt x="41" y="84"/>
                </a:lnTo>
                <a:lnTo>
                  <a:pt x="45" y="67"/>
                </a:lnTo>
                <a:lnTo>
                  <a:pt x="53" y="54"/>
                </a:lnTo>
                <a:lnTo>
                  <a:pt x="66" y="46"/>
                </a:lnTo>
                <a:lnTo>
                  <a:pt x="83" y="41"/>
                </a:lnTo>
                <a:close/>
                <a:moveTo>
                  <a:pt x="61" y="21"/>
                </a:moveTo>
                <a:lnTo>
                  <a:pt x="46" y="24"/>
                </a:lnTo>
                <a:lnTo>
                  <a:pt x="32" y="33"/>
                </a:lnTo>
                <a:lnTo>
                  <a:pt x="23" y="47"/>
                </a:lnTo>
                <a:lnTo>
                  <a:pt x="20" y="62"/>
                </a:lnTo>
                <a:lnTo>
                  <a:pt x="20" y="563"/>
                </a:lnTo>
                <a:lnTo>
                  <a:pt x="23" y="580"/>
                </a:lnTo>
                <a:lnTo>
                  <a:pt x="32" y="594"/>
                </a:lnTo>
                <a:lnTo>
                  <a:pt x="46" y="602"/>
                </a:lnTo>
                <a:lnTo>
                  <a:pt x="61" y="606"/>
                </a:lnTo>
                <a:lnTo>
                  <a:pt x="500" y="606"/>
                </a:lnTo>
                <a:lnTo>
                  <a:pt x="516" y="602"/>
                </a:lnTo>
                <a:lnTo>
                  <a:pt x="530" y="594"/>
                </a:lnTo>
                <a:lnTo>
                  <a:pt x="538" y="580"/>
                </a:lnTo>
                <a:lnTo>
                  <a:pt x="542" y="563"/>
                </a:lnTo>
                <a:lnTo>
                  <a:pt x="542" y="62"/>
                </a:lnTo>
                <a:lnTo>
                  <a:pt x="538" y="47"/>
                </a:lnTo>
                <a:lnTo>
                  <a:pt x="530" y="33"/>
                </a:lnTo>
                <a:lnTo>
                  <a:pt x="516" y="24"/>
                </a:lnTo>
                <a:lnTo>
                  <a:pt x="500" y="21"/>
                </a:lnTo>
                <a:lnTo>
                  <a:pt x="61" y="21"/>
                </a:lnTo>
                <a:close/>
                <a:moveTo>
                  <a:pt x="61" y="0"/>
                </a:moveTo>
                <a:lnTo>
                  <a:pt x="500" y="0"/>
                </a:lnTo>
                <a:lnTo>
                  <a:pt x="520" y="3"/>
                </a:lnTo>
                <a:lnTo>
                  <a:pt x="537" y="13"/>
                </a:lnTo>
                <a:lnTo>
                  <a:pt x="550" y="25"/>
                </a:lnTo>
                <a:lnTo>
                  <a:pt x="560" y="43"/>
                </a:lnTo>
                <a:lnTo>
                  <a:pt x="563" y="62"/>
                </a:lnTo>
                <a:lnTo>
                  <a:pt x="563" y="563"/>
                </a:lnTo>
                <a:lnTo>
                  <a:pt x="560" y="583"/>
                </a:lnTo>
                <a:lnTo>
                  <a:pt x="550" y="600"/>
                </a:lnTo>
                <a:lnTo>
                  <a:pt x="537" y="614"/>
                </a:lnTo>
                <a:lnTo>
                  <a:pt x="520" y="622"/>
                </a:lnTo>
                <a:lnTo>
                  <a:pt x="500" y="626"/>
                </a:lnTo>
                <a:lnTo>
                  <a:pt x="61" y="626"/>
                </a:lnTo>
                <a:lnTo>
                  <a:pt x="42" y="622"/>
                </a:lnTo>
                <a:lnTo>
                  <a:pt x="24" y="614"/>
                </a:lnTo>
                <a:lnTo>
                  <a:pt x="10" y="600"/>
                </a:lnTo>
                <a:lnTo>
                  <a:pt x="2" y="583"/>
                </a:lnTo>
                <a:lnTo>
                  <a:pt x="0" y="563"/>
                </a:lnTo>
                <a:lnTo>
                  <a:pt x="0" y="62"/>
                </a:lnTo>
                <a:lnTo>
                  <a:pt x="2" y="43"/>
                </a:lnTo>
                <a:lnTo>
                  <a:pt x="10" y="25"/>
                </a:lnTo>
                <a:lnTo>
                  <a:pt x="24" y="13"/>
                </a:lnTo>
                <a:lnTo>
                  <a:pt x="42" y="3"/>
                </a:lnTo>
                <a:lnTo>
                  <a:pt x="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7" name="Freeform 31"/>
          <p:cNvSpPr>
            <a:spLocks noChangeAspect="1" noEditPoints="1"/>
          </p:cNvSpPr>
          <p:nvPr/>
        </p:nvSpPr>
        <p:spPr bwMode="auto">
          <a:xfrm>
            <a:off x="6069244" y="3032956"/>
            <a:ext cx="1080000" cy="771183"/>
          </a:xfrm>
          <a:custGeom>
            <a:avLst/>
            <a:gdLst>
              <a:gd name="T0" fmla="*/ 442 w 626"/>
              <a:gd name="T1" fmla="*/ 284 h 447"/>
              <a:gd name="T2" fmla="*/ 402 w 626"/>
              <a:gd name="T3" fmla="*/ 362 h 447"/>
              <a:gd name="T4" fmla="*/ 326 w 626"/>
              <a:gd name="T5" fmla="*/ 322 h 447"/>
              <a:gd name="T6" fmla="*/ 364 w 626"/>
              <a:gd name="T7" fmla="*/ 246 h 447"/>
              <a:gd name="T8" fmla="*/ 210 w 626"/>
              <a:gd name="T9" fmla="*/ 268 h 447"/>
              <a:gd name="T10" fmla="*/ 197 w 626"/>
              <a:gd name="T11" fmla="*/ 352 h 447"/>
              <a:gd name="T12" fmla="*/ 111 w 626"/>
              <a:gd name="T13" fmla="*/ 340 h 447"/>
              <a:gd name="T14" fmla="*/ 125 w 626"/>
              <a:gd name="T15" fmla="*/ 254 h 447"/>
              <a:gd name="T16" fmla="*/ 528 w 626"/>
              <a:gd name="T17" fmla="*/ 227 h 447"/>
              <a:gd name="T18" fmla="*/ 528 w 626"/>
              <a:gd name="T19" fmla="*/ 283 h 447"/>
              <a:gd name="T20" fmla="*/ 546 w 626"/>
              <a:gd name="T21" fmla="*/ 280 h 447"/>
              <a:gd name="T22" fmla="*/ 539 w 626"/>
              <a:gd name="T23" fmla="*/ 224 h 447"/>
              <a:gd name="T24" fmla="*/ 312 w 626"/>
              <a:gd name="T25" fmla="*/ 232 h 447"/>
              <a:gd name="T26" fmla="*/ 297 w 626"/>
              <a:gd name="T27" fmla="*/ 355 h 447"/>
              <a:gd name="T28" fmla="*/ 412 w 626"/>
              <a:gd name="T29" fmla="*/ 402 h 447"/>
              <a:gd name="T30" fmla="*/ 486 w 626"/>
              <a:gd name="T31" fmla="*/ 304 h 447"/>
              <a:gd name="T32" fmla="*/ 412 w 626"/>
              <a:gd name="T33" fmla="*/ 206 h 447"/>
              <a:gd name="T34" fmla="*/ 89 w 626"/>
              <a:gd name="T35" fmla="*/ 232 h 447"/>
              <a:gd name="T36" fmla="*/ 73 w 626"/>
              <a:gd name="T37" fmla="*/ 355 h 447"/>
              <a:gd name="T38" fmla="*/ 189 w 626"/>
              <a:gd name="T39" fmla="*/ 402 h 447"/>
              <a:gd name="T40" fmla="*/ 263 w 626"/>
              <a:gd name="T41" fmla="*/ 304 h 447"/>
              <a:gd name="T42" fmla="*/ 189 w 626"/>
              <a:gd name="T43" fmla="*/ 206 h 447"/>
              <a:gd name="T44" fmla="*/ 566 w 626"/>
              <a:gd name="T45" fmla="*/ 190 h 447"/>
              <a:gd name="T46" fmla="*/ 572 w 626"/>
              <a:gd name="T47" fmla="*/ 325 h 447"/>
              <a:gd name="T48" fmla="*/ 587 w 626"/>
              <a:gd name="T49" fmla="*/ 315 h 447"/>
              <a:gd name="T50" fmla="*/ 576 w 626"/>
              <a:gd name="T51" fmla="*/ 183 h 447"/>
              <a:gd name="T52" fmla="*/ 182 w 626"/>
              <a:gd name="T53" fmla="*/ 150 h 447"/>
              <a:gd name="T54" fmla="*/ 196 w 626"/>
              <a:gd name="T55" fmla="*/ 162 h 447"/>
              <a:gd name="T56" fmla="*/ 222 w 626"/>
              <a:gd name="T57" fmla="*/ 156 h 447"/>
              <a:gd name="T58" fmla="*/ 208 w 626"/>
              <a:gd name="T59" fmla="*/ 143 h 447"/>
              <a:gd name="T60" fmla="*/ 141 w 626"/>
              <a:gd name="T61" fmla="*/ 149 h 447"/>
              <a:gd name="T62" fmla="*/ 151 w 626"/>
              <a:gd name="T63" fmla="*/ 164 h 447"/>
              <a:gd name="T64" fmla="*/ 160 w 626"/>
              <a:gd name="T65" fmla="*/ 149 h 447"/>
              <a:gd name="T66" fmla="*/ 59 w 626"/>
              <a:gd name="T67" fmla="*/ 41 h 447"/>
              <a:gd name="T68" fmla="*/ 283 w 626"/>
              <a:gd name="T69" fmla="*/ 80 h 447"/>
              <a:gd name="T70" fmla="*/ 287 w 626"/>
              <a:gd name="T71" fmla="*/ 67 h 447"/>
              <a:gd name="T72" fmla="*/ 343 w 626"/>
              <a:gd name="T73" fmla="*/ 61 h 447"/>
              <a:gd name="T74" fmla="*/ 473 w 626"/>
              <a:gd name="T75" fmla="*/ 45 h 447"/>
              <a:gd name="T76" fmla="*/ 484 w 626"/>
              <a:gd name="T77" fmla="*/ 78 h 447"/>
              <a:gd name="T78" fmla="*/ 343 w 626"/>
              <a:gd name="T79" fmla="*/ 102 h 447"/>
              <a:gd name="T80" fmla="*/ 319 w 626"/>
              <a:gd name="T81" fmla="*/ 82 h 447"/>
              <a:gd name="T82" fmla="*/ 305 w 626"/>
              <a:gd name="T83" fmla="*/ 91 h 447"/>
              <a:gd name="T84" fmla="*/ 484 w 626"/>
              <a:gd name="T85" fmla="*/ 124 h 447"/>
              <a:gd name="T86" fmla="*/ 505 w 626"/>
              <a:gd name="T87" fmla="*/ 158 h 447"/>
              <a:gd name="T88" fmla="*/ 587 w 626"/>
              <a:gd name="T89" fmla="*/ 162 h 447"/>
              <a:gd name="T90" fmla="*/ 529 w 626"/>
              <a:gd name="T91" fmla="*/ 304 h 447"/>
              <a:gd name="T92" fmla="*/ 491 w 626"/>
              <a:gd name="T93" fmla="*/ 440 h 447"/>
              <a:gd name="T94" fmla="*/ 80 w 626"/>
              <a:gd name="T95" fmla="*/ 447 h 447"/>
              <a:gd name="T96" fmla="*/ 41 w 626"/>
              <a:gd name="T97" fmla="*/ 415 h 447"/>
              <a:gd name="T98" fmla="*/ 40 w 626"/>
              <a:gd name="T99" fmla="*/ 154 h 447"/>
              <a:gd name="T100" fmla="*/ 80 w 626"/>
              <a:gd name="T101" fmla="*/ 123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6" h="447">
                <a:moveTo>
                  <a:pt x="383" y="243"/>
                </a:moveTo>
                <a:lnTo>
                  <a:pt x="402" y="246"/>
                </a:lnTo>
                <a:lnTo>
                  <a:pt x="420" y="254"/>
                </a:lnTo>
                <a:lnTo>
                  <a:pt x="432" y="268"/>
                </a:lnTo>
                <a:lnTo>
                  <a:pt x="442" y="284"/>
                </a:lnTo>
                <a:lnTo>
                  <a:pt x="445" y="303"/>
                </a:lnTo>
                <a:lnTo>
                  <a:pt x="442" y="322"/>
                </a:lnTo>
                <a:lnTo>
                  <a:pt x="432" y="340"/>
                </a:lnTo>
                <a:lnTo>
                  <a:pt x="420" y="352"/>
                </a:lnTo>
                <a:lnTo>
                  <a:pt x="402" y="362"/>
                </a:lnTo>
                <a:lnTo>
                  <a:pt x="383" y="365"/>
                </a:lnTo>
                <a:lnTo>
                  <a:pt x="364" y="362"/>
                </a:lnTo>
                <a:lnTo>
                  <a:pt x="348" y="352"/>
                </a:lnTo>
                <a:lnTo>
                  <a:pt x="334" y="340"/>
                </a:lnTo>
                <a:lnTo>
                  <a:pt x="326" y="322"/>
                </a:lnTo>
                <a:lnTo>
                  <a:pt x="323" y="303"/>
                </a:lnTo>
                <a:lnTo>
                  <a:pt x="326" y="284"/>
                </a:lnTo>
                <a:lnTo>
                  <a:pt x="334" y="268"/>
                </a:lnTo>
                <a:lnTo>
                  <a:pt x="348" y="254"/>
                </a:lnTo>
                <a:lnTo>
                  <a:pt x="364" y="246"/>
                </a:lnTo>
                <a:lnTo>
                  <a:pt x="383" y="243"/>
                </a:lnTo>
                <a:close/>
                <a:moveTo>
                  <a:pt x="160" y="243"/>
                </a:moveTo>
                <a:lnTo>
                  <a:pt x="179" y="246"/>
                </a:lnTo>
                <a:lnTo>
                  <a:pt x="197" y="254"/>
                </a:lnTo>
                <a:lnTo>
                  <a:pt x="210" y="268"/>
                </a:lnTo>
                <a:lnTo>
                  <a:pt x="219" y="284"/>
                </a:lnTo>
                <a:lnTo>
                  <a:pt x="222" y="303"/>
                </a:lnTo>
                <a:lnTo>
                  <a:pt x="219" y="322"/>
                </a:lnTo>
                <a:lnTo>
                  <a:pt x="210" y="340"/>
                </a:lnTo>
                <a:lnTo>
                  <a:pt x="197" y="352"/>
                </a:lnTo>
                <a:lnTo>
                  <a:pt x="179" y="362"/>
                </a:lnTo>
                <a:lnTo>
                  <a:pt x="160" y="365"/>
                </a:lnTo>
                <a:lnTo>
                  <a:pt x="141" y="362"/>
                </a:lnTo>
                <a:lnTo>
                  <a:pt x="125" y="352"/>
                </a:lnTo>
                <a:lnTo>
                  <a:pt x="111" y="340"/>
                </a:lnTo>
                <a:lnTo>
                  <a:pt x="103" y="322"/>
                </a:lnTo>
                <a:lnTo>
                  <a:pt x="100" y="303"/>
                </a:lnTo>
                <a:lnTo>
                  <a:pt x="103" y="284"/>
                </a:lnTo>
                <a:lnTo>
                  <a:pt x="111" y="268"/>
                </a:lnTo>
                <a:lnTo>
                  <a:pt x="125" y="254"/>
                </a:lnTo>
                <a:lnTo>
                  <a:pt x="141" y="246"/>
                </a:lnTo>
                <a:lnTo>
                  <a:pt x="160" y="243"/>
                </a:lnTo>
                <a:close/>
                <a:moveTo>
                  <a:pt x="536" y="224"/>
                </a:moveTo>
                <a:lnTo>
                  <a:pt x="532" y="224"/>
                </a:lnTo>
                <a:lnTo>
                  <a:pt x="528" y="227"/>
                </a:lnTo>
                <a:lnTo>
                  <a:pt x="525" y="229"/>
                </a:lnTo>
                <a:lnTo>
                  <a:pt x="525" y="233"/>
                </a:lnTo>
                <a:lnTo>
                  <a:pt x="525" y="276"/>
                </a:lnTo>
                <a:lnTo>
                  <a:pt x="525" y="280"/>
                </a:lnTo>
                <a:lnTo>
                  <a:pt x="528" y="283"/>
                </a:lnTo>
                <a:lnTo>
                  <a:pt x="532" y="284"/>
                </a:lnTo>
                <a:lnTo>
                  <a:pt x="536" y="285"/>
                </a:lnTo>
                <a:lnTo>
                  <a:pt x="539" y="284"/>
                </a:lnTo>
                <a:lnTo>
                  <a:pt x="543" y="283"/>
                </a:lnTo>
                <a:lnTo>
                  <a:pt x="546" y="280"/>
                </a:lnTo>
                <a:lnTo>
                  <a:pt x="546" y="276"/>
                </a:lnTo>
                <a:lnTo>
                  <a:pt x="546" y="233"/>
                </a:lnTo>
                <a:lnTo>
                  <a:pt x="546" y="229"/>
                </a:lnTo>
                <a:lnTo>
                  <a:pt x="543" y="227"/>
                </a:lnTo>
                <a:lnTo>
                  <a:pt x="539" y="224"/>
                </a:lnTo>
                <a:lnTo>
                  <a:pt x="536" y="224"/>
                </a:lnTo>
                <a:close/>
                <a:moveTo>
                  <a:pt x="384" y="203"/>
                </a:moveTo>
                <a:lnTo>
                  <a:pt x="357" y="206"/>
                </a:lnTo>
                <a:lnTo>
                  <a:pt x="333" y="217"/>
                </a:lnTo>
                <a:lnTo>
                  <a:pt x="312" y="232"/>
                </a:lnTo>
                <a:lnTo>
                  <a:pt x="297" y="253"/>
                </a:lnTo>
                <a:lnTo>
                  <a:pt x="286" y="277"/>
                </a:lnTo>
                <a:lnTo>
                  <a:pt x="283" y="304"/>
                </a:lnTo>
                <a:lnTo>
                  <a:pt x="286" y="330"/>
                </a:lnTo>
                <a:lnTo>
                  <a:pt x="297" y="355"/>
                </a:lnTo>
                <a:lnTo>
                  <a:pt x="312" y="376"/>
                </a:lnTo>
                <a:lnTo>
                  <a:pt x="333" y="392"/>
                </a:lnTo>
                <a:lnTo>
                  <a:pt x="357" y="402"/>
                </a:lnTo>
                <a:lnTo>
                  <a:pt x="384" y="406"/>
                </a:lnTo>
                <a:lnTo>
                  <a:pt x="412" y="402"/>
                </a:lnTo>
                <a:lnTo>
                  <a:pt x="435" y="392"/>
                </a:lnTo>
                <a:lnTo>
                  <a:pt x="456" y="376"/>
                </a:lnTo>
                <a:lnTo>
                  <a:pt x="472" y="355"/>
                </a:lnTo>
                <a:lnTo>
                  <a:pt x="483" y="330"/>
                </a:lnTo>
                <a:lnTo>
                  <a:pt x="486" y="304"/>
                </a:lnTo>
                <a:lnTo>
                  <a:pt x="483" y="277"/>
                </a:lnTo>
                <a:lnTo>
                  <a:pt x="472" y="253"/>
                </a:lnTo>
                <a:lnTo>
                  <a:pt x="456" y="232"/>
                </a:lnTo>
                <a:lnTo>
                  <a:pt x="435" y="217"/>
                </a:lnTo>
                <a:lnTo>
                  <a:pt x="412" y="206"/>
                </a:lnTo>
                <a:lnTo>
                  <a:pt x="384" y="203"/>
                </a:lnTo>
                <a:close/>
                <a:moveTo>
                  <a:pt x="162" y="203"/>
                </a:moveTo>
                <a:lnTo>
                  <a:pt x="134" y="206"/>
                </a:lnTo>
                <a:lnTo>
                  <a:pt x="110" y="217"/>
                </a:lnTo>
                <a:lnTo>
                  <a:pt x="89" y="232"/>
                </a:lnTo>
                <a:lnTo>
                  <a:pt x="73" y="253"/>
                </a:lnTo>
                <a:lnTo>
                  <a:pt x="63" y="277"/>
                </a:lnTo>
                <a:lnTo>
                  <a:pt x="59" y="304"/>
                </a:lnTo>
                <a:lnTo>
                  <a:pt x="63" y="330"/>
                </a:lnTo>
                <a:lnTo>
                  <a:pt x="73" y="355"/>
                </a:lnTo>
                <a:lnTo>
                  <a:pt x="89" y="376"/>
                </a:lnTo>
                <a:lnTo>
                  <a:pt x="110" y="392"/>
                </a:lnTo>
                <a:lnTo>
                  <a:pt x="134" y="402"/>
                </a:lnTo>
                <a:lnTo>
                  <a:pt x="162" y="406"/>
                </a:lnTo>
                <a:lnTo>
                  <a:pt x="189" y="402"/>
                </a:lnTo>
                <a:lnTo>
                  <a:pt x="212" y="392"/>
                </a:lnTo>
                <a:lnTo>
                  <a:pt x="233" y="376"/>
                </a:lnTo>
                <a:lnTo>
                  <a:pt x="249" y="355"/>
                </a:lnTo>
                <a:lnTo>
                  <a:pt x="260" y="330"/>
                </a:lnTo>
                <a:lnTo>
                  <a:pt x="263" y="304"/>
                </a:lnTo>
                <a:lnTo>
                  <a:pt x="260" y="277"/>
                </a:lnTo>
                <a:lnTo>
                  <a:pt x="249" y="253"/>
                </a:lnTo>
                <a:lnTo>
                  <a:pt x="233" y="232"/>
                </a:lnTo>
                <a:lnTo>
                  <a:pt x="212" y="217"/>
                </a:lnTo>
                <a:lnTo>
                  <a:pt x="189" y="206"/>
                </a:lnTo>
                <a:lnTo>
                  <a:pt x="162" y="203"/>
                </a:lnTo>
                <a:close/>
                <a:moveTo>
                  <a:pt x="576" y="183"/>
                </a:moveTo>
                <a:lnTo>
                  <a:pt x="572" y="184"/>
                </a:lnTo>
                <a:lnTo>
                  <a:pt x="569" y="187"/>
                </a:lnTo>
                <a:lnTo>
                  <a:pt x="566" y="190"/>
                </a:lnTo>
                <a:lnTo>
                  <a:pt x="566" y="194"/>
                </a:lnTo>
                <a:lnTo>
                  <a:pt x="566" y="315"/>
                </a:lnTo>
                <a:lnTo>
                  <a:pt x="566" y="320"/>
                </a:lnTo>
                <a:lnTo>
                  <a:pt x="569" y="324"/>
                </a:lnTo>
                <a:lnTo>
                  <a:pt x="572" y="325"/>
                </a:lnTo>
                <a:lnTo>
                  <a:pt x="576" y="326"/>
                </a:lnTo>
                <a:lnTo>
                  <a:pt x="580" y="325"/>
                </a:lnTo>
                <a:lnTo>
                  <a:pt x="584" y="324"/>
                </a:lnTo>
                <a:lnTo>
                  <a:pt x="585" y="320"/>
                </a:lnTo>
                <a:lnTo>
                  <a:pt x="587" y="315"/>
                </a:lnTo>
                <a:lnTo>
                  <a:pt x="587" y="194"/>
                </a:lnTo>
                <a:lnTo>
                  <a:pt x="585" y="190"/>
                </a:lnTo>
                <a:lnTo>
                  <a:pt x="584" y="187"/>
                </a:lnTo>
                <a:lnTo>
                  <a:pt x="580" y="184"/>
                </a:lnTo>
                <a:lnTo>
                  <a:pt x="576" y="183"/>
                </a:lnTo>
                <a:close/>
                <a:moveTo>
                  <a:pt x="201" y="143"/>
                </a:moveTo>
                <a:lnTo>
                  <a:pt x="196" y="143"/>
                </a:lnTo>
                <a:lnTo>
                  <a:pt x="189" y="145"/>
                </a:lnTo>
                <a:lnTo>
                  <a:pt x="185" y="147"/>
                </a:lnTo>
                <a:lnTo>
                  <a:pt x="182" y="150"/>
                </a:lnTo>
                <a:lnTo>
                  <a:pt x="181" y="153"/>
                </a:lnTo>
                <a:lnTo>
                  <a:pt x="182" y="156"/>
                </a:lnTo>
                <a:lnTo>
                  <a:pt x="185" y="158"/>
                </a:lnTo>
                <a:lnTo>
                  <a:pt x="189" y="161"/>
                </a:lnTo>
                <a:lnTo>
                  <a:pt x="196" y="162"/>
                </a:lnTo>
                <a:lnTo>
                  <a:pt x="201" y="162"/>
                </a:lnTo>
                <a:lnTo>
                  <a:pt x="208" y="162"/>
                </a:lnTo>
                <a:lnTo>
                  <a:pt x="214" y="161"/>
                </a:lnTo>
                <a:lnTo>
                  <a:pt x="219" y="158"/>
                </a:lnTo>
                <a:lnTo>
                  <a:pt x="222" y="156"/>
                </a:lnTo>
                <a:lnTo>
                  <a:pt x="223" y="153"/>
                </a:lnTo>
                <a:lnTo>
                  <a:pt x="222" y="150"/>
                </a:lnTo>
                <a:lnTo>
                  <a:pt x="219" y="147"/>
                </a:lnTo>
                <a:lnTo>
                  <a:pt x="214" y="145"/>
                </a:lnTo>
                <a:lnTo>
                  <a:pt x="208" y="143"/>
                </a:lnTo>
                <a:lnTo>
                  <a:pt x="201" y="143"/>
                </a:lnTo>
                <a:close/>
                <a:moveTo>
                  <a:pt x="151" y="143"/>
                </a:moveTo>
                <a:lnTo>
                  <a:pt x="147" y="143"/>
                </a:lnTo>
                <a:lnTo>
                  <a:pt x="143" y="146"/>
                </a:lnTo>
                <a:lnTo>
                  <a:pt x="141" y="149"/>
                </a:lnTo>
                <a:lnTo>
                  <a:pt x="140" y="153"/>
                </a:lnTo>
                <a:lnTo>
                  <a:pt x="141" y="157"/>
                </a:lnTo>
                <a:lnTo>
                  <a:pt x="143" y="161"/>
                </a:lnTo>
                <a:lnTo>
                  <a:pt x="147" y="162"/>
                </a:lnTo>
                <a:lnTo>
                  <a:pt x="151" y="164"/>
                </a:lnTo>
                <a:lnTo>
                  <a:pt x="155" y="162"/>
                </a:lnTo>
                <a:lnTo>
                  <a:pt x="158" y="161"/>
                </a:lnTo>
                <a:lnTo>
                  <a:pt x="160" y="157"/>
                </a:lnTo>
                <a:lnTo>
                  <a:pt x="160" y="153"/>
                </a:lnTo>
                <a:lnTo>
                  <a:pt x="160" y="149"/>
                </a:lnTo>
                <a:lnTo>
                  <a:pt x="158" y="146"/>
                </a:lnTo>
                <a:lnTo>
                  <a:pt x="155" y="143"/>
                </a:lnTo>
                <a:lnTo>
                  <a:pt x="151" y="143"/>
                </a:lnTo>
                <a:close/>
                <a:moveTo>
                  <a:pt x="59" y="0"/>
                </a:moveTo>
                <a:lnTo>
                  <a:pt x="59" y="41"/>
                </a:lnTo>
                <a:lnTo>
                  <a:pt x="201" y="121"/>
                </a:lnTo>
                <a:lnTo>
                  <a:pt x="283" y="123"/>
                </a:lnTo>
                <a:lnTo>
                  <a:pt x="282" y="83"/>
                </a:lnTo>
                <a:lnTo>
                  <a:pt x="282" y="82"/>
                </a:lnTo>
                <a:lnTo>
                  <a:pt x="283" y="80"/>
                </a:lnTo>
                <a:lnTo>
                  <a:pt x="283" y="79"/>
                </a:lnTo>
                <a:lnTo>
                  <a:pt x="283" y="76"/>
                </a:lnTo>
                <a:lnTo>
                  <a:pt x="285" y="74"/>
                </a:lnTo>
                <a:lnTo>
                  <a:pt x="286" y="69"/>
                </a:lnTo>
                <a:lnTo>
                  <a:pt x="287" y="67"/>
                </a:lnTo>
                <a:lnTo>
                  <a:pt x="290" y="65"/>
                </a:lnTo>
                <a:lnTo>
                  <a:pt x="293" y="63"/>
                </a:lnTo>
                <a:lnTo>
                  <a:pt x="298" y="61"/>
                </a:lnTo>
                <a:lnTo>
                  <a:pt x="304" y="61"/>
                </a:lnTo>
                <a:lnTo>
                  <a:pt x="343" y="61"/>
                </a:lnTo>
                <a:lnTo>
                  <a:pt x="343" y="41"/>
                </a:lnTo>
                <a:lnTo>
                  <a:pt x="462" y="42"/>
                </a:lnTo>
                <a:lnTo>
                  <a:pt x="465" y="42"/>
                </a:lnTo>
                <a:lnTo>
                  <a:pt x="468" y="42"/>
                </a:lnTo>
                <a:lnTo>
                  <a:pt x="473" y="45"/>
                </a:lnTo>
                <a:lnTo>
                  <a:pt x="479" y="50"/>
                </a:lnTo>
                <a:lnTo>
                  <a:pt x="483" y="57"/>
                </a:lnTo>
                <a:lnTo>
                  <a:pt x="484" y="69"/>
                </a:lnTo>
                <a:lnTo>
                  <a:pt x="484" y="72"/>
                </a:lnTo>
                <a:lnTo>
                  <a:pt x="484" y="78"/>
                </a:lnTo>
                <a:lnTo>
                  <a:pt x="483" y="86"/>
                </a:lnTo>
                <a:lnTo>
                  <a:pt x="479" y="93"/>
                </a:lnTo>
                <a:lnTo>
                  <a:pt x="472" y="99"/>
                </a:lnTo>
                <a:lnTo>
                  <a:pt x="464" y="102"/>
                </a:lnTo>
                <a:lnTo>
                  <a:pt x="343" y="102"/>
                </a:lnTo>
                <a:lnTo>
                  <a:pt x="343" y="82"/>
                </a:lnTo>
                <a:lnTo>
                  <a:pt x="323" y="82"/>
                </a:lnTo>
                <a:lnTo>
                  <a:pt x="323" y="82"/>
                </a:lnTo>
                <a:lnTo>
                  <a:pt x="320" y="82"/>
                </a:lnTo>
                <a:lnTo>
                  <a:pt x="319" y="82"/>
                </a:lnTo>
                <a:lnTo>
                  <a:pt x="316" y="83"/>
                </a:lnTo>
                <a:lnTo>
                  <a:pt x="313" y="84"/>
                </a:lnTo>
                <a:lnTo>
                  <a:pt x="309" y="86"/>
                </a:lnTo>
                <a:lnTo>
                  <a:pt x="307" y="89"/>
                </a:lnTo>
                <a:lnTo>
                  <a:pt x="305" y="91"/>
                </a:lnTo>
                <a:lnTo>
                  <a:pt x="304" y="95"/>
                </a:lnTo>
                <a:lnTo>
                  <a:pt x="302" y="102"/>
                </a:lnTo>
                <a:lnTo>
                  <a:pt x="302" y="123"/>
                </a:lnTo>
                <a:lnTo>
                  <a:pt x="472" y="123"/>
                </a:lnTo>
                <a:lnTo>
                  <a:pt x="484" y="124"/>
                </a:lnTo>
                <a:lnTo>
                  <a:pt x="494" y="130"/>
                </a:lnTo>
                <a:lnTo>
                  <a:pt x="499" y="138"/>
                </a:lnTo>
                <a:lnTo>
                  <a:pt x="503" y="146"/>
                </a:lnTo>
                <a:lnTo>
                  <a:pt x="505" y="153"/>
                </a:lnTo>
                <a:lnTo>
                  <a:pt x="505" y="158"/>
                </a:lnTo>
                <a:lnTo>
                  <a:pt x="505" y="161"/>
                </a:lnTo>
                <a:lnTo>
                  <a:pt x="506" y="203"/>
                </a:lnTo>
                <a:lnTo>
                  <a:pt x="528" y="203"/>
                </a:lnTo>
                <a:lnTo>
                  <a:pt x="547" y="164"/>
                </a:lnTo>
                <a:lnTo>
                  <a:pt x="587" y="162"/>
                </a:lnTo>
                <a:lnTo>
                  <a:pt x="626" y="121"/>
                </a:lnTo>
                <a:lnTo>
                  <a:pt x="626" y="385"/>
                </a:lnTo>
                <a:lnTo>
                  <a:pt x="587" y="345"/>
                </a:lnTo>
                <a:lnTo>
                  <a:pt x="546" y="345"/>
                </a:lnTo>
                <a:lnTo>
                  <a:pt x="529" y="304"/>
                </a:lnTo>
                <a:lnTo>
                  <a:pt x="506" y="304"/>
                </a:lnTo>
                <a:lnTo>
                  <a:pt x="505" y="412"/>
                </a:lnTo>
                <a:lnTo>
                  <a:pt x="503" y="425"/>
                </a:lnTo>
                <a:lnTo>
                  <a:pt x="498" y="434"/>
                </a:lnTo>
                <a:lnTo>
                  <a:pt x="491" y="440"/>
                </a:lnTo>
                <a:lnTo>
                  <a:pt x="484" y="444"/>
                </a:lnTo>
                <a:lnTo>
                  <a:pt x="477" y="445"/>
                </a:lnTo>
                <a:lnTo>
                  <a:pt x="472" y="447"/>
                </a:lnTo>
                <a:lnTo>
                  <a:pt x="471" y="447"/>
                </a:lnTo>
                <a:lnTo>
                  <a:pt x="80" y="447"/>
                </a:lnTo>
                <a:lnTo>
                  <a:pt x="67" y="444"/>
                </a:lnTo>
                <a:lnTo>
                  <a:pt x="56" y="438"/>
                </a:lnTo>
                <a:lnTo>
                  <a:pt x="50" y="432"/>
                </a:lnTo>
                <a:lnTo>
                  <a:pt x="46" y="423"/>
                </a:lnTo>
                <a:lnTo>
                  <a:pt x="41" y="415"/>
                </a:lnTo>
                <a:lnTo>
                  <a:pt x="40" y="410"/>
                </a:lnTo>
                <a:lnTo>
                  <a:pt x="40" y="407"/>
                </a:lnTo>
                <a:lnTo>
                  <a:pt x="40" y="162"/>
                </a:lnTo>
                <a:lnTo>
                  <a:pt x="40" y="160"/>
                </a:lnTo>
                <a:lnTo>
                  <a:pt x="40" y="154"/>
                </a:lnTo>
                <a:lnTo>
                  <a:pt x="43" y="146"/>
                </a:lnTo>
                <a:lnTo>
                  <a:pt x="47" y="138"/>
                </a:lnTo>
                <a:lnTo>
                  <a:pt x="54" y="130"/>
                </a:lnTo>
                <a:lnTo>
                  <a:pt x="65" y="124"/>
                </a:lnTo>
                <a:lnTo>
                  <a:pt x="80" y="123"/>
                </a:lnTo>
                <a:lnTo>
                  <a:pt x="82" y="123"/>
                </a:lnTo>
                <a:lnTo>
                  <a:pt x="35" y="80"/>
                </a:lnTo>
                <a:lnTo>
                  <a:pt x="0" y="80"/>
                </a:lnTo>
                <a:lnTo>
                  <a:pt x="5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8" name="Freeform 32"/>
          <p:cNvSpPr>
            <a:spLocks noChangeAspect="1" noEditPoints="1"/>
          </p:cNvSpPr>
          <p:nvPr/>
        </p:nvSpPr>
        <p:spPr bwMode="auto">
          <a:xfrm>
            <a:off x="7725578" y="3043988"/>
            <a:ext cx="1080000" cy="781056"/>
          </a:xfrm>
          <a:custGeom>
            <a:avLst/>
            <a:gdLst>
              <a:gd name="T0" fmla="*/ 372 w 625"/>
              <a:gd name="T1" fmla="*/ 300 h 452"/>
              <a:gd name="T2" fmla="*/ 366 w 625"/>
              <a:gd name="T3" fmla="*/ 314 h 452"/>
              <a:gd name="T4" fmla="*/ 353 w 625"/>
              <a:gd name="T5" fmla="*/ 309 h 452"/>
              <a:gd name="T6" fmla="*/ 358 w 625"/>
              <a:gd name="T7" fmla="*/ 295 h 452"/>
              <a:gd name="T8" fmla="*/ 193 w 625"/>
              <a:gd name="T9" fmla="*/ 296 h 452"/>
              <a:gd name="T10" fmla="*/ 193 w 625"/>
              <a:gd name="T11" fmla="*/ 311 h 452"/>
              <a:gd name="T12" fmla="*/ 179 w 625"/>
              <a:gd name="T13" fmla="*/ 311 h 452"/>
              <a:gd name="T14" fmla="*/ 179 w 625"/>
              <a:gd name="T15" fmla="*/ 296 h 452"/>
              <a:gd name="T16" fmla="*/ 340 w 625"/>
              <a:gd name="T17" fmla="*/ 239 h 452"/>
              <a:gd name="T18" fmla="*/ 293 w 625"/>
              <a:gd name="T19" fmla="*/ 304 h 452"/>
              <a:gd name="T20" fmla="*/ 340 w 625"/>
              <a:gd name="T21" fmla="*/ 370 h 452"/>
              <a:gd name="T22" fmla="*/ 418 w 625"/>
              <a:gd name="T23" fmla="*/ 345 h 452"/>
              <a:gd name="T24" fmla="*/ 418 w 625"/>
              <a:gd name="T25" fmla="*/ 263 h 452"/>
              <a:gd name="T26" fmla="*/ 186 w 625"/>
              <a:gd name="T27" fmla="*/ 236 h 452"/>
              <a:gd name="T28" fmla="*/ 120 w 625"/>
              <a:gd name="T29" fmla="*/ 283 h 452"/>
              <a:gd name="T30" fmla="*/ 145 w 625"/>
              <a:gd name="T31" fmla="*/ 361 h 452"/>
              <a:gd name="T32" fmla="*/ 227 w 625"/>
              <a:gd name="T33" fmla="*/ 361 h 452"/>
              <a:gd name="T34" fmla="*/ 252 w 625"/>
              <a:gd name="T35" fmla="*/ 283 h 452"/>
              <a:gd name="T36" fmla="*/ 186 w 625"/>
              <a:gd name="T37" fmla="*/ 236 h 452"/>
              <a:gd name="T38" fmla="*/ 68 w 625"/>
              <a:gd name="T39" fmla="*/ 84 h 452"/>
              <a:gd name="T40" fmla="*/ 70 w 625"/>
              <a:gd name="T41" fmla="*/ 156 h 452"/>
              <a:gd name="T42" fmla="*/ 129 w 625"/>
              <a:gd name="T43" fmla="*/ 177 h 452"/>
              <a:gd name="T44" fmla="*/ 309 w 625"/>
              <a:gd name="T45" fmla="*/ 177 h 452"/>
              <a:gd name="T46" fmla="*/ 351 w 625"/>
              <a:gd name="T47" fmla="*/ 175 h 452"/>
              <a:gd name="T48" fmla="*/ 392 w 625"/>
              <a:gd name="T49" fmla="*/ 121 h 452"/>
              <a:gd name="T50" fmla="*/ 353 w 625"/>
              <a:gd name="T51" fmla="*/ 63 h 452"/>
              <a:gd name="T52" fmla="*/ 284 w 625"/>
              <a:gd name="T53" fmla="*/ 84 h 452"/>
              <a:gd name="T54" fmla="*/ 273 w 625"/>
              <a:gd name="T55" fmla="*/ 128 h 452"/>
              <a:gd name="T56" fmla="*/ 171 w 625"/>
              <a:gd name="T57" fmla="*/ 138 h 452"/>
              <a:gd name="T58" fmla="*/ 175 w 625"/>
              <a:gd name="T59" fmla="*/ 124 h 452"/>
              <a:gd name="T60" fmla="*/ 152 w 625"/>
              <a:gd name="T61" fmla="*/ 71 h 452"/>
              <a:gd name="T62" fmla="*/ 362 w 625"/>
              <a:gd name="T63" fmla="*/ 2 h 452"/>
              <a:gd name="T64" fmla="*/ 429 w 625"/>
              <a:gd name="T65" fmla="*/ 46 h 452"/>
              <a:gd name="T66" fmla="*/ 448 w 625"/>
              <a:gd name="T67" fmla="*/ 102 h 452"/>
              <a:gd name="T68" fmla="*/ 450 w 625"/>
              <a:gd name="T69" fmla="*/ 138 h 452"/>
              <a:gd name="T70" fmla="*/ 484 w 625"/>
              <a:gd name="T71" fmla="*/ 161 h 452"/>
              <a:gd name="T72" fmla="*/ 488 w 625"/>
              <a:gd name="T73" fmla="*/ 197 h 452"/>
              <a:gd name="T74" fmla="*/ 513 w 625"/>
              <a:gd name="T75" fmla="*/ 352 h 452"/>
              <a:gd name="T76" fmla="*/ 480 w 625"/>
              <a:gd name="T77" fmla="*/ 441 h 452"/>
              <a:gd name="T78" fmla="*/ 454 w 625"/>
              <a:gd name="T79" fmla="*/ 452 h 452"/>
              <a:gd name="T80" fmla="*/ 47 w 625"/>
              <a:gd name="T81" fmla="*/ 433 h 452"/>
              <a:gd name="T82" fmla="*/ 38 w 625"/>
              <a:gd name="T83" fmla="*/ 197 h 452"/>
              <a:gd name="T84" fmla="*/ 1 w 625"/>
              <a:gd name="T85" fmla="*/ 132 h 452"/>
              <a:gd name="T86" fmla="*/ 8 w 625"/>
              <a:gd name="T87" fmla="*/ 67 h 452"/>
              <a:gd name="T88" fmla="*/ 55 w 625"/>
              <a:gd name="T89" fmla="*/ 13 h 452"/>
              <a:gd name="T90" fmla="*/ 101 w 625"/>
              <a:gd name="T91" fmla="*/ 1 h 452"/>
              <a:gd name="T92" fmla="*/ 160 w 625"/>
              <a:gd name="T93" fmla="*/ 9 h 452"/>
              <a:gd name="T94" fmla="*/ 212 w 625"/>
              <a:gd name="T95" fmla="*/ 60 h 452"/>
              <a:gd name="T96" fmla="*/ 223 w 625"/>
              <a:gd name="T97" fmla="*/ 112 h 452"/>
              <a:gd name="T98" fmla="*/ 224 w 625"/>
              <a:gd name="T99" fmla="*/ 119 h 452"/>
              <a:gd name="T100" fmla="*/ 257 w 625"/>
              <a:gd name="T101" fmla="*/ 33 h 452"/>
              <a:gd name="T102" fmla="*/ 313 w 625"/>
              <a:gd name="T103" fmla="*/ 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25" h="452">
                <a:moveTo>
                  <a:pt x="362" y="294"/>
                </a:moveTo>
                <a:lnTo>
                  <a:pt x="366" y="295"/>
                </a:lnTo>
                <a:lnTo>
                  <a:pt x="369" y="296"/>
                </a:lnTo>
                <a:lnTo>
                  <a:pt x="372" y="300"/>
                </a:lnTo>
                <a:lnTo>
                  <a:pt x="373" y="304"/>
                </a:lnTo>
                <a:lnTo>
                  <a:pt x="372" y="309"/>
                </a:lnTo>
                <a:lnTo>
                  <a:pt x="369" y="311"/>
                </a:lnTo>
                <a:lnTo>
                  <a:pt x="366" y="314"/>
                </a:lnTo>
                <a:lnTo>
                  <a:pt x="362" y="314"/>
                </a:lnTo>
                <a:lnTo>
                  <a:pt x="358" y="314"/>
                </a:lnTo>
                <a:lnTo>
                  <a:pt x="355" y="311"/>
                </a:lnTo>
                <a:lnTo>
                  <a:pt x="353" y="309"/>
                </a:lnTo>
                <a:lnTo>
                  <a:pt x="351" y="304"/>
                </a:lnTo>
                <a:lnTo>
                  <a:pt x="353" y="300"/>
                </a:lnTo>
                <a:lnTo>
                  <a:pt x="355" y="296"/>
                </a:lnTo>
                <a:lnTo>
                  <a:pt x="358" y="295"/>
                </a:lnTo>
                <a:lnTo>
                  <a:pt x="362" y="294"/>
                </a:lnTo>
                <a:close/>
                <a:moveTo>
                  <a:pt x="186" y="294"/>
                </a:moveTo>
                <a:lnTo>
                  <a:pt x="190" y="295"/>
                </a:lnTo>
                <a:lnTo>
                  <a:pt x="193" y="296"/>
                </a:lnTo>
                <a:lnTo>
                  <a:pt x="196" y="300"/>
                </a:lnTo>
                <a:lnTo>
                  <a:pt x="197" y="304"/>
                </a:lnTo>
                <a:lnTo>
                  <a:pt x="196" y="309"/>
                </a:lnTo>
                <a:lnTo>
                  <a:pt x="193" y="311"/>
                </a:lnTo>
                <a:lnTo>
                  <a:pt x="190" y="314"/>
                </a:lnTo>
                <a:lnTo>
                  <a:pt x="186" y="314"/>
                </a:lnTo>
                <a:lnTo>
                  <a:pt x="182" y="314"/>
                </a:lnTo>
                <a:lnTo>
                  <a:pt x="179" y="311"/>
                </a:lnTo>
                <a:lnTo>
                  <a:pt x="176" y="309"/>
                </a:lnTo>
                <a:lnTo>
                  <a:pt x="175" y="304"/>
                </a:lnTo>
                <a:lnTo>
                  <a:pt x="176" y="300"/>
                </a:lnTo>
                <a:lnTo>
                  <a:pt x="179" y="296"/>
                </a:lnTo>
                <a:lnTo>
                  <a:pt x="182" y="295"/>
                </a:lnTo>
                <a:lnTo>
                  <a:pt x="186" y="294"/>
                </a:lnTo>
                <a:close/>
                <a:moveTo>
                  <a:pt x="362" y="236"/>
                </a:moveTo>
                <a:lnTo>
                  <a:pt x="340" y="239"/>
                </a:lnTo>
                <a:lnTo>
                  <a:pt x="321" y="248"/>
                </a:lnTo>
                <a:lnTo>
                  <a:pt x="306" y="263"/>
                </a:lnTo>
                <a:lnTo>
                  <a:pt x="297" y="283"/>
                </a:lnTo>
                <a:lnTo>
                  <a:pt x="293" y="304"/>
                </a:lnTo>
                <a:lnTo>
                  <a:pt x="297" y="326"/>
                </a:lnTo>
                <a:lnTo>
                  <a:pt x="306" y="345"/>
                </a:lnTo>
                <a:lnTo>
                  <a:pt x="321" y="361"/>
                </a:lnTo>
                <a:lnTo>
                  <a:pt x="340" y="370"/>
                </a:lnTo>
                <a:lnTo>
                  <a:pt x="362" y="374"/>
                </a:lnTo>
                <a:lnTo>
                  <a:pt x="384" y="370"/>
                </a:lnTo>
                <a:lnTo>
                  <a:pt x="403" y="361"/>
                </a:lnTo>
                <a:lnTo>
                  <a:pt x="418" y="345"/>
                </a:lnTo>
                <a:lnTo>
                  <a:pt x="428" y="326"/>
                </a:lnTo>
                <a:lnTo>
                  <a:pt x="431" y="304"/>
                </a:lnTo>
                <a:lnTo>
                  <a:pt x="428" y="283"/>
                </a:lnTo>
                <a:lnTo>
                  <a:pt x="418" y="263"/>
                </a:lnTo>
                <a:lnTo>
                  <a:pt x="403" y="248"/>
                </a:lnTo>
                <a:lnTo>
                  <a:pt x="384" y="239"/>
                </a:lnTo>
                <a:lnTo>
                  <a:pt x="362" y="236"/>
                </a:lnTo>
                <a:close/>
                <a:moveTo>
                  <a:pt x="186" y="236"/>
                </a:moveTo>
                <a:lnTo>
                  <a:pt x="164" y="239"/>
                </a:lnTo>
                <a:lnTo>
                  <a:pt x="145" y="248"/>
                </a:lnTo>
                <a:lnTo>
                  <a:pt x="130" y="263"/>
                </a:lnTo>
                <a:lnTo>
                  <a:pt x="120" y="283"/>
                </a:lnTo>
                <a:lnTo>
                  <a:pt x="116" y="304"/>
                </a:lnTo>
                <a:lnTo>
                  <a:pt x="120" y="326"/>
                </a:lnTo>
                <a:lnTo>
                  <a:pt x="130" y="345"/>
                </a:lnTo>
                <a:lnTo>
                  <a:pt x="145" y="361"/>
                </a:lnTo>
                <a:lnTo>
                  <a:pt x="164" y="370"/>
                </a:lnTo>
                <a:lnTo>
                  <a:pt x="186" y="374"/>
                </a:lnTo>
                <a:lnTo>
                  <a:pt x="208" y="370"/>
                </a:lnTo>
                <a:lnTo>
                  <a:pt x="227" y="361"/>
                </a:lnTo>
                <a:lnTo>
                  <a:pt x="242" y="345"/>
                </a:lnTo>
                <a:lnTo>
                  <a:pt x="252" y="326"/>
                </a:lnTo>
                <a:lnTo>
                  <a:pt x="254" y="304"/>
                </a:lnTo>
                <a:lnTo>
                  <a:pt x="252" y="283"/>
                </a:lnTo>
                <a:lnTo>
                  <a:pt x="242" y="263"/>
                </a:lnTo>
                <a:lnTo>
                  <a:pt x="227" y="248"/>
                </a:lnTo>
                <a:lnTo>
                  <a:pt x="208" y="239"/>
                </a:lnTo>
                <a:lnTo>
                  <a:pt x="186" y="236"/>
                </a:lnTo>
                <a:close/>
                <a:moveTo>
                  <a:pt x="116" y="60"/>
                </a:moveTo>
                <a:lnTo>
                  <a:pt x="97" y="63"/>
                </a:lnTo>
                <a:lnTo>
                  <a:pt x="81" y="72"/>
                </a:lnTo>
                <a:lnTo>
                  <a:pt x="68" y="84"/>
                </a:lnTo>
                <a:lnTo>
                  <a:pt x="62" y="102"/>
                </a:lnTo>
                <a:lnTo>
                  <a:pt x="59" y="121"/>
                </a:lnTo>
                <a:lnTo>
                  <a:pt x="62" y="140"/>
                </a:lnTo>
                <a:lnTo>
                  <a:pt x="70" y="156"/>
                </a:lnTo>
                <a:lnTo>
                  <a:pt x="82" y="168"/>
                </a:lnTo>
                <a:lnTo>
                  <a:pt x="98" y="175"/>
                </a:lnTo>
                <a:lnTo>
                  <a:pt x="118" y="177"/>
                </a:lnTo>
                <a:lnTo>
                  <a:pt x="129" y="177"/>
                </a:lnTo>
                <a:lnTo>
                  <a:pt x="137" y="177"/>
                </a:lnTo>
                <a:lnTo>
                  <a:pt x="141" y="177"/>
                </a:lnTo>
                <a:lnTo>
                  <a:pt x="306" y="177"/>
                </a:lnTo>
                <a:lnTo>
                  <a:pt x="309" y="177"/>
                </a:lnTo>
                <a:lnTo>
                  <a:pt x="316" y="177"/>
                </a:lnTo>
                <a:lnTo>
                  <a:pt x="324" y="177"/>
                </a:lnTo>
                <a:lnTo>
                  <a:pt x="332" y="177"/>
                </a:lnTo>
                <a:lnTo>
                  <a:pt x="351" y="175"/>
                </a:lnTo>
                <a:lnTo>
                  <a:pt x="368" y="168"/>
                </a:lnTo>
                <a:lnTo>
                  <a:pt x="381" y="156"/>
                </a:lnTo>
                <a:lnTo>
                  <a:pt x="390" y="140"/>
                </a:lnTo>
                <a:lnTo>
                  <a:pt x="392" y="121"/>
                </a:lnTo>
                <a:lnTo>
                  <a:pt x="390" y="102"/>
                </a:lnTo>
                <a:lnTo>
                  <a:pt x="381" y="84"/>
                </a:lnTo>
                <a:lnTo>
                  <a:pt x="369" y="72"/>
                </a:lnTo>
                <a:lnTo>
                  <a:pt x="353" y="63"/>
                </a:lnTo>
                <a:lnTo>
                  <a:pt x="334" y="60"/>
                </a:lnTo>
                <a:lnTo>
                  <a:pt x="314" y="63"/>
                </a:lnTo>
                <a:lnTo>
                  <a:pt x="298" y="71"/>
                </a:lnTo>
                <a:lnTo>
                  <a:pt x="284" y="84"/>
                </a:lnTo>
                <a:lnTo>
                  <a:pt x="276" y="101"/>
                </a:lnTo>
                <a:lnTo>
                  <a:pt x="273" y="120"/>
                </a:lnTo>
                <a:lnTo>
                  <a:pt x="273" y="124"/>
                </a:lnTo>
                <a:lnTo>
                  <a:pt x="273" y="128"/>
                </a:lnTo>
                <a:lnTo>
                  <a:pt x="273" y="131"/>
                </a:lnTo>
                <a:lnTo>
                  <a:pt x="275" y="134"/>
                </a:lnTo>
                <a:lnTo>
                  <a:pt x="276" y="138"/>
                </a:lnTo>
                <a:lnTo>
                  <a:pt x="171" y="138"/>
                </a:lnTo>
                <a:lnTo>
                  <a:pt x="174" y="134"/>
                </a:lnTo>
                <a:lnTo>
                  <a:pt x="175" y="131"/>
                </a:lnTo>
                <a:lnTo>
                  <a:pt x="175" y="128"/>
                </a:lnTo>
                <a:lnTo>
                  <a:pt x="175" y="124"/>
                </a:lnTo>
                <a:lnTo>
                  <a:pt x="175" y="120"/>
                </a:lnTo>
                <a:lnTo>
                  <a:pt x="172" y="101"/>
                </a:lnTo>
                <a:lnTo>
                  <a:pt x="164" y="84"/>
                </a:lnTo>
                <a:lnTo>
                  <a:pt x="152" y="71"/>
                </a:lnTo>
                <a:lnTo>
                  <a:pt x="134" y="63"/>
                </a:lnTo>
                <a:lnTo>
                  <a:pt x="116" y="60"/>
                </a:lnTo>
                <a:close/>
                <a:moveTo>
                  <a:pt x="334" y="0"/>
                </a:moveTo>
                <a:lnTo>
                  <a:pt x="362" y="2"/>
                </a:lnTo>
                <a:lnTo>
                  <a:pt x="385" y="9"/>
                </a:lnTo>
                <a:lnTo>
                  <a:pt x="403" y="19"/>
                </a:lnTo>
                <a:lnTo>
                  <a:pt x="418" y="31"/>
                </a:lnTo>
                <a:lnTo>
                  <a:pt x="429" y="46"/>
                </a:lnTo>
                <a:lnTo>
                  <a:pt x="437" y="61"/>
                </a:lnTo>
                <a:lnTo>
                  <a:pt x="443" y="76"/>
                </a:lnTo>
                <a:lnTo>
                  <a:pt x="447" y="90"/>
                </a:lnTo>
                <a:lnTo>
                  <a:pt x="448" y="102"/>
                </a:lnTo>
                <a:lnTo>
                  <a:pt x="450" y="112"/>
                </a:lnTo>
                <a:lnTo>
                  <a:pt x="450" y="119"/>
                </a:lnTo>
                <a:lnTo>
                  <a:pt x="450" y="121"/>
                </a:lnTo>
                <a:lnTo>
                  <a:pt x="450" y="138"/>
                </a:lnTo>
                <a:lnTo>
                  <a:pt x="463" y="140"/>
                </a:lnTo>
                <a:lnTo>
                  <a:pt x="473" y="146"/>
                </a:lnTo>
                <a:lnTo>
                  <a:pt x="480" y="153"/>
                </a:lnTo>
                <a:lnTo>
                  <a:pt x="484" y="161"/>
                </a:lnTo>
                <a:lnTo>
                  <a:pt x="487" y="168"/>
                </a:lnTo>
                <a:lnTo>
                  <a:pt x="488" y="173"/>
                </a:lnTo>
                <a:lnTo>
                  <a:pt x="488" y="175"/>
                </a:lnTo>
                <a:lnTo>
                  <a:pt x="488" y="197"/>
                </a:lnTo>
                <a:lnTo>
                  <a:pt x="511" y="197"/>
                </a:lnTo>
                <a:lnTo>
                  <a:pt x="625" y="140"/>
                </a:lnTo>
                <a:lnTo>
                  <a:pt x="625" y="417"/>
                </a:lnTo>
                <a:lnTo>
                  <a:pt x="513" y="352"/>
                </a:lnTo>
                <a:lnTo>
                  <a:pt x="488" y="354"/>
                </a:lnTo>
                <a:lnTo>
                  <a:pt x="489" y="419"/>
                </a:lnTo>
                <a:lnTo>
                  <a:pt x="487" y="433"/>
                </a:lnTo>
                <a:lnTo>
                  <a:pt x="480" y="441"/>
                </a:lnTo>
                <a:lnTo>
                  <a:pt x="472" y="448"/>
                </a:lnTo>
                <a:lnTo>
                  <a:pt x="463" y="451"/>
                </a:lnTo>
                <a:lnTo>
                  <a:pt x="457" y="452"/>
                </a:lnTo>
                <a:lnTo>
                  <a:pt x="454" y="452"/>
                </a:lnTo>
                <a:lnTo>
                  <a:pt x="78" y="452"/>
                </a:lnTo>
                <a:lnTo>
                  <a:pt x="63" y="449"/>
                </a:lnTo>
                <a:lnTo>
                  <a:pt x="53" y="443"/>
                </a:lnTo>
                <a:lnTo>
                  <a:pt x="47" y="433"/>
                </a:lnTo>
                <a:lnTo>
                  <a:pt x="41" y="423"/>
                </a:lnTo>
                <a:lnTo>
                  <a:pt x="40" y="417"/>
                </a:lnTo>
                <a:lnTo>
                  <a:pt x="38" y="414"/>
                </a:lnTo>
                <a:lnTo>
                  <a:pt x="38" y="197"/>
                </a:lnTo>
                <a:lnTo>
                  <a:pt x="22" y="180"/>
                </a:lnTo>
                <a:lnTo>
                  <a:pt x="11" y="162"/>
                </a:lnTo>
                <a:lnTo>
                  <a:pt x="4" y="146"/>
                </a:lnTo>
                <a:lnTo>
                  <a:pt x="1" y="132"/>
                </a:lnTo>
                <a:lnTo>
                  <a:pt x="0" y="123"/>
                </a:lnTo>
                <a:lnTo>
                  <a:pt x="0" y="119"/>
                </a:lnTo>
                <a:lnTo>
                  <a:pt x="1" y="90"/>
                </a:lnTo>
                <a:lnTo>
                  <a:pt x="8" y="67"/>
                </a:lnTo>
                <a:lnTo>
                  <a:pt x="16" y="48"/>
                </a:lnTo>
                <a:lnTo>
                  <a:pt x="29" y="33"/>
                </a:lnTo>
                <a:lnTo>
                  <a:pt x="41" y="22"/>
                </a:lnTo>
                <a:lnTo>
                  <a:pt x="55" y="13"/>
                </a:lnTo>
                <a:lnTo>
                  <a:pt x="68" y="8"/>
                </a:lnTo>
                <a:lnTo>
                  <a:pt x="81" y="4"/>
                </a:lnTo>
                <a:lnTo>
                  <a:pt x="92" y="2"/>
                </a:lnTo>
                <a:lnTo>
                  <a:pt x="101" y="1"/>
                </a:lnTo>
                <a:lnTo>
                  <a:pt x="107" y="1"/>
                </a:lnTo>
                <a:lnTo>
                  <a:pt x="109" y="1"/>
                </a:lnTo>
                <a:lnTo>
                  <a:pt x="137" y="2"/>
                </a:lnTo>
                <a:lnTo>
                  <a:pt x="160" y="9"/>
                </a:lnTo>
                <a:lnTo>
                  <a:pt x="178" y="19"/>
                </a:lnTo>
                <a:lnTo>
                  <a:pt x="193" y="31"/>
                </a:lnTo>
                <a:lnTo>
                  <a:pt x="204" y="45"/>
                </a:lnTo>
                <a:lnTo>
                  <a:pt x="212" y="60"/>
                </a:lnTo>
                <a:lnTo>
                  <a:pt x="217" y="76"/>
                </a:lnTo>
                <a:lnTo>
                  <a:pt x="220" y="90"/>
                </a:lnTo>
                <a:lnTo>
                  <a:pt x="223" y="102"/>
                </a:lnTo>
                <a:lnTo>
                  <a:pt x="223" y="112"/>
                </a:lnTo>
                <a:lnTo>
                  <a:pt x="224" y="119"/>
                </a:lnTo>
                <a:lnTo>
                  <a:pt x="224" y="120"/>
                </a:lnTo>
                <a:lnTo>
                  <a:pt x="224" y="120"/>
                </a:lnTo>
                <a:lnTo>
                  <a:pt x="224" y="119"/>
                </a:lnTo>
                <a:lnTo>
                  <a:pt x="227" y="90"/>
                </a:lnTo>
                <a:lnTo>
                  <a:pt x="234" y="67"/>
                </a:lnTo>
                <a:lnTo>
                  <a:pt x="245" y="48"/>
                </a:lnTo>
                <a:lnTo>
                  <a:pt x="257" y="33"/>
                </a:lnTo>
                <a:lnTo>
                  <a:pt x="272" y="22"/>
                </a:lnTo>
                <a:lnTo>
                  <a:pt x="286" y="13"/>
                </a:lnTo>
                <a:lnTo>
                  <a:pt x="301" y="8"/>
                </a:lnTo>
                <a:lnTo>
                  <a:pt x="313" y="4"/>
                </a:lnTo>
                <a:lnTo>
                  <a:pt x="324" y="1"/>
                </a:lnTo>
                <a:lnTo>
                  <a:pt x="331" y="1"/>
                </a:lnTo>
                <a:lnTo>
                  <a:pt x="33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9" name="Freeform 33"/>
          <p:cNvSpPr>
            <a:spLocks noChangeAspect="1" noEditPoints="1"/>
          </p:cNvSpPr>
          <p:nvPr/>
        </p:nvSpPr>
        <p:spPr bwMode="auto">
          <a:xfrm>
            <a:off x="1208584" y="4546850"/>
            <a:ext cx="878468" cy="1080000"/>
          </a:xfrm>
          <a:custGeom>
            <a:avLst/>
            <a:gdLst>
              <a:gd name="T0" fmla="*/ 281 w 510"/>
              <a:gd name="T1" fmla="*/ 568 h 627"/>
              <a:gd name="T2" fmla="*/ 344 w 510"/>
              <a:gd name="T3" fmla="*/ 568 h 627"/>
              <a:gd name="T4" fmla="*/ 300 w 510"/>
              <a:gd name="T5" fmla="*/ 534 h 627"/>
              <a:gd name="T6" fmla="*/ 165 w 510"/>
              <a:gd name="T7" fmla="*/ 568 h 627"/>
              <a:gd name="T8" fmla="*/ 228 w 510"/>
              <a:gd name="T9" fmla="*/ 568 h 627"/>
              <a:gd name="T10" fmla="*/ 184 w 510"/>
              <a:gd name="T11" fmla="*/ 534 h 627"/>
              <a:gd name="T12" fmla="*/ 49 w 510"/>
              <a:gd name="T13" fmla="*/ 568 h 627"/>
              <a:gd name="T14" fmla="*/ 112 w 510"/>
              <a:gd name="T15" fmla="*/ 568 h 627"/>
              <a:gd name="T16" fmla="*/ 68 w 510"/>
              <a:gd name="T17" fmla="*/ 534 h 627"/>
              <a:gd name="T18" fmla="*/ 393 w 510"/>
              <a:gd name="T19" fmla="*/ 456 h 627"/>
              <a:gd name="T20" fmla="*/ 397 w 510"/>
              <a:gd name="T21" fmla="*/ 566 h 627"/>
              <a:gd name="T22" fmla="*/ 452 w 510"/>
              <a:gd name="T23" fmla="*/ 576 h 627"/>
              <a:gd name="T24" fmla="*/ 463 w 510"/>
              <a:gd name="T25" fmla="*/ 516 h 627"/>
              <a:gd name="T26" fmla="*/ 463 w 510"/>
              <a:gd name="T27" fmla="*/ 462 h 627"/>
              <a:gd name="T28" fmla="*/ 417 w 510"/>
              <a:gd name="T29" fmla="*/ 441 h 627"/>
              <a:gd name="T30" fmla="*/ 281 w 510"/>
              <a:gd name="T31" fmla="*/ 475 h 627"/>
              <a:gd name="T32" fmla="*/ 344 w 510"/>
              <a:gd name="T33" fmla="*/ 475 h 627"/>
              <a:gd name="T34" fmla="*/ 300 w 510"/>
              <a:gd name="T35" fmla="*/ 441 h 627"/>
              <a:gd name="T36" fmla="*/ 165 w 510"/>
              <a:gd name="T37" fmla="*/ 475 h 627"/>
              <a:gd name="T38" fmla="*/ 228 w 510"/>
              <a:gd name="T39" fmla="*/ 475 h 627"/>
              <a:gd name="T40" fmla="*/ 184 w 510"/>
              <a:gd name="T41" fmla="*/ 441 h 627"/>
              <a:gd name="T42" fmla="*/ 49 w 510"/>
              <a:gd name="T43" fmla="*/ 475 h 627"/>
              <a:gd name="T44" fmla="*/ 112 w 510"/>
              <a:gd name="T45" fmla="*/ 475 h 627"/>
              <a:gd name="T46" fmla="*/ 68 w 510"/>
              <a:gd name="T47" fmla="*/ 441 h 627"/>
              <a:gd name="T48" fmla="*/ 396 w 510"/>
              <a:gd name="T49" fmla="*/ 384 h 627"/>
              <a:gd name="T50" fmla="*/ 460 w 510"/>
              <a:gd name="T51" fmla="*/ 384 h 627"/>
              <a:gd name="T52" fmla="*/ 417 w 510"/>
              <a:gd name="T53" fmla="*/ 348 h 627"/>
              <a:gd name="T54" fmla="*/ 281 w 510"/>
              <a:gd name="T55" fmla="*/ 384 h 627"/>
              <a:gd name="T56" fmla="*/ 344 w 510"/>
              <a:gd name="T57" fmla="*/ 384 h 627"/>
              <a:gd name="T58" fmla="*/ 300 w 510"/>
              <a:gd name="T59" fmla="*/ 348 h 627"/>
              <a:gd name="T60" fmla="*/ 165 w 510"/>
              <a:gd name="T61" fmla="*/ 384 h 627"/>
              <a:gd name="T62" fmla="*/ 228 w 510"/>
              <a:gd name="T63" fmla="*/ 384 h 627"/>
              <a:gd name="T64" fmla="*/ 184 w 510"/>
              <a:gd name="T65" fmla="*/ 348 h 627"/>
              <a:gd name="T66" fmla="*/ 49 w 510"/>
              <a:gd name="T67" fmla="*/ 384 h 627"/>
              <a:gd name="T68" fmla="*/ 112 w 510"/>
              <a:gd name="T69" fmla="*/ 384 h 627"/>
              <a:gd name="T70" fmla="*/ 68 w 510"/>
              <a:gd name="T71" fmla="*/ 348 h 627"/>
              <a:gd name="T72" fmla="*/ 396 w 510"/>
              <a:gd name="T73" fmla="*/ 291 h 627"/>
              <a:gd name="T74" fmla="*/ 460 w 510"/>
              <a:gd name="T75" fmla="*/ 291 h 627"/>
              <a:gd name="T76" fmla="*/ 417 w 510"/>
              <a:gd name="T77" fmla="*/ 257 h 627"/>
              <a:gd name="T78" fmla="*/ 281 w 510"/>
              <a:gd name="T79" fmla="*/ 291 h 627"/>
              <a:gd name="T80" fmla="*/ 344 w 510"/>
              <a:gd name="T81" fmla="*/ 291 h 627"/>
              <a:gd name="T82" fmla="*/ 300 w 510"/>
              <a:gd name="T83" fmla="*/ 257 h 627"/>
              <a:gd name="T84" fmla="*/ 165 w 510"/>
              <a:gd name="T85" fmla="*/ 291 h 627"/>
              <a:gd name="T86" fmla="*/ 228 w 510"/>
              <a:gd name="T87" fmla="*/ 291 h 627"/>
              <a:gd name="T88" fmla="*/ 184 w 510"/>
              <a:gd name="T89" fmla="*/ 257 h 627"/>
              <a:gd name="T90" fmla="*/ 49 w 510"/>
              <a:gd name="T91" fmla="*/ 291 h 627"/>
              <a:gd name="T92" fmla="*/ 112 w 510"/>
              <a:gd name="T93" fmla="*/ 291 h 627"/>
              <a:gd name="T94" fmla="*/ 68 w 510"/>
              <a:gd name="T95" fmla="*/ 257 h 627"/>
              <a:gd name="T96" fmla="*/ 496 w 510"/>
              <a:gd name="T97" fmla="*/ 598 h 627"/>
              <a:gd name="T98" fmla="*/ 46 w 510"/>
              <a:gd name="T99" fmla="*/ 623 h 627"/>
              <a:gd name="T100" fmla="*/ 0 w 510"/>
              <a:gd name="T101" fmla="*/ 210 h 627"/>
              <a:gd name="T102" fmla="*/ 46 w 510"/>
              <a:gd name="T103" fmla="*/ 46 h 627"/>
              <a:gd name="T104" fmla="*/ 496 w 510"/>
              <a:gd name="T105" fmla="*/ 28 h 627"/>
              <a:gd name="T106" fmla="*/ 0 w 510"/>
              <a:gd name="T107" fmla="*/ 69 h 627"/>
              <a:gd name="T108" fmla="*/ 68 w 510"/>
              <a:gd name="T109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10" h="627">
                <a:moveTo>
                  <a:pt x="300" y="534"/>
                </a:moveTo>
                <a:lnTo>
                  <a:pt x="289" y="537"/>
                </a:lnTo>
                <a:lnTo>
                  <a:pt x="281" y="545"/>
                </a:lnTo>
                <a:lnTo>
                  <a:pt x="277" y="557"/>
                </a:lnTo>
                <a:lnTo>
                  <a:pt x="281" y="568"/>
                </a:lnTo>
                <a:lnTo>
                  <a:pt x="289" y="576"/>
                </a:lnTo>
                <a:lnTo>
                  <a:pt x="300" y="581"/>
                </a:lnTo>
                <a:lnTo>
                  <a:pt x="324" y="581"/>
                </a:lnTo>
                <a:lnTo>
                  <a:pt x="336" y="576"/>
                </a:lnTo>
                <a:lnTo>
                  <a:pt x="344" y="568"/>
                </a:lnTo>
                <a:lnTo>
                  <a:pt x="347" y="557"/>
                </a:lnTo>
                <a:lnTo>
                  <a:pt x="344" y="545"/>
                </a:lnTo>
                <a:lnTo>
                  <a:pt x="336" y="537"/>
                </a:lnTo>
                <a:lnTo>
                  <a:pt x="324" y="534"/>
                </a:lnTo>
                <a:lnTo>
                  <a:pt x="300" y="534"/>
                </a:lnTo>
                <a:close/>
                <a:moveTo>
                  <a:pt x="184" y="534"/>
                </a:moveTo>
                <a:lnTo>
                  <a:pt x="173" y="537"/>
                </a:lnTo>
                <a:lnTo>
                  <a:pt x="165" y="545"/>
                </a:lnTo>
                <a:lnTo>
                  <a:pt x="161" y="557"/>
                </a:lnTo>
                <a:lnTo>
                  <a:pt x="165" y="568"/>
                </a:lnTo>
                <a:lnTo>
                  <a:pt x="173" y="576"/>
                </a:lnTo>
                <a:lnTo>
                  <a:pt x="184" y="581"/>
                </a:lnTo>
                <a:lnTo>
                  <a:pt x="207" y="581"/>
                </a:lnTo>
                <a:lnTo>
                  <a:pt x="220" y="576"/>
                </a:lnTo>
                <a:lnTo>
                  <a:pt x="228" y="568"/>
                </a:lnTo>
                <a:lnTo>
                  <a:pt x="231" y="557"/>
                </a:lnTo>
                <a:lnTo>
                  <a:pt x="228" y="545"/>
                </a:lnTo>
                <a:lnTo>
                  <a:pt x="220" y="537"/>
                </a:lnTo>
                <a:lnTo>
                  <a:pt x="207" y="534"/>
                </a:lnTo>
                <a:lnTo>
                  <a:pt x="184" y="534"/>
                </a:lnTo>
                <a:close/>
                <a:moveTo>
                  <a:pt x="68" y="534"/>
                </a:moveTo>
                <a:lnTo>
                  <a:pt x="57" y="537"/>
                </a:lnTo>
                <a:lnTo>
                  <a:pt x="49" y="545"/>
                </a:lnTo>
                <a:lnTo>
                  <a:pt x="46" y="557"/>
                </a:lnTo>
                <a:lnTo>
                  <a:pt x="49" y="568"/>
                </a:lnTo>
                <a:lnTo>
                  <a:pt x="57" y="576"/>
                </a:lnTo>
                <a:lnTo>
                  <a:pt x="68" y="581"/>
                </a:lnTo>
                <a:lnTo>
                  <a:pt x="91" y="581"/>
                </a:lnTo>
                <a:lnTo>
                  <a:pt x="104" y="576"/>
                </a:lnTo>
                <a:lnTo>
                  <a:pt x="112" y="568"/>
                </a:lnTo>
                <a:lnTo>
                  <a:pt x="115" y="557"/>
                </a:lnTo>
                <a:lnTo>
                  <a:pt x="112" y="545"/>
                </a:lnTo>
                <a:lnTo>
                  <a:pt x="104" y="537"/>
                </a:lnTo>
                <a:lnTo>
                  <a:pt x="91" y="534"/>
                </a:lnTo>
                <a:lnTo>
                  <a:pt x="68" y="534"/>
                </a:lnTo>
                <a:close/>
                <a:moveTo>
                  <a:pt x="417" y="441"/>
                </a:moveTo>
                <a:lnTo>
                  <a:pt x="406" y="443"/>
                </a:lnTo>
                <a:lnTo>
                  <a:pt x="397" y="447"/>
                </a:lnTo>
                <a:lnTo>
                  <a:pt x="395" y="452"/>
                </a:lnTo>
                <a:lnTo>
                  <a:pt x="393" y="456"/>
                </a:lnTo>
                <a:lnTo>
                  <a:pt x="393" y="460"/>
                </a:lnTo>
                <a:lnTo>
                  <a:pt x="393" y="463"/>
                </a:lnTo>
                <a:lnTo>
                  <a:pt x="393" y="557"/>
                </a:lnTo>
                <a:lnTo>
                  <a:pt x="395" y="559"/>
                </a:lnTo>
                <a:lnTo>
                  <a:pt x="397" y="566"/>
                </a:lnTo>
                <a:lnTo>
                  <a:pt x="403" y="572"/>
                </a:lnTo>
                <a:lnTo>
                  <a:pt x="410" y="578"/>
                </a:lnTo>
                <a:lnTo>
                  <a:pt x="417" y="581"/>
                </a:lnTo>
                <a:lnTo>
                  <a:pt x="440" y="581"/>
                </a:lnTo>
                <a:lnTo>
                  <a:pt x="452" y="576"/>
                </a:lnTo>
                <a:lnTo>
                  <a:pt x="460" y="568"/>
                </a:lnTo>
                <a:lnTo>
                  <a:pt x="463" y="557"/>
                </a:lnTo>
                <a:lnTo>
                  <a:pt x="463" y="549"/>
                </a:lnTo>
                <a:lnTo>
                  <a:pt x="463" y="534"/>
                </a:lnTo>
                <a:lnTo>
                  <a:pt x="463" y="516"/>
                </a:lnTo>
                <a:lnTo>
                  <a:pt x="463" y="497"/>
                </a:lnTo>
                <a:lnTo>
                  <a:pt x="464" y="481"/>
                </a:lnTo>
                <a:lnTo>
                  <a:pt x="464" y="468"/>
                </a:lnTo>
                <a:lnTo>
                  <a:pt x="464" y="463"/>
                </a:lnTo>
                <a:lnTo>
                  <a:pt x="463" y="462"/>
                </a:lnTo>
                <a:lnTo>
                  <a:pt x="462" y="455"/>
                </a:lnTo>
                <a:lnTo>
                  <a:pt x="458" y="449"/>
                </a:lnTo>
                <a:lnTo>
                  <a:pt x="451" y="444"/>
                </a:lnTo>
                <a:lnTo>
                  <a:pt x="440" y="441"/>
                </a:lnTo>
                <a:lnTo>
                  <a:pt x="417" y="441"/>
                </a:lnTo>
                <a:close/>
                <a:moveTo>
                  <a:pt x="300" y="441"/>
                </a:moveTo>
                <a:lnTo>
                  <a:pt x="289" y="444"/>
                </a:lnTo>
                <a:lnTo>
                  <a:pt x="281" y="452"/>
                </a:lnTo>
                <a:lnTo>
                  <a:pt x="277" y="464"/>
                </a:lnTo>
                <a:lnTo>
                  <a:pt x="281" y="475"/>
                </a:lnTo>
                <a:lnTo>
                  <a:pt x="289" y="484"/>
                </a:lnTo>
                <a:lnTo>
                  <a:pt x="300" y="488"/>
                </a:lnTo>
                <a:lnTo>
                  <a:pt x="324" y="488"/>
                </a:lnTo>
                <a:lnTo>
                  <a:pt x="336" y="484"/>
                </a:lnTo>
                <a:lnTo>
                  <a:pt x="344" y="475"/>
                </a:lnTo>
                <a:lnTo>
                  <a:pt x="347" y="464"/>
                </a:lnTo>
                <a:lnTo>
                  <a:pt x="344" y="452"/>
                </a:lnTo>
                <a:lnTo>
                  <a:pt x="336" y="444"/>
                </a:lnTo>
                <a:lnTo>
                  <a:pt x="324" y="441"/>
                </a:lnTo>
                <a:lnTo>
                  <a:pt x="300" y="441"/>
                </a:lnTo>
                <a:close/>
                <a:moveTo>
                  <a:pt x="184" y="441"/>
                </a:moveTo>
                <a:lnTo>
                  <a:pt x="173" y="444"/>
                </a:lnTo>
                <a:lnTo>
                  <a:pt x="165" y="452"/>
                </a:lnTo>
                <a:lnTo>
                  <a:pt x="161" y="464"/>
                </a:lnTo>
                <a:lnTo>
                  <a:pt x="165" y="475"/>
                </a:lnTo>
                <a:lnTo>
                  <a:pt x="173" y="484"/>
                </a:lnTo>
                <a:lnTo>
                  <a:pt x="184" y="488"/>
                </a:lnTo>
                <a:lnTo>
                  <a:pt x="207" y="488"/>
                </a:lnTo>
                <a:lnTo>
                  <a:pt x="220" y="484"/>
                </a:lnTo>
                <a:lnTo>
                  <a:pt x="228" y="475"/>
                </a:lnTo>
                <a:lnTo>
                  <a:pt x="231" y="464"/>
                </a:lnTo>
                <a:lnTo>
                  <a:pt x="228" y="452"/>
                </a:lnTo>
                <a:lnTo>
                  <a:pt x="220" y="444"/>
                </a:lnTo>
                <a:lnTo>
                  <a:pt x="207" y="441"/>
                </a:lnTo>
                <a:lnTo>
                  <a:pt x="184" y="441"/>
                </a:lnTo>
                <a:close/>
                <a:moveTo>
                  <a:pt x="68" y="441"/>
                </a:moveTo>
                <a:lnTo>
                  <a:pt x="57" y="444"/>
                </a:lnTo>
                <a:lnTo>
                  <a:pt x="49" y="452"/>
                </a:lnTo>
                <a:lnTo>
                  <a:pt x="46" y="464"/>
                </a:lnTo>
                <a:lnTo>
                  <a:pt x="49" y="475"/>
                </a:lnTo>
                <a:lnTo>
                  <a:pt x="57" y="484"/>
                </a:lnTo>
                <a:lnTo>
                  <a:pt x="68" y="488"/>
                </a:lnTo>
                <a:lnTo>
                  <a:pt x="91" y="488"/>
                </a:lnTo>
                <a:lnTo>
                  <a:pt x="104" y="484"/>
                </a:lnTo>
                <a:lnTo>
                  <a:pt x="112" y="475"/>
                </a:lnTo>
                <a:lnTo>
                  <a:pt x="115" y="464"/>
                </a:lnTo>
                <a:lnTo>
                  <a:pt x="112" y="452"/>
                </a:lnTo>
                <a:lnTo>
                  <a:pt x="104" y="444"/>
                </a:lnTo>
                <a:lnTo>
                  <a:pt x="91" y="441"/>
                </a:lnTo>
                <a:lnTo>
                  <a:pt x="68" y="441"/>
                </a:lnTo>
                <a:close/>
                <a:moveTo>
                  <a:pt x="417" y="348"/>
                </a:moveTo>
                <a:lnTo>
                  <a:pt x="404" y="351"/>
                </a:lnTo>
                <a:lnTo>
                  <a:pt x="396" y="361"/>
                </a:lnTo>
                <a:lnTo>
                  <a:pt x="393" y="371"/>
                </a:lnTo>
                <a:lnTo>
                  <a:pt x="396" y="384"/>
                </a:lnTo>
                <a:lnTo>
                  <a:pt x="404" y="392"/>
                </a:lnTo>
                <a:lnTo>
                  <a:pt x="417" y="395"/>
                </a:lnTo>
                <a:lnTo>
                  <a:pt x="440" y="395"/>
                </a:lnTo>
                <a:lnTo>
                  <a:pt x="452" y="392"/>
                </a:lnTo>
                <a:lnTo>
                  <a:pt x="460" y="384"/>
                </a:lnTo>
                <a:lnTo>
                  <a:pt x="463" y="371"/>
                </a:lnTo>
                <a:lnTo>
                  <a:pt x="460" y="361"/>
                </a:lnTo>
                <a:lnTo>
                  <a:pt x="452" y="351"/>
                </a:lnTo>
                <a:lnTo>
                  <a:pt x="440" y="348"/>
                </a:lnTo>
                <a:lnTo>
                  <a:pt x="417" y="348"/>
                </a:lnTo>
                <a:close/>
                <a:moveTo>
                  <a:pt x="300" y="348"/>
                </a:moveTo>
                <a:lnTo>
                  <a:pt x="289" y="351"/>
                </a:lnTo>
                <a:lnTo>
                  <a:pt x="281" y="361"/>
                </a:lnTo>
                <a:lnTo>
                  <a:pt x="277" y="371"/>
                </a:lnTo>
                <a:lnTo>
                  <a:pt x="281" y="384"/>
                </a:lnTo>
                <a:lnTo>
                  <a:pt x="289" y="392"/>
                </a:lnTo>
                <a:lnTo>
                  <a:pt x="300" y="395"/>
                </a:lnTo>
                <a:lnTo>
                  <a:pt x="324" y="395"/>
                </a:lnTo>
                <a:lnTo>
                  <a:pt x="336" y="392"/>
                </a:lnTo>
                <a:lnTo>
                  <a:pt x="344" y="384"/>
                </a:lnTo>
                <a:lnTo>
                  <a:pt x="347" y="371"/>
                </a:lnTo>
                <a:lnTo>
                  <a:pt x="344" y="361"/>
                </a:lnTo>
                <a:lnTo>
                  <a:pt x="336" y="351"/>
                </a:lnTo>
                <a:lnTo>
                  <a:pt x="324" y="348"/>
                </a:lnTo>
                <a:lnTo>
                  <a:pt x="300" y="348"/>
                </a:lnTo>
                <a:close/>
                <a:moveTo>
                  <a:pt x="184" y="348"/>
                </a:moveTo>
                <a:lnTo>
                  <a:pt x="173" y="351"/>
                </a:lnTo>
                <a:lnTo>
                  <a:pt x="165" y="361"/>
                </a:lnTo>
                <a:lnTo>
                  <a:pt x="161" y="371"/>
                </a:lnTo>
                <a:lnTo>
                  <a:pt x="165" y="384"/>
                </a:lnTo>
                <a:lnTo>
                  <a:pt x="173" y="392"/>
                </a:lnTo>
                <a:lnTo>
                  <a:pt x="184" y="395"/>
                </a:lnTo>
                <a:lnTo>
                  <a:pt x="207" y="395"/>
                </a:lnTo>
                <a:lnTo>
                  <a:pt x="220" y="392"/>
                </a:lnTo>
                <a:lnTo>
                  <a:pt x="228" y="384"/>
                </a:lnTo>
                <a:lnTo>
                  <a:pt x="231" y="371"/>
                </a:lnTo>
                <a:lnTo>
                  <a:pt x="228" y="361"/>
                </a:lnTo>
                <a:lnTo>
                  <a:pt x="220" y="351"/>
                </a:lnTo>
                <a:lnTo>
                  <a:pt x="207" y="348"/>
                </a:lnTo>
                <a:lnTo>
                  <a:pt x="184" y="348"/>
                </a:lnTo>
                <a:close/>
                <a:moveTo>
                  <a:pt x="68" y="348"/>
                </a:moveTo>
                <a:lnTo>
                  <a:pt x="57" y="351"/>
                </a:lnTo>
                <a:lnTo>
                  <a:pt x="49" y="361"/>
                </a:lnTo>
                <a:lnTo>
                  <a:pt x="46" y="371"/>
                </a:lnTo>
                <a:lnTo>
                  <a:pt x="49" y="384"/>
                </a:lnTo>
                <a:lnTo>
                  <a:pt x="57" y="392"/>
                </a:lnTo>
                <a:lnTo>
                  <a:pt x="68" y="395"/>
                </a:lnTo>
                <a:lnTo>
                  <a:pt x="91" y="395"/>
                </a:lnTo>
                <a:lnTo>
                  <a:pt x="104" y="392"/>
                </a:lnTo>
                <a:lnTo>
                  <a:pt x="112" y="384"/>
                </a:lnTo>
                <a:lnTo>
                  <a:pt x="115" y="371"/>
                </a:lnTo>
                <a:lnTo>
                  <a:pt x="112" y="361"/>
                </a:lnTo>
                <a:lnTo>
                  <a:pt x="104" y="351"/>
                </a:lnTo>
                <a:lnTo>
                  <a:pt x="91" y="348"/>
                </a:lnTo>
                <a:lnTo>
                  <a:pt x="68" y="348"/>
                </a:lnTo>
                <a:close/>
                <a:moveTo>
                  <a:pt x="417" y="257"/>
                </a:moveTo>
                <a:lnTo>
                  <a:pt x="404" y="259"/>
                </a:lnTo>
                <a:lnTo>
                  <a:pt x="396" y="268"/>
                </a:lnTo>
                <a:lnTo>
                  <a:pt x="393" y="280"/>
                </a:lnTo>
                <a:lnTo>
                  <a:pt x="396" y="291"/>
                </a:lnTo>
                <a:lnTo>
                  <a:pt x="404" y="299"/>
                </a:lnTo>
                <a:lnTo>
                  <a:pt x="417" y="303"/>
                </a:lnTo>
                <a:lnTo>
                  <a:pt x="440" y="303"/>
                </a:lnTo>
                <a:lnTo>
                  <a:pt x="452" y="299"/>
                </a:lnTo>
                <a:lnTo>
                  <a:pt x="460" y="291"/>
                </a:lnTo>
                <a:lnTo>
                  <a:pt x="463" y="280"/>
                </a:lnTo>
                <a:lnTo>
                  <a:pt x="460" y="268"/>
                </a:lnTo>
                <a:lnTo>
                  <a:pt x="452" y="259"/>
                </a:lnTo>
                <a:lnTo>
                  <a:pt x="440" y="257"/>
                </a:lnTo>
                <a:lnTo>
                  <a:pt x="417" y="257"/>
                </a:lnTo>
                <a:close/>
                <a:moveTo>
                  <a:pt x="300" y="257"/>
                </a:moveTo>
                <a:lnTo>
                  <a:pt x="289" y="259"/>
                </a:lnTo>
                <a:lnTo>
                  <a:pt x="281" y="268"/>
                </a:lnTo>
                <a:lnTo>
                  <a:pt x="277" y="280"/>
                </a:lnTo>
                <a:lnTo>
                  <a:pt x="281" y="291"/>
                </a:lnTo>
                <a:lnTo>
                  <a:pt x="289" y="299"/>
                </a:lnTo>
                <a:lnTo>
                  <a:pt x="300" y="303"/>
                </a:lnTo>
                <a:lnTo>
                  <a:pt x="324" y="303"/>
                </a:lnTo>
                <a:lnTo>
                  <a:pt x="336" y="299"/>
                </a:lnTo>
                <a:lnTo>
                  <a:pt x="344" y="291"/>
                </a:lnTo>
                <a:lnTo>
                  <a:pt x="347" y="280"/>
                </a:lnTo>
                <a:lnTo>
                  <a:pt x="344" y="268"/>
                </a:lnTo>
                <a:lnTo>
                  <a:pt x="336" y="259"/>
                </a:lnTo>
                <a:lnTo>
                  <a:pt x="324" y="257"/>
                </a:lnTo>
                <a:lnTo>
                  <a:pt x="300" y="257"/>
                </a:lnTo>
                <a:close/>
                <a:moveTo>
                  <a:pt x="184" y="257"/>
                </a:moveTo>
                <a:lnTo>
                  <a:pt x="173" y="259"/>
                </a:lnTo>
                <a:lnTo>
                  <a:pt x="165" y="268"/>
                </a:lnTo>
                <a:lnTo>
                  <a:pt x="161" y="280"/>
                </a:lnTo>
                <a:lnTo>
                  <a:pt x="165" y="291"/>
                </a:lnTo>
                <a:lnTo>
                  <a:pt x="173" y="299"/>
                </a:lnTo>
                <a:lnTo>
                  <a:pt x="184" y="303"/>
                </a:lnTo>
                <a:lnTo>
                  <a:pt x="207" y="303"/>
                </a:lnTo>
                <a:lnTo>
                  <a:pt x="220" y="299"/>
                </a:lnTo>
                <a:lnTo>
                  <a:pt x="228" y="291"/>
                </a:lnTo>
                <a:lnTo>
                  <a:pt x="231" y="280"/>
                </a:lnTo>
                <a:lnTo>
                  <a:pt x="228" y="268"/>
                </a:lnTo>
                <a:lnTo>
                  <a:pt x="220" y="259"/>
                </a:lnTo>
                <a:lnTo>
                  <a:pt x="207" y="257"/>
                </a:lnTo>
                <a:lnTo>
                  <a:pt x="184" y="257"/>
                </a:lnTo>
                <a:close/>
                <a:moveTo>
                  <a:pt x="68" y="257"/>
                </a:moveTo>
                <a:lnTo>
                  <a:pt x="57" y="259"/>
                </a:lnTo>
                <a:lnTo>
                  <a:pt x="49" y="268"/>
                </a:lnTo>
                <a:lnTo>
                  <a:pt x="46" y="280"/>
                </a:lnTo>
                <a:lnTo>
                  <a:pt x="49" y="291"/>
                </a:lnTo>
                <a:lnTo>
                  <a:pt x="57" y="299"/>
                </a:lnTo>
                <a:lnTo>
                  <a:pt x="68" y="303"/>
                </a:lnTo>
                <a:lnTo>
                  <a:pt x="91" y="303"/>
                </a:lnTo>
                <a:lnTo>
                  <a:pt x="104" y="299"/>
                </a:lnTo>
                <a:lnTo>
                  <a:pt x="112" y="291"/>
                </a:lnTo>
                <a:lnTo>
                  <a:pt x="115" y="280"/>
                </a:lnTo>
                <a:lnTo>
                  <a:pt x="112" y="268"/>
                </a:lnTo>
                <a:lnTo>
                  <a:pt x="104" y="259"/>
                </a:lnTo>
                <a:lnTo>
                  <a:pt x="91" y="257"/>
                </a:lnTo>
                <a:lnTo>
                  <a:pt x="68" y="257"/>
                </a:lnTo>
                <a:close/>
                <a:moveTo>
                  <a:pt x="0" y="210"/>
                </a:moveTo>
                <a:lnTo>
                  <a:pt x="510" y="210"/>
                </a:lnTo>
                <a:lnTo>
                  <a:pt x="510" y="557"/>
                </a:lnTo>
                <a:lnTo>
                  <a:pt x="505" y="579"/>
                </a:lnTo>
                <a:lnTo>
                  <a:pt x="496" y="598"/>
                </a:lnTo>
                <a:lnTo>
                  <a:pt x="481" y="613"/>
                </a:lnTo>
                <a:lnTo>
                  <a:pt x="462" y="623"/>
                </a:lnTo>
                <a:lnTo>
                  <a:pt x="440" y="627"/>
                </a:lnTo>
                <a:lnTo>
                  <a:pt x="68" y="627"/>
                </a:lnTo>
                <a:lnTo>
                  <a:pt x="46" y="623"/>
                </a:lnTo>
                <a:lnTo>
                  <a:pt x="27" y="613"/>
                </a:lnTo>
                <a:lnTo>
                  <a:pt x="12" y="598"/>
                </a:lnTo>
                <a:lnTo>
                  <a:pt x="2" y="579"/>
                </a:lnTo>
                <a:lnTo>
                  <a:pt x="0" y="557"/>
                </a:lnTo>
                <a:lnTo>
                  <a:pt x="0" y="210"/>
                </a:lnTo>
                <a:close/>
                <a:moveTo>
                  <a:pt x="46" y="46"/>
                </a:moveTo>
                <a:lnTo>
                  <a:pt x="46" y="140"/>
                </a:lnTo>
                <a:lnTo>
                  <a:pt x="463" y="140"/>
                </a:lnTo>
                <a:lnTo>
                  <a:pt x="463" y="46"/>
                </a:lnTo>
                <a:lnTo>
                  <a:pt x="46" y="46"/>
                </a:lnTo>
                <a:close/>
                <a:moveTo>
                  <a:pt x="68" y="0"/>
                </a:moveTo>
                <a:lnTo>
                  <a:pt x="440" y="0"/>
                </a:lnTo>
                <a:lnTo>
                  <a:pt x="462" y="4"/>
                </a:lnTo>
                <a:lnTo>
                  <a:pt x="481" y="13"/>
                </a:lnTo>
                <a:lnTo>
                  <a:pt x="496" y="28"/>
                </a:lnTo>
                <a:lnTo>
                  <a:pt x="505" y="48"/>
                </a:lnTo>
                <a:lnTo>
                  <a:pt x="510" y="69"/>
                </a:lnTo>
                <a:lnTo>
                  <a:pt x="510" y="186"/>
                </a:lnTo>
                <a:lnTo>
                  <a:pt x="0" y="186"/>
                </a:lnTo>
                <a:lnTo>
                  <a:pt x="0" y="69"/>
                </a:lnTo>
                <a:lnTo>
                  <a:pt x="2" y="48"/>
                </a:lnTo>
                <a:lnTo>
                  <a:pt x="12" y="28"/>
                </a:lnTo>
                <a:lnTo>
                  <a:pt x="27" y="13"/>
                </a:lnTo>
                <a:lnTo>
                  <a:pt x="46" y="4"/>
                </a:lnTo>
                <a:lnTo>
                  <a:pt x="6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0" name="Freeform 34"/>
          <p:cNvSpPr>
            <a:spLocks noChangeAspect="1" noEditPoints="1"/>
          </p:cNvSpPr>
          <p:nvPr/>
        </p:nvSpPr>
        <p:spPr bwMode="auto">
          <a:xfrm>
            <a:off x="2756816" y="4545124"/>
            <a:ext cx="1080000" cy="1081726"/>
          </a:xfrm>
          <a:custGeom>
            <a:avLst/>
            <a:gdLst>
              <a:gd name="T0" fmla="*/ 300 w 626"/>
              <a:gd name="T1" fmla="*/ 512 h 627"/>
              <a:gd name="T2" fmla="*/ 307 w 626"/>
              <a:gd name="T3" fmla="*/ 540 h 627"/>
              <a:gd name="T4" fmla="*/ 322 w 626"/>
              <a:gd name="T5" fmla="*/ 526 h 627"/>
              <a:gd name="T6" fmla="*/ 315 w 626"/>
              <a:gd name="T7" fmla="*/ 499 h 627"/>
              <a:gd name="T8" fmla="*/ 64 w 626"/>
              <a:gd name="T9" fmla="*/ 561 h 627"/>
              <a:gd name="T10" fmla="*/ 49 w 626"/>
              <a:gd name="T11" fmla="*/ 460 h 627"/>
              <a:gd name="T12" fmla="*/ 43 w 626"/>
              <a:gd name="T13" fmla="*/ 567 h 627"/>
              <a:gd name="T14" fmla="*/ 64 w 626"/>
              <a:gd name="T15" fmla="*/ 583 h 627"/>
              <a:gd name="T16" fmla="*/ 579 w 626"/>
              <a:gd name="T17" fmla="*/ 572 h 627"/>
              <a:gd name="T18" fmla="*/ 581 w 626"/>
              <a:gd name="T19" fmla="*/ 473 h 627"/>
              <a:gd name="T20" fmla="*/ 568 w 626"/>
              <a:gd name="T21" fmla="*/ 456 h 627"/>
              <a:gd name="T22" fmla="*/ 86 w 626"/>
              <a:gd name="T23" fmla="*/ 389 h 627"/>
              <a:gd name="T24" fmla="*/ 109 w 626"/>
              <a:gd name="T25" fmla="*/ 411 h 627"/>
              <a:gd name="T26" fmla="*/ 538 w 626"/>
              <a:gd name="T27" fmla="*/ 391 h 627"/>
              <a:gd name="T28" fmla="*/ 622 w 626"/>
              <a:gd name="T29" fmla="*/ 600 h 627"/>
              <a:gd name="T30" fmla="*/ 26 w 626"/>
              <a:gd name="T31" fmla="*/ 623 h 627"/>
              <a:gd name="T32" fmla="*/ 86 w 626"/>
              <a:gd name="T33" fmla="*/ 367 h 627"/>
              <a:gd name="T34" fmla="*/ 410 w 626"/>
              <a:gd name="T35" fmla="*/ 324 h 627"/>
              <a:gd name="T36" fmla="*/ 366 w 626"/>
              <a:gd name="T37" fmla="*/ 324 h 627"/>
              <a:gd name="T38" fmla="*/ 324 w 626"/>
              <a:gd name="T39" fmla="*/ 324 h 627"/>
              <a:gd name="T40" fmla="*/ 258 w 626"/>
              <a:gd name="T41" fmla="*/ 303 h 627"/>
              <a:gd name="T42" fmla="*/ 194 w 626"/>
              <a:gd name="T43" fmla="*/ 303 h 627"/>
              <a:gd name="T44" fmla="*/ 410 w 626"/>
              <a:gd name="T45" fmla="*/ 281 h 627"/>
              <a:gd name="T46" fmla="*/ 366 w 626"/>
              <a:gd name="T47" fmla="*/ 281 h 627"/>
              <a:gd name="T48" fmla="*/ 324 w 626"/>
              <a:gd name="T49" fmla="*/ 281 h 627"/>
              <a:gd name="T50" fmla="*/ 410 w 626"/>
              <a:gd name="T51" fmla="*/ 238 h 627"/>
              <a:gd name="T52" fmla="*/ 366 w 626"/>
              <a:gd name="T53" fmla="*/ 238 h 627"/>
              <a:gd name="T54" fmla="*/ 324 w 626"/>
              <a:gd name="T55" fmla="*/ 238 h 627"/>
              <a:gd name="T56" fmla="*/ 258 w 626"/>
              <a:gd name="T57" fmla="*/ 238 h 627"/>
              <a:gd name="T58" fmla="*/ 194 w 626"/>
              <a:gd name="T59" fmla="*/ 238 h 627"/>
              <a:gd name="T60" fmla="*/ 411 w 626"/>
              <a:gd name="T61" fmla="*/ 108 h 627"/>
              <a:gd name="T62" fmla="*/ 395 w 626"/>
              <a:gd name="T63" fmla="*/ 110 h 627"/>
              <a:gd name="T64" fmla="*/ 386 w 626"/>
              <a:gd name="T65" fmla="*/ 106 h 627"/>
              <a:gd name="T66" fmla="*/ 386 w 626"/>
              <a:gd name="T67" fmla="*/ 115 h 627"/>
              <a:gd name="T68" fmla="*/ 392 w 626"/>
              <a:gd name="T69" fmla="*/ 132 h 627"/>
              <a:gd name="T70" fmla="*/ 418 w 626"/>
              <a:gd name="T71" fmla="*/ 130 h 627"/>
              <a:gd name="T72" fmla="*/ 423 w 626"/>
              <a:gd name="T73" fmla="*/ 115 h 627"/>
              <a:gd name="T74" fmla="*/ 393 w 626"/>
              <a:gd name="T75" fmla="*/ 68 h 627"/>
              <a:gd name="T76" fmla="*/ 384 w 626"/>
              <a:gd name="T77" fmla="*/ 72 h 627"/>
              <a:gd name="T78" fmla="*/ 391 w 626"/>
              <a:gd name="T79" fmla="*/ 82 h 627"/>
              <a:gd name="T80" fmla="*/ 397 w 626"/>
              <a:gd name="T81" fmla="*/ 90 h 627"/>
              <a:gd name="T82" fmla="*/ 411 w 626"/>
              <a:gd name="T83" fmla="*/ 87 h 627"/>
              <a:gd name="T84" fmla="*/ 426 w 626"/>
              <a:gd name="T85" fmla="*/ 82 h 627"/>
              <a:gd name="T86" fmla="*/ 422 w 626"/>
              <a:gd name="T87" fmla="*/ 74 h 627"/>
              <a:gd name="T88" fmla="*/ 401 w 626"/>
              <a:gd name="T89" fmla="*/ 74 h 627"/>
              <a:gd name="T90" fmla="*/ 366 w 626"/>
              <a:gd name="T91" fmla="*/ 43 h 627"/>
              <a:gd name="T92" fmla="*/ 172 w 626"/>
              <a:gd name="T93" fmla="*/ 43 h 627"/>
              <a:gd name="T94" fmla="*/ 177 w 626"/>
              <a:gd name="T95" fmla="*/ 0 h 627"/>
              <a:gd name="T96" fmla="*/ 322 w 626"/>
              <a:gd name="T97" fmla="*/ 5 h 627"/>
              <a:gd name="T98" fmla="*/ 344 w 626"/>
              <a:gd name="T99" fmla="*/ 86 h 627"/>
              <a:gd name="T100" fmla="*/ 329 w 626"/>
              <a:gd name="T101" fmla="*/ 121 h 627"/>
              <a:gd name="T102" fmla="*/ 432 w 626"/>
              <a:gd name="T103" fmla="*/ 173 h 627"/>
              <a:gd name="T104" fmla="*/ 455 w 626"/>
              <a:gd name="T105" fmla="*/ 180 h 627"/>
              <a:gd name="T106" fmla="*/ 518 w 626"/>
              <a:gd name="T107" fmla="*/ 335 h 627"/>
              <a:gd name="T108" fmla="*/ 112 w 626"/>
              <a:gd name="T109" fmla="*/ 332 h 627"/>
              <a:gd name="T110" fmla="*/ 140 w 626"/>
              <a:gd name="T111" fmla="*/ 269 h 627"/>
              <a:gd name="T112" fmla="*/ 165 w 626"/>
              <a:gd name="T113" fmla="*/ 202 h 627"/>
              <a:gd name="T114" fmla="*/ 194 w 626"/>
              <a:gd name="T115" fmla="*/ 173 h 627"/>
              <a:gd name="T116" fmla="*/ 164 w 626"/>
              <a:gd name="T117" fmla="*/ 130 h 627"/>
              <a:gd name="T118" fmla="*/ 130 w 626"/>
              <a:gd name="T119" fmla="*/ 89 h 627"/>
              <a:gd name="T120" fmla="*/ 132 w 626"/>
              <a:gd name="T121" fmla="*/ 22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26" h="627">
                <a:moveTo>
                  <a:pt x="311" y="497"/>
                </a:moveTo>
                <a:lnTo>
                  <a:pt x="307" y="499"/>
                </a:lnTo>
                <a:lnTo>
                  <a:pt x="304" y="501"/>
                </a:lnTo>
                <a:lnTo>
                  <a:pt x="302" y="505"/>
                </a:lnTo>
                <a:lnTo>
                  <a:pt x="300" y="512"/>
                </a:lnTo>
                <a:lnTo>
                  <a:pt x="300" y="519"/>
                </a:lnTo>
                <a:lnTo>
                  <a:pt x="300" y="526"/>
                </a:lnTo>
                <a:lnTo>
                  <a:pt x="302" y="531"/>
                </a:lnTo>
                <a:lnTo>
                  <a:pt x="304" y="535"/>
                </a:lnTo>
                <a:lnTo>
                  <a:pt x="307" y="540"/>
                </a:lnTo>
                <a:lnTo>
                  <a:pt x="311" y="540"/>
                </a:lnTo>
                <a:lnTo>
                  <a:pt x="315" y="540"/>
                </a:lnTo>
                <a:lnTo>
                  <a:pt x="318" y="535"/>
                </a:lnTo>
                <a:lnTo>
                  <a:pt x="321" y="531"/>
                </a:lnTo>
                <a:lnTo>
                  <a:pt x="322" y="526"/>
                </a:lnTo>
                <a:lnTo>
                  <a:pt x="324" y="519"/>
                </a:lnTo>
                <a:lnTo>
                  <a:pt x="322" y="512"/>
                </a:lnTo>
                <a:lnTo>
                  <a:pt x="321" y="505"/>
                </a:lnTo>
                <a:lnTo>
                  <a:pt x="318" y="501"/>
                </a:lnTo>
                <a:lnTo>
                  <a:pt x="315" y="499"/>
                </a:lnTo>
                <a:lnTo>
                  <a:pt x="311" y="497"/>
                </a:lnTo>
                <a:close/>
                <a:moveTo>
                  <a:pt x="64" y="475"/>
                </a:moveTo>
                <a:lnTo>
                  <a:pt x="560" y="475"/>
                </a:lnTo>
                <a:lnTo>
                  <a:pt x="560" y="561"/>
                </a:lnTo>
                <a:lnTo>
                  <a:pt x="64" y="561"/>
                </a:lnTo>
                <a:lnTo>
                  <a:pt x="64" y="475"/>
                </a:lnTo>
                <a:close/>
                <a:moveTo>
                  <a:pt x="64" y="453"/>
                </a:moveTo>
                <a:lnTo>
                  <a:pt x="58" y="455"/>
                </a:lnTo>
                <a:lnTo>
                  <a:pt x="53" y="456"/>
                </a:lnTo>
                <a:lnTo>
                  <a:pt x="49" y="460"/>
                </a:lnTo>
                <a:lnTo>
                  <a:pt x="45" y="464"/>
                </a:lnTo>
                <a:lnTo>
                  <a:pt x="43" y="470"/>
                </a:lnTo>
                <a:lnTo>
                  <a:pt x="42" y="475"/>
                </a:lnTo>
                <a:lnTo>
                  <a:pt x="42" y="561"/>
                </a:lnTo>
                <a:lnTo>
                  <a:pt x="43" y="567"/>
                </a:lnTo>
                <a:lnTo>
                  <a:pt x="45" y="572"/>
                </a:lnTo>
                <a:lnTo>
                  <a:pt x="49" y="576"/>
                </a:lnTo>
                <a:lnTo>
                  <a:pt x="53" y="581"/>
                </a:lnTo>
                <a:lnTo>
                  <a:pt x="58" y="582"/>
                </a:lnTo>
                <a:lnTo>
                  <a:pt x="64" y="583"/>
                </a:lnTo>
                <a:lnTo>
                  <a:pt x="560" y="583"/>
                </a:lnTo>
                <a:lnTo>
                  <a:pt x="567" y="582"/>
                </a:lnTo>
                <a:lnTo>
                  <a:pt x="571" y="581"/>
                </a:lnTo>
                <a:lnTo>
                  <a:pt x="576" y="576"/>
                </a:lnTo>
                <a:lnTo>
                  <a:pt x="579" y="572"/>
                </a:lnTo>
                <a:lnTo>
                  <a:pt x="582" y="567"/>
                </a:lnTo>
                <a:lnTo>
                  <a:pt x="582" y="561"/>
                </a:lnTo>
                <a:lnTo>
                  <a:pt x="582" y="475"/>
                </a:lnTo>
                <a:lnTo>
                  <a:pt x="582" y="474"/>
                </a:lnTo>
                <a:lnTo>
                  <a:pt x="581" y="473"/>
                </a:lnTo>
                <a:lnTo>
                  <a:pt x="579" y="470"/>
                </a:lnTo>
                <a:lnTo>
                  <a:pt x="578" y="466"/>
                </a:lnTo>
                <a:lnTo>
                  <a:pt x="575" y="463"/>
                </a:lnTo>
                <a:lnTo>
                  <a:pt x="571" y="459"/>
                </a:lnTo>
                <a:lnTo>
                  <a:pt x="568" y="456"/>
                </a:lnTo>
                <a:lnTo>
                  <a:pt x="564" y="455"/>
                </a:lnTo>
                <a:lnTo>
                  <a:pt x="560" y="453"/>
                </a:lnTo>
                <a:lnTo>
                  <a:pt x="64" y="453"/>
                </a:lnTo>
                <a:close/>
                <a:moveTo>
                  <a:pt x="86" y="367"/>
                </a:moveTo>
                <a:lnTo>
                  <a:pt x="86" y="389"/>
                </a:lnTo>
                <a:lnTo>
                  <a:pt x="89" y="399"/>
                </a:lnTo>
                <a:lnTo>
                  <a:pt x="94" y="404"/>
                </a:lnTo>
                <a:lnTo>
                  <a:pt x="101" y="408"/>
                </a:lnTo>
                <a:lnTo>
                  <a:pt x="106" y="410"/>
                </a:lnTo>
                <a:lnTo>
                  <a:pt x="109" y="411"/>
                </a:lnTo>
                <a:lnTo>
                  <a:pt x="519" y="411"/>
                </a:lnTo>
                <a:lnTo>
                  <a:pt x="527" y="408"/>
                </a:lnTo>
                <a:lnTo>
                  <a:pt x="533" y="403"/>
                </a:lnTo>
                <a:lnTo>
                  <a:pt x="537" y="396"/>
                </a:lnTo>
                <a:lnTo>
                  <a:pt x="538" y="391"/>
                </a:lnTo>
                <a:lnTo>
                  <a:pt x="540" y="388"/>
                </a:lnTo>
                <a:lnTo>
                  <a:pt x="540" y="367"/>
                </a:lnTo>
                <a:lnTo>
                  <a:pt x="626" y="453"/>
                </a:lnTo>
                <a:lnTo>
                  <a:pt x="626" y="583"/>
                </a:lnTo>
                <a:lnTo>
                  <a:pt x="622" y="600"/>
                </a:lnTo>
                <a:lnTo>
                  <a:pt x="613" y="613"/>
                </a:lnTo>
                <a:lnTo>
                  <a:pt x="600" y="623"/>
                </a:lnTo>
                <a:lnTo>
                  <a:pt x="582" y="627"/>
                </a:lnTo>
                <a:lnTo>
                  <a:pt x="42" y="627"/>
                </a:lnTo>
                <a:lnTo>
                  <a:pt x="26" y="623"/>
                </a:lnTo>
                <a:lnTo>
                  <a:pt x="12" y="613"/>
                </a:lnTo>
                <a:lnTo>
                  <a:pt x="2" y="600"/>
                </a:lnTo>
                <a:lnTo>
                  <a:pt x="0" y="583"/>
                </a:lnTo>
                <a:lnTo>
                  <a:pt x="0" y="453"/>
                </a:lnTo>
                <a:lnTo>
                  <a:pt x="86" y="367"/>
                </a:lnTo>
                <a:close/>
                <a:moveTo>
                  <a:pt x="410" y="324"/>
                </a:moveTo>
                <a:lnTo>
                  <a:pt x="410" y="345"/>
                </a:lnTo>
                <a:lnTo>
                  <a:pt x="432" y="345"/>
                </a:lnTo>
                <a:lnTo>
                  <a:pt x="432" y="324"/>
                </a:lnTo>
                <a:lnTo>
                  <a:pt x="410" y="324"/>
                </a:lnTo>
                <a:close/>
                <a:moveTo>
                  <a:pt x="366" y="324"/>
                </a:moveTo>
                <a:lnTo>
                  <a:pt x="366" y="345"/>
                </a:lnTo>
                <a:lnTo>
                  <a:pt x="388" y="345"/>
                </a:lnTo>
                <a:lnTo>
                  <a:pt x="388" y="324"/>
                </a:lnTo>
                <a:lnTo>
                  <a:pt x="366" y="324"/>
                </a:lnTo>
                <a:close/>
                <a:moveTo>
                  <a:pt x="324" y="324"/>
                </a:moveTo>
                <a:lnTo>
                  <a:pt x="324" y="345"/>
                </a:lnTo>
                <a:lnTo>
                  <a:pt x="344" y="345"/>
                </a:lnTo>
                <a:lnTo>
                  <a:pt x="344" y="324"/>
                </a:lnTo>
                <a:lnTo>
                  <a:pt x="324" y="324"/>
                </a:lnTo>
                <a:close/>
                <a:moveTo>
                  <a:pt x="258" y="303"/>
                </a:moveTo>
                <a:lnTo>
                  <a:pt x="258" y="345"/>
                </a:lnTo>
                <a:lnTo>
                  <a:pt x="302" y="345"/>
                </a:lnTo>
                <a:lnTo>
                  <a:pt x="302" y="303"/>
                </a:lnTo>
                <a:lnTo>
                  <a:pt x="258" y="303"/>
                </a:lnTo>
                <a:close/>
                <a:moveTo>
                  <a:pt x="194" y="303"/>
                </a:moveTo>
                <a:lnTo>
                  <a:pt x="194" y="345"/>
                </a:lnTo>
                <a:lnTo>
                  <a:pt x="236" y="345"/>
                </a:lnTo>
                <a:lnTo>
                  <a:pt x="236" y="303"/>
                </a:lnTo>
                <a:lnTo>
                  <a:pt x="194" y="303"/>
                </a:lnTo>
                <a:close/>
                <a:moveTo>
                  <a:pt x="410" y="281"/>
                </a:moveTo>
                <a:lnTo>
                  <a:pt x="410" y="303"/>
                </a:lnTo>
                <a:lnTo>
                  <a:pt x="432" y="303"/>
                </a:lnTo>
                <a:lnTo>
                  <a:pt x="432" y="281"/>
                </a:lnTo>
                <a:lnTo>
                  <a:pt x="410" y="281"/>
                </a:lnTo>
                <a:close/>
                <a:moveTo>
                  <a:pt x="366" y="281"/>
                </a:moveTo>
                <a:lnTo>
                  <a:pt x="366" y="303"/>
                </a:lnTo>
                <a:lnTo>
                  <a:pt x="388" y="303"/>
                </a:lnTo>
                <a:lnTo>
                  <a:pt x="388" y="281"/>
                </a:lnTo>
                <a:lnTo>
                  <a:pt x="366" y="281"/>
                </a:lnTo>
                <a:close/>
                <a:moveTo>
                  <a:pt x="324" y="281"/>
                </a:moveTo>
                <a:lnTo>
                  <a:pt x="324" y="303"/>
                </a:lnTo>
                <a:lnTo>
                  <a:pt x="344" y="303"/>
                </a:lnTo>
                <a:lnTo>
                  <a:pt x="344" y="281"/>
                </a:lnTo>
                <a:lnTo>
                  <a:pt x="324" y="281"/>
                </a:lnTo>
                <a:close/>
                <a:moveTo>
                  <a:pt x="410" y="238"/>
                </a:moveTo>
                <a:lnTo>
                  <a:pt x="410" y="259"/>
                </a:lnTo>
                <a:lnTo>
                  <a:pt x="432" y="259"/>
                </a:lnTo>
                <a:lnTo>
                  <a:pt x="432" y="238"/>
                </a:lnTo>
                <a:lnTo>
                  <a:pt x="410" y="238"/>
                </a:lnTo>
                <a:close/>
                <a:moveTo>
                  <a:pt x="366" y="238"/>
                </a:moveTo>
                <a:lnTo>
                  <a:pt x="366" y="259"/>
                </a:lnTo>
                <a:lnTo>
                  <a:pt x="388" y="259"/>
                </a:lnTo>
                <a:lnTo>
                  <a:pt x="388" y="238"/>
                </a:lnTo>
                <a:lnTo>
                  <a:pt x="366" y="238"/>
                </a:lnTo>
                <a:close/>
                <a:moveTo>
                  <a:pt x="324" y="238"/>
                </a:moveTo>
                <a:lnTo>
                  <a:pt x="324" y="259"/>
                </a:lnTo>
                <a:lnTo>
                  <a:pt x="344" y="259"/>
                </a:lnTo>
                <a:lnTo>
                  <a:pt x="344" y="238"/>
                </a:lnTo>
                <a:lnTo>
                  <a:pt x="324" y="238"/>
                </a:lnTo>
                <a:close/>
                <a:moveTo>
                  <a:pt x="258" y="238"/>
                </a:moveTo>
                <a:lnTo>
                  <a:pt x="258" y="281"/>
                </a:lnTo>
                <a:lnTo>
                  <a:pt x="302" y="281"/>
                </a:lnTo>
                <a:lnTo>
                  <a:pt x="302" y="238"/>
                </a:lnTo>
                <a:lnTo>
                  <a:pt x="258" y="238"/>
                </a:lnTo>
                <a:close/>
                <a:moveTo>
                  <a:pt x="194" y="238"/>
                </a:moveTo>
                <a:lnTo>
                  <a:pt x="194" y="281"/>
                </a:lnTo>
                <a:lnTo>
                  <a:pt x="236" y="281"/>
                </a:lnTo>
                <a:lnTo>
                  <a:pt x="236" y="238"/>
                </a:lnTo>
                <a:lnTo>
                  <a:pt x="194" y="238"/>
                </a:lnTo>
                <a:close/>
                <a:moveTo>
                  <a:pt x="422" y="102"/>
                </a:moveTo>
                <a:lnTo>
                  <a:pt x="421" y="104"/>
                </a:lnTo>
                <a:lnTo>
                  <a:pt x="418" y="104"/>
                </a:lnTo>
                <a:lnTo>
                  <a:pt x="415" y="105"/>
                </a:lnTo>
                <a:lnTo>
                  <a:pt x="411" y="108"/>
                </a:lnTo>
                <a:lnTo>
                  <a:pt x="406" y="109"/>
                </a:lnTo>
                <a:lnTo>
                  <a:pt x="401" y="110"/>
                </a:lnTo>
                <a:lnTo>
                  <a:pt x="397" y="110"/>
                </a:lnTo>
                <a:lnTo>
                  <a:pt x="396" y="110"/>
                </a:lnTo>
                <a:lnTo>
                  <a:pt x="395" y="110"/>
                </a:lnTo>
                <a:lnTo>
                  <a:pt x="393" y="109"/>
                </a:lnTo>
                <a:lnTo>
                  <a:pt x="392" y="109"/>
                </a:lnTo>
                <a:lnTo>
                  <a:pt x="392" y="108"/>
                </a:lnTo>
                <a:lnTo>
                  <a:pt x="391" y="106"/>
                </a:lnTo>
                <a:lnTo>
                  <a:pt x="386" y="106"/>
                </a:lnTo>
                <a:lnTo>
                  <a:pt x="385" y="106"/>
                </a:lnTo>
                <a:lnTo>
                  <a:pt x="384" y="108"/>
                </a:lnTo>
                <a:lnTo>
                  <a:pt x="384" y="109"/>
                </a:lnTo>
                <a:lnTo>
                  <a:pt x="385" y="112"/>
                </a:lnTo>
                <a:lnTo>
                  <a:pt x="386" y="115"/>
                </a:lnTo>
                <a:lnTo>
                  <a:pt x="388" y="119"/>
                </a:lnTo>
                <a:lnTo>
                  <a:pt x="388" y="121"/>
                </a:lnTo>
                <a:lnTo>
                  <a:pt x="389" y="125"/>
                </a:lnTo>
                <a:lnTo>
                  <a:pt x="391" y="128"/>
                </a:lnTo>
                <a:lnTo>
                  <a:pt x="392" y="132"/>
                </a:lnTo>
                <a:lnTo>
                  <a:pt x="397" y="132"/>
                </a:lnTo>
                <a:lnTo>
                  <a:pt x="404" y="131"/>
                </a:lnTo>
                <a:lnTo>
                  <a:pt x="410" y="130"/>
                </a:lnTo>
                <a:lnTo>
                  <a:pt x="415" y="130"/>
                </a:lnTo>
                <a:lnTo>
                  <a:pt x="418" y="130"/>
                </a:lnTo>
                <a:lnTo>
                  <a:pt x="421" y="130"/>
                </a:lnTo>
                <a:lnTo>
                  <a:pt x="422" y="127"/>
                </a:lnTo>
                <a:lnTo>
                  <a:pt x="422" y="123"/>
                </a:lnTo>
                <a:lnTo>
                  <a:pt x="423" y="119"/>
                </a:lnTo>
                <a:lnTo>
                  <a:pt x="423" y="115"/>
                </a:lnTo>
                <a:lnTo>
                  <a:pt x="423" y="109"/>
                </a:lnTo>
                <a:lnTo>
                  <a:pt x="423" y="105"/>
                </a:lnTo>
                <a:lnTo>
                  <a:pt x="423" y="104"/>
                </a:lnTo>
                <a:lnTo>
                  <a:pt x="422" y="102"/>
                </a:lnTo>
                <a:close/>
                <a:moveTo>
                  <a:pt x="393" y="68"/>
                </a:moveTo>
                <a:lnTo>
                  <a:pt x="392" y="68"/>
                </a:lnTo>
                <a:lnTo>
                  <a:pt x="389" y="69"/>
                </a:lnTo>
                <a:lnTo>
                  <a:pt x="388" y="69"/>
                </a:lnTo>
                <a:lnTo>
                  <a:pt x="386" y="71"/>
                </a:lnTo>
                <a:lnTo>
                  <a:pt x="384" y="72"/>
                </a:lnTo>
                <a:lnTo>
                  <a:pt x="384" y="75"/>
                </a:lnTo>
                <a:lnTo>
                  <a:pt x="385" y="76"/>
                </a:lnTo>
                <a:lnTo>
                  <a:pt x="386" y="78"/>
                </a:lnTo>
                <a:lnTo>
                  <a:pt x="389" y="80"/>
                </a:lnTo>
                <a:lnTo>
                  <a:pt x="391" y="82"/>
                </a:lnTo>
                <a:lnTo>
                  <a:pt x="393" y="84"/>
                </a:lnTo>
                <a:lnTo>
                  <a:pt x="393" y="87"/>
                </a:lnTo>
                <a:lnTo>
                  <a:pt x="393" y="89"/>
                </a:lnTo>
                <a:lnTo>
                  <a:pt x="395" y="90"/>
                </a:lnTo>
                <a:lnTo>
                  <a:pt x="397" y="90"/>
                </a:lnTo>
                <a:lnTo>
                  <a:pt x="399" y="90"/>
                </a:lnTo>
                <a:lnTo>
                  <a:pt x="401" y="89"/>
                </a:lnTo>
                <a:lnTo>
                  <a:pt x="406" y="89"/>
                </a:lnTo>
                <a:lnTo>
                  <a:pt x="408" y="87"/>
                </a:lnTo>
                <a:lnTo>
                  <a:pt x="411" y="87"/>
                </a:lnTo>
                <a:lnTo>
                  <a:pt x="415" y="87"/>
                </a:lnTo>
                <a:lnTo>
                  <a:pt x="418" y="87"/>
                </a:lnTo>
                <a:lnTo>
                  <a:pt x="421" y="86"/>
                </a:lnTo>
                <a:lnTo>
                  <a:pt x="423" y="84"/>
                </a:lnTo>
                <a:lnTo>
                  <a:pt x="426" y="82"/>
                </a:lnTo>
                <a:lnTo>
                  <a:pt x="429" y="79"/>
                </a:lnTo>
                <a:lnTo>
                  <a:pt x="429" y="76"/>
                </a:lnTo>
                <a:lnTo>
                  <a:pt x="427" y="75"/>
                </a:lnTo>
                <a:lnTo>
                  <a:pt x="425" y="74"/>
                </a:lnTo>
                <a:lnTo>
                  <a:pt x="422" y="74"/>
                </a:lnTo>
                <a:lnTo>
                  <a:pt x="419" y="74"/>
                </a:lnTo>
                <a:lnTo>
                  <a:pt x="415" y="74"/>
                </a:lnTo>
                <a:lnTo>
                  <a:pt x="410" y="74"/>
                </a:lnTo>
                <a:lnTo>
                  <a:pt x="406" y="74"/>
                </a:lnTo>
                <a:lnTo>
                  <a:pt x="401" y="74"/>
                </a:lnTo>
                <a:lnTo>
                  <a:pt x="399" y="72"/>
                </a:lnTo>
                <a:lnTo>
                  <a:pt x="397" y="71"/>
                </a:lnTo>
                <a:lnTo>
                  <a:pt x="396" y="68"/>
                </a:lnTo>
                <a:lnTo>
                  <a:pt x="393" y="68"/>
                </a:lnTo>
                <a:close/>
                <a:moveTo>
                  <a:pt x="366" y="43"/>
                </a:moveTo>
                <a:lnTo>
                  <a:pt x="452" y="43"/>
                </a:lnTo>
                <a:lnTo>
                  <a:pt x="452" y="151"/>
                </a:lnTo>
                <a:lnTo>
                  <a:pt x="366" y="151"/>
                </a:lnTo>
                <a:lnTo>
                  <a:pt x="366" y="43"/>
                </a:lnTo>
                <a:close/>
                <a:moveTo>
                  <a:pt x="172" y="43"/>
                </a:moveTo>
                <a:lnTo>
                  <a:pt x="172" y="87"/>
                </a:lnTo>
                <a:lnTo>
                  <a:pt x="302" y="87"/>
                </a:lnTo>
                <a:lnTo>
                  <a:pt x="302" y="43"/>
                </a:lnTo>
                <a:lnTo>
                  <a:pt x="172" y="43"/>
                </a:lnTo>
                <a:close/>
                <a:moveTo>
                  <a:pt x="177" y="0"/>
                </a:moveTo>
                <a:lnTo>
                  <a:pt x="299" y="0"/>
                </a:lnTo>
                <a:lnTo>
                  <a:pt x="300" y="0"/>
                </a:lnTo>
                <a:lnTo>
                  <a:pt x="306" y="1"/>
                </a:lnTo>
                <a:lnTo>
                  <a:pt x="314" y="2"/>
                </a:lnTo>
                <a:lnTo>
                  <a:pt x="322" y="5"/>
                </a:lnTo>
                <a:lnTo>
                  <a:pt x="330" y="11"/>
                </a:lnTo>
                <a:lnTo>
                  <a:pt x="337" y="17"/>
                </a:lnTo>
                <a:lnTo>
                  <a:pt x="343" y="28"/>
                </a:lnTo>
                <a:lnTo>
                  <a:pt x="344" y="43"/>
                </a:lnTo>
                <a:lnTo>
                  <a:pt x="344" y="86"/>
                </a:lnTo>
                <a:lnTo>
                  <a:pt x="344" y="87"/>
                </a:lnTo>
                <a:lnTo>
                  <a:pt x="344" y="94"/>
                </a:lnTo>
                <a:lnTo>
                  <a:pt x="341" y="102"/>
                </a:lnTo>
                <a:lnTo>
                  <a:pt x="336" y="112"/>
                </a:lnTo>
                <a:lnTo>
                  <a:pt x="329" y="121"/>
                </a:lnTo>
                <a:lnTo>
                  <a:pt x="317" y="127"/>
                </a:lnTo>
                <a:lnTo>
                  <a:pt x="302" y="130"/>
                </a:lnTo>
                <a:lnTo>
                  <a:pt x="257" y="130"/>
                </a:lnTo>
                <a:lnTo>
                  <a:pt x="257" y="173"/>
                </a:lnTo>
                <a:lnTo>
                  <a:pt x="432" y="173"/>
                </a:lnTo>
                <a:lnTo>
                  <a:pt x="433" y="173"/>
                </a:lnTo>
                <a:lnTo>
                  <a:pt x="436" y="172"/>
                </a:lnTo>
                <a:lnTo>
                  <a:pt x="441" y="173"/>
                </a:lnTo>
                <a:lnTo>
                  <a:pt x="448" y="175"/>
                </a:lnTo>
                <a:lnTo>
                  <a:pt x="455" y="180"/>
                </a:lnTo>
                <a:lnTo>
                  <a:pt x="462" y="188"/>
                </a:lnTo>
                <a:lnTo>
                  <a:pt x="467" y="202"/>
                </a:lnTo>
                <a:lnTo>
                  <a:pt x="473" y="221"/>
                </a:lnTo>
                <a:lnTo>
                  <a:pt x="475" y="247"/>
                </a:lnTo>
                <a:lnTo>
                  <a:pt x="518" y="335"/>
                </a:lnTo>
                <a:lnTo>
                  <a:pt x="518" y="389"/>
                </a:lnTo>
                <a:lnTo>
                  <a:pt x="108" y="389"/>
                </a:lnTo>
                <a:lnTo>
                  <a:pt x="108" y="337"/>
                </a:lnTo>
                <a:lnTo>
                  <a:pt x="109" y="337"/>
                </a:lnTo>
                <a:lnTo>
                  <a:pt x="112" y="332"/>
                </a:lnTo>
                <a:lnTo>
                  <a:pt x="117" y="322"/>
                </a:lnTo>
                <a:lnTo>
                  <a:pt x="123" y="310"/>
                </a:lnTo>
                <a:lnTo>
                  <a:pt x="130" y="296"/>
                </a:lnTo>
                <a:lnTo>
                  <a:pt x="135" y="283"/>
                </a:lnTo>
                <a:lnTo>
                  <a:pt x="140" y="269"/>
                </a:lnTo>
                <a:lnTo>
                  <a:pt x="146" y="258"/>
                </a:lnTo>
                <a:lnTo>
                  <a:pt x="149" y="251"/>
                </a:lnTo>
                <a:lnTo>
                  <a:pt x="150" y="248"/>
                </a:lnTo>
                <a:lnTo>
                  <a:pt x="157" y="221"/>
                </a:lnTo>
                <a:lnTo>
                  <a:pt x="165" y="202"/>
                </a:lnTo>
                <a:lnTo>
                  <a:pt x="173" y="188"/>
                </a:lnTo>
                <a:lnTo>
                  <a:pt x="180" y="180"/>
                </a:lnTo>
                <a:lnTo>
                  <a:pt x="187" y="176"/>
                </a:lnTo>
                <a:lnTo>
                  <a:pt x="191" y="175"/>
                </a:lnTo>
                <a:lnTo>
                  <a:pt x="194" y="173"/>
                </a:lnTo>
                <a:lnTo>
                  <a:pt x="216" y="173"/>
                </a:lnTo>
                <a:lnTo>
                  <a:pt x="216" y="130"/>
                </a:lnTo>
                <a:lnTo>
                  <a:pt x="172" y="130"/>
                </a:lnTo>
                <a:lnTo>
                  <a:pt x="169" y="130"/>
                </a:lnTo>
                <a:lnTo>
                  <a:pt x="164" y="130"/>
                </a:lnTo>
                <a:lnTo>
                  <a:pt x="155" y="127"/>
                </a:lnTo>
                <a:lnTo>
                  <a:pt x="146" y="123"/>
                </a:lnTo>
                <a:lnTo>
                  <a:pt x="138" y="115"/>
                </a:lnTo>
                <a:lnTo>
                  <a:pt x="131" y="104"/>
                </a:lnTo>
                <a:lnTo>
                  <a:pt x="130" y="89"/>
                </a:lnTo>
                <a:lnTo>
                  <a:pt x="130" y="42"/>
                </a:lnTo>
                <a:lnTo>
                  <a:pt x="128" y="41"/>
                </a:lnTo>
                <a:lnTo>
                  <a:pt x="130" y="35"/>
                </a:lnTo>
                <a:lnTo>
                  <a:pt x="130" y="28"/>
                </a:lnTo>
                <a:lnTo>
                  <a:pt x="132" y="22"/>
                </a:lnTo>
                <a:lnTo>
                  <a:pt x="138" y="13"/>
                </a:lnTo>
                <a:lnTo>
                  <a:pt x="147" y="7"/>
                </a:lnTo>
                <a:lnTo>
                  <a:pt x="160" y="2"/>
                </a:lnTo>
                <a:lnTo>
                  <a:pt x="17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2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iPod Nano</a:t>
            </a:r>
          </a:p>
        </p:txBody>
      </p:sp>
      <p:sp>
        <p:nvSpPr>
          <p:cNvPr id="53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iPod </a:t>
            </a: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Suffle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4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iPod Nano 2</a:t>
            </a:r>
          </a:p>
        </p:txBody>
      </p:sp>
      <p:sp>
        <p:nvSpPr>
          <p:cNvPr id="55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USB Stick</a:t>
            </a:r>
          </a:p>
        </p:txBody>
      </p:sp>
      <p:sp>
        <p:nvSpPr>
          <p:cNvPr id="56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Hard Disk</a:t>
            </a:r>
          </a:p>
        </p:txBody>
      </p:sp>
      <p:sp>
        <p:nvSpPr>
          <p:cNvPr id="57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Musical Keyboard</a:t>
            </a:r>
          </a:p>
        </p:txBody>
      </p:sp>
      <p:sp>
        <p:nvSpPr>
          <p:cNvPr id="58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iPad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9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iPad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2</a:t>
            </a: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Film Camera</a:t>
            </a:r>
          </a:p>
        </p:txBody>
      </p:sp>
      <p:sp>
        <p:nvSpPr>
          <p:cNvPr id="61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Film Camera 2</a:t>
            </a:r>
          </a:p>
        </p:txBody>
      </p:sp>
      <p:sp>
        <p:nvSpPr>
          <p:cNvPr id="62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Caluculator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Cash Register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14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19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Display Options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Table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Frames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Coverflow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List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List w/ Images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List w/ Image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Blocks / Images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92" y="1376772"/>
            <a:ext cx="1080000" cy="757807"/>
          </a:xfrm>
          <a:custGeom>
            <a:avLst/>
            <a:gdLst>
              <a:gd name="T0" fmla="*/ 251 w 1076"/>
              <a:gd name="T1" fmla="*/ 683 h 755"/>
              <a:gd name="T2" fmla="*/ 824 w 1076"/>
              <a:gd name="T3" fmla="*/ 575 h 755"/>
              <a:gd name="T4" fmla="*/ 1040 w 1076"/>
              <a:gd name="T5" fmla="*/ 575 h 755"/>
              <a:gd name="T6" fmla="*/ 575 w 1076"/>
              <a:gd name="T7" fmla="*/ 719 h 755"/>
              <a:gd name="T8" fmla="*/ 573 w 1076"/>
              <a:gd name="T9" fmla="*/ 575 h 755"/>
              <a:gd name="T10" fmla="*/ 537 w 1076"/>
              <a:gd name="T11" fmla="*/ 719 h 755"/>
              <a:gd name="T12" fmla="*/ 36 w 1076"/>
              <a:gd name="T13" fmla="*/ 575 h 755"/>
              <a:gd name="T14" fmla="*/ 287 w 1076"/>
              <a:gd name="T15" fmla="*/ 575 h 755"/>
              <a:gd name="T16" fmla="*/ 251 w 1076"/>
              <a:gd name="T17" fmla="*/ 431 h 755"/>
              <a:gd name="T18" fmla="*/ 72 w 1076"/>
              <a:gd name="T19" fmla="*/ 431 h 755"/>
              <a:gd name="T20" fmla="*/ 1040 w 1076"/>
              <a:gd name="T21" fmla="*/ 539 h 755"/>
              <a:gd name="T22" fmla="*/ 573 w 1076"/>
              <a:gd name="T23" fmla="*/ 395 h 755"/>
              <a:gd name="T24" fmla="*/ 789 w 1076"/>
              <a:gd name="T25" fmla="*/ 395 h 755"/>
              <a:gd name="T26" fmla="*/ 323 w 1076"/>
              <a:gd name="T27" fmla="*/ 539 h 755"/>
              <a:gd name="T28" fmla="*/ 323 w 1076"/>
              <a:gd name="T29" fmla="*/ 395 h 755"/>
              <a:gd name="T30" fmla="*/ 287 w 1076"/>
              <a:gd name="T31" fmla="*/ 539 h 755"/>
              <a:gd name="T32" fmla="*/ 72 w 1076"/>
              <a:gd name="T33" fmla="*/ 252 h 755"/>
              <a:gd name="T34" fmla="*/ 72 w 1076"/>
              <a:gd name="T35" fmla="*/ 323 h 755"/>
              <a:gd name="T36" fmla="*/ 824 w 1076"/>
              <a:gd name="T37" fmla="*/ 359 h 755"/>
              <a:gd name="T38" fmla="*/ 824 w 1076"/>
              <a:gd name="T39" fmla="*/ 216 h 755"/>
              <a:gd name="T40" fmla="*/ 789 w 1076"/>
              <a:gd name="T41" fmla="*/ 359 h 755"/>
              <a:gd name="T42" fmla="*/ 323 w 1076"/>
              <a:gd name="T43" fmla="*/ 216 h 755"/>
              <a:gd name="T44" fmla="*/ 537 w 1076"/>
              <a:gd name="T45" fmla="*/ 216 h 755"/>
              <a:gd name="T46" fmla="*/ 36 w 1076"/>
              <a:gd name="T47" fmla="*/ 359 h 755"/>
              <a:gd name="T48" fmla="*/ 36 w 1076"/>
              <a:gd name="T49" fmla="*/ 216 h 755"/>
              <a:gd name="T50" fmla="*/ 1004 w 1076"/>
              <a:gd name="T51" fmla="*/ 144 h 755"/>
              <a:gd name="T52" fmla="*/ 609 w 1076"/>
              <a:gd name="T53" fmla="*/ 72 h 755"/>
              <a:gd name="T54" fmla="*/ 609 w 1076"/>
              <a:gd name="T55" fmla="*/ 144 h 755"/>
              <a:gd name="T56" fmla="*/ 503 w 1076"/>
              <a:gd name="T57" fmla="*/ 72 h 755"/>
              <a:gd name="T58" fmla="*/ 359 w 1076"/>
              <a:gd name="T59" fmla="*/ 72 h 755"/>
              <a:gd name="T60" fmla="*/ 251 w 1076"/>
              <a:gd name="T61" fmla="*/ 144 h 755"/>
              <a:gd name="T62" fmla="*/ 824 w 1076"/>
              <a:gd name="T63" fmla="*/ 36 h 755"/>
              <a:gd name="T64" fmla="*/ 1040 w 1076"/>
              <a:gd name="T65" fmla="*/ 36 h 755"/>
              <a:gd name="T66" fmla="*/ 573 w 1076"/>
              <a:gd name="T67" fmla="*/ 180 h 755"/>
              <a:gd name="T68" fmla="*/ 573 w 1076"/>
              <a:gd name="T69" fmla="*/ 36 h 755"/>
              <a:gd name="T70" fmla="*/ 537 w 1076"/>
              <a:gd name="T71" fmla="*/ 180 h 755"/>
              <a:gd name="T72" fmla="*/ 36 w 1076"/>
              <a:gd name="T73" fmla="*/ 36 h 755"/>
              <a:gd name="T74" fmla="*/ 287 w 1076"/>
              <a:gd name="T75" fmla="*/ 36 h 755"/>
              <a:gd name="T76" fmla="*/ 1040 w 1076"/>
              <a:gd name="T77" fmla="*/ 0 h 755"/>
              <a:gd name="T78" fmla="*/ 1076 w 1076"/>
              <a:gd name="T79" fmla="*/ 36 h 755"/>
              <a:gd name="T80" fmla="*/ 1074 w 1076"/>
              <a:gd name="T81" fmla="*/ 728 h 755"/>
              <a:gd name="T82" fmla="*/ 1055 w 1076"/>
              <a:gd name="T83" fmla="*/ 751 h 755"/>
              <a:gd name="T84" fmla="*/ 17 w 1076"/>
              <a:gd name="T85" fmla="*/ 749 h 755"/>
              <a:gd name="T86" fmla="*/ 0 w 1076"/>
              <a:gd name="T87" fmla="*/ 36 h 755"/>
              <a:gd name="T88" fmla="*/ 36 w 1076"/>
              <a:gd name="T89" fmla="*/ 0 h 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76" h="755">
                <a:moveTo>
                  <a:pt x="72" y="611"/>
                </a:moveTo>
                <a:lnTo>
                  <a:pt x="251" y="611"/>
                </a:lnTo>
                <a:lnTo>
                  <a:pt x="251" y="683"/>
                </a:lnTo>
                <a:lnTo>
                  <a:pt x="72" y="683"/>
                </a:lnTo>
                <a:lnTo>
                  <a:pt x="72" y="611"/>
                </a:lnTo>
                <a:close/>
                <a:moveTo>
                  <a:pt x="824" y="575"/>
                </a:moveTo>
                <a:lnTo>
                  <a:pt x="824" y="719"/>
                </a:lnTo>
                <a:lnTo>
                  <a:pt x="1040" y="719"/>
                </a:lnTo>
                <a:lnTo>
                  <a:pt x="1040" y="575"/>
                </a:lnTo>
                <a:lnTo>
                  <a:pt x="824" y="575"/>
                </a:lnTo>
                <a:close/>
                <a:moveTo>
                  <a:pt x="573" y="575"/>
                </a:moveTo>
                <a:lnTo>
                  <a:pt x="575" y="719"/>
                </a:lnTo>
                <a:lnTo>
                  <a:pt x="789" y="719"/>
                </a:lnTo>
                <a:lnTo>
                  <a:pt x="789" y="575"/>
                </a:lnTo>
                <a:lnTo>
                  <a:pt x="573" y="575"/>
                </a:lnTo>
                <a:close/>
                <a:moveTo>
                  <a:pt x="323" y="575"/>
                </a:moveTo>
                <a:lnTo>
                  <a:pt x="323" y="719"/>
                </a:lnTo>
                <a:lnTo>
                  <a:pt x="537" y="719"/>
                </a:lnTo>
                <a:lnTo>
                  <a:pt x="537" y="575"/>
                </a:lnTo>
                <a:lnTo>
                  <a:pt x="323" y="575"/>
                </a:lnTo>
                <a:close/>
                <a:moveTo>
                  <a:pt x="36" y="575"/>
                </a:moveTo>
                <a:lnTo>
                  <a:pt x="36" y="719"/>
                </a:lnTo>
                <a:lnTo>
                  <a:pt x="287" y="719"/>
                </a:lnTo>
                <a:lnTo>
                  <a:pt x="287" y="575"/>
                </a:lnTo>
                <a:lnTo>
                  <a:pt x="36" y="575"/>
                </a:lnTo>
                <a:close/>
                <a:moveTo>
                  <a:pt x="72" y="431"/>
                </a:moveTo>
                <a:lnTo>
                  <a:pt x="251" y="431"/>
                </a:lnTo>
                <a:lnTo>
                  <a:pt x="251" y="503"/>
                </a:lnTo>
                <a:lnTo>
                  <a:pt x="72" y="503"/>
                </a:lnTo>
                <a:lnTo>
                  <a:pt x="72" y="431"/>
                </a:lnTo>
                <a:close/>
                <a:moveTo>
                  <a:pt x="824" y="395"/>
                </a:moveTo>
                <a:lnTo>
                  <a:pt x="824" y="539"/>
                </a:lnTo>
                <a:lnTo>
                  <a:pt x="1040" y="539"/>
                </a:lnTo>
                <a:lnTo>
                  <a:pt x="1040" y="395"/>
                </a:lnTo>
                <a:lnTo>
                  <a:pt x="824" y="395"/>
                </a:lnTo>
                <a:close/>
                <a:moveTo>
                  <a:pt x="573" y="395"/>
                </a:moveTo>
                <a:lnTo>
                  <a:pt x="575" y="539"/>
                </a:lnTo>
                <a:lnTo>
                  <a:pt x="789" y="539"/>
                </a:lnTo>
                <a:lnTo>
                  <a:pt x="789" y="395"/>
                </a:lnTo>
                <a:lnTo>
                  <a:pt x="573" y="395"/>
                </a:lnTo>
                <a:close/>
                <a:moveTo>
                  <a:pt x="323" y="395"/>
                </a:moveTo>
                <a:lnTo>
                  <a:pt x="323" y="539"/>
                </a:lnTo>
                <a:lnTo>
                  <a:pt x="537" y="539"/>
                </a:lnTo>
                <a:lnTo>
                  <a:pt x="537" y="395"/>
                </a:lnTo>
                <a:lnTo>
                  <a:pt x="323" y="395"/>
                </a:lnTo>
                <a:close/>
                <a:moveTo>
                  <a:pt x="36" y="395"/>
                </a:moveTo>
                <a:lnTo>
                  <a:pt x="36" y="539"/>
                </a:lnTo>
                <a:lnTo>
                  <a:pt x="287" y="539"/>
                </a:lnTo>
                <a:lnTo>
                  <a:pt x="287" y="395"/>
                </a:lnTo>
                <a:lnTo>
                  <a:pt x="36" y="395"/>
                </a:lnTo>
                <a:close/>
                <a:moveTo>
                  <a:pt x="72" y="252"/>
                </a:moveTo>
                <a:lnTo>
                  <a:pt x="251" y="252"/>
                </a:lnTo>
                <a:lnTo>
                  <a:pt x="251" y="323"/>
                </a:lnTo>
                <a:lnTo>
                  <a:pt x="72" y="323"/>
                </a:lnTo>
                <a:lnTo>
                  <a:pt x="72" y="252"/>
                </a:lnTo>
                <a:close/>
                <a:moveTo>
                  <a:pt x="824" y="216"/>
                </a:moveTo>
                <a:lnTo>
                  <a:pt x="824" y="359"/>
                </a:lnTo>
                <a:lnTo>
                  <a:pt x="1040" y="359"/>
                </a:lnTo>
                <a:lnTo>
                  <a:pt x="1040" y="216"/>
                </a:lnTo>
                <a:lnTo>
                  <a:pt x="824" y="216"/>
                </a:lnTo>
                <a:close/>
                <a:moveTo>
                  <a:pt x="573" y="216"/>
                </a:moveTo>
                <a:lnTo>
                  <a:pt x="573" y="359"/>
                </a:lnTo>
                <a:lnTo>
                  <a:pt x="789" y="359"/>
                </a:lnTo>
                <a:lnTo>
                  <a:pt x="789" y="216"/>
                </a:lnTo>
                <a:lnTo>
                  <a:pt x="573" y="216"/>
                </a:lnTo>
                <a:close/>
                <a:moveTo>
                  <a:pt x="323" y="216"/>
                </a:moveTo>
                <a:lnTo>
                  <a:pt x="323" y="359"/>
                </a:lnTo>
                <a:lnTo>
                  <a:pt x="537" y="359"/>
                </a:lnTo>
                <a:lnTo>
                  <a:pt x="537" y="216"/>
                </a:lnTo>
                <a:lnTo>
                  <a:pt x="323" y="216"/>
                </a:lnTo>
                <a:close/>
                <a:moveTo>
                  <a:pt x="36" y="216"/>
                </a:moveTo>
                <a:lnTo>
                  <a:pt x="36" y="359"/>
                </a:lnTo>
                <a:lnTo>
                  <a:pt x="287" y="359"/>
                </a:lnTo>
                <a:lnTo>
                  <a:pt x="287" y="216"/>
                </a:lnTo>
                <a:lnTo>
                  <a:pt x="36" y="216"/>
                </a:lnTo>
                <a:close/>
                <a:moveTo>
                  <a:pt x="860" y="72"/>
                </a:moveTo>
                <a:lnTo>
                  <a:pt x="1004" y="72"/>
                </a:lnTo>
                <a:lnTo>
                  <a:pt x="1004" y="144"/>
                </a:lnTo>
                <a:lnTo>
                  <a:pt x="860" y="144"/>
                </a:lnTo>
                <a:lnTo>
                  <a:pt x="860" y="72"/>
                </a:lnTo>
                <a:close/>
                <a:moveTo>
                  <a:pt x="609" y="72"/>
                </a:moveTo>
                <a:lnTo>
                  <a:pt x="753" y="72"/>
                </a:lnTo>
                <a:lnTo>
                  <a:pt x="753" y="144"/>
                </a:lnTo>
                <a:lnTo>
                  <a:pt x="609" y="144"/>
                </a:lnTo>
                <a:lnTo>
                  <a:pt x="609" y="72"/>
                </a:lnTo>
                <a:close/>
                <a:moveTo>
                  <a:pt x="359" y="72"/>
                </a:moveTo>
                <a:lnTo>
                  <a:pt x="503" y="72"/>
                </a:lnTo>
                <a:lnTo>
                  <a:pt x="503" y="144"/>
                </a:lnTo>
                <a:lnTo>
                  <a:pt x="359" y="144"/>
                </a:lnTo>
                <a:lnTo>
                  <a:pt x="359" y="72"/>
                </a:lnTo>
                <a:close/>
                <a:moveTo>
                  <a:pt x="72" y="72"/>
                </a:moveTo>
                <a:lnTo>
                  <a:pt x="251" y="72"/>
                </a:lnTo>
                <a:lnTo>
                  <a:pt x="251" y="144"/>
                </a:lnTo>
                <a:lnTo>
                  <a:pt x="72" y="144"/>
                </a:lnTo>
                <a:lnTo>
                  <a:pt x="72" y="72"/>
                </a:lnTo>
                <a:close/>
                <a:moveTo>
                  <a:pt x="824" y="36"/>
                </a:moveTo>
                <a:lnTo>
                  <a:pt x="824" y="180"/>
                </a:lnTo>
                <a:lnTo>
                  <a:pt x="1040" y="180"/>
                </a:lnTo>
                <a:lnTo>
                  <a:pt x="1040" y="36"/>
                </a:lnTo>
                <a:lnTo>
                  <a:pt x="824" y="36"/>
                </a:lnTo>
                <a:close/>
                <a:moveTo>
                  <a:pt x="573" y="36"/>
                </a:moveTo>
                <a:lnTo>
                  <a:pt x="573" y="180"/>
                </a:lnTo>
                <a:lnTo>
                  <a:pt x="789" y="180"/>
                </a:lnTo>
                <a:lnTo>
                  <a:pt x="789" y="36"/>
                </a:lnTo>
                <a:lnTo>
                  <a:pt x="573" y="36"/>
                </a:lnTo>
                <a:close/>
                <a:moveTo>
                  <a:pt x="323" y="36"/>
                </a:moveTo>
                <a:lnTo>
                  <a:pt x="323" y="180"/>
                </a:lnTo>
                <a:lnTo>
                  <a:pt x="537" y="180"/>
                </a:lnTo>
                <a:lnTo>
                  <a:pt x="537" y="36"/>
                </a:lnTo>
                <a:lnTo>
                  <a:pt x="323" y="36"/>
                </a:lnTo>
                <a:close/>
                <a:moveTo>
                  <a:pt x="36" y="36"/>
                </a:moveTo>
                <a:lnTo>
                  <a:pt x="36" y="180"/>
                </a:lnTo>
                <a:lnTo>
                  <a:pt x="287" y="180"/>
                </a:lnTo>
                <a:lnTo>
                  <a:pt x="287" y="36"/>
                </a:lnTo>
                <a:lnTo>
                  <a:pt x="36" y="36"/>
                </a:lnTo>
                <a:close/>
                <a:moveTo>
                  <a:pt x="36" y="0"/>
                </a:moveTo>
                <a:lnTo>
                  <a:pt x="1040" y="0"/>
                </a:lnTo>
                <a:lnTo>
                  <a:pt x="1059" y="6"/>
                </a:lnTo>
                <a:lnTo>
                  <a:pt x="1070" y="19"/>
                </a:lnTo>
                <a:lnTo>
                  <a:pt x="1076" y="36"/>
                </a:lnTo>
                <a:lnTo>
                  <a:pt x="1076" y="719"/>
                </a:lnTo>
                <a:lnTo>
                  <a:pt x="1076" y="721"/>
                </a:lnTo>
                <a:lnTo>
                  <a:pt x="1074" y="728"/>
                </a:lnTo>
                <a:lnTo>
                  <a:pt x="1072" y="736"/>
                </a:lnTo>
                <a:lnTo>
                  <a:pt x="1066" y="745"/>
                </a:lnTo>
                <a:lnTo>
                  <a:pt x="1055" y="751"/>
                </a:lnTo>
                <a:lnTo>
                  <a:pt x="1040" y="755"/>
                </a:lnTo>
                <a:lnTo>
                  <a:pt x="36" y="755"/>
                </a:lnTo>
                <a:lnTo>
                  <a:pt x="17" y="749"/>
                </a:lnTo>
                <a:lnTo>
                  <a:pt x="6" y="736"/>
                </a:lnTo>
                <a:lnTo>
                  <a:pt x="0" y="719"/>
                </a:lnTo>
                <a:lnTo>
                  <a:pt x="0" y="36"/>
                </a:lnTo>
                <a:lnTo>
                  <a:pt x="6" y="19"/>
                </a:lnTo>
                <a:lnTo>
                  <a:pt x="17" y="6"/>
                </a:lnTo>
                <a:lnTo>
                  <a:pt x="3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66" y="1304764"/>
            <a:ext cx="1080000" cy="915390"/>
          </a:xfrm>
          <a:custGeom>
            <a:avLst/>
            <a:gdLst>
              <a:gd name="T0" fmla="*/ 993 w 1076"/>
              <a:gd name="T1" fmla="*/ 333 h 912"/>
              <a:gd name="T2" fmla="*/ 1042 w 1076"/>
              <a:gd name="T3" fmla="*/ 348 h 912"/>
              <a:gd name="T4" fmla="*/ 1071 w 1076"/>
              <a:gd name="T5" fmla="*/ 388 h 912"/>
              <a:gd name="T6" fmla="*/ 1076 w 1076"/>
              <a:gd name="T7" fmla="*/ 828 h 912"/>
              <a:gd name="T8" fmla="*/ 1059 w 1076"/>
              <a:gd name="T9" fmla="*/ 877 h 912"/>
              <a:gd name="T10" fmla="*/ 1020 w 1076"/>
              <a:gd name="T11" fmla="*/ 908 h 912"/>
              <a:gd name="T12" fmla="*/ 496 w 1076"/>
              <a:gd name="T13" fmla="*/ 912 h 912"/>
              <a:gd name="T14" fmla="*/ 449 w 1076"/>
              <a:gd name="T15" fmla="*/ 895 h 912"/>
              <a:gd name="T16" fmla="*/ 418 w 1076"/>
              <a:gd name="T17" fmla="*/ 855 h 912"/>
              <a:gd name="T18" fmla="*/ 415 w 1076"/>
              <a:gd name="T19" fmla="*/ 414 h 912"/>
              <a:gd name="T20" fmla="*/ 430 w 1076"/>
              <a:gd name="T21" fmla="*/ 365 h 912"/>
              <a:gd name="T22" fmla="*/ 471 w 1076"/>
              <a:gd name="T23" fmla="*/ 337 h 912"/>
              <a:gd name="T24" fmla="*/ 496 w 1076"/>
              <a:gd name="T25" fmla="*/ 0 h 912"/>
              <a:gd name="T26" fmla="*/ 1020 w 1076"/>
              <a:gd name="T27" fmla="*/ 6 h 912"/>
              <a:gd name="T28" fmla="*/ 1059 w 1076"/>
              <a:gd name="T29" fmla="*/ 34 h 912"/>
              <a:gd name="T30" fmla="*/ 1076 w 1076"/>
              <a:gd name="T31" fmla="*/ 83 h 912"/>
              <a:gd name="T32" fmla="*/ 1071 w 1076"/>
              <a:gd name="T33" fmla="*/ 235 h 912"/>
              <a:gd name="T34" fmla="*/ 1042 w 1076"/>
              <a:gd name="T35" fmla="*/ 274 h 912"/>
              <a:gd name="T36" fmla="*/ 993 w 1076"/>
              <a:gd name="T37" fmla="*/ 291 h 912"/>
              <a:gd name="T38" fmla="*/ 471 w 1076"/>
              <a:gd name="T39" fmla="*/ 286 h 912"/>
              <a:gd name="T40" fmla="*/ 430 w 1076"/>
              <a:gd name="T41" fmla="*/ 257 h 912"/>
              <a:gd name="T42" fmla="*/ 415 w 1076"/>
              <a:gd name="T43" fmla="*/ 208 h 912"/>
              <a:gd name="T44" fmla="*/ 418 w 1076"/>
              <a:gd name="T45" fmla="*/ 57 h 912"/>
              <a:gd name="T46" fmla="*/ 449 w 1076"/>
              <a:gd name="T47" fmla="*/ 17 h 912"/>
              <a:gd name="T48" fmla="*/ 496 w 1076"/>
              <a:gd name="T49" fmla="*/ 0 h 912"/>
              <a:gd name="T50" fmla="*/ 290 w 1076"/>
              <a:gd name="T51" fmla="*/ 0 h 912"/>
              <a:gd name="T52" fmla="*/ 339 w 1076"/>
              <a:gd name="T53" fmla="*/ 17 h 912"/>
              <a:gd name="T54" fmla="*/ 367 w 1076"/>
              <a:gd name="T55" fmla="*/ 57 h 912"/>
              <a:gd name="T56" fmla="*/ 373 w 1076"/>
              <a:gd name="T57" fmla="*/ 828 h 912"/>
              <a:gd name="T58" fmla="*/ 356 w 1076"/>
              <a:gd name="T59" fmla="*/ 877 h 912"/>
              <a:gd name="T60" fmla="*/ 316 w 1076"/>
              <a:gd name="T61" fmla="*/ 908 h 912"/>
              <a:gd name="T62" fmla="*/ 84 w 1076"/>
              <a:gd name="T63" fmla="*/ 912 h 912"/>
              <a:gd name="T64" fmla="*/ 35 w 1076"/>
              <a:gd name="T65" fmla="*/ 895 h 912"/>
              <a:gd name="T66" fmla="*/ 4 w 1076"/>
              <a:gd name="T67" fmla="*/ 855 h 912"/>
              <a:gd name="T68" fmla="*/ 0 w 1076"/>
              <a:gd name="T69" fmla="*/ 83 h 912"/>
              <a:gd name="T70" fmla="*/ 16 w 1076"/>
              <a:gd name="T71" fmla="*/ 34 h 912"/>
              <a:gd name="T72" fmla="*/ 57 w 1076"/>
              <a:gd name="T73" fmla="*/ 6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76" h="912">
                <a:moveTo>
                  <a:pt x="496" y="333"/>
                </a:moveTo>
                <a:lnTo>
                  <a:pt x="993" y="333"/>
                </a:lnTo>
                <a:lnTo>
                  <a:pt x="1020" y="337"/>
                </a:lnTo>
                <a:lnTo>
                  <a:pt x="1042" y="348"/>
                </a:lnTo>
                <a:lnTo>
                  <a:pt x="1059" y="365"/>
                </a:lnTo>
                <a:lnTo>
                  <a:pt x="1071" y="388"/>
                </a:lnTo>
                <a:lnTo>
                  <a:pt x="1076" y="414"/>
                </a:lnTo>
                <a:lnTo>
                  <a:pt x="1076" y="828"/>
                </a:lnTo>
                <a:lnTo>
                  <a:pt x="1071" y="855"/>
                </a:lnTo>
                <a:lnTo>
                  <a:pt x="1059" y="877"/>
                </a:lnTo>
                <a:lnTo>
                  <a:pt x="1042" y="895"/>
                </a:lnTo>
                <a:lnTo>
                  <a:pt x="1020" y="908"/>
                </a:lnTo>
                <a:lnTo>
                  <a:pt x="993" y="912"/>
                </a:lnTo>
                <a:lnTo>
                  <a:pt x="496" y="912"/>
                </a:lnTo>
                <a:lnTo>
                  <a:pt x="471" y="908"/>
                </a:lnTo>
                <a:lnTo>
                  <a:pt x="449" y="895"/>
                </a:lnTo>
                <a:lnTo>
                  <a:pt x="430" y="877"/>
                </a:lnTo>
                <a:lnTo>
                  <a:pt x="418" y="855"/>
                </a:lnTo>
                <a:lnTo>
                  <a:pt x="415" y="828"/>
                </a:lnTo>
                <a:lnTo>
                  <a:pt x="415" y="414"/>
                </a:lnTo>
                <a:lnTo>
                  <a:pt x="418" y="388"/>
                </a:lnTo>
                <a:lnTo>
                  <a:pt x="430" y="365"/>
                </a:lnTo>
                <a:lnTo>
                  <a:pt x="449" y="348"/>
                </a:lnTo>
                <a:lnTo>
                  <a:pt x="471" y="337"/>
                </a:lnTo>
                <a:lnTo>
                  <a:pt x="496" y="333"/>
                </a:lnTo>
                <a:close/>
                <a:moveTo>
                  <a:pt x="496" y="0"/>
                </a:moveTo>
                <a:lnTo>
                  <a:pt x="993" y="0"/>
                </a:lnTo>
                <a:lnTo>
                  <a:pt x="1020" y="6"/>
                </a:lnTo>
                <a:lnTo>
                  <a:pt x="1042" y="17"/>
                </a:lnTo>
                <a:lnTo>
                  <a:pt x="1059" y="34"/>
                </a:lnTo>
                <a:lnTo>
                  <a:pt x="1071" y="57"/>
                </a:lnTo>
                <a:lnTo>
                  <a:pt x="1076" y="83"/>
                </a:lnTo>
                <a:lnTo>
                  <a:pt x="1076" y="208"/>
                </a:lnTo>
                <a:lnTo>
                  <a:pt x="1071" y="235"/>
                </a:lnTo>
                <a:lnTo>
                  <a:pt x="1059" y="257"/>
                </a:lnTo>
                <a:lnTo>
                  <a:pt x="1042" y="274"/>
                </a:lnTo>
                <a:lnTo>
                  <a:pt x="1020" y="286"/>
                </a:lnTo>
                <a:lnTo>
                  <a:pt x="993" y="291"/>
                </a:lnTo>
                <a:lnTo>
                  <a:pt x="496" y="291"/>
                </a:lnTo>
                <a:lnTo>
                  <a:pt x="471" y="286"/>
                </a:lnTo>
                <a:lnTo>
                  <a:pt x="449" y="274"/>
                </a:lnTo>
                <a:lnTo>
                  <a:pt x="430" y="257"/>
                </a:lnTo>
                <a:lnTo>
                  <a:pt x="418" y="235"/>
                </a:lnTo>
                <a:lnTo>
                  <a:pt x="415" y="208"/>
                </a:lnTo>
                <a:lnTo>
                  <a:pt x="415" y="83"/>
                </a:lnTo>
                <a:lnTo>
                  <a:pt x="418" y="57"/>
                </a:lnTo>
                <a:lnTo>
                  <a:pt x="430" y="34"/>
                </a:lnTo>
                <a:lnTo>
                  <a:pt x="449" y="17"/>
                </a:lnTo>
                <a:lnTo>
                  <a:pt x="471" y="6"/>
                </a:lnTo>
                <a:lnTo>
                  <a:pt x="496" y="0"/>
                </a:lnTo>
                <a:close/>
                <a:moveTo>
                  <a:pt x="84" y="0"/>
                </a:moveTo>
                <a:lnTo>
                  <a:pt x="290" y="0"/>
                </a:lnTo>
                <a:lnTo>
                  <a:pt x="316" y="6"/>
                </a:lnTo>
                <a:lnTo>
                  <a:pt x="339" y="17"/>
                </a:lnTo>
                <a:lnTo>
                  <a:pt x="356" y="34"/>
                </a:lnTo>
                <a:lnTo>
                  <a:pt x="367" y="57"/>
                </a:lnTo>
                <a:lnTo>
                  <a:pt x="373" y="83"/>
                </a:lnTo>
                <a:lnTo>
                  <a:pt x="373" y="828"/>
                </a:lnTo>
                <a:lnTo>
                  <a:pt x="367" y="855"/>
                </a:lnTo>
                <a:lnTo>
                  <a:pt x="356" y="877"/>
                </a:lnTo>
                <a:lnTo>
                  <a:pt x="339" y="895"/>
                </a:lnTo>
                <a:lnTo>
                  <a:pt x="316" y="908"/>
                </a:lnTo>
                <a:lnTo>
                  <a:pt x="290" y="912"/>
                </a:lnTo>
                <a:lnTo>
                  <a:pt x="84" y="912"/>
                </a:lnTo>
                <a:lnTo>
                  <a:pt x="57" y="908"/>
                </a:lnTo>
                <a:lnTo>
                  <a:pt x="35" y="895"/>
                </a:lnTo>
                <a:lnTo>
                  <a:pt x="16" y="877"/>
                </a:lnTo>
                <a:lnTo>
                  <a:pt x="4" y="855"/>
                </a:lnTo>
                <a:lnTo>
                  <a:pt x="0" y="828"/>
                </a:lnTo>
                <a:lnTo>
                  <a:pt x="0" y="83"/>
                </a:lnTo>
                <a:lnTo>
                  <a:pt x="4" y="57"/>
                </a:lnTo>
                <a:lnTo>
                  <a:pt x="16" y="34"/>
                </a:lnTo>
                <a:lnTo>
                  <a:pt x="35" y="17"/>
                </a:lnTo>
                <a:lnTo>
                  <a:pt x="57" y="6"/>
                </a:lnTo>
                <a:lnTo>
                  <a:pt x="8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060" y="1448780"/>
            <a:ext cx="1080000" cy="620447"/>
          </a:xfrm>
          <a:custGeom>
            <a:avLst/>
            <a:gdLst>
              <a:gd name="T0" fmla="*/ 902 w 1074"/>
              <a:gd name="T1" fmla="*/ 83 h 617"/>
              <a:gd name="T2" fmla="*/ 921 w 1074"/>
              <a:gd name="T3" fmla="*/ 115 h 617"/>
              <a:gd name="T4" fmla="*/ 915 w 1074"/>
              <a:gd name="T5" fmla="*/ 520 h 617"/>
              <a:gd name="T6" fmla="*/ 883 w 1074"/>
              <a:gd name="T7" fmla="*/ 539 h 617"/>
              <a:gd name="T8" fmla="*/ 849 w 1074"/>
              <a:gd name="T9" fmla="*/ 520 h 617"/>
              <a:gd name="T10" fmla="*/ 845 w 1074"/>
              <a:gd name="T11" fmla="*/ 115 h 617"/>
              <a:gd name="T12" fmla="*/ 864 w 1074"/>
              <a:gd name="T13" fmla="*/ 83 h 617"/>
              <a:gd name="T14" fmla="*/ 384 w 1074"/>
              <a:gd name="T15" fmla="*/ 78 h 617"/>
              <a:gd name="T16" fmla="*/ 715 w 1074"/>
              <a:gd name="T17" fmla="*/ 81 h 617"/>
              <a:gd name="T18" fmla="*/ 753 w 1074"/>
              <a:gd name="T19" fmla="*/ 110 h 617"/>
              <a:gd name="T20" fmla="*/ 768 w 1074"/>
              <a:gd name="T21" fmla="*/ 155 h 617"/>
              <a:gd name="T22" fmla="*/ 764 w 1074"/>
              <a:gd name="T23" fmla="*/ 486 h 617"/>
              <a:gd name="T24" fmla="*/ 736 w 1074"/>
              <a:gd name="T25" fmla="*/ 524 h 617"/>
              <a:gd name="T26" fmla="*/ 690 w 1074"/>
              <a:gd name="T27" fmla="*/ 539 h 617"/>
              <a:gd name="T28" fmla="*/ 359 w 1074"/>
              <a:gd name="T29" fmla="*/ 535 h 617"/>
              <a:gd name="T30" fmla="*/ 321 w 1074"/>
              <a:gd name="T31" fmla="*/ 507 h 617"/>
              <a:gd name="T32" fmla="*/ 306 w 1074"/>
              <a:gd name="T33" fmla="*/ 461 h 617"/>
              <a:gd name="T34" fmla="*/ 310 w 1074"/>
              <a:gd name="T35" fmla="*/ 130 h 617"/>
              <a:gd name="T36" fmla="*/ 338 w 1074"/>
              <a:gd name="T37" fmla="*/ 93 h 617"/>
              <a:gd name="T38" fmla="*/ 384 w 1074"/>
              <a:gd name="T39" fmla="*/ 78 h 617"/>
              <a:gd name="T40" fmla="*/ 210 w 1074"/>
              <a:gd name="T41" fmla="*/ 83 h 617"/>
              <a:gd name="T42" fmla="*/ 229 w 1074"/>
              <a:gd name="T43" fmla="*/ 115 h 617"/>
              <a:gd name="T44" fmla="*/ 225 w 1074"/>
              <a:gd name="T45" fmla="*/ 520 h 617"/>
              <a:gd name="T46" fmla="*/ 191 w 1074"/>
              <a:gd name="T47" fmla="*/ 539 h 617"/>
              <a:gd name="T48" fmla="*/ 159 w 1074"/>
              <a:gd name="T49" fmla="*/ 520 h 617"/>
              <a:gd name="T50" fmla="*/ 153 w 1074"/>
              <a:gd name="T51" fmla="*/ 115 h 617"/>
              <a:gd name="T52" fmla="*/ 172 w 1074"/>
              <a:gd name="T53" fmla="*/ 83 h 617"/>
              <a:gd name="T54" fmla="*/ 1036 w 1074"/>
              <a:gd name="T55" fmla="*/ 0 h 617"/>
              <a:gd name="T56" fmla="*/ 1070 w 1074"/>
              <a:gd name="T57" fmla="*/ 21 h 617"/>
              <a:gd name="T58" fmla="*/ 1074 w 1074"/>
              <a:gd name="T59" fmla="*/ 577 h 617"/>
              <a:gd name="T60" fmla="*/ 1055 w 1074"/>
              <a:gd name="T61" fmla="*/ 611 h 617"/>
              <a:gd name="T62" fmla="*/ 1017 w 1074"/>
              <a:gd name="T63" fmla="*/ 611 h 617"/>
              <a:gd name="T64" fmla="*/ 998 w 1074"/>
              <a:gd name="T65" fmla="*/ 577 h 617"/>
              <a:gd name="T66" fmla="*/ 1004 w 1074"/>
              <a:gd name="T67" fmla="*/ 21 h 617"/>
              <a:gd name="T68" fmla="*/ 1036 w 1074"/>
              <a:gd name="T69" fmla="*/ 0 h 617"/>
              <a:gd name="T70" fmla="*/ 57 w 1074"/>
              <a:gd name="T71" fmla="*/ 6 h 617"/>
              <a:gd name="T72" fmla="*/ 76 w 1074"/>
              <a:gd name="T73" fmla="*/ 40 h 617"/>
              <a:gd name="T74" fmla="*/ 70 w 1074"/>
              <a:gd name="T75" fmla="*/ 598 h 617"/>
              <a:gd name="T76" fmla="*/ 38 w 1074"/>
              <a:gd name="T77" fmla="*/ 617 h 617"/>
              <a:gd name="T78" fmla="*/ 4 w 1074"/>
              <a:gd name="T79" fmla="*/ 598 h 617"/>
              <a:gd name="T80" fmla="*/ 0 w 1074"/>
              <a:gd name="T81" fmla="*/ 40 h 617"/>
              <a:gd name="T82" fmla="*/ 19 w 1074"/>
              <a:gd name="T83" fmla="*/ 6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74" h="617">
                <a:moveTo>
                  <a:pt x="883" y="78"/>
                </a:moveTo>
                <a:lnTo>
                  <a:pt x="902" y="83"/>
                </a:lnTo>
                <a:lnTo>
                  <a:pt x="915" y="96"/>
                </a:lnTo>
                <a:lnTo>
                  <a:pt x="921" y="115"/>
                </a:lnTo>
                <a:lnTo>
                  <a:pt x="921" y="501"/>
                </a:lnTo>
                <a:lnTo>
                  <a:pt x="915" y="520"/>
                </a:lnTo>
                <a:lnTo>
                  <a:pt x="902" y="533"/>
                </a:lnTo>
                <a:lnTo>
                  <a:pt x="883" y="539"/>
                </a:lnTo>
                <a:lnTo>
                  <a:pt x="864" y="533"/>
                </a:lnTo>
                <a:lnTo>
                  <a:pt x="849" y="520"/>
                </a:lnTo>
                <a:lnTo>
                  <a:pt x="845" y="501"/>
                </a:lnTo>
                <a:lnTo>
                  <a:pt x="845" y="115"/>
                </a:lnTo>
                <a:lnTo>
                  <a:pt x="849" y="96"/>
                </a:lnTo>
                <a:lnTo>
                  <a:pt x="864" y="83"/>
                </a:lnTo>
                <a:lnTo>
                  <a:pt x="883" y="78"/>
                </a:lnTo>
                <a:close/>
                <a:moveTo>
                  <a:pt x="384" y="78"/>
                </a:moveTo>
                <a:lnTo>
                  <a:pt x="690" y="78"/>
                </a:lnTo>
                <a:lnTo>
                  <a:pt x="715" y="81"/>
                </a:lnTo>
                <a:lnTo>
                  <a:pt x="736" y="93"/>
                </a:lnTo>
                <a:lnTo>
                  <a:pt x="753" y="110"/>
                </a:lnTo>
                <a:lnTo>
                  <a:pt x="764" y="130"/>
                </a:lnTo>
                <a:lnTo>
                  <a:pt x="768" y="155"/>
                </a:lnTo>
                <a:lnTo>
                  <a:pt x="768" y="461"/>
                </a:lnTo>
                <a:lnTo>
                  <a:pt x="764" y="486"/>
                </a:lnTo>
                <a:lnTo>
                  <a:pt x="753" y="507"/>
                </a:lnTo>
                <a:lnTo>
                  <a:pt x="736" y="524"/>
                </a:lnTo>
                <a:lnTo>
                  <a:pt x="715" y="535"/>
                </a:lnTo>
                <a:lnTo>
                  <a:pt x="690" y="539"/>
                </a:lnTo>
                <a:lnTo>
                  <a:pt x="384" y="539"/>
                </a:lnTo>
                <a:lnTo>
                  <a:pt x="359" y="535"/>
                </a:lnTo>
                <a:lnTo>
                  <a:pt x="338" y="524"/>
                </a:lnTo>
                <a:lnTo>
                  <a:pt x="321" y="507"/>
                </a:lnTo>
                <a:lnTo>
                  <a:pt x="310" y="486"/>
                </a:lnTo>
                <a:lnTo>
                  <a:pt x="306" y="461"/>
                </a:lnTo>
                <a:lnTo>
                  <a:pt x="306" y="155"/>
                </a:lnTo>
                <a:lnTo>
                  <a:pt x="310" y="130"/>
                </a:lnTo>
                <a:lnTo>
                  <a:pt x="321" y="110"/>
                </a:lnTo>
                <a:lnTo>
                  <a:pt x="338" y="93"/>
                </a:lnTo>
                <a:lnTo>
                  <a:pt x="359" y="81"/>
                </a:lnTo>
                <a:lnTo>
                  <a:pt x="384" y="78"/>
                </a:lnTo>
                <a:close/>
                <a:moveTo>
                  <a:pt x="191" y="78"/>
                </a:moveTo>
                <a:lnTo>
                  <a:pt x="210" y="83"/>
                </a:lnTo>
                <a:lnTo>
                  <a:pt x="225" y="96"/>
                </a:lnTo>
                <a:lnTo>
                  <a:pt x="229" y="115"/>
                </a:lnTo>
                <a:lnTo>
                  <a:pt x="229" y="501"/>
                </a:lnTo>
                <a:lnTo>
                  <a:pt x="225" y="520"/>
                </a:lnTo>
                <a:lnTo>
                  <a:pt x="210" y="533"/>
                </a:lnTo>
                <a:lnTo>
                  <a:pt x="191" y="539"/>
                </a:lnTo>
                <a:lnTo>
                  <a:pt x="172" y="533"/>
                </a:lnTo>
                <a:lnTo>
                  <a:pt x="159" y="520"/>
                </a:lnTo>
                <a:lnTo>
                  <a:pt x="153" y="501"/>
                </a:lnTo>
                <a:lnTo>
                  <a:pt x="153" y="115"/>
                </a:lnTo>
                <a:lnTo>
                  <a:pt x="159" y="96"/>
                </a:lnTo>
                <a:lnTo>
                  <a:pt x="172" y="83"/>
                </a:lnTo>
                <a:lnTo>
                  <a:pt x="191" y="78"/>
                </a:lnTo>
                <a:close/>
                <a:moveTo>
                  <a:pt x="1036" y="0"/>
                </a:moveTo>
                <a:lnTo>
                  <a:pt x="1055" y="6"/>
                </a:lnTo>
                <a:lnTo>
                  <a:pt x="1070" y="21"/>
                </a:lnTo>
                <a:lnTo>
                  <a:pt x="1074" y="40"/>
                </a:lnTo>
                <a:lnTo>
                  <a:pt x="1074" y="577"/>
                </a:lnTo>
                <a:lnTo>
                  <a:pt x="1070" y="598"/>
                </a:lnTo>
                <a:lnTo>
                  <a:pt x="1055" y="611"/>
                </a:lnTo>
                <a:lnTo>
                  <a:pt x="1036" y="617"/>
                </a:lnTo>
                <a:lnTo>
                  <a:pt x="1017" y="611"/>
                </a:lnTo>
                <a:lnTo>
                  <a:pt x="1004" y="598"/>
                </a:lnTo>
                <a:lnTo>
                  <a:pt x="998" y="577"/>
                </a:lnTo>
                <a:lnTo>
                  <a:pt x="998" y="40"/>
                </a:lnTo>
                <a:lnTo>
                  <a:pt x="1004" y="21"/>
                </a:lnTo>
                <a:lnTo>
                  <a:pt x="1017" y="6"/>
                </a:lnTo>
                <a:lnTo>
                  <a:pt x="1036" y="0"/>
                </a:lnTo>
                <a:close/>
                <a:moveTo>
                  <a:pt x="38" y="0"/>
                </a:moveTo>
                <a:lnTo>
                  <a:pt x="57" y="6"/>
                </a:lnTo>
                <a:lnTo>
                  <a:pt x="70" y="21"/>
                </a:lnTo>
                <a:lnTo>
                  <a:pt x="76" y="40"/>
                </a:lnTo>
                <a:lnTo>
                  <a:pt x="76" y="577"/>
                </a:lnTo>
                <a:lnTo>
                  <a:pt x="70" y="598"/>
                </a:lnTo>
                <a:lnTo>
                  <a:pt x="57" y="611"/>
                </a:lnTo>
                <a:lnTo>
                  <a:pt x="38" y="617"/>
                </a:lnTo>
                <a:lnTo>
                  <a:pt x="19" y="611"/>
                </a:lnTo>
                <a:lnTo>
                  <a:pt x="4" y="598"/>
                </a:lnTo>
                <a:lnTo>
                  <a:pt x="0" y="577"/>
                </a:lnTo>
                <a:lnTo>
                  <a:pt x="0" y="40"/>
                </a:lnTo>
                <a:lnTo>
                  <a:pt x="4" y="21"/>
                </a:lnTo>
                <a:lnTo>
                  <a:pt x="19" y="6"/>
                </a:lnTo>
                <a:lnTo>
                  <a:pt x="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9124" y="1412776"/>
            <a:ext cx="1080000" cy="681524"/>
          </a:xfrm>
          <a:custGeom>
            <a:avLst/>
            <a:gdLst>
              <a:gd name="T0" fmla="*/ 39 w 1076"/>
              <a:gd name="T1" fmla="*/ 599 h 679"/>
              <a:gd name="T2" fmla="*/ 1036 w 1076"/>
              <a:gd name="T3" fmla="*/ 599 h 679"/>
              <a:gd name="T4" fmla="*/ 1057 w 1076"/>
              <a:gd name="T5" fmla="*/ 603 h 679"/>
              <a:gd name="T6" fmla="*/ 1070 w 1076"/>
              <a:gd name="T7" fmla="*/ 618 h 679"/>
              <a:gd name="T8" fmla="*/ 1076 w 1076"/>
              <a:gd name="T9" fmla="*/ 639 h 679"/>
              <a:gd name="T10" fmla="*/ 1070 w 1076"/>
              <a:gd name="T11" fmla="*/ 658 h 679"/>
              <a:gd name="T12" fmla="*/ 1057 w 1076"/>
              <a:gd name="T13" fmla="*/ 673 h 679"/>
              <a:gd name="T14" fmla="*/ 1036 w 1076"/>
              <a:gd name="T15" fmla="*/ 679 h 679"/>
              <a:gd name="T16" fmla="*/ 39 w 1076"/>
              <a:gd name="T17" fmla="*/ 679 h 679"/>
              <a:gd name="T18" fmla="*/ 20 w 1076"/>
              <a:gd name="T19" fmla="*/ 673 h 679"/>
              <a:gd name="T20" fmla="*/ 5 w 1076"/>
              <a:gd name="T21" fmla="*/ 658 h 679"/>
              <a:gd name="T22" fmla="*/ 0 w 1076"/>
              <a:gd name="T23" fmla="*/ 639 h 679"/>
              <a:gd name="T24" fmla="*/ 5 w 1076"/>
              <a:gd name="T25" fmla="*/ 618 h 679"/>
              <a:gd name="T26" fmla="*/ 20 w 1076"/>
              <a:gd name="T27" fmla="*/ 603 h 679"/>
              <a:gd name="T28" fmla="*/ 39 w 1076"/>
              <a:gd name="T29" fmla="*/ 599 h 679"/>
              <a:gd name="T30" fmla="*/ 39 w 1076"/>
              <a:gd name="T31" fmla="*/ 399 h 679"/>
              <a:gd name="T32" fmla="*/ 1036 w 1076"/>
              <a:gd name="T33" fmla="*/ 399 h 679"/>
              <a:gd name="T34" fmla="*/ 1057 w 1076"/>
              <a:gd name="T35" fmla="*/ 405 h 679"/>
              <a:gd name="T36" fmla="*/ 1070 w 1076"/>
              <a:gd name="T37" fmla="*/ 420 h 679"/>
              <a:gd name="T38" fmla="*/ 1076 w 1076"/>
              <a:gd name="T39" fmla="*/ 439 h 679"/>
              <a:gd name="T40" fmla="*/ 1070 w 1076"/>
              <a:gd name="T41" fmla="*/ 460 h 679"/>
              <a:gd name="T42" fmla="*/ 1057 w 1076"/>
              <a:gd name="T43" fmla="*/ 473 h 679"/>
              <a:gd name="T44" fmla="*/ 1036 w 1076"/>
              <a:gd name="T45" fmla="*/ 478 h 679"/>
              <a:gd name="T46" fmla="*/ 39 w 1076"/>
              <a:gd name="T47" fmla="*/ 478 h 679"/>
              <a:gd name="T48" fmla="*/ 20 w 1076"/>
              <a:gd name="T49" fmla="*/ 473 h 679"/>
              <a:gd name="T50" fmla="*/ 5 w 1076"/>
              <a:gd name="T51" fmla="*/ 460 h 679"/>
              <a:gd name="T52" fmla="*/ 0 w 1076"/>
              <a:gd name="T53" fmla="*/ 439 h 679"/>
              <a:gd name="T54" fmla="*/ 5 w 1076"/>
              <a:gd name="T55" fmla="*/ 420 h 679"/>
              <a:gd name="T56" fmla="*/ 20 w 1076"/>
              <a:gd name="T57" fmla="*/ 405 h 679"/>
              <a:gd name="T58" fmla="*/ 39 w 1076"/>
              <a:gd name="T59" fmla="*/ 399 h 679"/>
              <a:gd name="T60" fmla="*/ 39 w 1076"/>
              <a:gd name="T61" fmla="*/ 200 h 679"/>
              <a:gd name="T62" fmla="*/ 1036 w 1076"/>
              <a:gd name="T63" fmla="*/ 200 h 679"/>
              <a:gd name="T64" fmla="*/ 1057 w 1076"/>
              <a:gd name="T65" fmla="*/ 206 h 679"/>
              <a:gd name="T66" fmla="*/ 1070 w 1076"/>
              <a:gd name="T67" fmla="*/ 219 h 679"/>
              <a:gd name="T68" fmla="*/ 1076 w 1076"/>
              <a:gd name="T69" fmla="*/ 240 h 679"/>
              <a:gd name="T70" fmla="*/ 1070 w 1076"/>
              <a:gd name="T71" fmla="*/ 261 h 679"/>
              <a:gd name="T72" fmla="*/ 1057 w 1076"/>
              <a:gd name="T73" fmla="*/ 274 h 679"/>
              <a:gd name="T74" fmla="*/ 1036 w 1076"/>
              <a:gd name="T75" fmla="*/ 280 h 679"/>
              <a:gd name="T76" fmla="*/ 39 w 1076"/>
              <a:gd name="T77" fmla="*/ 280 h 679"/>
              <a:gd name="T78" fmla="*/ 20 w 1076"/>
              <a:gd name="T79" fmla="*/ 274 h 679"/>
              <a:gd name="T80" fmla="*/ 5 w 1076"/>
              <a:gd name="T81" fmla="*/ 261 h 679"/>
              <a:gd name="T82" fmla="*/ 0 w 1076"/>
              <a:gd name="T83" fmla="*/ 240 h 679"/>
              <a:gd name="T84" fmla="*/ 5 w 1076"/>
              <a:gd name="T85" fmla="*/ 219 h 679"/>
              <a:gd name="T86" fmla="*/ 20 w 1076"/>
              <a:gd name="T87" fmla="*/ 206 h 679"/>
              <a:gd name="T88" fmla="*/ 39 w 1076"/>
              <a:gd name="T89" fmla="*/ 200 h 679"/>
              <a:gd name="T90" fmla="*/ 39 w 1076"/>
              <a:gd name="T91" fmla="*/ 0 h 679"/>
              <a:gd name="T92" fmla="*/ 1036 w 1076"/>
              <a:gd name="T93" fmla="*/ 0 h 679"/>
              <a:gd name="T94" fmla="*/ 1057 w 1076"/>
              <a:gd name="T95" fmla="*/ 6 h 679"/>
              <a:gd name="T96" fmla="*/ 1070 w 1076"/>
              <a:gd name="T97" fmla="*/ 21 h 679"/>
              <a:gd name="T98" fmla="*/ 1076 w 1076"/>
              <a:gd name="T99" fmla="*/ 42 h 679"/>
              <a:gd name="T100" fmla="*/ 1070 w 1076"/>
              <a:gd name="T101" fmla="*/ 61 h 679"/>
              <a:gd name="T102" fmla="*/ 1057 w 1076"/>
              <a:gd name="T103" fmla="*/ 76 h 679"/>
              <a:gd name="T104" fmla="*/ 1036 w 1076"/>
              <a:gd name="T105" fmla="*/ 81 h 679"/>
              <a:gd name="T106" fmla="*/ 39 w 1076"/>
              <a:gd name="T107" fmla="*/ 81 h 679"/>
              <a:gd name="T108" fmla="*/ 20 w 1076"/>
              <a:gd name="T109" fmla="*/ 76 h 679"/>
              <a:gd name="T110" fmla="*/ 5 w 1076"/>
              <a:gd name="T111" fmla="*/ 61 h 679"/>
              <a:gd name="T112" fmla="*/ 0 w 1076"/>
              <a:gd name="T113" fmla="*/ 42 h 679"/>
              <a:gd name="T114" fmla="*/ 5 w 1076"/>
              <a:gd name="T115" fmla="*/ 21 h 679"/>
              <a:gd name="T116" fmla="*/ 20 w 1076"/>
              <a:gd name="T117" fmla="*/ 6 h 679"/>
              <a:gd name="T118" fmla="*/ 39 w 1076"/>
              <a:gd name="T119" fmla="*/ 0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76" h="679">
                <a:moveTo>
                  <a:pt x="39" y="599"/>
                </a:moveTo>
                <a:lnTo>
                  <a:pt x="1036" y="599"/>
                </a:lnTo>
                <a:lnTo>
                  <a:pt x="1057" y="603"/>
                </a:lnTo>
                <a:lnTo>
                  <a:pt x="1070" y="618"/>
                </a:lnTo>
                <a:lnTo>
                  <a:pt x="1076" y="639"/>
                </a:lnTo>
                <a:lnTo>
                  <a:pt x="1070" y="658"/>
                </a:lnTo>
                <a:lnTo>
                  <a:pt x="1057" y="673"/>
                </a:lnTo>
                <a:lnTo>
                  <a:pt x="1036" y="679"/>
                </a:lnTo>
                <a:lnTo>
                  <a:pt x="39" y="679"/>
                </a:lnTo>
                <a:lnTo>
                  <a:pt x="20" y="673"/>
                </a:lnTo>
                <a:lnTo>
                  <a:pt x="5" y="658"/>
                </a:lnTo>
                <a:lnTo>
                  <a:pt x="0" y="639"/>
                </a:lnTo>
                <a:lnTo>
                  <a:pt x="5" y="618"/>
                </a:lnTo>
                <a:lnTo>
                  <a:pt x="20" y="603"/>
                </a:lnTo>
                <a:lnTo>
                  <a:pt x="39" y="599"/>
                </a:lnTo>
                <a:close/>
                <a:moveTo>
                  <a:pt x="39" y="399"/>
                </a:moveTo>
                <a:lnTo>
                  <a:pt x="1036" y="399"/>
                </a:lnTo>
                <a:lnTo>
                  <a:pt x="1057" y="405"/>
                </a:lnTo>
                <a:lnTo>
                  <a:pt x="1070" y="420"/>
                </a:lnTo>
                <a:lnTo>
                  <a:pt x="1076" y="439"/>
                </a:lnTo>
                <a:lnTo>
                  <a:pt x="1070" y="460"/>
                </a:lnTo>
                <a:lnTo>
                  <a:pt x="1057" y="473"/>
                </a:lnTo>
                <a:lnTo>
                  <a:pt x="1036" y="478"/>
                </a:lnTo>
                <a:lnTo>
                  <a:pt x="39" y="478"/>
                </a:lnTo>
                <a:lnTo>
                  <a:pt x="20" y="473"/>
                </a:lnTo>
                <a:lnTo>
                  <a:pt x="5" y="460"/>
                </a:lnTo>
                <a:lnTo>
                  <a:pt x="0" y="439"/>
                </a:lnTo>
                <a:lnTo>
                  <a:pt x="5" y="420"/>
                </a:lnTo>
                <a:lnTo>
                  <a:pt x="20" y="405"/>
                </a:lnTo>
                <a:lnTo>
                  <a:pt x="39" y="399"/>
                </a:lnTo>
                <a:close/>
                <a:moveTo>
                  <a:pt x="39" y="200"/>
                </a:moveTo>
                <a:lnTo>
                  <a:pt x="1036" y="200"/>
                </a:lnTo>
                <a:lnTo>
                  <a:pt x="1057" y="206"/>
                </a:lnTo>
                <a:lnTo>
                  <a:pt x="1070" y="219"/>
                </a:lnTo>
                <a:lnTo>
                  <a:pt x="1076" y="240"/>
                </a:lnTo>
                <a:lnTo>
                  <a:pt x="1070" y="261"/>
                </a:lnTo>
                <a:lnTo>
                  <a:pt x="1057" y="274"/>
                </a:lnTo>
                <a:lnTo>
                  <a:pt x="1036" y="280"/>
                </a:lnTo>
                <a:lnTo>
                  <a:pt x="39" y="280"/>
                </a:lnTo>
                <a:lnTo>
                  <a:pt x="20" y="274"/>
                </a:lnTo>
                <a:lnTo>
                  <a:pt x="5" y="261"/>
                </a:lnTo>
                <a:lnTo>
                  <a:pt x="0" y="240"/>
                </a:lnTo>
                <a:lnTo>
                  <a:pt x="5" y="219"/>
                </a:lnTo>
                <a:lnTo>
                  <a:pt x="20" y="206"/>
                </a:lnTo>
                <a:lnTo>
                  <a:pt x="39" y="200"/>
                </a:lnTo>
                <a:close/>
                <a:moveTo>
                  <a:pt x="39" y="0"/>
                </a:moveTo>
                <a:lnTo>
                  <a:pt x="1036" y="0"/>
                </a:lnTo>
                <a:lnTo>
                  <a:pt x="1057" y="6"/>
                </a:lnTo>
                <a:lnTo>
                  <a:pt x="1070" y="21"/>
                </a:lnTo>
                <a:lnTo>
                  <a:pt x="1076" y="42"/>
                </a:lnTo>
                <a:lnTo>
                  <a:pt x="1070" y="61"/>
                </a:lnTo>
                <a:lnTo>
                  <a:pt x="1057" y="76"/>
                </a:lnTo>
                <a:lnTo>
                  <a:pt x="1036" y="81"/>
                </a:lnTo>
                <a:lnTo>
                  <a:pt x="39" y="81"/>
                </a:lnTo>
                <a:lnTo>
                  <a:pt x="20" y="76"/>
                </a:lnTo>
                <a:lnTo>
                  <a:pt x="5" y="61"/>
                </a:lnTo>
                <a:lnTo>
                  <a:pt x="0" y="42"/>
                </a:lnTo>
                <a:lnTo>
                  <a:pt x="5" y="21"/>
                </a:lnTo>
                <a:lnTo>
                  <a:pt x="20" y="6"/>
                </a:lnTo>
                <a:lnTo>
                  <a:pt x="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25308" y="1412776"/>
            <a:ext cx="1080000" cy="721673"/>
          </a:xfrm>
          <a:custGeom>
            <a:avLst/>
            <a:gdLst>
              <a:gd name="T0" fmla="*/ 1036 w 1076"/>
              <a:gd name="T1" fmla="*/ 599 h 719"/>
              <a:gd name="T2" fmla="*/ 1070 w 1076"/>
              <a:gd name="T3" fmla="*/ 618 h 719"/>
              <a:gd name="T4" fmla="*/ 1070 w 1076"/>
              <a:gd name="T5" fmla="*/ 658 h 719"/>
              <a:gd name="T6" fmla="*/ 1036 w 1076"/>
              <a:gd name="T7" fmla="*/ 679 h 719"/>
              <a:gd name="T8" fmla="*/ 418 w 1076"/>
              <a:gd name="T9" fmla="*/ 673 h 719"/>
              <a:gd name="T10" fmla="*/ 399 w 1076"/>
              <a:gd name="T11" fmla="*/ 639 h 719"/>
              <a:gd name="T12" fmla="*/ 418 w 1076"/>
              <a:gd name="T13" fmla="*/ 603 h 719"/>
              <a:gd name="T14" fmla="*/ 439 w 1076"/>
              <a:gd name="T15" fmla="*/ 399 h 719"/>
              <a:gd name="T16" fmla="*/ 1057 w 1076"/>
              <a:gd name="T17" fmla="*/ 405 h 719"/>
              <a:gd name="T18" fmla="*/ 1076 w 1076"/>
              <a:gd name="T19" fmla="*/ 439 h 719"/>
              <a:gd name="T20" fmla="*/ 1057 w 1076"/>
              <a:gd name="T21" fmla="*/ 473 h 719"/>
              <a:gd name="T22" fmla="*/ 439 w 1076"/>
              <a:gd name="T23" fmla="*/ 478 h 719"/>
              <a:gd name="T24" fmla="*/ 405 w 1076"/>
              <a:gd name="T25" fmla="*/ 460 h 719"/>
              <a:gd name="T26" fmla="*/ 405 w 1076"/>
              <a:gd name="T27" fmla="*/ 420 h 719"/>
              <a:gd name="T28" fmla="*/ 439 w 1076"/>
              <a:gd name="T29" fmla="*/ 399 h 719"/>
              <a:gd name="T30" fmla="*/ 238 w 1076"/>
              <a:gd name="T31" fmla="*/ 399 h 719"/>
              <a:gd name="T32" fmla="*/ 286 w 1076"/>
              <a:gd name="T33" fmla="*/ 414 h 719"/>
              <a:gd name="T34" fmla="*/ 314 w 1076"/>
              <a:gd name="T35" fmla="*/ 454 h 719"/>
              <a:gd name="T36" fmla="*/ 320 w 1076"/>
              <a:gd name="T37" fmla="*/ 639 h 719"/>
              <a:gd name="T38" fmla="*/ 303 w 1076"/>
              <a:gd name="T39" fmla="*/ 685 h 719"/>
              <a:gd name="T40" fmla="*/ 265 w 1076"/>
              <a:gd name="T41" fmla="*/ 715 h 719"/>
              <a:gd name="T42" fmla="*/ 79 w 1076"/>
              <a:gd name="T43" fmla="*/ 719 h 719"/>
              <a:gd name="T44" fmla="*/ 32 w 1076"/>
              <a:gd name="T45" fmla="*/ 704 h 719"/>
              <a:gd name="T46" fmla="*/ 4 w 1076"/>
              <a:gd name="T47" fmla="*/ 664 h 719"/>
              <a:gd name="T48" fmla="*/ 0 w 1076"/>
              <a:gd name="T49" fmla="*/ 478 h 719"/>
              <a:gd name="T50" fmla="*/ 15 w 1076"/>
              <a:gd name="T51" fmla="*/ 431 h 719"/>
              <a:gd name="T52" fmla="*/ 55 w 1076"/>
              <a:gd name="T53" fmla="*/ 403 h 719"/>
              <a:gd name="T54" fmla="*/ 439 w 1076"/>
              <a:gd name="T55" fmla="*/ 200 h 719"/>
              <a:gd name="T56" fmla="*/ 1057 w 1076"/>
              <a:gd name="T57" fmla="*/ 206 h 719"/>
              <a:gd name="T58" fmla="*/ 1076 w 1076"/>
              <a:gd name="T59" fmla="*/ 240 h 719"/>
              <a:gd name="T60" fmla="*/ 1057 w 1076"/>
              <a:gd name="T61" fmla="*/ 274 h 719"/>
              <a:gd name="T62" fmla="*/ 439 w 1076"/>
              <a:gd name="T63" fmla="*/ 280 h 719"/>
              <a:gd name="T64" fmla="*/ 405 w 1076"/>
              <a:gd name="T65" fmla="*/ 261 h 719"/>
              <a:gd name="T66" fmla="*/ 405 w 1076"/>
              <a:gd name="T67" fmla="*/ 219 h 719"/>
              <a:gd name="T68" fmla="*/ 439 w 1076"/>
              <a:gd name="T69" fmla="*/ 200 h 719"/>
              <a:gd name="T70" fmla="*/ 1036 w 1076"/>
              <a:gd name="T71" fmla="*/ 0 h 719"/>
              <a:gd name="T72" fmla="*/ 1070 w 1076"/>
              <a:gd name="T73" fmla="*/ 21 h 719"/>
              <a:gd name="T74" fmla="*/ 1070 w 1076"/>
              <a:gd name="T75" fmla="*/ 61 h 719"/>
              <a:gd name="T76" fmla="*/ 1036 w 1076"/>
              <a:gd name="T77" fmla="*/ 81 h 719"/>
              <a:gd name="T78" fmla="*/ 418 w 1076"/>
              <a:gd name="T79" fmla="*/ 76 h 719"/>
              <a:gd name="T80" fmla="*/ 399 w 1076"/>
              <a:gd name="T81" fmla="*/ 42 h 719"/>
              <a:gd name="T82" fmla="*/ 418 w 1076"/>
              <a:gd name="T83" fmla="*/ 6 h 719"/>
              <a:gd name="T84" fmla="*/ 79 w 1076"/>
              <a:gd name="T85" fmla="*/ 0 h 719"/>
              <a:gd name="T86" fmla="*/ 265 w 1076"/>
              <a:gd name="T87" fmla="*/ 6 h 719"/>
              <a:gd name="T88" fmla="*/ 303 w 1076"/>
              <a:gd name="T89" fmla="*/ 34 h 719"/>
              <a:gd name="T90" fmla="*/ 320 w 1076"/>
              <a:gd name="T91" fmla="*/ 81 h 719"/>
              <a:gd name="T92" fmla="*/ 314 w 1076"/>
              <a:gd name="T93" fmla="*/ 265 h 719"/>
              <a:gd name="T94" fmla="*/ 286 w 1076"/>
              <a:gd name="T95" fmla="*/ 304 h 719"/>
              <a:gd name="T96" fmla="*/ 238 w 1076"/>
              <a:gd name="T97" fmla="*/ 320 h 719"/>
              <a:gd name="T98" fmla="*/ 55 w 1076"/>
              <a:gd name="T99" fmla="*/ 316 h 719"/>
              <a:gd name="T100" fmla="*/ 15 w 1076"/>
              <a:gd name="T101" fmla="*/ 287 h 719"/>
              <a:gd name="T102" fmla="*/ 0 w 1076"/>
              <a:gd name="T103" fmla="*/ 240 h 719"/>
              <a:gd name="T104" fmla="*/ 4 w 1076"/>
              <a:gd name="T105" fmla="*/ 55 h 719"/>
              <a:gd name="T106" fmla="*/ 32 w 1076"/>
              <a:gd name="T107" fmla="*/ 17 h 719"/>
              <a:gd name="T108" fmla="*/ 79 w 1076"/>
              <a:gd name="T109" fmla="*/ 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76" h="719">
                <a:moveTo>
                  <a:pt x="439" y="599"/>
                </a:moveTo>
                <a:lnTo>
                  <a:pt x="1036" y="599"/>
                </a:lnTo>
                <a:lnTo>
                  <a:pt x="1057" y="603"/>
                </a:lnTo>
                <a:lnTo>
                  <a:pt x="1070" y="618"/>
                </a:lnTo>
                <a:lnTo>
                  <a:pt x="1076" y="639"/>
                </a:lnTo>
                <a:lnTo>
                  <a:pt x="1070" y="658"/>
                </a:lnTo>
                <a:lnTo>
                  <a:pt x="1057" y="673"/>
                </a:lnTo>
                <a:lnTo>
                  <a:pt x="1036" y="679"/>
                </a:lnTo>
                <a:lnTo>
                  <a:pt x="439" y="679"/>
                </a:lnTo>
                <a:lnTo>
                  <a:pt x="418" y="673"/>
                </a:lnTo>
                <a:lnTo>
                  <a:pt x="405" y="658"/>
                </a:lnTo>
                <a:lnTo>
                  <a:pt x="399" y="639"/>
                </a:lnTo>
                <a:lnTo>
                  <a:pt x="405" y="618"/>
                </a:lnTo>
                <a:lnTo>
                  <a:pt x="418" y="603"/>
                </a:lnTo>
                <a:lnTo>
                  <a:pt x="439" y="599"/>
                </a:lnTo>
                <a:close/>
                <a:moveTo>
                  <a:pt x="439" y="399"/>
                </a:moveTo>
                <a:lnTo>
                  <a:pt x="1036" y="399"/>
                </a:lnTo>
                <a:lnTo>
                  <a:pt x="1057" y="405"/>
                </a:lnTo>
                <a:lnTo>
                  <a:pt x="1070" y="420"/>
                </a:lnTo>
                <a:lnTo>
                  <a:pt x="1076" y="439"/>
                </a:lnTo>
                <a:lnTo>
                  <a:pt x="1070" y="460"/>
                </a:lnTo>
                <a:lnTo>
                  <a:pt x="1057" y="473"/>
                </a:lnTo>
                <a:lnTo>
                  <a:pt x="1036" y="478"/>
                </a:lnTo>
                <a:lnTo>
                  <a:pt x="439" y="478"/>
                </a:lnTo>
                <a:lnTo>
                  <a:pt x="418" y="473"/>
                </a:lnTo>
                <a:lnTo>
                  <a:pt x="405" y="460"/>
                </a:lnTo>
                <a:lnTo>
                  <a:pt x="399" y="439"/>
                </a:lnTo>
                <a:lnTo>
                  <a:pt x="405" y="420"/>
                </a:lnTo>
                <a:lnTo>
                  <a:pt x="418" y="405"/>
                </a:lnTo>
                <a:lnTo>
                  <a:pt x="439" y="399"/>
                </a:lnTo>
                <a:close/>
                <a:moveTo>
                  <a:pt x="79" y="399"/>
                </a:moveTo>
                <a:lnTo>
                  <a:pt x="238" y="399"/>
                </a:lnTo>
                <a:lnTo>
                  <a:pt x="265" y="403"/>
                </a:lnTo>
                <a:lnTo>
                  <a:pt x="286" y="414"/>
                </a:lnTo>
                <a:lnTo>
                  <a:pt x="303" y="431"/>
                </a:lnTo>
                <a:lnTo>
                  <a:pt x="314" y="454"/>
                </a:lnTo>
                <a:lnTo>
                  <a:pt x="320" y="478"/>
                </a:lnTo>
                <a:lnTo>
                  <a:pt x="320" y="639"/>
                </a:lnTo>
                <a:lnTo>
                  <a:pt x="314" y="664"/>
                </a:lnTo>
                <a:lnTo>
                  <a:pt x="303" y="685"/>
                </a:lnTo>
                <a:lnTo>
                  <a:pt x="286" y="704"/>
                </a:lnTo>
                <a:lnTo>
                  <a:pt x="265" y="715"/>
                </a:lnTo>
                <a:lnTo>
                  <a:pt x="238" y="719"/>
                </a:lnTo>
                <a:lnTo>
                  <a:pt x="79" y="719"/>
                </a:lnTo>
                <a:lnTo>
                  <a:pt x="55" y="715"/>
                </a:lnTo>
                <a:lnTo>
                  <a:pt x="32" y="704"/>
                </a:lnTo>
                <a:lnTo>
                  <a:pt x="15" y="685"/>
                </a:lnTo>
                <a:lnTo>
                  <a:pt x="4" y="664"/>
                </a:lnTo>
                <a:lnTo>
                  <a:pt x="0" y="639"/>
                </a:lnTo>
                <a:lnTo>
                  <a:pt x="0" y="478"/>
                </a:lnTo>
                <a:lnTo>
                  <a:pt x="4" y="454"/>
                </a:lnTo>
                <a:lnTo>
                  <a:pt x="15" y="431"/>
                </a:lnTo>
                <a:lnTo>
                  <a:pt x="32" y="414"/>
                </a:lnTo>
                <a:lnTo>
                  <a:pt x="55" y="403"/>
                </a:lnTo>
                <a:lnTo>
                  <a:pt x="79" y="399"/>
                </a:lnTo>
                <a:close/>
                <a:moveTo>
                  <a:pt x="439" y="200"/>
                </a:moveTo>
                <a:lnTo>
                  <a:pt x="1036" y="200"/>
                </a:lnTo>
                <a:lnTo>
                  <a:pt x="1057" y="206"/>
                </a:lnTo>
                <a:lnTo>
                  <a:pt x="1070" y="219"/>
                </a:lnTo>
                <a:lnTo>
                  <a:pt x="1076" y="240"/>
                </a:lnTo>
                <a:lnTo>
                  <a:pt x="1070" y="261"/>
                </a:lnTo>
                <a:lnTo>
                  <a:pt x="1057" y="274"/>
                </a:lnTo>
                <a:lnTo>
                  <a:pt x="1036" y="280"/>
                </a:lnTo>
                <a:lnTo>
                  <a:pt x="439" y="280"/>
                </a:lnTo>
                <a:lnTo>
                  <a:pt x="418" y="274"/>
                </a:lnTo>
                <a:lnTo>
                  <a:pt x="405" y="261"/>
                </a:lnTo>
                <a:lnTo>
                  <a:pt x="399" y="240"/>
                </a:lnTo>
                <a:lnTo>
                  <a:pt x="405" y="219"/>
                </a:lnTo>
                <a:lnTo>
                  <a:pt x="418" y="206"/>
                </a:lnTo>
                <a:lnTo>
                  <a:pt x="439" y="200"/>
                </a:lnTo>
                <a:close/>
                <a:moveTo>
                  <a:pt x="439" y="0"/>
                </a:moveTo>
                <a:lnTo>
                  <a:pt x="1036" y="0"/>
                </a:lnTo>
                <a:lnTo>
                  <a:pt x="1057" y="6"/>
                </a:lnTo>
                <a:lnTo>
                  <a:pt x="1070" y="21"/>
                </a:lnTo>
                <a:lnTo>
                  <a:pt x="1076" y="42"/>
                </a:lnTo>
                <a:lnTo>
                  <a:pt x="1070" y="61"/>
                </a:lnTo>
                <a:lnTo>
                  <a:pt x="1057" y="76"/>
                </a:lnTo>
                <a:lnTo>
                  <a:pt x="1036" y="81"/>
                </a:lnTo>
                <a:lnTo>
                  <a:pt x="439" y="81"/>
                </a:lnTo>
                <a:lnTo>
                  <a:pt x="418" y="76"/>
                </a:lnTo>
                <a:lnTo>
                  <a:pt x="405" y="61"/>
                </a:lnTo>
                <a:lnTo>
                  <a:pt x="399" y="42"/>
                </a:lnTo>
                <a:lnTo>
                  <a:pt x="405" y="21"/>
                </a:lnTo>
                <a:lnTo>
                  <a:pt x="418" y="6"/>
                </a:lnTo>
                <a:lnTo>
                  <a:pt x="439" y="0"/>
                </a:lnTo>
                <a:close/>
                <a:moveTo>
                  <a:pt x="79" y="0"/>
                </a:moveTo>
                <a:lnTo>
                  <a:pt x="238" y="0"/>
                </a:lnTo>
                <a:lnTo>
                  <a:pt x="265" y="6"/>
                </a:lnTo>
                <a:lnTo>
                  <a:pt x="286" y="17"/>
                </a:lnTo>
                <a:lnTo>
                  <a:pt x="303" y="34"/>
                </a:lnTo>
                <a:lnTo>
                  <a:pt x="314" y="55"/>
                </a:lnTo>
                <a:lnTo>
                  <a:pt x="320" y="81"/>
                </a:lnTo>
                <a:lnTo>
                  <a:pt x="320" y="240"/>
                </a:lnTo>
                <a:lnTo>
                  <a:pt x="314" y="265"/>
                </a:lnTo>
                <a:lnTo>
                  <a:pt x="303" y="287"/>
                </a:lnTo>
                <a:lnTo>
                  <a:pt x="286" y="304"/>
                </a:lnTo>
                <a:lnTo>
                  <a:pt x="265" y="316"/>
                </a:lnTo>
                <a:lnTo>
                  <a:pt x="238" y="320"/>
                </a:lnTo>
                <a:lnTo>
                  <a:pt x="79" y="320"/>
                </a:lnTo>
                <a:lnTo>
                  <a:pt x="55" y="316"/>
                </a:lnTo>
                <a:lnTo>
                  <a:pt x="32" y="304"/>
                </a:lnTo>
                <a:lnTo>
                  <a:pt x="15" y="287"/>
                </a:lnTo>
                <a:lnTo>
                  <a:pt x="4" y="265"/>
                </a:lnTo>
                <a:lnTo>
                  <a:pt x="0" y="240"/>
                </a:lnTo>
                <a:lnTo>
                  <a:pt x="0" y="81"/>
                </a:lnTo>
                <a:lnTo>
                  <a:pt x="4" y="55"/>
                </a:lnTo>
                <a:lnTo>
                  <a:pt x="15" y="34"/>
                </a:lnTo>
                <a:lnTo>
                  <a:pt x="32" y="17"/>
                </a:lnTo>
                <a:lnTo>
                  <a:pt x="55" y="6"/>
                </a:lnTo>
                <a:lnTo>
                  <a:pt x="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572" y="3223238"/>
            <a:ext cx="1080000" cy="411524"/>
          </a:xfrm>
          <a:custGeom>
            <a:avLst/>
            <a:gdLst>
              <a:gd name="T0" fmla="*/ 1042 w 1076"/>
              <a:gd name="T1" fmla="*/ 308 h 410"/>
              <a:gd name="T2" fmla="*/ 1070 w 1076"/>
              <a:gd name="T3" fmla="*/ 325 h 410"/>
              <a:gd name="T4" fmla="*/ 1070 w 1076"/>
              <a:gd name="T5" fmla="*/ 359 h 410"/>
              <a:gd name="T6" fmla="*/ 1042 w 1076"/>
              <a:gd name="T7" fmla="*/ 376 h 410"/>
              <a:gd name="T8" fmla="*/ 512 w 1076"/>
              <a:gd name="T9" fmla="*/ 372 h 410"/>
              <a:gd name="T10" fmla="*/ 495 w 1076"/>
              <a:gd name="T11" fmla="*/ 342 h 410"/>
              <a:gd name="T12" fmla="*/ 512 w 1076"/>
              <a:gd name="T13" fmla="*/ 312 h 410"/>
              <a:gd name="T14" fmla="*/ 529 w 1076"/>
              <a:gd name="T15" fmla="*/ 172 h 410"/>
              <a:gd name="T16" fmla="*/ 1059 w 1076"/>
              <a:gd name="T17" fmla="*/ 176 h 410"/>
              <a:gd name="T18" fmla="*/ 1076 w 1076"/>
              <a:gd name="T19" fmla="*/ 206 h 410"/>
              <a:gd name="T20" fmla="*/ 1059 w 1076"/>
              <a:gd name="T21" fmla="*/ 234 h 410"/>
              <a:gd name="T22" fmla="*/ 529 w 1076"/>
              <a:gd name="T23" fmla="*/ 240 h 410"/>
              <a:gd name="T24" fmla="*/ 499 w 1076"/>
              <a:gd name="T25" fmla="*/ 223 h 410"/>
              <a:gd name="T26" fmla="*/ 499 w 1076"/>
              <a:gd name="T27" fmla="*/ 189 h 410"/>
              <a:gd name="T28" fmla="*/ 529 w 1076"/>
              <a:gd name="T29" fmla="*/ 172 h 410"/>
              <a:gd name="T30" fmla="*/ 1042 w 1076"/>
              <a:gd name="T31" fmla="*/ 34 h 410"/>
              <a:gd name="T32" fmla="*/ 1070 w 1076"/>
              <a:gd name="T33" fmla="*/ 51 h 410"/>
              <a:gd name="T34" fmla="*/ 1070 w 1076"/>
              <a:gd name="T35" fmla="*/ 87 h 410"/>
              <a:gd name="T36" fmla="*/ 1042 w 1076"/>
              <a:gd name="T37" fmla="*/ 102 h 410"/>
              <a:gd name="T38" fmla="*/ 512 w 1076"/>
              <a:gd name="T39" fmla="*/ 98 h 410"/>
              <a:gd name="T40" fmla="*/ 495 w 1076"/>
              <a:gd name="T41" fmla="*/ 68 h 410"/>
              <a:gd name="T42" fmla="*/ 512 w 1076"/>
              <a:gd name="T43" fmla="*/ 40 h 410"/>
              <a:gd name="T44" fmla="*/ 68 w 1076"/>
              <a:gd name="T45" fmla="*/ 0 h 410"/>
              <a:gd name="T46" fmla="*/ 384 w 1076"/>
              <a:gd name="T47" fmla="*/ 6 h 410"/>
              <a:gd name="T48" fmla="*/ 422 w 1076"/>
              <a:gd name="T49" fmla="*/ 41 h 410"/>
              <a:gd name="T50" fmla="*/ 427 w 1076"/>
              <a:gd name="T51" fmla="*/ 342 h 410"/>
              <a:gd name="T52" fmla="*/ 407 w 1076"/>
              <a:gd name="T53" fmla="*/ 389 h 410"/>
              <a:gd name="T54" fmla="*/ 357 w 1076"/>
              <a:gd name="T55" fmla="*/ 410 h 410"/>
              <a:gd name="T56" fmla="*/ 42 w 1076"/>
              <a:gd name="T57" fmla="*/ 405 h 410"/>
              <a:gd name="T58" fmla="*/ 6 w 1076"/>
              <a:gd name="T59" fmla="*/ 369 h 410"/>
              <a:gd name="T60" fmla="*/ 0 w 1076"/>
              <a:gd name="T61" fmla="*/ 68 h 410"/>
              <a:gd name="T62" fmla="*/ 21 w 1076"/>
              <a:gd name="T63" fmla="*/ 21 h 410"/>
              <a:gd name="T64" fmla="*/ 68 w 1076"/>
              <a:gd name="T65" fmla="*/ 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76" h="410">
                <a:moveTo>
                  <a:pt x="529" y="308"/>
                </a:moveTo>
                <a:lnTo>
                  <a:pt x="1042" y="308"/>
                </a:lnTo>
                <a:lnTo>
                  <a:pt x="1059" y="312"/>
                </a:lnTo>
                <a:lnTo>
                  <a:pt x="1070" y="325"/>
                </a:lnTo>
                <a:lnTo>
                  <a:pt x="1076" y="342"/>
                </a:lnTo>
                <a:lnTo>
                  <a:pt x="1070" y="359"/>
                </a:lnTo>
                <a:lnTo>
                  <a:pt x="1059" y="372"/>
                </a:lnTo>
                <a:lnTo>
                  <a:pt x="1042" y="376"/>
                </a:lnTo>
                <a:lnTo>
                  <a:pt x="529" y="376"/>
                </a:lnTo>
                <a:lnTo>
                  <a:pt x="512" y="372"/>
                </a:lnTo>
                <a:lnTo>
                  <a:pt x="499" y="359"/>
                </a:lnTo>
                <a:lnTo>
                  <a:pt x="495" y="342"/>
                </a:lnTo>
                <a:lnTo>
                  <a:pt x="499" y="325"/>
                </a:lnTo>
                <a:lnTo>
                  <a:pt x="512" y="312"/>
                </a:lnTo>
                <a:lnTo>
                  <a:pt x="529" y="308"/>
                </a:lnTo>
                <a:close/>
                <a:moveTo>
                  <a:pt x="529" y="172"/>
                </a:moveTo>
                <a:lnTo>
                  <a:pt x="1042" y="172"/>
                </a:lnTo>
                <a:lnTo>
                  <a:pt x="1059" y="176"/>
                </a:lnTo>
                <a:lnTo>
                  <a:pt x="1070" y="189"/>
                </a:lnTo>
                <a:lnTo>
                  <a:pt x="1076" y="206"/>
                </a:lnTo>
                <a:lnTo>
                  <a:pt x="1070" y="223"/>
                </a:lnTo>
                <a:lnTo>
                  <a:pt x="1059" y="234"/>
                </a:lnTo>
                <a:lnTo>
                  <a:pt x="1042" y="240"/>
                </a:lnTo>
                <a:lnTo>
                  <a:pt x="529" y="240"/>
                </a:lnTo>
                <a:lnTo>
                  <a:pt x="512" y="234"/>
                </a:lnTo>
                <a:lnTo>
                  <a:pt x="499" y="223"/>
                </a:lnTo>
                <a:lnTo>
                  <a:pt x="495" y="206"/>
                </a:lnTo>
                <a:lnTo>
                  <a:pt x="499" y="189"/>
                </a:lnTo>
                <a:lnTo>
                  <a:pt x="512" y="176"/>
                </a:lnTo>
                <a:lnTo>
                  <a:pt x="529" y="172"/>
                </a:lnTo>
                <a:close/>
                <a:moveTo>
                  <a:pt x="529" y="34"/>
                </a:moveTo>
                <a:lnTo>
                  <a:pt x="1042" y="34"/>
                </a:lnTo>
                <a:lnTo>
                  <a:pt x="1059" y="40"/>
                </a:lnTo>
                <a:lnTo>
                  <a:pt x="1070" y="51"/>
                </a:lnTo>
                <a:lnTo>
                  <a:pt x="1076" y="68"/>
                </a:lnTo>
                <a:lnTo>
                  <a:pt x="1070" y="87"/>
                </a:lnTo>
                <a:lnTo>
                  <a:pt x="1059" y="98"/>
                </a:lnTo>
                <a:lnTo>
                  <a:pt x="1042" y="102"/>
                </a:lnTo>
                <a:lnTo>
                  <a:pt x="529" y="102"/>
                </a:lnTo>
                <a:lnTo>
                  <a:pt x="512" y="98"/>
                </a:lnTo>
                <a:lnTo>
                  <a:pt x="499" y="87"/>
                </a:lnTo>
                <a:lnTo>
                  <a:pt x="495" y="68"/>
                </a:lnTo>
                <a:lnTo>
                  <a:pt x="499" y="51"/>
                </a:lnTo>
                <a:lnTo>
                  <a:pt x="512" y="40"/>
                </a:lnTo>
                <a:lnTo>
                  <a:pt x="529" y="34"/>
                </a:lnTo>
                <a:close/>
                <a:moveTo>
                  <a:pt x="68" y="0"/>
                </a:moveTo>
                <a:lnTo>
                  <a:pt x="357" y="0"/>
                </a:lnTo>
                <a:lnTo>
                  <a:pt x="384" y="6"/>
                </a:lnTo>
                <a:lnTo>
                  <a:pt x="407" y="21"/>
                </a:lnTo>
                <a:lnTo>
                  <a:pt x="422" y="41"/>
                </a:lnTo>
                <a:lnTo>
                  <a:pt x="427" y="68"/>
                </a:lnTo>
                <a:lnTo>
                  <a:pt x="427" y="342"/>
                </a:lnTo>
                <a:lnTo>
                  <a:pt x="422" y="369"/>
                </a:lnTo>
                <a:lnTo>
                  <a:pt x="407" y="389"/>
                </a:lnTo>
                <a:lnTo>
                  <a:pt x="384" y="405"/>
                </a:lnTo>
                <a:lnTo>
                  <a:pt x="357" y="410"/>
                </a:lnTo>
                <a:lnTo>
                  <a:pt x="68" y="410"/>
                </a:lnTo>
                <a:lnTo>
                  <a:pt x="42" y="405"/>
                </a:lnTo>
                <a:lnTo>
                  <a:pt x="21" y="389"/>
                </a:lnTo>
                <a:lnTo>
                  <a:pt x="6" y="369"/>
                </a:lnTo>
                <a:lnTo>
                  <a:pt x="0" y="342"/>
                </a:lnTo>
                <a:lnTo>
                  <a:pt x="0" y="68"/>
                </a:lnTo>
                <a:lnTo>
                  <a:pt x="6" y="41"/>
                </a:lnTo>
                <a:lnTo>
                  <a:pt x="21" y="21"/>
                </a:lnTo>
                <a:lnTo>
                  <a:pt x="42" y="6"/>
                </a:lnTo>
                <a:lnTo>
                  <a:pt x="6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56756" y="3068960"/>
            <a:ext cx="1080000" cy="694572"/>
          </a:xfrm>
          <a:custGeom>
            <a:avLst/>
            <a:gdLst>
              <a:gd name="T0" fmla="*/ 1023 w 1076"/>
              <a:gd name="T1" fmla="*/ 389 h 692"/>
              <a:gd name="T2" fmla="*/ 1073 w 1076"/>
              <a:gd name="T3" fmla="*/ 437 h 692"/>
              <a:gd name="T4" fmla="*/ 1073 w 1076"/>
              <a:gd name="T5" fmla="*/ 639 h 692"/>
              <a:gd name="T6" fmla="*/ 1023 w 1076"/>
              <a:gd name="T7" fmla="*/ 688 h 692"/>
              <a:gd name="T8" fmla="*/ 821 w 1076"/>
              <a:gd name="T9" fmla="*/ 688 h 692"/>
              <a:gd name="T10" fmla="*/ 772 w 1076"/>
              <a:gd name="T11" fmla="*/ 639 h 692"/>
              <a:gd name="T12" fmla="*/ 772 w 1076"/>
              <a:gd name="T13" fmla="*/ 437 h 692"/>
              <a:gd name="T14" fmla="*/ 821 w 1076"/>
              <a:gd name="T15" fmla="*/ 389 h 692"/>
              <a:gd name="T16" fmla="*/ 615 w 1076"/>
              <a:gd name="T17" fmla="*/ 386 h 692"/>
              <a:gd name="T18" fmla="*/ 677 w 1076"/>
              <a:gd name="T19" fmla="*/ 416 h 692"/>
              <a:gd name="T20" fmla="*/ 693 w 1076"/>
              <a:gd name="T21" fmla="*/ 614 h 692"/>
              <a:gd name="T22" fmla="*/ 660 w 1076"/>
              <a:gd name="T23" fmla="*/ 677 h 692"/>
              <a:gd name="T24" fmla="*/ 462 w 1076"/>
              <a:gd name="T25" fmla="*/ 692 h 692"/>
              <a:gd name="T26" fmla="*/ 399 w 1076"/>
              <a:gd name="T27" fmla="*/ 660 h 692"/>
              <a:gd name="T28" fmla="*/ 384 w 1076"/>
              <a:gd name="T29" fmla="*/ 461 h 692"/>
              <a:gd name="T30" fmla="*/ 416 w 1076"/>
              <a:gd name="T31" fmla="*/ 399 h 692"/>
              <a:gd name="T32" fmla="*/ 76 w 1076"/>
              <a:gd name="T33" fmla="*/ 386 h 692"/>
              <a:gd name="T34" fmla="*/ 277 w 1076"/>
              <a:gd name="T35" fmla="*/ 399 h 692"/>
              <a:gd name="T36" fmla="*/ 307 w 1076"/>
              <a:gd name="T37" fmla="*/ 461 h 692"/>
              <a:gd name="T38" fmla="*/ 292 w 1076"/>
              <a:gd name="T39" fmla="*/ 660 h 692"/>
              <a:gd name="T40" fmla="*/ 231 w 1076"/>
              <a:gd name="T41" fmla="*/ 692 h 692"/>
              <a:gd name="T42" fmla="*/ 31 w 1076"/>
              <a:gd name="T43" fmla="*/ 677 h 692"/>
              <a:gd name="T44" fmla="*/ 0 w 1076"/>
              <a:gd name="T45" fmla="*/ 614 h 692"/>
              <a:gd name="T46" fmla="*/ 16 w 1076"/>
              <a:gd name="T47" fmla="*/ 416 h 692"/>
              <a:gd name="T48" fmla="*/ 76 w 1076"/>
              <a:gd name="T49" fmla="*/ 386 h 692"/>
              <a:gd name="T50" fmla="*/ 1023 w 1076"/>
              <a:gd name="T51" fmla="*/ 4 h 692"/>
              <a:gd name="T52" fmla="*/ 1073 w 1076"/>
              <a:gd name="T53" fmla="*/ 53 h 692"/>
              <a:gd name="T54" fmla="*/ 1073 w 1076"/>
              <a:gd name="T55" fmla="*/ 255 h 692"/>
              <a:gd name="T56" fmla="*/ 1023 w 1076"/>
              <a:gd name="T57" fmla="*/ 304 h 692"/>
              <a:gd name="T58" fmla="*/ 821 w 1076"/>
              <a:gd name="T59" fmla="*/ 304 h 692"/>
              <a:gd name="T60" fmla="*/ 772 w 1076"/>
              <a:gd name="T61" fmla="*/ 255 h 692"/>
              <a:gd name="T62" fmla="*/ 772 w 1076"/>
              <a:gd name="T63" fmla="*/ 53 h 692"/>
              <a:gd name="T64" fmla="*/ 821 w 1076"/>
              <a:gd name="T65" fmla="*/ 4 h 692"/>
              <a:gd name="T66" fmla="*/ 615 w 1076"/>
              <a:gd name="T67" fmla="*/ 0 h 692"/>
              <a:gd name="T68" fmla="*/ 677 w 1076"/>
              <a:gd name="T69" fmla="*/ 32 h 692"/>
              <a:gd name="T70" fmla="*/ 693 w 1076"/>
              <a:gd name="T71" fmla="*/ 231 h 692"/>
              <a:gd name="T72" fmla="*/ 660 w 1076"/>
              <a:gd name="T73" fmla="*/ 293 h 692"/>
              <a:gd name="T74" fmla="*/ 462 w 1076"/>
              <a:gd name="T75" fmla="*/ 308 h 692"/>
              <a:gd name="T76" fmla="*/ 399 w 1076"/>
              <a:gd name="T77" fmla="*/ 276 h 692"/>
              <a:gd name="T78" fmla="*/ 384 w 1076"/>
              <a:gd name="T79" fmla="*/ 77 h 692"/>
              <a:gd name="T80" fmla="*/ 416 w 1076"/>
              <a:gd name="T81" fmla="*/ 15 h 692"/>
              <a:gd name="T82" fmla="*/ 76 w 1076"/>
              <a:gd name="T83" fmla="*/ 0 h 692"/>
              <a:gd name="T84" fmla="*/ 277 w 1076"/>
              <a:gd name="T85" fmla="*/ 15 h 692"/>
              <a:gd name="T86" fmla="*/ 307 w 1076"/>
              <a:gd name="T87" fmla="*/ 77 h 692"/>
              <a:gd name="T88" fmla="*/ 292 w 1076"/>
              <a:gd name="T89" fmla="*/ 276 h 692"/>
              <a:gd name="T90" fmla="*/ 231 w 1076"/>
              <a:gd name="T91" fmla="*/ 308 h 692"/>
              <a:gd name="T92" fmla="*/ 31 w 1076"/>
              <a:gd name="T93" fmla="*/ 293 h 692"/>
              <a:gd name="T94" fmla="*/ 0 w 1076"/>
              <a:gd name="T95" fmla="*/ 231 h 692"/>
              <a:gd name="T96" fmla="*/ 16 w 1076"/>
              <a:gd name="T97" fmla="*/ 32 h 692"/>
              <a:gd name="T98" fmla="*/ 76 w 1076"/>
              <a:gd name="T99" fmla="*/ 0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076" h="692">
                <a:moveTo>
                  <a:pt x="846" y="386"/>
                </a:moveTo>
                <a:lnTo>
                  <a:pt x="999" y="386"/>
                </a:lnTo>
                <a:lnTo>
                  <a:pt x="1023" y="389"/>
                </a:lnTo>
                <a:lnTo>
                  <a:pt x="1044" y="399"/>
                </a:lnTo>
                <a:lnTo>
                  <a:pt x="1061" y="416"/>
                </a:lnTo>
                <a:lnTo>
                  <a:pt x="1073" y="437"/>
                </a:lnTo>
                <a:lnTo>
                  <a:pt x="1076" y="461"/>
                </a:lnTo>
                <a:lnTo>
                  <a:pt x="1076" y="614"/>
                </a:lnTo>
                <a:lnTo>
                  <a:pt x="1073" y="639"/>
                </a:lnTo>
                <a:lnTo>
                  <a:pt x="1061" y="660"/>
                </a:lnTo>
                <a:lnTo>
                  <a:pt x="1044" y="677"/>
                </a:lnTo>
                <a:lnTo>
                  <a:pt x="1023" y="688"/>
                </a:lnTo>
                <a:lnTo>
                  <a:pt x="999" y="692"/>
                </a:lnTo>
                <a:lnTo>
                  <a:pt x="846" y="692"/>
                </a:lnTo>
                <a:lnTo>
                  <a:pt x="821" y="688"/>
                </a:lnTo>
                <a:lnTo>
                  <a:pt x="800" y="677"/>
                </a:lnTo>
                <a:lnTo>
                  <a:pt x="783" y="660"/>
                </a:lnTo>
                <a:lnTo>
                  <a:pt x="772" y="639"/>
                </a:lnTo>
                <a:lnTo>
                  <a:pt x="768" y="614"/>
                </a:lnTo>
                <a:lnTo>
                  <a:pt x="768" y="461"/>
                </a:lnTo>
                <a:lnTo>
                  <a:pt x="772" y="437"/>
                </a:lnTo>
                <a:lnTo>
                  <a:pt x="783" y="416"/>
                </a:lnTo>
                <a:lnTo>
                  <a:pt x="800" y="399"/>
                </a:lnTo>
                <a:lnTo>
                  <a:pt x="821" y="389"/>
                </a:lnTo>
                <a:lnTo>
                  <a:pt x="846" y="386"/>
                </a:lnTo>
                <a:close/>
                <a:moveTo>
                  <a:pt x="462" y="386"/>
                </a:moveTo>
                <a:lnTo>
                  <a:pt x="615" y="386"/>
                </a:lnTo>
                <a:lnTo>
                  <a:pt x="640" y="389"/>
                </a:lnTo>
                <a:lnTo>
                  <a:pt x="660" y="399"/>
                </a:lnTo>
                <a:lnTo>
                  <a:pt x="677" y="416"/>
                </a:lnTo>
                <a:lnTo>
                  <a:pt x="687" y="437"/>
                </a:lnTo>
                <a:lnTo>
                  <a:pt x="693" y="461"/>
                </a:lnTo>
                <a:lnTo>
                  <a:pt x="693" y="614"/>
                </a:lnTo>
                <a:lnTo>
                  <a:pt x="687" y="639"/>
                </a:lnTo>
                <a:lnTo>
                  <a:pt x="677" y="660"/>
                </a:lnTo>
                <a:lnTo>
                  <a:pt x="660" y="677"/>
                </a:lnTo>
                <a:lnTo>
                  <a:pt x="640" y="688"/>
                </a:lnTo>
                <a:lnTo>
                  <a:pt x="615" y="692"/>
                </a:lnTo>
                <a:lnTo>
                  <a:pt x="462" y="692"/>
                </a:lnTo>
                <a:lnTo>
                  <a:pt x="437" y="688"/>
                </a:lnTo>
                <a:lnTo>
                  <a:pt x="416" y="677"/>
                </a:lnTo>
                <a:lnTo>
                  <a:pt x="399" y="660"/>
                </a:lnTo>
                <a:lnTo>
                  <a:pt x="388" y="639"/>
                </a:lnTo>
                <a:lnTo>
                  <a:pt x="384" y="614"/>
                </a:lnTo>
                <a:lnTo>
                  <a:pt x="384" y="461"/>
                </a:lnTo>
                <a:lnTo>
                  <a:pt x="388" y="437"/>
                </a:lnTo>
                <a:lnTo>
                  <a:pt x="399" y="416"/>
                </a:lnTo>
                <a:lnTo>
                  <a:pt x="416" y="399"/>
                </a:lnTo>
                <a:lnTo>
                  <a:pt x="437" y="389"/>
                </a:lnTo>
                <a:lnTo>
                  <a:pt x="462" y="386"/>
                </a:lnTo>
                <a:close/>
                <a:moveTo>
                  <a:pt x="76" y="386"/>
                </a:moveTo>
                <a:lnTo>
                  <a:pt x="231" y="386"/>
                </a:lnTo>
                <a:lnTo>
                  <a:pt x="256" y="389"/>
                </a:lnTo>
                <a:lnTo>
                  <a:pt x="277" y="399"/>
                </a:lnTo>
                <a:lnTo>
                  <a:pt x="292" y="416"/>
                </a:lnTo>
                <a:lnTo>
                  <a:pt x="303" y="437"/>
                </a:lnTo>
                <a:lnTo>
                  <a:pt x="307" y="461"/>
                </a:lnTo>
                <a:lnTo>
                  <a:pt x="307" y="614"/>
                </a:lnTo>
                <a:lnTo>
                  <a:pt x="303" y="639"/>
                </a:lnTo>
                <a:lnTo>
                  <a:pt x="292" y="660"/>
                </a:lnTo>
                <a:lnTo>
                  <a:pt x="277" y="677"/>
                </a:lnTo>
                <a:lnTo>
                  <a:pt x="256" y="688"/>
                </a:lnTo>
                <a:lnTo>
                  <a:pt x="231" y="692"/>
                </a:lnTo>
                <a:lnTo>
                  <a:pt x="76" y="692"/>
                </a:lnTo>
                <a:lnTo>
                  <a:pt x="53" y="688"/>
                </a:lnTo>
                <a:lnTo>
                  <a:pt x="31" y="677"/>
                </a:lnTo>
                <a:lnTo>
                  <a:pt x="16" y="660"/>
                </a:lnTo>
                <a:lnTo>
                  <a:pt x="4" y="639"/>
                </a:lnTo>
                <a:lnTo>
                  <a:pt x="0" y="614"/>
                </a:lnTo>
                <a:lnTo>
                  <a:pt x="0" y="461"/>
                </a:lnTo>
                <a:lnTo>
                  <a:pt x="4" y="437"/>
                </a:lnTo>
                <a:lnTo>
                  <a:pt x="16" y="416"/>
                </a:lnTo>
                <a:lnTo>
                  <a:pt x="31" y="399"/>
                </a:lnTo>
                <a:lnTo>
                  <a:pt x="53" y="389"/>
                </a:lnTo>
                <a:lnTo>
                  <a:pt x="76" y="386"/>
                </a:lnTo>
                <a:close/>
                <a:moveTo>
                  <a:pt x="846" y="0"/>
                </a:moveTo>
                <a:lnTo>
                  <a:pt x="999" y="0"/>
                </a:lnTo>
                <a:lnTo>
                  <a:pt x="1023" y="4"/>
                </a:lnTo>
                <a:lnTo>
                  <a:pt x="1044" y="15"/>
                </a:lnTo>
                <a:lnTo>
                  <a:pt x="1061" y="32"/>
                </a:lnTo>
                <a:lnTo>
                  <a:pt x="1073" y="53"/>
                </a:lnTo>
                <a:lnTo>
                  <a:pt x="1076" y="77"/>
                </a:lnTo>
                <a:lnTo>
                  <a:pt x="1076" y="231"/>
                </a:lnTo>
                <a:lnTo>
                  <a:pt x="1073" y="255"/>
                </a:lnTo>
                <a:lnTo>
                  <a:pt x="1061" y="276"/>
                </a:lnTo>
                <a:lnTo>
                  <a:pt x="1044" y="293"/>
                </a:lnTo>
                <a:lnTo>
                  <a:pt x="1023" y="304"/>
                </a:lnTo>
                <a:lnTo>
                  <a:pt x="999" y="308"/>
                </a:lnTo>
                <a:lnTo>
                  <a:pt x="846" y="308"/>
                </a:lnTo>
                <a:lnTo>
                  <a:pt x="821" y="304"/>
                </a:lnTo>
                <a:lnTo>
                  <a:pt x="800" y="293"/>
                </a:lnTo>
                <a:lnTo>
                  <a:pt x="783" y="276"/>
                </a:lnTo>
                <a:lnTo>
                  <a:pt x="772" y="255"/>
                </a:lnTo>
                <a:lnTo>
                  <a:pt x="768" y="231"/>
                </a:lnTo>
                <a:lnTo>
                  <a:pt x="768" y="77"/>
                </a:lnTo>
                <a:lnTo>
                  <a:pt x="772" y="53"/>
                </a:lnTo>
                <a:lnTo>
                  <a:pt x="783" y="32"/>
                </a:lnTo>
                <a:lnTo>
                  <a:pt x="800" y="15"/>
                </a:lnTo>
                <a:lnTo>
                  <a:pt x="821" y="4"/>
                </a:lnTo>
                <a:lnTo>
                  <a:pt x="846" y="0"/>
                </a:lnTo>
                <a:close/>
                <a:moveTo>
                  <a:pt x="462" y="0"/>
                </a:moveTo>
                <a:lnTo>
                  <a:pt x="615" y="0"/>
                </a:lnTo>
                <a:lnTo>
                  <a:pt x="640" y="4"/>
                </a:lnTo>
                <a:lnTo>
                  <a:pt x="660" y="15"/>
                </a:lnTo>
                <a:lnTo>
                  <a:pt x="677" y="32"/>
                </a:lnTo>
                <a:lnTo>
                  <a:pt x="687" y="53"/>
                </a:lnTo>
                <a:lnTo>
                  <a:pt x="693" y="77"/>
                </a:lnTo>
                <a:lnTo>
                  <a:pt x="693" y="231"/>
                </a:lnTo>
                <a:lnTo>
                  <a:pt x="687" y="255"/>
                </a:lnTo>
                <a:lnTo>
                  <a:pt x="677" y="276"/>
                </a:lnTo>
                <a:lnTo>
                  <a:pt x="660" y="293"/>
                </a:lnTo>
                <a:lnTo>
                  <a:pt x="640" y="304"/>
                </a:lnTo>
                <a:lnTo>
                  <a:pt x="615" y="308"/>
                </a:lnTo>
                <a:lnTo>
                  <a:pt x="462" y="308"/>
                </a:lnTo>
                <a:lnTo>
                  <a:pt x="437" y="304"/>
                </a:lnTo>
                <a:lnTo>
                  <a:pt x="416" y="293"/>
                </a:lnTo>
                <a:lnTo>
                  <a:pt x="399" y="276"/>
                </a:lnTo>
                <a:lnTo>
                  <a:pt x="388" y="255"/>
                </a:lnTo>
                <a:lnTo>
                  <a:pt x="384" y="231"/>
                </a:lnTo>
                <a:lnTo>
                  <a:pt x="384" y="77"/>
                </a:lnTo>
                <a:lnTo>
                  <a:pt x="388" y="53"/>
                </a:lnTo>
                <a:lnTo>
                  <a:pt x="399" y="32"/>
                </a:lnTo>
                <a:lnTo>
                  <a:pt x="416" y="15"/>
                </a:lnTo>
                <a:lnTo>
                  <a:pt x="437" y="4"/>
                </a:lnTo>
                <a:lnTo>
                  <a:pt x="462" y="0"/>
                </a:lnTo>
                <a:close/>
                <a:moveTo>
                  <a:pt x="76" y="0"/>
                </a:moveTo>
                <a:lnTo>
                  <a:pt x="231" y="0"/>
                </a:lnTo>
                <a:lnTo>
                  <a:pt x="256" y="4"/>
                </a:lnTo>
                <a:lnTo>
                  <a:pt x="277" y="15"/>
                </a:lnTo>
                <a:lnTo>
                  <a:pt x="292" y="32"/>
                </a:lnTo>
                <a:lnTo>
                  <a:pt x="303" y="53"/>
                </a:lnTo>
                <a:lnTo>
                  <a:pt x="307" y="77"/>
                </a:lnTo>
                <a:lnTo>
                  <a:pt x="307" y="231"/>
                </a:lnTo>
                <a:lnTo>
                  <a:pt x="303" y="255"/>
                </a:lnTo>
                <a:lnTo>
                  <a:pt x="292" y="276"/>
                </a:lnTo>
                <a:lnTo>
                  <a:pt x="277" y="293"/>
                </a:lnTo>
                <a:lnTo>
                  <a:pt x="256" y="304"/>
                </a:lnTo>
                <a:lnTo>
                  <a:pt x="231" y="308"/>
                </a:lnTo>
                <a:lnTo>
                  <a:pt x="76" y="308"/>
                </a:lnTo>
                <a:lnTo>
                  <a:pt x="53" y="304"/>
                </a:lnTo>
                <a:lnTo>
                  <a:pt x="31" y="293"/>
                </a:lnTo>
                <a:lnTo>
                  <a:pt x="16" y="276"/>
                </a:lnTo>
                <a:lnTo>
                  <a:pt x="4" y="255"/>
                </a:lnTo>
                <a:lnTo>
                  <a:pt x="0" y="231"/>
                </a:lnTo>
                <a:lnTo>
                  <a:pt x="0" y="77"/>
                </a:lnTo>
                <a:lnTo>
                  <a:pt x="4" y="53"/>
                </a:lnTo>
                <a:lnTo>
                  <a:pt x="16" y="32"/>
                </a:lnTo>
                <a:lnTo>
                  <a:pt x="31" y="15"/>
                </a:lnTo>
                <a:lnTo>
                  <a:pt x="53" y="4"/>
                </a:lnTo>
                <a:lnTo>
                  <a:pt x="7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15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98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Arrows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Bended Arrow Right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Bended Arrow Left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Bended Arrow Down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Bended Arrow Up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Refresh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Refresh 2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Repeat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Shuffle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Refresh 3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Refresh 4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Recycle Symbol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Go Full Screen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Go Back From </a:t>
            </a: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creen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Go Full Screen 2</a:t>
            </a:r>
          </a:p>
        </p:txBody>
      </p:sp>
      <p:sp>
        <p:nvSpPr>
          <p:cNvPr id="22" name="Freeform 6"/>
          <p:cNvSpPr>
            <a:spLocks noChangeAspect="1"/>
          </p:cNvSpPr>
          <p:nvPr/>
        </p:nvSpPr>
        <p:spPr bwMode="auto">
          <a:xfrm>
            <a:off x="1172580" y="1220364"/>
            <a:ext cx="941848" cy="1080000"/>
          </a:xfrm>
          <a:custGeom>
            <a:avLst/>
            <a:gdLst>
              <a:gd name="T0" fmla="*/ 569 w 934"/>
              <a:gd name="T1" fmla="*/ 30 h 1071"/>
              <a:gd name="T2" fmla="*/ 645 w 934"/>
              <a:gd name="T3" fmla="*/ 98 h 1071"/>
              <a:gd name="T4" fmla="*/ 722 w 934"/>
              <a:gd name="T5" fmla="*/ 170 h 1071"/>
              <a:gd name="T6" fmla="*/ 794 w 934"/>
              <a:gd name="T7" fmla="*/ 240 h 1071"/>
              <a:gd name="T8" fmla="*/ 857 w 934"/>
              <a:gd name="T9" fmla="*/ 303 h 1071"/>
              <a:gd name="T10" fmla="*/ 904 w 934"/>
              <a:gd name="T11" fmla="*/ 350 h 1071"/>
              <a:gd name="T12" fmla="*/ 930 w 934"/>
              <a:gd name="T13" fmla="*/ 377 h 1071"/>
              <a:gd name="T14" fmla="*/ 930 w 934"/>
              <a:gd name="T15" fmla="*/ 384 h 1071"/>
              <a:gd name="T16" fmla="*/ 902 w 934"/>
              <a:gd name="T17" fmla="*/ 409 h 1071"/>
              <a:gd name="T18" fmla="*/ 855 w 934"/>
              <a:gd name="T19" fmla="*/ 450 h 1071"/>
              <a:gd name="T20" fmla="*/ 794 w 934"/>
              <a:gd name="T21" fmla="*/ 505 h 1071"/>
              <a:gd name="T22" fmla="*/ 726 w 934"/>
              <a:gd name="T23" fmla="*/ 564 h 1071"/>
              <a:gd name="T24" fmla="*/ 660 w 934"/>
              <a:gd name="T25" fmla="*/ 623 h 1071"/>
              <a:gd name="T26" fmla="*/ 599 w 934"/>
              <a:gd name="T27" fmla="*/ 672 h 1071"/>
              <a:gd name="T28" fmla="*/ 556 w 934"/>
              <a:gd name="T29" fmla="*/ 706 h 1071"/>
              <a:gd name="T30" fmla="*/ 531 w 934"/>
              <a:gd name="T31" fmla="*/ 719 h 1071"/>
              <a:gd name="T32" fmla="*/ 471 w 934"/>
              <a:gd name="T33" fmla="*/ 479 h 1071"/>
              <a:gd name="T34" fmla="*/ 361 w 934"/>
              <a:gd name="T35" fmla="*/ 471 h 1071"/>
              <a:gd name="T36" fmla="*/ 274 w 934"/>
              <a:gd name="T37" fmla="*/ 484 h 1071"/>
              <a:gd name="T38" fmla="*/ 206 w 934"/>
              <a:gd name="T39" fmla="*/ 515 h 1071"/>
              <a:gd name="T40" fmla="*/ 157 w 934"/>
              <a:gd name="T41" fmla="*/ 551 h 1071"/>
              <a:gd name="T42" fmla="*/ 123 w 934"/>
              <a:gd name="T43" fmla="*/ 588 h 1071"/>
              <a:gd name="T44" fmla="*/ 102 w 934"/>
              <a:gd name="T45" fmla="*/ 619 h 1071"/>
              <a:gd name="T46" fmla="*/ 93 w 934"/>
              <a:gd name="T47" fmla="*/ 640 h 1071"/>
              <a:gd name="T48" fmla="*/ 70 w 934"/>
              <a:gd name="T49" fmla="*/ 677 h 1071"/>
              <a:gd name="T50" fmla="*/ 49 w 934"/>
              <a:gd name="T51" fmla="*/ 761 h 1071"/>
              <a:gd name="T52" fmla="*/ 47 w 934"/>
              <a:gd name="T53" fmla="*/ 848 h 1071"/>
              <a:gd name="T54" fmla="*/ 57 w 934"/>
              <a:gd name="T55" fmla="*/ 933 h 1071"/>
              <a:gd name="T56" fmla="*/ 74 w 934"/>
              <a:gd name="T57" fmla="*/ 1003 h 1071"/>
              <a:gd name="T58" fmla="*/ 89 w 934"/>
              <a:gd name="T59" fmla="*/ 1052 h 1071"/>
              <a:gd name="T60" fmla="*/ 95 w 934"/>
              <a:gd name="T61" fmla="*/ 1071 h 1071"/>
              <a:gd name="T62" fmla="*/ 43 w 934"/>
              <a:gd name="T63" fmla="*/ 988 h 1071"/>
              <a:gd name="T64" fmla="*/ 15 w 934"/>
              <a:gd name="T65" fmla="*/ 891 h 1071"/>
              <a:gd name="T66" fmla="*/ 2 w 934"/>
              <a:gd name="T67" fmla="*/ 802 h 1071"/>
              <a:gd name="T68" fmla="*/ 0 w 934"/>
              <a:gd name="T69" fmla="*/ 738 h 1071"/>
              <a:gd name="T70" fmla="*/ 0 w 934"/>
              <a:gd name="T71" fmla="*/ 711 h 1071"/>
              <a:gd name="T72" fmla="*/ 17 w 934"/>
              <a:gd name="T73" fmla="*/ 581 h 1071"/>
              <a:gd name="T74" fmla="*/ 59 w 934"/>
              <a:gd name="T75" fmla="*/ 477 h 1071"/>
              <a:gd name="T76" fmla="*/ 119 w 934"/>
              <a:gd name="T77" fmla="*/ 395 h 1071"/>
              <a:gd name="T78" fmla="*/ 191 w 934"/>
              <a:gd name="T79" fmla="*/ 335 h 1071"/>
              <a:gd name="T80" fmla="*/ 270 w 934"/>
              <a:gd name="T81" fmla="*/ 290 h 1071"/>
              <a:gd name="T82" fmla="*/ 348 w 934"/>
              <a:gd name="T83" fmla="*/ 261 h 1071"/>
              <a:gd name="T84" fmla="*/ 420 w 934"/>
              <a:gd name="T85" fmla="*/ 244 h 1071"/>
              <a:gd name="T86" fmla="*/ 478 w 934"/>
              <a:gd name="T87" fmla="*/ 235 h 1071"/>
              <a:gd name="T88" fmla="*/ 518 w 934"/>
              <a:gd name="T89" fmla="*/ 231 h 1071"/>
              <a:gd name="T90" fmla="*/ 533 w 934"/>
              <a:gd name="T91" fmla="*/ 231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934" h="1071">
                <a:moveTo>
                  <a:pt x="533" y="0"/>
                </a:moveTo>
                <a:lnTo>
                  <a:pt x="569" y="30"/>
                </a:lnTo>
                <a:lnTo>
                  <a:pt x="607" y="64"/>
                </a:lnTo>
                <a:lnTo>
                  <a:pt x="645" y="98"/>
                </a:lnTo>
                <a:lnTo>
                  <a:pt x="685" y="134"/>
                </a:lnTo>
                <a:lnTo>
                  <a:pt x="722" y="170"/>
                </a:lnTo>
                <a:lnTo>
                  <a:pt x="760" y="206"/>
                </a:lnTo>
                <a:lnTo>
                  <a:pt x="794" y="240"/>
                </a:lnTo>
                <a:lnTo>
                  <a:pt x="828" y="273"/>
                </a:lnTo>
                <a:lnTo>
                  <a:pt x="857" y="303"/>
                </a:lnTo>
                <a:lnTo>
                  <a:pt x="883" y="327"/>
                </a:lnTo>
                <a:lnTo>
                  <a:pt x="904" y="350"/>
                </a:lnTo>
                <a:lnTo>
                  <a:pt x="921" y="367"/>
                </a:lnTo>
                <a:lnTo>
                  <a:pt x="930" y="377"/>
                </a:lnTo>
                <a:lnTo>
                  <a:pt x="934" y="380"/>
                </a:lnTo>
                <a:lnTo>
                  <a:pt x="930" y="384"/>
                </a:lnTo>
                <a:lnTo>
                  <a:pt x="919" y="394"/>
                </a:lnTo>
                <a:lnTo>
                  <a:pt x="902" y="409"/>
                </a:lnTo>
                <a:lnTo>
                  <a:pt x="881" y="428"/>
                </a:lnTo>
                <a:lnTo>
                  <a:pt x="855" y="450"/>
                </a:lnTo>
                <a:lnTo>
                  <a:pt x="826" y="477"/>
                </a:lnTo>
                <a:lnTo>
                  <a:pt x="794" y="505"/>
                </a:lnTo>
                <a:lnTo>
                  <a:pt x="760" y="535"/>
                </a:lnTo>
                <a:lnTo>
                  <a:pt x="726" y="564"/>
                </a:lnTo>
                <a:lnTo>
                  <a:pt x="692" y="594"/>
                </a:lnTo>
                <a:lnTo>
                  <a:pt x="660" y="623"/>
                </a:lnTo>
                <a:lnTo>
                  <a:pt x="628" y="649"/>
                </a:lnTo>
                <a:lnTo>
                  <a:pt x="599" y="672"/>
                </a:lnTo>
                <a:lnTo>
                  <a:pt x="575" y="691"/>
                </a:lnTo>
                <a:lnTo>
                  <a:pt x="556" y="706"/>
                </a:lnTo>
                <a:lnTo>
                  <a:pt x="541" y="715"/>
                </a:lnTo>
                <a:lnTo>
                  <a:pt x="531" y="719"/>
                </a:lnTo>
                <a:lnTo>
                  <a:pt x="533" y="492"/>
                </a:lnTo>
                <a:lnTo>
                  <a:pt x="471" y="479"/>
                </a:lnTo>
                <a:lnTo>
                  <a:pt x="412" y="471"/>
                </a:lnTo>
                <a:lnTo>
                  <a:pt x="361" y="471"/>
                </a:lnTo>
                <a:lnTo>
                  <a:pt x="314" y="475"/>
                </a:lnTo>
                <a:lnTo>
                  <a:pt x="274" y="484"/>
                </a:lnTo>
                <a:lnTo>
                  <a:pt x="238" y="498"/>
                </a:lnTo>
                <a:lnTo>
                  <a:pt x="206" y="515"/>
                </a:lnTo>
                <a:lnTo>
                  <a:pt x="180" y="532"/>
                </a:lnTo>
                <a:lnTo>
                  <a:pt x="157" y="551"/>
                </a:lnTo>
                <a:lnTo>
                  <a:pt x="138" y="570"/>
                </a:lnTo>
                <a:lnTo>
                  <a:pt x="123" y="588"/>
                </a:lnTo>
                <a:lnTo>
                  <a:pt x="110" y="605"/>
                </a:lnTo>
                <a:lnTo>
                  <a:pt x="102" y="619"/>
                </a:lnTo>
                <a:lnTo>
                  <a:pt x="96" y="632"/>
                </a:lnTo>
                <a:lnTo>
                  <a:pt x="93" y="640"/>
                </a:lnTo>
                <a:lnTo>
                  <a:pt x="91" y="641"/>
                </a:lnTo>
                <a:lnTo>
                  <a:pt x="70" y="677"/>
                </a:lnTo>
                <a:lnTo>
                  <a:pt x="57" y="717"/>
                </a:lnTo>
                <a:lnTo>
                  <a:pt x="49" y="761"/>
                </a:lnTo>
                <a:lnTo>
                  <a:pt x="45" y="804"/>
                </a:lnTo>
                <a:lnTo>
                  <a:pt x="47" y="848"/>
                </a:lnTo>
                <a:lnTo>
                  <a:pt x="51" y="891"/>
                </a:lnTo>
                <a:lnTo>
                  <a:pt x="57" y="933"/>
                </a:lnTo>
                <a:lnTo>
                  <a:pt x="66" y="971"/>
                </a:lnTo>
                <a:lnTo>
                  <a:pt x="74" y="1003"/>
                </a:lnTo>
                <a:lnTo>
                  <a:pt x="81" y="1031"/>
                </a:lnTo>
                <a:lnTo>
                  <a:pt x="89" y="1052"/>
                </a:lnTo>
                <a:lnTo>
                  <a:pt x="93" y="1067"/>
                </a:lnTo>
                <a:lnTo>
                  <a:pt x="95" y="1071"/>
                </a:lnTo>
                <a:lnTo>
                  <a:pt x="66" y="1031"/>
                </a:lnTo>
                <a:lnTo>
                  <a:pt x="43" y="988"/>
                </a:lnTo>
                <a:lnTo>
                  <a:pt x="26" y="940"/>
                </a:lnTo>
                <a:lnTo>
                  <a:pt x="15" y="891"/>
                </a:lnTo>
                <a:lnTo>
                  <a:pt x="8" y="846"/>
                </a:lnTo>
                <a:lnTo>
                  <a:pt x="2" y="802"/>
                </a:lnTo>
                <a:lnTo>
                  <a:pt x="0" y="766"/>
                </a:lnTo>
                <a:lnTo>
                  <a:pt x="0" y="738"/>
                </a:lnTo>
                <a:lnTo>
                  <a:pt x="0" y="719"/>
                </a:lnTo>
                <a:lnTo>
                  <a:pt x="0" y="711"/>
                </a:lnTo>
                <a:lnTo>
                  <a:pt x="6" y="643"/>
                </a:lnTo>
                <a:lnTo>
                  <a:pt x="17" y="581"/>
                </a:lnTo>
                <a:lnTo>
                  <a:pt x="36" y="526"/>
                </a:lnTo>
                <a:lnTo>
                  <a:pt x="59" y="477"/>
                </a:lnTo>
                <a:lnTo>
                  <a:pt x="87" y="433"/>
                </a:lnTo>
                <a:lnTo>
                  <a:pt x="119" y="395"/>
                </a:lnTo>
                <a:lnTo>
                  <a:pt x="153" y="363"/>
                </a:lnTo>
                <a:lnTo>
                  <a:pt x="191" y="335"/>
                </a:lnTo>
                <a:lnTo>
                  <a:pt x="231" y="310"/>
                </a:lnTo>
                <a:lnTo>
                  <a:pt x="270" y="290"/>
                </a:lnTo>
                <a:lnTo>
                  <a:pt x="310" y="274"/>
                </a:lnTo>
                <a:lnTo>
                  <a:pt x="348" y="261"/>
                </a:lnTo>
                <a:lnTo>
                  <a:pt x="386" y="252"/>
                </a:lnTo>
                <a:lnTo>
                  <a:pt x="420" y="244"/>
                </a:lnTo>
                <a:lnTo>
                  <a:pt x="452" y="238"/>
                </a:lnTo>
                <a:lnTo>
                  <a:pt x="478" y="235"/>
                </a:lnTo>
                <a:lnTo>
                  <a:pt x="501" y="233"/>
                </a:lnTo>
                <a:lnTo>
                  <a:pt x="518" y="231"/>
                </a:lnTo>
                <a:lnTo>
                  <a:pt x="529" y="231"/>
                </a:lnTo>
                <a:lnTo>
                  <a:pt x="533" y="231"/>
                </a:lnTo>
                <a:lnTo>
                  <a:pt x="53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/>
          </p:cNvSpPr>
          <p:nvPr/>
        </p:nvSpPr>
        <p:spPr bwMode="auto">
          <a:xfrm>
            <a:off x="2828764" y="1222438"/>
            <a:ext cx="947899" cy="1080000"/>
          </a:xfrm>
          <a:custGeom>
            <a:avLst/>
            <a:gdLst>
              <a:gd name="T0" fmla="*/ 414 w 940"/>
              <a:gd name="T1" fmla="*/ 229 h 1071"/>
              <a:gd name="T2" fmla="*/ 429 w 940"/>
              <a:gd name="T3" fmla="*/ 229 h 1071"/>
              <a:gd name="T4" fmla="*/ 469 w 940"/>
              <a:gd name="T5" fmla="*/ 233 h 1071"/>
              <a:gd name="T6" fmla="*/ 526 w 940"/>
              <a:gd name="T7" fmla="*/ 242 h 1071"/>
              <a:gd name="T8" fmla="*/ 598 w 940"/>
              <a:gd name="T9" fmla="*/ 259 h 1071"/>
              <a:gd name="T10" fmla="*/ 675 w 940"/>
              <a:gd name="T11" fmla="*/ 290 h 1071"/>
              <a:gd name="T12" fmla="*/ 753 w 940"/>
              <a:gd name="T13" fmla="*/ 333 h 1071"/>
              <a:gd name="T14" fmla="*/ 823 w 940"/>
              <a:gd name="T15" fmla="*/ 394 h 1071"/>
              <a:gd name="T16" fmla="*/ 883 w 940"/>
              <a:gd name="T17" fmla="*/ 475 h 1071"/>
              <a:gd name="T18" fmla="*/ 923 w 940"/>
              <a:gd name="T19" fmla="*/ 579 h 1071"/>
              <a:gd name="T20" fmla="*/ 940 w 940"/>
              <a:gd name="T21" fmla="*/ 710 h 1071"/>
              <a:gd name="T22" fmla="*/ 940 w 940"/>
              <a:gd name="T23" fmla="*/ 736 h 1071"/>
              <a:gd name="T24" fmla="*/ 938 w 940"/>
              <a:gd name="T25" fmla="*/ 802 h 1071"/>
              <a:gd name="T26" fmla="*/ 925 w 940"/>
              <a:gd name="T27" fmla="*/ 891 h 1071"/>
              <a:gd name="T28" fmla="*/ 894 w 940"/>
              <a:gd name="T29" fmla="*/ 988 h 1071"/>
              <a:gd name="T30" fmla="*/ 843 w 940"/>
              <a:gd name="T31" fmla="*/ 1071 h 1071"/>
              <a:gd name="T32" fmla="*/ 849 w 940"/>
              <a:gd name="T33" fmla="*/ 1052 h 1071"/>
              <a:gd name="T34" fmla="*/ 860 w 940"/>
              <a:gd name="T35" fmla="*/ 1003 h 1071"/>
              <a:gd name="T36" fmla="*/ 872 w 940"/>
              <a:gd name="T37" fmla="*/ 929 h 1071"/>
              <a:gd name="T38" fmla="*/ 881 w 940"/>
              <a:gd name="T39" fmla="*/ 844 h 1071"/>
              <a:gd name="T40" fmla="*/ 879 w 940"/>
              <a:gd name="T41" fmla="*/ 757 h 1071"/>
              <a:gd name="T42" fmla="*/ 862 w 940"/>
              <a:gd name="T43" fmla="*/ 675 h 1071"/>
              <a:gd name="T44" fmla="*/ 847 w 940"/>
              <a:gd name="T45" fmla="*/ 636 h 1071"/>
              <a:gd name="T46" fmla="*/ 838 w 940"/>
              <a:gd name="T47" fmla="*/ 617 h 1071"/>
              <a:gd name="T48" fmla="*/ 819 w 940"/>
              <a:gd name="T49" fmla="*/ 587 h 1071"/>
              <a:gd name="T50" fmla="*/ 787 w 940"/>
              <a:gd name="T51" fmla="*/ 549 h 1071"/>
              <a:gd name="T52" fmla="*/ 739 w 940"/>
              <a:gd name="T53" fmla="*/ 511 h 1071"/>
              <a:gd name="T54" fmla="*/ 673 w 940"/>
              <a:gd name="T55" fmla="*/ 483 h 1071"/>
              <a:gd name="T56" fmla="*/ 586 w 940"/>
              <a:gd name="T57" fmla="*/ 469 h 1071"/>
              <a:gd name="T58" fmla="*/ 478 w 940"/>
              <a:gd name="T59" fmla="*/ 477 h 1071"/>
              <a:gd name="T60" fmla="*/ 416 w 940"/>
              <a:gd name="T61" fmla="*/ 717 h 1071"/>
              <a:gd name="T62" fmla="*/ 391 w 940"/>
              <a:gd name="T63" fmla="*/ 704 h 1071"/>
              <a:gd name="T64" fmla="*/ 346 w 940"/>
              <a:gd name="T65" fmla="*/ 670 h 1071"/>
              <a:gd name="T66" fmla="*/ 284 w 940"/>
              <a:gd name="T67" fmla="*/ 621 h 1071"/>
              <a:gd name="T68" fmla="*/ 214 w 940"/>
              <a:gd name="T69" fmla="*/ 564 h 1071"/>
              <a:gd name="T70" fmla="*/ 144 w 940"/>
              <a:gd name="T71" fmla="*/ 505 h 1071"/>
              <a:gd name="T72" fmla="*/ 81 w 940"/>
              <a:gd name="T73" fmla="*/ 452 h 1071"/>
              <a:gd name="T74" fmla="*/ 30 w 940"/>
              <a:gd name="T75" fmla="*/ 411 h 1071"/>
              <a:gd name="T76" fmla="*/ 4 w 940"/>
              <a:gd name="T77" fmla="*/ 386 h 1071"/>
              <a:gd name="T78" fmla="*/ 2 w 940"/>
              <a:gd name="T79" fmla="*/ 380 h 1071"/>
              <a:gd name="T80" fmla="*/ 27 w 940"/>
              <a:gd name="T81" fmla="*/ 356 h 1071"/>
              <a:gd name="T82" fmla="*/ 70 w 940"/>
              <a:gd name="T83" fmla="*/ 312 h 1071"/>
              <a:gd name="T84" fmla="*/ 129 w 940"/>
              <a:gd name="T85" fmla="*/ 257 h 1071"/>
              <a:gd name="T86" fmla="*/ 197 w 940"/>
              <a:gd name="T87" fmla="*/ 193 h 1071"/>
              <a:gd name="T88" fmla="*/ 270 w 940"/>
              <a:gd name="T89" fmla="*/ 125 h 1071"/>
              <a:gd name="T90" fmla="*/ 344 w 940"/>
              <a:gd name="T91" fmla="*/ 59 h 1071"/>
              <a:gd name="T92" fmla="*/ 412 w 940"/>
              <a:gd name="T93" fmla="*/ 0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40" h="1071">
                <a:moveTo>
                  <a:pt x="412" y="0"/>
                </a:moveTo>
                <a:lnTo>
                  <a:pt x="414" y="229"/>
                </a:lnTo>
                <a:lnTo>
                  <a:pt x="418" y="229"/>
                </a:lnTo>
                <a:lnTo>
                  <a:pt x="429" y="229"/>
                </a:lnTo>
                <a:lnTo>
                  <a:pt x="446" y="231"/>
                </a:lnTo>
                <a:lnTo>
                  <a:pt x="469" y="233"/>
                </a:lnTo>
                <a:lnTo>
                  <a:pt x="495" y="237"/>
                </a:lnTo>
                <a:lnTo>
                  <a:pt x="526" y="242"/>
                </a:lnTo>
                <a:lnTo>
                  <a:pt x="560" y="250"/>
                </a:lnTo>
                <a:lnTo>
                  <a:pt x="598" y="259"/>
                </a:lnTo>
                <a:lnTo>
                  <a:pt x="635" y="273"/>
                </a:lnTo>
                <a:lnTo>
                  <a:pt x="675" y="290"/>
                </a:lnTo>
                <a:lnTo>
                  <a:pt x="713" y="308"/>
                </a:lnTo>
                <a:lnTo>
                  <a:pt x="753" y="333"/>
                </a:lnTo>
                <a:lnTo>
                  <a:pt x="789" y="361"/>
                </a:lnTo>
                <a:lnTo>
                  <a:pt x="823" y="394"/>
                </a:lnTo>
                <a:lnTo>
                  <a:pt x="855" y="431"/>
                </a:lnTo>
                <a:lnTo>
                  <a:pt x="883" y="475"/>
                </a:lnTo>
                <a:lnTo>
                  <a:pt x="906" y="524"/>
                </a:lnTo>
                <a:lnTo>
                  <a:pt x="923" y="579"/>
                </a:lnTo>
                <a:lnTo>
                  <a:pt x="936" y="641"/>
                </a:lnTo>
                <a:lnTo>
                  <a:pt x="940" y="710"/>
                </a:lnTo>
                <a:lnTo>
                  <a:pt x="940" y="717"/>
                </a:lnTo>
                <a:lnTo>
                  <a:pt x="940" y="736"/>
                </a:lnTo>
                <a:lnTo>
                  <a:pt x="940" y="764"/>
                </a:lnTo>
                <a:lnTo>
                  <a:pt x="938" y="802"/>
                </a:lnTo>
                <a:lnTo>
                  <a:pt x="932" y="844"/>
                </a:lnTo>
                <a:lnTo>
                  <a:pt x="925" y="891"/>
                </a:lnTo>
                <a:lnTo>
                  <a:pt x="911" y="938"/>
                </a:lnTo>
                <a:lnTo>
                  <a:pt x="894" y="988"/>
                </a:lnTo>
                <a:lnTo>
                  <a:pt x="874" y="1031"/>
                </a:lnTo>
                <a:lnTo>
                  <a:pt x="843" y="1071"/>
                </a:lnTo>
                <a:lnTo>
                  <a:pt x="845" y="1067"/>
                </a:lnTo>
                <a:lnTo>
                  <a:pt x="849" y="1052"/>
                </a:lnTo>
                <a:lnTo>
                  <a:pt x="855" y="1031"/>
                </a:lnTo>
                <a:lnTo>
                  <a:pt x="860" y="1003"/>
                </a:lnTo>
                <a:lnTo>
                  <a:pt x="866" y="969"/>
                </a:lnTo>
                <a:lnTo>
                  <a:pt x="872" y="929"/>
                </a:lnTo>
                <a:lnTo>
                  <a:pt x="877" y="887"/>
                </a:lnTo>
                <a:lnTo>
                  <a:pt x="881" y="844"/>
                </a:lnTo>
                <a:lnTo>
                  <a:pt x="881" y="800"/>
                </a:lnTo>
                <a:lnTo>
                  <a:pt x="879" y="757"/>
                </a:lnTo>
                <a:lnTo>
                  <a:pt x="874" y="715"/>
                </a:lnTo>
                <a:lnTo>
                  <a:pt x="862" y="675"/>
                </a:lnTo>
                <a:lnTo>
                  <a:pt x="847" y="640"/>
                </a:lnTo>
                <a:lnTo>
                  <a:pt x="847" y="636"/>
                </a:lnTo>
                <a:lnTo>
                  <a:pt x="843" y="628"/>
                </a:lnTo>
                <a:lnTo>
                  <a:pt x="838" y="617"/>
                </a:lnTo>
                <a:lnTo>
                  <a:pt x="830" y="604"/>
                </a:lnTo>
                <a:lnTo>
                  <a:pt x="819" y="587"/>
                </a:lnTo>
                <a:lnTo>
                  <a:pt x="804" y="568"/>
                </a:lnTo>
                <a:lnTo>
                  <a:pt x="787" y="549"/>
                </a:lnTo>
                <a:lnTo>
                  <a:pt x="764" y="530"/>
                </a:lnTo>
                <a:lnTo>
                  <a:pt x="739" y="511"/>
                </a:lnTo>
                <a:lnTo>
                  <a:pt x="707" y="496"/>
                </a:lnTo>
                <a:lnTo>
                  <a:pt x="673" y="483"/>
                </a:lnTo>
                <a:lnTo>
                  <a:pt x="632" y="475"/>
                </a:lnTo>
                <a:lnTo>
                  <a:pt x="586" y="469"/>
                </a:lnTo>
                <a:lnTo>
                  <a:pt x="535" y="471"/>
                </a:lnTo>
                <a:lnTo>
                  <a:pt x="478" y="477"/>
                </a:lnTo>
                <a:lnTo>
                  <a:pt x="414" y="492"/>
                </a:lnTo>
                <a:lnTo>
                  <a:pt x="416" y="717"/>
                </a:lnTo>
                <a:lnTo>
                  <a:pt x="407" y="713"/>
                </a:lnTo>
                <a:lnTo>
                  <a:pt x="391" y="704"/>
                </a:lnTo>
                <a:lnTo>
                  <a:pt x="371" y="689"/>
                </a:lnTo>
                <a:lnTo>
                  <a:pt x="346" y="670"/>
                </a:lnTo>
                <a:lnTo>
                  <a:pt x="316" y="647"/>
                </a:lnTo>
                <a:lnTo>
                  <a:pt x="284" y="621"/>
                </a:lnTo>
                <a:lnTo>
                  <a:pt x="250" y="594"/>
                </a:lnTo>
                <a:lnTo>
                  <a:pt x="214" y="564"/>
                </a:lnTo>
                <a:lnTo>
                  <a:pt x="180" y="535"/>
                </a:lnTo>
                <a:lnTo>
                  <a:pt x="144" y="505"/>
                </a:lnTo>
                <a:lnTo>
                  <a:pt x="112" y="479"/>
                </a:lnTo>
                <a:lnTo>
                  <a:pt x="81" y="452"/>
                </a:lnTo>
                <a:lnTo>
                  <a:pt x="53" y="430"/>
                </a:lnTo>
                <a:lnTo>
                  <a:pt x="30" y="411"/>
                </a:lnTo>
                <a:lnTo>
                  <a:pt x="13" y="395"/>
                </a:lnTo>
                <a:lnTo>
                  <a:pt x="4" y="386"/>
                </a:lnTo>
                <a:lnTo>
                  <a:pt x="0" y="382"/>
                </a:lnTo>
                <a:lnTo>
                  <a:pt x="2" y="380"/>
                </a:lnTo>
                <a:lnTo>
                  <a:pt x="11" y="371"/>
                </a:lnTo>
                <a:lnTo>
                  <a:pt x="27" y="356"/>
                </a:lnTo>
                <a:lnTo>
                  <a:pt x="45" y="337"/>
                </a:lnTo>
                <a:lnTo>
                  <a:pt x="70" y="312"/>
                </a:lnTo>
                <a:lnTo>
                  <a:pt x="98" y="286"/>
                </a:lnTo>
                <a:lnTo>
                  <a:pt x="129" y="257"/>
                </a:lnTo>
                <a:lnTo>
                  <a:pt x="163" y="225"/>
                </a:lnTo>
                <a:lnTo>
                  <a:pt x="197" y="193"/>
                </a:lnTo>
                <a:lnTo>
                  <a:pt x="233" y="159"/>
                </a:lnTo>
                <a:lnTo>
                  <a:pt x="270" y="125"/>
                </a:lnTo>
                <a:lnTo>
                  <a:pt x="306" y="91"/>
                </a:lnTo>
                <a:lnTo>
                  <a:pt x="344" y="59"/>
                </a:lnTo>
                <a:lnTo>
                  <a:pt x="378" y="28"/>
                </a:lnTo>
                <a:lnTo>
                  <a:pt x="41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/>
          </p:cNvSpPr>
          <p:nvPr/>
        </p:nvSpPr>
        <p:spPr bwMode="auto">
          <a:xfrm>
            <a:off x="4413060" y="1284008"/>
            <a:ext cx="1080000" cy="956860"/>
          </a:xfrm>
          <a:custGeom>
            <a:avLst/>
            <a:gdLst>
              <a:gd name="T0" fmla="*/ 361 w 1070"/>
              <a:gd name="T1" fmla="*/ 0 h 948"/>
              <a:gd name="T2" fmla="*/ 492 w 1070"/>
              <a:gd name="T3" fmla="*/ 17 h 948"/>
              <a:gd name="T4" fmla="*/ 596 w 1070"/>
              <a:gd name="T5" fmla="*/ 59 h 948"/>
              <a:gd name="T6" fmla="*/ 677 w 1070"/>
              <a:gd name="T7" fmla="*/ 117 h 948"/>
              <a:gd name="T8" fmla="*/ 738 w 1070"/>
              <a:gd name="T9" fmla="*/ 191 h 948"/>
              <a:gd name="T10" fmla="*/ 783 w 1070"/>
              <a:gd name="T11" fmla="*/ 269 h 948"/>
              <a:gd name="T12" fmla="*/ 811 w 1070"/>
              <a:gd name="T13" fmla="*/ 346 h 948"/>
              <a:gd name="T14" fmla="*/ 830 w 1070"/>
              <a:gd name="T15" fmla="*/ 418 h 948"/>
              <a:gd name="T16" fmla="*/ 840 w 1070"/>
              <a:gd name="T17" fmla="*/ 477 h 948"/>
              <a:gd name="T18" fmla="*/ 844 w 1070"/>
              <a:gd name="T19" fmla="*/ 517 h 948"/>
              <a:gd name="T20" fmla="*/ 844 w 1070"/>
              <a:gd name="T21" fmla="*/ 530 h 948"/>
              <a:gd name="T22" fmla="*/ 1042 w 1070"/>
              <a:gd name="T23" fmla="*/ 564 h 948"/>
              <a:gd name="T24" fmla="*/ 980 w 1070"/>
              <a:gd name="T25" fmla="*/ 636 h 948"/>
              <a:gd name="T26" fmla="*/ 913 w 1070"/>
              <a:gd name="T27" fmla="*/ 711 h 948"/>
              <a:gd name="T28" fmla="*/ 847 w 1070"/>
              <a:gd name="T29" fmla="*/ 783 h 948"/>
              <a:gd name="T30" fmla="*/ 787 w 1070"/>
              <a:gd name="T31" fmla="*/ 848 h 948"/>
              <a:gd name="T32" fmla="*/ 738 w 1070"/>
              <a:gd name="T33" fmla="*/ 901 h 948"/>
              <a:gd name="T34" fmla="*/ 704 w 1070"/>
              <a:gd name="T35" fmla="*/ 935 h 948"/>
              <a:gd name="T36" fmla="*/ 692 w 1070"/>
              <a:gd name="T37" fmla="*/ 948 h 948"/>
              <a:gd name="T38" fmla="*/ 679 w 1070"/>
              <a:gd name="T39" fmla="*/ 935 h 948"/>
              <a:gd name="T40" fmla="*/ 645 w 1070"/>
              <a:gd name="T41" fmla="*/ 899 h 948"/>
              <a:gd name="T42" fmla="*/ 596 w 1070"/>
              <a:gd name="T43" fmla="*/ 848 h 948"/>
              <a:gd name="T44" fmla="*/ 535 w 1070"/>
              <a:gd name="T45" fmla="*/ 785 h 948"/>
              <a:gd name="T46" fmla="*/ 473 w 1070"/>
              <a:gd name="T47" fmla="*/ 719 h 948"/>
              <a:gd name="T48" fmla="*/ 414 w 1070"/>
              <a:gd name="T49" fmla="*/ 655 h 948"/>
              <a:gd name="T50" fmla="*/ 365 w 1070"/>
              <a:gd name="T51" fmla="*/ 598 h 948"/>
              <a:gd name="T52" fmla="*/ 331 w 1070"/>
              <a:gd name="T53" fmla="*/ 556 h 948"/>
              <a:gd name="T54" fmla="*/ 318 w 1070"/>
              <a:gd name="T55" fmla="*/ 534 h 948"/>
              <a:gd name="T56" fmla="*/ 596 w 1070"/>
              <a:gd name="T57" fmla="*/ 467 h 948"/>
              <a:gd name="T58" fmla="*/ 603 w 1070"/>
              <a:gd name="T59" fmla="*/ 358 h 948"/>
              <a:gd name="T60" fmla="*/ 590 w 1070"/>
              <a:gd name="T61" fmla="*/ 271 h 948"/>
              <a:gd name="T62" fmla="*/ 562 w 1070"/>
              <a:gd name="T63" fmla="*/ 206 h 948"/>
              <a:gd name="T64" fmla="*/ 526 w 1070"/>
              <a:gd name="T65" fmla="*/ 157 h 948"/>
              <a:gd name="T66" fmla="*/ 486 w 1070"/>
              <a:gd name="T67" fmla="*/ 127 h 948"/>
              <a:gd name="T68" fmla="*/ 454 w 1070"/>
              <a:gd name="T69" fmla="*/ 108 h 948"/>
              <a:gd name="T70" fmla="*/ 435 w 1070"/>
              <a:gd name="T71" fmla="*/ 98 h 948"/>
              <a:gd name="T72" fmla="*/ 382 w 1070"/>
              <a:gd name="T73" fmla="*/ 81 h 948"/>
              <a:gd name="T74" fmla="*/ 282 w 1070"/>
              <a:gd name="T75" fmla="*/ 66 h 948"/>
              <a:gd name="T76" fmla="*/ 185 w 1070"/>
              <a:gd name="T77" fmla="*/ 66 h 948"/>
              <a:gd name="T78" fmla="*/ 102 w 1070"/>
              <a:gd name="T79" fmla="*/ 76 h 948"/>
              <a:gd name="T80" fmla="*/ 40 w 1070"/>
              <a:gd name="T81" fmla="*/ 91 h 948"/>
              <a:gd name="T82" fmla="*/ 6 w 1070"/>
              <a:gd name="T83" fmla="*/ 100 h 948"/>
              <a:gd name="T84" fmla="*/ 40 w 1070"/>
              <a:gd name="T85" fmla="*/ 74 h 948"/>
              <a:gd name="T86" fmla="*/ 133 w 1070"/>
              <a:gd name="T87" fmla="*/ 32 h 948"/>
              <a:gd name="T88" fmla="*/ 227 w 1070"/>
              <a:gd name="T89" fmla="*/ 11 h 948"/>
              <a:gd name="T90" fmla="*/ 307 w 1070"/>
              <a:gd name="T91" fmla="*/ 2 h 948"/>
              <a:gd name="T92" fmla="*/ 356 w 1070"/>
              <a:gd name="T93" fmla="*/ 0 h 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70" h="948">
                <a:moveTo>
                  <a:pt x="356" y="0"/>
                </a:moveTo>
                <a:lnTo>
                  <a:pt x="361" y="0"/>
                </a:lnTo>
                <a:lnTo>
                  <a:pt x="429" y="6"/>
                </a:lnTo>
                <a:lnTo>
                  <a:pt x="492" y="17"/>
                </a:lnTo>
                <a:lnTo>
                  <a:pt x="547" y="36"/>
                </a:lnTo>
                <a:lnTo>
                  <a:pt x="596" y="59"/>
                </a:lnTo>
                <a:lnTo>
                  <a:pt x="639" y="87"/>
                </a:lnTo>
                <a:lnTo>
                  <a:pt x="677" y="117"/>
                </a:lnTo>
                <a:lnTo>
                  <a:pt x="711" y="153"/>
                </a:lnTo>
                <a:lnTo>
                  <a:pt x="738" y="191"/>
                </a:lnTo>
                <a:lnTo>
                  <a:pt x="762" y="229"/>
                </a:lnTo>
                <a:lnTo>
                  <a:pt x="783" y="269"/>
                </a:lnTo>
                <a:lnTo>
                  <a:pt x="798" y="308"/>
                </a:lnTo>
                <a:lnTo>
                  <a:pt x="811" y="346"/>
                </a:lnTo>
                <a:lnTo>
                  <a:pt x="823" y="382"/>
                </a:lnTo>
                <a:lnTo>
                  <a:pt x="830" y="418"/>
                </a:lnTo>
                <a:lnTo>
                  <a:pt x="836" y="448"/>
                </a:lnTo>
                <a:lnTo>
                  <a:pt x="840" y="477"/>
                </a:lnTo>
                <a:lnTo>
                  <a:pt x="842" y="498"/>
                </a:lnTo>
                <a:lnTo>
                  <a:pt x="844" y="517"/>
                </a:lnTo>
                <a:lnTo>
                  <a:pt x="844" y="526"/>
                </a:lnTo>
                <a:lnTo>
                  <a:pt x="844" y="530"/>
                </a:lnTo>
                <a:lnTo>
                  <a:pt x="1070" y="530"/>
                </a:lnTo>
                <a:lnTo>
                  <a:pt x="1042" y="564"/>
                </a:lnTo>
                <a:lnTo>
                  <a:pt x="1012" y="600"/>
                </a:lnTo>
                <a:lnTo>
                  <a:pt x="980" y="636"/>
                </a:lnTo>
                <a:lnTo>
                  <a:pt x="948" y="674"/>
                </a:lnTo>
                <a:lnTo>
                  <a:pt x="913" y="711"/>
                </a:lnTo>
                <a:lnTo>
                  <a:pt x="879" y="747"/>
                </a:lnTo>
                <a:lnTo>
                  <a:pt x="847" y="783"/>
                </a:lnTo>
                <a:lnTo>
                  <a:pt x="815" y="815"/>
                </a:lnTo>
                <a:lnTo>
                  <a:pt x="787" y="848"/>
                </a:lnTo>
                <a:lnTo>
                  <a:pt x="760" y="876"/>
                </a:lnTo>
                <a:lnTo>
                  <a:pt x="738" y="901"/>
                </a:lnTo>
                <a:lnTo>
                  <a:pt x="719" y="920"/>
                </a:lnTo>
                <a:lnTo>
                  <a:pt x="704" y="935"/>
                </a:lnTo>
                <a:lnTo>
                  <a:pt x="696" y="944"/>
                </a:lnTo>
                <a:lnTo>
                  <a:pt x="692" y="948"/>
                </a:lnTo>
                <a:lnTo>
                  <a:pt x="688" y="944"/>
                </a:lnTo>
                <a:lnTo>
                  <a:pt x="679" y="935"/>
                </a:lnTo>
                <a:lnTo>
                  <a:pt x="664" y="920"/>
                </a:lnTo>
                <a:lnTo>
                  <a:pt x="645" y="899"/>
                </a:lnTo>
                <a:lnTo>
                  <a:pt x="622" y="874"/>
                </a:lnTo>
                <a:lnTo>
                  <a:pt x="596" y="848"/>
                </a:lnTo>
                <a:lnTo>
                  <a:pt x="566" y="817"/>
                </a:lnTo>
                <a:lnTo>
                  <a:pt x="535" y="785"/>
                </a:lnTo>
                <a:lnTo>
                  <a:pt x="505" y="751"/>
                </a:lnTo>
                <a:lnTo>
                  <a:pt x="473" y="719"/>
                </a:lnTo>
                <a:lnTo>
                  <a:pt x="443" y="685"/>
                </a:lnTo>
                <a:lnTo>
                  <a:pt x="414" y="655"/>
                </a:lnTo>
                <a:lnTo>
                  <a:pt x="388" y="624"/>
                </a:lnTo>
                <a:lnTo>
                  <a:pt x="365" y="598"/>
                </a:lnTo>
                <a:lnTo>
                  <a:pt x="346" y="575"/>
                </a:lnTo>
                <a:lnTo>
                  <a:pt x="331" y="556"/>
                </a:lnTo>
                <a:lnTo>
                  <a:pt x="322" y="543"/>
                </a:lnTo>
                <a:lnTo>
                  <a:pt x="318" y="534"/>
                </a:lnTo>
                <a:lnTo>
                  <a:pt x="579" y="532"/>
                </a:lnTo>
                <a:lnTo>
                  <a:pt x="596" y="467"/>
                </a:lnTo>
                <a:lnTo>
                  <a:pt x="603" y="411"/>
                </a:lnTo>
                <a:lnTo>
                  <a:pt x="603" y="358"/>
                </a:lnTo>
                <a:lnTo>
                  <a:pt x="600" y="312"/>
                </a:lnTo>
                <a:lnTo>
                  <a:pt x="590" y="271"/>
                </a:lnTo>
                <a:lnTo>
                  <a:pt x="579" y="237"/>
                </a:lnTo>
                <a:lnTo>
                  <a:pt x="562" y="206"/>
                </a:lnTo>
                <a:lnTo>
                  <a:pt x="545" y="180"/>
                </a:lnTo>
                <a:lnTo>
                  <a:pt x="526" y="157"/>
                </a:lnTo>
                <a:lnTo>
                  <a:pt x="505" y="140"/>
                </a:lnTo>
                <a:lnTo>
                  <a:pt x="486" y="127"/>
                </a:lnTo>
                <a:lnTo>
                  <a:pt x="469" y="116"/>
                </a:lnTo>
                <a:lnTo>
                  <a:pt x="454" y="108"/>
                </a:lnTo>
                <a:lnTo>
                  <a:pt x="443" y="102"/>
                </a:lnTo>
                <a:lnTo>
                  <a:pt x="435" y="98"/>
                </a:lnTo>
                <a:lnTo>
                  <a:pt x="431" y="98"/>
                </a:lnTo>
                <a:lnTo>
                  <a:pt x="382" y="81"/>
                </a:lnTo>
                <a:lnTo>
                  <a:pt x="331" y="72"/>
                </a:lnTo>
                <a:lnTo>
                  <a:pt x="282" y="66"/>
                </a:lnTo>
                <a:lnTo>
                  <a:pt x="233" y="64"/>
                </a:lnTo>
                <a:lnTo>
                  <a:pt x="185" y="66"/>
                </a:lnTo>
                <a:lnTo>
                  <a:pt x="142" y="70"/>
                </a:lnTo>
                <a:lnTo>
                  <a:pt x="102" y="76"/>
                </a:lnTo>
                <a:lnTo>
                  <a:pt x="68" y="83"/>
                </a:lnTo>
                <a:lnTo>
                  <a:pt x="40" y="91"/>
                </a:lnTo>
                <a:lnTo>
                  <a:pt x="19" y="97"/>
                </a:lnTo>
                <a:lnTo>
                  <a:pt x="6" y="100"/>
                </a:lnTo>
                <a:lnTo>
                  <a:pt x="0" y="102"/>
                </a:lnTo>
                <a:lnTo>
                  <a:pt x="40" y="74"/>
                </a:lnTo>
                <a:lnTo>
                  <a:pt x="85" y="51"/>
                </a:lnTo>
                <a:lnTo>
                  <a:pt x="133" y="32"/>
                </a:lnTo>
                <a:lnTo>
                  <a:pt x="180" y="21"/>
                </a:lnTo>
                <a:lnTo>
                  <a:pt x="227" y="11"/>
                </a:lnTo>
                <a:lnTo>
                  <a:pt x="269" y="6"/>
                </a:lnTo>
                <a:lnTo>
                  <a:pt x="307" y="2"/>
                </a:lnTo>
                <a:lnTo>
                  <a:pt x="337" y="0"/>
                </a:lnTo>
                <a:lnTo>
                  <a:pt x="35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/>
          </p:cNvSpPr>
          <p:nvPr/>
        </p:nvSpPr>
        <p:spPr bwMode="auto">
          <a:xfrm>
            <a:off x="6069124" y="1290064"/>
            <a:ext cx="1080000" cy="950804"/>
          </a:xfrm>
          <a:custGeom>
            <a:avLst/>
            <a:gdLst>
              <a:gd name="T0" fmla="*/ 392 w 1070"/>
              <a:gd name="T1" fmla="*/ 4 h 942"/>
              <a:gd name="T2" fmla="*/ 414 w 1070"/>
              <a:gd name="T3" fmla="*/ 28 h 942"/>
              <a:gd name="T4" fmla="*/ 458 w 1070"/>
              <a:gd name="T5" fmla="*/ 74 h 942"/>
              <a:gd name="T6" fmla="*/ 513 w 1070"/>
              <a:gd name="T7" fmla="*/ 133 h 942"/>
              <a:gd name="T8" fmla="*/ 573 w 1070"/>
              <a:gd name="T9" fmla="*/ 197 h 942"/>
              <a:gd name="T10" fmla="*/ 634 w 1070"/>
              <a:gd name="T11" fmla="*/ 263 h 942"/>
              <a:gd name="T12" fmla="*/ 687 w 1070"/>
              <a:gd name="T13" fmla="*/ 325 h 942"/>
              <a:gd name="T14" fmla="*/ 730 w 1070"/>
              <a:gd name="T15" fmla="*/ 375 h 942"/>
              <a:gd name="T16" fmla="*/ 753 w 1070"/>
              <a:gd name="T17" fmla="*/ 407 h 942"/>
              <a:gd name="T18" fmla="*/ 492 w 1070"/>
              <a:gd name="T19" fmla="*/ 416 h 942"/>
              <a:gd name="T20" fmla="*/ 467 w 1070"/>
              <a:gd name="T21" fmla="*/ 534 h 942"/>
              <a:gd name="T22" fmla="*/ 471 w 1070"/>
              <a:gd name="T23" fmla="*/ 630 h 942"/>
              <a:gd name="T24" fmla="*/ 492 w 1070"/>
              <a:gd name="T25" fmla="*/ 706 h 942"/>
              <a:gd name="T26" fmla="*/ 526 w 1070"/>
              <a:gd name="T27" fmla="*/ 763 h 942"/>
              <a:gd name="T28" fmla="*/ 565 w 1070"/>
              <a:gd name="T29" fmla="*/ 804 h 942"/>
              <a:gd name="T30" fmla="*/ 601 w 1070"/>
              <a:gd name="T31" fmla="*/ 831 h 942"/>
              <a:gd name="T32" fmla="*/ 628 w 1070"/>
              <a:gd name="T33" fmla="*/ 846 h 942"/>
              <a:gd name="T34" fmla="*/ 639 w 1070"/>
              <a:gd name="T35" fmla="*/ 850 h 942"/>
              <a:gd name="T36" fmla="*/ 713 w 1070"/>
              <a:gd name="T37" fmla="*/ 874 h 942"/>
              <a:gd name="T38" fmla="*/ 798 w 1070"/>
              <a:gd name="T39" fmla="*/ 884 h 942"/>
              <a:gd name="T40" fmla="*/ 885 w 1070"/>
              <a:gd name="T41" fmla="*/ 880 h 942"/>
              <a:gd name="T42" fmla="*/ 966 w 1070"/>
              <a:gd name="T43" fmla="*/ 868 h 942"/>
              <a:gd name="T44" fmla="*/ 1029 w 1070"/>
              <a:gd name="T45" fmla="*/ 855 h 942"/>
              <a:gd name="T46" fmla="*/ 1065 w 1070"/>
              <a:gd name="T47" fmla="*/ 848 h 942"/>
              <a:gd name="T48" fmla="*/ 1031 w 1070"/>
              <a:gd name="T49" fmla="*/ 874 h 942"/>
              <a:gd name="T50" fmla="*/ 938 w 1070"/>
              <a:gd name="T51" fmla="*/ 914 h 942"/>
              <a:gd name="T52" fmla="*/ 843 w 1070"/>
              <a:gd name="T53" fmla="*/ 935 h 942"/>
              <a:gd name="T54" fmla="*/ 764 w 1070"/>
              <a:gd name="T55" fmla="*/ 942 h 942"/>
              <a:gd name="T56" fmla="*/ 715 w 1070"/>
              <a:gd name="T57" fmla="*/ 942 h 942"/>
              <a:gd name="T58" fmla="*/ 641 w 1070"/>
              <a:gd name="T59" fmla="*/ 937 h 942"/>
              <a:gd name="T60" fmla="*/ 524 w 1070"/>
              <a:gd name="T61" fmla="*/ 908 h 942"/>
              <a:gd name="T62" fmla="*/ 431 w 1070"/>
              <a:gd name="T63" fmla="*/ 857 h 942"/>
              <a:gd name="T64" fmla="*/ 361 w 1070"/>
              <a:gd name="T65" fmla="*/ 791 h 942"/>
              <a:gd name="T66" fmla="*/ 308 w 1070"/>
              <a:gd name="T67" fmla="*/ 715 h 942"/>
              <a:gd name="T68" fmla="*/ 272 w 1070"/>
              <a:gd name="T69" fmla="*/ 638 h 942"/>
              <a:gd name="T70" fmla="*/ 250 w 1070"/>
              <a:gd name="T71" fmla="*/ 562 h 942"/>
              <a:gd name="T72" fmla="*/ 236 w 1070"/>
              <a:gd name="T73" fmla="*/ 498 h 942"/>
              <a:gd name="T74" fmla="*/ 231 w 1070"/>
              <a:gd name="T75" fmla="*/ 447 h 942"/>
              <a:gd name="T76" fmla="*/ 229 w 1070"/>
              <a:gd name="T77" fmla="*/ 420 h 942"/>
              <a:gd name="T78" fmla="*/ 0 w 1070"/>
              <a:gd name="T79" fmla="*/ 416 h 942"/>
              <a:gd name="T80" fmla="*/ 59 w 1070"/>
              <a:gd name="T81" fmla="*/ 346 h 942"/>
              <a:gd name="T82" fmla="*/ 125 w 1070"/>
              <a:gd name="T83" fmla="*/ 273 h 942"/>
              <a:gd name="T84" fmla="*/ 195 w 1070"/>
              <a:gd name="T85" fmla="*/ 199 h 942"/>
              <a:gd name="T86" fmla="*/ 259 w 1070"/>
              <a:gd name="T87" fmla="*/ 131 h 942"/>
              <a:gd name="T88" fmla="*/ 318 w 1070"/>
              <a:gd name="T89" fmla="*/ 72 h 942"/>
              <a:gd name="T90" fmla="*/ 359 w 1070"/>
              <a:gd name="T91" fmla="*/ 28 h 942"/>
              <a:gd name="T92" fmla="*/ 384 w 1070"/>
              <a:gd name="T93" fmla="*/ 4 h 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70" h="942">
                <a:moveTo>
                  <a:pt x="388" y="0"/>
                </a:moveTo>
                <a:lnTo>
                  <a:pt x="392" y="4"/>
                </a:lnTo>
                <a:lnTo>
                  <a:pt x="401" y="13"/>
                </a:lnTo>
                <a:lnTo>
                  <a:pt x="414" y="28"/>
                </a:lnTo>
                <a:lnTo>
                  <a:pt x="435" y="49"/>
                </a:lnTo>
                <a:lnTo>
                  <a:pt x="458" y="74"/>
                </a:lnTo>
                <a:lnTo>
                  <a:pt x="484" y="102"/>
                </a:lnTo>
                <a:lnTo>
                  <a:pt x="513" y="133"/>
                </a:lnTo>
                <a:lnTo>
                  <a:pt x="541" y="165"/>
                </a:lnTo>
                <a:lnTo>
                  <a:pt x="573" y="197"/>
                </a:lnTo>
                <a:lnTo>
                  <a:pt x="603" y="231"/>
                </a:lnTo>
                <a:lnTo>
                  <a:pt x="634" y="263"/>
                </a:lnTo>
                <a:lnTo>
                  <a:pt x="662" y="295"/>
                </a:lnTo>
                <a:lnTo>
                  <a:pt x="687" y="325"/>
                </a:lnTo>
                <a:lnTo>
                  <a:pt x="711" y="352"/>
                </a:lnTo>
                <a:lnTo>
                  <a:pt x="730" y="375"/>
                </a:lnTo>
                <a:lnTo>
                  <a:pt x="743" y="394"/>
                </a:lnTo>
                <a:lnTo>
                  <a:pt x="753" y="407"/>
                </a:lnTo>
                <a:lnTo>
                  <a:pt x="756" y="416"/>
                </a:lnTo>
                <a:lnTo>
                  <a:pt x="492" y="416"/>
                </a:lnTo>
                <a:lnTo>
                  <a:pt x="477" y="477"/>
                </a:lnTo>
                <a:lnTo>
                  <a:pt x="467" y="534"/>
                </a:lnTo>
                <a:lnTo>
                  <a:pt x="467" y="585"/>
                </a:lnTo>
                <a:lnTo>
                  <a:pt x="471" y="630"/>
                </a:lnTo>
                <a:lnTo>
                  <a:pt x="480" y="670"/>
                </a:lnTo>
                <a:lnTo>
                  <a:pt x="492" y="706"/>
                </a:lnTo>
                <a:lnTo>
                  <a:pt x="509" y="736"/>
                </a:lnTo>
                <a:lnTo>
                  <a:pt x="526" y="763"/>
                </a:lnTo>
                <a:lnTo>
                  <a:pt x="545" y="785"/>
                </a:lnTo>
                <a:lnTo>
                  <a:pt x="565" y="804"/>
                </a:lnTo>
                <a:lnTo>
                  <a:pt x="584" y="819"/>
                </a:lnTo>
                <a:lnTo>
                  <a:pt x="601" y="831"/>
                </a:lnTo>
                <a:lnTo>
                  <a:pt x="617" y="840"/>
                </a:lnTo>
                <a:lnTo>
                  <a:pt x="628" y="846"/>
                </a:lnTo>
                <a:lnTo>
                  <a:pt x="635" y="848"/>
                </a:lnTo>
                <a:lnTo>
                  <a:pt x="639" y="850"/>
                </a:lnTo>
                <a:lnTo>
                  <a:pt x="673" y="865"/>
                </a:lnTo>
                <a:lnTo>
                  <a:pt x="713" y="874"/>
                </a:lnTo>
                <a:lnTo>
                  <a:pt x="755" y="882"/>
                </a:lnTo>
                <a:lnTo>
                  <a:pt x="798" y="884"/>
                </a:lnTo>
                <a:lnTo>
                  <a:pt x="842" y="882"/>
                </a:lnTo>
                <a:lnTo>
                  <a:pt x="885" y="880"/>
                </a:lnTo>
                <a:lnTo>
                  <a:pt x="929" y="874"/>
                </a:lnTo>
                <a:lnTo>
                  <a:pt x="966" y="868"/>
                </a:lnTo>
                <a:lnTo>
                  <a:pt x="1000" y="863"/>
                </a:lnTo>
                <a:lnTo>
                  <a:pt x="1029" y="855"/>
                </a:lnTo>
                <a:lnTo>
                  <a:pt x="1051" y="851"/>
                </a:lnTo>
                <a:lnTo>
                  <a:pt x="1065" y="848"/>
                </a:lnTo>
                <a:lnTo>
                  <a:pt x="1070" y="846"/>
                </a:lnTo>
                <a:lnTo>
                  <a:pt x="1031" y="874"/>
                </a:lnTo>
                <a:lnTo>
                  <a:pt x="985" y="897"/>
                </a:lnTo>
                <a:lnTo>
                  <a:pt x="938" y="914"/>
                </a:lnTo>
                <a:lnTo>
                  <a:pt x="891" y="925"/>
                </a:lnTo>
                <a:lnTo>
                  <a:pt x="843" y="935"/>
                </a:lnTo>
                <a:lnTo>
                  <a:pt x="802" y="938"/>
                </a:lnTo>
                <a:lnTo>
                  <a:pt x="764" y="942"/>
                </a:lnTo>
                <a:lnTo>
                  <a:pt x="734" y="942"/>
                </a:lnTo>
                <a:lnTo>
                  <a:pt x="715" y="942"/>
                </a:lnTo>
                <a:lnTo>
                  <a:pt x="709" y="942"/>
                </a:lnTo>
                <a:lnTo>
                  <a:pt x="641" y="937"/>
                </a:lnTo>
                <a:lnTo>
                  <a:pt x="579" y="925"/>
                </a:lnTo>
                <a:lnTo>
                  <a:pt x="524" y="908"/>
                </a:lnTo>
                <a:lnTo>
                  <a:pt x="475" y="884"/>
                </a:lnTo>
                <a:lnTo>
                  <a:pt x="431" y="857"/>
                </a:lnTo>
                <a:lnTo>
                  <a:pt x="393" y="825"/>
                </a:lnTo>
                <a:lnTo>
                  <a:pt x="361" y="791"/>
                </a:lnTo>
                <a:lnTo>
                  <a:pt x="333" y="753"/>
                </a:lnTo>
                <a:lnTo>
                  <a:pt x="308" y="715"/>
                </a:lnTo>
                <a:lnTo>
                  <a:pt x="289" y="675"/>
                </a:lnTo>
                <a:lnTo>
                  <a:pt x="272" y="638"/>
                </a:lnTo>
                <a:lnTo>
                  <a:pt x="259" y="600"/>
                </a:lnTo>
                <a:lnTo>
                  <a:pt x="250" y="562"/>
                </a:lnTo>
                <a:lnTo>
                  <a:pt x="242" y="528"/>
                </a:lnTo>
                <a:lnTo>
                  <a:pt x="236" y="498"/>
                </a:lnTo>
                <a:lnTo>
                  <a:pt x="233" y="469"/>
                </a:lnTo>
                <a:lnTo>
                  <a:pt x="231" y="447"/>
                </a:lnTo>
                <a:lnTo>
                  <a:pt x="229" y="430"/>
                </a:lnTo>
                <a:lnTo>
                  <a:pt x="229" y="420"/>
                </a:lnTo>
                <a:lnTo>
                  <a:pt x="229" y="416"/>
                </a:lnTo>
                <a:lnTo>
                  <a:pt x="0" y="416"/>
                </a:lnTo>
                <a:lnTo>
                  <a:pt x="28" y="382"/>
                </a:lnTo>
                <a:lnTo>
                  <a:pt x="59" y="346"/>
                </a:lnTo>
                <a:lnTo>
                  <a:pt x="91" y="310"/>
                </a:lnTo>
                <a:lnTo>
                  <a:pt x="125" y="273"/>
                </a:lnTo>
                <a:lnTo>
                  <a:pt x="159" y="237"/>
                </a:lnTo>
                <a:lnTo>
                  <a:pt x="195" y="199"/>
                </a:lnTo>
                <a:lnTo>
                  <a:pt x="227" y="165"/>
                </a:lnTo>
                <a:lnTo>
                  <a:pt x="259" y="131"/>
                </a:lnTo>
                <a:lnTo>
                  <a:pt x="289" y="100"/>
                </a:lnTo>
                <a:lnTo>
                  <a:pt x="318" y="72"/>
                </a:lnTo>
                <a:lnTo>
                  <a:pt x="340" y="47"/>
                </a:lnTo>
                <a:lnTo>
                  <a:pt x="359" y="28"/>
                </a:lnTo>
                <a:lnTo>
                  <a:pt x="375" y="13"/>
                </a:lnTo>
                <a:lnTo>
                  <a:pt x="384" y="4"/>
                </a:lnTo>
                <a:lnTo>
                  <a:pt x="38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25578" y="1285972"/>
            <a:ext cx="1080000" cy="948785"/>
          </a:xfrm>
          <a:custGeom>
            <a:avLst/>
            <a:gdLst>
              <a:gd name="T0" fmla="*/ 1059 w 1070"/>
              <a:gd name="T1" fmla="*/ 388 h 940"/>
              <a:gd name="T2" fmla="*/ 1068 w 1070"/>
              <a:gd name="T3" fmla="*/ 473 h 940"/>
              <a:gd name="T4" fmla="*/ 1067 w 1070"/>
              <a:gd name="T5" fmla="*/ 596 h 940"/>
              <a:gd name="T6" fmla="*/ 1032 w 1070"/>
              <a:gd name="T7" fmla="*/ 723 h 940"/>
              <a:gd name="T8" fmla="*/ 945 w 1070"/>
              <a:gd name="T9" fmla="*/ 821 h 940"/>
              <a:gd name="T10" fmla="*/ 921 w 1070"/>
              <a:gd name="T11" fmla="*/ 842 h 940"/>
              <a:gd name="T12" fmla="*/ 847 w 1070"/>
              <a:gd name="T13" fmla="*/ 882 h 940"/>
              <a:gd name="T14" fmla="*/ 730 w 1070"/>
              <a:gd name="T15" fmla="*/ 910 h 940"/>
              <a:gd name="T16" fmla="*/ 573 w 1070"/>
              <a:gd name="T17" fmla="*/ 899 h 940"/>
              <a:gd name="T18" fmla="*/ 378 w 1070"/>
              <a:gd name="T19" fmla="*/ 815 h 940"/>
              <a:gd name="T20" fmla="*/ 478 w 1070"/>
              <a:gd name="T21" fmla="*/ 511 h 940"/>
              <a:gd name="T22" fmla="*/ 463 w 1070"/>
              <a:gd name="T23" fmla="*/ 543 h 940"/>
              <a:gd name="T24" fmla="*/ 439 w 1070"/>
              <a:gd name="T25" fmla="*/ 609 h 940"/>
              <a:gd name="T26" fmla="*/ 443 w 1070"/>
              <a:gd name="T27" fmla="*/ 636 h 940"/>
              <a:gd name="T28" fmla="*/ 490 w 1070"/>
              <a:gd name="T29" fmla="*/ 664 h 940"/>
              <a:gd name="T30" fmla="*/ 567 w 1070"/>
              <a:gd name="T31" fmla="*/ 702 h 940"/>
              <a:gd name="T32" fmla="*/ 662 w 1070"/>
              <a:gd name="T33" fmla="*/ 736 h 940"/>
              <a:gd name="T34" fmla="*/ 766 w 1070"/>
              <a:gd name="T35" fmla="*/ 753 h 940"/>
              <a:gd name="T36" fmla="*/ 868 w 1070"/>
              <a:gd name="T37" fmla="*/ 738 h 940"/>
              <a:gd name="T38" fmla="*/ 957 w 1070"/>
              <a:gd name="T39" fmla="*/ 677 h 940"/>
              <a:gd name="T40" fmla="*/ 1023 w 1070"/>
              <a:gd name="T41" fmla="*/ 560 h 940"/>
              <a:gd name="T42" fmla="*/ 1055 w 1070"/>
              <a:gd name="T43" fmla="*/ 369 h 940"/>
              <a:gd name="T44" fmla="*/ 590 w 1070"/>
              <a:gd name="T45" fmla="*/ 430 h 940"/>
              <a:gd name="T46" fmla="*/ 605 w 1070"/>
              <a:gd name="T47" fmla="*/ 397 h 940"/>
              <a:gd name="T48" fmla="*/ 630 w 1070"/>
              <a:gd name="T49" fmla="*/ 333 h 940"/>
              <a:gd name="T50" fmla="*/ 626 w 1070"/>
              <a:gd name="T51" fmla="*/ 305 h 940"/>
              <a:gd name="T52" fmla="*/ 579 w 1070"/>
              <a:gd name="T53" fmla="*/ 276 h 940"/>
              <a:gd name="T54" fmla="*/ 503 w 1070"/>
              <a:gd name="T55" fmla="*/ 238 h 940"/>
              <a:gd name="T56" fmla="*/ 407 w 1070"/>
              <a:gd name="T57" fmla="*/ 204 h 940"/>
              <a:gd name="T58" fmla="*/ 303 w 1070"/>
              <a:gd name="T59" fmla="*/ 189 h 940"/>
              <a:gd name="T60" fmla="*/ 200 w 1070"/>
              <a:gd name="T61" fmla="*/ 204 h 940"/>
              <a:gd name="T62" fmla="*/ 112 w 1070"/>
              <a:gd name="T63" fmla="*/ 263 h 940"/>
              <a:gd name="T64" fmla="*/ 45 w 1070"/>
              <a:gd name="T65" fmla="*/ 382 h 940"/>
              <a:gd name="T66" fmla="*/ 13 w 1070"/>
              <a:gd name="T67" fmla="*/ 571 h 940"/>
              <a:gd name="T68" fmla="*/ 6 w 1070"/>
              <a:gd name="T69" fmla="*/ 530 h 940"/>
              <a:gd name="T70" fmla="*/ 0 w 1070"/>
              <a:gd name="T71" fmla="*/ 426 h 940"/>
              <a:gd name="T72" fmla="*/ 13 w 1070"/>
              <a:gd name="T73" fmla="*/ 295 h 940"/>
              <a:gd name="T74" fmla="*/ 61 w 1070"/>
              <a:gd name="T75" fmla="*/ 176 h 940"/>
              <a:gd name="T76" fmla="*/ 125 w 1070"/>
              <a:gd name="T77" fmla="*/ 117 h 940"/>
              <a:gd name="T78" fmla="*/ 166 w 1070"/>
              <a:gd name="T79" fmla="*/ 87 h 940"/>
              <a:gd name="T80" fmla="*/ 255 w 1070"/>
              <a:gd name="T81" fmla="*/ 47 h 940"/>
              <a:gd name="T82" fmla="*/ 386 w 1070"/>
              <a:gd name="T83" fmla="*/ 28 h 940"/>
              <a:gd name="T84" fmla="*/ 556 w 1070"/>
              <a:gd name="T85" fmla="*/ 61 h 940"/>
              <a:gd name="T86" fmla="*/ 728 w 1070"/>
              <a:gd name="T87" fmla="*/ 0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070" h="940">
                <a:moveTo>
                  <a:pt x="1055" y="369"/>
                </a:moveTo>
                <a:lnTo>
                  <a:pt x="1057" y="375"/>
                </a:lnTo>
                <a:lnTo>
                  <a:pt x="1059" y="388"/>
                </a:lnTo>
                <a:lnTo>
                  <a:pt x="1063" y="411"/>
                </a:lnTo>
                <a:lnTo>
                  <a:pt x="1067" y="439"/>
                </a:lnTo>
                <a:lnTo>
                  <a:pt x="1068" y="473"/>
                </a:lnTo>
                <a:lnTo>
                  <a:pt x="1070" y="511"/>
                </a:lnTo>
                <a:lnTo>
                  <a:pt x="1070" y="553"/>
                </a:lnTo>
                <a:lnTo>
                  <a:pt x="1067" y="596"/>
                </a:lnTo>
                <a:lnTo>
                  <a:pt x="1059" y="640"/>
                </a:lnTo>
                <a:lnTo>
                  <a:pt x="1048" y="683"/>
                </a:lnTo>
                <a:lnTo>
                  <a:pt x="1032" y="723"/>
                </a:lnTo>
                <a:lnTo>
                  <a:pt x="1010" y="761"/>
                </a:lnTo>
                <a:lnTo>
                  <a:pt x="981" y="795"/>
                </a:lnTo>
                <a:lnTo>
                  <a:pt x="945" y="821"/>
                </a:lnTo>
                <a:lnTo>
                  <a:pt x="944" y="825"/>
                </a:lnTo>
                <a:lnTo>
                  <a:pt x="934" y="831"/>
                </a:lnTo>
                <a:lnTo>
                  <a:pt x="921" y="842"/>
                </a:lnTo>
                <a:lnTo>
                  <a:pt x="902" y="853"/>
                </a:lnTo>
                <a:lnTo>
                  <a:pt x="877" y="867"/>
                </a:lnTo>
                <a:lnTo>
                  <a:pt x="847" y="882"/>
                </a:lnTo>
                <a:lnTo>
                  <a:pt x="813" y="893"/>
                </a:lnTo>
                <a:lnTo>
                  <a:pt x="775" y="902"/>
                </a:lnTo>
                <a:lnTo>
                  <a:pt x="730" y="910"/>
                </a:lnTo>
                <a:lnTo>
                  <a:pt x="683" y="912"/>
                </a:lnTo>
                <a:lnTo>
                  <a:pt x="630" y="908"/>
                </a:lnTo>
                <a:lnTo>
                  <a:pt x="573" y="899"/>
                </a:lnTo>
                <a:lnTo>
                  <a:pt x="512" y="880"/>
                </a:lnTo>
                <a:lnTo>
                  <a:pt x="446" y="853"/>
                </a:lnTo>
                <a:lnTo>
                  <a:pt x="378" y="815"/>
                </a:lnTo>
                <a:lnTo>
                  <a:pt x="340" y="940"/>
                </a:lnTo>
                <a:lnTo>
                  <a:pt x="93" y="568"/>
                </a:lnTo>
                <a:lnTo>
                  <a:pt x="478" y="511"/>
                </a:lnTo>
                <a:lnTo>
                  <a:pt x="477" y="517"/>
                </a:lnTo>
                <a:lnTo>
                  <a:pt x="471" y="526"/>
                </a:lnTo>
                <a:lnTo>
                  <a:pt x="463" y="543"/>
                </a:lnTo>
                <a:lnTo>
                  <a:pt x="456" y="564"/>
                </a:lnTo>
                <a:lnTo>
                  <a:pt x="446" y="587"/>
                </a:lnTo>
                <a:lnTo>
                  <a:pt x="439" y="609"/>
                </a:lnTo>
                <a:lnTo>
                  <a:pt x="433" y="630"/>
                </a:lnTo>
                <a:lnTo>
                  <a:pt x="435" y="632"/>
                </a:lnTo>
                <a:lnTo>
                  <a:pt x="443" y="636"/>
                </a:lnTo>
                <a:lnTo>
                  <a:pt x="454" y="643"/>
                </a:lnTo>
                <a:lnTo>
                  <a:pt x="471" y="653"/>
                </a:lnTo>
                <a:lnTo>
                  <a:pt x="490" y="664"/>
                </a:lnTo>
                <a:lnTo>
                  <a:pt x="512" y="677"/>
                </a:lnTo>
                <a:lnTo>
                  <a:pt x="539" y="689"/>
                </a:lnTo>
                <a:lnTo>
                  <a:pt x="567" y="702"/>
                </a:lnTo>
                <a:lnTo>
                  <a:pt x="598" y="715"/>
                </a:lnTo>
                <a:lnTo>
                  <a:pt x="628" y="727"/>
                </a:lnTo>
                <a:lnTo>
                  <a:pt x="662" y="736"/>
                </a:lnTo>
                <a:lnTo>
                  <a:pt x="696" y="744"/>
                </a:lnTo>
                <a:lnTo>
                  <a:pt x="732" y="749"/>
                </a:lnTo>
                <a:lnTo>
                  <a:pt x="766" y="753"/>
                </a:lnTo>
                <a:lnTo>
                  <a:pt x="802" y="751"/>
                </a:lnTo>
                <a:lnTo>
                  <a:pt x="836" y="747"/>
                </a:lnTo>
                <a:lnTo>
                  <a:pt x="868" y="738"/>
                </a:lnTo>
                <a:lnTo>
                  <a:pt x="900" y="723"/>
                </a:lnTo>
                <a:lnTo>
                  <a:pt x="930" y="704"/>
                </a:lnTo>
                <a:lnTo>
                  <a:pt x="957" y="677"/>
                </a:lnTo>
                <a:lnTo>
                  <a:pt x="983" y="645"/>
                </a:lnTo>
                <a:lnTo>
                  <a:pt x="1004" y="605"/>
                </a:lnTo>
                <a:lnTo>
                  <a:pt x="1023" y="560"/>
                </a:lnTo>
                <a:lnTo>
                  <a:pt x="1038" y="505"/>
                </a:lnTo>
                <a:lnTo>
                  <a:pt x="1049" y="441"/>
                </a:lnTo>
                <a:lnTo>
                  <a:pt x="1055" y="369"/>
                </a:lnTo>
                <a:close/>
                <a:moveTo>
                  <a:pt x="728" y="0"/>
                </a:moveTo>
                <a:lnTo>
                  <a:pt x="976" y="375"/>
                </a:lnTo>
                <a:lnTo>
                  <a:pt x="590" y="430"/>
                </a:lnTo>
                <a:lnTo>
                  <a:pt x="592" y="426"/>
                </a:lnTo>
                <a:lnTo>
                  <a:pt x="598" y="414"/>
                </a:lnTo>
                <a:lnTo>
                  <a:pt x="605" y="397"/>
                </a:lnTo>
                <a:lnTo>
                  <a:pt x="613" y="377"/>
                </a:lnTo>
                <a:lnTo>
                  <a:pt x="622" y="356"/>
                </a:lnTo>
                <a:lnTo>
                  <a:pt x="630" y="333"/>
                </a:lnTo>
                <a:lnTo>
                  <a:pt x="635" y="310"/>
                </a:lnTo>
                <a:lnTo>
                  <a:pt x="633" y="308"/>
                </a:lnTo>
                <a:lnTo>
                  <a:pt x="626" y="305"/>
                </a:lnTo>
                <a:lnTo>
                  <a:pt x="615" y="297"/>
                </a:lnTo>
                <a:lnTo>
                  <a:pt x="598" y="288"/>
                </a:lnTo>
                <a:lnTo>
                  <a:pt x="579" y="276"/>
                </a:lnTo>
                <a:lnTo>
                  <a:pt x="556" y="265"/>
                </a:lnTo>
                <a:lnTo>
                  <a:pt x="529" y="252"/>
                </a:lnTo>
                <a:lnTo>
                  <a:pt x="503" y="238"/>
                </a:lnTo>
                <a:lnTo>
                  <a:pt x="471" y="227"/>
                </a:lnTo>
                <a:lnTo>
                  <a:pt x="441" y="216"/>
                </a:lnTo>
                <a:lnTo>
                  <a:pt x="407" y="204"/>
                </a:lnTo>
                <a:lnTo>
                  <a:pt x="373" y="197"/>
                </a:lnTo>
                <a:lnTo>
                  <a:pt x="337" y="191"/>
                </a:lnTo>
                <a:lnTo>
                  <a:pt x="303" y="189"/>
                </a:lnTo>
                <a:lnTo>
                  <a:pt x="267" y="189"/>
                </a:lnTo>
                <a:lnTo>
                  <a:pt x="233" y="195"/>
                </a:lnTo>
                <a:lnTo>
                  <a:pt x="200" y="204"/>
                </a:lnTo>
                <a:lnTo>
                  <a:pt x="168" y="218"/>
                </a:lnTo>
                <a:lnTo>
                  <a:pt x="138" y="237"/>
                </a:lnTo>
                <a:lnTo>
                  <a:pt x="112" y="263"/>
                </a:lnTo>
                <a:lnTo>
                  <a:pt x="85" y="295"/>
                </a:lnTo>
                <a:lnTo>
                  <a:pt x="64" y="335"/>
                </a:lnTo>
                <a:lnTo>
                  <a:pt x="45" y="382"/>
                </a:lnTo>
                <a:lnTo>
                  <a:pt x="30" y="435"/>
                </a:lnTo>
                <a:lnTo>
                  <a:pt x="19" y="500"/>
                </a:lnTo>
                <a:lnTo>
                  <a:pt x="13" y="571"/>
                </a:lnTo>
                <a:lnTo>
                  <a:pt x="11" y="566"/>
                </a:lnTo>
                <a:lnTo>
                  <a:pt x="9" y="553"/>
                </a:lnTo>
                <a:lnTo>
                  <a:pt x="6" y="530"/>
                </a:lnTo>
                <a:lnTo>
                  <a:pt x="4" y="500"/>
                </a:lnTo>
                <a:lnTo>
                  <a:pt x="2" y="464"/>
                </a:lnTo>
                <a:lnTo>
                  <a:pt x="0" y="426"/>
                </a:lnTo>
                <a:lnTo>
                  <a:pt x="2" y="382"/>
                </a:lnTo>
                <a:lnTo>
                  <a:pt x="6" y="339"/>
                </a:lnTo>
                <a:lnTo>
                  <a:pt x="13" y="295"/>
                </a:lnTo>
                <a:lnTo>
                  <a:pt x="25" y="254"/>
                </a:lnTo>
                <a:lnTo>
                  <a:pt x="40" y="212"/>
                </a:lnTo>
                <a:lnTo>
                  <a:pt x="61" y="176"/>
                </a:lnTo>
                <a:lnTo>
                  <a:pt x="89" y="144"/>
                </a:lnTo>
                <a:lnTo>
                  <a:pt x="123" y="119"/>
                </a:lnTo>
                <a:lnTo>
                  <a:pt x="125" y="117"/>
                </a:lnTo>
                <a:lnTo>
                  <a:pt x="134" y="110"/>
                </a:lnTo>
                <a:lnTo>
                  <a:pt x="148" y="100"/>
                </a:lnTo>
                <a:lnTo>
                  <a:pt x="166" y="87"/>
                </a:lnTo>
                <a:lnTo>
                  <a:pt x="191" y="74"/>
                </a:lnTo>
                <a:lnTo>
                  <a:pt x="221" y="61"/>
                </a:lnTo>
                <a:lnTo>
                  <a:pt x="255" y="47"/>
                </a:lnTo>
                <a:lnTo>
                  <a:pt x="293" y="38"/>
                </a:lnTo>
                <a:lnTo>
                  <a:pt x="339" y="30"/>
                </a:lnTo>
                <a:lnTo>
                  <a:pt x="386" y="28"/>
                </a:lnTo>
                <a:lnTo>
                  <a:pt x="439" y="32"/>
                </a:lnTo>
                <a:lnTo>
                  <a:pt x="495" y="42"/>
                </a:lnTo>
                <a:lnTo>
                  <a:pt x="556" y="61"/>
                </a:lnTo>
                <a:lnTo>
                  <a:pt x="622" y="87"/>
                </a:lnTo>
                <a:lnTo>
                  <a:pt x="690" y="125"/>
                </a:lnTo>
                <a:lnTo>
                  <a:pt x="72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572" y="2954691"/>
            <a:ext cx="1080000" cy="963926"/>
          </a:xfrm>
          <a:custGeom>
            <a:avLst/>
            <a:gdLst>
              <a:gd name="T0" fmla="*/ 425 w 1070"/>
              <a:gd name="T1" fmla="*/ 552 h 955"/>
              <a:gd name="T2" fmla="*/ 374 w 1070"/>
              <a:gd name="T3" fmla="*/ 571 h 955"/>
              <a:gd name="T4" fmla="*/ 301 w 1070"/>
              <a:gd name="T5" fmla="*/ 605 h 955"/>
              <a:gd name="T6" fmla="*/ 263 w 1070"/>
              <a:gd name="T7" fmla="*/ 633 h 955"/>
              <a:gd name="T8" fmla="*/ 263 w 1070"/>
              <a:gd name="T9" fmla="*/ 675 h 955"/>
              <a:gd name="T10" fmla="*/ 299 w 1070"/>
              <a:gd name="T11" fmla="*/ 753 h 955"/>
              <a:gd name="T12" fmla="*/ 391 w 1070"/>
              <a:gd name="T13" fmla="*/ 843 h 955"/>
              <a:gd name="T14" fmla="*/ 495 w 1070"/>
              <a:gd name="T15" fmla="*/ 883 h 955"/>
              <a:gd name="T16" fmla="*/ 624 w 1070"/>
              <a:gd name="T17" fmla="*/ 879 h 955"/>
              <a:gd name="T18" fmla="*/ 756 w 1070"/>
              <a:gd name="T19" fmla="*/ 826 h 955"/>
              <a:gd name="T20" fmla="*/ 864 w 1070"/>
              <a:gd name="T21" fmla="*/ 722 h 955"/>
              <a:gd name="T22" fmla="*/ 928 w 1070"/>
              <a:gd name="T23" fmla="*/ 565 h 955"/>
              <a:gd name="T24" fmla="*/ 925 w 1070"/>
              <a:gd name="T25" fmla="*/ 596 h 955"/>
              <a:gd name="T26" fmla="*/ 908 w 1070"/>
              <a:gd name="T27" fmla="*/ 673 h 955"/>
              <a:gd name="T28" fmla="*/ 862 w 1070"/>
              <a:gd name="T29" fmla="*/ 773 h 955"/>
              <a:gd name="T30" fmla="*/ 779 w 1070"/>
              <a:gd name="T31" fmla="*/ 870 h 955"/>
              <a:gd name="T32" fmla="*/ 643 w 1070"/>
              <a:gd name="T33" fmla="*/ 940 h 955"/>
              <a:gd name="T34" fmla="*/ 569 w 1070"/>
              <a:gd name="T35" fmla="*/ 953 h 955"/>
              <a:gd name="T36" fmla="*/ 501 w 1070"/>
              <a:gd name="T37" fmla="*/ 953 h 955"/>
              <a:gd name="T38" fmla="*/ 399 w 1070"/>
              <a:gd name="T39" fmla="*/ 940 h 955"/>
              <a:gd name="T40" fmla="*/ 286 w 1070"/>
              <a:gd name="T41" fmla="*/ 900 h 955"/>
              <a:gd name="T42" fmla="*/ 187 w 1070"/>
              <a:gd name="T43" fmla="*/ 821 h 955"/>
              <a:gd name="T44" fmla="*/ 127 w 1070"/>
              <a:gd name="T45" fmla="*/ 690 h 955"/>
              <a:gd name="T46" fmla="*/ 537 w 1070"/>
              <a:gd name="T47" fmla="*/ 0 h 955"/>
              <a:gd name="T48" fmla="*/ 632 w 1070"/>
              <a:gd name="T49" fmla="*/ 9 h 955"/>
              <a:gd name="T50" fmla="*/ 743 w 1070"/>
              <a:gd name="T51" fmla="*/ 37 h 955"/>
              <a:gd name="T52" fmla="*/ 849 w 1070"/>
              <a:gd name="T53" fmla="*/ 102 h 955"/>
              <a:gd name="T54" fmla="*/ 925 w 1070"/>
              <a:gd name="T55" fmla="*/ 213 h 955"/>
              <a:gd name="T56" fmla="*/ 976 w 1070"/>
              <a:gd name="T57" fmla="*/ 565 h 955"/>
              <a:gd name="T58" fmla="*/ 662 w 1070"/>
              <a:gd name="T59" fmla="*/ 397 h 955"/>
              <a:gd name="T60" fmla="*/ 734 w 1070"/>
              <a:gd name="T61" fmla="*/ 367 h 955"/>
              <a:gd name="T62" fmla="*/ 804 w 1070"/>
              <a:gd name="T63" fmla="*/ 323 h 955"/>
              <a:gd name="T64" fmla="*/ 806 w 1070"/>
              <a:gd name="T65" fmla="*/ 299 h 955"/>
              <a:gd name="T66" fmla="*/ 787 w 1070"/>
              <a:gd name="T67" fmla="*/ 230 h 955"/>
              <a:gd name="T68" fmla="*/ 700 w 1070"/>
              <a:gd name="T69" fmla="*/ 134 h 955"/>
              <a:gd name="T70" fmla="*/ 609 w 1070"/>
              <a:gd name="T71" fmla="*/ 79 h 955"/>
              <a:gd name="T72" fmla="*/ 486 w 1070"/>
              <a:gd name="T73" fmla="*/ 70 h 955"/>
              <a:gd name="T74" fmla="*/ 354 w 1070"/>
              <a:gd name="T75" fmla="*/ 106 h 955"/>
              <a:gd name="T76" fmla="*/ 234 w 1070"/>
              <a:gd name="T77" fmla="*/ 191 h 955"/>
              <a:gd name="T78" fmla="*/ 153 w 1070"/>
              <a:gd name="T79" fmla="*/ 331 h 955"/>
              <a:gd name="T80" fmla="*/ 140 w 1070"/>
              <a:gd name="T81" fmla="*/ 376 h 955"/>
              <a:gd name="T82" fmla="*/ 151 w 1070"/>
              <a:gd name="T83" fmla="*/ 310 h 955"/>
              <a:gd name="T84" fmla="*/ 187 w 1070"/>
              <a:gd name="T85" fmla="*/ 213 h 955"/>
              <a:gd name="T86" fmla="*/ 255 w 1070"/>
              <a:gd name="T87" fmla="*/ 113 h 955"/>
              <a:gd name="T88" fmla="*/ 373 w 1070"/>
              <a:gd name="T89" fmla="*/ 32 h 955"/>
              <a:gd name="T90" fmla="*/ 486 w 1070"/>
              <a:gd name="T91" fmla="*/ 2 h 955"/>
              <a:gd name="T92" fmla="*/ 537 w 1070"/>
              <a:gd name="T93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70" h="955">
                <a:moveTo>
                  <a:pt x="91" y="399"/>
                </a:moveTo>
                <a:lnTo>
                  <a:pt x="429" y="550"/>
                </a:lnTo>
                <a:lnTo>
                  <a:pt x="425" y="552"/>
                </a:lnTo>
                <a:lnTo>
                  <a:pt x="414" y="556"/>
                </a:lnTo>
                <a:lnTo>
                  <a:pt x="395" y="562"/>
                </a:lnTo>
                <a:lnTo>
                  <a:pt x="374" y="571"/>
                </a:lnTo>
                <a:lnTo>
                  <a:pt x="350" y="580"/>
                </a:lnTo>
                <a:lnTo>
                  <a:pt x="325" y="592"/>
                </a:lnTo>
                <a:lnTo>
                  <a:pt x="301" y="605"/>
                </a:lnTo>
                <a:lnTo>
                  <a:pt x="280" y="618"/>
                </a:lnTo>
                <a:lnTo>
                  <a:pt x="263" y="632"/>
                </a:lnTo>
                <a:lnTo>
                  <a:pt x="263" y="633"/>
                </a:lnTo>
                <a:lnTo>
                  <a:pt x="261" y="643"/>
                </a:lnTo>
                <a:lnTo>
                  <a:pt x="261" y="656"/>
                </a:lnTo>
                <a:lnTo>
                  <a:pt x="263" y="675"/>
                </a:lnTo>
                <a:lnTo>
                  <a:pt x="269" y="698"/>
                </a:lnTo>
                <a:lnTo>
                  <a:pt x="280" y="724"/>
                </a:lnTo>
                <a:lnTo>
                  <a:pt x="299" y="753"/>
                </a:lnTo>
                <a:lnTo>
                  <a:pt x="327" y="787"/>
                </a:lnTo>
                <a:lnTo>
                  <a:pt x="367" y="821"/>
                </a:lnTo>
                <a:lnTo>
                  <a:pt x="391" y="843"/>
                </a:lnTo>
                <a:lnTo>
                  <a:pt x="422" y="860"/>
                </a:lnTo>
                <a:lnTo>
                  <a:pt x="458" y="876"/>
                </a:lnTo>
                <a:lnTo>
                  <a:pt x="495" y="883"/>
                </a:lnTo>
                <a:lnTo>
                  <a:pt x="537" y="887"/>
                </a:lnTo>
                <a:lnTo>
                  <a:pt x="581" y="885"/>
                </a:lnTo>
                <a:lnTo>
                  <a:pt x="624" y="879"/>
                </a:lnTo>
                <a:lnTo>
                  <a:pt x="669" y="866"/>
                </a:lnTo>
                <a:lnTo>
                  <a:pt x="713" y="849"/>
                </a:lnTo>
                <a:lnTo>
                  <a:pt x="756" y="826"/>
                </a:lnTo>
                <a:lnTo>
                  <a:pt x="796" y="798"/>
                </a:lnTo>
                <a:lnTo>
                  <a:pt x="832" y="762"/>
                </a:lnTo>
                <a:lnTo>
                  <a:pt x="864" y="722"/>
                </a:lnTo>
                <a:lnTo>
                  <a:pt x="893" y="677"/>
                </a:lnTo>
                <a:lnTo>
                  <a:pt x="913" y="624"/>
                </a:lnTo>
                <a:lnTo>
                  <a:pt x="928" y="565"/>
                </a:lnTo>
                <a:lnTo>
                  <a:pt x="928" y="569"/>
                </a:lnTo>
                <a:lnTo>
                  <a:pt x="927" y="579"/>
                </a:lnTo>
                <a:lnTo>
                  <a:pt x="925" y="596"/>
                </a:lnTo>
                <a:lnTo>
                  <a:pt x="921" y="618"/>
                </a:lnTo>
                <a:lnTo>
                  <a:pt x="915" y="645"/>
                </a:lnTo>
                <a:lnTo>
                  <a:pt x="908" y="673"/>
                </a:lnTo>
                <a:lnTo>
                  <a:pt x="896" y="705"/>
                </a:lnTo>
                <a:lnTo>
                  <a:pt x="881" y="739"/>
                </a:lnTo>
                <a:lnTo>
                  <a:pt x="862" y="773"/>
                </a:lnTo>
                <a:lnTo>
                  <a:pt x="840" y="807"/>
                </a:lnTo>
                <a:lnTo>
                  <a:pt x="811" y="840"/>
                </a:lnTo>
                <a:lnTo>
                  <a:pt x="779" y="870"/>
                </a:lnTo>
                <a:lnTo>
                  <a:pt x="739" y="898"/>
                </a:lnTo>
                <a:lnTo>
                  <a:pt x="694" y="921"/>
                </a:lnTo>
                <a:lnTo>
                  <a:pt x="643" y="940"/>
                </a:lnTo>
                <a:lnTo>
                  <a:pt x="584" y="953"/>
                </a:lnTo>
                <a:lnTo>
                  <a:pt x="581" y="953"/>
                </a:lnTo>
                <a:lnTo>
                  <a:pt x="569" y="953"/>
                </a:lnTo>
                <a:lnTo>
                  <a:pt x="552" y="955"/>
                </a:lnTo>
                <a:lnTo>
                  <a:pt x="528" y="955"/>
                </a:lnTo>
                <a:lnTo>
                  <a:pt x="501" y="953"/>
                </a:lnTo>
                <a:lnTo>
                  <a:pt x="469" y="951"/>
                </a:lnTo>
                <a:lnTo>
                  <a:pt x="435" y="946"/>
                </a:lnTo>
                <a:lnTo>
                  <a:pt x="399" y="940"/>
                </a:lnTo>
                <a:lnTo>
                  <a:pt x="361" y="930"/>
                </a:lnTo>
                <a:lnTo>
                  <a:pt x="323" y="917"/>
                </a:lnTo>
                <a:lnTo>
                  <a:pt x="286" y="900"/>
                </a:lnTo>
                <a:lnTo>
                  <a:pt x="250" y="877"/>
                </a:lnTo>
                <a:lnTo>
                  <a:pt x="217" y="853"/>
                </a:lnTo>
                <a:lnTo>
                  <a:pt x="187" y="821"/>
                </a:lnTo>
                <a:lnTo>
                  <a:pt x="163" y="783"/>
                </a:lnTo>
                <a:lnTo>
                  <a:pt x="142" y="741"/>
                </a:lnTo>
                <a:lnTo>
                  <a:pt x="127" y="690"/>
                </a:lnTo>
                <a:lnTo>
                  <a:pt x="0" y="737"/>
                </a:lnTo>
                <a:lnTo>
                  <a:pt x="91" y="399"/>
                </a:lnTo>
                <a:close/>
                <a:moveTo>
                  <a:pt x="537" y="0"/>
                </a:moveTo>
                <a:lnTo>
                  <a:pt x="565" y="2"/>
                </a:lnTo>
                <a:lnTo>
                  <a:pt x="598" y="3"/>
                </a:lnTo>
                <a:lnTo>
                  <a:pt x="632" y="9"/>
                </a:lnTo>
                <a:lnTo>
                  <a:pt x="667" y="15"/>
                </a:lnTo>
                <a:lnTo>
                  <a:pt x="705" y="24"/>
                </a:lnTo>
                <a:lnTo>
                  <a:pt x="743" y="37"/>
                </a:lnTo>
                <a:lnTo>
                  <a:pt x="781" y="55"/>
                </a:lnTo>
                <a:lnTo>
                  <a:pt x="817" y="77"/>
                </a:lnTo>
                <a:lnTo>
                  <a:pt x="849" y="102"/>
                </a:lnTo>
                <a:lnTo>
                  <a:pt x="879" y="134"/>
                </a:lnTo>
                <a:lnTo>
                  <a:pt x="904" y="172"/>
                </a:lnTo>
                <a:lnTo>
                  <a:pt x="925" y="213"/>
                </a:lnTo>
                <a:lnTo>
                  <a:pt x="940" y="264"/>
                </a:lnTo>
                <a:lnTo>
                  <a:pt x="1070" y="212"/>
                </a:lnTo>
                <a:lnTo>
                  <a:pt x="976" y="565"/>
                </a:lnTo>
                <a:lnTo>
                  <a:pt x="643" y="404"/>
                </a:lnTo>
                <a:lnTo>
                  <a:pt x="647" y="403"/>
                </a:lnTo>
                <a:lnTo>
                  <a:pt x="662" y="397"/>
                </a:lnTo>
                <a:lnTo>
                  <a:pt x="683" y="389"/>
                </a:lnTo>
                <a:lnTo>
                  <a:pt x="707" y="380"/>
                </a:lnTo>
                <a:lnTo>
                  <a:pt x="734" y="367"/>
                </a:lnTo>
                <a:lnTo>
                  <a:pt x="760" y="353"/>
                </a:lnTo>
                <a:lnTo>
                  <a:pt x="785" y="338"/>
                </a:lnTo>
                <a:lnTo>
                  <a:pt x="804" y="323"/>
                </a:lnTo>
                <a:lnTo>
                  <a:pt x="804" y="319"/>
                </a:lnTo>
                <a:lnTo>
                  <a:pt x="806" y="312"/>
                </a:lnTo>
                <a:lnTo>
                  <a:pt x="806" y="299"/>
                </a:lnTo>
                <a:lnTo>
                  <a:pt x="804" y="280"/>
                </a:lnTo>
                <a:lnTo>
                  <a:pt x="798" y="257"/>
                </a:lnTo>
                <a:lnTo>
                  <a:pt x="787" y="230"/>
                </a:lnTo>
                <a:lnTo>
                  <a:pt x="768" y="202"/>
                </a:lnTo>
                <a:lnTo>
                  <a:pt x="739" y="168"/>
                </a:lnTo>
                <a:lnTo>
                  <a:pt x="700" y="134"/>
                </a:lnTo>
                <a:lnTo>
                  <a:pt x="675" y="111"/>
                </a:lnTo>
                <a:lnTo>
                  <a:pt x="645" y="94"/>
                </a:lnTo>
                <a:lnTo>
                  <a:pt x="609" y="79"/>
                </a:lnTo>
                <a:lnTo>
                  <a:pt x="571" y="72"/>
                </a:lnTo>
                <a:lnTo>
                  <a:pt x="529" y="68"/>
                </a:lnTo>
                <a:lnTo>
                  <a:pt x="486" y="70"/>
                </a:lnTo>
                <a:lnTo>
                  <a:pt x="442" y="75"/>
                </a:lnTo>
                <a:lnTo>
                  <a:pt x="397" y="89"/>
                </a:lnTo>
                <a:lnTo>
                  <a:pt x="354" y="106"/>
                </a:lnTo>
                <a:lnTo>
                  <a:pt x="310" y="128"/>
                </a:lnTo>
                <a:lnTo>
                  <a:pt x="270" y="157"/>
                </a:lnTo>
                <a:lnTo>
                  <a:pt x="234" y="191"/>
                </a:lnTo>
                <a:lnTo>
                  <a:pt x="202" y="232"/>
                </a:lnTo>
                <a:lnTo>
                  <a:pt x="174" y="278"/>
                </a:lnTo>
                <a:lnTo>
                  <a:pt x="153" y="331"/>
                </a:lnTo>
                <a:lnTo>
                  <a:pt x="138" y="389"/>
                </a:lnTo>
                <a:lnTo>
                  <a:pt x="138" y="386"/>
                </a:lnTo>
                <a:lnTo>
                  <a:pt x="140" y="376"/>
                </a:lnTo>
                <a:lnTo>
                  <a:pt x="142" y="359"/>
                </a:lnTo>
                <a:lnTo>
                  <a:pt x="146" y="336"/>
                </a:lnTo>
                <a:lnTo>
                  <a:pt x="151" y="310"/>
                </a:lnTo>
                <a:lnTo>
                  <a:pt x="161" y="280"/>
                </a:lnTo>
                <a:lnTo>
                  <a:pt x="172" y="247"/>
                </a:lnTo>
                <a:lnTo>
                  <a:pt x="187" y="213"/>
                </a:lnTo>
                <a:lnTo>
                  <a:pt x="204" y="179"/>
                </a:lnTo>
                <a:lnTo>
                  <a:pt x="229" y="145"/>
                </a:lnTo>
                <a:lnTo>
                  <a:pt x="255" y="113"/>
                </a:lnTo>
                <a:lnTo>
                  <a:pt x="289" y="83"/>
                </a:lnTo>
                <a:lnTo>
                  <a:pt x="327" y="55"/>
                </a:lnTo>
                <a:lnTo>
                  <a:pt x="373" y="32"/>
                </a:lnTo>
                <a:lnTo>
                  <a:pt x="424" y="15"/>
                </a:lnTo>
                <a:lnTo>
                  <a:pt x="482" y="2"/>
                </a:lnTo>
                <a:lnTo>
                  <a:pt x="486" y="2"/>
                </a:lnTo>
                <a:lnTo>
                  <a:pt x="497" y="2"/>
                </a:lnTo>
                <a:lnTo>
                  <a:pt x="514" y="0"/>
                </a:ln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56756" y="2888940"/>
            <a:ext cx="1080000" cy="1038617"/>
          </a:xfrm>
          <a:custGeom>
            <a:avLst/>
            <a:gdLst>
              <a:gd name="T0" fmla="*/ 1027 w 1070"/>
              <a:gd name="T1" fmla="*/ 372 h 1029"/>
              <a:gd name="T2" fmla="*/ 1027 w 1070"/>
              <a:gd name="T3" fmla="*/ 785 h 1029"/>
              <a:gd name="T4" fmla="*/ 1023 w 1070"/>
              <a:gd name="T5" fmla="*/ 817 h 1029"/>
              <a:gd name="T6" fmla="*/ 1013 w 1070"/>
              <a:gd name="T7" fmla="*/ 841 h 1029"/>
              <a:gd name="T8" fmla="*/ 998 w 1070"/>
              <a:gd name="T9" fmla="*/ 860 h 1029"/>
              <a:gd name="T10" fmla="*/ 983 w 1070"/>
              <a:gd name="T11" fmla="*/ 876 h 1029"/>
              <a:gd name="T12" fmla="*/ 964 w 1070"/>
              <a:gd name="T13" fmla="*/ 887 h 1029"/>
              <a:gd name="T14" fmla="*/ 945 w 1070"/>
              <a:gd name="T15" fmla="*/ 894 h 1029"/>
              <a:gd name="T16" fmla="*/ 928 w 1070"/>
              <a:gd name="T17" fmla="*/ 900 h 1029"/>
              <a:gd name="T18" fmla="*/ 915 w 1070"/>
              <a:gd name="T19" fmla="*/ 904 h 1029"/>
              <a:gd name="T20" fmla="*/ 906 w 1070"/>
              <a:gd name="T21" fmla="*/ 904 h 1029"/>
              <a:gd name="T22" fmla="*/ 902 w 1070"/>
              <a:gd name="T23" fmla="*/ 906 h 1029"/>
              <a:gd name="T24" fmla="*/ 208 w 1070"/>
              <a:gd name="T25" fmla="*/ 906 h 1029"/>
              <a:gd name="T26" fmla="*/ 206 w 1070"/>
              <a:gd name="T27" fmla="*/ 1029 h 1029"/>
              <a:gd name="T28" fmla="*/ 0 w 1070"/>
              <a:gd name="T29" fmla="*/ 800 h 1029"/>
              <a:gd name="T30" fmla="*/ 206 w 1070"/>
              <a:gd name="T31" fmla="*/ 584 h 1029"/>
              <a:gd name="T32" fmla="*/ 206 w 1070"/>
              <a:gd name="T33" fmla="*/ 700 h 1029"/>
              <a:gd name="T34" fmla="*/ 830 w 1070"/>
              <a:gd name="T35" fmla="*/ 700 h 1029"/>
              <a:gd name="T36" fmla="*/ 847 w 1070"/>
              <a:gd name="T37" fmla="*/ 698 h 1029"/>
              <a:gd name="T38" fmla="*/ 857 w 1070"/>
              <a:gd name="T39" fmla="*/ 690 h 1029"/>
              <a:gd name="T40" fmla="*/ 862 w 1070"/>
              <a:gd name="T41" fmla="*/ 681 h 1029"/>
              <a:gd name="T42" fmla="*/ 864 w 1070"/>
              <a:gd name="T43" fmla="*/ 671 h 1029"/>
              <a:gd name="T44" fmla="*/ 866 w 1070"/>
              <a:gd name="T45" fmla="*/ 666 h 1029"/>
              <a:gd name="T46" fmla="*/ 866 w 1070"/>
              <a:gd name="T47" fmla="*/ 662 h 1029"/>
              <a:gd name="T48" fmla="*/ 864 w 1070"/>
              <a:gd name="T49" fmla="*/ 501 h 1029"/>
              <a:gd name="T50" fmla="*/ 1027 w 1070"/>
              <a:gd name="T51" fmla="*/ 372 h 1029"/>
              <a:gd name="T52" fmla="*/ 822 w 1070"/>
              <a:gd name="T53" fmla="*/ 0 h 1029"/>
              <a:gd name="T54" fmla="*/ 1070 w 1070"/>
              <a:gd name="T55" fmla="*/ 217 h 1029"/>
              <a:gd name="T56" fmla="*/ 824 w 1070"/>
              <a:gd name="T57" fmla="*/ 446 h 1029"/>
              <a:gd name="T58" fmla="*/ 824 w 1070"/>
              <a:gd name="T59" fmla="*/ 331 h 1029"/>
              <a:gd name="T60" fmla="*/ 198 w 1070"/>
              <a:gd name="T61" fmla="*/ 331 h 1029"/>
              <a:gd name="T62" fmla="*/ 183 w 1070"/>
              <a:gd name="T63" fmla="*/ 333 h 1029"/>
              <a:gd name="T64" fmla="*/ 172 w 1070"/>
              <a:gd name="T65" fmla="*/ 340 h 1029"/>
              <a:gd name="T66" fmla="*/ 166 w 1070"/>
              <a:gd name="T67" fmla="*/ 350 h 1029"/>
              <a:gd name="T68" fmla="*/ 164 w 1070"/>
              <a:gd name="T69" fmla="*/ 359 h 1029"/>
              <a:gd name="T70" fmla="*/ 164 w 1070"/>
              <a:gd name="T71" fmla="*/ 365 h 1029"/>
              <a:gd name="T72" fmla="*/ 164 w 1070"/>
              <a:gd name="T73" fmla="*/ 369 h 1029"/>
              <a:gd name="T74" fmla="*/ 164 w 1070"/>
              <a:gd name="T75" fmla="*/ 531 h 1029"/>
              <a:gd name="T76" fmla="*/ 4 w 1070"/>
              <a:gd name="T77" fmla="*/ 696 h 1029"/>
              <a:gd name="T78" fmla="*/ 4 w 1070"/>
              <a:gd name="T79" fmla="*/ 247 h 1029"/>
              <a:gd name="T80" fmla="*/ 6 w 1070"/>
              <a:gd name="T81" fmla="*/ 217 h 1029"/>
              <a:gd name="T82" fmla="*/ 15 w 1070"/>
              <a:gd name="T83" fmla="*/ 191 h 1029"/>
              <a:gd name="T84" fmla="*/ 26 w 1070"/>
              <a:gd name="T85" fmla="*/ 172 h 1029"/>
              <a:gd name="T86" fmla="*/ 40 w 1070"/>
              <a:gd name="T87" fmla="*/ 155 h 1029"/>
              <a:gd name="T88" fmla="*/ 57 w 1070"/>
              <a:gd name="T89" fmla="*/ 143 h 1029"/>
              <a:gd name="T90" fmla="*/ 74 w 1070"/>
              <a:gd name="T91" fmla="*/ 136 h 1029"/>
              <a:gd name="T92" fmla="*/ 89 w 1070"/>
              <a:gd name="T93" fmla="*/ 130 h 1029"/>
              <a:gd name="T94" fmla="*/ 104 w 1070"/>
              <a:gd name="T95" fmla="*/ 128 h 1029"/>
              <a:gd name="T96" fmla="*/ 115 w 1070"/>
              <a:gd name="T97" fmla="*/ 126 h 1029"/>
              <a:gd name="T98" fmla="*/ 123 w 1070"/>
              <a:gd name="T99" fmla="*/ 126 h 1029"/>
              <a:gd name="T100" fmla="*/ 127 w 1070"/>
              <a:gd name="T101" fmla="*/ 126 h 1029"/>
              <a:gd name="T102" fmla="*/ 824 w 1070"/>
              <a:gd name="T103" fmla="*/ 126 h 1029"/>
              <a:gd name="T104" fmla="*/ 822 w 1070"/>
              <a:gd name="T105" fmla="*/ 0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70" h="1029">
                <a:moveTo>
                  <a:pt x="1027" y="372"/>
                </a:moveTo>
                <a:lnTo>
                  <a:pt x="1027" y="785"/>
                </a:lnTo>
                <a:lnTo>
                  <a:pt x="1023" y="817"/>
                </a:lnTo>
                <a:lnTo>
                  <a:pt x="1013" y="841"/>
                </a:lnTo>
                <a:lnTo>
                  <a:pt x="998" y="860"/>
                </a:lnTo>
                <a:lnTo>
                  <a:pt x="983" y="876"/>
                </a:lnTo>
                <a:lnTo>
                  <a:pt x="964" y="887"/>
                </a:lnTo>
                <a:lnTo>
                  <a:pt x="945" y="894"/>
                </a:lnTo>
                <a:lnTo>
                  <a:pt x="928" y="900"/>
                </a:lnTo>
                <a:lnTo>
                  <a:pt x="915" y="904"/>
                </a:lnTo>
                <a:lnTo>
                  <a:pt x="906" y="904"/>
                </a:lnTo>
                <a:lnTo>
                  <a:pt x="902" y="906"/>
                </a:lnTo>
                <a:lnTo>
                  <a:pt x="208" y="906"/>
                </a:lnTo>
                <a:lnTo>
                  <a:pt x="206" y="1029"/>
                </a:lnTo>
                <a:lnTo>
                  <a:pt x="0" y="800"/>
                </a:lnTo>
                <a:lnTo>
                  <a:pt x="206" y="584"/>
                </a:lnTo>
                <a:lnTo>
                  <a:pt x="206" y="700"/>
                </a:lnTo>
                <a:lnTo>
                  <a:pt x="830" y="700"/>
                </a:lnTo>
                <a:lnTo>
                  <a:pt x="847" y="698"/>
                </a:lnTo>
                <a:lnTo>
                  <a:pt x="857" y="690"/>
                </a:lnTo>
                <a:lnTo>
                  <a:pt x="862" y="681"/>
                </a:lnTo>
                <a:lnTo>
                  <a:pt x="864" y="671"/>
                </a:lnTo>
                <a:lnTo>
                  <a:pt x="866" y="666"/>
                </a:lnTo>
                <a:lnTo>
                  <a:pt x="866" y="662"/>
                </a:lnTo>
                <a:lnTo>
                  <a:pt x="864" y="501"/>
                </a:lnTo>
                <a:lnTo>
                  <a:pt x="1027" y="372"/>
                </a:lnTo>
                <a:close/>
                <a:moveTo>
                  <a:pt x="822" y="0"/>
                </a:moveTo>
                <a:lnTo>
                  <a:pt x="1070" y="217"/>
                </a:lnTo>
                <a:lnTo>
                  <a:pt x="824" y="446"/>
                </a:lnTo>
                <a:lnTo>
                  <a:pt x="824" y="331"/>
                </a:lnTo>
                <a:lnTo>
                  <a:pt x="198" y="331"/>
                </a:lnTo>
                <a:lnTo>
                  <a:pt x="183" y="333"/>
                </a:lnTo>
                <a:lnTo>
                  <a:pt x="172" y="340"/>
                </a:lnTo>
                <a:lnTo>
                  <a:pt x="166" y="350"/>
                </a:lnTo>
                <a:lnTo>
                  <a:pt x="164" y="359"/>
                </a:lnTo>
                <a:lnTo>
                  <a:pt x="164" y="365"/>
                </a:lnTo>
                <a:lnTo>
                  <a:pt x="164" y="369"/>
                </a:lnTo>
                <a:lnTo>
                  <a:pt x="164" y="531"/>
                </a:lnTo>
                <a:lnTo>
                  <a:pt x="4" y="696"/>
                </a:lnTo>
                <a:lnTo>
                  <a:pt x="4" y="247"/>
                </a:lnTo>
                <a:lnTo>
                  <a:pt x="6" y="217"/>
                </a:lnTo>
                <a:lnTo>
                  <a:pt x="15" y="191"/>
                </a:lnTo>
                <a:lnTo>
                  <a:pt x="26" y="172"/>
                </a:lnTo>
                <a:lnTo>
                  <a:pt x="40" y="155"/>
                </a:lnTo>
                <a:lnTo>
                  <a:pt x="57" y="143"/>
                </a:lnTo>
                <a:lnTo>
                  <a:pt x="74" y="136"/>
                </a:lnTo>
                <a:lnTo>
                  <a:pt x="89" y="130"/>
                </a:lnTo>
                <a:lnTo>
                  <a:pt x="104" y="128"/>
                </a:lnTo>
                <a:lnTo>
                  <a:pt x="115" y="126"/>
                </a:lnTo>
                <a:lnTo>
                  <a:pt x="123" y="126"/>
                </a:lnTo>
                <a:lnTo>
                  <a:pt x="127" y="126"/>
                </a:lnTo>
                <a:lnTo>
                  <a:pt x="824" y="126"/>
                </a:lnTo>
                <a:lnTo>
                  <a:pt x="82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413793" y="2940423"/>
            <a:ext cx="1080000" cy="956629"/>
          </a:xfrm>
          <a:custGeom>
            <a:avLst/>
            <a:gdLst>
              <a:gd name="T0" fmla="*/ 864 w 1068"/>
              <a:gd name="T1" fmla="*/ 518 h 946"/>
              <a:gd name="T2" fmla="*/ 1064 w 1068"/>
              <a:gd name="T3" fmla="*/ 707 h 946"/>
              <a:gd name="T4" fmla="*/ 1059 w 1068"/>
              <a:gd name="T5" fmla="*/ 743 h 946"/>
              <a:gd name="T6" fmla="*/ 854 w 1068"/>
              <a:gd name="T7" fmla="*/ 923 h 946"/>
              <a:gd name="T8" fmla="*/ 830 w 1068"/>
              <a:gd name="T9" fmla="*/ 944 h 946"/>
              <a:gd name="T10" fmla="*/ 815 w 1068"/>
              <a:gd name="T11" fmla="*/ 929 h 946"/>
              <a:gd name="T12" fmla="*/ 644 w 1068"/>
              <a:gd name="T13" fmla="*/ 811 h 946"/>
              <a:gd name="T14" fmla="*/ 603 w 1068"/>
              <a:gd name="T15" fmla="*/ 783 h 946"/>
              <a:gd name="T16" fmla="*/ 505 w 1068"/>
              <a:gd name="T17" fmla="*/ 681 h 946"/>
              <a:gd name="T18" fmla="*/ 639 w 1068"/>
              <a:gd name="T19" fmla="*/ 594 h 946"/>
              <a:gd name="T20" fmla="*/ 667 w 1068"/>
              <a:gd name="T21" fmla="*/ 620 h 946"/>
              <a:gd name="T22" fmla="*/ 815 w 1068"/>
              <a:gd name="T23" fmla="*/ 630 h 946"/>
              <a:gd name="T24" fmla="*/ 815 w 1068"/>
              <a:gd name="T25" fmla="*/ 520 h 946"/>
              <a:gd name="T26" fmla="*/ 822 w 1068"/>
              <a:gd name="T27" fmla="*/ 503 h 946"/>
              <a:gd name="T28" fmla="*/ 287 w 1068"/>
              <a:gd name="T29" fmla="*/ 147 h 946"/>
              <a:gd name="T30" fmla="*/ 314 w 1068"/>
              <a:gd name="T31" fmla="*/ 170 h 946"/>
              <a:gd name="T32" fmla="*/ 419 w 1068"/>
              <a:gd name="T33" fmla="*/ 285 h 946"/>
              <a:gd name="T34" fmla="*/ 285 w 1068"/>
              <a:gd name="T35" fmla="*/ 350 h 946"/>
              <a:gd name="T36" fmla="*/ 253 w 1068"/>
              <a:gd name="T37" fmla="*/ 336 h 946"/>
              <a:gd name="T38" fmla="*/ 60 w 1068"/>
              <a:gd name="T39" fmla="*/ 333 h 946"/>
              <a:gd name="T40" fmla="*/ 26 w 1068"/>
              <a:gd name="T41" fmla="*/ 321 h 946"/>
              <a:gd name="T42" fmla="*/ 2 w 1068"/>
              <a:gd name="T43" fmla="*/ 278 h 946"/>
              <a:gd name="T44" fmla="*/ 2 w 1068"/>
              <a:gd name="T45" fmla="*/ 189 h 946"/>
              <a:gd name="T46" fmla="*/ 17 w 1068"/>
              <a:gd name="T47" fmla="*/ 159 h 946"/>
              <a:gd name="T48" fmla="*/ 820 w 1068"/>
              <a:gd name="T49" fmla="*/ 0 h 946"/>
              <a:gd name="T50" fmla="*/ 830 w 1068"/>
              <a:gd name="T51" fmla="*/ 5 h 946"/>
              <a:gd name="T52" fmla="*/ 837 w 1068"/>
              <a:gd name="T53" fmla="*/ 13 h 946"/>
              <a:gd name="T54" fmla="*/ 1055 w 1068"/>
              <a:gd name="T55" fmla="*/ 221 h 946"/>
              <a:gd name="T56" fmla="*/ 1064 w 1068"/>
              <a:gd name="T57" fmla="*/ 247 h 946"/>
              <a:gd name="T58" fmla="*/ 1053 w 1068"/>
              <a:gd name="T59" fmla="*/ 264 h 946"/>
              <a:gd name="T60" fmla="*/ 834 w 1068"/>
              <a:gd name="T61" fmla="*/ 463 h 946"/>
              <a:gd name="T62" fmla="*/ 817 w 1068"/>
              <a:gd name="T63" fmla="*/ 452 h 946"/>
              <a:gd name="T64" fmla="*/ 815 w 1068"/>
              <a:gd name="T65" fmla="*/ 333 h 946"/>
              <a:gd name="T66" fmla="*/ 667 w 1068"/>
              <a:gd name="T67" fmla="*/ 346 h 946"/>
              <a:gd name="T68" fmla="*/ 643 w 1068"/>
              <a:gd name="T69" fmla="*/ 382 h 946"/>
              <a:gd name="T70" fmla="*/ 629 w 1068"/>
              <a:gd name="T71" fmla="*/ 403 h 946"/>
              <a:gd name="T72" fmla="*/ 580 w 1068"/>
              <a:gd name="T73" fmla="*/ 474 h 946"/>
              <a:gd name="T74" fmla="*/ 512 w 1068"/>
              <a:gd name="T75" fmla="*/ 579 h 946"/>
              <a:gd name="T76" fmla="*/ 442 w 1068"/>
              <a:gd name="T77" fmla="*/ 679 h 946"/>
              <a:gd name="T78" fmla="*/ 391 w 1068"/>
              <a:gd name="T79" fmla="*/ 749 h 946"/>
              <a:gd name="T80" fmla="*/ 361 w 1068"/>
              <a:gd name="T81" fmla="*/ 779 h 946"/>
              <a:gd name="T82" fmla="*/ 315 w 1068"/>
              <a:gd name="T83" fmla="*/ 811 h 946"/>
              <a:gd name="T84" fmla="*/ 36 w 1068"/>
              <a:gd name="T85" fmla="*/ 811 h 946"/>
              <a:gd name="T86" fmla="*/ 3 w 1068"/>
              <a:gd name="T87" fmla="*/ 781 h 946"/>
              <a:gd name="T88" fmla="*/ 0 w 1068"/>
              <a:gd name="T89" fmla="*/ 758 h 946"/>
              <a:gd name="T90" fmla="*/ 13 w 1068"/>
              <a:gd name="T91" fmla="*/ 650 h 946"/>
              <a:gd name="T92" fmla="*/ 51 w 1068"/>
              <a:gd name="T93" fmla="*/ 632 h 946"/>
              <a:gd name="T94" fmla="*/ 225 w 1068"/>
              <a:gd name="T95" fmla="*/ 630 h 946"/>
              <a:gd name="T96" fmla="*/ 261 w 1068"/>
              <a:gd name="T97" fmla="*/ 609 h 946"/>
              <a:gd name="T98" fmla="*/ 289 w 1068"/>
              <a:gd name="T99" fmla="*/ 580 h 946"/>
              <a:gd name="T100" fmla="*/ 565 w 1068"/>
              <a:gd name="T101" fmla="*/ 200 h 946"/>
              <a:gd name="T102" fmla="*/ 622 w 1068"/>
              <a:gd name="T103" fmla="*/ 157 h 946"/>
              <a:gd name="T104" fmla="*/ 815 w 1068"/>
              <a:gd name="T105" fmla="*/ 147 h 946"/>
              <a:gd name="T106" fmla="*/ 817 w 1068"/>
              <a:gd name="T107" fmla="*/ 3 h 9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68" h="946">
                <a:moveTo>
                  <a:pt x="832" y="503"/>
                </a:moveTo>
                <a:lnTo>
                  <a:pt x="845" y="509"/>
                </a:lnTo>
                <a:lnTo>
                  <a:pt x="864" y="518"/>
                </a:lnTo>
                <a:lnTo>
                  <a:pt x="1055" y="698"/>
                </a:lnTo>
                <a:lnTo>
                  <a:pt x="1059" y="702"/>
                </a:lnTo>
                <a:lnTo>
                  <a:pt x="1064" y="707"/>
                </a:lnTo>
                <a:lnTo>
                  <a:pt x="1068" y="717"/>
                </a:lnTo>
                <a:lnTo>
                  <a:pt x="1068" y="730"/>
                </a:lnTo>
                <a:lnTo>
                  <a:pt x="1059" y="743"/>
                </a:lnTo>
                <a:lnTo>
                  <a:pt x="862" y="915"/>
                </a:lnTo>
                <a:lnTo>
                  <a:pt x="860" y="917"/>
                </a:lnTo>
                <a:lnTo>
                  <a:pt x="854" y="923"/>
                </a:lnTo>
                <a:lnTo>
                  <a:pt x="847" y="930"/>
                </a:lnTo>
                <a:lnTo>
                  <a:pt x="837" y="938"/>
                </a:lnTo>
                <a:lnTo>
                  <a:pt x="830" y="944"/>
                </a:lnTo>
                <a:lnTo>
                  <a:pt x="822" y="946"/>
                </a:lnTo>
                <a:lnTo>
                  <a:pt x="817" y="940"/>
                </a:lnTo>
                <a:lnTo>
                  <a:pt x="815" y="929"/>
                </a:lnTo>
                <a:lnTo>
                  <a:pt x="815" y="813"/>
                </a:lnTo>
                <a:lnTo>
                  <a:pt x="648" y="813"/>
                </a:lnTo>
                <a:lnTo>
                  <a:pt x="644" y="811"/>
                </a:lnTo>
                <a:lnTo>
                  <a:pt x="633" y="806"/>
                </a:lnTo>
                <a:lnTo>
                  <a:pt x="620" y="796"/>
                </a:lnTo>
                <a:lnTo>
                  <a:pt x="603" y="783"/>
                </a:lnTo>
                <a:lnTo>
                  <a:pt x="588" y="768"/>
                </a:lnTo>
                <a:lnTo>
                  <a:pt x="574" y="749"/>
                </a:lnTo>
                <a:lnTo>
                  <a:pt x="505" y="681"/>
                </a:lnTo>
                <a:lnTo>
                  <a:pt x="610" y="537"/>
                </a:lnTo>
                <a:lnTo>
                  <a:pt x="637" y="592"/>
                </a:lnTo>
                <a:lnTo>
                  <a:pt x="639" y="594"/>
                </a:lnTo>
                <a:lnTo>
                  <a:pt x="644" y="601"/>
                </a:lnTo>
                <a:lnTo>
                  <a:pt x="654" y="611"/>
                </a:lnTo>
                <a:lnTo>
                  <a:pt x="667" y="620"/>
                </a:lnTo>
                <a:lnTo>
                  <a:pt x="682" y="628"/>
                </a:lnTo>
                <a:lnTo>
                  <a:pt x="699" y="630"/>
                </a:lnTo>
                <a:lnTo>
                  <a:pt x="815" y="630"/>
                </a:lnTo>
                <a:lnTo>
                  <a:pt x="815" y="526"/>
                </a:lnTo>
                <a:lnTo>
                  <a:pt x="815" y="524"/>
                </a:lnTo>
                <a:lnTo>
                  <a:pt x="815" y="520"/>
                </a:lnTo>
                <a:lnTo>
                  <a:pt x="815" y="514"/>
                </a:lnTo>
                <a:lnTo>
                  <a:pt x="817" y="507"/>
                </a:lnTo>
                <a:lnTo>
                  <a:pt x="822" y="503"/>
                </a:lnTo>
                <a:lnTo>
                  <a:pt x="832" y="503"/>
                </a:lnTo>
                <a:close/>
                <a:moveTo>
                  <a:pt x="49" y="147"/>
                </a:moveTo>
                <a:lnTo>
                  <a:pt x="287" y="147"/>
                </a:lnTo>
                <a:lnTo>
                  <a:pt x="291" y="151"/>
                </a:lnTo>
                <a:lnTo>
                  <a:pt x="300" y="159"/>
                </a:lnTo>
                <a:lnTo>
                  <a:pt x="314" y="170"/>
                </a:lnTo>
                <a:lnTo>
                  <a:pt x="331" y="185"/>
                </a:lnTo>
                <a:lnTo>
                  <a:pt x="349" y="202"/>
                </a:lnTo>
                <a:lnTo>
                  <a:pt x="419" y="285"/>
                </a:lnTo>
                <a:lnTo>
                  <a:pt x="349" y="404"/>
                </a:lnTo>
                <a:lnTo>
                  <a:pt x="287" y="352"/>
                </a:lnTo>
                <a:lnTo>
                  <a:pt x="285" y="350"/>
                </a:lnTo>
                <a:lnTo>
                  <a:pt x="278" y="346"/>
                </a:lnTo>
                <a:lnTo>
                  <a:pt x="266" y="340"/>
                </a:lnTo>
                <a:lnTo>
                  <a:pt x="253" y="336"/>
                </a:lnTo>
                <a:lnTo>
                  <a:pt x="236" y="334"/>
                </a:lnTo>
                <a:lnTo>
                  <a:pt x="64" y="334"/>
                </a:lnTo>
                <a:lnTo>
                  <a:pt x="60" y="333"/>
                </a:lnTo>
                <a:lnTo>
                  <a:pt x="51" y="331"/>
                </a:lnTo>
                <a:lnTo>
                  <a:pt x="39" y="327"/>
                </a:lnTo>
                <a:lnTo>
                  <a:pt x="26" y="321"/>
                </a:lnTo>
                <a:lnTo>
                  <a:pt x="13" y="310"/>
                </a:lnTo>
                <a:lnTo>
                  <a:pt x="5" y="297"/>
                </a:lnTo>
                <a:lnTo>
                  <a:pt x="2" y="278"/>
                </a:lnTo>
                <a:lnTo>
                  <a:pt x="0" y="200"/>
                </a:lnTo>
                <a:lnTo>
                  <a:pt x="0" y="196"/>
                </a:lnTo>
                <a:lnTo>
                  <a:pt x="2" y="189"/>
                </a:lnTo>
                <a:lnTo>
                  <a:pt x="3" y="179"/>
                </a:lnTo>
                <a:lnTo>
                  <a:pt x="7" y="168"/>
                </a:lnTo>
                <a:lnTo>
                  <a:pt x="17" y="159"/>
                </a:lnTo>
                <a:lnTo>
                  <a:pt x="30" y="151"/>
                </a:lnTo>
                <a:lnTo>
                  <a:pt x="49" y="147"/>
                </a:lnTo>
                <a:close/>
                <a:moveTo>
                  <a:pt x="820" y="0"/>
                </a:moveTo>
                <a:lnTo>
                  <a:pt x="824" y="2"/>
                </a:lnTo>
                <a:lnTo>
                  <a:pt x="828" y="3"/>
                </a:lnTo>
                <a:lnTo>
                  <a:pt x="830" y="5"/>
                </a:lnTo>
                <a:lnTo>
                  <a:pt x="834" y="7"/>
                </a:lnTo>
                <a:lnTo>
                  <a:pt x="835" y="9"/>
                </a:lnTo>
                <a:lnTo>
                  <a:pt x="837" y="13"/>
                </a:lnTo>
                <a:lnTo>
                  <a:pt x="839" y="13"/>
                </a:lnTo>
                <a:lnTo>
                  <a:pt x="839" y="15"/>
                </a:lnTo>
                <a:lnTo>
                  <a:pt x="1055" y="221"/>
                </a:lnTo>
                <a:lnTo>
                  <a:pt x="1066" y="229"/>
                </a:lnTo>
                <a:lnTo>
                  <a:pt x="1068" y="238"/>
                </a:lnTo>
                <a:lnTo>
                  <a:pt x="1064" y="247"/>
                </a:lnTo>
                <a:lnTo>
                  <a:pt x="1060" y="257"/>
                </a:lnTo>
                <a:lnTo>
                  <a:pt x="1055" y="263"/>
                </a:lnTo>
                <a:lnTo>
                  <a:pt x="1053" y="264"/>
                </a:lnTo>
                <a:lnTo>
                  <a:pt x="856" y="452"/>
                </a:lnTo>
                <a:lnTo>
                  <a:pt x="843" y="461"/>
                </a:lnTo>
                <a:lnTo>
                  <a:pt x="834" y="463"/>
                </a:lnTo>
                <a:lnTo>
                  <a:pt x="826" y="461"/>
                </a:lnTo>
                <a:lnTo>
                  <a:pt x="820" y="456"/>
                </a:lnTo>
                <a:lnTo>
                  <a:pt x="817" y="452"/>
                </a:lnTo>
                <a:lnTo>
                  <a:pt x="815" y="446"/>
                </a:lnTo>
                <a:lnTo>
                  <a:pt x="815" y="444"/>
                </a:lnTo>
                <a:lnTo>
                  <a:pt x="815" y="333"/>
                </a:lnTo>
                <a:lnTo>
                  <a:pt x="699" y="333"/>
                </a:lnTo>
                <a:lnTo>
                  <a:pt x="682" y="336"/>
                </a:lnTo>
                <a:lnTo>
                  <a:pt x="667" y="346"/>
                </a:lnTo>
                <a:lnTo>
                  <a:pt x="656" y="359"/>
                </a:lnTo>
                <a:lnTo>
                  <a:pt x="648" y="372"/>
                </a:lnTo>
                <a:lnTo>
                  <a:pt x="643" y="382"/>
                </a:lnTo>
                <a:lnTo>
                  <a:pt x="641" y="386"/>
                </a:lnTo>
                <a:lnTo>
                  <a:pt x="637" y="389"/>
                </a:lnTo>
                <a:lnTo>
                  <a:pt x="629" y="403"/>
                </a:lnTo>
                <a:lnTo>
                  <a:pt x="616" y="422"/>
                </a:lnTo>
                <a:lnTo>
                  <a:pt x="601" y="446"/>
                </a:lnTo>
                <a:lnTo>
                  <a:pt x="580" y="474"/>
                </a:lnTo>
                <a:lnTo>
                  <a:pt x="559" y="507"/>
                </a:lnTo>
                <a:lnTo>
                  <a:pt x="537" y="543"/>
                </a:lnTo>
                <a:lnTo>
                  <a:pt x="512" y="579"/>
                </a:lnTo>
                <a:lnTo>
                  <a:pt x="487" y="613"/>
                </a:lnTo>
                <a:lnTo>
                  <a:pt x="463" y="647"/>
                </a:lnTo>
                <a:lnTo>
                  <a:pt x="442" y="679"/>
                </a:lnTo>
                <a:lnTo>
                  <a:pt x="421" y="707"/>
                </a:lnTo>
                <a:lnTo>
                  <a:pt x="404" y="732"/>
                </a:lnTo>
                <a:lnTo>
                  <a:pt x="391" y="749"/>
                </a:lnTo>
                <a:lnTo>
                  <a:pt x="382" y="758"/>
                </a:lnTo>
                <a:lnTo>
                  <a:pt x="380" y="760"/>
                </a:lnTo>
                <a:lnTo>
                  <a:pt x="361" y="779"/>
                </a:lnTo>
                <a:lnTo>
                  <a:pt x="342" y="794"/>
                </a:lnTo>
                <a:lnTo>
                  <a:pt x="327" y="806"/>
                </a:lnTo>
                <a:lnTo>
                  <a:pt x="315" y="811"/>
                </a:lnTo>
                <a:lnTo>
                  <a:pt x="312" y="815"/>
                </a:lnTo>
                <a:lnTo>
                  <a:pt x="58" y="815"/>
                </a:lnTo>
                <a:lnTo>
                  <a:pt x="36" y="811"/>
                </a:lnTo>
                <a:lnTo>
                  <a:pt x="19" y="804"/>
                </a:lnTo>
                <a:lnTo>
                  <a:pt x="9" y="792"/>
                </a:lnTo>
                <a:lnTo>
                  <a:pt x="3" y="781"/>
                </a:lnTo>
                <a:lnTo>
                  <a:pt x="0" y="770"/>
                </a:lnTo>
                <a:lnTo>
                  <a:pt x="0" y="762"/>
                </a:lnTo>
                <a:lnTo>
                  <a:pt x="0" y="758"/>
                </a:lnTo>
                <a:lnTo>
                  <a:pt x="2" y="684"/>
                </a:lnTo>
                <a:lnTo>
                  <a:pt x="3" y="666"/>
                </a:lnTo>
                <a:lnTo>
                  <a:pt x="13" y="650"/>
                </a:lnTo>
                <a:lnTo>
                  <a:pt x="26" y="641"/>
                </a:lnTo>
                <a:lnTo>
                  <a:pt x="39" y="635"/>
                </a:lnTo>
                <a:lnTo>
                  <a:pt x="51" y="632"/>
                </a:lnTo>
                <a:lnTo>
                  <a:pt x="60" y="630"/>
                </a:lnTo>
                <a:lnTo>
                  <a:pt x="64" y="630"/>
                </a:lnTo>
                <a:lnTo>
                  <a:pt x="225" y="630"/>
                </a:lnTo>
                <a:lnTo>
                  <a:pt x="236" y="626"/>
                </a:lnTo>
                <a:lnTo>
                  <a:pt x="247" y="618"/>
                </a:lnTo>
                <a:lnTo>
                  <a:pt x="261" y="609"/>
                </a:lnTo>
                <a:lnTo>
                  <a:pt x="272" y="597"/>
                </a:lnTo>
                <a:lnTo>
                  <a:pt x="281" y="588"/>
                </a:lnTo>
                <a:lnTo>
                  <a:pt x="289" y="580"/>
                </a:lnTo>
                <a:lnTo>
                  <a:pt x="291" y="577"/>
                </a:lnTo>
                <a:lnTo>
                  <a:pt x="548" y="223"/>
                </a:lnTo>
                <a:lnTo>
                  <a:pt x="565" y="200"/>
                </a:lnTo>
                <a:lnTo>
                  <a:pt x="584" y="181"/>
                </a:lnTo>
                <a:lnTo>
                  <a:pt x="605" y="166"/>
                </a:lnTo>
                <a:lnTo>
                  <a:pt x="622" y="157"/>
                </a:lnTo>
                <a:lnTo>
                  <a:pt x="635" y="151"/>
                </a:lnTo>
                <a:lnTo>
                  <a:pt x="641" y="149"/>
                </a:lnTo>
                <a:lnTo>
                  <a:pt x="815" y="147"/>
                </a:lnTo>
                <a:lnTo>
                  <a:pt x="815" y="13"/>
                </a:lnTo>
                <a:lnTo>
                  <a:pt x="815" y="7"/>
                </a:lnTo>
                <a:lnTo>
                  <a:pt x="817" y="3"/>
                </a:lnTo>
                <a:lnTo>
                  <a:pt x="818" y="2"/>
                </a:lnTo>
                <a:lnTo>
                  <a:pt x="82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069124" y="2852936"/>
            <a:ext cx="1080000" cy="1105837"/>
          </a:xfrm>
          <a:custGeom>
            <a:avLst/>
            <a:gdLst>
              <a:gd name="T0" fmla="*/ 1007 w 1045"/>
              <a:gd name="T1" fmla="*/ 482 h 1070"/>
              <a:gd name="T2" fmla="*/ 1038 w 1045"/>
              <a:gd name="T3" fmla="*/ 514 h 1070"/>
              <a:gd name="T4" fmla="*/ 1040 w 1045"/>
              <a:gd name="T5" fmla="*/ 531 h 1070"/>
              <a:gd name="T6" fmla="*/ 990 w 1045"/>
              <a:gd name="T7" fmla="*/ 754 h 1070"/>
              <a:gd name="T8" fmla="*/ 858 w 1045"/>
              <a:gd name="T9" fmla="*/ 930 h 1070"/>
              <a:gd name="T10" fmla="*/ 663 w 1045"/>
              <a:gd name="T11" fmla="*/ 1036 h 1070"/>
              <a:gd name="T12" fmla="*/ 455 w 1045"/>
              <a:gd name="T13" fmla="*/ 1057 h 1070"/>
              <a:gd name="T14" fmla="*/ 312 w 1045"/>
              <a:gd name="T15" fmla="*/ 1019 h 1070"/>
              <a:gd name="T16" fmla="*/ 209 w 1045"/>
              <a:gd name="T17" fmla="*/ 964 h 1070"/>
              <a:gd name="T18" fmla="*/ 160 w 1045"/>
              <a:gd name="T19" fmla="*/ 927 h 1070"/>
              <a:gd name="T20" fmla="*/ 60 w 1045"/>
              <a:gd name="T21" fmla="*/ 1046 h 1070"/>
              <a:gd name="T22" fmla="*/ 35 w 1045"/>
              <a:gd name="T23" fmla="*/ 1065 h 1070"/>
              <a:gd name="T24" fmla="*/ 7 w 1045"/>
              <a:gd name="T25" fmla="*/ 1069 h 1070"/>
              <a:gd name="T26" fmla="*/ 0 w 1045"/>
              <a:gd name="T27" fmla="*/ 673 h 1070"/>
              <a:gd name="T28" fmla="*/ 0 w 1045"/>
              <a:gd name="T29" fmla="*/ 658 h 1070"/>
              <a:gd name="T30" fmla="*/ 18 w 1045"/>
              <a:gd name="T31" fmla="*/ 639 h 1070"/>
              <a:gd name="T32" fmla="*/ 393 w 1045"/>
              <a:gd name="T33" fmla="*/ 641 h 1070"/>
              <a:gd name="T34" fmla="*/ 414 w 1045"/>
              <a:gd name="T35" fmla="*/ 647 h 1070"/>
              <a:gd name="T36" fmla="*/ 421 w 1045"/>
              <a:gd name="T37" fmla="*/ 669 h 1070"/>
              <a:gd name="T38" fmla="*/ 266 w 1045"/>
              <a:gd name="T39" fmla="*/ 813 h 1070"/>
              <a:gd name="T40" fmla="*/ 285 w 1045"/>
              <a:gd name="T41" fmla="*/ 832 h 1070"/>
              <a:gd name="T42" fmla="*/ 344 w 1045"/>
              <a:gd name="T43" fmla="*/ 876 h 1070"/>
              <a:gd name="T44" fmla="*/ 457 w 1045"/>
              <a:gd name="T45" fmla="*/ 910 h 1070"/>
              <a:gd name="T46" fmla="*/ 629 w 1045"/>
              <a:gd name="T47" fmla="*/ 893 h 1070"/>
              <a:gd name="T48" fmla="*/ 773 w 1045"/>
              <a:gd name="T49" fmla="*/ 800 h 1070"/>
              <a:gd name="T50" fmla="*/ 862 w 1045"/>
              <a:gd name="T51" fmla="*/ 652 h 1070"/>
              <a:gd name="T52" fmla="*/ 883 w 1045"/>
              <a:gd name="T53" fmla="*/ 512 h 1070"/>
              <a:gd name="T54" fmla="*/ 920 w 1045"/>
              <a:gd name="T55" fmla="*/ 480 h 1070"/>
              <a:gd name="T56" fmla="*/ 956 w 1045"/>
              <a:gd name="T57" fmla="*/ 473 h 1070"/>
              <a:gd name="T58" fmla="*/ 1034 w 1045"/>
              <a:gd name="T59" fmla="*/ 3 h 1070"/>
              <a:gd name="T60" fmla="*/ 1045 w 1045"/>
              <a:gd name="T61" fmla="*/ 397 h 1070"/>
              <a:gd name="T62" fmla="*/ 1045 w 1045"/>
              <a:gd name="T63" fmla="*/ 412 h 1070"/>
              <a:gd name="T64" fmla="*/ 1026 w 1045"/>
              <a:gd name="T65" fmla="*/ 429 h 1070"/>
              <a:gd name="T66" fmla="*/ 650 w 1045"/>
              <a:gd name="T67" fmla="*/ 429 h 1070"/>
              <a:gd name="T68" fmla="*/ 629 w 1045"/>
              <a:gd name="T69" fmla="*/ 423 h 1070"/>
              <a:gd name="T70" fmla="*/ 620 w 1045"/>
              <a:gd name="T71" fmla="*/ 401 h 1070"/>
              <a:gd name="T72" fmla="*/ 777 w 1045"/>
              <a:gd name="T73" fmla="*/ 257 h 1070"/>
              <a:gd name="T74" fmla="*/ 758 w 1045"/>
              <a:gd name="T75" fmla="*/ 238 h 1070"/>
              <a:gd name="T76" fmla="*/ 697 w 1045"/>
              <a:gd name="T77" fmla="*/ 194 h 1070"/>
              <a:gd name="T78" fmla="*/ 584 w 1045"/>
              <a:gd name="T79" fmla="*/ 160 h 1070"/>
              <a:gd name="T80" fmla="*/ 414 w 1045"/>
              <a:gd name="T81" fmla="*/ 177 h 1070"/>
              <a:gd name="T82" fmla="*/ 268 w 1045"/>
              <a:gd name="T83" fmla="*/ 270 h 1070"/>
              <a:gd name="T84" fmla="*/ 181 w 1045"/>
              <a:gd name="T85" fmla="*/ 420 h 1070"/>
              <a:gd name="T86" fmla="*/ 158 w 1045"/>
              <a:gd name="T87" fmla="*/ 558 h 1070"/>
              <a:gd name="T88" fmla="*/ 122 w 1045"/>
              <a:gd name="T89" fmla="*/ 592 h 1070"/>
              <a:gd name="T90" fmla="*/ 85 w 1045"/>
              <a:gd name="T91" fmla="*/ 597 h 1070"/>
              <a:gd name="T92" fmla="*/ 34 w 1045"/>
              <a:gd name="T93" fmla="*/ 590 h 1070"/>
              <a:gd name="T94" fmla="*/ 3 w 1045"/>
              <a:gd name="T95" fmla="*/ 558 h 1070"/>
              <a:gd name="T96" fmla="*/ 0 w 1045"/>
              <a:gd name="T97" fmla="*/ 539 h 1070"/>
              <a:gd name="T98" fmla="*/ 51 w 1045"/>
              <a:gd name="T99" fmla="*/ 317 h 1070"/>
              <a:gd name="T100" fmla="*/ 183 w 1045"/>
              <a:gd name="T101" fmla="*/ 142 h 1070"/>
              <a:gd name="T102" fmla="*/ 380 w 1045"/>
              <a:gd name="T103" fmla="*/ 36 h 1070"/>
              <a:gd name="T104" fmla="*/ 586 w 1045"/>
              <a:gd name="T105" fmla="*/ 15 h 1070"/>
              <a:gd name="T106" fmla="*/ 729 w 1045"/>
              <a:gd name="T107" fmla="*/ 51 h 1070"/>
              <a:gd name="T108" fmla="*/ 832 w 1045"/>
              <a:gd name="T109" fmla="*/ 106 h 1070"/>
              <a:gd name="T110" fmla="*/ 883 w 1045"/>
              <a:gd name="T111" fmla="*/ 145 h 1070"/>
              <a:gd name="T112" fmla="*/ 983 w 1045"/>
              <a:gd name="T113" fmla="*/ 24 h 1070"/>
              <a:gd name="T114" fmla="*/ 1006 w 1045"/>
              <a:gd name="T115" fmla="*/ 7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45" h="1070">
                <a:moveTo>
                  <a:pt x="960" y="473"/>
                </a:moveTo>
                <a:lnTo>
                  <a:pt x="989" y="474"/>
                </a:lnTo>
                <a:lnTo>
                  <a:pt x="1007" y="482"/>
                </a:lnTo>
                <a:lnTo>
                  <a:pt x="1023" y="492"/>
                </a:lnTo>
                <a:lnTo>
                  <a:pt x="1032" y="503"/>
                </a:lnTo>
                <a:lnTo>
                  <a:pt x="1038" y="514"/>
                </a:lnTo>
                <a:lnTo>
                  <a:pt x="1040" y="524"/>
                </a:lnTo>
                <a:lnTo>
                  <a:pt x="1040" y="529"/>
                </a:lnTo>
                <a:lnTo>
                  <a:pt x="1040" y="531"/>
                </a:lnTo>
                <a:lnTo>
                  <a:pt x="1034" y="611"/>
                </a:lnTo>
                <a:lnTo>
                  <a:pt x="1017" y="684"/>
                </a:lnTo>
                <a:lnTo>
                  <a:pt x="990" y="754"/>
                </a:lnTo>
                <a:lnTo>
                  <a:pt x="954" y="819"/>
                </a:lnTo>
                <a:lnTo>
                  <a:pt x="909" y="877"/>
                </a:lnTo>
                <a:lnTo>
                  <a:pt x="858" y="930"/>
                </a:lnTo>
                <a:lnTo>
                  <a:pt x="798" y="974"/>
                </a:lnTo>
                <a:lnTo>
                  <a:pt x="733" y="1010"/>
                </a:lnTo>
                <a:lnTo>
                  <a:pt x="663" y="1036"/>
                </a:lnTo>
                <a:lnTo>
                  <a:pt x="588" y="1053"/>
                </a:lnTo>
                <a:lnTo>
                  <a:pt x="510" y="1059"/>
                </a:lnTo>
                <a:lnTo>
                  <a:pt x="455" y="1057"/>
                </a:lnTo>
                <a:lnTo>
                  <a:pt x="404" y="1048"/>
                </a:lnTo>
                <a:lnTo>
                  <a:pt x="355" y="1036"/>
                </a:lnTo>
                <a:lnTo>
                  <a:pt x="312" y="1019"/>
                </a:lnTo>
                <a:lnTo>
                  <a:pt x="274" y="1002"/>
                </a:lnTo>
                <a:lnTo>
                  <a:pt x="240" y="983"/>
                </a:lnTo>
                <a:lnTo>
                  <a:pt x="209" y="964"/>
                </a:lnTo>
                <a:lnTo>
                  <a:pt x="187" y="949"/>
                </a:lnTo>
                <a:lnTo>
                  <a:pt x="170" y="936"/>
                </a:lnTo>
                <a:lnTo>
                  <a:pt x="160" y="927"/>
                </a:lnTo>
                <a:lnTo>
                  <a:pt x="157" y="923"/>
                </a:lnTo>
                <a:lnTo>
                  <a:pt x="62" y="1044"/>
                </a:lnTo>
                <a:lnTo>
                  <a:pt x="60" y="1046"/>
                </a:lnTo>
                <a:lnTo>
                  <a:pt x="54" y="1051"/>
                </a:lnTo>
                <a:lnTo>
                  <a:pt x="45" y="1057"/>
                </a:lnTo>
                <a:lnTo>
                  <a:pt x="35" y="1065"/>
                </a:lnTo>
                <a:lnTo>
                  <a:pt x="26" y="1069"/>
                </a:lnTo>
                <a:lnTo>
                  <a:pt x="17" y="1070"/>
                </a:lnTo>
                <a:lnTo>
                  <a:pt x="7" y="1069"/>
                </a:lnTo>
                <a:lnTo>
                  <a:pt x="1" y="1059"/>
                </a:lnTo>
                <a:lnTo>
                  <a:pt x="0" y="1042"/>
                </a:lnTo>
                <a:lnTo>
                  <a:pt x="0" y="673"/>
                </a:lnTo>
                <a:lnTo>
                  <a:pt x="0" y="671"/>
                </a:lnTo>
                <a:lnTo>
                  <a:pt x="0" y="666"/>
                </a:lnTo>
                <a:lnTo>
                  <a:pt x="0" y="658"/>
                </a:lnTo>
                <a:lnTo>
                  <a:pt x="1" y="650"/>
                </a:lnTo>
                <a:lnTo>
                  <a:pt x="9" y="643"/>
                </a:lnTo>
                <a:lnTo>
                  <a:pt x="18" y="639"/>
                </a:lnTo>
                <a:lnTo>
                  <a:pt x="34" y="639"/>
                </a:lnTo>
                <a:lnTo>
                  <a:pt x="391" y="641"/>
                </a:lnTo>
                <a:lnTo>
                  <a:pt x="393" y="641"/>
                </a:lnTo>
                <a:lnTo>
                  <a:pt x="399" y="641"/>
                </a:lnTo>
                <a:lnTo>
                  <a:pt x="406" y="643"/>
                </a:lnTo>
                <a:lnTo>
                  <a:pt x="414" y="647"/>
                </a:lnTo>
                <a:lnTo>
                  <a:pt x="419" y="650"/>
                </a:lnTo>
                <a:lnTo>
                  <a:pt x="423" y="658"/>
                </a:lnTo>
                <a:lnTo>
                  <a:pt x="421" y="669"/>
                </a:lnTo>
                <a:lnTo>
                  <a:pt x="414" y="684"/>
                </a:lnTo>
                <a:lnTo>
                  <a:pt x="399" y="702"/>
                </a:lnTo>
                <a:lnTo>
                  <a:pt x="266" y="813"/>
                </a:lnTo>
                <a:lnTo>
                  <a:pt x="268" y="815"/>
                </a:lnTo>
                <a:lnTo>
                  <a:pt x="274" y="823"/>
                </a:lnTo>
                <a:lnTo>
                  <a:pt x="285" y="832"/>
                </a:lnTo>
                <a:lnTo>
                  <a:pt x="298" y="847"/>
                </a:lnTo>
                <a:lnTo>
                  <a:pt x="319" y="860"/>
                </a:lnTo>
                <a:lnTo>
                  <a:pt x="344" y="876"/>
                </a:lnTo>
                <a:lnTo>
                  <a:pt x="376" y="891"/>
                </a:lnTo>
                <a:lnTo>
                  <a:pt x="414" y="902"/>
                </a:lnTo>
                <a:lnTo>
                  <a:pt x="457" y="910"/>
                </a:lnTo>
                <a:lnTo>
                  <a:pt x="510" y="911"/>
                </a:lnTo>
                <a:lnTo>
                  <a:pt x="571" y="908"/>
                </a:lnTo>
                <a:lnTo>
                  <a:pt x="629" y="893"/>
                </a:lnTo>
                <a:lnTo>
                  <a:pt x="682" y="870"/>
                </a:lnTo>
                <a:lnTo>
                  <a:pt x="729" y="838"/>
                </a:lnTo>
                <a:lnTo>
                  <a:pt x="773" y="800"/>
                </a:lnTo>
                <a:lnTo>
                  <a:pt x="809" y="756"/>
                </a:lnTo>
                <a:lnTo>
                  <a:pt x="839" y="705"/>
                </a:lnTo>
                <a:lnTo>
                  <a:pt x="862" y="652"/>
                </a:lnTo>
                <a:lnTo>
                  <a:pt x="875" y="594"/>
                </a:lnTo>
                <a:lnTo>
                  <a:pt x="879" y="531"/>
                </a:lnTo>
                <a:lnTo>
                  <a:pt x="883" y="512"/>
                </a:lnTo>
                <a:lnTo>
                  <a:pt x="892" y="497"/>
                </a:lnTo>
                <a:lnTo>
                  <a:pt x="905" y="488"/>
                </a:lnTo>
                <a:lnTo>
                  <a:pt x="920" y="480"/>
                </a:lnTo>
                <a:lnTo>
                  <a:pt x="934" y="476"/>
                </a:lnTo>
                <a:lnTo>
                  <a:pt x="947" y="474"/>
                </a:lnTo>
                <a:lnTo>
                  <a:pt x="956" y="473"/>
                </a:lnTo>
                <a:lnTo>
                  <a:pt x="960" y="473"/>
                </a:lnTo>
                <a:close/>
                <a:moveTo>
                  <a:pt x="1026" y="0"/>
                </a:moveTo>
                <a:lnTo>
                  <a:pt x="1034" y="3"/>
                </a:lnTo>
                <a:lnTo>
                  <a:pt x="1040" y="13"/>
                </a:lnTo>
                <a:lnTo>
                  <a:pt x="1041" y="28"/>
                </a:lnTo>
                <a:lnTo>
                  <a:pt x="1045" y="397"/>
                </a:lnTo>
                <a:lnTo>
                  <a:pt x="1045" y="399"/>
                </a:lnTo>
                <a:lnTo>
                  <a:pt x="1045" y="404"/>
                </a:lnTo>
                <a:lnTo>
                  <a:pt x="1045" y="412"/>
                </a:lnTo>
                <a:lnTo>
                  <a:pt x="1043" y="420"/>
                </a:lnTo>
                <a:lnTo>
                  <a:pt x="1038" y="425"/>
                </a:lnTo>
                <a:lnTo>
                  <a:pt x="1026" y="429"/>
                </a:lnTo>
                <a:lnTo>
                  <a:pt x="1011" y="429"/>
                </a:lnTo>
                <a:lnTo>
                  <a:pt x="652" y="429"/>
                </a:lnTo>
                <a:lnTo>
                  <a:pt x="650" y="429"/>
                </a:lnTo>
                <a:lnTo>
                  <a:pt x="644" y="429"/>
                </a:lnTo>
                <a:lnTo>
                  <a:pt x="637" y="427"/>
                </a:lnTo>
                <a:lnTo>
                  <a:pt x="629" y="423"/>
                </a:lnTo>
                <a:lnTo>
                  <a:pt x="622" y="420"/>
                </a:lnTo>
                <a:lnTo>
                  <a:pt x="618" y="412"/>
                </a:lnTo>
                <a:lnTo>
                  <a:pt x="620" y="401"/>
                </a:lnTo>
                <a:lnTo>
                  <a:pt x="627" y="387"/>
                </a:lnTo>
                <a:lnTo>
                  <a:pt x="644" y="369"/>
                </a:lnTo>
                <a:lnTo>
                  <a:pt x="777" y="257"/>
                </a:lnTo>
                <a:lnTo>
                  <a:pt x="773" y="255"/>
                </a:lnTo>
                <a:lnTo>
                  <a:pt x="767" y="249"/>
                </a:lnTo>
                <a:lnTo>
                  <a:pt x="758" y="238"/>
                </a:lnTo>
                <a:lnTo>
                  <a:pt x="743" y="225"/>
                </a:lnTo>
                <a:lnTo>
                  <a:pt x="724" y="210"/>
                </a:lnTo>
                <a:lnTo>
                  <a:pt x="697" y="194"/>
                </a:lnTo>
                <a:lnTo>
                  <a:pt x="667" y="179"/>
                </a:lnTo>
                <a:lnTo>
                  <a:pt x="629" y="168"/>
                </a:lnTo>
                <a:lnTo>
                  <a:pt x="584" y="160"/>
                </a:lnTo>
                <a:lnTo>
                  <a:pt x="531" y="157"/>
                </a:lnTo>
                <a:lnTo>
                  <a:pt x="470" y="162"/>
                </a:lnTo>
                <a:lnTo>
                  <a:pt x="414" y="177"/>
                </a:lnTo>
                <a:lnTo>
                  <a:pt x="361" y="200"/>
                </a:lnTo>
                <a:lnTo>
                  <a:pt x="312" y="232"/>
                </a:lnTo>
                <a:lnTo>
                  <a:pt x="268" y="270"/>
                </a:lnTo>
                <a:lnTo>
                  <a:pt x="232" y="314"/>
                </a:lnTo>
                <a:lnTo>
                  <a:pt x="204" y="365"/>
                </a:lnTo>
                <a:lnTo>
                  <a:pt x="181" y="420"/>
                </a:lnTo>
                <a:lnTo>
                  <a:pt x="168" y="478"/>
                </a:lnTo>
                <a:lnTo>
                  <a:pt x="162" y="539"/>
                </a:lnTo>
                <a:lnTo>
                  <a:pt x="158" y="558"/>
                </a:lnTo>
                <a:lnTo>
                  <a:pt x="151" y="573"/>
                </a:lnTo>
                <a:lnTo>
                  <a:pt x="138" y="584"/>
                </a:lnTo>
                <a:lnTo>
                  <a:pt x="122" y="592"/>
                </a:lnTo>
                <a:lnTo>
                  <a:pt x="107" y="596"/>
                </a:lnTo>
                <a:lnTo>
                  <a:pt x="94" y="597"/>
                </a:lnTo>
                <a:lnTo>
                  <a:pt x="85" y="597"/>
                </a:lnTo>
                <a:lnTo>
                  <a:pt x="81" y="597"/>
                </a:lnTo>
                <a:lnTo>
                  <a:pt x="54" y="596"/>
                </a:lnTo>
                <a:lnTo>
                  <a:pt x="34" y="590"/>
                </a:lnTo>
                <a:lnTo>
                  <a:pt x="18" y="580"/>
                </a:lnTo>
                <a:lnTo>
                  <a:pt x="9" y="569"/>
                </a:lnTo>
                <a:lnTo>
                  <a:pt x="3" y="558"/>
                </a:lnTo>
                <a:lnTo>
                  <a:pt x="1" y="548"/>
                </a:lnTo>
                <a:lnTo>
                  <a:pt x="0" y="541"/>
                </a:lnTo>
                <a:lnTo>
                  <a:pt x="0" y="539"/>
                </a:lnTo>
                <a:lnTo>
                  <a:pt x="5" y="461"/>
                </a:lnTo>
                <a:lnTo>
                  <a:pt x="22" y="387"/>
                </a:lnTo>
                <a:lnTo>
                  <a:pt x="51" y="317"/>
                </a:lnTo>
                <a:lnTo>
                  <a:pt x="87" y="253"/>
                </a:lnTo>
                <a:lnTo>
                  <a:pt x="132" y="194"/>
                </a:lnTo>
                <a:lnTo>
                  <a:pt x="183" y="142"/>
                </a:lnTo>
                <a:lnTo>
                  <a:pt x="243" y="98"/>
                </a:lnTo>
                <a:lnTo>
                  <a:pt x="308" y="62"/>
                </a:lnTo>
                <a:lnTo>
                  <a:pt x="380" y="36"/>
                </a:lnTo>
                <a:lnTo>
                  <a:pt x="453" y="19"/>
                </a:lnTo>
                <a:lnTo>
                  <a:pt x="531" y="13"/>
                </a:lnTo>
                <a:lnTo>
                  <a:pt x="586" y="15"/>
                </a:lnTo>
                <a:lnTo>
                  <a:pt x="639" y="22"/>
                </a:lnTo>
                <a:lnTo>
                  <a:pt x="686" y="36"/>
                </a:lnTo>
                <a:lnTo>
                  <a:pt x="729" y="51"/>
                </a:lnTo>
                <a:lnTo>
                  <a:pt x="769" y="70"/>
                </a:lnTo>
                <a:lnTo>
                  <a:pt x="803" y="89"/>
                </a:lnTo>
                <a:lnTo>
                  <a:pt x="832" y="106"/>
                </a:lnTo>
                <a:lnTo>
                  <a:pt x="854" y="123"/>
                </a:lnTo>
                <a:lnTo>
                  <a:pt x="871" y="136"/>
                </a:lnTo>
                <a:lnTo>
                  <a:pt x="883" y="145"/>
                </a:lnTo>
                <a:lnTo>
                  <a:pt x="886" y="147"/>
                </a:lnTo>
                <a:lnTo>
                  <a:pt x="981" y="28"/>
                </a:lnTo>
                <a:lnTo>
                  <a:pt x="983" y="24"/>
                </a:lnTo>
                <a:lnTo>
                  <a:pt x="989" y="20"/>
                </a:lnTo>
                <a:lnTo>
                  <a:pt x="996" y="13"/>
                </a:lnTo>
                <a:lnTo>
                  <a:pt x="1006" y="7"/>
                </a:lnTo>
                <a:lnTo>
                  <a:pt x="1017" y="2"/>
                </a:lnTo>
                <a:lnTo>
                  <a:pt x="102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/>
          </p:cNvSpPr>
          <p:nvPr/>
        </p:nvSpPr>
        <p:spPr bwMode="auto">
          <a:xfrm>
            <a:off x="7725578" y="2848296"/>
            <a:ext cx="1080000" cy="1161407"/>
          </a:xfrm>
          <a:custGeom>
            <a:avLst/>
            <a:gdLst>
              <a:gd name="T0" fmla="*/ 986 w 995"/>
              <a:gd name="T1" fmla="*/ 3 h 1070"/>
              <a:gd name="T2" fmla="*/ 993 w 995"/>
              <a:gd name="T3" fmla="*/ 26 h 1070"/>
              <a:gd name="T4" fmla="*/ 993 w 995"/>
              <a:gd name="T5" fmla="*/ 454 h 1070"/>
              <a:gd name="T6" fmla="*/ 993 w 995"/>
              <a:gd name="T7" fmla="*/ 465 h 1070"/>
              <a:gd name="T8" fmla="*/ 986 w 995"/>
              <a:gd name="T9" fmla="*/ 478 h 1070"/>
              <a:gd name="T10" fmla="*/ 961 w 995"/>
              <a:gd name="T11" fmla="*/ 480 h 1070"/>
              <a:gd name="T12" fmla="*/ 543 w 995"/>
              <a:gd name="T13" fmla="*/ 480 h 1070"/>
              <a:gd name="T14" fmla="*/ 530 w 995"/>
              <a:gd name="T15" fmla="*/ 480 h 1070"/>
              <a:gd name="T16" fmla="*/ 517 w 995"/>
              <a:gd name="T17" fmla="*/ 473 h 1070"/>
              <a:gd name="T18" fmla="*/ 517 w 995"/>
              <a:gd name="T19" fmla="*/ 456 h 1070"/>
              <a:gd name="T20" fmla="*/ 538 w 995"/>
              <a:gd name="T21" fmla="*/ 425 h 1070"/>
              <a:gd name="T22" fmla="*/ 551 w 995"/>
              <a:gd name="T23" fmla="*/ 412 h 1070"/>
              <a:gd name="T24" fmla="*/ 581 w 995"/>
              <a:gd name="T25" fmla="*/ 380 h 1070"/>
              <a:gd name="T26" fmla="*/ 621 w 995"/>
              <a:gd name="T27" fmla="*/ 340 h 1070"/>
              <a:gd name="T28" fmla="*/ 660 w 995"/>
              <a:gd name="T29" fmla="*/ 300 h 1070"/>
              <a:gd name="T30" fmla="*/ 674 w 995"/>
              <a:gd name="T31" fmla="*/ 283 h 1070"/>
              <a:gd name="T32" fmla="*/ 666 w 995"/>
              <a:gd name="T33" fmla="*/ 276 h 1070"/>
              <a:gd name="T34" fmla="*/ 642 w 995"/>
              <a:gd name="T35" fmla="*/ 263 h 1070"/>
              <a:gd name="T36" fmla="*/ 592 w 995"/>
              <a:gd name="T37" fmla="*/ 249 h 1070"/>
              <a:gd name="T38" fmla="*/ 507 w 995"/>
              <a:gd name="T39" fmla="*/ 246 h 1070"/>
              <a:gd name="T40" fmla="*/ 396 w 995"/>
              <a:gd name="T41" fmla="*/ 261 h 1070"/>
              <a:gd name="T42" fmla="*/ 299 w 995"/>
              <a:gd name="T43" fmla="*/ 308 h 1070"/>
              <a:gd name="T44" fmla="*/ 224 w 995"/>
              <a:gd name="T45" fmla="*/ 380 h 1070"/>
              <a:gd name="T46" fmla="*/ 173 w 995"/>
              <a:gd name="T47" fmla="*/ 473 h 1070"/>
              <a:gd name="T48" fmla="*/ 154 w 995"/>
              <a:gd name="T49" fmla="*/ 582 h 1070"/>
              <a:gd name="T50" fmla="*/ 176 w 995"/>
              <a:gd name="T51" fmla="*/ 702 h 1070"/>
              <a:gd name="T52" fmla="*/ 237 w 995"/>
              <a:gd name="T53" fmla="*/ 798 h 1070"/>
              <a:gd name="T54" fmla="*/ 328 w 995"/>
              <a:gd name="T55" fmla="*/ 870 h 1070"/>
              <a:gd name="T56" fmla="*/ 443 w 995"/>
              <a:gd name="T57" fmla="*/ 910 h 1070"/>
              <a:gd name="T58" fmla="*/ 556 w 995"/>
              <a:gd name="T59" fmla="*/ 913 h 1070"/>
              <a:gd name="T60" fmla="*/ 647 w 995"/>
              <a:gd name="T61" fmla="*/ 896 h 1070"/>
              <a:gd name="T62" fmla="*/ 727 w 995"/>
              <a:gd name="T63" fmla="*/ 860 h 1070"/>
              <a:gd name="T64" fmla="*/ 793 w 995"/>
              <a:gd name="T65" fmla="*/ 802 h 1070"/>
              <a:gd name="T66" fmla="*/ 832 w 995"/>
              <a:gd name="T67" fmla="*/ 747 h 1070"/>
              <a:gd name="T68" fmla="*/ 872 w 995"/>
              <a:gd name="T69" fmla="*/ 734 h 1070"/>
              <a:gd name="T70" fmla="*/ 918 w 995"/>
              <a:gd name="T71" fmla="*/ 739 h 1070"/>
              <a:gd name="T72" fmla="*/ 950 w 995"/>
              <a:gd name="T73" fmla="*/ 764 h 1070"/>
              <a:gd name="T74" fmla="*/ 950 w 995"/>
              <a:gd name="T75" fmla="*/ 800 h 1070"/>
              <a:gd name="T76" fmla="*/ 874 w 995"/>
              <a:gd name="T77" fmla="*/ 911 h 1070"/>
              <a:gd name="T78" fmla="*/ 772 w 995"/>
              <a:gd name="T79" fmla="*/ 997 h 1070"/>
              <a:gd name="T80" fmla="*/ 647 w 995"/>
              <a:gd name="T81" fmla="*/ 1051 h 1070"/>
              <a:gd name="T82" fmla="*/ 507 w 995"/>
              <a:gd name="T83" fmla="*/ 1070 h 1070"/>
              <a:gd name="T84" fmla="*/ 364 w 995"/>
              <a:gd name="T85" fmla="*/ 1050 h 1070"/>
              <a:gd name="T86" fmla="*/ 235 w 995"/>
              <a:gd name="T87" fmla="*/ 993 h 1070"/>
              <a:gd name="T88" fmla="*/ 127 w 995"/>
              <a:gd name="T89" fmla="*/ 904 h 1070"/>
              <a:gd name="T90" fmla="*/ 50 w 995"/>
              <a:gd name="T91" fmla="*/ 790 h 1070"/>
              <a:gd name="T92" fmla="*/ 6 w 995"/>
              <a:gd name="T93" fmla="*/ 656 h 1070"/>
              <a:gd name="T94" fmla="*/ 6 w 995"/>
              <a:gd name="T95" fmla="*/ 510 h 1070"/>
              <a:gd name="T96" fmla="*/ 50 w 995"/>
              <a:gd name="T97" fmla="*/ 374 h 1070"/>
              <a:gd name="T98" fmla="*/ 127 w 995"/>
              <a:gd name="T99" fmla="*/ 259 h 1070"/>
              <a:gd name="T100" fmla="*/ 235 w 995"/>
              <a:gd name="T101" fmla="*/ 170 h 1070"/>
              <a:gd name="T102" fmla="*/ 364 w 995"/>
              <a:gd name="T103" fmla="*/ 111 h 1070"/>
              <a:gd name="T104" fmla="*/ 507 w 995"/>
              <a:gd name="T105" fmla="*/ 90 h 1070"/>
              <a:gd name="T106" fmla="*/ 623 w 995"/>
              <a:gd name="T107" fmla="*/ 98 h 1070"/>
              <a:gd name="T108" fmla="*/ 708 w 995"/>
              <a:gd name="T109" fmla="*/ 121 h 1070"/>
              <a:gd name="T110" fmla="*/ 763 w 995"/>
              <a:gd name="T111" fmla="*/ 147 h 1070"/>
              <a:gd name="T112" fmla="*/ 791 w 995"/>
              <a:gd name="T113" fmla="*/ 164 h 1070"/>
              <a:gd name="T114" fmla="*/ 936 w 995"/>
              <a:gd name="T115" fmla="*/ 26 h 1070"/>
              <a:gd name="T116" fmla="*/ 944 w 995"/>
              <a:gd name="T117" fmla="*/ 19 h 1070"/>
              <a:gd name="T118" fmla="*/ 961 w 995"/>
              <a:gd name="T119" fmla="*/ 7 h 1070"/>
              <a:gd name="T120" fmla="*/ 978 w 995"/>
              <a:gd name="T121" fmla="*/ 0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95" h="1070">
                <a:moveTo>
                  <a:pt x="978" y="0"/>
                </a:moveTo>
                <a:lnTo>
                  <a:pt x="986" y="3"/>
                </a:lnTo>
                <a:lnTo>
                  <a:pt x="991" y="11"/>
                </a:lnTo>
                <a:lnTo>
                  <a:pt x="993" y="26"/>
                </a:lnTo>
                <a:lnTo>
                  <a:pt x="993" y="452"/>
                </a:lnTo>
                <a:lnTo>
                  <a:pt x="993" y="454"/>
                </a:lnTo>
                <a:lnTo>
                  <a:pt x="995" y="459"/>
                </a:lnTo>
                <a:lnTo>
                  <a:pt x="993" y="465"/>
                </a:lnTo>
                <a:lnTo>
                  <a:pt x="991" y="473"/>
                </a:lnTo>
                <a:lnTo>
                  <a:pt x="986" y="478"/>
                </a:lnTo>
                <a:lnTo>
                  <a:pt x="976" y="482"/>
                </a:lnTo>
                <a:lnTo>
                  <a:pt x="961" y="480"/>
                </a:lnTo>
                <a:lnTo>
                  <a:pt x="545" y="480"/>
                </a:lnTo>
                <a:lnTo>
                  <a:pt x="543" y="480"/>
                </a:lnTo>
                <a:lnTo>
                  <a:pt x="538" y="480"/>
                </a:lnTo>
                <a:lnTo>
                  <a:pt x="530" y="480"/>
                </a:lnTo>
                <a:lnTo>
                  <a:pt x="524" y="476"/>
                </a:lnTo>
                <a:lnTo>
                  <a:pt x="517" y="473"/>
                </a:lnTo>
                <a:lnTo>
                  <a:pt x="515" y="465"/>
                </a:lnTo>
                <a:lnTo>
                  <a:pt x="517" y="456"/>
                </a:lnTo>
                <a:lnTo>
                  <a:pt x="522" y="442"/>
                </a:lnTo>
                <a:lnTo>
                  <a:pt x="538" y="425"/>
                </a:lnTo>
                <a:lnTo>
                  <a:pt x="541" y="422"/>
                </a:lnTo>
                <a:lnTo>
                  <a:pt x="551" y="412"/>
                </a:lnTo>
                <a:lnTo>
                  <a:pt x="564" y="399"/>
                </a:lnTo>
                <a:lnTo>
                  <a:pt x="581" y="380"/>
                </a:lnTo>
                <a:lnTo>
                  <a:pt x="600" y="361"/>
                </a:lnTo>
                <a:lnTo>
                  <a:pt x="621" y="340"/>
                </a:lnTo>
                <a:lnTo>
                  <a:pt x="642" y="319"/>
                </a:lnTo>
                <a:lnTo>
                  <a:pt x="660" y="300"/>
                </a:lnTo>
                <a:lnTo>
                  <a:pt x="676" y="283"/>
                </a:lnTo>
                <a:lnTo>
                  <a:pt x="674" y="283"/>
                </a:lnTo>
                <a:lnTo>
                  <a:pt x="672" y="280"/>
                </a:lnTo>
                <a:lnTo>
                  <a:pt x="666" y="276"/>
                </a:lnTo>
                <a:lnTo>
                  <a:pt x="657" y="268"/>
                </a:lnTo>
                <a:lnTo>
                  <a:pt x="642" y="263"/>
                </a:lnTo>
                <a:lnTo>
                  <a:pt x="621" y="255"/>
                </a:lnTo>
                <a:lnTo>
                  <a:pt x="592" y="249"/>
                </a:lnTo>
                <a:lnTo>
                  <a:pt x="556" y="246"/>
                </a:lnTo>
                <a:lnTo>
                  <a:pt x="507" y="246"/>
                </a:lnTo>
                <a:lnTo>
                  <a:pt x="451" y="249"/>
                </a:lnTo>
                <a:lnTo>
                  <a:pt x="396" y="261"/>
                </a:lnTo>
                <a:lnTo>
                  <a:pt x="345" y="282"/>
                </a:lnTo>
                <a:lnTo>
                  <a:pt x="299" y="308"/>
                </a:lnTo>
                <a:lnTo>
                  <a:pt x="258" y="340"/>
                </a:lnTo>
                <a:lnTo>
                  <a:pt x="224" y="380"/>
                </a:lnTo>
                <a:lnTo>
                  <a:pt x="193" y="423"/>
                </a:lnTo>
                <a:lnTo>
                  <a:pt x="173" y="473"/>
                </a:lnTo>
                <a:lnTo>
                  <a:pt x="159" y="526"/>
                </a:lnTo>
                <a:lnTo>
                  <a:pt x="154" y="582"/>
                </a:lnTo>
                <a:lnTo>
                  <a:pt x="159" y="645"/>
                </a:lnTo>
                <a:lnTo>
                  <a:pt x="176" y="702"/>
                </a:lnTo>
                <a:lnTo>
                  <a:pt x="203" y="753"/>
                </a:lnTo>
                <a:lnTo>
                  <a:pt x="237" y="798"/>
                </a:lnTo>
                <a:lnTo>
                  <a:pt x="278" y="838"/>
                </a:lnTo>
                <a:lnTo>
                  <a:pt x="328" y="870"/>
                </a:lnTo>
                <a:lnTo>
                  <a:pt x="382" y="894"/>
                </a:lnTo>
                <a:lnTo>
                  <a:pt x="443" y="910"/>
                </a:lnTo>
                <a:lnTo>
                  <a:pt x="507" y="913"/>
                </a:lnTo>
                <a:lnTo>
                  <a:pt x="556" y="913"/>
                </a:lnTo>
                <a:lnTo>
                  <a:pt x="604" y="906"/>
                </a:lnTo>
                <a:lnTo>
                  <a:pt x="647" y="896"/>
                </a:lnTo>
                <a:lnTo>
                  <a:pt x="689" y="881"/>
                </a:lnTo>
                <a:lnTo>
                  <a:pt x="727" y="860"/>
                </a:lnTo>
                <a:lnTo>
                  <a:pt x="763" y="834"/>
                </a:lnTo>
                <a:lnTo>
                  <a:pt x="793" y="802"/>
                </a:lnTo>
                <a:lnTo>
                  <a:pt x="817" y="764"/>
                </a:lnTo>
                <a:lnTo>
                  <a:pt x="832" y="747"/>
                </a:lnTo>
                <a:lnTo>
                  <a:pt x="851" y="737"/>
                </a:lnTo>
                <a:lnTo>
                  <a:pt x="872" y="734"/>
                </a:lnTo>
                <a:lnTo>
                  <a:pt x="897" y="734"/>
                </a:lnTo>
                <a:lnTo>
                  <a:pt x="918" y="739"/>
                </a:lnTo>
                <a:lnTo>
                  <a:pt x="936" y="749"/>
                </a:lnTo>
                <a:lnTo>
                  <a:pt x="950" y="764"/>
                </a:lnTo>
                <a:lnTo>
                  <a:pt x="955" y="781"/>
                </a:lnTo>
                <a:lnTo>
                  <a:pt x="950" y="800"/>
                </a:lnTo>
                <a:lnTo>
                  <a:pt x="916" y="859"/>
                </a:lnTo>
                <a:lnTo>
                  <a:pt x="874" y="911"/>
                </a:lnTo>
                <a:lnTo>
                  <a:pt x="825" y="957"/>
                </a:lnTo>
                <a:lnTo>
                  <a:pt x="772" y="997"/>
                </a:lnTo>
                <a:lnTo>
                  <a:pt x="711" y="1029"/>
                </a:lnTo>
                <a:lnTo>
                  <a:pt x="647" y="1051"/>
                </a:lnTo>
                <a:lnTo>
                  <a:pt x="579" y="1067"/>
                </a:lnTo>
                <a:lnTo>
                  <a:pt x="507" y="1070"/>
                </a:lnTo>
                <a:lnTo>
                  <a:pt x="435" y="1065"/>
                </a:lnTo>
                <a:lnTo>
                  <a:pt x="364" y="1050"/>
                </a:lnTo>
                <a:lnTo>
                  <a:pt x="297" y="1027"/>
                </a:lnTo>
                <a:lnTo>
                  <a:pt x="235" y="993"/>
                </a:lnTo>
                <a:lnTo>
                  <a:pt x="178" y="951"/>
                </a:lnTo>
                <a:lnTo>
                  <a:pt x="127" y="904"/>
                </a:lnTo>
                <a:lnTo>
                  <a:pt x="84" y="849"/>
                </a:lnTo>
                <a:lnTo>
                  <a:pt x="50" y="790"/>
                </a:lnTo>
                <a:lnTo>
                  <a:pt x="23" y="724"/>
                </a:lnTo>
                <a:lnTo>
                  <a:pt x="6" y="656"/>
                </a:lnTo>
                <a:lnTo>
                  <a:pt x="0" y="582"/>
                </a:lnTo>
                <a:lnTo>
                  <a:pt x="6" y="510"/>
                </a:lnTo>
                <a:lnTo>
                  <a:pt x="23" y="440"/>
                </a:lnTo>
                <a:lnTo>
                  <a:pt x="50" y="374"/>
                </a:lnTo>
                <a:lnTo>
                  <a:pt x="84" y="314"/>
                </a:lnTo>
                <a:lnTo>
                  <a:pt x="127" y="259"/>
                </a:lnTo>
                <a:lnTo>
                  <a:pt x="178" y="212"/>
                </a:lnTo>
                <a:lnTo>
                  <a:pt x="235" y="170"/>
                </a:lnTo>
                <a:lnTo>
                  <a:pt x="297" y="136"/>
                </a:lnTo>
                <a:lnTo>
                  <a:pt x="364" y="111"/>
                </a:lnTo>
                <a:lnTo>
                  <a:pt x="435" y="96"/>
                </a:lnTo>
                <a:lnTo>
                  <a:pt x="507" y="90"/>
                </a:lnTo>
                <a:lnTo>
                  <a:pt x="570" y="92"/>
                </a:lnTo>
                <a:lnTo>
                  <a:pt x="623" y="98"/>
                </a:lnTo>
                <a:lnTo>
                  <a:pt x="668" y="109"/>
                </a:lnTo>
                <a:lnTo>
                  <a:pt x="708" y="121"/>
                </a:lnTo>
                <a:lnTo>
                  <a:pt x="738" y="134"/>
                </a:lnTo>
                <a:lnTo>
                  <a:pt x="763" y="147"/>
                </a:lnTo>
                <a:lnTo>
                  <a:pt x="780" y="159"/>
                </a:lnTo>
                <a:lnTo>
                  <a:pt x="791" y="164"/>
                </a:lnTo>
                <a:lnTo>
                  <a:pt x="793" y="168"/>
                </a:lnTo>
                <a:lnTo>
                  <a:pt x="936" y="26"/>
                </a:lnTo>
                <a:lnTo>
                  <a:pt x="938" y="24"/>
                </a:lnTo>
                <a:lnTo>
                  <a:pt x="944" y="19"/>
                </a:lnTo>
                <a:lnTo>
                  <a:pt x="952" y="13"/>
                </a:lnTo>
                <a:lnTo>
                  <a:pt x="961" y="7"/>
                </a:lnTo>
                <a:lnTo>
                  <a:pt x="971" y="2"/>
                </a:lnTo>
                <a:lnTo>
                  <a:pt x="97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1100572" y="4533323"/>
            <a:ext cx="1067899" cy="1080000"/>
          </a:xfrm>
          <a:custGeom>
            <a:avLst/>
            <a:gdLst>
              <a:gd name="T0" fmla="*/ 437 w 1059"/>
              <a:gd name="T1" fmla="*/ 816 h 1071"/>
              <a:gd name="T2" fmla="*/ 446 w 1059"/>
              <a:gd name="T3" fmla="*/ 853 h 1071"/>
              <a:gd name="T4" fmla="*/ 431 w 1059"/>
              <a:gd name="T5" fmla="*/ 956 h 1071"/>
              <a:gd name="T6" fmla="*/ 142 w 1059"/>
              <a:gd name="T7" fmla="*/ 961 h 1071"/>
              <a:gd name="T8" fmla="*/ 722 w 1059"/>
              <a:gd name="T9" fmla="*/ 678 h 1071"/>
              <a:gd name="T10" fmla="*/ 728 w 1059"/>
              <a:gd name="T11" fmla="*/ 691 h 1071"/>
              <a:gd name="T12" fmla="*/ 730 w 1059"/>
              <a:gd name="T13" fmla="*/ 802 h 1071"/>
              <a:gd name="T14" fmla="*/ 1055 w 1059"/>
              <a:gd name="T15" fmla="*/ 816 h 1071"/>
              <a:gd name="T16" fmla="*/ 1044 w 1059"/>
              <a:gd name="T17" fmla="*/ 846 h 1071"/>
              <a:gd name="T18" fmla="*/ 944 w 1059"/>
              <a:gd name="T19" fmla="*/ 959 h 1071"/>
              <a:gd name="T20" fmla="*/ 732 w 1059"/>
              <a:gd name="T21" fmla="*/ 959 h 1071"/>
              <a:gd name="T22" fmla="*/ 713 w 1059"/>
              <a:gd name="T23" fmla="*/ 1067 h 1071"/>
              <a:gd name="T24" fmla="*/ 686 w 1059"/>
              <a:gd name="T25" fmla="*/ 1046 h 1071"/>
              <a:gd name="T26" fmla="*/ 535 w 1059"/>
              <a:gd name="T27" fmla="*/ 867 h 1071"/>
              <a:gd name="T28" fmla="*/ 711 w 1059"/>
              <a:gd name="T29" fmla="*/ 676 h 1071"/>
              <a:gd name="T30" fmla="*/ 964 w 1059"/>
              <a:gd name="T31" fmla="*/ 492 h 1071"/>
              <a:gd name="T32" fmla="*/ 1059 w 1059"/>
              <a:gd name="T33" fmla="*/ 761 h 1071"/>
              <a:gd name="T34" fmla="*/ 811 w 1059"/>
              <a:gd name="T35" fmla="*/ 555 h 1071"/>
              <a:gd name="T36" fmla="*/ 841 w 1059"/>
              <a:gd name="T37" fmla="*/ 528 h 1071"/>
              <a:gd name="T38" fmla="*/ 293 w 1059"/>
              <a:gd name="T39" fmla="*/ 363 h 1071"/>
              <a:gd name="T40" fmla="*/ 312 w 1059"/>
              <a:gd name="T41" fmla="*/ 401 h 1071"/>
              <a:gd name="T42" fmla="*/ 374 w 1059"/>
              <a:gd name="T43" fmla="*/ 649 h 1071"/>
              <a:gd name="T44" fmla="*/ 371 w 1059"/>
              <a:gd name="T45" fmla="*/ 664 h 1071"/>
              <a:gd name="T46" fmla="*/ 357 w 1059"/>
              <a:gd name="T47" fmla="*/ 662 h 1071"/>
              <a:gd name="T48" fmla="*/ 350 w 1059"/>
              <a:gd name="T49" fmla="*/ 659 h 1071"/>
              <a:gd name="T50" fmla="*/ 102 w 1059"/>
              <a:gd name="T51" fmla="*/ 903 h 1071"/>
              <a:gd name="T52" fmla="*/ 76 w 1059"/>
              <a:gd name="T53" fmla="*/ 878 h 1071"/>
              <a:gd name="T54" fmla="*/ 0 w 1059"/>
              <a:gd name="T55" fmla="*/ 729 h 1071"/>
              <a:gd name="T56" fmla="*/ 11 w 1059"/>
              <a:gd name="T57" fmla="*/ 717 h 1071"/>
              <a:gd name="T58" fmla="*/ 28 w 1059"/>
              <a:gd name="T59" fmla="*/ 450 h 1071"/>
              <a:gd name="T60" fmla="*/ 55 w 1059"/>
              <a:gd name="T61" fmla="*/ 428 h 1071"/>
              <a:gd name="T62" fmla="*/ 529 w 1059"/>
              <a:gd name="T63" fmla="*/ 180 h 1071"/>
              <a:gd name="T64" fmla="*/ 373 w 1059"/>
              <a:gd name="T65" fmla="*/ 320 h 1071"/>
              <a:gd name="T66" fmla="*/ 289 w 1059"/>
              <a:gd name="T67" fmla="*/ 252 h 1071"/>
              <a:gd name="T68" fmla="*/ 278 w 1059"/>
              <a:gd name="T69" fmla="*/ 201 h 1071"/>
              <a:gd name="T70" fmla="*/ 667 w 1059"/>
              <a:gd name="T71" fmla="*/ 0 h 1071"/>
              <a:gd name="T72" fmla="*/ 686 w 1059"/>
              <a:gd name="T73" fmla="*/ 10 h 1071"/>
              <a:gd name="T74" fmla="*/ 686 w 1059"/>
              <a:gd name="T75" fmla="*/ 19 h 1071"/>
              <a:gd name="T76" fmla="*/ 898 w 1059"/>
              <a:gd name="T77" fmla="*/ 155 h 1071"/>
              <a:gd name="T78" fmla="*/ 919 w 1059"/>
              <a:gd name="T79" fmla="*/ 180 h 1071"/>
              <a:gd name="T80" fmla="*/ 845 w 1059"/>
              <a:gd name="T81" fmla="*/ 390 h 1071"/>
              <a:gd name="T82" fmla="*/ 817 w 1059"/>
              <a:gd name="T83" fmla="*/ 398 h 1071"/>
              <a:gd name="T84" fmla="*/ 563 w 1059"/>
              <a:gd name="T85" fmla="*/ 360 h 1071"/>
              <a:gd name="T86" fmla="*/ 565 w 1059"/>
              <a:gd name="T87" fmla="*/ 348 h 1071"/>
              <a:gd name="T88" fmla="*/ 575 w 1059"/>
              <a:gd name="T89" fmla="*/ 339 h 1071"/>
              <a:gd name="T90" fmla="*/ 480 w 1059"/>
              <a:gd name="T91" fmla="*/ 23 h 1071"/>
              <a:gd name="T92" fmla="*/ 501 w 1059"/>
              <a:gd name="T93" fmla="*/ 2 h 1071"/>
              <a:gd name="T94" fmla="*/ 660 w 1059"/>
              <a:gd name="T95" fmla="*/ 0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59" h="1071">
                <a:moveTo>
                  <a:pt x="233" y="800"/>
                </a:moveTo>
                <a:lnTo>
                  <a:pt x="410" y="802"/>
                </a:lnTo>
                <a:lnTo>
                  <a:pt x="425" y="806"/>
                </a:lnTo>
                <a:lnTo>
                  <a:pt x="437" y="816"/>
                </a:lnTo>
                <a:lnTo>
                  <a:pt x="444" y="825"/>
                </a:lnTo>
                <a:lnTo>
                  <a:pt x="446" y="836"/>
                </a:lnTo>
                <a:lnTo>
                  <a:pt x="446" y="848"/>
                </a:lnTo>
                <a:lnTo>
                  <a:pt x="446" y="853"/>
                </a:lnTo>
                <a:lnTo>
                  <a:pt x="446" y="857"/>
                </a:lnTo>
                <a:lnTo>
                  <a:pt x="448" y="929"/>
                </a:lnTo>
                <a:lnTo>
                  <a:pt x="441" y="946"/>
                </a:lnTo>
                <a:lnTo>
                  <a:pt x="431" y="956"/>
                </a:lnTo>
                <a:lnTo>
                  <a:pt x="420" y="961"/>
                </a:lnTo>
                <a:lnTo>
                  <a:pt x="410" y="961"/>
                </a:lnTo>
                <a:lnTo>
                  <a:pt x="407" y="961"/>
                </a:lnTo>
                <a:lnTo>
                  <a:pt x="142" y="961"/>
                </a:lnTo>
                <a:lnTo>
                  <a:pt x="233" y="800"/>
                </a:lnTo>
                <a:close/>
                <a:moveTo>
                  <a:pt x="715" y="674"/>
                </a:moveTo>
                <a:lnTo>
                  <a:pt x="719" y="676"/>
                </a:lnTo>
                <a:lnTo>
                  <a:pt x="722" y="678"/>
                </a:lnTo>
                <a:lnTo>
                  <a:pt x="724" y="679"/>
                </a:lnTo>
                <a:lnTo>
                  <a:pt x="726" y="683"/>
                </a:lnTo>
                <a:lnTo>
                  <a:pt x="728" y="687"/>
                </a:lnTo>
                <a:lnTo>
                  <a:pt x="728" y="691"/>
                </a:lnTo>
                <a:lnTo>
                  <a:pt x="728" y="695"/>
                </a:lnTo>
                <a:lnTo>
                  <a:pt x="728" y="696"/>
                </a:lnTo>
                <a:lnTo>
                  <a:pt x="728" y="696"/>
                </a:lnTo>
                <a:lnTo>
                  <a:pt x="730" y="802"/>
                </a:lnTo>
                <a:lnTo>
                  <a:pt x="1031" y="802"/>
                </a:lnTo>
                <a:lnTo>
                  <a:pt x="1044" y="804"/>
                </a:lnTo>
                <a:lnTo>
                  <a:pt x="1051" y="808"/>
                </a:lnTo>
                <a:lnTo>
                  <a:pt x="1055" y="816"/>
                </a:lnTo>
                <a:lnTo>
                  <a:pt x="1053" y="823"/>
                </a:lnTo>
                <a:lnTo>
                  <a:pt x="1051" y="833"/>
                </a:lnTo>
                <a:lnTo>
                  <a:pt x="1048" y="840"/>
                </a:lnTo>
                <a:lnTo>
                  <a:pt x="1044" y="846"/>
                </a:lnTo>
                <a:lnTo>
                  <a:pt x="1042" y="848"/>
                </a:lnTo>
                <a:lnTo>
                  <a:pt x="961" y="944"/>
                </a:lnTo>
                <a:lnTo>
                  <a:pt x="953" y="954"/>
                </a:lnTo>
                <a:lnTo>
                  <a:pt x="944" y="959"/>
                </a:lnTo>
                <a:lnTo>
                  <a:pt x="934" y="959"/>
                </a:lnTo>
                <a:lnTo>
                  <a:pt x="927" y="959"/>
                </a:lnTo>
                <a:lnTo>
                  <a:pt x="925" y="959"/>
                </a:lnTo>
                <a:lnTo>
                  <a:pt x="732" y="959"/>
                </a:lnTo>
                <a:lnTo>
                  <a:pt x="730" y="1062"/>
                </a:lnTo>
                <a:lnTo>
                  <a:pt x="728" y="1069"/>
                </a:lnTo>
                <a:lnTo>
                  <a:pt x="720" y="1071"/>
                </a:lnTo>
                <a:lnTo>
                  <a:pt x="713" y="1067"/>
                </a:lnTo>
                <a:lnTo>
                  <a:pt x="703" y="1062"/>
                </a:lnTo>
                <a:lnTo>
                  <a:pt x="694" y="1054"/>
                </a:lnTo>
                <a:lnTo>
                  <a:pt x="688" y="1048"/>
                </a:lnTo>
                <a:lnTo>
                  <a:pt x="686" y="1046"/>
                </a:lnTo>
                <a:lnTo>
                  <a:pt x="539" y="897"/>
                </a:lnTo>
                <a:lnTo>
                  <a:pt x="529" y="886"/>
                </a:lnTo>
                <a:lnTo>
                  <a:pt x="531" y="874"/>
                </a:lnTo>
                <a:lnTo>
                  <a:pt x="535" y="867"/>
                </a:lnTo>
                <a:lnTo>
                  <a:pt x="541" y="859"/>
                </a:lnTo>
                <a:lnTo>
                  <a:pt x="545" y="857"/>
                </a:lnTo>
                <a:lnTo>
                  <a:pt x="705" y="679"/>
                </a:lnTo>
                <a:lnTo>
                  <a:pt x="711" y="676"/>
                </a:lnTo>
                <a:lnTo>
                  <a:pt x="715" y="674"/>
                </a:lnTo>
                <a:close/>
                <a:moveTo>
                  <a:pt x="944" y="481"/>
                </a:moveTo>
                <a:lnTo>
                  <a:pt x="957" y="486"/>
                </a:lnTo>
                <a:lnTo>
                  <a:pt x="964" y="492"/>
                </a:lnTo>
                <a:lnTo>
                  <a:pt x="972" y="500"/>
                </a:lnTo>
                <a:lnTo>
                  <a:pt x="976" y="507"/>
                </a:lnTo>
                <a:lnTo>
                  <a:pt x="976" y="509"/>
                </a:lnTo>
                <a:lnTo>
                  <a:pt x="1059" y="761"/>
                </a:lnTo>
                <a:lnTo>
                  <a:pt x="875" y="761"/>
                </a:lnTo>
                <a:lnTo>
                  <a:pt x="811" y="585"/>
                </a:lnTo>
                <a:lnTo>
                  <a:pt x="807" y="568"/>
                </a:lnTo>
                <a:lnTo>
                  <a:pt x="811" y="555"/>
                </a:lnTo>
                <a:lnTo>
                  <a:pt x="817" y="543"/>
                </a:lnTo>
                <a:lnTo>
                  <a:pt x="826" y="536"/>
                </a:lnTo>
                <a:lnTo>
                  <a:pt x="834" y="532"/>
                </a:lnTo>
                <a:lnTo>
                  <a:pt x="841" y="528"/>
                </a:lnTo>
                <a:lnTo>
                  <a:pt x="843" y="528"/>
                </a:lnTo>
                <a:lnTo>
                  <a:pt x="928" y="483"/>
                </a:lnTo>
                <a:lnTo>
                  <a:pt x="944" y="481"/>
                </a:lnTo>
                <a:close/>
                <a:moveTo>
                  <a:pt x="293" y="363"/>
                </a:moveTo>
                <a:lnTo>
                  <a:pt x="303" y="367"/>
                </a:lnTo>
                <a:lnTo>
                  <a:pt x="308" y="377"/>
                </a:lnTo>
                <a:lnTo>
                  <a:pt x="310" y="388"/>
                </a:lnTo>
                <a:lnTo>
                  <a:pt x="312" y="401"/>
                </a:lnTo>
                <a:lnTo>
                  <a:pt x="312" y="413"/>
                </a:lnTo>
                <a:lnTo>
                  <a:pt x="312" y="420"/>
                </a:lnTo>
                <a:lnTo>
                  <a:pt x="310" y="422"/>
                </a:lnTo>
                <a:lnTo>
                  <a:pt x="374" y="649"/>
                </a:lnTo>
                <a:lnTo>
                  <a:pt x="376" y="655"/>
                </a:lnTo>
                <a:lnTo>
                  <a:pt x="374" y="660"/>
                </a:lnTo>
                <a:lnTo>
                  <a:pt x="373" y="662"/>
                </a:lnTo>
                <a:lnTo>
                  <a:pt x="371" y="664"/>
                </a:lnTo>
                <a:lnTo>
                  <a:pt x="367" y="664"/>
                </a:lnTo>
                <a:lnTo>
                  <a:pt x="365" y="664"/>
                </a:lnTo>
                <a:lnTo>
                  <a:pt x="361" y="664"/>
                </a:lnTo>
                <a:lnTo>
                  <a:pt x="357" y="662"/>
                </a:lnTo>
                <a:lnTo>
                  <a:pt x="354" y="662"/>
                </a:lnTo>
                <a:lnTo>
                  <a:pt x="352" y="660"/>
                </a:lnTo>
                <a:lnTo>
                  <a:pt x="350" y="660"/>
                </a:lnTo>
                <a:lnTo>
                  <a:pt x="350" y="659"/>
                </a:lnTo>
                <a:lnTo>
                  <a:pt x="255" y="621"/>
                </a:lnTo>
                <a:lnTo>
                  <a:pt x="121" y="886"/>
                </a:lnTo>
                <a:lnTo>
                  <a:pt x="112" y="899"/>
                </a:lnTo>
                <a:lnTo>
                  <a:pt x="102" y="903"/>
                </a:lnTo>
                <a:lnTo>
                  <a:pt x="95" y="901"/>
                </a:lnTo>
                <a:lnTo>
                  <a:pt x="87" y="893"/>
                </a:lnTo>
                <a:lnTo>
                  <a:pt x="79" y="886"/>
                </a:lnTo>
                <a:lnTo>
                  <a:pt x="76" y="878"/>
                </a:lnTo>
                <a:lnTo>
                  <a:pt x="74" y="876"/>
                </a:lnTo>
                <a:lnTo>
                  <a:pt x="6" y="751"/>
                </a:lnTo>
                <a:lnTo>
                  <a:pt x="0" y="738"/>
                </a:lnTo>
                <a:lnTo>
                  <a:pt x="0" y="729"/>
                </a:lnTo>
                <a:lnTo>
                  <a:pt x="2" y="723"/>
                </a:lnTo>
                <a:lnTo>
                  <a:pt x="8" y="719"/>
                </a:lnTo>
                <a:lnTo>
                  <a:pt x="9" y="717"/>
                </a:lnTo>
                <a:lnTo>
                  <a:pt x="11" y="717"/>
                </a:lnTo>
                <a:lnTo>
                  <a:pt x="106" y="517"/>
                </a:lnTo>
                <a:lnTo>
                  <a:pt x="32" y="464"/>
                </a:lnTo>
                <a:lnTo>
                  <a:pt x="25" y="458"/>
                </a:lnTo>
                <a:lnTo>
                  <a:pt x="28" y="450"/>
                </a:lnTo>
                <a:lnTo>
                  <a:pt x="34" y="441"/>
                </a:lnTo>
                <a:lnTo>
                  <a:pt x="43" y="435"/>
                </a:lnTo>
                <a:lnTo>
                  <a:pt x="53" y="430"/>
                </a:lnTo>
                <a:lnTo>
                  <a:pt x="55" y="428"/>
                </a:lnTo>
                <a:lnTo>
                  <a:pt x="282" y="363"/>
                </a:lnTo>
                <a:lnTo>
                  <a:pt x="293" y="363"/>
                </a:lnTo>
                <a:close/>
                <a:moveTo>
                  <a:pt x="424" y="31"/>
                </a:moveTo>
                <a:lnTo>
                  <a:pt x="529" y="180"/>
                </a:lnTo>
                <a:lnTo>
                  <a:pt x="414" y="303"/>
                </a:lnTo>
                <a:lnTo>
                  <a:pt x="401" y="316"/>
                </a:lnTo>
                <a:lnTo>
                  <a:pt x="386" y="322"/>
                </a:lnTo>
                <a:lnTo>
                  <a:pt x="373" y="320"/>
                </a:lnTo>
                <a:lnTo>
                  <a:pt x="359" y="316"/>
                </a:lnTo>
                <a:lnTo>
                  <a:pt x="352" y="310"/>
                </a:lnTo>
                <a:lnTo>
                  <a:pt x="350" y="309"/>
                </a:lnTo>
                <a:lnTo>
                  <a:pt x="289" y="252"/>
                </a:lnTo>
                <a:lnTo>
                  <a:pt x="278" y="237"/>
                </a:lnTo>
                <a:lnTo>
                  <a:pt x="274" y="223"/>
                </a:lnTo>
                <a:lnTo>
                  <a:pt x="276" y="210"/>
                </a:lnTo>
                <a:lnTo>
                  <a:pt x="278" y="201"/>
                </a:lnTo>
                <a:lnTo>
                  <a:pt x="280" y="199"/>
                </a:lnTo>
                <a:lnTo>
                  <a:pt x="424" y="31"/>
                </a:lnTo>
                <a:close/>
                <a:moveTo>
                  <a:pt x="660" y="0"/>
                </a:moveTo>
                <a:lnTo>
                  <a:pt x="667" y="0"/>
                </a:lnTo>
                <a:lnTo>
                  <a:pt x="675" y="2"/>
                </a:lnTo>
                <a:lnTo>
                  <a:pt x="681" y="4"/>
                </a:lnTo>
                <a:lnTo>
                  <a:pt x="683" y="6"/>
                </a:lnTo>
                <a:lnTo>
                  <a:pt x="686" y="10"/>
                </a:lnTo>
                <a:lnTo>
                  <a:pt x="686" y="12"/>
                </a:lnTo>
                <a:lnTo>
                  <a:pt x="686" y="15"/>
                </a:lnTo>
                <a:lnTo>
                  <a:pt x="686" y="17"/>
                </a:lnTo>
                <a:lnTo>
                  <a:pt x="686" y="19"/>
                </a:lnTo>
                <a:lnTo>
                  <a:pt x="686" y="21"/>
                </a:lnTo>
                <a:lnTo>
                  <a:pt x="686" y="21"/>
                </a:lnTo>
                <a:lnTo>
                  <a:pt x="817" y="195"/>
                </a:lnTo>
                <a:lnTo>
                  <a:pt x="898" y="155"/>
                </a:lnTo>
                <a:lnTo>
                  <a:pt x="908" y="153"/>
                </a:lnTo>
                <a:lnTo>
                  <a:pt x="913" y="159"/>
                </a:lnTo>
                <a:lnTo>
                  <a:pt x="917" y="169"/>
                </a:lnTo>
                <a:lnTo>
                  <a:pt x="919" y="180"/>
                </a:lnTo>
                <a:lnTo>
                  <a:pt x="919" y="189"/>
                </a:lnTo>
                <a:lnTo>
                  <a:pt x="919" y="195"/>
                </a:lnTo>
                <a:lnTo>
                  <a:pt x="849" y="379"/>
                </a:lnTo>
                <a:lnTo>
                  <a:pt x="845" y="390"/>
                </a:lnTo>
                <a:lnTo>
                  <a:pt x="838" y="398"/>
                </a:lnTo>
                <a:lnTo>
                  <a:pt x="830" y="399"/>
                </a:lnTo>
                <a:lnTo>
                  <a:pt x="823" y="398"/>
                </a:lnTo>
                <a:lnTo>
                  <a:pt x="817" y="398"/>
                </a:lnTo>
                <a:lnTo>
                  <a:pt x="813" y="396"/>
                </a:lnTo>
                <a:lnTo>
                  <a:pt x="573" y="365"/>
                </a:lnTo>
                <a:lnTo>
                  <a:pt x="567" y="363"/>
                </a:lnTo>
                <a:lnTo>
                  <a:pt x="563" y="360"/>
                </a:lnTo>
                <a:lnTo>
                  <a:pt x="562" y="358"/>
                </a:lnTo>
                <a:lnTo>
                  <a:pt x="562" y="354"/>
                </a:lnTo>
                <a:lnTo>
                  <a:pt x="563" y="350"/>
                </a:lnTo>
                <a:lnTo>
                  <a:pt x="565" y="348"/>
                </a:lnTo>
                <a:lnTo>
                  <a:pt x="567" y="345"/>
                </a:lnTo>
                <a:lnTo>
                  <a:pt x="571" y="343"/>
                </a:lnTo>
                <a:lnTo>
                  <a:pt x="573" y="341"/>
                </a:lnTo>
                <a:lnTo>
                  <a:pt x="575" y="339"/>
                </a:lnTo>
                <a:lnTo>
                  <a:pt x="577" y="339"/>
                </a:lnTo>
                <a:lnTo>
                  <a:pt x="654" y="278"/>
                </a:lnTo>
                <a:lnTo>
                  <a:pt x="488" y="36"/>
                </a:lnTo>
                <a:lnTo>
                  <a:pt x="480" y="23"/>
                </a:lnTo>
                <a:lnTo>
                  <a:pt x="480" y="13"/>
                </a:lnTo>
                <a:lnTo>
                  <a:pt x="484" y="8"/>
                </a:lnTo>
                <a:lnTo>
                  <a:pt x="492" y="4"/>
                </a:lnTo>
                <a:lnTo>
                  <a:pt x="501" y="2"/>
                </a:lnTo>
                <a:lnTo>
                  <a:pt x="509" y="0"/>
                </a:lnTo>
                <a:lnTo>
                  <a:pt x="514" y="0"/>
                </a:lnTo>
                <a:lnTo>
                  <a:pt x="518" y="0"/>
                </a:lnTo>
                <a:lnTo>
                  <a:pt x="66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2756876" y="4530323"/>
            <a:ext cx="1080000" cy="1081010"/>
          </a:xfrm>
          <a:custGeom>
            <a:avLst/>
            <a:gdLst>
              <a:gd name="T0" fmla="*/ 783 w 1070"/>
              <a:gd name="T1" fmla="*/ 411 h 1071"/>
              <a:gd name="T2" fmla="*/ 624 w 1070"/>
              <a:gd name="T3" fmla="*/ 564 h 1071"/>
              <a:gd name="T4" fmla="*/ 790 w 1070"/>
              <a:gd name="T5" fmla="*/ 730 h 1071"/>
              <a:gd name="T6" fmla="*/ 862 w 1070"/>
              <a:gd name="T7" fmla="*/ 660 h 1071"/>
              <a:gd name="T8" fmla="*/ 862 w 1070"/>
              <a:gd name="T9" fmla="*/ 865 h 1071"/>
              <a:gd name="T10" fmla="*/ 660 w 1070"/>
              <a:gd name="T11" fmla="*/ 865 h 1071"/>
              <a:gd name="T12" fmla="*/ 720 w 1070"/>
              <a:gd name="T13" fmla="*/ 802 h 1071"/>
              <a:gd name="T14" fmla="*/ 554 w 1070"/>
              <a:gd name="T15" fmla="*/ 636 h 1071"/>
              <a:gd name="T16" fmla="*/ 412 w 1070"/>
              <a:gd name="T17" fmla="*/ 778 h 1071"/>
              <a:gd name="T18" fmla="*/ 412 w 1070"/>
              <a:gd name="T19" fmla="*/ 411 h 1071"/>
              <a:gd name="T20" fmla="*/ 783 w 1070"/>
              <a:gd name="T21" fmla="*/ 411 h 1071"/>
              <a:gd name="T22" fmla="*/ 164 w 1070"/>
              <a:gd name="T23" fmla="*/ 123 h 1071"/>
              <a:gd name="T24" fmla="*/ 149 w 1070"/>
              <a:gd name="T25" fmla="*/ 127 h 1071"/>
              <a:gd name="T26" fmla="*/ 136 w 1070"/>
              <a:gd name="T27" fmla="*/ 136 h 1071"/>
              <a:gd name="T28" fmla="*/ 127 w 1070"/>
              <a:gd name="T29" fmla="*/ 148 h 1071"/>
              <a:gd name="T30" fmla="*/ 123 w 1070"/>
              <a:gd name="T31" fmla="*/ 165 h 1071"/>
              <a:gd name="T32" fmla="*/ 123 w 1070"/>
              <a:gd name="T33" fmla="*/ 906 h 1071"/>
              <a:gd name="T34" fmla="*/ 127 w 1070"/>
              <a:gd name="T35" fmla="*/ 922 h 1071"/>
              <a:gd name="T36" fmla="*/ 136 w 1070"/>
              <a:gd name="T37" fmla="*/ 935 h 1071"/>
              <a:gd name="T38" fmla="*/ 149 w 1070"/>
              <a:gd name="T39" fmla="*/ 944 h 1071"/>
              <a:gd name="T40" fmla="*/ 164 w 1070"/>
              <a:gd name="T41" fmla="*/ 946 h 1071"/>
              <a:gd name="T42" fmla="*/ 906 w 1070"/>
              <a:gd name="T43" fmla="*/ 946 h 1071"/>
              <a:gd name="T44" fmla="*/ 921 w 1070"/>
              <a:gd name="T45" fmla="*/ 944 h 1071"/>
              <a:gd name="T46" fmla="*/ 934 w 1070"/>
              <a:gd name="T47" fmla="*/ 935 h 1071"/>
              <a:gd name="T48" fmla="*/ 943 w 1070"/>
              <a:gd name="T49" fmla="*/ 922 h 1071"/>
              <a:gd name="T50" fmla="*/ 947 w 1070"/>
              <a:gd name="T51" fmla="*/ 906 h 1071"/>
              <a:gd name="T52" fmla="*/ 947 w 1070"/>
              <a:gd name="T53" fmla="*/ 165 h 1071"/>
              <a:gd name="T54" fmla="*/ 943 w 1070"/>
              <a:gd name="T55" fmla="*/ 148 h 1071"/>
              <a:gd name="T56" fmla="*/ 934 w 1070"/>
              <a:gd name="T57" fmla="*/ 136 h 1071"/>
              <a:gd name="T58" fmla="*/ 921 w 1070"/>
              <a:gd name="T59" fmla="*/ 127 h 1071"/>
              <a:gd name="T60" fmla="*/ 906 w 1070"/>
              <a:gd name="T61" fmla="*/ 123 h 1071"/>
              <a:gd name="T62" fmla="*/ 164 w 1070"/>
              <a:gd name="T63" fmla="*/ 123 h 1071"/>
              <a:gd name="T64" fmla="*/ 123 w 1070"/>
              <a:gd name="T65" fmla="*/ 0 h 1071"/>
              <a:gd name="T66" fmla="*/ 947 w 1070"/>
              <a:gd name="T67" fmla="*/ 0 h 1071"/>
              <a:gd name="T68" fmla="*/ 979 w 1070"/>
              <a:gd name="T69" fmla="*/ 4 h 1071"/>
              <a:gd name="T70" fmla="*/ 1010 w 1070"/>
              <a:gd name="T71" fmla="*/ 17 h 1071"/>
              <a:gd name="T72" fmla="*/ 1034 w 1070"/>
              <a:gd name="T73" fmla="*/ 36 h 1071"/>
              <a:gd name="T74" fmla="*/ 1053 w 1070"/>
              <a:gd name="T75" fmla="*/ 61 h 1071"/>
              <a:gd name="T76" fmla="*/ 1066 w 1070"/>
              <a:gd name="T77" fmla="*/ 91 h 1071"/>
              <a:gd name="T78" fmla="*/ 1070 w 1070"/>
              <a:gd name="T79" fmla="*/ 123 h 1071"/>
              <a:gd name="T80" fmla="*/ 1070 w 1070"/>
              <a:gd name="T81" fmla="*/ 946 h 1071"/>
              <a:gd name="T82" fmla="*/ 1066 w 1070"/>
              <a:gd name="T83" fmla="*/ 980 h 1071"/>
              <a:gd name="T84" fmla="*/ 1053 w 1070"/>
              <a:gd name="T85" fmla="*/ 1009 h 1071"/>
              <a:gd name="T86" fmla="*/ 1034 w 1070"/>
              <a:gd name="T87" fmla="*/ 1035 h 1071"/>
              <a:gd name="T88" fmla="*/ 1010 w 1070"/>
              <a:gd name="T89" fmla="*/ 1054 h 1071"/>
              <a:gd name="T90" fmla="*/ 979 w 1070"/>
              <a:gd name="T91" fmla="*/ 1065 h 1071"/>
              <a:gd name="T92" fmla="*/ 947 w 1070"/>
              <a:gd name="T93" fmla="*/ 1071 h 1071"/>
              <a:gd name="T94" fmla="*/ 123 w 1070"/>
              <a:gd name="T95" fmla="*/ 1071 h 1071"/>
              <a:gd name="T96" fmla="*/ 91 w 1070"/>
              <a:gd name="T97" fmla="*/ 1065 h 1071"/>
              <a:gd name="T98" fmla="*/ 60 w 1070"/>
              <a:gd name="T99" fmla="*/ 1054 h 1071"/>
              <a:gd name="T100" fmla="*/ 36 w 1070"/>
              <a:gd name="T101" fmla="*/ 1035 h 1071"/>
              <a:gd name="T102" fmla="*/ 17 w 1070"/>
              <a:gd name="T103" fmla="*/ 1009 h 1071"/>
              <a:gd name="T104" fmla="*/ 4 w 1070"/>
              <a:gd name="T105" fmla="*/ 980 h 1071"/>
              <a:gd name="T106" fmla="*/ 0 w 1070"/>
              <a:gd name="T107" fmla="*/ 946 h 1071"/>
              <a:gd name="T108" fmla="*/ 0 w 1070"/>
              <a:gd name="T109" fmla="*/ 123 h 1071"/>
              <a:gd name="T110" fmla="*/ 4 w 1070"/>
              <a:gd name="T111" fmla="*/ 91 h 1071"/>
              <a:gd name="T112" fmla="*/ 17 w 1070"/>
              <a:gd name="T113" fmla="*/ 61 h 1071"/>
              <a:gd name="T114" fmla="*/ 36 w 1070"/>
              <a:gd name="T115" fmla="*/ 36 h 1071"/>
              <a:gd name="T116" fmla="*/ 60 w 1070"/>
              <a:gd name="T117" fmla="*/ 17 h 1071"/>
              <a:gd name="T118" fmla="*/ 91 w 1070"/>
              <a:gd name="T119" fmla="*/ 4 h 1071"/>
              <a:gd name="T120" fmla="*/ 123 w 1070"/>
              <a:gd name="T121" fmla="*/ 0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70" h="1071">
                <a:moveTo>
                  <a:pt x="783" y="411"/>
                </a:moveTo>
                <a:lnTo>
                  <a:pt x="624" y="564"/>
                </a:lnTo>
                <a:lnTo>
                  <a:pt x="790" y="730"/>
                </a:lnTo>
                <a:lnTo>
                  <a:pt x="862" y="660"/>
                </a:lnTo>
                <a:lnTo>
                  <a:pt x="862" y="865"/>
                </a:lnTo>
                <a:lnTo>
                  <a:pt x="660" y="865"/>
                </a:lnTo>
                <a:lnTo>
                  <a:pt x="720" y="802"/>
                </a:lnTo>
                <a:lnTo>
                  <a:pt x="554" y="636"/>
                </a:lnTo>
                <a:lnTo>
                  <a:pt x="412" y="778"/>
                </a:lnTo>
                <a:lnTo>
                  <a:pt x="412" y="411"/>
                </a:lnTo>
                <a:lnTo>
                  <a:pt x="783" y="411"/>
                </a:lnTo>
                <a:close/>
                <a:moveTo>
                  <a:pt x="164" y="123"/>
                </a:moveTo>
                <a:lnTo>
                  <a:pt x="149" y="127"/>
                </a:lnTo>
                <a:lnTo>
                  <a:pt x="136" y="136"/>
                </a:lnTo>
                <a:lnTo>
                  <a:pt x="127" y="148"/>
                </a:lnTo>
                <a:lnTo>
                  <a:pt x="123" y="165"/>
                </a:lnTo>
                <a:lnTo>
                  <a:pt x="123" y="906"/>
                </a:lnTo>
                <a:lnTo>
                  <a:pt x="127" y="922"/>
                </a:lnTo>
                <a:lnTo>
                  <a:pt x="136" y="935"/>
                </a:lnTo>
                <a:lnTo>
                  <a:pt x="149" y="944"/>
                </a:lnTo>
                <a:lnTo>
                  <a:pt x="164" y="946"/>
                </a:lnTo>
                <a:lnTo>
                  <a:pt x="906" y="946"/>
                </a:lnTo>
                <a:lnTo>
                  <a:pt x="921" y="944"/>
                </a:lnTo>
                <a:lnTo>
                  <a:pt x="934" y="935"/>
                </a:lnTo>
                <a:lnTo>
                  <a:pt x="943" y="922"/>
                </a:lnTo>
                <a:lnTo>
                  <a:pt x="947" y="906"/>
                </a:lnTo>
                <a:lnTo>
                  <a:pt x="947" y="165"/>
                </a:lnTo>
                <a:lnTo>
                  <a:pt x="943" y="148"/>
                </a:lnTo>
                <a:lnTo>
                  <a:pt x="934" y="136"/>
                </a:lnTo>
                <a:lnTo>
                  <a:pt x="921" y="127"/>
                </a:lnTo>
                <a:lnTo>
                  <a:pt x="906" y="123"/>
                </a:lnTo>
                <a:lnTo>
                  <a:pt x="164" y="123"/>
                </a:lnTo>
                <a:close/>
                <a:moveTo>
                  <a:pt x="123" y="0"/>
                </a:moveTo>
                <a:lnTo>
                  <a:pt x="947" y="0"/>
                </a:lnTo>
                <a:lnTo>
                  <a:pt x="979" y="4"/>
                </a:lnTo>
                <a:lnTo>
                  <a:pt x="1010" y="17"/>
                </a:lnTo>
                <a:lnTo>
                  <a:pt x="1034" y="36"/>
                </a:lnTo>
                <a:lnTo>
                  <a:pt x="1053" y="61"/>
                </a:lnTo>
                <a:lnTo>
                  <a:pt x="1066" y="91"/>
                </a:lnTo>
                <a:lnTo>
                  <a:pt x="1070" y="123"/>
                </a:lnTo>
                <a:lnTo>
                  <a:pt x="1070" y="946"/>
                </a:lnTo>
                <a:lnTo>
                  <a:pt x="1066" y="980"/>
                </a:lnTo>
                <a:lnTo>
                  <a:pt x="1053" y="1009"/>
                </a:lnTo>
                <a:lnTo>
                  <a:pt x="1034" y="1035"/>
                </a:lnTo>
                <a:lnTo>
                  <a:pt x="1010" y="1054"/>
                </a:lnTo>
                <a:lnTo>
                  <a:pt x="979" y="1065"/>
                </a:lnTo>
                <a:lnTo>
                  <a:pt x="947" y="1071"/>
                </a:lnTo>
                <a:lnTo>
                  <a:pt x="123" y="1071"/>
                </a:lnTo>
                <a:lnTo>
                  <a:pt x="91" y="1065"/>
                </a:lnTo>
                <a:lnTo>
                  <a:pt x="60" y="1054"/>
                </a:lnTo>
                <a:lnTo>
                  <a:pt x="36" y="1035"/>
                </a:lnTo>
                <a:lnTo>
                  <a:pt x="17" y="1009"/>
                </a:lnTo>
                <a:lnTo>
                  <a:pt x="4" y="980"/>
                </a:lnTo>
                <a:lnTo>
                  <a:pt x="0" y="946"/>
                </a:lnTo>
                <a:lnTo>
                  <a:pt x="0" y="123"/>
                </a:lnTo>
                <a:lnTo>
                  <a:pt x="4" y="91"/>
                </a:lnTo>
                <a:lnTo>
                  <a:pt x="17" y="61"/>
                </a:lnTo>
                <a:lnTo>
                  <a:pt x="36" y="36"/>
                </a:lnTo>
                <a:lnTo>
                  <a:pt x="60" y="17"/>
                </a:lnTo>
                <a:lnTo>
                  <a:pt x="91" y="4"/>
                </a:lnTo>
                <a:lnTo>
                  <a:pt x="12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4413793" y="4532313"/>
            <a:ext cx="1080000" cy="1081010"/>
          </a:xfrm>
          <a:custGeom>
            <a:avLst/>
            <a:gdLst>
              <a:gd name="T0" fmla="*/ 412 w 1070"/>
              <a:gd name="T1" fmla="*/ 205 h 1071"/>
              <a:gd name="T2" fmla="*/ 349 w 1070"/>
              <a:gd name="T3" fmla="*/ 265 h 1071"/>
              <a:gd name="T4" fmla="*/ 518 w 1070"/>
              <a:gd name="T5" fmla="*/ 433 h 1071"/>
              <a:gd name="T6" fmla="*/ 658 w 1070"/>
              <a:gd name="T7" fmla="*/ 292 h 1071"/>
              <a:gd name="T8" fmla="*/ 658 w 1070"/>
              <a:gd name="T9" fmla="*/ 659 h 1071"/>
              <a:gd name="T10" fmla="*/ 289 w 1070"/>
              <a:gd name="T11" fmla="*/ 659 h 1071"/>
              <a:gd name="T12" fmla="*/ 446 w 1070"/>
              <a:gd name="T13" fmla="*/ 505 h 1071"/>
              <a:gd name="T14" fmla="*/ 281 w 1070"/>
              <a:gd name="T15" fmla="*/ 339 h 1071"/>
              <a:gd name="T16" fmla="*/ 206 w 1070"/>
              <a:gd name="T17" fmla="*/ 407 h 1071"/>
              <a:gd name="T18" fmla="*/ 206 w 1070"/>
              <a:gd name="T19" fmla="*/ 205 h 1071"/>
              <a:gd name="T20" fmla="*/ 412 w 1070"/>
              <a:gd name="T21" fmla="*/ 205 h 1071"/>
              <a:gd name="T22" fmla="*/ 164 w 1070"/>
              <a:gd name="T23" fmla="*/ 123 h 1071"/>
              <a:gd name="T24" fmla="*/ 147 w 1070"/>
              <a:gd name="T25" fmla="*/ 127 h 1071"/>
              <a:gd name="T26" fmla="*/ 134 w 1070"/>
              <a:gd name="T27" fmla="*/ 136 h 1071"/>
              <a:gd name="T28" fmla="*/ 126 w 1070"/>
              <a:gd name="T29" fmla="*/ 148 h 1071"/>
              <a:gd name="T30" fmla="*/ 123 w 1070"/>
              <a:gd name="T31" fmla="*/ 165 h 1071"/>
              <a:gd name="T32" fmla="*/ 123 w 1070"/>
              <a:gd name="T33" fmla="*/ 906 h 1071"/>
              <a:gd name="T34" fmla="*/ 126 w 1070"/>
              <a:gd name="T35" fmla="*/ 922 h 1071"/>
              <a:gd name="T36" fmla="*/ 134 w 1070"/>
              <a:gd name="T37" fmla="*/ 935 h 1071"/>
              <a:gd name="T38" fmla="*/ 147 w 1070"/>
              <a:gd name="T39" fmla="*/ 944 h 1071"/>
              <a:gd name="T40" fmla="*/ 164 w 1070"/>
              <a:gd name="T41" fmla="*/ 946 h 1071"/>
              <a:gd name="T42" fmla="*/ 905 w 1070"/>
              <a:gd name="T43" fmla="*/ 946 h 1071"/>
              <a:gd name="T44" fmla="*/ 921 w 1070"/>
              <a:gd name="T45" fmla="*/ 944 h 1071"/>
              <a:gd name="T46" fmla="*/ 934 w 1070"/>
              <a:gd name="T47" fmla="*/ 935 h 1071"/>
              <a:gd name="T48" fmla="*/ 943 w 1070"/>
              <a:gd name="T49" fmla="*/ 922 h 1071"/>
              <a:gd name="T50" fmla="*/ 945 w 1070"/>
              <a:gd name="T51" fmla="*/ 906 h 1071"/>
              <a:gd name="T52" fmla="*/ 945 w 1070"/>
              <a:gd name="T53" fmla="*/ 165 h 1071"/>
              <a:gd name="T54" fmla="*/ 943 w 1070"/>
              <a:gd name="T55" fmla="*/ 148 h 1071"/>
              <a:gd name="T56" fmla="*/ 934 w 1070"/>
              <a:gd name="T57" fmla="*/ 136 h 1071"/>
              <a:gd name="T58" fmla="*/ 921 w 1070"/>
              <a:gd name="T59" fmla="*/ 127 h 1071"/>
              <a:gd name="T60" fmla="*/ 905 w 1070"/>
              <a:gd name="T61" fmla="*/ 123 h 1071"/>
              <a:gd name="T62" fmla="*/ 164 w 1070"/>
              <a:gd name="T63" fmla="*/ 123 h 1071"/>
              <a:gd name="T64" fmla="*/ 123 w 1070"/>
              <a:gd name="T65" fmla="*/ 0 h 1071"/>
              <a:gd name="T66" fmla="*/ 945 w 1070"/>
              <a:gd name="T67" fmla="*/ 0 h 1071"/>
              <a:gd name="T68" fmla="*/ 979 w 1070"/>
              <a:gd name="T69" fmla="*/ 4 h 1071"/>
              <a:gd name="T70" fmla="*/ 1007 w 1070"/>
              <a:gd name="T71" fmla="*/ 17 h 1071"/>
              <a:gd name="T72" fmla="*/ 1034 w 1070"/>
              <a:gd name="T73" fmla="*/ 36 h 1071"/>
              <a:gd name="T74" fmla="*/ 1053 w 1070"/>
              <a:gd name="T75" fmla="*/ 61 h 1071"/>
              <a:gd name="T76" fmla="*/ 1064 w 1070"/>
              <a:gd name="T77" fmla="*/ 91 h 1071"/>
              <a:gd name="T78" fmla="*/ 1070 w 1070"/>
              <a:gd name="T79" fmla="*/ 123 h 1071"/>
              <a:gd name="T80" fmla="*/ 1070 w 1070"/>
              <a:gd name="T81" fmla="*/ 946 h 1071"/>
              <a:gd name="T82" fmla="*/ 1064 w 1070"/>
              <a:gd name="T83" fmla="*/ 980 h 1071"/>
              <a:gd name="T84" fmla="*/ 1053 w 1070"/>
              <a:gd name="T85" fmla="*/ 1009 h 1071"/>
              <a:gd name="T86" fmla="*/ 1034 w 1070"/>
              <a:gd name="T87" fmla="*/ 1035 h 1071"/>
              <a:gd name="T88" fmla="*/ 1007 w 1070"/>
              <a:gd name="T89" fmla="*/ 1054 h 1071"/>
              <a:gd name="T90" fmla="*/ 979 w 1070"/>
              <a:gd name="T91" fmla="*/ 1065 h 1071"/>
              <a:gd name="T92" fmla="*/ 945 w 1070"/>
              <a:gd name="T93" fmla="*/ 1071 h 1071"/>
              <a:gd name="T94" fmla="*/ 123 w 1070"/>
              <a:gd name="T95" fmla="*/ 1071 h 1071"/>
              <a:gd name="T96" fmla="*/ 90 w 1070"/>
              <a:gd name="T97" fmla="*/ 1065 h 1071"/>
              <a:gd name="T98" fmla="*/ 60 w 1070"/>
              <a:gd name="T99" fmla="*/ 1054 h 1071"/>
              <a:gd name="T100" fmla="*/ 36 w 1070"/>
              <a:gd name="T101" fmla="*/ 1035 h 1071"/>
              <a:gd name="T102" fmla="*/ 17 w 1070"/>
              <a:gd name="T103" fmla="*/ 1009 h 1071"/>
              <a:gd name="T104" fmla="*/ 3 w 1070"/>
              <a:gd name="T105" fmla="*/ 980 h 1071"/>
              <a:gd name="T106" fmla="*/ 0 w 1070"/>
              <a:gd name="T107" fmla="*/ 946 h 1071"/>
              <a:gd name="T108" fmla="*/ 0 w 1070"/>
              <a:gd name="T109" fmla="*/ 123 h 1071"/>
              <a:gd name="T110" fmla="*/ 3 w 1070"/>
              <a:gd name="T111" fmla="*/ 91 h 1071"/>
              <a:gd name="T112" fmla="*/ 17 w 1070"/>
              <a:gd name="T113" fmla="*/ 61 h 1071"/>
              <a:gd name="T114" fmla="*/ 36 w 1070"/>
              <a:gd name="T115" fmla="*/ 36 h 1071"/>
              <a:gd name="T116" fmla="*/ 60 w 1070"/>
              <a:gd name="T117" fmla="*/ 17 h 1071"/>
              <a:gd name="T118" fmla="*/ 90 w 1070"/>
              <a:gd name="T119" fmla="*/ 4 h 1071"/>
              <a:gd name="T120" fmla="*/ 123 w 1070"/>
              <a:gd name="T121" fmla="*/ 0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70" h="1071">
                <a:moveTo>
                  <a:pt x="412" y="205"/>
                </a:moveTo>
                <a:lnTo>
                  <a:pt x="349" y="265"/>
                </a:lnTo>
                <a:lnTo>
                  <a:pt x="518" y="433"/>
                </a:lnTo>
                <a:lnTo>
                  <a:pt x="658" y="292"/>
                </a:lnTo>
                <a:lnTo>
                  <a:pt x="658" y="659"/>
                </a:lnTo>
                <a:lnTo>
                  <a:pt x="289" y="659"/>
                </a:lnTo>
                <a:lnTo>
                  <a:pt x="446" y="505"/>
                </a:lnTo>
                <a:lnTo>
                  <a:pt x="281" y="339"/>
                </a:lnTo>
                <a:lnTo>
                  <a:pt x="206" y="407"/>
                </a:lnTo>
                <a:lnTo>
                  <a:pt x="206" y="205"/>
                </a:lnTo>
                <a:lnTo>
                  <a:pt x="412" y="205"/>
                </a:lnTo>
                <a:close/>
                <a:moveTo>
                  <a:pt x="164" y="123"/>
                </a:moveTo>
                <a:lnTo>
                  <a:pt x="147" y="127"/>
                </a:lnTo>
                <a:lnTo>
                  <a:pt x="134" y="136"/>
                </a:lnTo>
                <a:lnTo>
                  <a:pt x="126" y="148"/>
                </a:lnTo>
                <a:lnTo>
                  <a:pt x="123" y="165"/>
                </a:lnTo>
                <a:lnTo>
                  <a:pt x="123" y="906"/>
                </a:lnTo>
                <a:lnTo>
                  <a:pt x="126" y="922"/>
                </a:lnTo>
                <a:lnTo>
                  <a:pt x="134" y="935"/>
                </a:lnTo>
                <a:lnTo>
                  <a:pt x="147" y="944"/>
                </a:lnTo>
                <a:lnTo>
                  <a:pt x="164" y="946"/>
                </a:lnTo>
                <a:lnTo>
                  <a:pt x="905" y="946"/>
                </a:lnTo>
                <a:lnTo>
                  <a:pt x="921" y="944"/>
                </a:lnTo>
                <a:lnTo>
                  <a:pt x="934" y="935"/>
                </a:lnTo>
                <a:lnTo>
                  <a:pt x="943" y="922"/>
                </a:lnTo>
                <a:lnTo>
                  <a:pt x="945" y="906"/>
                </a:lnTo>
                <a:lnTo>
                  <a:pt x="945" y="165"/>
                </a:lnTo>
                <a:lnTo>
                  <a:pt x="943" y="148"/>
                </a:lnTo>
                <a:lnTo>
                  <a:pt x="934" y="136"/>
                </a:lnTo>
                <a:lnTo>
                  <a:pt x="921" y="127"/>
                </a:lnTo>
                <a:lnTo>
                  <a:pt x="905" y="123"/>
                </a:lnTo>
                <a:lnTo>
                  <a:pt x="164" y="123"/>
                </a:lnTo>
                <a:close/>
                <a:moveTo>
                  <a:pt x="123" y="0"/>
                </a:moveTo>
                <a:lnTo>
                  <a:pt x="945" y="0"/>
                </a:lnTo>
                <a:lnTo>
                  <a:pt x="979" y="4"/>
                </a:lnTo>
                <a:lnTo>
                  <a:pt x="1007" y="17"/>
                </a:lnTo>
                <a:lnTo>
                  <a:pt x="1034" y="36"/>
                </a:lnTo>
                <a:lnTo>
                  <a:pt x="1053" y="61"/>
                </a:lnTo>
                <a:lnTo>
                  <a:pt x="1064" y="91"/>
                </a:lnTo>
                <a:lnTo>
                  <a:pt x="1070" y="123"/>
                </a:lnTo>
                <a:lnTo>
                  <a:pt x="1070" y="946"/>
                </a:lnTo>
                <a:lnTo>
                  <a:pt x="1064" y="980"/>
                </a:lnTo>
                <a:lnTo>
                  <a:pt x="1053" y="1009"/>
                </a:lnTo>
                <a:lnTo>
                  <a:pt x="1034" y="1035"/>
                </a:lnTo>
                <a:lnTo>
                  <a:pt x="1007" y="1054"/>
                </a:lnTo>
                <a:lnTo>
                  <a:pt x="979" y="1065"/>
                </a:lnTo>
                <a:lnTo>
                  <a:pt x="945" y="1071"/>
                </a:lnTo>
                <a:lnTo>
                  <a:pt x="123" y="1071"/>
                </a:lnTo>
                <a:lnTo>
                  <a:pt x="90" y="1065"/>
                </a:lnTo>
                <a:lnTo>
                  <a:pt x="60" y="1054"/>
                </a:lnTo>
                <a:lnTo>
                  <a:pt x="36" y="1035"/>
                </a:lnTo>
                <a:lnTo>
                  <a:pt x="17" y="1009"/>
                </a:lnTo>
                <a:lnTo>
                  <a:pt x="3" y="980"/>
                </a:lnTo>
                <a:lnTo>
                  <a:pt x="0" y="946"/>
                </a:lnTo>
                <a:lnTo>
                  <a:pt x="0" y="123"/>
                </a:lnTo>
                <a:lnTo>
                  <a:pt x="3" y="91"/>
                </a:lnTo>
                <a:lnTo>
                  <a:pt x="17" y="61"/>
                </a:lnTo>
                <a:lnTo>
                  <a:pt x="36" y="36"/>
                </a:lnTo>
                <a:lnTo>
                  <a:pt x="60" y="17"/>
                </a:lnTo>
                <a:lnTo>
                  <a:pt x="90" y="4"/>
                </a:lnTo>
                <a:lnTo>
                  <a:pt x="12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6069124" y="4530323"/>
            <a:ext cx="1080000" cy="1081010"/>
          </a:xfrm>
          <a:custGeom>
            <a:avLst/>
            <a:gdLst>
              <a:gd name="T0" fmla="*/ 493 w 1070"/>
              <a:gd name="T1" fmla="*/ 206 h 1071"/>
              <a:gd name="T2" fmla="*/ 535 w 1070"/>
              <a:gd name="T3" fmla="*/ 500 h 1071"/>
              <a:gd name="T4" fmla="*/ 576 w 1070"/>
              <a:gd name="T5" fmla="*/ 206 h 1071"/>
              <a:gd name="T6" fmla="*/ 864 w 1070"/>
              <a:gd name="T7" fmla="*/ 494 h 1071"/>
              <a:gd name="T8" fmla="*/ 571 w 1070"/>
              <a:gd name="T9" fmla="*/ 534 h 1071"/>
              <a:gd name="T10" fmla="*/ 864 w 1070"/>
              <a:gd name="T11" fmla="*/ 575 h 1071"/>
              <a:gd name="T12" fmla="*/ 576 w 1070"/>
              <a:gd name="T13" fmla="*/ 863 h 1071"/>
              <a:gd name="T14" fmla="*/ 535 w 1070"/>
              <a:gd name="T15" fmla="*/ 573 h 1071"/>
              <a:gd name="T16" fmla="*/ 493 w 1070"/>
              <a:gd name="T17" fmla="*/ 865 h 1071"/>
              <a:gd name="T18" fmla="*/ 206 w 1070"/>
              <a:gd name="T19" fmla="*/ 577 h 1071"/>
              <a:gd name="T20" fmla="*/ 495 w 1070"/>
              <a:gd name="T21" fmla="*/ 536 h 1071"/>
              <a:gd name="T22" fmla="*/ 206 w 1070"/>
              <a:gd name="T23" fmla="*/ 494 h 1071"/>
              <a:gd name="T24" fmla="*/ 164 w 1070"/>
              <a:gd name="T25" fmla="*/ 123 h 1071"/>
              <a:gd name="T26" fmla="*/ 136 w 1070"/>
              <a:gd name="T27" fmla="*/ 136 h 1071"/>
              <a:gd name="T28" fmla="*/ 122 w 1070"/>
              <a:gd name="T29" fmla="*/ 165 h 1071"/>
              <a:gd name="T30" fmla="*/ 126 w 1070"/>
              <a:gd name="T31" fmla="*/ 922 h 1071"/>
              <a:gd name="T32" fmla="*/ 147 w 1070"/>
              <a:gd name="T33" fmla="*/ 944 h 1071"/>
              <a:gd name="T34" fmla="*/ 905 w 1070"/>
              <a:gd name="T35" fmla="*/ 946 h 1071"/>
              <a:gd name="T36" fmla="*/ 934 w 1070"/>
              <a:gd name="T37" fmla="*/ 935 h 1071"/>
              <a:gd name="T38" fmla="*/ 947 w 1070"/>
              <a:gd name="T39" fmla="*/ 906 h 1071"/>
              <a:gd name="T40" fmla="*/ 943 w 1070"/>
              <a:gd name="T41" fmla="*/ 148 h 1071"/>
              <a:gd name="T42" fmla="*/ 920 w 1070"/>
              <a:gd name="T43" fmla="*/ 127 h 1071"/>
              <a:gd name="T44" fmla="*/ 164 w 1070"/>
              <a:gd name="T45" fmla="*/ 123 h 1071"/>
              <a:gd name="T46" fmla="*/ 947 w 1070"/>
              <a:gd name="T47" fmla="*/ 0 h 1071"/>
              <a:gd name="T48" fmla="*/ 1007 w 1070"/>
              <a:gd name="T49" fmla="*/ 17 h 1071"/>
              <a:gd name="T50" fmla="*/ 1053 w 1070"/>
              <a:gd name="T51" fmla="*/ 61 h 1071"/>
              <a:gd name="T52" fmla="*/ 1070 w 1070"/>
              <a:gd name="T53" fmla="*/ 123 h 1071"/>
              <a:gd name="T54" fmla="*/ 1064 w 1070"/>
              <a:gd name="T55" fmla="*/ 980 h 1071"/>
              <a:gd name="T56" fmla="*/ 1034 w 1070"/>
              <a:gd name="T57" fmla="*/ 1035 h 1071"/>
              <a:gd name="T58" fmla="*/ 979 w 1070"/>
              <a:gd name="T59" fmla="*/ 1065 h 1071"/>
              <a:gd name="T60" fmla="*/ 122 w 1070"/>
              <a:gd name="T61" fmla="*/ 1071 h 1071"/>
              <a:gd name="T62" fmla="*/ 60 w 1070"/>
              <a:gd name="T63" fmla="*/ 1054 h 1071"/>
              <a:gd name="T64" fmla="*/ 17 w 1070"/>
              <a:gd name="T65" fmla="*/ 1009 h 1071"/>
              <a:gd name="T66" fmla="*/ 0 w 1070"/>
              <a:gd name="T67" fmla="*/ 946 h 1071"/>
              <a:gd name="T68" fmla="*/ 3 w 1070"/>
              <a:gd name="T69" fmla="*/ 91 h 1071"/>
              <a:gd name="T70" fmla="*/ 35 w 1070"/>
              <a:gd name="T71" fmla="*/ 36 h 1071"/>
              <a:gd name="T72" fmla="*/ 90 w 1070"/>
              <a:gd name="T73" fmla="*/ 4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70" h="1071">
                <a:moveTo>
                  <a:pt x="204" y="206"/>
                </a:moveTo>
                <a:lnTo>
                  <a:pt x="493" y="206"/>
                </a:lnTo>
                <a:lnTo>
                  <a:pt x="366" y="331"/>
                </a:lnTo>
                <a:lnTo>
                  <a:pt x="535" y="500"/>
                </a:lnTo>
                <a:lnTo>
                  <a:pt x="703" y="331"/>
                </a:lnTo>
                <a:lnTo>
                  <a:pt x="576" y="206"/>
                </a:lnTo>
                <a:lnTo>
                  <a:pt x="864" y="206"/>
                </a:lnTo>
                <a:lnTo>
                  <a:pt x="864" y="494"/>
                </a:lnTo>
                <a:lnTo>
                  <a:pt x="741" y="369"/>
                </a:lnTo>
                <a:lnTo>
                  <a:pt x="571" y="534"/>
                </a:lnTo>
                <a:lnTo>
                  <a:pt x="739" y="702"/>
                </a:lnTo>
                <a:lnTo>
                  <a:pt x="864" y="575"/>
                </a:lnTo>
                <a:lnTo>
                  <a:pt x="864" y="863"/>
                </a:lnTo>
                <a:lnTo>
                  <a:pt x="576" y="863"/>
                </a:lnTo>
                <a:lnTo>
                  <a:pt x="701" y="740"/>
                </a:lnTo>
                <a:lnTo>
                  <a:pt x="535" y="573"/>
                </a:lnTo>
                <a:lnTo>
                  <a:pt x="368" y="742"/>
                </a:lnTo>
                <a:lnTo>
                  <a:pt x="493" y="865"/>
                </a:lnTo>
                <a:lnTo>
                  <a:pt x="206" y="865"/>
                </a:lnTo>
                <a:lnTo>
                  <a:pt x="206" y="577"/>
                </a:lnTo>
                <a:lnTo>
                  <a:pt x="330" y="702"/>
                </a:lnTo>
                <a:lnTo>
                  <a:pt x="495" y="536"/>
                </a:lnTo>
                <a:lnTo>
                  <a:pt x="329" y="369"/>
                </a:lnTo>
                <a:lnTo>
                  <a:pt x="206" y="494"/>
                </a:lnTo>
                <a:lnTo>
                  <a:pt x="204" y="206"/>
                </a:lnTo>
                <a:close/>
                <a:moveTo>
                  <a:pt x="164" y="123"/>
                </a:moveTo>
                <a:lnTo>
                  <a:pt x="147" y="127"/>
                </a:lnTo>
                <a:lnTo>
                  <a:pt x="136" y="136"/>
                </a:lnTo>
                <a:lnTo>
                  <a:pt x="126" y="148"/>
                </a:lnTo>
                <a:lnTo>
                  <a:pt x="122" y="165"/>
                </a:lnTo>
                <a:lnTo>
                  <a:pt x="122" y="906"/>
                </a:lnTo>
                <a:lnTo>
                  <a:pt x="126" y="922"/>
                </a:lnTo>
                <a:lnTo>
                  <a:pt x="136" y="935"/>
                </a:lnTo>
                <a:lnTo>
                  <a:pt x="147" y="944"/>
                </a:lnTo>
                <a:lnTo>
                  <a:pt x="164" y="946"/>
                </a:lnTo>
                <a:lnTo>
                  <a:pt x="905" y="946"/>
                </a:lnTo>
                <a:lnTo>
                  <a:pt x="920" y="944"/>
                </a:lnTo>
                <a:lnTo>
                  <a:pt x="934" y="935"/>
                </a:lnTo>
                <a:lnTo>
                  <a:pt x="943" y="922"/>
                </a:lnTo>
                <a:lnTo>
                  <a:pt x="947" y="906"/>
                </a:lnTo>
                <a:lnTo>
                  <a:pt x="947" y="165"/>
                </a:lnTo>
                <a:lnTo>
                  <a:pt x="943" y="148"/>
                </a:lnTo>
                <a:lnTo>
                  <a:pt x="934" y="136"/>
                </a:lnTo>
                <a:lnTo>
                  <a:pt x="920" y="127"/>
                </a:lnTo>
                <a:lnTo>
                  <a:pt x="905" y="123"/>
                </a:lnTo>
                <a:lnTo>
                  <a:pt x="164" y="123"/>
                </a:lnTo>
                <a:close/>
                <a:moveTo>
                  <a:pt x="122" y="0"/>
                </a:moveTo>
                <a:lnTo>
                  <a:pt x="947" y="0"/>
                </a:lnTo>
                <a:lnTo>
                  <a:pt x="979" y="4"/>
                </a:lnTo>
                <a:lnTo>
                  <a:pt x="1007" y="17"/>
                </a:lnTo>
                <a:lnTo>
                  <a:pt x="1034" y="36"/>
                </a:lnTo>
                <a:lnTo>
                  <a:pt x="1053" y="61"/>
                </a:lnTo>
                <a:lnTo>
                  <a:pt x="1064" y="91"/>
                </a:lnTo>
                <a:lnTo>
                  <a:pt x="1070" y="123"/>
                </a:lnTo>
                <a:lnTo>
                  <a:pt x="1070" y="946"/>
                </a:lnTo>
                <a:lnTo>
                  <a:pt x="1064" y="980"/>
                </a:lnTo>
                <a:lnTo>
                  <a:pt x="1053" y="1009"/>
                </a:lnTo>
                <a:lnTo>
                  <a:pt x="1034" y="1035"/>
                </a:lnTo>
                <a:lnTo>
                  <a:pt x="1007" y="1054"/>
                </a:lnTo>
                <a:lnTo>
                  <a:pt x="979" y="1065"/>
                </a:lnTo>
                <a:lnTo>
                  <a:pt x="947" y="1071"/>
                </a:lnTo>
                <a:lnTo>
                  <a:pt x="122" y="1071"/>
                </a:lnTo>
                <a:lnTo>
                  <a:pt x="90" y="1065"/>
                </a:lnTo>
                <a:lnTo>
                  <a:pt x="60" y="1054"/>
                </a:lnTo>
                <a:lnTo>
                  <a:pt x="35" y="1035"/>
                </a:lnTo>
                <a:lnTo>
                  <a:pt x="17" y="1009"/>
                </a:lnTo>
                <a:lnTo>
                  <a:pt x="3" y="980"/>
                </a:lnTo>
                <a:lnTo>
                  <a:pt x="0" y="946"/>
                </a:lnTo>
                <a:lnTo>
                  <a:pt x="0" y="123"/>
                </a:lnTo>
                <a:lnTo>
                  <a:pt x="3" y="91"/>
                </a:lnTo>
                <a:lnTo>
                  <a:pt x="17" y="61"/>
                </a:lnTo>
                <a:lnTo>
                  <a:pt x="35" y="36"/>
                </a:lnTo>
                <a:lnTo>
                  <a:pt x="60" y="17"/>
                </a:lnTo>
                <a:lnTo>
                  <a:pt x="90" y="4"/>
                </a:lnTo>
                <a:lnTo>
                  <a:pt x="12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16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2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ID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V-Card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V-Card 2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V-Card 3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Address Book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Address Book 2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Address Book 3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ddress Book 4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Address Book 5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82" y="1376983"/>
            <a:ext cx="1080000" cy="783454"/>
          </a:xfrm>
          <a:custGeom>
            <a:avLst/>
            <a:gdLst>
              <a:gd name="T0" fmla="*/ 925 w 1129"/>
              <a:gd name="T1" fmla="*/ 280 h 819"/>
              <a:gd name="T2" fmla="*/ 910 w 1129"/>
              <a:gd name="T3" fmla="*/ 365 h 819"/>
              <a:gd name="T4" fmla="*/ 849 w 1129"/>
              <a:gd name="T5" fmla="*/ 407 h 819"/>
              <a:gd name="T6" fmla="*/ 834 w 1129"/>
              <a:gd name="T7" fmla="*/ 331 h 819"/>
              <a:gd name="T8" fmla="*/ 896 w 1129"/>
              <a:gd name="T9" fmla="*/ 134 h 819"/>
              <a:gd name="T10" fmla="*/ 739 w 1129"/>
              <a:gd name="T11" fmla="*/ 197 h 819"/>
              <a:gd name="T12" fmla="*/ 675 w 1129"/>
              <a:gd name="T13" fmla="*/ 384 h 819"/>
              <a:gd name="T14" fmla="*/ 779 w 1129"/>
              <a:gd name="T15" fmla="*/ 535 h 819"/>
              <a:gd name="T16" fmla="*/ 978 w 1129"/>
              <a:gd name="T17" fmla="*/ 550 h 819"/>
              <a:gd name="T18" fmla="*/ 1008 w 1129"/>
              <a:gd name="T19" fmla="*/ 497 h 819"/>
              <a:gd name="T20" fmla="*/ 838 w 1129"/>
              <a:gd name="T21" fmla="*/ 518 h 819"/>
              <a:gd name="T22" fmla="*/ 728 w 1129"/>
              <a:gd name="T23" fmla="*/ 420 h 819"/>
              <a:gd name="T24" fmla="*/ 745 w 1129"/>
              <a:gd name="T25" fmla="*/ 253 h 819"/>
              <a:gd name="T26" fmla="*/ 868 w 1129"/>
              <a:gd name="T27" fmla="*/ 176 h 819"/>
              <a:gd name="T28" fmla="*/ 1017 w 1129"/>
              <a:gd name="T29" fmla="*/ 210 h 819"/>
              <a:gd name="T30" fmla="*/ 1042 w 1129"/>
              <a:gd name="T31" fmla="*/ 354 h 819"/>
              <a:gd name="T32" fmla="*/ 978 w 1129"/>
              <a:gd name="T33" fmla="*/ 408 h 819"/>
              <a:gd name="T34" fmla="*/ 961 w 1129"/>
              <a:gd name="T35" fmla="*/ 384 h 819"/>
              <a:gd name="T36" fmla="*/ 968 w 1129"/>
              <a:gd name="T37" fmla="*/ 352 h 819"/>
              <a:gd name="T38" fmla="*/ 934 w 1129"/>
              <a:gd name="T39" fmla="*/ 250 h 819"/>
              <a:gd name="T40" fmla="*/ 826 w 1129"/>
              <a:gd name="T41" fmla="*/ 244 h 819"/>
              <a:gd name="T42" fmla="*/ 773 w 1129"/>
              <a:gd name="T43" fmla="*/ 384 h 819"/>
              <a:gd name="T44" fmla="*/ 845 w 1129"/>
              <a:gd name="T45" fmla="*/ 448 h 819"/>
              <a:gd name="T46" fmla="*/ 923 w 1129"/>
              <a:gd name="T47" fmla="*/ 395 h 819"/>
              <a:gd name="T48" fmla="*/ 936 w 1129"/>
              <a:gd name="T49" fmla="*/ 433 h 819"/>
              <a:gd name="T50" fmla="*/ 1031 w 1129"/>
              <a:gd name="T51" fmla="*/ 427 h 819"/>
              <a:gd name="T52" fmla="*/ 1087 w 1129"/>
              <a:gd name="T53" fmla="*/ 263 h 819"/>
              <a:gd name="T54" fmla="*/ 974 w 1129"/>
              <a:gd name="T55" fmla="*/ 146 h 819"/>
              <a:gd name="T56" fmla="*/ 382 w 1129"/>
              <a:gd name="T57" fmla="*/ 134 h 819"/>
              <a:gd name="T58" fmla="*/ 429 w 1129"/>
              <a:gd name="T59" fmla="*/ 204 h 819"/>
              <a:gd name="T60" fmla="*/ 429 w 1129"/>
              <a:gd name="T61" fmla="*/ 278 h 819"/>
              <a:gd name="T62" fmla="*/ 390 w 1129"/>
              <a:gd name="T63" fmla="*/ 346 h 819"/>
              <a:gd name="T64" fmla="*/ 390 w 1129"/>
              <a:gd name="T65" fmla="*/ 361 h 819"/>
              <a:gd name="T66" fmla="*/ 380 w 1129"/>
              <a:gd name="T67" fmla="*/ 395 h 819"/>
              <a:gd name="T68" fmla="*/ 422 w 1129"/>
              <a:gd name="T69" fmla="*/ 452 h 819"/>
              <a:gd name="T70" fmla="*/ 518 w 1129"/>
              <a:gd name="T71" fmla="*/ 501 h 819"/>
              <a:gd name="T72" fmla="*/ 543 w 1129"/>
              <a:gd name="T73" fmla="*/ 567 h 819"/>
              <a:gd name="T74" fmla="*/ 115 w 1129"/>
              <a:gd name="T75" fmla="*/ 565 h 819"/>
              <a:gd name="T76" fmla="*/ 147 w 1129"/>
              <a:gd name="T77" fmla="*/ 492 h 819"/>
              <a:gd name="T78" fmla="*/ 244 w 1129"/>
              <a:gd name="T79" fmla="*/ 446 h 819"/>
              <a:gd name="T80" fmla="*/ 276 w 1129"/>
              <a:gd name="T81" fmla="*/ 386 h 819"/>
              <a:gd name="T82" fmla="*/ 274 w 1129"/>
              <a:gd name="T83" fmla="*/ 363 h 819"/>
              <a:gd name="T84" fmla="*/ 272 w 1129"/>
              <a:gd name="T85" fmla="*/ 348 h 819"/>
              <a:gd name="T86" fmla="*/ 238 w 1129"/>
              <a:gd name="T87" fmla="*/ 278 h 819"/>
              <a:gd name="T88" fmla="*/ 234 w 1129"/>
              <a:gd name="T89" fmla="*/ 217 h 819"/>
              <a:gd name="T90" fmla="*/ 240 w 1129"/>
              <a:gd name="T91" fmla="*/ 174 h 819"/>
              <a:gd name="T92" fmla="*/ 306 w 1129"/>
              <a:gd name="T93" fmla="*/ 112 h 819"/>
              <a:gd name="T94" fmla="*/ 76 w 1129"/>
              <a:gd name="T95" fmla="*/ 584 h 819"/>
              <a:gd name="T96" fmla="*/ 560 w 1129"/>
              <a:gd name="T97" fmla="*/ 620 h 819"/>
              <a:gd name="T98" fmla="*/ 582 w 1129"/>
              <a:gd name="T99" fmla="*/ 102 h 819"/>
              <a:gd name="T100" fmla="*/ 40 w 1129"/>
              <a:gd name="T101" fmla="*/ 0 h 819"/>
              <a:gd name="T102" fmla="*/ 1129 w 1129"/>
              <a:gd name="T103" fmla="*/ 779 h 819"/>
              <a:gd name="T104" fmla="*/ 896 w 1129"/>
              <a:gd name="T105" fmla="*/ 779 h 819"/>
              <a:gd name="T106" fmla="*/ 915 w 1129"/>
              <a:gd name="T107" fmla="*/ 707 h 819"/>
              <a:gd name="T108" fmla="*/ 779 w 1129"/>
              <a:gd name="T109" fmla="*/ 741 h 819"/>
              <a:gd name="T110" fmla="*/ 310 w 1129"/>
              <a:gd name="T111" fmla="*/ 819 h 819"/>
              <a:gd name="T112" fmla="*/ 344 w 1129"/>
              <a:gd name="T113" fmla="*/ 721 h 819"/>
              <a:gd name="T114" fmla="*/ 199 w 1129"/>
              <a:gd name="T115" fmla="*/ 721 h 819"/>
              <a:gd name="T116" fmla="*/ 233 w 1129"/>
              <a:gd name="T117" fmla="*/ 819 h 819"/>
              <a:gd name="T118" fmla="*/ 0 w 1129"/>
              <a:gd name="T119" fmla="*/ 38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9" h="819">
                <a:moveTo>
                  <a:pt x="896" y="263"/>
                </a:moveTo>
                <a:lnTo>
                  <a:pt x="906" y="263"/>
                </a:lnTo>
                <a:lnTo>
                  <a:pt x="913" y="267"/>
                </a:lnTo>
                <a:lnTo>
                  <a:pt x="919" y="272"/>
                </a:lnTo>
                <a:lnTo>
                  <a:pt x="925" y="280"/>
                </a:lnTo>
                <a:lnTo>
                  <a:pt x="927" y="287"/>
                </a:lnTo>
                <a:lnTo>
                  <a:pt x="928" y="297"/>
                </a:lnTo>
                <a:lnTo>
                  <a:pt x="925" y="314"/>
                </a:lnTo>
                <a:lnTo>
                  <a:pt x="919" y="337"/>
                </a:lnTo>
                <a:lnTo>
                  <a:pt x="910" y="365"/>
                </a:lnTo>
                <a:lnTo>
                  <a:pt x="896" y="390"/>
                </a:lnTo>
                <a:lnTo>
                  <a:pt x="881" y="405"/>
                </a:lnTo>
                <a:lnTo>
                  <a:pt x="862" y="410"/>
                </a:lnTo>
                <a:lnTo>
                  <a:pt x="855" y="408"/>
                </a:lnTo>
                <a:lnTo>
                  <a:pt x="849" y="407"/>
                </a:lnTo>
                <a:lnTo>
                  <a:pt x="841" y="403"/>
                </a:lnTo>
                <a:lnTo>
                  <a:pt x="838" y="397"/>
                </a:lnTo>
                <a:lnTo>
                  <a:pt x="830" y="382"/>
                </a:lnTo>
                <a:lnTo>
                  <a:pt x="828" y="363"/>
                </a:lnTo>
                <a:lnTo>
                  <a:pt x="834" y="331"/>
                </a:lnTo>
                <a:lnTo>
                  <a:pt x="849" y="297"/>
                </a:lnTo>
                <a:lnTo>
                  <a:pt x="862" y="278"/>
                </a:lnTo>
                <a:lnTo>
                  <a:pt x="879" y="267"/>
                </a:lnTo>
                <a:lnTo>
                  <a:pt x="896" y="263"/>
                </a:lnTo>
                <a:close/>
                <a:moveTo>
                  <a:pt x="896" y="134"/>
                </a:moveTo>
                <a:lnTo>
                  <a:pt x="858" y="138"/>
                </a:lnTo>
                <a:lnTo>
                  <a:pt x="824" y="144"/>
                </a:lnTo>
                <a:lnTo>
                  <a:pt x="794" y="157"/>
                </a:lnTo>
                <a:lnTo>
                  <a:pt x="766" y="174"/>
                </a:lnTo>
                <a:lnTo>
                  <a:pt x="739" y="197"/>
                </a:lnTo>
                <a:lnTo>
                  <a:pt x="711" y="229"/>
                </a:lnTo>
                <a:lnTo>
                  <a:pt x="690" y="265"/>
                </a:lnTo>
                <a:lnTo>
                  <a:pt x="675" y="303"/>
                </a:lnTo>
                <a:lnTo>
                  <a:pt x="669" y="344"/>
                </a:lnTo>
                <a:lnTo>
                  <a:pt x="675" y="384"/>
                </a:lnTo>
                <a:lnTo>
                  <a:pt x="686" y="422"/>
                </a:lnTo>
                <a:lnTo>
                  <a:pt x="703" y="456"/>
                </a:lnTo>
                <a:lnTo>
                  <a:pt x="726" y="488"/>
                </a:lnTo>
                <a:lnTo>
                  <a:pt x="751" y="512"/>
                </a:lnTo>
                <a:lnTo>
                  <a:pt x="779" y="535"/>
                </a:lnTo>
                <a:lnTo>
                  <a:pt x="809" y="552"/>
                </a:lnTo>
                <a:lnTo>
                  <a:pt x="845" y="562"/>
                </a:lnTo>
                <a:lnTo>
                  <a:pt x="887" y="565"/>
                </a:lnTo>
                <a:lnTo>
                  <a:pt x="932" y="562"/>
                </a:lnTo>
                <a:lnTo>
                  <a:pt x="978" y="550"/>
                </a:lnTo>
                <a:lnTo>
                  <a:pt x="1021" y="531"/>
                </a:lnTo>
                <a:lnTo>
                  <a:pt x="1059" y="507"/>
                </a:lnTo>
                <a:lnTo>
                  <a:pt x="1040" y="477"/>
                </a:lnTo>
                <a:lnTo>
                  <a:pt x="1034" y="480"/>
                </a:lnTo>
                <a:lnTo>
                  <a:pt x="1008" y="497"/>
                </a:lnTo>
                <a:lnTo>
                  <a:pt x="983" y="509"/>
                </a:lnTo>
                <a:lnTo>
                  <a:pt x="938" y="522"/>
                </a:lnTo>
                <a:lnTo>
                  <a:pt x="889" y="528"/>
                </a:lnTo>
                <a:lnTo>
                  <a:pt x="862" y="524"/>
                </a:lnTo>
                <a:lnTo>
                  <a:pt x="838" y="518"/>
                </a:lnTo>
                <a:lnTo>
                  <a:pt x="817" y="507"/>
                </a:lnTo>
                <a:lnTo>
                  <a:pt x="798" y="494"/>
                </a:lnTo>
                <a:lnTo>
                  <a:pt x="777" y="477"/>
                </a:lnTo>
                <a:lnTo>
                  <a:pt x="751" y="452"/>
                </a:lnTo>
                <a:lnTo>
                  <a:pt x="728" y="420"/>
                </a:lnTo>
                <a:lnTo>
                  <a:pt x="715" y="384"/>
                </a:lnTo>
                <a:lnTo>
                  <a:pt x="709" y="346"/>
                </a:lnTo>
                <a:lnTo>
                  <a:pt x="713" y="312"/>
                </a:lnTo>
                <a:lnTo>
                  <a:pt x="726" y="282"/>
                </a:lnTo>
                <a:lnTo>
                  <a:pt x="745" y="253"/>
                </a:lnTo>
                <a:lnTo>
                  <a:pt x="768" y="227"/>
                </a:lnTo>
                <a:lnTo>
                  <a:pt x="790" y="206"/>
                </a:lnTo>
                <a:lnTo>
                  <a:pt x="813" y="191"/>
                </a:lnTo>
                <a:lnTo>
                  <a:pt x="840" y="182"/>
                </a:lnTo>
                <a:lnTo>
                  <a:pt x="868" y="176"/>
                </a:lnTo>
                <a:lnTo>
                  <a:pt x="900" y="174"/>
                </a:lnTo>
                <a:lnTo>
                  <a:pt x="932" y="176"/>
                </a:lnTo>
                <a:lnTo>
                  <a:pt x="962" y="180"/>
                </a:lnTo>
                <a:lnTo>
                  <a:pt x="989" y="191"/>
                </a:lnTo>
                <a:lnTo>
                  <a:pt x="1017" y="210"/>
                </a:lnTo>
                <a:lnTo>
                  <a:pt x="1036" y="233"/>
                </a:lnTo>
                <a:lnTo>
                  <a:pt x="1048" y="263"/>
                </a:lnTo>
                <a:lnTo>
                  <a:pt x="1051" y="297"/>
                </a:lnTo>
                <a:lnTo>
                  <a:pt x="1049" y="327"/>
                </a:lnTo>
                <a:lnTo>
                  <a:pt x="1042" y="354"/>
                </a:lnTo>
                <a:lnTo>
                  <a:pt x="1029" y="376"/>
                </a:lnTo>
                <a:lnTo>
                  <a:pt x="1014" y="393"/>
                </a:lnTo>
                <a:lnTo>
                  <a:pt x="998" y="405"/>
                </a:lnTo>
                <a:lnTo>
                  <a:pt x="983" y="408"/>
                </a:lnTo>
                <a:lnTo>
                  <a:pt x="978" y="408"/>
                </a:lnTo>
                <a:lnTo>
                  <a:pt x="974" y="405"/>
                </a:lnTo>
                <a:lnTo>
                  <a:pt x="970" y="403"/>
                </a:lnTo>
                <a:lnTo>
                  <a:pt x="966" y="399"/>
                </a:lnTo>
                <a:lnTo>
                  <a:pt x="962" y="391"/>
                </a:lnTo>
                <a:lnTo>
                  <a:pt x="961" y="384"/>
                </a:lnTo>
                <a:lnTo>
                  <a:pt x="962" y="378"/>
                </a:lnTo>
                <a:lnTo>
                  <a:pt x="962" y="373"/>
                </a:lnTo>
                <a:lnTo>
                  <a:pt x="964" y="367"/>
                </a:lnTo>
                <a:lnTo>
                  <a:pt x="966" y="359"/>
                </a:lnTo>
                <a:lnTo>
                  <a:pt x="968" y="352"/>
                </a:lnTo>
                <a:lnTo>
                  <a:pt x="1002" y="234"/>
                </a:lnTo>
                <a:lnTo>
                  <a:pt x="953" y="234"/>
                </a:lnTo>
                <a:lnTo>
                  <a:pt x="944" y="269"/>
                </a:lnTo>
                <a:lnTo>
                  <a:pt x="940" y="259"/>
                </a:lnTo>
                <a:lnTo>
                  <a:pt x="934" y="250"/>
                </a:lnTo>
                <a:lnTo>
                  <a:pt x="927" y="242"/>
                </a:lnTo>
                <a:lnTo>
                  <a:pt x="908" y="231"/>
                </a:lnTo>
                <a:lnTo>
                  <a:pt x="883" y="227"/>
                </a:lnTo>
                <a:lnTo>
                  <a:pt x="853" y="231"/>
                </a:lnTo>
                <a:lnTo>
                  <a:pt x="826" y="244"/>
                </a:lnTo>
                <a:lnTo>
                  <a:pt x="804" y="269"/>
                </a:lnTo>
                <a:lnTo>
                  <a:pt x="785" y="297"/>
                </a:lnTo>
                <a:lnTo>
                  <a:pt x="773" y="327"/>
                </a:lnTo>
                <a:lnTo>
                  <a:pt x="770" y="359"/>
                </a:lnTo>
                <a:lnTo>
                  <a:pt x="773" y="384"/>
                </a:lnTo>
                <a:lnTo>
                  <a:pt x="779" y="407"/>
                </a:lnTo>
                <a:lnTo>
                  <a:pt x="792" y="424"/>
                </a:lnTo>
                <a:lnTo>
                  <a:pt x="807" y="437"/>
                </a:lnTo>
                <a:lnTo>
                  <a:pt x="824" y="446"/>
                </a:lnTo>
                <a:lnTo>
                  <a:pt x="845" y="448"/>
                </a:lnTo>
                <a:lnTo>
                  <a:pt x="866" y="446"/>
                </a:lnTo>
                <a:lnTo>
                  <a:pt x="883" y="439"/>
                </a:lnTo>
                <a:lnTo>
                  <a:pt x="900" y="426"/>
                </a:lnTo>
                <a:lnTo>
                  <a:pt x="911" y="412"/>
                </a:lnTo>
                <a:lnTo>
                  <a:pt x="923" y="395"/>
                </a:lnTo>
                <a:lnTo>
                  <a:pt x="923" y="401"/>
                </a:lnTo>
                <a:lnTo>
                  <a:pt x="923" y="405"/>
                </a:lnTo>
                <a:lnTo>
                  <a:pt x="923" y="414"/>
                </a:lnTo>
                <a:lnTo>
                  <a:pt x="928" y="424"/>
                </a:lnTo>
                <a:lnTo>
                  <a:pt x="936" y="433"/>
                </a:lnTo>
                <a:lnTo>
                  <a:pt x="945" y="441"/>
                </a:lnTo>
                <a:lnTo>
                  <a:pt x="959" y="446"/>
                </a:lnTo>
                <a:lnTo>
                  <a:pt x="974" y="450"/>
                </a:lnTo>
                <a:lnTo>
                  <a:pt x="1004" y="444"/>
                </a:lnTo>
                <a:lnTo>
                  <a:pt x="1031" y="427"/>
                </a:lnTo>
                <a:lnTo>
                  <a:pt x="1057" y="403"/>
                </a:lnTo>
                <a:lnTo>
                  <a:pt x="1076" y="373"/>
                </a:lnTo>
                <a:lnTo>
                  <a:pt x="1087" y="339"/>
                </a:lnTo>
                <a:lnTo>
                  <a:pt x="1091" y="299"/>
                </a:lnTo>
                <a:lnTo>
                  <a:pt x="1087" y="263"/>
                </a:lnTo>
                <a:lnTo>
                  <a:pt x="1078" y="231"/>
                </a:lnTo>
                <a:lnTo>
                  <a:pt x="1061" y="202"/>
                </a:lnTo>
                <a:lnTo>
                  <a:pt x="1036" y="176"/>
                </a:lnTo>
                <a:lnTo>
                  <a:pt x="1006" y="157"/>
                </a:lnTo>
                <a:lnTo>
                  <a:pt x="974" y="146"/>
                </a:lnTo>
                <a:lnTo>
                  <a:pt x="936" y="138"/>
                </a:lnTo>
                <a:lnTo>
                  <a:pt x="896" y="134"/>
                </a:lnTo>
                <a:close/>
                <a:moveTo>
                  <a:pt x="306" y="112"/>
                </a:moveTo>
                <a:lnTo>
                  <a:pt x="361" y="130"/>
                </a:lnTo>
                <a:lnTo>
                  <a:pt x="382" y="134"/>
                </a:lnTo>
                <a:lnTo>
                  <a:pt x="399" y="146"/>
                </a:lnTo>
                <a:lnTo>
                  <a:pt x="412" y="159"/>
                </a:lnTo>
                <a:lnTo>
                  <a:pt x="420" y="174"/>
                </a:lnTo>
                <a:lnTo>
                  <a:pt x="425" y="191"/>
                </a:lnTo>
                <a:lnTo>
                  <a:pt x="429" y="204"/>
                </a:lnTo>
                <a:lnTo>
                  <a:pt x="431" y="214"/>
                </a:lnTo>
                <a:lnTo>
                  <a:pt x="431" y="217"/>
                </a:lnTo>
                <a:lnTo>
                  <a:pt x="431" y="261"/>
                </a:lnTo>
                <a:lnTo>
                  <a:pt x="431" y="267"/>
                </a:lnTo>
                <a:lnTo>
                  <a:pt x="429" y="278"/>
                </a:lnTo>
                <a:lnTo>
                  <a:pt x="425" y="295"/>
                </a:lnTo>
                <a:lnTo>
                  <a:pt x="418" y="314"/>
                </a:lnTo>
                <a:lnTo>
                  <a:pt x="407" y="331"/>
                </a:lnTo>
                <a:lnTo>
                  <a:pt x="390" y="344"/>
                </a:lnTo>
                <a:lnTo>
                  <a:pt x="390" y="346"/>
                </a:lnTo>
                <a:lnTo>
                  <a:pt x="390" y="348"/>
                </a:lnTo>
                <a:lnTo>
                  <a:pt x="390" y="352"/>
                </a:lnTo>
                <a:lnTo>
                  <a:pt x="390" y="356"/>
                </a:lnTo>
                <a:lnTo>
                  <a:pt x="390" y="359"/>
                </a:lnTo>
                <a:lnTo>
                  <a:pt x="390" y="361"/>
                </a:lnTo>
                <a:lnTo>
                  <a:pt x="390" y="361"/>
                </a:lnTo>
                <a:lnTo>
                  <a:pt x="390" y="365"/>
                </a:lnTo>
                <a:lnTo>
                  <a:pt x="386" y="371"/>
                </a:lnTo>
                <a:lnTo>
                  <a:pt x="384" y="382"/>
                </a:lnTo>
                <a:lnTo>
                  <a:pt x="380" y="395"/>
                </a:lnTo>
                <a:lnTo>
                  <a:pt x="380" y="410"/>
                </a:lnTo>
                <a:lnTo>
                  <a:pt x="382" y="424"/>
                </a:lnTo>
                <a:lnTo>
                  <a:pt x="390" y="437"/>
                </a:lnTo>
                <a:lnTo>
                  <a:pt x="403" y="446"/>
                </a:lnTo>
                <a:lnTo>
                  <a:pt x="422" y="452"/>
                </a:lnTo>
                <a:lnTo>
                  <a:pt x="454" y="460"/>
                </a:lnTo>
                <a:lnTo>
                  <a:pt x="477" y="469"/>
                </a:lnTo>
                <a:lnTo>
                  <a:pt x="495" y="480"/>
                </a:lnTo>
                <a:lnTo>
                  <a:pt x="509" y="490"/>
                </a:lnTo>
                <a:lnTo>
                  <a:pt x="518" y="501"/>
                </a:lnTo>
                <a:lnTo>
                  <a:pt x="526" y="509"/>
                </a:lnTo>
                <a:lnTo>
                  <a:pt x="531" y="518"/>
                </a:lnTo>
                <a:lnTo>
                  <a:pt x="535" y="533"/>
                </a:lnTo>
                <a:lnTo>
                  <a:pt x="541" y="550"/>
                </a:lnTo>
                <a:lnTo>
                  <a:pt x="543" y="567"/>
                </a:lnTo>
                <a:lnTo>
                  <a:pt x="545" y="579"/>
                </a:lnTo>
                <a:lnTo>
                  <a:pt x="545" y="584"/>
                </a:lnTo>
                <a:lnTo>
                  <a:pt x="115" y="584"/>
                </a:lnTo>
                <a:lnTo>
                  <a:pt x="115" y="579"/>
                </a:lnTo>
                <a:lnTo>
                  <a:pt x="115" y="565"/>
                </a:lnTo>
                <a:lnTo>
                  <a:pt x="117" y="548"/>
                </a:lnTo>
                <a:lnTo>
                  <a:pt x="123" y="530"/>
                </a:lnTo>
                <a:lnTo>
                  <a:pt x="134" y="511"/>
                </a:lnTo>
                <a:lnTo>
                  <a:pt x="140" y="501"/>
                </a:lnTo>
                <a:lnTo>
                  <a:pt x="147" y="492"/>
                </a:lnTo>
                <a:lnTo>
                  <a:pt x="157" y="480"/>
                </a:lnTo>
                <a:lnTo>
                  <a:pt x="172" y="469"/>
                </a:lnTo>
                <a:lnTo>
                  <a:pt x="195" y="460"/>
                </a:lnTo>
                <a:lnTo>
                  <a:pt x="225" y="452"/>
                </a:lnTo>
                <a:lnTo>
                  <a:pt x="244" y="446"/>
                </a:lnTo>
                <a:lnTo>
                  <a:pt x="259" y="437"/>
                </a:lnTo>
                <a:lnTo>
                  <a:pt x="269" y="426"/>
                </a:lnTo>
                <a:lnTo>
                  <a:pt x="274" y="412"/>
                </a:lnTo>
                <a:lnTo>
                  <a:pt x="276" y="397"/>
                </a:lnTo>
                <a:lnTo>
                  <a:pt x="276" y="386"/>
                </a:lnTo>
                <a:lnTo>
                  <a:pt x="274" y="374"/>
                </a:lnTo>
                <a:lnTo>
                  <a:pt x="274" y="367"/>
                </a:lnTo>
                <a:lnTo>
                  <a:pt x="274" y="365"/>
                </a:lnTo>
                <a:lnTo>
                  <a:pt x="274" y="365"/>
                </a:lnTo>
                <a:lnTo>
                  <a:pt x="274" y="363"/>
                </a:lnTo>
                <a:lnTo>
                  <a:pt x="274" y="359"/>
                </a:lnTo>
                <a:lnTo>
                  <a:pt x="274" y="356"/>
                </a:lnTo>
                <a:lnTo>
                  <a:pt x="274" y="352"/>
                </a:lnTo>
                <a:lnTo>
                  <a:pt x="274" y="350"/>
                </a:lnTo>
                <a:lnTo>
                  <a:pt x="272" y="348"/>
                </a:lnTo>
                <a:lnTo>
                  <a:pt x="270" y="344"/>
                </a:lnTo>
                <a:lnTo>
                  <a:pt x="263" y="335"/>
                </a:lnTo>
                <a:lnTo>
                  <a:pt x="253" y="318"/>
                </a:lnTo>
                <a:lnTo>
                  <a:pt x="244" y="299"/>
                </a:lnTo>
                <a:lnTo>
                  <a:pt x="238" y="278"/>
                </a:lnTo>
                <a:lnTo>
                  <a:pt x="234" y="255"/>
                </a:lnTo>
                <a:lnTo>
                  <a:pt x="234" y="234"/>
                </a:lnTo>
                <a:lnTo>
                  <a:pt x="234" y="223"/>
                </a:lnTo>
                <a:lnTo>
                  <a:pt x="234" y="217"/>
                </a:lnTo>
                <a:lnTo>
                  <a:pt x="234" y="217"/>
                </a:lnTo>
                <a:lnTo>
                  <a:pt x="234" y="217"/>
                </a:lnTo>
                <a:lnTo>
                  <a:pt x="234" y="214"/>
                </a:lnTo>
                <a:lnTo>
                  <a:pt x="234" y="204"/>
                </a:lnTo>
                <a:lnTo>
                  <a:pt x="236" y="191"/>
                </a:lnTo>
                <a:lnTo>
                  <a:pt x="240" y="174"/>
                </a:lnTo>
                <a:lnTo>
                  <a:pt x="246" y="155"/>
                </a:lnTo>
                <a:lnTo>
                  <a:pt x="255" y="140"/>
                </a:lnTo>
                <a:lnTo>
                  <a:pt x="267" y="125"/>
                </a:lnTo>
                <a:lnTo>
                  <a:pt x="284" y="115"/>
                </a:lnTo>
                <a:lnTo>
                  <a:pt x="306" y="112"/>
                </a:lnTo>
                <a:close/>
                <a:moveTo>
                  <a:pt x="115" y="78"/>
                </a:moveTo>
                <a:lnTo>
                  <a:pt x="96" y="83"/>
                </a:lnTo>
                <a:lnTo>
                  <a:pt x="81" y="96"/>
                </a:lnTo>
                <a:lnTo>
                  <a:pt x="76" y="117"/>
                </a:lnTo>
                <a:lnTo>
                  <a:pt x="76" y="584"/>
                </a:lnTo>
                <a:lnTo>
                  <a:pt x="81" y="605"/>
                </a:lnTo>
                <a:lnTo>
                  <a:pt x="96" y="618"/>
                </a:lnTo>
                <a:lnTo>
                  <a:pt x="115" y="624"/>
                </a:lnTo>
                <a:lnTo>
                  <a:pt x="545" y="624"/>
                </a:lnTo>
                <a:lnTo>
                  <a:pt x="560" y="620"/>
                </a:lnTo>
                <a:lnTo>
                  <a:pt x="573" y="613"/>
                </a:lnTo>
                <a:lnTo>
                  <a:pt x="582" y="599"/>
                </a:lnTo>
                <a:lnTo>
                  <a:pt x="584" y="584"/>
                </a:lnTo>
                <a:lnTo>
                  <a:pt x="584" y="117"/>
                </a:lnTo>
                <a:lnTo>
                  <a:pt x="582" y="102"/>
                </a:lnTo>
                <a:lnTo>
                  <a:pt x="573" y="89"/>
                </a:lnTo>
                <a:lnTo>
                  <a:pt x="560" y="81"/>
                </a:lnTo>
                <a:lnTo>
                  <a:pt x="545" y="78"/>
                </a:lnTo>
                <a:lnTo>
                  <a:pt x="115" y="78"/>
                </a:lnTo>
                <a:close/>
                <a:moveTo>
                  <a:pt x="40" y="0"/>
                </a:moveTo>
                <a:lnTo>
                  <a:pt x="1091" y="0"/>
                </a:lnTo>
                <a:lnTo>
                  <a:pt x="1110" y="6"/>
                </a:lnTo>
                <a:lnTo>
                  <a:pt x="1123" y="19"/>
                </a:lnTo>
                <a:lnTo>
                  <a:pt x="1129" y="38"/>
                </a:lnTo>
                <a:lnTo>
                  <a:pt x="1129" y="779"/>
                </a:lnTo>
                <a:lnTo>
                  <a:pt x="1123" y="800"/>
                </a:lnTo>
                <a:lnTo>
                  <a:pt x="1110" y="813"/>
                </a:lnTo>
                <a:lnTo>
                  <a:pt x="1091" y="819"/>
                </a:lnTo>
                <a:lnTo>
                  <a:pt x="896" y="819"/>
                </a:lnTo>
                <a:lnTo>
                  <a:pt x="896" y="779"/>
                </a:lnTo>
                <a:lnTo>
                  <a:pt x="915" y="773"/>
                </a:lnTo>
                <a:lnTo>
                  <a:pt x="928" y="760"/>
                </a:lnTo>
                <a:lnTo>
                  <a:pt x="934" y="741"/>
                </a:lnTo>
                <a:lnTo>
                  <a:pt x="928" y="721"/>
                </a:lnTo>
                <a:lnTo>
                  <a:pt x="915" y="707"/>
                </a:lnTo>
                <a:lnTo>
                  <a:pt x="896" y="702"/>
                </a:lnTo>
                <a:lnTo>
                  <a:pt x="817" y="702"/>
                </a:lnTo>
                <a:lnTo>
                  <a:pt x="798" y="707"/>
                </a:lnTo>
                <a:lnTo>
                  <a:pt x="783" y="721"/>
                </a:lnTo>
                <a:lnTo>
                  <a:pt x="779" y="741"/>
                </a:lnTo>
                <a:lnTo>
                  <a:pt x="783" y="760"/>
                </a:lnTo>
                <a:lnTo>
                  <a:pt x="798" y="773"/>
                </a:lnTo>
                <a:lnTo>
                  <a:pt x="817" y="779"/>
                </a:lnTo>
                <a:lnTo>
                  <a:pt x="817" y="819"/>
                </a:lnTo>
                <a:lnTo>
                  <a:pt x="310" y="819"/>
                </a:lnTo>
                <a:lnTo>
                  <a:pt x="310" y="779"/>
                </a:lnTo>
                <a:lnTo>
                  <a:pt x="331" y="773"/>
                </a:lnTo>
                <a:lnTo>
                  <a:pt x="344" y="760"/>
                </a:lnTo>
                <a:lnTo>
                  <a:pt x="350" y="741"/>
                </a:lnTo>
                <a:lnTo>
                  <a:pt x="344" y="721"/>
                </a:lnTo>
                <a:lnTo>
                  <a:pt x="331" y="707"/>
                </a:lnTo>
                <a:lnTo>
                  <a:pt x="310" y="702"/>
                </a:lnTo>
                <a:lnTo>
                  <a:pt x="233" y="702"/>
                </a:lnTo>
                <a:lnTo>
                  <a:pt x="212" y="707"/>
                </a:lnTo>
                <a:lnTo>
                  <a:pt x="199" y="721"/>
                </a:lnTo>
                <a:lnTo>
                  <a:pt x="193" y="741"/>
                </a:lnTo>
                <a:lnTo>
                  <a:pt x="199" y="760"/>
                </a:lnTo>
                <a:lnTo>
                  <a:pt x="212" y="773"/>
                </a:lnTo>
                <a:lnTo>
                  <a:pt x="233" y="779"/>
                </a:lnTo>
                <a:lnTo>
                  <a:pt x="233" y="819"/>
                </a:lnTo>
                <a:lnTo>
                  <a:pt x="40" y="819"/>
                </a:lnTo>
                <a:lnTo>
                  <a:pt x="19" y="813"/>
                </a:lnTo>
                <a:lnTo>
                  <a:pt x="6" y="800"/>
                </a:lnTo>
                <a:lnTo>
                  <a:pt x="0" y="779"/>
                </a:lnTo>
                <a:lnTo>
                  <a:pt x="0" y="38"/>
                </a:lnTo>
                <a:lnTo>
                  <a:pt x="6" y="19"/>
                </a:lnTo>
                <a:lnTo>
                  <a:pt x="19" y="6"/>
                </a:lnTo>
                <a:lnTo>
                  <a:pt x="4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56" y="1376983"/>
            <a:ext cx="1080000" cy="783454"/>
          </a:xfrm>
          <a:custGeom>
            <a:avLst/>
            <a:gdLst>
              <a:gd name="T0" fmla="*/ 866 w 1129"/>
              <a:gd name="T1" fmla="*/ 259 h 819"/>
              <a:gd name="T2" fmla="*/ 851 w 1129"/>
              <a:gd name="T3" fmla="*/ 344 h 819"/>
              <a:gd name="T4" fmla="*/ 790 w 1129"/>
              <a:gd name="T5" fmla="*/ 386 h 819"/>
              <a:gd name="T6" fmla="*/ 775 w 1129"/>
              <a:gd name="T7" fmla="*/ 310 h 819"/>
              <a:gd name="T8" fmla="*/ 291 w 1129"/>
              <a:gd name="T9" fmla="*/ 151 h 819"/>
              <a:gd name="T10" fmla="*/ 380 w 1129"/>
              <a:gd name="T11" fmla="*/ 202 h 819"/>
              <a:gd name="T12" fmla="*/ 386 w 1129"/>
              <a:gd name="T13" fmla="*/ 282 h 819"/>
              <a:gd name="T14" fmla="*/ 348 w 1129"/>
              <a:gd name="T15" fmla="*/ 333 h 819"/>
              <a:gd name="T16" fmla="*/ 348 w 1129"/>
              <a:gd name="T17" fmla="*/ 356 h 819"/>
              <a:gd name="T18" fmla="*/ 351 w 1129"/>
              <a:gd name="T19" fmla="*/ 382 h 819"/>
              <a:gd name="T20" fmla="*/ 421 w 1129"/>
              <a:gd name="T21" fmla="*/ 426 h 819"/>
              <a:gd name="T22" fmla="*/ 459 w 1129"/>
              <a:gd name="T23" fmla="*/ 475 h 819"/>
              <a:gd name="T24" fmla="*/ 155 w 1129"/>
              <a:gd name="T25" fmla="*/ 501 h 819"/>
              <a:gd name="T26" fmla="*/ 181 w 1129"/>
              <a:gd name="T27" fmla="*/ 435 h 819"/>
              <a:gd name="T28" fmla="*/ 263 w 1129"/>
              <a:gd name="T29" fmla="*/ 397 h 819"/>
              <a:gd name="T30" fmla="*/ 272 w 1129"/>
              <a:gd name="T31" fmla="*/ 361 h 819"/>
              <a:gd name="T32" fmla="*/ 272 w 1129"/>
              <a:gd name="T33" fmla="*/ 342 h 819"/>
              <a:gd name="T34" fmla="*/ 261 w 1129"/>
              <a:gd name="T35" fmla="*/ 325 h 819"/>
              <a:gd name="T36" fmla="*/ 234 w 1129"/>
              <a:gd name="T37" fmla="*/ 248 h 819"/>
              <a:gd name="T38" fmla="*/ 242 w 1129"/>
              <a:gd name="T39" fmla="*/ 199 h 819"/>
              <a:gd name="T40" fmla="*/ 155 w 1129"/>
              <a:gd name="T41" fmla="*/ 117 h 819"/>
              <a:gd name="T42" fmla="*/ 119 w 1129"/>
              <a:gd name="T43" fmla="*/ 522 h 819"/>
              <a:gd name="T44" fmla="*/ 488 w 1129"/>
              <a:gd name="T45" fmla="*/ 541 h 819"/>
              <a:gd name="T46" fmla="*/ 495 w 1129"/>
              <a:gd name="T47" fmla="*/ 129 h 819"/>
              <a:gd name="T48" fmla="*/ 788 w 1129"/>
              <a:gd name="T49" fmla="*/ 119 h 819"/>
              <a:gd name="T50" fmla="*/ 620 w 1129"/>
              <a:gd name="T51" fmla="*/ 244 h 819"/>
              <a:gd name="T52" fmla="*/ 633 w 1129"/>
              <a:gd name="T53" fmla="*/ 437 h 819"/>
              <a:gd name="T54" fmla="*/ 785 w 1129"/>
              <a:gd name="T55" fmla="*/ 541 h 819"/>
              <a:gd name="T56" fmla="*/ 1000 w 1129"/>
              <a:gd name="T57" fmla="*/ 486 h 819"/>
              <a:gd name="T58" fmla="*/ 879 w 1129"/>
              <a:gd name="T59" fmla="*/ 503 h 819"/>
              <a:gd name="T60" fmla="*/ 705 w 1129"/>
              <a:gd name="T61" fmla="*/ 458 h 819"/>
              <a:gd name="T62" fmla="*/ 646 w 1129"/>
              <a:gd name="T63" fmla="*/ 293 h 819"/>
              <a:gd name="T64" fmla="*/ 760 w 1129"/>
              <a:gd name="T65" fmla="*/ 166 h 819"/>
              <a:gd name="T66" fmla="*/ 930 w 1129"/>
              <a:gd name="T67" fmla="*/ 172 h 819"/>
              <a:gd name="T68" fmla="*/ 991 w 1129"/>
              <a:gd name="T69" fmla="*/ 306 h 819"/>
              <a:gd name="T70" fmla="*/ 924 w 1129"/>
              <a:gd name="T71" fmla="*/ 388 h 819"/>
              <a:gd name="T72" fmla="*/ 904 w 1129"/>
              <a:gd name="T73" fmla="*/ 371 h 819"/>
              <a:gd name="T74" fmla="*/ 907 w 1129"/>
              <a:gd name="T75" fmla="*/ 340 h 819"/>
              <a:gd name="T76" fmla="*/ 881 w 1129"/>
              <a:gd name="T77" fmla="*/ 238 h 819"/>
              <a:gd name="T78" fmla="*/ 794 w 1129"/>
              <a:gd name="T79" fmla="*/ 210 h 819"/>
              <a:gd name="T80" fmla="*/ 711 w 1129"/>
              <a:gd name="T81" fmla="*/ 339 h 819"/>
              <a:gd name="T82" fmla="*/ 766 w 1129"/>
              <a:gd name="T83" fmla="*/ 426 h 819"/>
              <a:gd name="T84" fmla="*/ 853 w 1129"/>
              <a:gd name="T85" fmla="*/ 391 h 819"/>
              <a:gd name="T86" fmla="*/ 870 w 1129"/>
              <a:gd name="T87" fmla="*/ 403 h 819"/>
              <a:gd name="T88" fmla="*/ 945 w 1129"/>
              <a:gd name="T89" fmla="*/ 424 h 819"/>
              <a:gd name="T90" fmla="*/ 1032 w 1129"/>
              <a:gd name="T91" fmla="*/ 280 h 819"/>
              <a:gd name="T92" fmla="*/ 947 w 1129"/>
              <a:gd name="T93" fmla="*/ 138 h 819"/>
              <a:gd name="T94" fmla="*/ 1089 w 1129"/>
              <a:gd name="T95" fmla="*/ 0 h 819"/>
              <a:gd name="T96" fmla="*/ 1123 w 1129"/>
              <a:gd name="T97" fmla="*/ 800 h 819"/>
              <a:gd name="T98" fmla="*/ 915 w 1129"/>
              <a:gd name="T99" fmla="*/ 773 h 819"/>
              <a:gd name="T100" fmla="*/ 894 w 1129"/>
              <a:gd name="T101" fmla="*/ 702 h 819"/>
              <a:gd name="T102" fmla="*/ 783 w 1129"/>
              <a:gd name="T103" fmla="*/ 760 h 819"/>
              <a:gd name="T104" fmla="*/ 312 w 1129"/>
              <a:gd name="T105" fmla="*/ 779 h 819"/>
              <a:gd name="T106" fmla="*/ 331 w 1129"/>
              <a:gd name="T107" fmla="*/ 707 h 819"/>
              <a:gd name="T108" fmla="*/ 195 w 1129"/>
              <a:gd name="T109" fmla="*/ 741 h 819"/>
              <a:gd name="T110" fmla="*/ 38 w 1129"/>
              <a:gd name="T111" fmla="*/ 819 h 819"/>
              <a:gd name="T112" fmla="*/ 5 w 1129"/>
              <a:gd name="T113" fmla="*/ 19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29" h="819">
                <a:moveTo>
                  <a:pt x="837" y="242"/>
                </a:moveTo>
                <a:lnTo>
                  <a:pt x="847" y="244"/>
                </a:lnTo>
                <a:lnTo>
                  <a:pt x="854" y="248"/>
                </a:lnTo>
                <a:lnTo>
                  <a:pt x="860" y="252"/>
                </a:lnTo>
                <a:lnTo>
                  <a:pt x="866" y="259"/>
                </a:lnTo>
                <a:lnTo>
                  <a:pt x="868" y="267"/>
                </a:lnTo>
                <a:lnTo>
                  <a:pt x="870" y="276"/>
                </a:lnTo>
                <a:lnTo>
                  <a:pt x="866" y="295"/>
                </a:lnTo>
                <a:lnTo>
                  <a:pt x="860" y="318"/>
                </a:lnTo>
                <a:lnTo>
                  <a:pt x="851" y="344"/>
                </a:lnTo>
                <a:lnTo>
                  <a:pt x="837" y="369"/>
                </a:lnTo>
                <a:lnTo>
                  <a:pt x="822" y="384"/>
                </a:lnTo>
                <a:lnTo>
                  <a:pt x="803" y="390"/>
                </a:lnTo>
                <a:lnTo>
                  <a:pt x="796" y="390"/>
                </a:lnTo>
                <a:lnTo>
                  <a:pt x="790" y="386"/>
                </a:lnTo>
                <a:lnTo>
                  <a:pt x="785" y="382"/>
                </a:lnTo>
                <a:lnTo>
                  <a:pt x="779" y="378"/>
                </a:lnTo>
                <a:lnTo>
                  <a:pt x="771" y="363"/>
                </a:lnTo>
                <a:lnTo>
                  <a:pt x="769" y="344"/>
                </a:lnTo>
                <a:lnTo>
                  <a:pt x="775" y="310"/>
                </a:lnTo>
                <a:lnTo>
                  <a:pt x="790" y="276"/>
                </a:lnTo>
                <a:lnTo>
                  <a:pt x="803" y="257"/>
                </a:lnTo>
                <a:lnTo>
                  <a:pt x="820" y="246"/>
                </a:lnTo>
                <a:lnTo>
                  <a:pt x="837" y="242"/>
                </a:lnTo>
                <a:close/>
                <a:moveTo>
                  <a:pt x="291" y="151"/>
                </a:moveTo>
                <a:lnTo>
                  <a:pt x="333" y="166"/>
                </a:lnTo>
                <a:lnTo>
                  <a:pt x="350" y="168"/>
                </a:lnTo>
                <a:lnTo>
                  <a:pt x="363" y="178"/>
                </a:lnTo>
                <a:lnTo>
                  <a:pt x="374" y="189"/>
                </a:lnTo>
                <a:lnTo>
                  <a:pt x="380" y="202"/>
                </a:lnTo>
                <a:lnTo>
                  <a:pt x="386" y="216"/>
                </a:lnTo>
                <a:lnTo>
                  <a:pt x="387" y="225"/>
                </a:lnTo>
                <a:lnTo>
                  <a:pt x="387" y="227"/>
                </a:lnTo>
                <a:lnTo>
                  <a:pt x="387" y="278"/>
                </a:lnTo>
                <a:lnTo>
                  <a:pt x="386" y="282"/>
                </a:lnTo>
                <a:lnTo>
                  <a:pt x="382" y="293"/>
                </a:lnTo>
                <a:lnTo>
                  <a:pt x="374" y="306"/>
                </a:lnTo>
                <a:lnTo>
                  <a:pt x="363" y="320"/>
                </a:lnTo>
                <a:lnTo>
                  <a:pt x="348" y="331"/>
                </a:lnTo>
                <a:lnTo>
                  <a:pt x="348" y="333"/>
                </a:lnTo>
                <a:lnTo>
                  <a:pt x="348" y="337"/>
                </a:lnTo>
                <a:lnTo>
                  <a:pt x="348" y="340"/>
                </a:lnTo>
                <a:lnTo>
                  <a:pt x="348" y="346"/>
                </a:lnTo>
                <a:lnTo>
                  <a:pt x="348" y="352"/>
                </a:lnTo>
                <a:lnTo>
                  <a:pt x="348" y="356"/>
                </a:lnTo>
                <a:lnTo>
                  <a:pt x="348" y="357"/>
                </a:lnTo>
                <a:lnTo>
                  <a:pt x="348" y="359"/>
                </a:lnTo>
                <a:lnTo>
                  <a:pt x="348" y="363"/>
                </a:lnTo>
                <a:lnTo>
                  <a:pt x="350" y="371"/>
                </a:lnTo>
                <a:lnTo>
                  <a:pt x="351" y="382"/>
                </a:lnTo>
                <a:lnTo>
                  <a:pt x="355" y="393"/>
                </a:lnTo>
                <a:lnTo>
                  <a:pt x="363" y="405"/>
                </a:lnTo>
                <a:lnTo>
                  <a:pt x="376" y="410"/>
                </a:lnTo>
                <a:lnTo>
                  <a:pt x="403" y="416"/>
                </a:lnTo>
                <a:lnTo>
                  <a:pt x="421" y="426"/>
                </a:lnTo>
                <a:lnTo>
                  <a:pt x="435" y="435"/>
                </a:lnTo>
                <a:lnTo>
                  <a:pt x="444" y="443"/>
                </a:lnTo>
                <a:lnTo>
                  <a:pt x="450" y="450"/>
                </a:lnTo>
                <a:lnTo>
                  <a:pt x="455" y="460"/>
                </a:lnTo>
                <a:lnTo>
                  <a:pt x="459" y="475"/>
                </a:lnTo>
                <a:lnTo>
                  <a:pt x="461" y="490"/>
                </a:lnTo>
                <a:lnTo>
                  <a:pt x="463" y="501"/>
                </a:lnTo>
                <a:lnTo>
                  <a:pt x="465" y="505"/>
                </a:lnTo>
                <a:lnTo>
                  <a:pt x="155" y="505"/>
                </a:lnTo>
                <a:lnTo>
                  <a:pt x="155" y="501"/>
                </a:lnTo>
                <a:lnTo>
                  <a:pt x="155" y="486"/>
                </a:lnTo>
                <a:lnTo>
                  <a:pt x="159" y="469"/>
                </a:lnTo>
                <a:lnTo>
                  <a:pt x="168" y="452"/>
                </a:lnTo>
                <a:lnTo>
                  <a:pt x="174" y="444"/>
                </a:lnTo>
                <a:lnTo>
                  <a:pt x="181" y="435"/>
                </a:lnTo>
                <a:lnTo>
                  <a:pt x="191" y="426"/>
                </a:lnTo>
                <a:lnTo>
                  <a:pt x="208" y="416"/>
                </a:lnTo>
                <a:lnTo>
                  <a:pt x="234" y="410"/>
                </a:lnTo>
                <a:lnTo>
                  <a:pt x="251" y="405"/>
                </a:lnTo>
                <a:lnTo>
                  <a:pt x="263" y="397"/>
                </a:lnTo>
                <a:lnTo>
                  <a:pt x="270" y="388"/>
                </a:lnTo>
                <a:lnTo>
                  <a:pt x="272" y="378"/>
                </a:lnTo>
                <a:lnTo>
                  <a:pt x="272" y="369"/>
                </a:lnTo>
                <a:lnTo>
                  <a:pt x="272" y="363"/>
                </a:lnTo>
                <a:lnTo>
                  <a:pt x="272" y="361"/>
                </a:lnTo>
                <a:lnTo>
                  <a:pt x="272" y="359"/>
                </a:lnTo>
                <a:lnTo>
                  <a:pt x="272" y="357"/>
                </a:lnTo>
                <a:lnTo>
                  <a:pt x="272" y="352"/>
                </a:lnTo>
                <a:lnTo>
                  <a:pt x="272" y="348"/>
                </a:lnTo>
                <a:lnTo>
                  <a:pt x="272" y="342"/>
                </a:lnTo>
                <a:lnTo>
                  <a:pt x="272" y="339"/>
                </a:lnTo>
                <a:lnTo>
                  <a:pt x="272" y="335"/>
                </a:lnTo>
                <a:lnTo>
                  <a:pt x="270" y="335"/>
                </a:lnTo>
                <a:lnTo>
                  <a:pt x="268" y="331"/>
                </a:lnTo>
                <a:lnTo>
                  <a:pt x="261" y="325"/>
                </a:lnTo>
                <a:lnTo>
                  <a:pt x="253" y="316"/>
                </a:lnTo>
                <a:lnTo>
                  <a:pt x="244" y="304"/>
                </a:lnTo>
                <a:lnTo>
                  <a:pt x="238" y="289"/>
                </a:lnTo>
                <a:lnTo>
                  <a:pt x="234" y="274"/>
                </a:lnTo>
                <a:lnTo>
                  <a:pt x="234" y="248"/>
                </a:lnTo>
                <a:lnTo>
                  <a:pt x="234" y="233"/>
                </a:lnTo>
                <a:lnTo>
                  <a:pt x="234" y="227"/>
                </a:lnTo>
                <a:lnTo>
                  <a:pt x="236" y="223"/>
                </a:lnTo>
                <a:lnTo>
                  <a:pt x="236" y="212"/>
                </a:lnTo>
                <a:lnTo>
                  <a:pt x="242" y="199"/>
                </a:lnTo>
                <a:lnTo>
                  <a:pt x="247" y="182"/>
                </a:lnTo>
                <a:lnTo>
                  <a:pt x="257" y="166"/>
                </a:lnTo>
                <a:lnTo>
                  <a:pt x="272" y="155"/>
                </a:lnTo>
                <a:lnTo>
                  <a:pt x="291" y="151"/>
                </a:lnTo>
                <a:close/>
                <a:moveTo>
                  <a:pt x="155" y="117"/>
                </a:moveTo>
                <a:lnTo>
                  <a:pt x="136" y="123"/>
                </a:lnTo>
                <a:lnTo>
                  <a:pt x="121" y="136"/>
                </a:lnTo>
                <a:lnTo>
                  <a:pt x="117" y="157"/>
                </a:lnTo>
                <a:lnTo>
                  <a:pt x="117" y="507"/>
                </a:lnTo>
                <a:lnTo>
                  <a:pt x="119" y="522"/>
                </a:lnTo>
                <a:lnTo>
                  <a:pt x="128" y="535"/>
                </a:lnTo>
                <a:lnTo>
                  <a:pt x="140" y="545"/>
                </a:lnTo>
                <a:lnTo>
                  <a:pt x="155" y="547"/>
                </a:lnTo>
                <a:lnTo>
                  <a:pt x="467" y="547"/>
                </a:lnTo>
                <a:lnTo>
                  <a:pt x="488" y="541"/>
                </a:lnTo>
                <a:lnTo>
                  <a:pt x="501" y="528"/>
                </a:lnTo>
                <a:lnTo>
                  <a:pt x="507" y="507"/>
                </a:lnTo>
                <a:lnTo>
                  <a:pt x="507" y="157"/>
                </a:lnTo>
                <a:lnTo>
                  <a:pt x="505" y="142"/>
                </a:lnTo>
                <a:lnTo>
                  <a:pt x="495" y="129"/>
                </a:lnTo>
                <a:lnTo>
                  <a:pt x="482" y="121"/>
                </a:lnTo>
                <a:lnTo>
                  <a:pt x="467" y="117"/>
                </a:lnTo>
                <a:lnTo>
                  <a:pt x="155" y="117"/>
                </a:lnTo>
                <a:close/>
                <a:moveTo>
                  <a:pt x="837" y="115"/>
                </a:moveTo>
                <a:lnTo>
                  <a:pt x="788" y="119"/>
                </a:lnTo>
                <a:lnTo>
                  <a:pt x="743" y="130"/>
                </a:lnTo>
                <a:lnTo>
                  <a:pt x="703" y="149"/>
                </a:lnTo>
                <a:lnTo>
                  <a:pt x="669" y="176"/>
                </a:lnTo>
                <a:lnTo>
                  <a:pt x="641" y="208"/>
                </a:lnTo>
                <a:lnTo>
                  <a:pt x="620" y="244"/>
                </a:lnTo>
                <a:lnTo>
                  <a:pt x="607" y="284"/>
                </a:lnTo>
                <a:lnTo>
                  <a:pt x="603" y="325"/>
                </a:lnTo>
                <a:lnTo>
                  <a:pt x="605" y="363"/>
                </a:lnTo>
                <a:lnTo>
                  <a:pt x="616" y="401"/>
                </a:lnTo>
                <a:lnTo>
                  <a:pt x="633" y="437"/>
                </a:lnTo>
                <a:lnTo>
                  <a:pt x="654" y="467"/>
                </a:lnTo>
                <a:lnTo>
                  <a:pt x="681" y="494"/>
                </a:lnTo>
                <a:lnTo>
                  <a:pt x="713" y="514"/>
                </a:lnTo>
                <a:lnTo>
                  <a:pt x="747" y="531"/>
                </a:lnTo>
                <a:lnTo>
                  <a:pt x="785" y="541"/>
                </a:lnTo>
                <a:lnTo>
                  <a:pt x="828" y="545"/>
                </a:lnTo>
                <a:lnTo>
                  <a:pt x="873" y="541"/>
                </a:lnTo>
                <a:lnTo>
                  <a:pt x="919" y="530"/>
                </a:lnTo>
                <a:lnTo>
                  <a:pt x="960" y="511"/>
                </a:lnTo>
                <a:lnTo>
                  <a:pt x="1000" y="486"/>
                </a:lnTo>
                <a:lnTo>
                  <a:pt x="981" y="456"/>
                </a:lnTo>
                <a:lnTo>
                  <a:pt x="975" y="460"/>
                </a:lnTo>
                <a:lnTo>
                  <a:pt x="949" y="477"/>
                </a:lnTo>
                <a:lnTo>
                  <a:pt x="924" y="488"/>
                </a:lnTo>
                <a:lnTo>
                  <a:pt x="879" y="503"/>
                </a:lnTo>
                <a:lnTo>
                  <a:pt x="830" y="507"/>
                </a:lnTo>
                <a:lnTo>
                  <a:pt x="796" y="503"/>
                </a:lnTo>
                <a:lnTo>
                  <a:pt x="762" y="492"/>
                </a:lnTo>
                <a:lnTo>
                  <a:pt x="732" y="477"/>
                </a:lnTo>
                <a:lnTo>
                  <a:pt x="705" y="458"/>
                </a:lnTo>
                <a:lnTo>
                  <a:pt x="679" y="431"/>
                </a:lnTo>
                <a:lnTo>
                  <a:pt x="660" y="399"/>
                </a:lnTo>
                <a:lnTo>
                  <a:pt x="648" y="365"/>
                </a:lnTo>
                <a:lnTo>
                  <a:pt x="643" y="327"/>
                </a:lnTo>
                <a:lnTo>
                  <a:pt x="646" y="293"/>
                </a:lnTo>
                <a:lnTo>
                  <a:pt x="658" y="261"/>
                </a:lnTo>
                <a:lnTo>
                  <a:pt x="675" y="233"/>
                </a:lnTo>
                <a:lnTo>
                  <a:pt x="698" y="206"/>
                </a:lnTo>
                <a:lnTo>
                  <a:pt x="726" y="182"/>
                </a:lnTo>
                <a:lnTo>
                  <a:pt x="760" y="166"/>
                </a:lnTo>
                <a:lnTo>
                  <a:pt x="800" y="157"/>
                </a:lnTo>
                <a:lnTo>
                  <a:pt x="841" y="153"/>
                </a:lnTo>
                <a:lnTo>
                  <a:pt x="873" y="155"/>
                </a:lnTo>
                <a:lnTo>
                  <a:pt x="904" y="161"/>
                </a:lnTo>
                <a:lnTo>
                  <a:pt x="930" y="172"/>
                </a:lnTo>
                <a:lnTo>
                  <a:pt x="958" y="189"/>
                </a:lnTo>
                <a:lnTo>
                  <a:pt x="977" y="214"/>
                </a:lnTo>
                <a:lnTo>
                  <a:pt x="989" y="242"/>
                </a:lnTo>
                <a:lnTo>
                  <a:pt x="993" y="276"/>
                </a:lnTo>
                <a:lnTo>
                  <a:pt x="991" y="306"/>
                </a:lnTo>
                <a:lnTo>
                  <a:pt x="983" y="333"/>
                </a:lnTo>
                <a:lnTo>
                  <a:pt x="970" y="356"/>
                </a:lnTo>
                <a:lnTo>
                  <a:pt x="955" y="373"/>
                </a:lnTo>
                <a:lnTo>
                  <a:pt x="940" y="384"/>
                </a:lnTo>
                <a:lnTo>
                  <a:pt x="924" y="388"/>
                </a:lnTo>
                <a:lnTo>
                  <a:pt x="919" y="388"/>
                </a:lnTo>
                <a:lnTo>
                  <a:pt x="915" y="386"/>
                </a:lnTo>
                <a:lnTo>
                  <a:pt x="911" y="382"/>
                </a:lnTo>
                <a:lnTo>
                  <a:pt x="907" y="378"/>
                </a:lnTo>
                <a:lnTo>
                  <a:pt x="904" y="371"/>
                </a:lnTo>
                <a:lnTo>
                  <a:pt x="902" y="363"/>
                </a:lnTo>
                <a:lnTo>
                  <a:pt x="904" y="357"/>
                </a:lnTo>
                <a:lnTo>
                  <a:pt x="904" y="352"/>
                </a:lnTo>
                <a:lnTo>
                  <a:pt x="906" y="346"/>
                </a:lnTo>
                <a:lnTo>
                  <a:pt x="907" y="340"/>
                </a:lnTo>
                <a:lnTo>
                  <a:pt x="909" y="331"/>
                </a:lnTo>
                <a:lnTo>
                  <a:pt x="943" y="216"/>
                </a:lnTo>
                <a:lnTo>
                  <a:pt x="894" y="216"/>
                </a:lnTo>
                <a:lnTo>
                  <a:pt x="885" y="250"/>
                </a:lnTo>
                <a:lnTo>
                  <a:pt x="881" y="238"/>
                </a:lnTo>
                <a:lnTo>
                  <a:pt x="875" y="231"/>
                </a:lnTo>
                <a:lnTo>
                  <a:pt x="868" y="221"/>
                </a:lnTo>
                <a:lnTo>
                  <a:pt x="849" y="210"/>
                </a:lnTo>
                <a:lnTo>
                  <a:pt x="824" y="206"/>
                </a:lnTo>
                <a:lnTo>
                  <a:pt x="794" y="210"/>
                </a:lnTo>
                <a:lnTo>
                  <a:pt x="767" y="225"/>
                </a:lnTo>
                <a:lnTo>
                  <a:pt x="745" y="248"/>
                </a:lnTo>
                <a:lnTo>
                  <a:pt x="726" y="276"/>
                </a:lnTo>
                <a:lnTo>
                  <a:pt x="715" y="306"/>
                </a:lnTo>
                <a:lnTo>
                  <a:pt x="711" y="339"/>
                </a:lnTo>
                <a:lnTo>
                  <a:pt x="715" y="365"/>
                </a:lnTo>
                <a:lnTo>
                  <a:pt x="722" y="386"/>
                </a:lnTo>
                <a:lnTo>
                  <a:pt x="733" y="403"/>
                </a:lnTo>
                <a:lnTo>
                  <a:pt x="749" y="416"/>
                </a:lnTo>
                <a:lnTo>
                  <a:pt x="766" y="426"/>
                </a:lnTo>
                <a:lnTo>
                  <a:pt x="786" y="429"/>
                </a:lnTo>
                <a:lnTo>
                  <a:pt x="807" y="426"/>
                </a:lnTo>
                <a:lnTo>
                  <a:pt x="824" y="418"/>
                </a:lnTo>
                <a:lnTo>
                  <a:pt x="841" y="407"/>
                </a:lnTo>
                <a:lnTo>
                  <a:pt x="853" y="391"/>
                </a:lnTo>
                <a:lnTo>
                  <a:pt x="864" y="374"/>
                </a:lnTo>
                <a:lnTo>
                  <a:pt x="864" y="380"/>
                </a:lnTo>
                <a:lnTo>
                  <a:pt x="864" y="384"/>
                </a:lnTo>
                <a:lnTo>
                  <a:pt x="864" y="393"/>
                </a:lnTo>
                <a:lnTo>
                  <a:pt x="870" y="403"/>
                </a:lnTo>
                <a:lnTo>
                  <a:pt x="877" y="412"/>
                </a:lnTo>
                <a:lnTo>
                  <a:pt x="887" y="422"/>
                </a:lnTo>
                <a:lnTo>
                  <a:pt x="900" y="427"/>
                </a:lnTo>
                <a:lnTo>
                  <a:pt x="915" y="429"/>
                </a:lnTo>
                <a:lnTo>
                  <a:pt x="945" y="424"/>
                </a:lnTo>
                <a:lnTo>
                  <a:pt x="972" y="408"/>
                </a:lnTo>
                <a:lnTo>
                  <a:pt x="998" y="384"/>
                </a:lnTo>
                <a:lnTo>
                  <a:pt x="1017" y="352"/>
                </a:lnTo>
                <a:lnTo>
                  <a:pt x="1028" y="318"/>
                </a:lnTo>
                <a:lnTo>
                  <a:pt x="1032" y="280"/>
                </a:lnTo>
                <a:lnTo>
                  <a:pt x="1028" y="244"/>
                </a:lnTo>
                <a:lnTo>
                  <a:pt x="1019" y="210"/>
                </a:lnTo>
                <a:lnTo>
                  <a:pt x="1002" y="182"/>
                </a:lnTo>
                <a:lnTo>
                  <a:pt x="977" y="157"/>
                </a:lnTo>
                <a:lnTo>
                  <a:pt x="947" y="138"/>
                </a:lnTo>
                <a:lnTo>
                  <a:pt x="915" y="125"/>
                </a:lnTo>
                <a:lnTo>
                  <a:pt x="877" y="117"/>
                </a:lnTo>
                <a:lnTo>
                  <a:pt x="837" y="115"/>
                </a:lnTo>
                <a:close/>
                <a:moveTo>
                  <a:pt x="38" y="0"/>
                </a:moveTo>
                <a:lnTo>
                  <a:pt x="1089" y="0"/>
                </a:lnTo>
                <a:lnTo>
                  <a:pt x="1110" y="6"/>
                </a:lnTo>
                <a:lnTo>
                  <a:pt x="1123" y="19"/>
                </a:lnTo>
                <a:lnTo>
                  <a:pt x="1129" y="40"/>
                </a:lnTo>
                <a:lnTo>
                  <a:pt x="1129" y="779"/>
                </a:lnTo>
                <a:lnTo>
                  <a:pt x="1123" y="800"/>
                </a:lnTo>
                <a:lnTo>
                  <a:pt x="1110" y="813"/>
                </a:lnTo>
                <a:lnTo>
                  <a:pt x="1089" y="819"/>
                </a:lnTo>
                <a:lnTo>
                  <a:pt x="894" y="819"/>
                </a:lnTo>
                <a:lnTo>
                  <a:pt x="894" y="779"/>
                </a:lnTo>
                <a:lnTo>
                  <a:pt x="915" y="773"/>
                </a:lnTo>
                <a:lnTo>
                  <a:pt x="928" y="760"/>
                </a:lnTo>
                <a:lnTo>
                  <a:pt x="934" y="741"/>
                </a:lnTo>
                <a:lnTo>
                  <a:pt x="928" y="721"/>
                </a:lnTo>
                <a:lnTo>
                  <a:pt x="915" y="707"/>
                </a:lnTo>
                <a:lnTo>
                  <a:pt x="894" y="702"/>
                </a:lnTo>
                <a:lnTo>
                  <a:pt x="817" y="702"/>
                </a:lnTo>
                <a:lnTo>
                  <a:pt x="798" y="707"/>
                </a:lnTo>
                <a:lnTo>
                  <a:pt x="783" y="721"/>
                </a:lnTo>
                <a:lnTo>
                  <a:pt x="779" y="741"/>
                </a:lnTo>
                <a:lnTo>
                  <a:pt x="783" y="760"/>
                </a:lnTo>
                <a:lnTo>
                  <a:pt x="798" y="773"/>
                </a:lnTo>
                <a:lnTo>
                  <a:pt x="817" y="779"/>
                </a:lnTo>
                <a:lnTo>
                  <a:pt x="817" y="819"/>
                </a:lnTo>
                <a:lnTo>
                  <a:pt x="312" y="819"/>
                </a:lnTo>
                <a:lnTo>
                  <a:pt x="312" y="779"/>
                </a:lnTo>
                <a:lnTo>
                  <a:pt x="331" y="773"/>
                </a:lnTo>
                <a:lnTo>
                  <a:pt x="344" y="760"/>
                </a:lnTo>
                <a:lnTo>
                  <a:pt x="350" y="741"/>
                </a:lnTo>
                <a:lnTo>
                  <a:pt x="344" y="721"/>
                </a:lnTo>
                <a:lnTo>
                  <a:pt x="331" y="707"/>
                </a:lnTo>
                <a:lnTo>
                  <a:pt x="312" y="702"/>
                </a:lnTo>
                <a:lnTo>
                  <a:pt x="232" y="702"/>
                </a:lnTo>
                <a:lnTo>
                  <a:pt x="213" y="707"/>
                </a:lnTo>
                <a:lnTo>
                  <a:pt x="200" y="721"/>
                </a:lnTo>
                <a:lnTo>
                  <a:pt x="195" y="741"/>
                </a:lnTo>
                <a:lnTo>
                  <a:pt x="200" y="760"/>
                </a:lnTo>
                <a:lnTo>
                  <a:pt x="213" y="773"/>
                </a:lnTo>
                <a:lnTo>
                  <a:pt x="232" y="779"/>
                </a:lnTo>
                <a:lnTo>
                  <a:pt x="232" y="819"/>
                </a:lnTo>
                <a:lnTo>
                  <a:pt x="38" y="819"/>
                </a:lnTo>
                <a:lnTo>
                  <a:pt x="19" y="813"/>
                </a:lnTo>
                <a:lnTo>
                  <a:pt x="5" y="800"/>
                </a:lnTo>
                <a:lnTo>
                  <a:pt x="0" y="779"/>
                </a:lnTo>
                <a:lnTo>
                  <a:pt x="0" y="40"/>
                </a:lnTo>
                <a:lnTo>
                  <a:pt x="5" y="19"/>
                </a:lnTo>
                <a:lnTo>
                  <a:pt x="19" y="6"/>
                </a:lnTo>
                <a:lnTo>
                  <a:pt x="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060" y="1376772"/>
            <a:ext cx="1080000" cy="782761"/>
          </a:xfrm>
          <a:custGeom>
            <a:avLst/>
            <a:gdLst>
              <a:gd name="T0" fmla="*/ 866 w 1130"/>
              <a:gd name="T1" fmla="*/ 259 h 819"/>
              <a:gd name="T2" fmla="*/ 852 w 1130"/>
              <a:gd name="T3" fmla="*/ 344 h 819"/>
              <a:gd name="T4" fmla="*/ 790 w 1130"/>
              <a:gd name="T5" fmla="*/ 386 h 819"/>
              <a:gd name="T6" fmla="*/ 777 w 1130"/>
              <a:gd name="T7" fmla="*/ 310 h 819"/>
              <a:gd name="T8" fmla="*/ 293 w 1130"/>
              <a:gd name="T9" fmla="*/ 151 h 819"/>
              <a:gd name="T10" fmla="*/ 238 w 1130"/>
              <a:gd name="T11" fmla="*/ 212 h 819"/>
              <a:gd name="T12" fmla="*/ 234 w 1130"/>
              <a:gd name="T13" fmla="*/ 274 h 819"/>
              <a:gd name="T14" fmla="*/ 270 w 1130"/>
              <a:gd name="T15" fmla="*/ 331 h 819"/>
              <a:gd name="T16" fmla="*/ 274 w 1130"/>
              <a:gd name="T17" fmla="*/ 348 h 819"/>
              <a:gd name="T18" fmla="*/ 272 w 1130"/>
              <a:gd name="T19" fmla="*/ 363 h 819"/>
              <a:gd name="T20" fmla="*/ 253 w 1130"/>
              <a:gd name="T21" fmla="*/ 405 h 819"/>
              <a:gd name="T22" fmla="*/ 176 w 1130"/>
              <a:gd name="T23" fmla="*/ 444 h 819"/>
              <a:gd name="T24" fmla="*/ 157 w 1130"/>
              <a:gd name="T25" fmla="*/ 509 h 819"/>
              <a:gd name="T26" fmla="*/ 455 w 1130"/>
              <a:gd name="T27" fmla="*/ 460 h 819"/>
              <a:gd name="T28" fmla="*/ 402 w 1130"/>
              <a:gd name="T29" fmla="*/ 416 h 819"/>
              <a:gd name="T30" fmla="*/ 349 w 1130"/>
              <a:gd name="T31" fmla="*/ 371 h 819"/>
              <a:gd name="T32" fmla="*/ 348 w 1130"/>
              <a:gd name="T33" fmla="*/ 352 h 819"/>
              <a:gd name="T34" fmla="*/ 349 w 1130"/>
              <a:gd name="T35" fmla="*/ 331 h 819"/>
              <a:gd name="T36" fmla="*/ 387 w 1130"/>
              <a:gd name="T37" fmla="*/ 278 h 819"/>
              <a:gd name="T38" fmla="*/ 374 w 1130"/>
              <a:gd name="T39" fmla="*/ 189 h 819"/>
              <a:gd name="T40" fmla="*/ 839 w 1130"/>
              <a:gd name="T41" fmla="*/ 115 h 819"/>
              <a:gd name="T42" fmla="*/ 643 w 1130"/>
              <a:gd name="T43" fmla="*/ 208 h 819"/>
              <a:gd name="T44" fmla="*/ 618 w 1130"/>
              <a:gd name="T45" fmla="*/ 401 h 819"/>
              <a:gd name="T46" fmla="*/ 748 w 1130"/>
              <a:gd name="T47" fmla="*/ 531 h 819"/>
              <a:gd name="T48" fmla="*/ 962 w 1130"/>
              <a:gd name="T49" fmla="*/ 511 h 819"/>
              <a:gd name="T50" fmla="*/ 926 w 1130"/>
              <a:gd name="T51" fmla="*/ 488 h 819"/>
              <a:gd name="T52" fmla="*/ 733 w 1130"/>
              <a:gd name="T53" fmla="*/ 477 h 819"/>
              <a:gd name="T54" fmla="*/ 644 w 1130"/>
              <a:gd name="T55" fmla="*/ 327 h 819"/>
              <a:gd name="T56" fmla="*/ 728 w 1130"/>
              <a:gd name="T57" fmla="*/ 182 h 819"/>
              <a:gd name="T58" fmla="*/ 905 w 1130"/>
              <a:gd name="T59" fmla="*/ 161 h 819"/>
              <a:gd name="T60" fmla="*/ 994 w 1130"/>
              <a:gd name="T61" fmla="*/ 276 h 819"/>
              <a:gd name="T62" fmla="*/ 941 w 1130"/>
              <a:gd name="T63" fmla="*/ 384 h 819"/>
              <a:gd name="T64" fmla="*/ 909 w 1130"/>
              <a:gd name="T65" fmla="*/ 378 h 819"/>
              <a:gd name="T66" fmla="*/ 907 w 1130"/>
              <a:gd name="T67" fmla="*/ 346 h 819"/>
              <a:gd name="T68" fmla="*/ 885 w 1130"/>
              <a:gd name="T69" fmla="*/ 250 h 819"/>
              <a:gd name="T70" fmla="*/ 826 w 1130"/>
              <a:gd name="T71" fmla="*/ 206 h 819"/>
              <a:gd name="T72" fmla="*/ 716 w 1130"/>
              <a:gd name="T73" fmla="*/ 306 h 819"/>
              <a:gd name="T74" fmla="*/ 750 w 1130"/>
              <a:gd name="T75" fmla="*/ 416 h 819"/>
              <a:gd name="T76" fmla="*/ 843 w 1130"/>
              <a:gd name="T77" fmla="*/ 407 h 819"/>
              <a:gd name="T78" fmla="*/ 866 w 1130"/>
              <a:gd name="T79" fmla="*/ 393 h 819"/>
              <a:gd name="T80" fmla="*/ 915 w 1130"/>
              <a:gd name="T81" fmla="*/ 429 h 819"/>
              <a:gd name="T82" fmla="*/ 1030 w 1130"/>
              <a:gd name="T83" fmla="*/ 318 h 819"/>
              <a:gd name="T84" fmla="*/ 977 w 1130"/>
              <a:gd name="T85" fmla="*/ 157 h 819"/>
              <a:gd name="T86" fmla="*/ 39 w 1130"/>
              <a:gd name="T87" fmla="*/ 0 h 819"/>
              <a:gd name="T88" fmla="*/ 1130 w 1130"/>
              <a:gd name="T89" fmla="*/ 779 h 819"/>
              <a:gd name="T90" fmla="*/ 896 w 1130"/>
              <a:gd name="T91" fmla="*/ 779 h 819"/>
              <a:gd name="T92" fmla="*/ 917 w 1130"/>
              <a:gd name="T93" fmla="*/ 707 h 819"/>
              <a:gd name="T94" fmla="*/ 779 w 1130"/>
              <a:gd name="T95" fmla="*/ 741 h 819"/>
              <a:gd name="T96" fmla="*/ 312 w 1130"/>
              <a:gd name="T97" fmla="*/ 819 h 819"/>
              <a:gd name="T98" fmla="*/ 346 w 1130"/>
              <a:gd name="T99" fmla="*/ 721 h 819"/>
              <a:gd name="T100" fmla="*/ 200 w 1130"/>
              <a:gd name="T101" fmla="*/ 721 h 819"/>
              <a:gd name="T102" fmla="*/ 234 w 1130"/>
              <a:gd name="T103" fmla="*/ 819 h 819"/>
              <a:gd name="T104" fmla="*/ 0 w 1130"/>
              <a:gd name="T105" fmla="*/ 40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0" h="819">
                <a:moveTo>
                  <a:pt x="839" y="242"/>
                </a:moveTo>
                <a:lnTo>
                  <a:pt x="847" y="244"/>
                </a:lnTo>
                <a:lnTo>
                  <a:pt x="854" y="248"/>
                </a:lnTo>
                <a:lnTo>
                  <a:pt x="862" y="252"/>
                </a:lnTo>
                <a:lnTo>
                  <a:pt x="866" y="259"/>
                </a:lnTo>
                <a:lnTo>
                  <a:pt x="869" y="267"/>
                </a:lnTo>
                <a:lnTo>
                  <a:pt x="869" y="276"/>
                </a:lnTo>
                <a:lnTo>
                  <a:pt x="868" y="295"/>
                </a:lnTo>
                <a:lnTo>
                  <a:pt x="862" y="318"/>
                </a:lnTo>
                <a:lnTo>
                  <a:pt x="852" y="344"/>
                </a:lnTo>
                <a:lnTo>
                  <a:pt x="839" y="369"/>
                </a:lnTo>
                <a:lnTo>
                  <a:pt x="822" y="384"/>
                </a:lnTo>
                <a:lnTo>
                  <a:pt x="805" y="390"/>
                </a:lnTo>
                <a:lnTo>
                  <a:pt x="798" y="390"/>
                </a:lnTo>
                <a:lnTo>
                  <a:pt x="790" y="386"/>
                </a:lnTo>
                <a:lnTo>
                  <a:pt x="784" y="382"/>
                </a:lnTo>
                <a:lnTo>
                  <a:pt x="781" y="378"/>
                </a:lnTo>
                <a:lnTo>
                  <a:pt x="773" y="363"/>
                </a:lnTo>
                <a:lnTo>
                  <a:pt x="771" y="344"/>
                </a:lnTo>
                <a:lnTo>
                  <a:pt x="777" y="310"/>
                </a:lnTo>
                <a:lnTo>
                  <a:pt x="790" y="276"/>
                </a:lnTo>
                <a:lnTo>
                  <a:pt x="805" y="257"/>
                </a:lnTo>
                <a:lnTo>
                  <a:pt x="820" y="246"/>
                </a:lnTo>
                <a:lnTo>
                  <a:pt x="839" y="242"/>
                </a:lnTo>
                <a:close/>
                <a:moveTo>
                  <a:pt x="293" y="151"/>
                </a:moveTo>
                <a:lnTo>
                  <a:pt x="274" y="155"/>
                </a:lnTo>
                <a:lnTo>
                  <a:pt x="259" y="166"/>
                </a:lnTo>
                <a:lnTo>
                  <a:pt x="247" y="182"/>
                </a:lnTo>
                <a:lnTo>
                  <a:pt x="242" y="199"/>
                </a:lnTo>
                <a:lnTo>
                  <a:pt x="238" y="212"/>
                </a:lnTo>
                <a:lnTo>
                  <a:pt x="234" y="223"/>
                </a:lnTo>
                <a:lnTo>
                  <a:pt x="234" y="227"/>
                </a:lnTo>
                <a:lnTo>
                  <a:pt x="234" y="233"/>
                </a:lnTo>
                <a:lnTo>
                  <a:pt x="234" y="248"/>
                </a:lnTo>
                <a:lnTo>
                  <a:pt x="234" y="274"/>
                </a:lnTo>
                <a:lnTo>
                  <a:pt x="238" y="289"/>
                </a:lnTo>
                <a:lnTo>
                  <a:pt x="244" y="304"/>
                </a:lnTo>
                <a:lnTo>
                  <a:pt x="253" y="316"/>
                </a:lnTo>
                <a:lnTo>
                  <a:pt x="263" y="325"/>
                </a:lnTo>
                <a:lnTo>
                  <a:pt x="270" y="331"/>
                </a:lnTo>
                <a:lnTo>
                  <a:pt x="272" y="335"/>
                </a:lnTo>
                <a:lnTo>
                  <a:pt x="272" y="335"/>
                </a:lnTo>
                <a:lnTo>
                  <a:pt x="272" y="339"/>
                </a:lnTo>
                <a:lnTo>
                  <a:pt x="274" y="342"/>
                </a:lnTo>
                <a:lnTo>
                  <a:pt x="274" y="348"/>
                </a:lnTo>
                <a:lnTo>
                  <a:pt x="274" y="352"/>
                </a:lnTo>
                <a:lnTo>
                  <a:pt x="274" y="357"/>
                </a:lnTo>
                <a:lnTo>
                  <a:pt x="274" y="359"/>
                </a:lnTo>
                <a:lnTo>
                  <a:pt x="272" y="361"/>
                </a:lnTo>
                <a:lnTo>
                  <a:pt x="272" y="363"/>
                </a:lnTo>
                <a:lnTo>
                  <a:pt x="274" y="369"/>
                </a:lnTo>
                <a:lnTo>
                  <a:pt x="274" y="378"/>
                </a:lnTo>
                <a:lnTo>
                  <a:pt x="270" y="388"/>
                </a:lnTo>
                <a:lnTo>
                  <a:pt x="264" y="397"/>
                </a:lnTo>
                <a:lnTo>
                  <a:pt x="253" y="405"/>
                </a:lnTo>
                <a:lnTo>
                  <a:pt x="234" y="410"/>
                </a:lnTo>
                <a:lnTo>
                  <a:pt x="210" y="416"/>
                </a:lnTo>
                <a:lnTo>
                  <a:pt x="193" y="426"/>
                </a:lnTo>
                <a:lnTo>
                  <a:pt x="181" y="435"/>
                </a:lnTo>
                <a:lnTo>
                  <a:pt x="176" y="444"/>
                </a:lnTo>
                <a:lnTo>
                  <a:pt x="170" y="452"/>
                </a:lnTo>
                <a:lnTo>
                  <a:pt x="160" y="469"/>
                </a:lnTo>
                <a:lnTo>
                  <a:pt x="157" y="488"/>
                </a:lnTo>
                <a:lnTo>
                  <a:pt x="157" y="503"/>
                </a:lnTo>
                <a:lnTo>
                  <a:pt x="157" y="509"/>
                </a:lnTo>
                <a:lnTo>
                  <a:pt x="465" y="509"/>
                </a:lnTo>
                <a:lnTo>
                  <a:pt x="465" y="503"/>
                </a:lnTo>
                <a:lnTo>
                  <a:pt x="463" y="492"/>
                </a:lnTo>
                <a:lnTo>
                  <a:pt x="461" y="475"/>
                </a:lnTo>
                <a:lnTo>
                  <a:pt x="455" y="460"/>
                </a:lnTo>
                <a:lnTo>
                  <a:pt x="452" y="450"/>
                </a:lnTo>
                <a:lnTo>
                  <a:pt x="444" y="443"/>
                </a:lnTo>
                <a:lnTo>
                  <a:pt x="435" y="435"/>
                </a:lnTo>
                <a:lnTo>
                  <a:pt x="421" y="426"/>
                </a:lnTo>
                <a:lnTo>
                  <a:pt x="402" y="416"/>
                </a:lnTo>
                <a:lnTo>
                  <a:pt x="376" y="410"/>
                </a:lnTo>
                <a:lnTo>
                  <a:pt x="365" y="405"/>
                </a:lnTo>
                <a:lnTo>
                  <a:pt x="357" y="393"/>
                </a:lnTo>
                <a:lnTo>
                  <a:pt x="353" y="382"/>
                </a:lnTo>
                <a:lnTo>
                  <a:pt x="349" y="371"/>
                </a:lnTo>
                <a:lnTo>
                  <a:pt x="349" y="363"/>
                </a:lnTo>
                <a:lnTo>
                  <a:pt x="349" y="359"/>
                </a:lnTo>
                <a:lnTo>
                  <a:pt x="348" y="357"/>
                </a:lnTo>
                <a:lnTo>
                  <a:pt x="348" y="356"/>
                </a:lnTo>
                <a:lnTo>
                  <a:pt x="348" y="352"/>
                </a:lnTo>
                <a:lnTo>
                  <a:pt x="348" y="346"/>
                </a:lnTo>
                <a:lnTo>
                  <a:pt x="349" y="340"/>
                </a:lnTo>
                <a:lnTo>
                  <a:pt x="349" y="337"/>
                </a:lnTo>
                <a:lnTo>
                  <a:pt x="349" y="333"/>
                </a:lnTo>
                <a:lnTo>
                  <a:pt x="349" y="331"/>
                </a:lnTo>
                <a:lnTo>
                  <a:pt x="365" y="320"/>
                </a:lnTo>
                <a:lnTo>
                  <a:pt x="376" y="306"/>
                </a:lnTo>
                <a:lnTo>
                  <a:pt x="382" y="293"/>
                </a:lnTo>
                <a:lnTo>
                  <a:pt x="385" y="282"/>
                </a:lnTo>
                <a:lnTo>
                  <a:pt x="387" y="278"/>
                </a:lnTo>
                <a:lnTo>
                  <a:pt x="387" y="227"/>
                </a:lnTo>
                <a:lnTo>
                  <a:pt x="387" y="225"/>
                </a:lnTo>
                <a:lnTo>
                  <a:pt x="385" y="216"/>
                </a:lnTo>
                <a:lnTo>
                  <a:pt x="380" y="202"/>
                </a:lnTo>
                <a:lnTo>
                  <a:pt x="374" y="189"/>
                </a:lnTo>
                <a:lnTo>
                  <a:pt x="365" y="178"/>
                </a:lnTo>
                <a:lnTo>
                  <a:pt x="351" y="168"/>
                </a:lnTo>
                <a:lnTo>
                  <a:pt x="332" y="166"/>
                </a:lnTo>
                <a:lnTo>
                  <a:pt x="293" y="151"/>
                </a:lnTo>
                <a:close/>
                <a:moveTo>
                  <a:pt x="839" y="115"/>
                </a:moveTo>
                <a:lnTo>
                  <a:pt x="790" y="119"/>
                </a:lnTo>
                <a:lnTo>
                  <a:pt x="745" y="130"/>
                </a:lnTo>
                <a:lnTo>
                  <a:pt x="705" y="149"/>
                </a:lnTo>
                <a:lnTo>
                  <a:pt x="669" y="176"/>
                </a:lnTo>
                <a:lnTo>
                  <a:pt x="643" y="208"/>
                </a:lnTo>
                <a:lnTo>
                  <a:pt x="622" y="244"/>
                </a:lnTo>
                <a:lnTo>
                  <a:pt x="609" y="284"/>
                </a:lnTo>
                <a:lnTo>
                  <a:pt x="603" y="325"/>
                </a:lnTo>
                <a:lnTo>
                  <a:pt x="607" y="363"/>
                </a:lnTo>
                <a:lnTo>
                  <a:pt x="618" y="401"/>
                </a:lnTo>
                <a:lnTo>
                  <a:pt x="633" y="437"/>
                </a:lnTo>
                <a:lnTo>
                  <a:pt x="656" y="467"/>
                </a:lnTo>
                <a:lnTo>
                  <a:pt x="682" y="494"/>
                </a:lnTo>
                <a:lnTo>
                  <a:pt x="713" y="514"/>
                </a:lnTo>
                <a:lnTo>
                  <a:pt x="748" y="531"/>
                </a:lnTo>
                <a:lnTo>
                  <a:pt x="786" y="541"/>
                </a:lnTo>
                <a:lnTo>
                  <a:pt x="828" y="545"/>
                </a:lnTo>
                <a:lnTo>
                  <a:pt x="875" y="541"/>
                </a:lnTo>
                <a:lnTo>
                  <a:pt x="921" y="530"/>
                </a:lnTo>
                <a:lnTo>
                  <a:pt x="962" y="511"/>
                </a:lnTo>
                <a:lnTo>
                  <a:pt x="1002" y="486"/>
                </a:lnTo>
                <a:lnTo>
                  <a:pt x="983" y="456"/>
                </a:lnTo>
                <a:lnTo>
                  <a:pt x="975" y="460"/>
                </a:lnTo>
                <a:lnTo>
                  <a:pt x="951" y="477"/>
                </a:lnTo>
                <a:lnTo>
                  <a:pt x="926" y="488"/>
                </a:lnTo>
                <a:lnTo>
                  <a:pt x="881" y="503"/>
                </a:lnTo>
                <a:lnTo>
                  <a:pt x="832" y="507"/>
                </a:lnTo>
                <a:lnTo>
                  <a:pt x="796" y="503"/>
                </a:lnTo>
                <a:lnTo>
                  <a:pt x="764" y="492"/>
                </a:lnTo>
                <a:lnTo>
                  <a:pt x="733" y="477"/>
                </a:lnTo>
                <a:lnTo>
                  <a:pt x="707" y="458"/>
                </a:lnTo>
                <a:lnTo>
                  <a:pt x="680" y="431"/>
                </a:lnTo>
                <a:lnTo>
                  <a:pt x="661" y="399"/>
                </a:lnTo>
                <a:lnTo>
                  <a:pt x="648" y="365"/>
                </a:lnTo>
                <a:lnTo>
                  <a:pt x="644" y="327"/>
                </a:lnTo>
                <a:lnTo>
                  <a:pt x="648" y="293"/>
                </a:lnTo>
                <a:lnTo>
                  <a:pt x="660" y="261"/>
                </a:lnTo>
                <a:lnTo>
                  <a:pt x="677" y="233"/>
                </a:lnTo>
                <a:lnTo>
                  <a:pt x="697" y="206"/>
                </a:lnTo>
                <a:lnTo>
                  <a:pt x="728" y="182"/>
                </a:lnTo>
                <a:lnTo>
                  <a:pt x="762" y="166"/>
                </a:lnTo>
                <a:lnTo>
                  <a:pt x="800" y="157"/>
                </a:lnTo>
                <a:lnTo>
                  <a:pt x="843" y="153"/>
                </a:lnTo>
                <a:lnTo>
                  <a:pt x="875" y="155"/>
                </a:lnTo>
                <a:lnTo>
                  <a:pt x="905" y="161"/>
                </a:lnTo>
                <a:lnTo>
                  <a:pt x="932" y="172"/>
                </a:lnTo>
                <a:lnTo>
                  <a:pt x="960" y="189"/>
                </a:lnTo>
                <a:lnTo>
                  <a:pt x="979" y="214"/>
                </a:lnTo>
                <a:lnTo>
                  <a:pt x="991" y="242"/>
                </a:lnTo>
                <a:lnTo>
                  <a:pt x="994" y="276"/>
                </a:lnTo>
                <a:lnTo>
                  <a:pt x="991" y="306"/>
                </a:lnTo>
                <a:lnTo>
                  <a:pt x="985" y="333"/>
                </a:lnTo>
                <a:lnTo>
                  <a:pt x="972" y="356"/>
                </a:lnTo>
                <a:lnTo>
                  <a:pt x="956" y="373"/>
                </a:lnTo>
                <a:lnTo>
                  <a:pt x="941" y="384"/>
                </a:lnTo>
                <a:lnTo>
                  <a:pt x="926" y="388"/>
                </a:lnTo>
                <a:lnTo>
                  <a:pt x="921" y="388"/>
                </a:lnTo>
                <a:lnTo>
                  <a:pt x="917" y="386"/>
                </a:lnTo>
                <a:lnTo>
                  <a:pt x="911" y="382"/>
                </a:lnTo>
                <a:lnTo>
                  <a:pt x="909" y="378"/>
                </a:lnTo>
                <a:lnTo>
                  <a:pt x="905" y="371"/>
                </a:lnTo>
                <a:lnTo>
                  <a:pt x="904" y="363"/>
                </a:lnTo>
                <a:lnTo>
                  <a:pt x="904" y="357"/>
                </a:lnTo>
                <a:lnTo>
                  <a:pt x="905" y="352"/>
                </a:lnTo>
                <a:lnTo>
                  <a:pt x="907" y="346"/>
                </a:lnTo>
                <a:lnTo>
                  <a:pt x="909" y="340"/>
                </a:lnTo>
                <a:lnTo>
                  <a:pt x="911" y="331"/>
                </a:lnTo>
                <a:lnTo>
                  <a:pt x="945" y="216"/>
                </a:lnTo>
                <a:lnTo>
                  <a:pt x="894" y="216"/>
                </a:lnTo>
                <a:lnTo>
                  <a:pt x="885" y="250"/>
                </a:lnTo>
                <a:lnTo>
                  <a:pt x="881" y="238"/>
                </a:lnTo>
                <a:lnTo>
                  <a:pt x="877" y="231"/>
                </a:lnTo>
                <a:lnTo>
                  <a:pt x="869" y="221"/>
                </a:lnTo>
                <a:lnTo>
                  <a:pt x="851" y="210"/>
                </a:lnTo>
                <a:lnTo>
                  <a:pt x="826" y="206"/>
                </a:lnTo>
                <a:lnTo>
                  <a:pt x="796" y="210"/>
                </a:lnTo>
                <a:lnTo>
                  <a:pt x="769" y="225"/>
                </a:lnTo>
                <a:lnTo>
                  <a:pt x="747" y="248"/>
                </a:lnTo>
                <a:lnTo>
                  <a:pt x="728" y="276"/>
                </a:lnTo>
                <a:lnTo>
                  <a:pt x="716" y="306"/>
                </a:lnTo>
                <a:lnTo>
                  <a:pt x="713" y="339"/>
                </a:lnTo>
                <a:lnTo>
                  <a:pt x="714" y="365"/>
                </a:lnTo>
                <a:lnTo>
                  <a:pt x="722" y="386"/>
                </a:lnTo>
                <a:lnTo>
                  <a:pt x="735" y="403"/>
                </a:lnTo>
                <a:lnTo>
                  <a:pt x="750" y="416"/>
                </a:lnTo>
                <a:lnTo>
                  <a:pt x="767" y="426"/>
                </a:lnTo>
                <a:lnTo>
                  <a:pt x="788" y="429"/>
                </a:lnTo>
                <a:lnTo>
                  <a:pt x="809" y="426"/>
                </a:lnTo>
                <a:lnTo>
                  <a:pt x="826" y="418"/>
                </a:lnTo>
                <a:lnTo>
                  <a:pt x="843" y="407"/>
                </a:lnTo>
                <a:lnTo>
                  <a:pt x="854" y="391"/>
                </a:lnTo>
                <a:lnTo>
                  <a:pt x="866" y="374"/>
                </a:lnTo>
                <a:lnTo>
                  <a:pt x="864" y="380"/>
                </a:lnTo>
                <a:lnTo>
                  <a:pt x="864" y="384"/>
                </a:lnTo>
                <a:lnTo>
                  <a:pt x="866" y="393"/>
                </a:lnTo>
                <a:lnTo>
                  <a:pt x="869" y="403"/>
                </a:lnTo>
                <a:lnTo>
                  <a:pt x="877" y="412"/>
                </a:lnTo>
                <a:lnTo>
                  <a:pt x="888" y="422"/>
                </a:lnTo>
                <a:lnTo>
                  <a:pt x="900" y="427"/>
                </a:lnTo>
                <a:lnTo>
                  <a:pt x="915" y="429"/>
                </a:lnTo>
                <a:lnTo>
                  <a:pt x="945" y="424"/>
                </a:lnTo>
                <a:lnTo>
                  <a:pt x="973" y="408"/>
                </a:lnTo>
                <a:lnTo>
                  <a:pt x="1000" y="384"/>
                </a:lnTo>
                <a:lnTo>
                  <a:pt x="1019" y="352"/>
                </a:lnTo>
                <a:lnTo>
                  <a:pt x="1030" y="318"/>
                </a:lnTo>
                <a:lnTo>
                  <a:pt x="1034" y="280"/>
                </a:lnTo>
                <a:lnTo>
                  <a:pt x="1030" y="244"/>
                </a:lnTo>
                <a:lnTo>
                  <a:pt x="1021" y="210"/>
                </a:lnTo>
                <a:lnTo>
                  <a:pt x="1004" y="182"/>
                </a:lnTo>
                <a:lnTo>
                  <a:pt x="977" y="157"/>
                </a:lnTo>
                <a:lnTo>
                  <a:pt x="949" y="138"/>
                </a:lnTo>
                <a:lnTo>
                  <a:pt x="915" y="125"/>
                </a:lnTo>
                <a:lnTo>
                  <a:pt x="879" y="117"/>
                </a:lnTo>
                <a:lnTo>
                  <a:pt x="839" y="115"/>
                </a:lnTo>
                <a:close/>
                <a:moveTo>
                  <a:pt x="39" y="0"/>
                </a:moveTo>
                <a:lnTo>
                  <a:pt x="1091" y="0"/>
                </a:lnTo>
                <a:lnTo>
                  <a:pt x="1112" y="6"/>
                </a:lnTo>
                <a:lnTo>
                  <a:pt x="1125" y="19"/>
                </a:lnTo>
                <a:lnTo>
                  <a:pt x="1130" y="40"/>
                </a:lnTo>
                <a:lnTo>
                  <a:pt x="1130" y="779"/>
                </a:lnTo>
                <a:lnTo>
                  <a:pt x="1125" y="800"/>
                </a:lnTo>
                <a:lnTo>
                  <a:pt x="1112" y="813"/>
                </a:lnTo>
                <a:lnTo>
                  <a:pt x="1091" y="819"/>
                </a:lnTo>
                <a:lnTo>
                  <a:pt x="896" y="819"/>
                </a:lnTo>
                <a:lnTo>
                  <a:pt x="896" y="779"/>
                </a:lnTo>
                <a:lnTo>
                  <a:pt x="917" y="773"/>
                </a:lnTo>
                <a:lnTo>
                  <a:pt x="930" y="760"/>
                </a:lnTo>
                <a:lnTo>
                  <a:pt x="936" y="741"/>
                </a:lnTo>
                <a:lnTo>
                  <a:pt x="930" y="721"/>
                </a:lnTo>
                <a:lnTo>
                  <a:pt x="917" y="707"/>
                </a:lnTo>
                <a:lnTo>
                  <a:pt x="896" y="702"/>
                </a:lnTo>
                <a:lnTo>
                  <a:pt x="818" y="702"/>
                </a:lnTo>
                <a:lnTo>
                  <a:pt x="800" y="707"/>
                </a:lnTo>
                <a:lnTo>
                  <a:pt x="784" y="721"/>
                </a:lnTo>
                <a:lnTo>
                  <a:pt x="779" y="741"/>
                </a:lnTo>
                <a:lnTo>
                  <a:pt x="784" y="760"/>
                </a:lnTo>
                <a:lnTo>
                  <a:pt x="800" y="773"/>
                </a:lnTo>
                <a:lnTo>
                  <a:pt x="818" y="779"/>
                </a:lnTo>
                <a:lnTo>
                  <a:pt x="818" y="819"/>
                </a:lnTo>
                <a:lnTo>
                  <a:pt x="312" y="819"/>
                </a:lnTo>
                <a:lnTo>
                  <a:pt x="312" y="779"/>
                </a:lnTo>
                <a:lnTo>
                  <a:pt x="332" y="773"/>
                </a:lnTo>
                <a:lnTo>
                  <a:pt x="346" y="760"/>
                </a:lnTo>
                <a:lnTo>
                  <a:pt x="351" y="741"/>
                </a:lnTo>
                <a:lnTo>
                  <a:pt x="346" y="721"/>
                </a:lnTo>
                <a:lnTo>
                  <a:pt x="332" y="707"/>
                </a:lnTo>
                <a:lnTo>
                  <a:pt x="312" y="702"/>
                </a:lnTo>
                <a:lnTo>
                  <a:pt x="234" y="702"/>
                </a:lnTo>
                <a:lnTo>
                  <a:pt x="215" y="707"/>
                </a:lnTo>
                <a:lnTo>
                  <a:pt x="200" y="721"/>
                </a:lnTo>
                <a:lnTo>
                  <a:pt x="194" y="741"/>
                </a:lnTo>
                <a:lnTo>
                  <a:pt x="200" y="760"/>
                </a:lnTo>
                <a:lnTo>
                  <a:pt x="215" y="773"/>
                </a:lnTo>
                <a:lnTo>
                  <a:pt x="234" y="779"/>
                </a:lnTo>
                <a:lnTo>
                  <a:pt x="234" y="819"/>
                </a:lnTo>
                <a:lnTo>
                  <a:pt x="39" y="819"/>
                </a:lnTo>
                <a:lnTo>
                  <a:pt x="20" y="813"/>
                </a:lnTo>
                <a:lnTo>
                  <a:pt x="5" y="800"/>
                </a:lnTo>
                <a:lnTo>
                  <a:pt x="0" y="779"/>
                </a:lnTo>
                <a:lnTo>
                  <a:pt x="0" y="40"/>
                </a:lnTo>
                <a:lnTo>
                  <a:pt x="5" y="19"/>
                </a:lnTo>
                <a:lnTo>
                  <a:pt x="20" y="6"/>
                </a:lnTo>
                <a:lnTo>
                  <a:pt x="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159114" y="1228710"/>
            <a:ext cx="888680" cy="1080000"/>
          </a:xfrm>
          <a:custGeom>
            <a:avLst/>
            <a:gdLst>
              <a:gd name="T0" fmla="*/ 458 w 929"/>
              <a:gd name="T1" fmla="*/ 416 h 1129"/>
              <a:gd name="T2" fmla="*/ 471 w 929"/>
              <a:gd name="T3" fmla="*/ 437 h 1129"/>
              <a:gd name="T4" fmla="*/ 465 w 929"/>
              <a:gd name="T5" fmla="*/ 488 h 1129"/>
              <a:gd name="T6" fmla="*/ 424 w 929"/>
              <a:gd name="T7" fmla="*/ 558 h 1129"/>
              <a:gd name="T8" fmla="*/ 390 w 929"/>
              <a:gd name="T9" fmla="*/ 562 h 1129"/>
              <a:gd name="T10" fmla="*/ 373 w 929"/>
              <a:gd name="T11" fmla="*/ 535 h 1129"/>
              <a:gd name="T12" fmla="*/ 392 w 929"/>
              <a:gd name="T13" fmla="*/ 448 h 1129"/>
              <a:gd name="T14" fmla="*/ 441 w 929"/>
              <a:gd name="T15" fmla="*/ 412 h 1129"/>
              <a:gd name="T16" fmla="*/ 344 w 929"/>
              <a:gd name="T17" fmla="*/ 295 h 1129"/>
              <a:gd name="T18" fmla="*/ 237 w 929"/>
              <a:gd name="T19" fmla="*/ 376 h 1129"/>
              <a:gd name="T20" fmla="*/ 197 w 929"/>
              <a:gd name="T21" fmla="*/ 497 h 1129"/>
              <a:gd name="T22" fmla="*/ 229 w 929"/>
              <a:gd name="T23" fmla="*/ 613 h 1129"/>
              <a:gd name="T24" fmla="*/ 310 w 929"/>
              <a:gd name="T25" fmla="*/ 694 h 1129"/>
              <a:gd name="T26" fmla="*/ 429 w 929"/>
              <a:gd name="T27" fmla="*/ 726 h 1129"/>
              <a:gd name="T28" fmla="*/ 569 w 929"/>
              <a:gd name="T29" fmla="*/ 690 h 1129"/>
              <a:gd name="T30" fmla="*/ 583 w 929"/>
              <a:gd name="T31" fmla="*/ 637 h 1129"/>
              <a:gd name="T32" fmla="*/ 484 w 929"/>
              <a:gd name="T33" fmla="*/ 681 h 1129"/>
              <a:gd name="T34" fmla="*/ 363 w 929"/>
              <a:gd name="T35" fmla="*/ 669 h 1129"/>
              <a:gd name="T36" fmla="*/ 276 w 929"/>
              <a:gd name="T37" fmla="*/ 607 h 1129"/>
              <a:gd name="T38" fmla="*/ 240 w 929"/>
              <a:gd name="T39" fmla="*/ 499 h 1129"/>
              <a:gd name="T40" fmla="*/ 273 w 929"/>
              <a:gd name="T41" fmla="*/ 401 h 1129"/>
              <a:gd name="T42" fmla="*/ 361 w 929"/>
              <a:gd name="T43" fmla="*/ 333 h 1129"/>
              <a:gd name="T44" fmla="*/ 479 w 929"/>
              <a:gd name="T45" fmla="*/ 321 h 1129"/>
              <a:gd name="T46" fmla="*/ 566 w 929"/>
              <a:gd name="T47" fmla="*/ 357 h 1129"/>
              <a:gd name="T48" fmla="*/ 602 w 929"/>
              <a:gd name="T49" fmla="*/ 446 h 1129"/>
              <a:gd name="T50" fmla="*/ 579 w 929"/>
              <a:gd name="T51" fmla="*/ 530 h 1129"/>
              <a:gd name="T52" fmla="*/ 532 w 929"/>
              <a:gd name="T53" fmla="*/ 562 h 1129"/>
              <a:gd name="T54" fmla="*/ 516 w 929"/>
              <a:gd name="T55" fmla="*/ 556 h 1129"/>
              <a:gd name="T56" fmla="*/ 507 w 929"/>
              <a:gd name="T57" fmla="*/ 537 h 1129"/>
              <a:gd name="T58" fmla="*/ 511 w 929"/>
              <a:gd name="T59" fmla="*/ 520 h 1129"/>
              <a:gd name="T60" fmla="*/ 550 w 929"/>
              <a:gd name="T61" fmla="*/ 384 h 1129"/>
              <a:gd name="T62" fmla="*/ 484 w 929"/>
              <a:gd name="T63" fmla="*/ 408 h 1129"/>
              <a:gd name="T64" fmla="*/ 452 w 929"/>
              <a:gd name="T65" fmla="*/ 378 h 1129"/>
              <a:gd name="T66" fmla="*/ 369 w 929"/>
              <a:gd name="T67" fmla="*/ 393 h 1129"/>
              <a:gd name="T68" fmla="*/ 314 w 929"/>
              <a:gd name="T69" fmla="*/ 478 h 1129"/>
              <a:gd name="T70" fmla="*/ 320 w 929"/>
              <a:gd name="T71" fmla="*/ 560 h 1129"/>
              <a:gd name="T72" fmla="*/ 367 w 929"/>
              <a:gd name="T73" fmla="*/ 601 h 1129"/>
              <a:gd name="T74" fmla="*/ 428 w 929"/>
              <a:gd name="T75" fmla="*/ 594 h 1129"/>
              <a:gd name="T76" fmla="*/ 467 w 929"/>
              <a:gd name="T77" fmla="*/ 548 h 1129"/>
              <a:gd name="T78" fmla="*/ 469 w 929"/>
              <a:gd name="T79" fmla="*/ 569 h 1129"/>
              <a:gd name="T80" fmla="*/ 492 w 929"/>
              <a:gd name="T81" fmla="*/ 596 h 1129"/>
              <a:gd name="T82" fmla="*/ 550 w 929"/>
              <a:gd name="T83" fmla="*/ 599 h 1129"/>
              <a:gd name="T84" fmla="*/ 628 w 929"/>
              <a:gd name="T85" fmla="*/ 526 h 1129"/>
              <a:gd name="T86" fmla="*/ 639 w 929"/>
              <a:gd name="T87" fmla="*/ 412 h 1129"/>
              <a:gd name="T88" fmla="*/ 585 w 929"/>
              <a:gd name="T89" fmla="*/ 323 h 1129"/>
              <a:gd name="T90" fmla="*/ 482 w 929"/>
              <a:gd name="T91" fmla="*/ 282 h 1129"/>
              <a:gd name="T92" fmla="*/ 808 w 929"/>
              <a:gd name="T93" fmla="*/ 968 h 1129"/>
              <a:gd name="T94" fmla="*/ 768 w 929"/>
              <a:gd name="T95" fmla="*/ 1008 h 1129"/>
              <a:gd name="T96" fmla="*/ 95 w 929"/>
              <a:gd name="T97" fmla="*/ 1033 h 1129"/>
              <a:gd name="T98" fmla="*/ 121 w 929"/>
              <a:gd name="T99" fmla="*/ 1048 h 1129"/>
              <a:gd name="T100" fmla="*/ 838 w 929"/>
              <a:gd name="T101" fmla="*/ 1038 h 1129"/>
              <a:gd name="T102" fmla="*/ 849 w 929"/>
              <a:gd name="T103" fmla="*/ 1014 h 1129"/>
              <a:gd name="T104" fmla="*/ 808 w 929"/>
              <a:gd name="T105" fmla="*/ 76 h 1129"/>
              <a:gd name="T106" fmla="*/ 787 w 929"/>
              <a:gd name="T107" fmla="*/ 6 h 1129"/>
              <a:gd name="T108" fmla="*/ 889 w 929"/>
              <a:gd name="T109" fmla="*/ 42 h 1129"/>
              <a:gd name="T110" fmla="*/ 921 w 929"/>
              <a:gd name="T111" fmla="*/ 62 h 1129"/>
              <a:gd name="T112" fmla="*/ 929 w 929"/>
              <a:gd name="T113" fmla="*/ 83 h 1129"/>
              <a:gd name="T114" fmla="*/ 927 w 929"/>
              <a:gd name="T115" fmla="*/ 1101 h 1129"/>
              <a:gd name="T116" fmla="*/ 906 w 929"/>
              <a:gd name="T117" fmla="*/ 1127 h 1129"/>
              <a:gd name="T118" fmla="*/ 95 w 929"/>
              <a:gd name="T119" fmla="*/ 1125 h 1129"/>
              <a:gd name="T120" fmla="*/ 34 w 929"/>
              <a:gd name="T121" fmla="*/ 1089 h 1129"/>
              <a:gd name="T122" fmla="*/ 4 w 929"/>
              <a:gd name="T123" fmla="*/ 1051 h 1129"/>
              <a:gd name="T124" fmla="*/ 6 w 929"/>
              <a:gd name="T125" fmla="*/ 19 h 1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29" h="1129">
                <a:moveTo>
                  <a:pt x="441" y="412"/>
                </a:moveTo>
                <a:lnTo>
                  <a:pt x="450" y="412"/>
                </a:lnTo>
                <a:lnTo>
                  <a:pt x="458" y="416"/>
                </a:lnTo>
                <a:lnTo>
                  <a:pt x="464" y="422"/>
                </a:lnTo>
                <a:lnTo>
                  <a:pt x="469" y="429"/>
                </a:lnTo>
                <a:lnTo>
                  <a:pt x="471" y="437"/>
                </a:lnTo>
                <a:lnTo>
                  <a:pt x="473" y="446"/>
                </a:lnTo>
                <a:lnTo>
                  <a:pt x="471" y="465"/>
                </a:lnTo>
                <a:lnTo>
                  <a:pt x="465" y="488"/>
                </a:lnTo>
                <a:lnTo>
                  <a:pt x="454" y="516"/>
                </a:lnTo>
                <a:lnTo>
                  <a:pt x="441" y="543"/>
                </a:lnTo>
                <a:lnTo>
                  <a:pt x="424" y="558"/>
                </a:lnTo>
                <a:lnTo>
                  <a:pt x="405" y="564"/>
                </a:lnTo>
                <a:lnTo>
                  <a:pt x="397" y="564"/>
                </a:lnTo>
                <a:lnTo>
                  <a:pt x="390" y="562"/>
                </a:lnTo>
                <a:lnTo>
                  <a:pt x="384" y="556"/>
                </a:lnTo>
                <a:lnTo>
                  <a:pt x="380" y="552"/>
                </a:lnTo>
                <a:lnTo>
                  <a:pt x="373" y="535"/>
                </a:lnTo>
                <a:lnTo>
                  <a:pt x="371" y="516"/>
                </a:lnTo>
                <a:lnTo>
                  <a:pt x="375" y="482"/>
                </a:lnTo>
                <a:lnTo>
                  <a:pt x="392" y="448"/>
                </a:lnTo>
                <a:lnTo>
                  <a:pt x="405" y="427"/>
                </a:lnTo>
                <a:lnTo>
                  <a:pt x="422" y="416"/>
                </a:lnTo>
                <a:lnTo>
                  <a:pt x="441" y="412"/>
                </a:lnTo>
                <a:close/>
                <a:moveTo>
                  <a:pt x="441" y="280"/>
                </a:moveTo>
                <a:lnTo>
                  <a:pt x="390" y="284"/>
                </a:lnTo>
                <a:lnTo>
                  <a:pt x="344" y="295"/>
                </a:lnTo>
                <a:lnTo>
                  <a:pt x="303" y="314"/>
                </a:lnTo>
                <a:lnTo>
                  <a:pt x="265" y="344"/>
                </a:lnTo>
                <a:lnTo>
                  <a:pt x="237" y="376"/>
                </a:lnTo>
                <a:lnTo>
                  <a:pt x="214" y="414"/>
                </a:lnTo>
                <a:lnTo>
                  <a:pt x="201" y="454"/>
                </a:lnTo>
                <a:lnTo>
                  <a:pt x="197" y="497"/>
                </a:lnTo>
                <a:lnTo>
                  <a:pt x="201" y="537"/>
                </a:lnTo>
                <a:lnTo>
                  <a:pt x="210" y="577"/>
                </a:lnTo>
                <a:lnTo>
                  <a:pt x="229" y="613"/>
                </a:lnTo>
                <a:lnTo>
                  <a:pt x="252" y="645"/>
                </a:lnTo>
                <a:lnTo>
                  <a:pt x="278" y="671"/>
                </a:lnTo>
                <a:lnTo>
                  <a:pt x="310" y="694"/>
                </a:lnTo>
                <a:lnTo>
                  <a:pt x="346" y="711"/>
                </a:lnTo>
                <a:lnTo>
                  <a:pt x="386" y="722"/>
                </a:lnTo>
                <a:lnTo>
                  <a:pt x="429" y="726"/>
                </a:lnTo>
                <a:lnTo>
                  <a:pt x="479" y="721"/>
                </a:lnTo>
                <a:lnTo>
                  <a:pt x="524" y="709"/>
                </a:lnTo>
                <a:lnTo>
                  <a:pt x="569" y="690"/>
                </a:lnTo>
                <a:lnTo>
                  <a:pt x="609" y="664"/>
                </a:lnTo>
                <a:lnTo>
                  <a:pt x="588" y="632"/>
                </a:lnTo>
                <a:lnTo>
                  <a:pt x="583" y="637"/>
                </a:lnTo>
                <a:lnTo>
                  <a:pt x="556" y="654"/>
                </a:lnTo>
                <a:lnTo>
                  <a:pt x="532" y="666"/>
                </a:lnTo>
                <a:lnTo>
                  <a:pt x="484" y="681"/>
                </a:lnTo>
                <a:lnTo>
                  <a:pt x="433" y="685"/>
                </a:lnTo>
                <a:lnTo>
                  <a:pt x="397" y="681"/>
                </a:lnTo>
                <a:lnTo>
                  <a:pt x="363" y="669"/>
                </a:lnTo>
                <a:lnTo>
                  <a:pt x="331" y="654"/>
                </a:lnTo>
                <a:lnTo>
                  <a:pt x="303" y="634"/>
                </a:lnTo>
                <a:lnTo>
                  <a:pt x="276" y="607"/>
                </a:lnTo>
                <a:lnTo>
                  <a:pt x="257" y="575"/>
                </a:lnTo>
                <a:lnTo>
                  <a:pt x="244" y="537"/>
                </a:lnTo>
                <a:lnTo>
                  <a:pt x="240" y="499"/>
                </a:lnTo>
                <a:lnTo>
                  <a:pt x="244" y="463"/>
                </a:lnTo>
                <a:lnTo>
                  <a:pt x="254" y="431"/>
                </a:lnTo>
                <a:lnTo>
                  <a:pt x="273" y="401"/>
                </a:lnTo>
                <a:lnTo>
                  <a:pt x="295" y="374"/>
                </a:lnTo>
                <a:lnTo>
                  <a:pt x="325" y="350"/>
                </a:lnTo>
                <a:lnTo>
                  <a:pt x="361" y="333"/>
                </a:lnTo>
                <a:lnTo>
                  <a:pt x="401" y="321"/>
                </a:lnTo>
                <a:lnTo>
                  <a:pt x="445" y="320"/>
                </a:lnTo>
                <a:lnTo>
                  <a:pt x="479" y="321"/>
                </a:lnTo>
                <a:lnTo>
                  <a:pt x="509" y="327"/>
                </a:lnTo>
                <a:lnTo>
                  <a:pt x="537" y="339"/>
                </a:lnTo>
                <a:lnTo>
                  <a:pt x="566" y="357"/>
                </a:lnTo>
                <a:lnTo>
                  <a:pt x="585" y="382"/>
                </a:lnTo>
                <a:lnTo>
                  <a:pt x="598" y="412"/>
                </a:lnTo>
                <a:lnTo>
                  <a:pt x="602" y="446"/>
                </a:lnTo>
                <a:lnTo>
                  <a:pt x="598" y="478"/>
                </a:lnTo>
                <a:lnTo>
                  <a:pt x="592" y="507"/>
                </a:lnTo>
                <a:lnTo>
                  <a:pt x="579" y="530"/>
                </a:lnTo>
                <a:lnTo>
                  <a:pt x="562" y="547"/>
                </a:lnTo>
                <a:lnTo>
                  <a:pt x="547" y="558"/>
                </a:lnTo>
                <a:lnTo>
                  <a:pt x="532" y="562"/>
                </a:lnTo>
                <a:lnTo>
                  <a:pt x="526" y="562"/>
                </a:lnTo>
                <a:lnTo>
                  <a:pt x="520" y="560"/>
                </a:lnTo>
                <a:lnTo>
                  <a:pt x="516" y="556"/>
                </a:lnTo>
                <a:lnTo>
                  <a:pt x="513" y="552"/>
                </a:lnTo>
                <a:lnTo>
                  <a:pt x="509" y="545"/>
                </a:lnTo>
                <a:lnTo>
                  <a:pt x="507" y="537"/>
                </a:lnTo>
                <a:lnTo>
                  <a:pt x="509" y="531"/>
                </a:lnTo>
                <a:lnTo>
                  <a:pt x="509" y="524"/>
                </a:lnTo>
                <a:lnTo>
                  <a:pt x="511" y="520"/>
                </a:lnTo>
                <a:lnTo>
                  <a:pt x="513" y="512"/>
                </a:lnTo>
                <a:lnTo>
                  <a:pt x="515" y="503"/>
                </a:lnTo>
                <a:lnTo>
                  <a:pt x="550" y="384"/>
                </a:lnTo>
                <a:lnTo>
                  <a:pt x="499" y="384"/>
                </a:lnTo>
                <a:lnTo>
                  <a:pt x="488" y="418"/>
                </a:lnTo>
                <a:lnTo>
                  <a:pt x="484" y="408"/>
                </a:lnTo>
                <a:lnTo>
                  <a:pt x="479" y="399"/>
                </a:lnTo>
                <a:lnTo>
                  <a:pt x="473" y="390"/>
                </a:lnTo>
                <a:lnTo>
                  <a:pt x="452" y="378"/>
                </a:lnTo>
                <a:lnTo>
                  <a:pt x="428" y="374"/>
                </a:lnTo>
                <a:lnTo>
                  <a:pt x="395" y="378"/>
                </a:lnTo>
                <a:lnTo>
                  <a:pt x="369" y="393"/>
                </a:lnTo>
                <a:lnTo>
                  <a:pt x="344" y="418"/>
                </a:lnTo>
                <a:lnTo>
                  <a:pt x="325" y="446"/>
                </a:lnTo>
                <a:lnTo>
                  <a:pt x="314" y="478"/>
                </a:lnTo>
                <a:lnTo>
                  <a:pt x="310" y="511"/>
                </a:lnTo>
                <a:lnTo>
                  <a:pt x="312" y="537"/>
                </a:lnTo>
                <a:lnTo>
                  <a:pt x="320" y="560"/>
                </a:lnTo>
                <a:lnTo>
                  <a:pt x="333" y="579"/>
                </a:lnTo>
                <a:lnTo>
                  <a:pt x="348" y="592"/>
                </a:lnTo>
                <a:lnTo>
                  <a:pt x="367" y="601"/>
                </a:lnTo>
                <a:lnTo>
                  <a:pt x="388" y="605"/>
                </a:lnTo>
                <a:lnTo>
                  <a:pt x="409" y="601"/>
                </a:lnTo>
                <a:lnTo>
                  <a:pt x="428" y="594"/>
                </a:lnTo>
                <a:lnTo>
                  <a:pt x="445" y="581"/>
                </a:lnTo>
                <a:lnTo>
                  <a:pt x="456" y="567"/>
                </a:lnTo>
                <a:lnTo>
                  <a:pt x="467" y="548"/>
                </a:lnTo>
                <a:lnTo>
                  <a:pt x="467" y="554"/>
                </a:lnTo>
                <a:lnTo>
                  <a:pt x="467" y="558"/>
                </a:lnTo>
                <a:lnTo>
                  <a:pt x="469" y="569"/>
                </a:lnTo>
                <a:lnTo>
                  <a:pt x="473" y="579"/>
                </a:lnTo>
                <a:lnTo>
                  <a:pt x="481" y="588"/>
                </a:lnTo>
                <a:lnTo>
                  <a:pt x="492" y="596"/>
                </a:lnTo>
                <a:lnTo>
                  <a:pt x="503" y="603"/>
                </a:lnTo>
                <a:lnTo>
                  <a:pt x="520" y="605"/>
                </a:lnTo>
                <a:lnTo>
                  <a:pt x="550" y="599"/>
                </a:lnTo>
                <a:lnTo>
                  <a:pt x="581" y="582"/>
                </a:lnTo>
                <a:lnTo>
                  <a:pt x="607" y="558"/>
                </a:lnTo>
                <a:lnTo>
                  <a:pt x="628" y="526"/>
                </a:lnTo>
                <a:lnTo>
                  <a:pt x="639" y="490"/>
                </a:lnTo>
                <a:lnTo>
                  <a:pt x="641" y="450"/>
                </a:lnTo>
                <a:lnTo>
                  <a:pt x="639" y="412"/>
                </a:lnTo>
                <a:lnTo>
                  <a:pt x="628" y="378"/>
                </a:lnTo>
                <a:lnTo>
                  <a:pt x="611" y="348"/>
                </a:lnTo>
                <a:lnTo>
                  <a:pt x="585" y="323"/>
                </a:lnTo>
                <a:lnTo>
                  <a:pt x="554" y="303"/>
                </a:lnTo>
                <a:lnTo>
                  <a:pt x="520" y="289"/>
                </a:lnTo>
                <a:lnTo>
                  <a:pt x="482" y="282"/>
                </a:lnTo>
                <a:lnTo>
                  <a:pt x="441" y="280"/>
                </a:lnTo>
                <a:close/>
                <a:moveTo>
                  <a:pt x="808" y="76"/>
                </a:moveTo>
                <a:lnTo>
                  <a:pt x="808" y="968"/>
                </a:lnTo>
                <a:lnTo>
                  <a:pt x="802" y="987"/>
                </a:lnTo>
                <a:lnTo>
                  <a:pt x="787" y="1002"/>
                </a:lnTo>
                <a:lnTo>
                  <a:pt x="768" y="1008"/>
                </a:lnTo>
                <a:lnTo>
                  <a:pt x="80" y="1006"/>
                </a:lnTo>
                <a:lnTo>
                  <a:pt x="85" y="1021"/>
                </a:lnTo>
                <a:lnTo>
                  <a:pt x="95" y="1033"/>
                </a:lnTo>
                <a:lnTo>
                  <a:pt x="108" y="1042"/>
                </a:lnTo>
                <a:lnTo>
                  <a:pt x="117" y="1046"/>
                </a:lnTo>
                <a:lnTo>
                  <a:pt x="121" y="1048"/>
                </a:lnTo>
                <a:lnTo>
                  <a:pt x="808" y="1048"/>
                </a:lnTo>
                <a:lnTo>
                  <a:pt x="825" y="1046"/>
                </a:lnTo>
                <a:lnTo>
                  <a:pt x="838" y="1038"/>
                </a:lnTo>
                <a:lnTo>
                  <a:pt x="844" y="1029"/>
                </a:lnTo>
                <a:lnTo>
                  <a:pt x="847" y="1021"/>
                </a:lnTo>
                <a:lnTo>
                  <a:pt x="849" y="1014"/>
                </a:lnTo>
                <a:lnTo>
                  <a:pt x="849" y="1010"/>
                </a:lnTo>
                <a:lnTo>
                  <a:pt x="849" y="91"/>
                </a:lnTo>
                <a:lnTo>
                  <a:pt x="808" y="76"/>
                </a:lnTo>
                <a:close/>
                <a:moveTo>
                  <a:pt x="42" y="0"/>
                </a:moveTo>
                <a:lnTo>
                  <a:pt x="768" y="0"/>
                </a:lnTo>
                <a:lnTo>
                  <a:pt x="787" y="6"/>
                </a:lnTo>
                <a:lnTo>
                  <a:pt x="802" y="19"/>
                </a:lnTo>
                <a:lnTo>
                  <a:pt x="808" y="40"/>
                </a:lnTo>
                <a:lnTo>
                  <a:pt x="889" y="42"/>
                </a:lnTo>
                <a:lnTo>
                  <a:pt x="902" y="45"/>
                </a:lnTo>
                <a:lnTo>
                  <a:pt x="914" y="53"/>
                </a:lnTo>
                <a:lnTo>
                  <a:pt x="921" y="62"/>
                </a:lnTo>
                <a:lnTo>
                  <a:pt x="925" y="72"/>
                </a:lnTo>
                <a:lnTo>
                  <a:pt x="929" y="79"/>
                </a:lnTo>
                <a:lnTo>
                  <a:pt x="929" y="83"/>
                </a:lnTo>
                <a:lnTo>
                  <a:pt x="929" y="1091"/>
                </a:lnTo>
                <a:lnTo>
                  <a:pt x="929" y="1093"/>
                </a:lnTo>
                <a:lnTo>
                  <a:pt x="927" y="1101"/>
                </a:lnTo>
                <a:lnTo>
                  <a:pt x="923" y="1110"/>
                </a:lnTo>
                <a:lnTo>
                  <a:pt x="915" y="1120"/>
                </a:lnTo>
                <a:lnTo>
                  <a:pt x="906" y="1127"/>
                </a:lnTo>
                <a:lnTo>
                  <a:pt x="891" y="1129"/>
                </a:lnTo>
                <a:lnTo>
                  <a:pt x="119" y="1129"/>
                </a:lnTo>
                <a:lnTo>
                  <a:pt x="95" y="1125"/>
                </a:lnTo>
                <a:lnTo>
                  <a:pt x="70" y="1116"/>
                </a:lnTo>
                <a:lnTo>
                  <a:pt x="51" y="1104"/>
                </a:lnTo>
                <a:lnTo>
                  <a:pt x="34" y="1089"/>
                </a:lnTo>
                <a:lnTo>
                  <a:pt x="19" y="1074"/>
                </a:lnTo>
                <a:lnTo>
                  <a:pt x="10" y="1061"/>
                </a:lnTo>
                <a:lnTo>
                  <a:pt x="4" y="1051"/>
                </a:lnTo>
                <a:lnTo>
                  <a:pt x="0" y="1048"/>
                </a:lnTo>
                <a:lnTo>
                  <a:pt x="0" y="40"/>
                </a:lnTo>
                <a:lnTo>
                  <a:pt x="6" y="19"/>
                </a:lnTo>
                <a:lnTo>
                  <a:pt x="21" y="6"/>
                </a:lnTo>
                <a:lnTo>
                  <a:pt x="4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821716" y="1228710"/>
            <a:ext cx="887723" cy="1080000"/>
          </a:xfrm>
          <a:custGeom>
            <a:avLst/>
            <a:gdLst>
              <a:gd name="T0" fmla="*/ 926 w 928"/>
              <a:gd name="T1" fmla="*/ 565 h 1129"/>
              <a:gd name="T2" fmla="*/ 905 w 928"/>
              <a:gd name="T3" fmla="*/ 599 h 1129"/>
              <a:gd name="T4" fmla="*/ 442 w 928"/>
              <a:gd name="T5" fmla="*/ 414 h 1129"/>
              <a:gd name="T6" fmla="*/ 470 w 928"/>
              <a:gd name="T7" fmla="*/ 431 h 1129"/>
              <a:gd name="T8" fmla="*/ 467 w 928"/>
              <a:gd name="T9" fmla="*/ 490 h 1129"/>
              <a:gd name="T10" fmla="*/ 408 w 928"/>
              <a:gd name="T11" fmla="*/ 565 h 1129"/>
              <a:gd name="T12" fmla="*/ 382 w 928"/>
              <a:gd name="T13" fmla="*/ 552 h 1129"/>
              <a:gd name="T14" fmla="*/ 393 w 928"/>
              <a:gd name="T15" fmla="*/ 448 h 1129"/>
              <a:gd name="T16" fmla="*/ 442 w 928"/>
              <a:gd name="T17" fmla="*/ 282 h 1129"/>
              <a:gd name="T18" fmla="*/ 268 w 928"/>
              <a:gd name="T19" fmla="*/ 346 h 1129"/>
              <a:gd name="T20" fmla="*/ 198 w 928"/>
              <a:gd name="T21" fmla="*/ 499 h 1129"/>
              <a:gd name="T22" fmla="*/ 253 w 928"/>
              <a:gd name="T23" fmla="*/ 647 h 1129"/>
              <a:gd name="T24" fmla="*/ 387 w 928"/>
              <a:gd name="T25" fmla="*/ 722 h 1129"/>
              <a:gd name="T26" fmla="*/ 571 w 928"/>
              <a:gd name="T27" fmla="*/ 692 h 1129"/>
              <a:gd name="T28" fmla="*/ 559 w 928"/>
              <a:gd name="T29" fmla="*/ 656 h 1129"/>
              <a:gd name="T30" fmla="*/ 399 w 928"/>
              <a:gd name="T31" fmla="*/ 683 h 1129"/>
              <a:gd name="T32" fmla="*/ 279 w 928"/>
              <a:gd name="T33" fmla="*/ 609 h 1129"/>
              <a:gd name="T34" fmla="*/ 245 w 928"/>
              <a:gd name="T35" fmla="*/ 465 h 1129"/>
              <a:gd name="T36" fmla="*/ 327 w 928"/>
              <a:gd name="T37" fmla="*/ 352 h 1129"/>
              <a:gd name="T38" fmla="*/ 480 w 928"/>
              <a:gd name="T39" fmla="*/ 323 h 1129"/>
              <a:gd name="T40" fmla="*/ 588 w 928"/>
              <a:gd name="T41" fmla="*/ 384 h 1129"/>
              <a:gd name="T42" fmla="*/ 593 w 928"/>
              <a:gd name="T43" fmla="*/ 507 h 1129"/>
              <a:gd name="T44" fmla="*/ 533 w 928"/>
              <a:gd name="T45" fmla="*/ 564 h 1129"/>
              <a:gd name="T46" fmla="*/ 516 w 928"/>
              <a:gd name="T47" fmla="*/ 554 h 1129"/>
              <a:gd name="T48" fmla="*/ 512 w 928"/>
              <a:gd name="T49" fmla="*/ 526 h 1129"/>
              <a:gd name="T50" fmla="*/ 552 w 928"/>
              <a:gd name="T51" fmla="*/ 386 h 1129"/>
              <a:gd name="T52" fmla="*/ 482 w 928"/>
              <a:gd name="T53" fmla="*/ 401 h 1129"/>
              <a:gd name="T54" fmla="*/ 399 w 928"/>
              <a:gd name="T55" fmla="*/ 380 h 1129"/>
              <a:gd name="T56" fmla="*/ 315 w 928"/>
              <a:gd name="T57" fmla="*/ 480 h 1129"/>
              <a:gd name="T58" fmla="*/ 334 w 928"/>
              <a:gd name="T59" fmla="*/ 579 h 1129"/>
              <a:gd name="T60" fmla="*/ 410 w 928"/>
              <a:gd name="T61" fmla="*/ 603 h 1129"/>
              <a:gd name="T62" fmla="*/ 470 w 928"/>
              <a:gd name="T63" fmla="*/ 550 h 1129"/>
              <a:gd name="T64" fmla="*/ 474 w 928"/>
              <a:gd name="T65" fmla="*/ 581 h 1129"/>
              <a:gd name="T66" fmla="*/ 521 w 928"/>
              <a:gd name="T67" fmla="*/ 607 h 1129"/>
              <a:gd name="T68" fmla="*/ 629 w 928"/>
              <a:gd name="T69" fmla="*/ 528 h 1129"/>
              <a:gd name="T70" fmla="*/ 631 w 928"/>
              <a:gd name="T71" fmla="*/ 380 h 1129"/>
              <a:gd name="T72" fmla="*/ 521 w 928"/>
              <a:gd name="T73" fmla="*/ 291 h 1129"/>
              <a:gd name="T74" fmla="*/ 926 w 928"/>
              <a:gd name="T75" fmla="*/ 240 h 1129"/>
              <a:gd name="T76" fmla="*/ 922 w 928"/>
              <a:gd name="T77" fmla="*/ 380 h 1129"/>
              <a:gd name="T78" fmla="*/ 847 w 928"/>
              <a:gd name="T79" fmla="*/ 401 h 1129"/>
              <a:gd name="T80" fmla="*/ 926 w 928"/>
              <a:gd name="T81" fmla="*/ 159 h 1129"/>
              <a:gd name="T82" fmla="*/ 917 w 928"/>
              <a:gd name="T83" fmla="*/ 189 h 1129"/>
              <a:gd name="T84" fmla="*/ 847 w 928"/>
              <a:gd name="T85" fmla="*/ 38 h 1129"/>
              <a:gd name="T86" fmla="*/ 801 w 928"/>
              <a:gd name="T87" fmla="*/ 19 h 1129"/>
              <a:gd name="T88" fmla="*/ 786 w 928"/>
              <a:gd name="T89" fmla="*/ 1002 h 1129"/>
              <a:gd name="T90" fmla="*/ 94 w 928"/>
              <a:gd name="T91" fmla="*/ 1034 h 1129"/>
              <a:gd name="T92" fmla="*/ 807 w 928"/>
              <a:gd name="T93" fmla="*/ 1048 h 1129"/>
              <a:gd name="T94" fmla="*/ 847 w 928"/>
              <a:gd name="T95" fmla="*/ 1021 h 1129"/>
              <a:gd name="T96" fmla="*/ 928 w 928"/>
              <a:gd name="T97" fmla="*/ 645 h 1129"/>
              <a:gd name="T98" fmla="*/ 905 w 928"/>
              <a:gd name="T99" fmla="*/ 1123 h 1129"/>
              <a:gd name="T100" fmla="*/ 122 w 928"/>
              <a:gd name="T101" fmla="*/ 1129 h 1129"/>
              <a:gd name="T102" fmla="*/ 32 w 928"/>
              <a:gd name="T103" fmla="*/ 1080 h 1129"/>
              <a:gd name="T104" fmla="*/ 1 w 928"/>
              <a:gd name="T105" fmla="*/ 1014 h 1129"/>
              <a:gd name="T106" fmla="*/ 20 w 928"/>
              <a:gd name="T107" fmla="*/ 6 h 1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28" h="1129">
                <a:moveTo>
                  <a:pt x="847" y="441"/>
                </a:moveTo>
                <a:lnTo>
                  <a:pt x="926" y="441"/>
                </a:lnTo>
                <a:lnTo>
                  <a:pt x="926" y="562"/>
                </a:lnTo>
                <a:lnTo>
                  <a:pt x="926" y="565"/>
                </a:lnTo>
                <a:lnTo>
                  <a:pt x="926" y="573"/>
                </a:lnTo>
                <a:lnTo>
                  <a:pt x="922" y="582"/>
                </a:lnTo>
                <a:lnTo>
                  <a:pt x="917" y="592"/>
                </a:lnTo>
                <a:lnTo>
                  <a:pt x="905" y="599"/>
                </a:lnTo>
                <a:lnTo>
                  <a:pt x="888" y="603"/>
                </a:lnTo>
                <a:lnTo>
                  <a:pt x="847" y="603"/>
                </a:lnTo>
                <a:lnTo>
                  <a:pt x="847" y="441"/>
                </a:lnTo>
                <a:close/>
                <a:moveTo>
                  <a:pt x="442" y="414"/>
                </a:moveTo>
                <a:lnTo>
                  <a:pt x="451" y="414"/>
                </a:lnTo>
                <a:lnTo>
                  <a:pt x="459" y="418"/>
                </a:lnTo>
                <a:lnTo>
                  <a:pt x="467" y="424"/>
                </a:lnTo>
                <a:lnTo>
                  <a:pt x="470" y="431"/>
                </a:lnTo>
                <a:lnTo>
                  <a:pt x="474" y="439"/>
                </a:lnTo>
                <a:lnTo>
                  <a:pt x="474" y="448"/>
                </a:lnTo>
                <a:lnTo>
                  <a:pt x="472" y="467"/>
                </a:lnTo>
                <a:lnTo>
                  <a:pt x="467" y="490"/>
                </a:lnTo>
                <a:lnTo>
                  <a:pt x="455" y="518"/>
                </a:lnTo>
                <a:lnTo>
                  <a:pt x="442" y="545"/>
                </a:lnTo>
                <a:lnTo>
                  <a:pt x="427" y="560"/>
                </a:lnTo>
                <a:lnTo>
                  <a:pt x="408" y="565"/>
                </a:lnTo>
                <a:lnTo>
                  <a:pt x="400" y="565"/>
                </a:lnTo>
                <a:lnTo>
                  <a:pt x="393" y="562"/>
                </a:lnTo>
                <a:lnTo>
                  <a:pt x="387" y="558"/>
                </a:lnTo>
                <a:lnTo>
                  <a:pt x="382" y="552"/>
                </a:lnTo>
                <a:lnTo>
                  <a:pt x="374" y="537"/>
                </a:lnTo>
                <a:lnTo>
                  <a:pt x="372" y="518"/>
                </a:lnTo>
                <a:lnTo>
                  <a:pt x="378" y="484"/>
                </a:lnTo>
                <a:lnTo>
                  <a:pt x="393" y="448"/>
                </a:lnTo>
                <a:lnTo>
                  <a:pt x="408" y="429"/>
                </a:lnTo>
                <a:lnTo>
                  <a:pt x="423" y="418"/>
                </a:lnTo>
                <a:lnTo>
                  <a:pt x="442" y="414"/>
                </a:lnTo>
                <a:close/>
                <a:moveTo>
                  <a:pt x="442" y="282"/>
                </a:moveTo>
                <a:lnTo>
                  <a:pt x="391" y="286"/>
                </a:lnTo>
                <a:lnTo>
                  <a:pt x="346" y="297"/>
                </a:lnTo>
                <a:lnTo>
                  <a:pt x="304" y="316"/>
                </a:lnTo>
                <a:lnTo>
                  <a:pt x="268" y="346"/>
                </a:lnTo>
                <a:lnTo>
                  <a:pt x="238" y="378"/>
                </a:lnTo>
                <a:lnTo>
                  <a:pt x="217" y="414"/>
                </a:lnTo>
                <a:lnTo>
                  <a:pt x="204" y="456"/>
                </a:lnTo>
                <a:lnTo>
                  <a:pt x="198" y="499"/>
                </a:lnTo>
                <a:lnTo>
                  <a:pt x="202" y="539"/>
                </a:lnTo>
                <a:lnTo>
                  <a:pt x="213" y="577"/>
                </a:lnTo>
                <a:lnTo>
                  <a:pt x="230" y="615"/>
                </a:lnTo>
                <a:lnTo>
                  <a:pt x="253" y="647"/>
                </a:lnTo>
                <a:lnTo>
                  <a:pt x="281" y="673"/>
                </a:lnTo>
                <a:lnTo>
                  <a:pt x="312" y="694"/>
                </a:lnTo>
                <a:lnTo>
                  <a:pt x="347" y="713"/>
                </a:lnTo>
                <a:lnTo>
                  <a:pt x="387" y="722"/>
                </a:lnTo>
                <a:lnTo>
                  <a:pt x="433" y="726"/>
                </a:lnTo>
                <a:lnTo>
                  <a:pt x="480" y="722"/>
                </a:lnTo>
                <a:lnTo>
                  <a:pt x="527" y="711"/>
                </a:lnTo>
                <a:lnTo>
                  <a:pt x="571" y="692"/>
                </a:lnTo>
                <a:lnTo>
                  <a:pt x="610" y="666"/>
                </a:lnTo>
                <a:lnTo>
                  <a:pt x="591" y="634"/>
                </a:lnTo>
                <a:lnTo>
                  <a:pt x="584" y="639"/>
                </a:lnTo>
                <a:lnTo>
                  <a:pt x="559" y="656"/>
                </a:lnTo>
                <a:lnTo>
                  <a:pt x="533" y="668"/>
                </a:lnTo>
                <a:lnTo>
                  <a:pt x="486" y="683"/>
                </a:lnTo>
                <a:lnTo>
                  <a:pt x="434" y="686"/>
                </a:lnTo>
                <a:lnTo>
                  <a:pt x="399" y="683"/>
                </a:lnTo>
                <a:lnTo>
                  <a:pt x="365" y="671"/>
                </a:lnTo>
                <a:lnTo>
                  <a:pt x="334" y="654"/>
                </a:lnTo>
                <a:lnTo>
                  <a:pt x="306" y="635"/>
                </a:lnTo>
                <a:lnTo>
                  <a:pt x="279" y="609"/>
                </a:lnTo>
                <a:lnTo>
                  <a:pt x="259" y="577"/>
                </a:lnTo>
                <a:lnTo>
                  <a:pt x="245" y="539"/>
                </a:lnTo>
                <a:lnTo>
                  <a:pt x="242" y="499"/>
                </a:lnTo>
                <a:lnTo>
                  <a:pt x="245" y="465"/>
                </a:lnTo>
                <a:lnTo>
                  <a:pt x="257" y="433"/>
                </a:lnTo>
                <a:lnTo>
                  <a:pt x="274" y="403"/>
                </a:lnTo>
                <a:lnTo>
                  <a:pt x="296" y="376"/>
                </a:lnTo>
                <a:lnTo>
                  <a:pt x="327" y="352"/>
                </a:lnTo>
                <a:lnTo>
                  <a:pt x="363" y="335"/>
                </a:lnTo>
                <a:lnTo>
                  <a:pt x="402" y="323"/>
                </a:lnTo>
                <a:lnTo>
                  <a:pt x="448" y="321"/>
                </a:lnTo>
                <a:lnTo>
                  <a:pt x="480" y="323"/>
                </a:lnTo>
                <a:lnTo>
                  <a:pt x="510" y="329"/>
                </a:lnTo>
                <a:lnTo>
                  <a:pt x="538" y="339"/>
                </a:lnTo>
                <a:lnTo>
                  <a:pt x="567" y="359"/>
                </a:lnTo>
                <a:lnTo>
                  <a:pt x="588" y="384"/>
                </a:lnTo>
                <a:lnTo>
                  <a:pt x="599" y="412"/>
                </a:lnTo>
                <a:lnTo>
                  <a:pt x="603" y="448"/>
                </a:lnTo>
                <a:lnTo>
                  <a:pt x="601" y="480"/>
                </a:lnTo>
                <a:lnTo>
                  <a:pt x="593" y="507"/>
                </a:lnTo>
                <a:lnTo>
                  <a:pt x="580" y="531"/>
                </a:lnTo>
                <a:lnTo>
                  <a:pt x="565" y="548"/>
                </a:lnTo>
                <a:lnTo>
                  <a:pt x="548" y="560"/>
                </a:lnTo>
                <a:lnTo>
                  <a:pt x="533" y="564"/>
                </a:lnTo>
                <a:lnTo>
                  <a:pt x="527" y="564"/>
                </a:lnTo>
                <a:lnTo>
                  <a:pt x="521" y="562"/>
                </a:lnTo>
                <a:lnTo>
                  <a:pt x="518" y="558"/>
                </a:lnTo>
                <a:lnTo>
                  <a:pt x="516" y="554"/>
                </a:lnTo>
                <a:lnTo>
                  <a:pt x="510" y="547"/>
                </a:lnTo>
                <a:lnTo>
                  <a:pt x="510" y="539"/>
                </a:lnTo>
                <a:lnTo>
                  <a:pt x="510" y="533"/>
                </a:lnTo>
                <a:lnTo>
                  <a:pt x="512" y="526"/>
                </a:lnTo>
                <a:lnTo>
                  <a:pt x="512" y="520"/>
                </a:lnTo>
                <a:lnTo>
                  <a:pt x="514" y="514"/>
                </a:lnTo>
                <a:lnTo>
                  <a:pt x="518" y="505"/>
                </a:lnTo>
                <a:lnTo>
                  <a:pt x="552" y="386"/>
                </a:lnTo>
                <a:lnTo>
                  <a:pt x="501" y="386"/>
                </a:lnTo>
                <a:lnTo>
                  <a:pt x="491" y="420"/>
                </a:lnTo>
                <a:lnTo>
                  <a:pt x="487" y="410"/>
                </a:lnTo>
                <a:lnTo>
                  <a:pt x="482" y="401"/>
                </a:lnTo>
                <a:lnTo>
                  <a:pt x="474" y="391"/>
                </a:lnTo>
                <a:lnTo>
                  <a:pt x="455" y="380"/>
                </a:lnTo>
                <a:lnTo>
                  <a:pt x="429" y="376"/>
                </a:lnTo>
                <a:lnTo>
                  <a:pt x="399" y="380"/>
                </a:lnTo>
                <a:lnTo>
                  <a:pt x="370" y="395"/>
                </a:lnTo>
                <a:lnTo>
                  <a:pt x="346" y="420"/>
                </a:lnTo>
                <a:lnTo>
                  <a:pt x="327" y="448"/>
                </a:lnTo>
                <a:lnTo>
                  <a:pt x="315" y="480"/>
                </a:lnTo>
                <a:lnTo>
                  <a:pt x="312" y="512"/>
                </a:lnTo>
                <a:lnTo>
                  <a:pt x="315" y="539"/>
                </a:lnTo>
                <a:lnTo>
                  <a:pt x="321" y="562"/>
                </a:lnTo>
                <a:lnTo>
                  <a:pt x="334" y="579"/>
                </a:lnTo>
                <a:lnTo>
                  <a:pt x="349" y="594"/>
                </a:lnTo>
                <a:lnTo>
                  <a:pt x="368" y="603"/>
                </a:lnTo>
                <a:lnTo>
                  <a:pt x="389" y="605"/>
                </a:lnTo>
                <a:lnTo>
                  <a:pt x="410" y="603"/>
                </a:lnTo>
                <a:lnTo>
                  <a:pt x="429" y="594"/>
                </a:lnTo>
                <a:lnTo>
                  <a:pt x="446" y="582"/>
                </a:lnTo>
                <a:lnTo>
                  <a:pt x="459" y="569"/>
                </a:lnTo>
                <a:lnTo>
                  <a:pt x="470" y="550"/>
                </a:lnTo>
                <a:lnTo>
                  <a:pt x="469" y="556"/>
                </a:lnTo>
                <a:lnTo>
                  <a:pt x="469" y="560"/>
                </a:lnTo>
                <a:lnTo>
                  <a:pt x="470" y="569"/>
                </a:lnTo>
                <a:lnTo>
                  <a:pt x="474" y="581"/>
                </a:lnTo>
                <a:lnTo>
                  <a:pt x="482" y="590"/>
                </a:lnTo>
                <a:lnTo>
                  <a:pt x="493" y="598"/>
                </a:lnTo>
                <a:lnTo>
                  <a:pt x="506" y="603"/>
                </a:lnTo>
                <a:lnTo>
                  <a:pt x="521" y="607"/>
                </a:lnTo>
                <a:lnTo>
                  <a:pt x="554" y="601"/>
                </a:lnTo>
                <a:lnTo>
                  <a:pt x="582" y="584"/>
                </a:lnTo>
                <a:lnTo>
                  <a:pt x="608" y="560"/>
                </a:lnTo>
                <a:lnTo>
                  <a:pt x="629" y="528"/>
                </a:lnTo>
                <a:lnTo>
                  <a:pt x="641" y="492"/>
                </a:lnTo>
                <a:lnTo>
                  <a:pt x="644" y="452"/>
                </a:lnTo>
                <a:lnTo>
                  <a:pt x="641" y="414"/>
                </a:lnTo>
                <a:lnTo>
                  <a:pt x="631" y="380"/>
                </a:lnTo>
                <a:lnTo>
                  <a:pt x="612" y="350"/>
                </a:lnTo>
                <a:lnTo>
                  <a:pt x="586" y="323"/>
                </a:lnTo>
                <a:lnTo>
                  <a:pt x="555" y="304"/>
                </a:lnTo>
                <a:lnTo>
                  <a:pt x="521" y="291"/>
                </a:lnTo>
                <a:lnTo>
                  <a:pt x="484" y="284"/>
                </a:lnTo>
                <a:lnTo>
                  <a:pt x="442" y="282"/>
                </a:lnTo>
                <a:close/>
                <a:moveTo>
                  <a:pt x="847" y="240"/>
                </a:moveTo>
                <a:lnTo>
                  <a:pt x="926" y="240"/>
                </a:lnTo>
                <a:lnTo>
                  <a:pt x="926" y="361"/>
                </a:lnTo>
                <a:lnTo>
                  <a:pt x="926" y="363"/>
                </a:lnTo>
                <a:lnTo>
                  <a:pt x="926" y="371"/>
                </a:lnTo>
                <a:lnTo>
                  <a:pt x="922" y="380"/>
                </a:lnTo>
                <a:lnTo>
                  <a:pt x="917" y="391"/>
                </a:lnTo>
                <a:lnTo>
                  <a:pt x="905" y="399"/>
                </a:lnTo>
                <a:lnTo>
                  <a:pt x="888" y="401"/>
                </a:lnTo>
                <a:lnTo>
                  <a:pt x="847" y="401"/>
                </a:lnTo>
                <a:lnTo>
                  <a:pt x="847" y="240"/>
                </a:lnTo>
                <a:close/>
                <a:moveTo>
                  <a:pt x="847" y="38"/>
                </a:moveTo>
                <a:lnTo>
                  <a:pt x="926" y="38"/>
                </a:lnTo>
                <a:lnTo>
                  <a:pt x="926" y="159"/>
                </a:lnTo>
                <a:lnTo>
                  <a:pt x="926" y="163"/>
                </a:lnTo>
                <a:lnTo>
                  <a:pt x="926" y="170"/>
                </a:lnTo>
                <a:lnTo>
                  <a:pt x="922" y="180"/>
                </a:lnTo>
                <a:lnTo>
                  <a:pt x="917" y="189"/>
                </a:lnTo>
                <a:lnTo>
                  <a:pt x="905" y="197"/>
                </a:lnTo>
                <a:lnTo>
                  <a:pt x="888" y="199"/>
                </a:lnTo>
                <a:lnTo>
                  <a:pt x="847" y="199"/>
                </a:lnTo>
                <a:lnTo>
                  <a:pt x="847" y="38"/>
                </a:lnTo>
                <a:close/>
                <a:moveTo>
                  <a:pt x="41" y="0"/>
                </a:moveTo>
                <a:lnTo>
                  <a:pt x="767" y="0"/>
                </a:lnTo>
                <a:lnTo>
                  <a:pt x="786" y="6"/>
                </a:lnTo>
                <a:lnTo>
                  <a:pt x="801" y="19"/>
                </a:lnTo>
                <a:lnTo>
                  <a:pt x="807" y="40"/>
                </a:lnTo>
                <a:lnTo>
                  <a:pt x="807" y="968"/>
                </a:lnTo>
                <a:lnTo>
                  <a:pt x="801" y="987"/>
                </a:lnTo>
                <a:lnTo>
                  <a:pt x="786" y="1002"/>
                </a:lnTo>
                <a:lnTo>
                  <a:pt x="767" y="1008"/>
                </a:lnTo>
                <a:lnTo>
                  <a:pt x="79" y="1008"/>
                </a:lnTo>
                <a:lnTo>
                  <a:pt x="85" y="1023"/>
                </a:lnTo>
                <a:lnTo>
                  <a:pt x="94" y="1034"/>
                </a:lnTo>
                <a:lnTo>
                  <a:pt x="107" y="1042"/>
                </a:lnTo>
                <a:lnTo>
                  <a:pt x="117" y="1048"/>
                </a:lnTo>
                <a:lnTo>
                  <a:pt x="121" y="1048"/>
                </a:lnTo>
                <a:lnTo>
                  <a:pt x="807" y="1048"/>
                </a:lnTo>
                <a:lnTo>
                  <a:pt x="826" y="1046"/>
                </a:lnTo>
                <a:lnTo>
                  <a:pt x="837" y="1038"/>
                </a:lnTo>
                <a:lnTo>
                  <a:pt x="845" y="1031"/>
                </a:lnTo>
                <a:lnTo>
                  <a:pt x="847" y="1021"/>
                </a:lnTo>
                <a:lnTo>
                  <a:pt x="849" y="1016"/>
                </a:lnTo>
                <a:lnTo>
                  <a:pt x="849" y="1012"/>
                </a:lnTo>
                <a:lnTo>
                  <a:pt x="849" y="645"/>
                </a:lnTo>
                <a:lnTo>
                  <a:pt x="928" y="645"/>
                </a:lnTo>
                <a:lnTo>
                  <a:pt x="928" y="1086"/>
                </a:lnTo>
                <a:lnTo>
                  <a:pt x="924" y="1103"/>
                </a:lnTo>
                <a:lnTo>
                  <a:pt x="917" y="1116"/>
                </a:lnTo>
                <a:lnTo>
                  <a:pt x="905" y="1123"/>
                </a:lnTo>
                <a:lnTo>
                  <a:pt x="896" y="1127"/>
                </a:lnTo>
                <a:lnTo>
                  <a:pt x="886" y="1127"/>
                </a:lnTo>
                <a:lnTo>
                  <a:pt x="883" y="1129"/>
                </a:lnTo>
                <a:lnTo>
                  <a:pt x="122" y="1129"/>
                </a:lnTo>
                <a:lnTo>
                  <a:pt x="92" y="1125"/>
                </a:lnTo>
                <a:lnTo>
                  <a:pt x="70" y="1114"/>
                </a:lnTo>
                <a:lnTo>
                  <a:pt x="49" y="1099"/>
                </a:lnTo>
                <a:lnTo>
                  <a:pt x="32" y="1080"/>
                </a:lnTo>
                <a:lnTo>
                  <a:pt x="20" y="1059"/>
                </a:lnTo>
                <a:lnTo>
                  <a:pt x="11" y="1040"/>
                </a:lnTo>
                <a:lnTo>
                  <a:pt x="5" y="1025"/>
                </a:lnTo>
                <a:lnTo>
                  <a:pt x="1" y="1014"/>
                </a:lnTo>
                <a:lnTo>
                  <a:pt x="0" y="1010"/>
                </a:lnTo>
                <a:lnTo>
                  <a:pt x="0" y="40"/>
                </a:lnTo>
                <a:lnTo>
                  <a:pt x="5" y="19"/>
                </a:lnTo>
                <a:lnTo>
                  <a:pt x="20" y="6"/>
                </a:lnTo>
                <a:lnTo>
                  <a:pt x="4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58296" y="2889001"/>
            <a:ext cx="964251" cy="1080000"/>
          </a:xfrm>
          <a:custGeom>
            <a:avLst/>
            <a:gdLst>
              <a:gd name="T0" fmla="*/ 161 w 1008"/>
              <a:gd name="T1" fmla="*/ 847 h 1129"/>
              <a:gd name="T2" fmla="*/ 21 w 1008"/>
              <a:gd name="T3" fmla="*/ 881 h 1129"/>
              <a:gd name="T4" fmla="*/ 40 w 1008"/>
              <a:gd name="T5" fmla="*/ 808 h 1129"/>
              <a:gd name="T6" fmla="*/ 161 w 1008"/>
              <a:gd name="T7" fmla="*/ 524 h 1129"/>
              <a:gd name="T8" fmla="*/ 21 w 1008"/>
              <a:gd name="T9" fmla="*/ 560 h 1129"/>
              <a:gd name="T10" fmla="*/ 40 w 1008"/>
              <a:gd name="T11" fmla="*/ 484 h 1129"/>
              <a:gd name="T12" fmla="*/ 548 w 1008"/>
              <a:gd name="T13" fmla="*/ 429 h 1129"/>
              <a:gd name="T14" fmla="*/ 533 w 1008"/>
              <a:gd name="T15" fmla="*/ 516 h 1129"/>
              <a:gd name="T16" fmla="*/ 471 w 1008"/>
              <a:gd name="T17" fmla="*/ 562 h 1129"/>
              <a:gd name="T18" fmla="*/ 456 w 1008"/>
              <a:gd name="T19" fmla="*/ 482 h 1129"/>
              <a:gd name="T20" fmla="*/ 520 w 1008"/>
              <a:gd name="T21" fmla="*/ 280 h 1129"/>
              <a:gd name="T22" fmla="*/ 316 w 1008"/>
              <a:gd name="T23" fmla="*/ 376 h 1129"/>
              <a:gd name="T24" fmla="*/ 291 w 1008"/>
              <a:gd name="T25" fmla="*/ 577 h 1129"/>
              <a:gd name="T26" fmla="*/ 425 w 1008"/>
              <a:gd name="T27" fmla="*/ 711 h 1129"/>
              <a:gd name="T28" fmla="*/ 649 w 1008"/>
              <a:gd name="T29" fmla="*/ 690 h 1129"/>
              <a:gd name="T30" fmla="*/ 611 w 1008"/>
              <a:gd name="T31" fmla="*/ 668 h 1129"/>
              <a:gd name="T32" fmla="*/ 412 w 1008"/>
              <a:gd name="T33" fmla="*/ 654 h 1129"/>
              <a:gd name="T34" fmla="*/ 320 w 1008"/>
              <a:gd name="T35" fmla="*/ 499 h 1129"/>
              <a:gd name="T36" fmla="*/ 405 w 1008"/>
              <a:gd name="T37" fmla="*/ 350 h 1129"/>
              <a:gd name="T38" fmla="*/ 588 w 1008"/>
              <a:gd name="T39" fmla="*/ 327 h 1129"/>
              <a:gd name="T40" fmla="*/ 681 w 1008"/>
              <a:gd name="T41" fmla="*/ 446 h 1129"/>
              <a:gd name="T42" fmla="*/ 626 w 1008"/>
              <a:gd name="T43" fmla="*/ 560 h 1129"/>
              <a:gd name="T44" fmla="*/ 594 w 1008"/>
              <a:gd name="T45" fmla="*/ 554 h 1129"/>
              <a:gd name="T46" fmla="*/ 590 w 1008"/>
              <a:gd name="T47" fmla="*/ 520 h 1129"/>
              <a:gd name="T48" fmla="*/ 569 w 1008"/>
              <a:gd name="T49" fmla="*/ 418 h 1129"/>
              <a:gd name="T50" fmla="*/ 507 w 1008"/>
              <a:gd name="T51" fmla="*/ 374 h 1129"/>
              <a:gd name="T52" fmla="*/ 393 w 1008"/>
              <a:gd name="T53" fmla="*/ 478 h 1129"/>
              <a:gd name="T54" fmla="*/ 427 w 1008"/>
              <a:gd name="T55" fmla="*/ 592 h 1129"/>
              <a:gd name="T56" fmla="*/ 524 w 1008"/>
              <a:gd name="T57" fmla="*/ 581 h 1129"/>
              <a:gd name="T58" fmla="*/ 548 w 1008"/>
              <a:gd name="T59" fmla="*/ 569 h 1129"/>
              <a:gd name="T60" fmla="*/ 599 w 1008"/>
              <a:gd name="T61" fmla="*/ 605 h 1129"/>
              <a:gd name="T62" fmla="*/ 719 w 1008"/>
              <a:gd name="T63" fmla="*/ 490 h 1129"/>
              <a:gd name="T64" fmla="*/ 664 w 1008"/>
              <a:gd name="T65" fmla="*/ 323 h 1129"/>
              <a:gd name="T66" fmla="*/ 40 w 1008"/>
              <a:gd name="T67" fmla="*/ 161 h 1129"/>
              <a:gd name="T68" fmla="*/ 155 w 1008"/>
              <a:gd name="T69" fmla="*/ 221 h 1129"/>
              <a:gd name="T70" fmla="*/ 6 w 1008"/>
              <a:gd name="T71" fmla="*/ 221 h 1129"/>
              <a:gd name="T72" fmla="*/ 887 w 1008"/>
              <a:gd name="T73" fmla="*/ 78 h 1129"/>
              <a:gd name="T74" fmla="*/ 161 w 1008"/>
              <a:gd name="T75" fmla="*/ 1008 h 1129"/>
              <a:gd name="T76" fmla="*/ 202 w 1008"/>
              <a:gd name="T77" fmla="*/ 1050 h 1129"/>
              <a:gd name="T78" fmla="*/ 928 w 1008"/>
              <a:gd name="T79" fmla="*/ 1021 h 1129"/>
              <a:gd name="T80" fmla="*/ 121 w 1008"/>
              <a:gd name="T81" fmla="*/ 0 h 1129"/>
              <a:gd name="T82" fmla="*/ 968 w 1008"/>
              <a:gd name="T83" fmla="*/ 43 h 1129"/>
              <a:gd name="T84" fmla="*/ 1008 w 1008"/>
              <a:gd name="T85" fmla="*/ 79 h 1129"/>
              <a:gd name="T86" fmla="*/ 983 w 1008"/>
              <a:gd name="T87" fmla="*/ 1125 h 1129"/>
              <a:gd name="T88" fmla="*/ 155 w 1008"/>
              <a:gd name="T89" fmla="*/ 1114 h 1129"/>
              <a:gd name="T90" fmla="*/ 87 w 1008"/>
              <a:gd name="T91" fmla="*/ 1023 h 1129"/>
              <a:gd name="T92" fmla="*/ 144 w 1008"/>
              <a:gd name="T93" fmla="*/ 927 h 1129"/>
              <a:gd name="T94" fmla="*/ 197 w 1008"/>
              <a:gd name="T95" fmla="*/ 868 h 1129"/>
              <a:gd name="T96" fmla="*/ 187 w 1008"/>
              <a:gd name="T97" fmla="*/ 800 h 1129"/>
              <a:gd name="T98" fmla="*/ 125 w 1008"/>
              <a:gd name="T99" fmla="*/ 764 h 1129"/>
              <a:gd name="T100" fmla="*/ 146 w 1008"/>
              <a:gd name="T101" fmla="*/ 601 h 1129"/>
              <a:gd name="T102" fmla="*/ 199 w 1008"/>
              <a:gd name="T103" fmla="*/ 539 h 1129"/>
              <a:gd name="T104" fmla="*/ 180 w 1008"/>
              <a:gd name="T105" fmla="*/ 467 h 1129"/>
              <a:gd name="T106" fmla="*/ 123 w 1008"/>
              <a:gd name="T107" fmla="*/ 441 h 1129"/>
              <a:gd name="T108" fmla="*/ 144 w 1008"/>
              <a:gd name="T109" fmla="*/ 278 h 1129"/>
              <a:gd name="T110" fmla="*/ 199 w 1008"/>
              <a:gd name="T111" fmla="*/ 219 h 1129"/>
              <a:gd name="T112" fmla="*/ 187 w 1008"/>
              <a:gd name="T113" fmla="*/ 155 h 1129"/>
              <a:gd name="T114" fmla="*/ 125 w 1008"/>
              <a:gd name="T115" fmla="*/ 119 h 1129"/>
              <a:gd name="T116" fmla="*/ 100 w 1008"/>
              <a:gd name="T117" fmla="*/ 6 h 1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08" h="1129">
                <a:moveTo>
                  <a:pt x="40" y="808"/>
                </a:moveTo>
                <a:lnTo>
                  <a:pt x="121" y="808"/>
                </a:lnTo>
                <a:lnTo>
                  <a:pt x="142" y="813"/>
                </a:lnTo>
                <a:lnTo>
                  <a:pt x="155" y="826"/>
                </a:lnTo>
                <a:lnTo>
                  <a:pt x="161" y="847"/>
                </a:lnTo>
                <a:lnTo>
                  <a:pt x="155" y="868"/>
                </a:lnTo>
                <a:lnTo>
                  <a:pt x="142" y="881"/>
                </a:lnTo>
                <a:lnTo>
                  <a:pt x="121" y="887"/>
                </a:lnTo>
                <a:lnTo>
                  <a:pt x="40" y="887"/>
                </a:lnTo>
                <a:lnTo>
                  <a:pt x="21" y="881"/>
                </a:lnTo>
                <a:lnTo>
                  <a:pt x="6" y="868"/>
                </a:lnTo>
                <a:lnTo>
                  <a:pt x="0" y="847"/>
                </a:lnTo>
                <a:lnTo>
                  <a:pt x="6" y="826"/>
                </a:lnTo>
                <a:lnTo>
                  <a:pt x="21" y="813"/>
                </a:lnTo>
                <a:lnTo>
                  <a:pt x="40" y="808"/>
                </a:lnTo>
                <a:close/>
                <a:moveTo>
                  <a:pt x="40" y="484"/>
                </a:moveTo>
                <a:lnTo>
                  <a:pt x="121" y="484"/>
                </a:lnTo>
                <a:lnTo>
                  <a:pt x="142" y="490"/>
                </a:lnTo>
                <a:lnTo>
                  <a:pt x="155" y="505"/>
                </a:lnTo>
                <a:lnTo>
                  <a:pt x="161" y="524"/>
                </a:lnTo>
                <a:lnTo>
                  <a:pt x="155" y="545"/>
                </a:lnTo>
                <a:lnTo>
                  <a:pt x="142" y="560"/>
                </a:lnTo>
                <a:lnTo>
                  <a:pt x="121" y="565"/>
                </a:lnTo>
                <a:lnTo>
                  <a:pt x="40" y="565"/>
                </a:lnTo>
                <a:lnTo>
                  <a:pt x="21" y="560"/>
                </a:lnTo>
                <a:lnTo>
                  <a:pt x="6" y="545"/>
                </a:lnTo>
                <a:lnTo>
                  <a:pt x="0" y="524"/>
                </a:lnTo>
                <a:lnTo>
                  <a:pt x="6" y="505"/>
                </a:lnTo>
                <a:lnTo>
                  <a:pt x="21" y="490"/>
                </a:lnTo>
                <a:lnTo>
                  <a:pt x="40" y="484"/>
                </a:lnTo>
                <a:close/>
                <a:moveTo>
                  <a:pt x="520" y="412"/>
                </a:moveTo>
                <a:lnTo>
                  <a:pt x="529" y="414"/>
                </a:lnTo>
                <a:lnTo>
                  <a:pt x="537" y="416"/>
                </a:lnTo>
                <a:lnTo>
                  <a:pt x="545" y="422"/>
                </a:lnTo>
                <a:lnTo>
                  <a:pt x="548" y="429"/>
                </a:lnTo>
                <a:lnTo>
                  <a:pt x="552" y="437"/>
                </a:lnTo>
                <a:lnTo>
                  <a:pt x="552" y="446"/>
                </a:lnTo>
                <a:lnTo>
                  <a:pt x="550" y="465"/>
                </a:lnTo>
                <a:lnTo>
                  <a:pt x="545" y="490"/>
                </a:lnTo>
                <a:lnTo>
                  <a:pt x="533" y="516"/>
                </a:lnTo>
                <a:lnTo>
                  <a:pt x="520" y="543"/>
                </a:lnTo>
                <a:lnTo>
                  <a:pt x="503" y="558"/>
                </a:lnTo>
                <a:lnTo>
                  <a:pt x="486" y="564"/>
                </a:lnTo>
                <a:lnTo>
                  <a:pt x="477" y="564"/>
                </a:lnTo>
                <a:lnTo>
                  <a:pt x="471" y="562"/>
                </a:lnTo>
                <a:lnTo>
                  <a:pt x="465" y="558"/>
                </a:lnTo>
                <a:lnTo>
                  <a:pt x="459" y="552"/>
                </a:lnTo>
                <a:lnTo>
                  <a:pt x="452" y="537"/>
                </a:lnTo>
                <a:lnTo>
                  <a:pt x="450" y="516"/>
                </a:lnTo>
                <a:lnTo>
                  <a:pt x="456" y="482"/>
                </a:lnTo>
                <a:lnTo>
                  <a:pt x="471" y="448"/>
                </a:lnTo>
                <a:lnTo>
                  <a:pt x="486" y="427"/>
                </a:lnTo>
                <a:lnTo>
                  <a:pt x="501" y="416"/>
                </a:lnTo>
                <a:lnTo>
                  <a:pt x="520" y="412"/>
                </a:lnTo>
                <a:close/>
                <a:moveTo>
                  <a:pt x="520" y="280"/>
                </a:moveTo>
                <a:lnTo>
                  <a:pt x="469" y="284"/>
                </a:lnTo>
                <a:lnTo>
                  <a:pt x="424" y="295"/>
                </a:lnTo>
                <a:lnTo>
                  <a:pt x="382" y="316"/>
                </a:lnTo>
                <a:lnTo>
                  <a:pt x="346" y="344"/>
                </a:lnTo>
                <a:lnTo>
                  <a:pt x="316" y="376"/>
                </a:lnTo>
                <a:lnTo>
                  <a:pt x="295" y="414"/>
                </a:lnTo>
                <a:lnTo>
                  <a:pt x="282" y="454"/>
                </a:lnTo>
                <a:lnTo>
                  <a:pt x="276" y="497"/>
                </a:lnTo>
                <a:lnTo>
                  <a:pt x="280" y="537"/>
                </a:lnTo>
                <a:lnTo>
                  <a:pt x="291" y="577"/>
                </a:lnTo>
                <a:lnTo>
                  <a:pt x="308" y="613"/>
                </a:lnTo>
                <a:lnTo>
                  <a:pt x="331" y="645"/>
                </a:lnTo>
                <a:lnTo>
                  <a:pt x="359" y="671"/>
                </a:lnTo>
                <a:lnTo>
                  <a:pt x="390" y="694"/>
                </a:lnTo>
                <a:lnTo>
                  <a:pt x="425" y="711"/>
                </a:lnTo>
                <a:lnTo>
                  <a:pt x="465" y="722"/>
                </a:lnTo>
                <a:lnTo>
                  <a:pt x="511" y="726"/>
                </a:lnTo>
                <a:lnTo>
                  <a:pt x="558" y="722"/>
                </a:lnTo>
                <a:lnTo>
                  <a:pt x="605" y="709"/>
                </a:lnTo>
                <a:lnTo>
                  <a:pt x="649" y="690"/>
                </a:lnTo>
                <a:lnTo>
                  <a:pt x="688" y="664"/>
                </a:lnTo>
                <a:lnTo>
                  <a:pt x="669" y="634"/>
                </a:lnTo>
                <a:lnTo>
                  <a:pt x="662" y="637"/>
                </a:lnTo>
                <a:lnTo>
                  <a:pt x="637" y="654"/>
                </a:lnTo>
                <a:lnTo>
                  <a:pt x="611" y="668"/>
                </a:lnTo>
                <a:lnTo>
                  <a:pt x="563" y="681"/>
                </a:lnTo>
                <a:lnTo>
                  <a:pt x="512" y="686"/>
                </a:lnTo>
                <a:lnTo>
                  <a:pt x="477" y="683"/>
                </a:lnTo>
                <a:lnTo>
                  <a:pt x="442" y="671"/>
                </a:lnTo>
                <a:lnTo>
                  <a:pt x="412" y="654"/>
                </a:lnTo>
                <a:lnTo>
                  <a:pt x="384" y="634"/>
                </a:lnTo>
                <a:lnTo>
                  <a:pt x="357" y="607"/>
                </a:lnTo>
                <a:lnTo>
                  <a:pt x="337" y="575"/>
                </a:lnTo>
                <a:lnTo>
                  <a:pt x="323" y="539"/>
                </a:lnTo>
                <a:lnTo>
                  <a:pt x="320" y="499"/>
                </a:lnTo>
                <a:lnTo>
                  <a:pt x="323" y="463"/>
                </a:lnTo>
                <a:lnTo>
                  <a:pt x="335" y="431"/>
                </a:lnTo>
                <a:lnTo>
                  <a:pt x="352" y="401"/>
                </a:lnTo>
                <a:lnTo>
                  <a:pt x="374" y="374"/>
                </a:lnTo>
                <a:lnTo>
                  <a:pt x="405" y="350"/>
                </a:lnTo>
                <a:lnTo>
                  <a:pt x="441" y="333"/>
                </a:lnTo>
                <a:lnTo>
                  <a:pt x="480" y="323"/>
                </a:lnTo>
                <a:lnTo>
                  <a:pt x="526" y="320"/>
                </a:lnTo>
                <a:lnTo>
                  <a:pt x="558" y="321"/>
                </a:lnTo>
                <a:lnTo>
                  <a:pt x="588" y="327"/>
                </a:lnTo>
                <a:lnTo>
                  <a:pt x="616" y="339"/>
                </a:lnTo>
                <a:lnTo>
                  <a:pt x="645" y="357"/>
                </a:lnTo>
                <a:lnTo>
                  <a:pt x="666" y="382"/>
                </a:lnTo>
                <a:lnTo>
                  <a:pt x="677" y="412"/>
                </a:lnTo>
                <a:lnTo>
                  <a:pt x="681" y="446"/>
                </a:lnTo>
                <a:lnTo>
                  <a:pt x="679" y="478"/>
                </a:lnTo>
                <a:lnTo>
                  <a:pt x="671" y="507"/>
                </a:lnTo>
                <a:lnTo>
                  <a:pt x="658" y="530"/>
                </a:lnTo>
                <a:lnTo>
                  <a:pt x="643" y="547"/>
                </a:lnTo>
                <a:lnTo>
                  <a:pt x="626" y="560"/>
                </a:lnTo>
                <a:lnTo>
                  <a:pt x="611" y="564"/>
                </a:lnTo>
                <a:lnTo>
                  <a:pt x="605" y="562"/>
                </a:lnTo>
                <a:lnTo>
                  <a:pt x="599" y="560"/>
                </a:lnTo>
                <a:lnTo>
                  <a:pt x="596" y="556"/>
                </a:lnTo>
                <a:lnTo>
                  <a:pt x="594" y="554"/>
                </a:lnTo>
                <a:lnTo>
                  <a:pt x="588" y="547"/>
                </a:lnTo>
                <a:lnTo>
                  <a:pt x="588" y="537"/>
                </a:lnTo>
                <a:lnTo>
                  <a:pt x="588" y="531"/>
                </a:lnTo>
                <a:lnTo>
                  <a:pt x="590" y="526"/>
                </a:lnTo>
                <a:lnTo>
                  <a:pt x="590" y="520"/>
                </a:lnTo>
                <a:lnTo>
                  <a:pt x="592" y="512"/>
                </a:lnTo>
                <a:lnTo>
                  <a:pt x="596" y="503"/>
                </a:lnTo>
                <a:lnTo>
                  <a:pt x="630" y="384"/>
                </a:lnTo>
                <a:lnTo>
                  <a:pt x="579" y="384"/>
                </a:lnTo>
                <a:lnTo>
                  <a:pt x="569" y="418"/>
                </a:lnTo>
                <a:lnTo>
                  <a:pt x="565" y="408"/>
                </a:lnTo>
                <a:lnTo>
                  <a:pt x="560" y="399"/>
                </a:lnTo>
                <a:lnTo>
                  <a:pt x="552" y="390"/>
                </a:lnTo>
                <a:lnTo>
                  <a:pt x="533" y="378"/>
                </a:lnTo>
                <a:lnTo>
                  <a:pt x="507" y="374"/>
                </a:lnTo>
                <a:lnTo>
                  <a:pt x="477" y="380"/>
                </a:lnTo>
                <a:lnTo>
                  <a:pt x="448" y="393"/>
                </a:lnTo>
                <a:lnTo>
                  <a:pt x="424" y="418"/>
                </a:lnTo>
                <a:lnTo>
                  <a:pt x="405" y="448"/>
                </a:lnTo>
                <a:lnTo>
                  <a:pt x="393" y="478"/>
                </a:lnTo>
                <a:lnTo>
                  <a:pt x="390" y="511"/>
                </a:lnTo>
                <a:lnTo>
                  <a:pt x="393" y="537"/>
                </a:lnTo>
                <a:lnTo>
                  <a:pt x="399" y="560"/>
                </a:lnTo>
                <a:lnTo>
                  <a:pt x="412" y="579"/>
                </a:lnTo>
                <a:lnTo>
                  <a:pt x="427" y="592"/>
                </a:lnTo>
                <a:lnTo>
                  <a:pt x="446" y="601"/>
                </a:lnTo>
                <a:lnTo>
                  <a:pt x="467" y="605"/>
                </a:lnTo>
                <a:lnTo>
                  <a:pt x="488" y="601"/>
                </a:lnTo>
                <a:lnTo>
                  <a:pt x="507" y="594"/>
                </a:lnTo>
                <a:lnTo>
                  <a:pt x="524" y="581"/>
                </a:lnTo>
                <a:lnTo>
                  <a:pt x="537" y="567"/>
                </a:lnTo>
                <a:lnTo>
                  <a:pt x="546" y="550"/>
                </a:lnTo>
                <a:lnTo>
                  <a:pt x="546" y="554"/>
                </a:lnTo>
                <a:lnTo>
                  <a:pt x="546" y="558"/>
                </a:lnTo>
                <a:lnTo>
                  <a:pt x="548" y="569"/>
                </a:lnTo>
                <a:lnTo>
                  <a:pt x="552" y="579"/>
                </a:lnTo>
                <a:lnTo>
                  <a:pt x="560" y="588"/>
                </a:lnTo>
                <a:lnTo>
                  <a:pt x="571" y="598"/>
                </a:lnTo>
                <a:lnTo>
                  <a:pt x="584" y="603"/>
                </a:lnTo>
                <a:lnTo>
                  <a:pt x="599" y="605"/>
                </a:lnTo>
                <a:lnTo>
                  <a:pt x="632" y="599"/>
                </a:lnTo>
                <a:lnTo>
                  <a:pt x="660" y="582"/>
                </a:lnTo>
                <a:lnTo>
                  <a:pt x="686" y="558"/>
                </a:lnTo>
                <a:lnTo>
                  <a:pt x="707" y="526"/>
                </a:lnTo>
                <a:lnTo>
                  <a:pt x="719" y="490"/>
                </a:lnTo>
                <a:lnTo>
                  <a:pt x="722" y="450"/>
                </a:lnTo>
                <a:lnTo>
                  <a:pt x="719" y="412"/>
                </a:lnTo>
                <a:lnTo>
                  <a:pt x="707" y="378"/>
                </a:lnTo>
                <a:lnTo>
                  <a:pt x="690" y="350"/>
                </a:lnTo>
                <a:lnTo>
                  <a:pt x="664" y="323"/>
                </a:lnTo>
                <a:lnTo>
                  <a:pt x="633" y="304"/>
                </a:lnTo>
                <a:lnTo>
                  <a:pt x="599" y="289"/>
                </a:lnTo>
                <a:lnTo>
                  <a:pt x="562" y="282"/>
                </a:lnTo>
                <a:lnTo>
                  <a:pt x="520" y="280"/>
                </a:lnTo>
                <a:close/>
                <a:moveTo>
                  <a:pt x="40" y="161"/>
                </a:moveTo>
                <a:lnTo>
                  <a:pt x="121" y="161"/>
                </a:lnTo>
                <a:lnTo>
                  <a:pt x="142" y="166"/>
                </a:lnTo>
                <a:lnTo>
                  <a:pt x="155" y="182"/>
                </a:lnTo>
                <a:lnTo>
                  <a:pt x="161" y="202"/>
                </a:lnTo>
                <a:lnTo>
                  <a:pt x="155" y="221"/>
                </a:lnTo>
                <a:lnTo>
                  <a:pt x="142" y="236"/>
                </a:lnTo>
                <a:lnTo>
                  <a:pt x="121" y="242"/>
                </a:lnTo>
                <a:lnTo>
                  <a:pt x="40" y="242"/>
                </a:lnTo>
                <a:lnTo>
                  <a:pt x="21" y="236"/>
                </a:lnTo>
                <a:lnTo>
                  <a:pt x="6" y="221"/>
                </a:lnTo>
                <a:lnTo>
                  <a:pt x="0" y="202"/>
                </a:lnTo>
                <a:lnTo>
                  <a:pt x="6" y="182"/>
                </a:lnTo>
                <a:lnTo>
                  <a:pt x="21" y="166"/>
                </a:lnTo>
                <a:lnTo>
                  <a:pt x="40" y="161"/>
                </a:lnTo>
                <a:close/>
                <a:moveTo>
                  <a:pt x="887" y="78"/>
                </a:moveTo>
                <a:lnTo>
                  <a:pt x="887" y="968"/>
                </a:lnTo>
                <a:lnTo>
                  <a:pt x="881" y="989"/>
                </a:lnTo>
                <a:lnTo>
                  <a:pt x="868" y="1002"/>
                </a:lnTo>
                <a:lnTo>
                  <a:pt x="847" y="1008"/>
                </a:lnTo>
                <a:lnTo>
                  <a:pt x="161" y="1008"/>
                </a:lnTo>
                <a:lnTo>
                  <a:pt x="165" y="1023"/>
                </a:lnTo>
                <a:lnTo>
                  <a:pt x="174" y="1034"/>
                </a:lnTo>
                <a:lnTo>
                  <a:pt x="187" y="1042"/>
                </a:lnTo>
                <a:lnTo>
                  <a:pt x="197" y="1048"/>
                </a:lnTo>
                <a:lnTo>
                  <a:pt x="202" y="1050"/>
                </a:lnTo>
                <a:lnTo>
                  <a:pt x="887" y="1050"/>
                </a:lnTo>
                <a:lnTo>
                  <a:pt x="906" y="1046"/>
                </a:lnTo>
                <a:lnTo>
                  <a:pt x="917" y="1038"/>
                </a:lnTo>
                <a:lnTo>
                  <a:pt x="925" y="1031"/>
                </a:lnTo>
                <a:lnTo>
                  <a:pt x="928" y="1021"/>
                </a:lnTo>
                <a:lnTo>
                  <a:pt x="928" y="1014"/>
                </a:lnTo>
                <a:lnTo>
                  <a:pt x="928" y="1012"/>
                </a:lnTo>
                <a:lnTo>
                  <a:pt x="928" y="91"/>
                </a:lnTo>
                <a:lnTo>
                  <a:pt x="887" y="78"/>
                </a:lnTo>
                <a:close/>
                <a:moveTo>
                  <a:pt x="121" y="0"/>
                </a:moveTo>
                <a:lnTo>
                  <a:pt x="847" y="0"/>
                </a:lnTo>
                <a:lnTo>
                  <a:pt x="868" y="6"/>
                </a:lnTo>
                <a:lnTo>
                  <a:pt x="881" y="21"/>
                </a:lnTo>
                <a:lnTo>
                  <a:pt x="887" y="40"/>
                </a:lnTo>
                <a:lnTo>
                  <a:pt x="968" y="43"/>
                </a:lnTo>
                <a:lnTo>
                  <a:pt x="983" y="45"/>
                </a:lnTo>
                <a:lnTo>
                  <a:pt x="993" y="53"/>
                </a:lnTo>
                <a:lnTo>
                  <a:pt x="1000" y="62"/>
                </a:lnTo>
                <a:lnTo>
                  <a:pt x="1006" y="72"/>
                </a:lnTo>
                <a:lnTo>
                  <a:pt x="1008" y="79"/>
                </a:lnTo>
                <a:lnTo>
                  <a:pt x="1008" y="83"/>
                </a:lnTo>
                <a:lnTo>
                  <a:pt x="1008" y="1091"/>
                </a:lnTo>
                <a:lnTo>
                  <a:pt x="1004" y="1108"/>
                </a:lnTo>
                <a:lnTo>
                  <a:pt x="995" y="1118"/>
                </a:lnTo>
                <a:lnTo>
                  <a:pt x="983" y="1125"/>
                </a:lnTo>
                <a:lnTo>
                  <a:pt x="974" y="1129"/>
                </a:lnTo>
                <a:lnTo>
                  <a:pt x="970" y="1129"/>
                </a:lnTo>
                <a:lnTo>
                  <a:pt x="199" y="1129"/>
                </a:lnTo>
                <a:lnTo>
                  <a:pt x="176" y="1125"/>
                </a:lnTo>
                <a:lnTo>
                  <a:pt x="155" y="1114"/>
                </a:lnTo>
                <a:lnTo>
                  <a:pt x="136" y="1099"/>
                </a:lnTo>
                <a:lnTo>
                  <a:pt x="121" y="1080"/>
                </a:lnTo>
                <a:lnTo>
                  <a:pt x="108" y="1059"/>
                </a:lnTo>
                <a:lnTo>
                  <a:pt x="96" y="1040"/>
                </a:lnTo>
                <a:lnTo>
                  <a:pt x="87" y="1023"/>
                </a:lnTo>
                <a:lnTo>
                  <a:pt x="83" y="1012"/>
                </a:lnTo>
                <a:lnTo>
                  <a:pt x="81" y="1008"/>
                </a:lnTo>
                <a:lnTo>
                  <a:pt x="81" y="929"/>
                </a:lnTo>
                <a:lnTo>
                  <a:pt x="119" y="930"/>
                </a:lnTo>
                <a:lnTo>
                  <a:pt x="144" y="927"/>
                </a:lnTo>
                <a:lnTo>
                  <a:pt x="163" y="919"/>
                </a:lnTo>
                <a:lnTo>
                  <a:pt x="178" y="910"/>
                </a:lnTo>
                <a:lnTo>
                  <a:pt x="187" y="896"/>
                </a:lnTo>
                <a:lnTo>
                  <a:pt x="193" y="881"/>
                </a:lnTo>
                <a:lnTo>
                  <a:pt x="197" y="868"/>
                </a:lnTo>
                <a:lnTo>
                  <a:pt x="199" y="859"/>
                </a:lnTo>
                <a:lnTo>
                  <a:pt x="200" y="849"/>
                </a:lnTo>
                <a:lnTo>
                  <a:pt x="200" y="847"/>
                </a:lnTo>
                <a:lnTo>
                  <a:pt x="197" y="821"/>
                </a:lnTo>
                <a:lnTo>
                  <a:pt x="187" y="800"/>
                </a:lnTo>
                <a:lnTo>
                  <a:pt x="176" y="785"/>
                </a:lnTo>
                <a:lnTo>
                  <a:pt x="161" y="775"/>
                </a:lnTo>
                <a:lnTo>
                  <a:pt x="147" y="770"/>
                </a:lnTo>
                <a:lnTo>
                  <a:pt x="134" y="766"/>
                </a:lnTo>
                <a:lnTo>
                  <a:pt x="125" y="764"/>
                </a:lnTo>
                <a:lnTo>
                  <a:pt x="123" y="764"/>
                </a:lnTo>
                <a:lnTo>
                  <a:pt x="81" y="764"/>
                </a:lnTo>
                <a:lnTo>
                  <a:pt x="83" y="605"/>
                </a:lnTo>
                <a:lnTo>
                  <a:pt x="121" y="605"/>
                </a:lnTo>
                <a:lnTo>
                  <a:pt x="146" y="601"/>
                </a:lnTo>
                <a:lnTo>
                  <a:pt x="165" y="594"/>
                </a:lnTo>
                <a:lnTo>
                  <a:pt x="180" y="581"/>
                </a:lnTo>
                <a:lnTo>
                  <a:pt x="189" y="565"/>
                </a:lnTo>
                <a:lnTo>
                  <a:pt x="195" y="552"/>
                </a:lnTo>
                <a:lnTo>
                  <a:pt x="199" y="539"/>
                </a:lnTo>
                <a:lnTo>
                  <a:pt x="200" y="530"/>
                </a:lnTo>
                <a:lnTo>
                  <a:pt x="200" y="528"/>
                </a:lnTo>
                <a:lnTo>
                  <a:pt x="199" y="501"/>
                </a:lnTo>
                <a:lnTo>
                  <a:pt x="191" y="482"/>
                </a:lnTo>
                <a:lnTo>
                  <a:pt x="180" y="467"/>
                </a:lnTo>
                <a:lnTo>
                  <a:pt x="168" y="456"/>
                </a:lnTo>
                <a:lnTo>
                  <a:pt x="155" y="448"/>
                </a:lnTo>
                <a:lnTo>
                  <a:pt x="142" y="444"/>
                </a:lnTo>
                <a:lnTo>
                  <a:pt x="130" y="443"/>
                </a:lnTo>
                <a:lnTo>
                  <a:pt x="123" y="441"/>
                </a:lnTo>
                <a:lnTo>
                  <a:pt x="121" y="441"/>
                </a:lnTo>
                <a:lnTo>
                  <a:pt x="83" y="441"/>
                </a:lnTo>
                <a:lnTo>
                  <a:pt x="81" y="282"/>
                </a:lnTo>
                <a:lnTo>
                  <a:pt x="119" y="280"/>
                </a:lnTo>
                <a:lnTo>
                  <a:pt x="144" y="278"/>
                </a:lnTo>
                <a:lnTo>
                  <a:pt x="163" y="270"/>
                </a:lnTo>
                <a:lnTo>
                  <a:pt x="178" y="259"/>
                </a:lnTo>
                <a:lnTo>
                  <a:pt x="187" y="246"/>
                </a:lnTo>
                <a:lnTo>
                  <a:pt x="195" y="233"/>
                </a:lnTo>
                <a:lnTo>
                  <a:pt x="199" y="219"/>
                </a:lnTo>
                <a:lnTo>
                  <a:pt x="200" y="210"/>
                </a:lnTo>
                <a:lnTo>
                  <a:pt x="200" y="202"/>
                </a:lnTo>
                <a:lnTo>
                  <a:pt x="200" y="199"/>
                </a:lnTo>
                <a:lnTo>
                  <a:pt x="197" y="174"/>
                </a:lnTo>
                <a:lnTo>
                  <a:pt x="187" y="155"/>
                </a:lnTo>
                <a:lnTo>
                  <a:pt x="176" y="142"/>
                </a:lnTo>
                <a:lnTo>
                  <a:pt x="161" y="130"/>
                </a:lnTo>
                <a:lnTo>
                  <a:pt x="146" y="125"/>
                </a:lnTo>
                <a:lnTo>
                  <a:pt x="134" y="121"/>
                </a:lnTo>
                <a:lnTo>
                  <a:pt x="125" y="119"/>
                </a:lnTo>
                <a:lnTo>
                  <a:pt x="121" y="119"/>
                </a:lnTo>
                <a:lnTo>
                  <a:pt x="81" y="119"/>
                </a:lnTo>
                <a:lnTo>
                  <a:pt x="81" y="40"/>
                </a:lnTo>
                <a:lnTo>
                  <a:pt x="87" y="21"/>
                </a:lnTo>
                <a:lnTo>
                  <a:pt x="100" y="6"/>
                </a:lnTo>
                <a:lnTo>
                  <a:pt x="1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92760" y="2889000"/>
            <a:ext cx="964251" cy="1080000"/>
          </a:xfrm>
          <a:custGeom>
            <a:avLst/>
            <a:gdLst>
              <a:gd name="T0" fmla="*/ 155 w 1008"/>
              <a:gd name="T1" fmla="*/ 868 h 1129"/>
              <a:gd name="T2" fmla="*/ 0 w 1008"/>
              <a:gd name="T3" fmla="*/ 847 h 1129"/>
              <a:gd name="T4" fmla="*/ 142 w 1008"/>
              <a:gd name="T5" fmla="*/ 490 h 1129"/>
              <a:gd name="T6" fmla="*/ 40 w 1008"/>
              <a:gd name="T7" fmla="*/ 565 h 1129"/>
              <a:gd name="T8" fmla="*/ 40 w 1008"/>
              <a:gd name="T9" fmla="*/ 484 h 1129"/>
              <a:gd name="T10" fmla="*/ 1003 w 1008"/>
              <a:gd name="T11" fmla="*/ 584 h 1129"/>
              <a:gd name="T12" fmla="*/ 566 w 1008"/>
              <a:gd name="T13" fmla="*/ 412 h 1129"/>
              <a:gd name="T14" fmla="*/ 598 w 1008"/>
              <a:gd name="T15" fmla="*/ 446 h 1129"/>
              <a:gd name="T16" fmla="*/ 532 w 1008"/>
              <a:gd name="T17" fmla="*/ 564 h 1129"/>
              <a:gd name="T18" fmla="*/ 496 w 1008"/>
              <a:gd name="T19" fmla="*/ 516 h 1129"/>
              <a:gd name="T20" fmla="*/ 566 w 1008"/>
              <a:gd name="T21" fmla="*/ 280 h 1129"/>
              <a:gd name="T22" fmla="*/ 341 w 1008"/>
              <a:gd name="T23" fmla="*/ 414 h 1129"/>
              <a:gd name="T24" fmla="*/ 377 w 1008"/>
              <a:gd name="T25" fmla="*/ 645 h 1129"/>
              <a:gd name="T26" fmla="*/ 604 w 1008"/>
              <a:gd name="T27" fmla="*/ 722 h 1129"/>
              <a:gd name="T28" fmla="*/ 683 w 1008"/>
              <a:gd name="T29" fmla="*/ 654 h 1129"/>
              <a:gd name="T30" fmla="*/ 458 w 1008"/>
              <a:gd name="T31" fmla="*/ 654 h 1129"/>
              <a:gd name="T32" fmla="*/ 369 w 1008"/>
              <a:gd name="T33" fmla="*/ 463 h 1129"/>
              <a:gd name="T34" fmla="*/ 526 w 1008"/>
              <a:gd name="T35" fmla="*/ 323 h 1129"/>
              <a:gd name="T36" fmla="*/ 711 w 1008"/>
              <a:gd name="T37" fmla="*/ 382 h 1129"/>
              <a:gd name="T38" fmla="*/ 689 w 1008"/>
              <a:gd name="T39" fmla="*/ 547 h 1129"/>
              <a:gd name="T40" fmla="*/ 639 w 1008"/>
              <a:gd name="T41" fmla="*/ 554 h 1129"/>
              <a:gd name="T42" fmla="*/ 638 w 1008"/>
              <a:gd name="T43" fmla="*/ 512 h 1129"/>
              <a:gd name="T44" fmla="*/ 605 w 1008"/>
              <a:gd name="T45" fmla="*/ 399 h 1129"/>
              <a:gd name="T46" fmla="*/ 469 w 1008"/>
              <a:gd name="T47" fmla="*/ 418 h 1129"/>
              <a:gd name="T48" fmla="*/ 458 w 1008"/>
              <a:gd name="T49" fmla="*/ 579 h 1129"/>
              <a:gd name="T50" fmla="*/ 569 w 1008"/>
              <a:gd name="T51" fmla="*/ 581 h 1129"/>
              <a:gd name="T52" fmla="*/ 598 w 1008"/>
              <a:gd name="T53" fmla="*/ 579 h 1129"/>
              <a:gd name="T54" fmla="*/ 706 w 1008"/>
              <a:gd name="T55" fmla="*/ 582 h 1129"/>
              <a:gd name="T56" fmla="*/ 755 w 1008"/>
              <a:gd name="T57" fmla="*/ 378 h 1129"/>
              <a:gd name="T58" fmla="*/ 566 w 1008"/>
              <a:gd name="T59" fmla="*/ 280 h 1129"/>
              <a:gd name="T60" fmla="*/ 1003 w 1008"/>
              <a:gd name="T61" fmla="*/ 384 h 1129"/>
              <a:gd name="T62" fmla="*/ 40 w 1008"/>
              <a:gd name="T63" fmla="*/ 161 h 1129"/>
              <a:gd name="T64" fmla="*/ 142 w 1008"/>
              <a:gd name="T65" fmla="*/ 236 h 1129"/>
              <a:gd name="T66" fmla="*/ 6 w 1008"/>
              <a:gd name="T67" fmla="*/ 182 h 1129"/>
              <a:gd name="T68" fmla="*/ 1006 w 1008"/>
              <a:gd name="T69" fmla="*/ 165 h 1129"/>
              <a:gd name="T70" fmla="*/ 929 w 1008"/>
              <a:gd name="T71" fmla="*/ 202 h 1129"/>
              <a:gd name="T72" fmla="*/ 887 w 1008"/>
              <a:gd name="T73" fmla="*/ 40 h 1129"/>
              <a:gd name="T74" fmla="*/ 165 w 1008"/>
              <a:gd name="T75" fmla="*/ 1023 h 1129"/>
              <a:gd name="T76" fmla="*/ 906 w 1008"/>
              <a:gd name="T77" fmla="*/ 1046 h 1129"/>
              <a:gd name="T78" fmla="*/ 929 w 1008"/>
              <a:gd name="T79" fmla="*/ 647 h 1129"/>
              <a:gd name="T80" fmla="*/ 974 w 1008"/>
              <a:gd name="T81" fmla="*/ 1129 h 1129"/>
              <a:gd name="T82" fmla="*/ 121 w 1008"/>
              <a:gd name="T83" fmla="*/ 1080 h 1129"/>
              <a:gd name="T84" fmla="*/ 82 w 1008"/>
              <a:gd name="T85" fmla="*/ 929 h 1129"/>
              <a:gd name="T86" fmla="*/ 193 w 1008"/>
              <a:gd name="T87" fmla="*/ 881 h 1129"/>
              <a:gd name="T88" fmla="*/ 188 w 1008"/>
              <a:gd name="T89" fmla="*/ 800 h 1129"/>
              <a:gd name="T90" fmla="*/ 123 w 1008"/>
              <a:gd name="T91" fmla="*/ 764 h 1129"/>
              <a:gd name="T92" fmla="*/ 180 w 1008"/>
              <a:gd name="T93" fmla="*/ 581 h 1129"/>
              <a:gd name="T94" fmla="*/ 199 w 1008"/>
              <a:gd name="T95" fmla="*/ 501 h 1129"/>
              <a:gd name="T96" fmla="*/ 131 w 1008"/>
              <a:gd name="T97" fmla="*/ 443 h 1129"/>
              <a:gd name="T98" fmla="*/ 144 w 1008"/>
              <a:gd name="T99" fmla="*/ 278 h 1129"/>
              <a:gd name="T100" fmla="*/ 201 w 1008"/>
              <a:gd name="T101" fmla="*/ 210 h 1129"/>
              <a:gd name="T102" fmla="*/ 161 w 1008"/>
              <a:gd name="T103" fmla="*/ 130 h 1129"/>
              <a:gd name="T104" fmla="*/ 82 w 1008"/>
              <a:gd name="T105" fmla="*/ 40 h 1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08" h="1129">
                <a:moveTo>
                  <a:pt x="40" y="808"/>
                </a:moveTo>
                <a:lnTo>
                  <a:pt x="121" y="808"/>
                </a:lnTo>
                <a:lnTo>
                  <a:pt x="142" y="813"/>
                </a:lnTo>
                <a:lnTo>
                  <a:pt x="155" y="826"/>
                </a:lnTo>
                <a:lnTo>
                  <a:pt x="161" y="847"/>
                </a:lnTo>
                <a:lnTo>
                  <a:pt x="155" y="868"/>
                </a:lnTo>
                <a:lnTo>
                  <a:pt x="142" y="881"/>
                </a:lnTo>
                <a:lnTo>
                  <a:pt x="121" y="887"/>
                </a:lnTo>
                <a:lnTo>
                  <a:pt x="40" y="887"/>
                </a:lnTo>
                <a:lnTo>
                  <a:pt x="21" y="881"/>
                </a:lnTo>
                <a:lnTo>
                  <a:pt x="6" y="868"/>
                </a:lnTo>
                <a:lnTo>
                  <a:pt x="0" y="847"/>
                </a:lnTo>
                <a:lnTo>
                  <a:pt x="6" y="826"/>
                </a:lnTo>
                <a:lnTo>
                  <a:pt x="21" y="813"/>
                </a:lnTo>
                <a:lnTo>
                  <a:pt x="40" y="808"/>
                </a:lnTo>
                <a:close/>
                <a:moveTo>
                  <a:pt x="40" y="484"/>
                </a:moveTo>
                <a:lnTo>
                  <a:pt x="121" y="484"/>
                </a:lnTo>
                <a:lnTo>
                  <a:pt x="142" y="490"/>
                </a:lnTo>
                <a:lnTo>
                  <a:pt x="155" y="505"/>
                </a:lnTo>
                <a:lnTo>
                  <a:pt x="161" y="524"/>
                </a:lnTo>
                <a:lnTo>
                  <a:pt x="155" y="545"/>
                </a:lnTo>
                <a:lnTo>
                  <a:pt x="142" y="560"/>
                </a:lnTo>
                <a:lnTo>
                  <a:pt x="121" y="565"/>
                </a:lnTo>
                <a:lnTo>
                  <a:pt x="40" y="565"/>
                </a:lnTo>
                <a:lnTo>
                  <a:pt x="21" y="560"/>
                </a:lnTo>
                <a:lnTo>
                  <a:pt x="6" y="545"/>
                </a:lnTo>
                <a:lnTo>
                  <a:pt x="0" y="524"/>
                </a:lnTo>
                <a:lnTo>
                  <a:pt x="6" y="505"/>
                </a:lnTo>
                <a:lnTo>
                  <a:pt x="21" y="490"/>
                </a:lnTo>
                <a:lnTo>
                  <a:pt x="40" y="484"/>
                </a:lnTo>
                <a:close/>
                <a:moveTo>
                  <a:pt x="929" y="444"/>
                </a:moveTo>
                <a:lnTo>
                  <a:pt x="1006" y="444"/>
                </a:lnTo>
                <a:lnTo>
                  <a:pt x="1006" y="565"/>
                </a:lnTo>
                <a:lnTo>
                  <a:pt x="1006" y="567"/>
                </a:lnTo>
                <a:lnTo>
                  <a:pt x="1006" y="575"/>
                </a:lnTo>
                <a:lnTo>
                  <a:pt x="1003" y="584"/>
                </a:lnTo>
                <a:lnTo>
                  <a:pt x="997" y="594"/>
                </a:lnTo>
                <a:lnTo>
                  <a:pt x="985" y="601"/>
                </a:lnTo>
                <a:lnTo>
                  <a:pt x="968" y="605"/>
                </a:lnTo>
                <a:lnTo>
                  <a:pt x="929" y="605"/>
                </a:lnTo>
                <a:lnTo>
                  <a:pt x="929" y="444"/>
                </a:lnTo>
                <a:close/>
                <a:moveTo>
                  <a:pt x="566" y="412"/>
                </a:moveTo>
                <a:lnTo>
                  <a:pt x="575" y="414"/>
                </a:lnTo>
                <a:lnTo>
                  <a:pt x="583" y="416"/>
                </a:lnTo>
                <a:lnTo>
                  <a:pt x="590" y="422"/>
                </a:lnTo>
                <a:lnTo>
                  <a:pt x="594" y="429"/>
                </a:lnTo>
                <a:lnTo>
                  <a:pt x="598" y="437"/>
                </a:lnTo>
                <a:lnTo>
                  <a:pt x="598" y="446"/>
                </a:lnTo>
                <a:lnTo>
                  <a:pt x="596" y="465"/>
                </a:lnTo>
                <a:lnTo>
                  <a:pt x="590" y="490"/>
                </a:lnTo>
                <a:lnTo>
                  <a:pt x="579" y="516"/>
                </a:lnTo>
                <a:lnTo>
                  <a:pt x="566" y="543"/>
                </a:lnTo>
                <a:lnTo>
                  <a:pt x="549" y="558"/>
                </a:lnTo>
                <a:lnTo>
                  <a:pt x="532" y="564"/>
                </a:lnTo>
                <a:lnTo>
                  <a:pt x="522" y="564"/>
                </a:lnTo>
                <a:lnTo>
                  <a:pt x="517" y="562"/>
                </a:lnTo>
                <a:lnTo>
                  <a:pt x="511" y="558"/>
                </a:lnTo>
                <a:lnTo>
                  <a:pt x="505" y="552"/>
                </a:lnTo>
                <a:lnTo>
                  <a:pt x="498" y="537"/>
                </a:lnTo>
                <a:lnTo>
                  <a:pt x="496" y="516"/>
                </a:lnTo>
                <a:lnTo>
                  <a:pt x="501" y="482"/>
                </a:lnTo>
                <a:lnTo>
                  <a:pt x="517" y="448"/>
                </a:lnTo>
                <a:lnTo>
                  <a:pt x="532" y="427"/>
                </a:lnTo>
                <a:lnTo>
                  <a:pt x="547" y="416"/>
                </a:lnTo>
                <a:lnTo>
                  <a:pt x="566" y="412"/>
                </a:lnTo>
                <a:close/>
                <a:moveTo>
                  <a:pt x="566" y="280"/>
                </a:moveTo>
                <a:lnTo>
                  <a:pt x="515" y="284"/>
                </a:lnTo>
                <a:lnTo>
                  <a:pt x="469" y="295"/>
                </a:lnTo>
                <a:lnTo>
                  <a:pt x="428" y="316"/>
                </a:lnTo>
                <a:lnTo>
                  <a:pt x="392" y="344"/>
                </a:lnTo>
                <a:lnTo>
                  <a:pt x="361" y="376"/>
                </a:lnTo>
                <a:lnTo>
                  <a:pt x="341" y="414"/>
                </a:lnTo>
                <a:lnTo>
                  <a:pt x="327" y="454"/>
                </a:lnTo>
                <a:lnTo>
                  <a:pt x="322" y="497"/>
                </a:lnTo>
                <a:lnTo>
                  <a:pt x="326" y="537"/>
                </a:lnTo>
                <a:lnTo>
                  <a:pt x="337" y="577"/>
                </a:lnTo>
                <a:lnTo>
                  <a:pt x="354" y="613"/>
                </a:lnTo>
                <a:lnTo>
                  <a:pt x="377" y="645"/>
                </a:lnTo>
                <a:lnTo>
                  <a:pt x="405" y="671"/>
                </a:lnTo>
                <a:lnTo>
                  <a:pt x="435" y="694"/>
                </a:lnTo>
                <a:lnTo>
                  <a:pt x="471" y="711"/>
                </a:lnTo>
                <a:lnTo>
                  <a:pt x="511" y="722"/>
                </a:lnTo>
                <a:lnTo>
                  <a:pt x="556" y="726"/>
                </a:lnTo>
                <a:lnTo>
                  <a:pt x="604" y="722"/>
                </a:lnTo>
                <a:lnTo>
                  <a:pt x="651" y="709"/>
                </a:lnTo>
                <a:lnTo>
                  <a:pt x="694" y="690"/>
                </a:lnTo>
                <a:lnTo>
                  <a:pt x="734" y="664"/>
                </a:lnTo>
                <a:lnTo>
                  <a:pt x="715" y="634"/>
                </a:lnTo>
                <a:lnTo>
                  <a:pt x="708" y="637"/>
                </a:lnTo>
                <a:lnTo>
                  <a:pt x="683" y="654"/>
                </a:lnTo>
                <a:lnTo>
                  <a:pt x="656" y="668"/>
                </a:lnTo>
                <a:lnTo>
                  <a:pt x="609" y="681"/>
                </a:lnTo>
                <a:lnTo>
                  <a:pt x="558" y="686"/>
                </a:lnTo>
                <a:lnTo>
                  <a:pt x="522" y="683"/>
                </a:lnTo>
                <a:lnTo>
                  <a:pt x="488" y="671"/>
                </a:lnTo>
                <a:lnTo>
                  <a:pt x="458" y="654"/>
                </a:lnTo>
                <a:lnTo>
                  <a:pt x="430" y="634"/>
                </a:lnTo>
                <a:lnTo>
                  <a:pt x="403" y="607"/>
                </a:lnTo>
                <a:lnTo>
                  <a:pt x="382" y="575"/>
                </a:lnTo>
                <a:lnTo>
                  <a:pt x="369" y="539"/>
                </a:lnTo>
                <a:lnTo>
                  <a:pt x="365" y="499"/>
                </a:lnTo>
                <a:lnTo>
                  <a:pt x="369" y="463"/>
                </a:lnTo>
                <a:lnTo>
                  <a:pt x="380" y="431"/>
                </a:lnTo>
                <a:lnTo>
                  <a:pt x="397" y="401"/>
                </a:lnTo>
                <a:lnTo>
                  <a:pt x="420" y="374"/>
                </a:lnTo>
                <a:lnTo>
                  <a:pt x="450" y="350"/>
                </a:lnTo>
                <a:lnTo>
                  <a:pt x="486" y="333"/>
                </a:lnTo>
                <a:lnTo>
                  <a:pt x="526" y="323"/>
                </a:lnTo>
                <a:lnTo>
                  <a:pt x="571" y="320"/>
                </a:lnTo>
                <a:lnTo>
                  <a:pt x="604" y="321"/>
                </a:lnTo>
                <a:lnTo>
                  <a:pt x="634" y="327"/>
                </a:lnTo>
                <a:lnTo>
                  <a:pt x="662" y="339"/>
                </a:lnTo>
                <a:lnTo>
                  <a:pt x="691" y="357"/>
                </a:lnTo>
                <a:lnTo>
                  <a:pt x="711" y="382"/>
                </a:lnTo>
                <a:lnTo>
                  <a:pt x="723" y="412"/>
                </a:lnTo>
                <a:lnTo>
                  <a:pt x="726" y="446"/>
                </a:lnTo>
                <a:lnTo>
                  <a:pt x="725" y="478"/>
                </a:lnTo>
                <a:lnTo>
                  <a:pt x="717" y="507"/>
                </a:lnTo>
                <a:lnTo>
                  <a:pt x="704" y="530"/>
                </a:lnTo>
                <a:lnTo>
                  <a:pt x="689" y="547"/>
                </a:lnTo>
                <a:lnTo>
                  <a:pt x="672" y="560"/>
                </a:lnTo>
                <a:lnTo>
                  <a:pt x="656" y="564"/>
                </a:lnTo>
                <a:lnTo>
                  <a:pt x="651" y="562"/>
                </a:lnTo>
                <a:lnTo>
                  <a:pt x="645" y="560"/>
                </a:lnTo>
                <a:lnTo>
                  <a:pt x="641" y="556"/>
                </a:lnTo>
                <a:lnTo>
                  <a:pt x="639" y="554"/>
                </a:lnTo>
                <a:lnTo>
                  <a:pt x="634" y="547"/>
                </a:lnTo>
                <a:lnTo>
                  <a:pt x="634" y="537"/>
                </a:lnTo>
                <a:lnTo>
                  <a:pt x="634" y="531"/>
                </a:lnTo>
                <a:lnTo>
                  <a:pt x="636" y="526"/>
                </a:lnTo>
                <a:lnTo>
                  <a:pt x="636" y="520"/>
                </a:lnTo>
                <a:lnTo>
                  <a:pt x="638" y="512"/>
                </a:lnTo>
                <a:lnTo>
                  <a:pt x="641" y="503"/>
                </a:lnTo>
                <a:lnTo>
                  <a:pt x="675" y="384"/>
                </a:lnTo>
                <a:lnTo>
                  <a:pt x="624" y="384"/>
                </a:lnTo>
                <a:lnTo>
                  <a:pt x="615" y="418"/>
                </a:lnTo>
                <a:lnTo>
                  <a:pt x="611" y="408"/>
                </a:lnTo>
                <a:lnTo>
                  <a:pt x="605" y="399"/>
                </a:lnTo>
                <a:lnTo>
                  <a:pt x="598" y="390"/>
                </a:lnTo>
                <a:lnTo>
                  <a:pt x="579" y="378"/>
                </a:lnTo>
                <a:lnTo>
                  <a:pt x="552" y="374"/>
                </a:lnTo>
                <a:lnTo>
                  <a:pt x="522" y="380"/>
                </a:lnTo>
                <a:lnTo>
                  <a:pt x="494" y="393"/>
                </a:lnTo>
                <a:lnTo>
                  <a:pt x="469" y="418"/>
                </a:lnTo>
                <a:lnTo>
                  <a:pt x="450" y="448"/>
                </a:lnTo>
                <a:lnTo>
                  <a:pt x="439" y="478"/>
                </a:lnTo>
                <a:lnTo>
                  <a:pt x="435" y="511"/>
                </a:lnTo>
                <a:lnTo>
                  <a:pt x="439" y="537"/>
                </a:lnTo>
                <a:lnTo>
                  <a:pt x="445" y="560"/>
                </a:lnTo>
                <a:lnTo>
                  <a:pt x="458" y="579"/>
                </a:lnTo>
                <a:lnTo>
                  <a:pt x="473" y="592"/>
                </a:lnTo>
                <a:lnTo>
                  <a:pt x="492" y="601"/>
                </a:lnTo>
                <a:lnTo>
                  <a:pt x="513" y="605"/>
                </a:lnTo>
                <a:lnTo>
                  <a:pt x="534" y="601"/>
                </a:lnTo>
                <a:lnTo>
                  <a:pt x="552" y="594"/>
                </a:lnTo>
                <a:lnTo>
                  <a:pt x="569" y="581"/>
                </a:lnTo>
                <a:lnTo>
                  <a:pt x="583" y="567"/>
                </a:lnTo>
                <a:lnTo>
                  <a:pt x="594" y="550"/>
                </a:lnTo>
                <a:lnTo>
                  <a:pt x="592" y="554"/>
                </a:lnTo>
                <a:lnTo>
                  <a:pt x="592" y="558"/>
                </a:lnTo>
                <a:lnTo>
                  <a:pt x="594" y="569"/>
                </a:lnTo>
                <a:lnTo>
                  <a:pt x="598" y="579"/>
                </a:lnTo>
                <a:lnTo>
                  <a:pt x="605" y="588"/>
                </a:lnTo>
                <a:lnTo>
                  <a:pt x="617" y="598"/>
                </a:lnTo>
                <a:lnTo>
                  <a:pt x="630" y="603"/>
                </a:lnTo>
                <a:lnTo>
                  <a:pt x="645" y="605"/>
                </a:lnTo>
                <a:lnTo>
                  <a:pt x="677" y="599"/>
                </a:lnTo>
                <a:lnTo>
                  <a:pt x="706" y="582"/>
                </a:lnTo>
                <a:lnTo>
                  <a:pt x="732" y="558"/>
                </a:lnTo>
                <a:lnTo>
                  <a:pt x="753" y="526"/>
                </a:lnTo>
                <a:lnTo>
                  <a:pt x="764" y="490"/>
                </a:lnTo>
                <a:lnTo>
                  <a:pt x="768" y="450"/>
                </a:lnTo>
                <a:lnTo>
                  <a:pt x="764" y="412"/>
                </a:lnTo>
                <a:lnTo>
                  <a:pt x="755" y="378"/>
                </a:lnTo>
                <a:lnTo>
                  <a:pt x="736" y="350"/>
                </a:lnTo>
                <a:lnTo>
                  <a:pt x="709" y="323"/>
                </a:lnTo>
                <a:lnTo>
                  <a:pt x="679" y="304"/>
                </a:lnTo>
                <a:lnTo>
                  <a:pt x="645" y="289"/>
                </a:lnTo>
                <a:lnTo>
                  <a:pt x="607" y="282"/>
                </a:lnTo>
                <a:lnTo>
                  <a:pt x="566" y="280"/>
                </a:lnTo>
                <a:close/>
                <a:moveTo>
                  <a:pt x="929" y="242"/>
                </a:moveTo>
                <a:lnTo>
                  <a:pt x="1006" y="242"/>
                </a:lnTo>
                <a:lnTo>
                  <a:pt x="1006" y="363"/>
                </a:lnTo>
                <a:lnTo>
                  <a:pt x="1006" y="367"/>
                </a:lnTo>
                <a:lnTo>
                  <a:pt x="1006" y="374"/>
                </a:lnTo>
                <a:lnTo>
                  <a:pt x="1003" y="384"/>
                </a:lnTo>
                <a:lnTo>
                  <a:pt x="997" y="393"/>
                </a:lnTo>
                <a:lnTo>
                  <a:pt x="985" y="401"/>
                </a:lnTo>
                <a:lnTo>
                  <a:pt x="968" y="403"/>
                </a:lnTo>
                <a:lnTo>
                  <a:pt x="929" y="403"/>
                </a:lnTo>
                <a:lnTo>
                  <a:pt x="929" y="242"/>
                </a:lnTo>
                <a:close/>
                <a:moveTo>
                  <a:pt x="40" y="161"/>
                </a:moveTo>
                <a:lnTo>
                  <a:pt x="121" y="161"/>
                </a:lnTo>
                <a:lnTo>
                  <a:pt x="142" y="166"/>
                </a:lnTo>
                <a:lnTo>
                  <a:pt x="155" y="182"/>
                </a:lnTo>
                <a:lnTo>
                  <a:pt x="161" y="202"/>
                </a:lnTo>
                <a:lnTo>
                  <a:pt x="155" y="221"/>
                </a:lnTo>
                <a:lnTo>
                  <a:pt x="142" y="236"/>
                </a:lnTo>
                <a:lnTo>
                  <a:pt x="121" y="242"/>
                </a:lnTo>
                <a:lnTo>
                  <a:pt x="40" y="242"/>
                </a:lnTo>
                <a:lnTo>
                  <a:pt x="21" y="236"/>
                </a:lnTo>
                <a:lnTo>
                  <a:pt x="6" y="221"/>
                </a:lnTo>
                <a:lnTo>
                  <a:pt x="0" y="202"/>
                </a:lnTo>
                <a:lnTo>
                  <a:pt x="6" y="182"/>
                </a:lnTo>
                <a:lnTo>
                  <a:pt x="21" y="166"/>
                </a:lnTo>
                <a:lnTo>
                  <a:pt x="40" y="161"/>
                </a:lnTo>
                <a:close/>
                <a:moveTo>
                  <a:pt x="929" y="40"/>
                </a:moveTo>
                <a:lnTo>
                  <a:pt x="1006" y="40"/>
                </a:lnTo>
                <a:lnTo>
                  <a:pt x="1006" y="161"/>
                </a:lnTo>
                <a:lnTo>
                  <a:pt x="1006" y="165"/>
                </a:lnTo>
                <a:lnTo>
                  <a:pt x="1006" y="172"/>
                </a:lnTo>
                <a:lnTo>
                  <a:pt x="1003" y="182"/>
                </a:lnTo>
                <a:lnTo>
                  <a:pt x="997" y="191"/>
                </a:lnTo>
                <a:lnTo>
                  <a:pt x="985" y="199"/>
                </a:lnTo>
                <a:lnTo>
                  <a:pt x="968" y="202"/>
                </a:lnTo>
                <a:lnTo>
                  <a:pt x="929" y="202"/>
                </a:lnTo>
                <a:lnTo>
                  <a:pt x="929" y="40"/>
                </a:lnTo>
                <a:close/>
                <a:moveTo>
                  <a:pt x="121" y="0"/>
                </a:moveTo>
                <a:lnTo>
                  <a:pt x="847" y="0"/>
                </a:lnTo>
                <a:lnTo>
                  <a:pt x="868" y="6"/>
                </a:lnTo>
                <a:lnTo>
                  <a:pt x="881" y="21"/>
                </a:lnTo>
                <a:lnTo>
                  <a:pt x="887" y="40"/>
                </a:lnTo>
                <a:lnTo>
                  <a:pt x="887" y="968"/>
                </a:lnTo>
                <a:lnTo>
                  <a:pt x="881" y="989"/>
                </a:lnTo>
                <a:lnTo>
                  <a:pt x="868" y="1002"/>
                </a:lnTo>
                <a:lnTo>
                  <a:pt x="847" y="1008"/>
                </a:lnTo>
                <a:lnTo>
                  <a:pt x="161" y="1008"/>
                </a:lnTo>
                <a:lnTo>
                  <a:pt x="165" y="1023"/>
                </a:lnTo>
                <a:lnTo>
                  <a:pt x="174" y="1034"/>
                </a:lnTo>
                <a:lnTo>
                  <a:pt x="188" y="1042"/>
                </a:lnTo>
                <a:lnTo>
                  <a:pt x="197" y="1048"/>
                </a:lnTo>
                <a:lnTo>
                  <a:pt x="203" y="1050"/>
                </a:lnTo>
                <a:lnTo>
                  <a:pt x="887" y="1050"/>
                </a:lnTo>
                <a:lnTo>
                  <a:pt x="906" y="1046"/>
                </a:lnTo>
                <a:lnTo>
                  <a:pt x="917" y="1038"/>
                </a:lnTo>
                <a:lnTo>
                  <a:pt x="925" y="1031"/>
                </a:lnTo>
                <a:lnTo>
                  <a:pt x="929" y="1021"/>
                </a:lnTo>
                <a:lnTo>
                  <a:pt x="929" y="1014"/>
                </a:lnTo>
                <a:lnTo>
                  <a:pt x="929" y="1012"/>
                </a:lnTo>
                <a:lnTo>
                  <a:pt x="929" y="647"/>
                </a:lnTo>
                <a:lnTo>
                  <a:pt x="1008" y="647"/>
                </a:lnTo>
                <a:lnTo>
                  <a:pt x="1008" y="1091"/>
                </a:lnTo>
                <a:lnTo>
                  <a:pt x="1004" y="1108"/>
                </a:lnTo>
                <a:lnTo>
                  <a:pt x="995" y="1118"/>
                </a:lnTo>
                <a:lnTo>
                  <a:pt x="984" y="1125"/>
                </a:lnTo>
                <a:lnTo>
                  <a:pt x="974" y="1129"/>
                </a:lnTo>
                <a:lnTo>
                  <a:pt x="970" y="1129"/>
                </a:lnTo>
                <a:lnTo>
                  <a:pt x="199" y="1129"/>
                </a:lnTo>
                <a:lnTo>
                  <a:pt x="176" y="1125"/>
                </a:lnTo>
                <a:lnTo>
                  <a:pt x="155" y="1114"/>
                </a:lnTo>
                <a:lnTo>
                  <a:pt x="138" y="1099"/>
                </a:lnTo>
                <a:lnTo>
                  <a:pt x="121" y="1080"/>
                </a:lnTo>
                <a:lnTo>
                  <a:pt x="108" y="1059"/>
                </a:lnTo>
                <a:lnTo>
                  <a:pt x="97" y="1040"/>
                </a:lnTo>
                <a:lnTo>
                  <a:pt x="87" y="1023"/>
                </a:lnTo>
                <a:lnTo>
                  <a:pt x="84" y="1012"/>
                </a:lnTo>
                <a:lnTo>
                  <a:pt x="82" y="1008"/>
                </a:lnTo>
                <a:lnTo>
                  <a:pt x="82" y="929"/>
                </a:lnTo>
                <a:lnTo>
                  <a:pt x="119" y="930"/>
                </a:lnTo>
                <a:lnTo>
                  <a:pt x="144" y="927"/>
                </a:lnTo>
                <a:lnTo>
                  <a:pt x="163" y="919"/>
                </a:lnTo>
                <a:lnTo>
                  <a:pt x="178" y="910"/>
                </a:lnTo>
                <a:lnTo>
                  <a:pt x="188" y="896"/>
                </a:lnTo>
                <a:lnTo>
                  <a:pt x="193" y="881"/>
                </a:lnTo>
                <a:lnTo>
                  <a:pt x="197" y="868"/>
                </a:lnTo>
                <a:lnTo>
                  <a:pt x="199" y="859"/>
                </a:lnTo>
                <a:lnTo>
                  <a:pt x="201" y="849"/>
                </a:lnTo>
                <a:lnTo>
                  <a:pt x="201" y="847"/>
                </a:lnTo>
                <a:lnTo>
                  <a:pt x="197" y="821"/>
                </a:lnTo>
                <a:lnTo>
                  <a:pt x="188" y="800"/>
                </a:lnTo>
                <a:lnTo>
                  <a:pt x="176" y="785"/>
                </a:lnTo>
                <a:lnTo>
                  <a:pt x="161" y="775"/>
                </a:lnTo>
                <a:lnTo>
                  <a:pt x="148" y="770"/>
                </a:lnTo>
                <a:lnTo>
                  <a:pt x="135" y="766"/>
                </a:lnTo>
                <a:lnTo>
                  <a:pt x="125" y="764"/>
                </a:lnTo>
                <a:lnTo>
                  <a:pt x="123" y="764"/>
                </a:lnTo>
                <a:lnTo>
                  <a:pt x="82" y="764"/>
                </a:lnTo>
                <a:lnTo>
                  <a:pt x="84" y="605"/>
                </a:lnTo>
                <a:lnTo>
                  <a:pt x="121" y="605"/>
                </a:lnTo>
                <a:lnTo>
                  <a:pt x="146" y="601"/>
                </a:lnTo>
                <a:lnTo>
                  <a:pt x="165" y="594"/>
                </a:lnTo>
                <a:lnTo>
                  <a:pt x="180" y="581"/>
                </a:lnTo>
                <a:lnTo>
                  <a:pt x="189" y="565"/>
                </a:lnTo>
                <a:lnTo>
                  <a:pt x="197" y="552"/>
                </a:lnTo>
                <a:lnTo>
                  <a:pt x="199" y="539"/>
                </a:lnTo>
                <a:lnTo>
                  <a:pt x="201" y="530"/>
                </a:lnTo>
                <a:lnTo>
                  <a:pt x="201" y="528"/>
                </a:lnTo>
                <a:lnTo>
                  <a:pt x="199" y="501"/>
                </a:lnTo>
                <a:lnTo>
                  <a:pt x="191" y="482"/>
                </a:lnTo>
                <a:lnTo>
                  <a:pt x="180" y="467"/>
                </a:lnTo>
                <a:lnTo>
                  <a:pt x="169" y="456"/>
                </a:lnTo>
                <a:lnTo>
                  <a:pt x="155" y="448"/>
                </a:lnTo>
                <a:lnTo>
                  <a:pt x="142" y="444"/>
                </a:lnTo>
                <a:lnTo>
                  <a:pt x="131" y="443"/>
                </a:lnTo>
                <a:lnTo>
                  <a:pt x="123" y="441"/>
                </a:lnTo>
                <a:lnTo>
                  <a:pt x="121" y="441"/>
                </a:lnTo>
                <a:lnTo>
                  <a:pt x="84" y="441"/>
                </a:lnTo>
                <a:lnTo>
                  <a:pt x="82" y="282"/>
                </a:lnTo>
                <a:lnTo>
                  <a:pt x="119" y="280"/>
                </a:lnTo>
                <a:lnTo>
                  <a:pt x="144" y="278"/>
                </a:lnTo>
                <a:lnTo>
                  <a:pt x="163" y="270"/>
                </a:lnTo>
                <a:lnTo>
                  <a:pt x="178" y="259"/>
                </a:lnTo>
                <a:lnTo>
                  <a:pt x="188" y="246"/>
                </a:lnTo>
                <a:lnTo>
                  <a:pt x="195" y="233"/>
                </a:lnTo>
                <a:lnTo>
                  <a:pt x="199" y="219"/>
                </a:lnTo>
                <a:lnTo>
                  <a:pt x="201" y="210"/>
                </a:lnTo>
                <a:lnTo>
                  <a:pt x="201" y="202"/>
                </a:lnTo>
                <a:lnTo>
                  <a:pt x="201" y="199"/>
                </a:lnTo>
                <a:lnTo>
                  <a:pt x="197" y="174"/>
                </a:lnTo>
                <a:lnTo>
                  <a:pt x="188" y="155"/>
                </a:lnTo>
                <a:lnTo>
                  <a:pt x="176" y="142"/>
                </a:lnTo>
                <a:lnTo>
                  <a:pt x="161" y="130"/>
                </a:lnTo>
                <a:lnTo>
                  <a:pt x="146" y="125"/>
                </a:lnTo>
                <a:lnTo>
                  <a:pt x="135" y="121"/>
                </a:lnTo>
                <a:lnTo>
                  <a:pt x="125" y="119"/>
                </a:lnTo>
                <a:lnTo>
                  <a:pt x="121" y="119"/>
                </a:lnTo>
                <a:lnTo>
                  <a:pt x="82" y="119"/>
                </a:lnTo>
                <a:lnTo>
                  <a:pt x="82" y="40"/>
                </a:lnTo>
                <a:lnTo>
                  <a:pt x="87" y="21"/>
                </a:lnTo>
                <a:lnTo>
                  <a:pt x="101" y="6"/>
                </a:lnTo>
                <a:lnTo>
                  <a:pt x="1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490799" y="2888940"/>
            <a:ext cx="925987" cy="1080000"/>
          </a:xfrm>
          <a:custGeom>
            <a:avLst/>
            <a:gdLst>
              <a:gd name="T0" fmla="*/ 787 w 968"/>
              <a:gd name="T1" fmla="*/ 1002 h 1129"/>
              <a:gd name="T2" fmla="*/ 95 w 968"/>
              <a:gd name="T3" fmla="*/ 1034 h 1129"/>
              <a:gd name="T4" fmla="*/ 808 w 968"/>
              <a:gd name="T5" fmla="*/ 1050 h 1129"/>
              <a:gd name="T6" fmla="*/ 847 w 968"/>
              <a:gd name="T7" fmla="*/ 1021 h 1129"/>
              <a:gd name="T8" fmla="*/ 808 w 968"/>
              <a:gd name="T9" fmla="*/ 766 h 1129"/>
              <a:gd name="T10" fmla="*/ 464 w 968"/>
              <a:gd name="T11" fmla="*/ 422 h 1129"/>
              <a:gd name="T12" fmla="*/ 469 w 968"/>
              <a:gd name="T13" fmla="*/ 465 h 1129"/>
              <a:gd name="T14" fmla="*/ 424 w 968"/>
              <a:gd name="T15" fmla="*/ 558 h 1129"/>
              <a:gd name="T16" fmla="*/ 384 w 968"/>
              <a:gd name="T17" fmla="*/ 558 h 1129"/>
              <a:gd name="T18" fmla="*/ 375 w 968"/>
              <a:gd name="T19" fmla="*/ 482 h 1129"/>
              <a:gd name="T20" fmla="*/ 439 w 968"/>
              <a:gd name="T21" fmla="*/ 412 h 1129"/>
              <a:gd name="T22" fmla="*/ 301 w 968"/>
              <a:gd name="T23" fmla="*/ 316 h 1129"/>
              <a:gd name="T24" fmla="*/ 201 w 968"/>
              <a:gd name="T25" fmla="*/ 454 h 1129"/>
              <a:gd name="T26" fmla="*/ 227 w 968"/>
              <a:gd name="T27" fmla="*/ 613 h 1129"/>
              <a:gd name="T28" fmla="*/ 344 w 968"/>
              <a:gd name="T29" fmla="*/ 711 h 1129"/>
              <a:gd name="T30" fmla="*/ 524 w 968"/>
              <a:gd name="T31" fmla="*/ 709 h 1129"/>
              <a:gd name="T32" fmla="*/ 583 w 968"/>
              <a:gd name="T33" fmla="*/ 637 h 1129"/>
              <a:gd name="T34" fmla="*/ 433 w 968"/>
              <a:gd name="T35" fmla="*/ 686 h 1129"/>
              <a:gd name="T36" fmla="*/ 303 w 968"/>
              <a:gd name="T37" fmla="*/ 634 h 1129"/>
              <a:gd name="T38" fmla="*/ 239 w 968"/>
              <a:gd name="T39" fmla="*/ 499 h 1129"/>
              <a:gd name="T40" fmla="*/ 293 w 968"/>
              <a:gd name="T41" fmla="*/ 374 h 1129"/>
              <a:gd name="T42" fmla="*/ 445 w 968"/>
              <a:gd name="T43" fmla="*/ 320 h 1129"/>
              <a:gd name="T44" fmla="*/ 564 w 968"/>
              <a:gd name="T45" fmla="*/ 357 h 1129"/>
              <a:gd name="T46" fmla="*/ 598 w 968"/>
              <a:gd name="T47" fmla="*/ 478 h 1129"/>
              <a:gd name="T48" fmla="*/ 547 w 968"/>
              <a:gd name="T49" fmla="*/ 560 h 1129"/>
              <a:gd name="T50" fmla="*/ 515 w 968"/>
              <a:gd name="T51" fmla="*/ 556 h 1129"/>
              <a:gd name="T52" fmla="*/ 507 w 968"/>
              <a:gd name="T53" fmla="*/ 531 h 1129"/>
              <a:gd name="T54" fmla="*/ 515 w 968"/>
              <a:gd name="T55" fmla="*/ 503 h 1129"/>
              <a:gd name="T56" fmla="*/ 484 w 968"/>
              <a:gd name="T57" fmla="*/ 408 h 1129"/>
              <a:gd name="T58" fmla="*/ 426 w 968"/>
              <a:gd name="T59" fmla="*/ 374 h 1129"/>
              <a:gd name="T60" fmla="*/ 324 w 968"/>
              <a:gd name="T61" fmla="*/ 448 h 1129"/>
              <a:gd name="T62" fmla="*/ 320 w 968"/>
              <a:gd name="T63" fmla="*/ 560 h 1129"/>
              <a:gd name="T64" fmla="*/ 388 w 968"/>
              <a:gd name="T65" fmla="*/ 605 h 1129"/>
              <a:gd name="T66" fmla="*/ 456 w 968"/>
              <a:gd name="T67" fmla="*/ 567 h 1129"/>
              <a:gd name="T68" fmla="*/ 467 w 968"/>
              <a:gd name="T69" fmla="*/ 569 h 1129"/>
              <a:gd name="T70" fmla="*/ 503 w 968"/>
              <a:gd name="T71" fmla="*/ 603 h 1129"/>
              <a:gd name="T72" fmla="*/ 605 w 968"/>
              <a:gd name="T73" fmla="*/ 558 h 1129"/>
              <a:gd name="T74" fmla="*/ 638 w 968"/>
              <a:gd name="T75" fmla="*/ 412 h 1129"/>
              <a:gd name="T76" fmla="*/ 554 w 968"/>
              <a:gd name="T77" fmla="*/ 304 h 1129"/>
              <a:gd name="T78" fmla="*/ 808 w 968"/>
              <a:gd name="T79" fmla="*/ 78 h 1129"/>
              <a:gd name="T80" fmla="*/ 914 w 968"/>
              <a:gd name="T81" fmla="*/ 234 h 1129"/>
              <a:gd name="T82" fmla="*/ 929 w 968"/>
              <a:gd name="T83" fmla="*/ 204 h 1129"/>
              <a:gd name="T84" fmla="*/ 40 w 968"/>
              <a:gd name="T85" fmla="*/ 0 h 1129"/>
              <a:gd name="T86" fmla="*/ 808 w 968"/>
              <a:gd name="T87" fmla="*/ 40 h 1129"/>
              <a:gd name="T88" fmla="*/ 965 w 968"/>
              <a:gd name="T89" fmla="*/ 253 h 1129"/>
              <a:gd name="T90" fmla="*/ 929 w 968"/>
              <a:gd name="T91" fmla="*/ 280 h 1129"/>
              <a:gd name="T92" fmla="*/ 891 w 968"/>
              <a:gd name="T93" fmla="*/ 484 h 1129"/>
              <a:gd name="T94" fmla="*/ 925 w 968"/>
              <a:gd name="T95" fmla="*/ 465 h 1129"/>
              <a:gd name="T96" fmla="*/ 967 w 968"/>
              <a:gd name="T97" fmla="*/ 490 h 1129"/>
              <a:gd name="T98" fmla="*/ 957 w 968"/>
              <a:gd name="T99" fmla="*/ 514 h 1129"/>
              <a:gd name="T100" fmla="*/ 808 w 968"/>
              <a:gd name="T101" fmla="*/ 728 h 1129"/>
              <a:gd name="T102" fmla="*/ 923 w 968"/>
              <a:gd name="T103" fmla="*/ 705 h 1129"/>
              <a:gd name="T104" fmla="*/ 929 w 968"/>
              <a:gd name="T105" fmla="*/ 543 h 1129"/>
              <a:gd name="T106" fmla="*/ 959 w 968"/>
              <a:gd name="T107" fmla="*/ 755 h 1129"/>
              <a:gd name="T108" fmla="*/ 929 w 968"/>
              <a:gd name="T109" fmla="*/ 766 h 1129"/>
              <a:gd name="T110" fmla="*/ 904 w 968"/>
              <a:gd name="T111" fmla="*/ 1125 h 1129"/>
              <a:gd name="T112" fmla="*/ 99 w 968"/>
              <a:gd name="T113" fmla="*/ 1125 h 1129"/>
              <a:gd name="T114" fmla="*/ 27 w 968"/>
              <a:gd name="T115" fmla="*/ 1059 h 1129"/>
              <a:gd name="T116" fmla="*/ 0 w 968"/>
              <a:gd name="T117" fmla="*/ 1008 h 1129"/>
              <a:gd name="T118" fmla="*/ 40 w 968"/>
              <a:gd name="T119" fmla="*/ 0 h 1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68" h="1129">
                <a:moveTo>
                  <a:pt x="808" y="766"/>
                </a:moveTo>
                <a:lnTo>
                  <a:pt x="808" y="968"/>
                </a:lnTo>
                <a:lnTo>
                  <a:pt x="802" y="989"/>
                </a:lnTo>
                <a:lnTo>
                  <a:pt x="787" y="1002"/>
                </a:lnTo>
                <a:lnTo>
                  <a:pt x="766" y="1008"/>
                </a:lnTo>
                <a:lnTo>
                  <a:pt x="80" y="1008"/>
                </a:lnTo>
                <a:lnTo>
                  <a:pt x="84" y="1023"/>
                </a:lnTo>
                <a:lnTo>
                  <a:pt x="95" y="1034"/>
                </a:lnTo>
                <a:lnTo>
                  <a:pt x="106" y="1042"/>
                </a:lnTo>
                <a:lnTo>
                  <a:pt x="118" y="1048"/>
                </a:lnTo>
                <a:lnTo>
                  <a:pt x="121" y="1050"/>
                </a:lnTo>
                <a:lnTo>
                  <a:pt x="808" y="1050"/>
                </a:lnTo>
                <a:lnTo>
                  <a:pt x="825" y="1046"/>
                </a:lnTo>
                <a:lnTo>
                  <a:pt x="836" y="1038"/>
                </a:lnTo>
                <a:lnTo>
                  <a:pt x="844" y="1031"/>
                </a:lnTo>
                <a:lnTo>
                  <a:pt x="847" y="1021"/>
                </a:lnTo>
                <a:lnTo>
                  <a:pt x="849" y="1014"/>
                </a:lnTo>
                <a:lnTo>
                  <a:pt x="849" y="1012"/>
                </a:lnTo>
                <a:lnTo>
                  <a:pt x="849" y="766"/>
                </a:lnTo>
                <a:lnTo>
                  <a:pt x="808" y="766"/>
                </a:lnTo>
                <a:close/>
                <a:moveTo>
                  <a:pt x="439" y="412"/>
                </a:moveTo>
                <a:lnTo>
                  <a:pt x="448" y="414"/>
                </a:lnTo>
                <a:lnTo>
                  <a:pt x="456" y="416"/>
                </a:lnTo>
                <a:lnTo>
                  <a:pt x="464" y="422"/>
                </a:lnTo>
                <a:lnTo>
                  <a:pt x="467" y="429"/>
                </a:lnTo>
                <a:lnTo>
                  <a:pt x="471" y="437"/>
                </a:lnTo>
                <a:lnTo>
                  <a:pt x="473" y="446"/>
                </a:lnTo>
                <a:lnTo>
                  <a:pt x="469" y="465"/>
                </a:lnTo>
                <a:lnTo>
                  <a:pt x="464" y="490"/>
                </a:lnTo>
                <a:lnTo>
                  <a:pt x="454" y="516"/>
                </a:lnTo>
                <a:lnTo>
                  <a:pt x="439" y="543"/>
                </a:lnTo>
                <a:lnTo>
                  <a:pt x="424" y="558"/>
                </a:lnTo>
                <a:lnTo>
                  <a:pt x="405" y="564"/>
                </a:lnTo>
                <a:lnTo>
                  <a:pt x="397" y="564"/>
                </a:lnTo>
                <a:lnTo>
                  <a:pt x="390" y="562"/>
                </a:lnTo>
                <a:lnTo>
                  <a:pt x="384" y="558"/>
                </a:lnTo>
                <a:lnTo>
                  <a:pt x="379" y="552"/>
                </a:lnTo>
                <a:lnTo>
                  <a:pt x="371" y="537"/>
                </a:lnTo>
                <a:lnTo>
                  <a:pt x="369" y="516"/>
                </a:lnTo>
                <a:lnTo>
                  <a:pt x="375" y="482"/>
                </a:lnTo>
                <a:lnTo>
                  <a:pt x="390" y="448"/>
                </a:lnTo>
                <a:lnTo>
                  <a:pt x="405" y="427"/>
                </a:lnTo>
                <a:lnTo>
                  <a:pt x="422" y="416"/>
                </a:lnTo>
                <a:lnTo>
                  <a:pt x="439" y="412"/>
                </a:lnTo>
                <a:close/>
                <a:moveTo>
                  <a:pt x="439" y="280"/>
                </a:moveTo>
                <a:lnTo>
                  <a:pt x="390" y="284"/>
                </a:lnTo>
                <a:lnTo>
                  <a:pt x="343" y="295"/>
                </a:lnTo>
                <a:lnTo>
                  <a:pt x="301" y="316"/>
                </a:lnTo>
                <a:lnTo>
                  <a:pt x="265" y="344"/>
                </a:lnTo>
                <a:lnTo>
                  <a:pt x="235" y="376"/>
                </a:lnTo>
                <a:lnTo>
                  <a:pt x="214" y="414"/>
                </a:lnTo>
                <a:lnTo>
                  <a:pt x="201" y="454"/>
                </a:lnTo>
                <a:lnTo>
                  <a:pt x="195" y="497"/>
                </a:lnTo>
                <a:lnTo>
                  <a:pt x="199" y="537"/>
                </a:lnTo>
                <a:lnTo>
                  <a:pt x="210" y="577"/>
                </a:lnTo>
                <a:lnTo>
                  <a:pt x="227" y="613"/>
                </a:lnTo>
                <a:lnTo>
                  <a:pt x="250" y="645"/>
                </a:lnTo>
                <a:lnTo>
                  <a:pt x="278" y="671"/>
                </a:lnTo>
                <a:lnTo>
                  <a:pt x="310" y="694"/>
                </a:lnTo>
                <a:lnTo>
                  <a:pt x="344" y="711"/>
                </a:lnTo>
                <a:lnTo>
                  <a:pt x="386" y="722"/>
                </a:lnTo>
                <a:lnTo>
                  <a:pt x="430" y="726"/>
                </a:lnTo>
                <a:lnTo>
                  <a:pt x="477" y="722"/>
                </a:lnTo>
                <a:lnTo>
                  <a:pt x="524" y="709"/>
                </a:lnTo>
                <a:lnTo>
                  <a:pt x="568" y="690"/>
                </a:lnTo>
                <a:lnTo>
                  <a:pt x="609" y="664"/>
                </a:lnTo>
                <a:lnTo>
                  <a:pt x="588" y="634"/>
                </a:lnTo>
                <a:lnTo>
                  <a:pt x="583" y="637"/>
                </a:lnTo>
                <a:lnTo>
                  <a:pt x="556" y="654"/>
                </a:lnTo>
                <a:lnTo>
                  <a:pt x="530" y="668"/>
                </a:lnTo>
                <a:lnTo>
                  <a:pt x="483" y="681"/>
                </a:lnTo>
                <a:lnTo>
                  <a:pt x="433" y="686"/>
                </a:lnTo>
                <a:lnTo>
                  <a:pt x="396" y="683"/>
                </a:lnTo>
                <a:lnTo>
                  <a:pt x="361" y="671"/>
                </a:lnTo>
                <a:lnTo>
                  <a:pt x="331" y="654"/>
                </a:lnTo>
                <a:lnTo>
                  <a:pt x="303" y="634"/>
                </a:lnTo>
                <a:lnTo>
                  <a:pt x="276" y="607"/>
                </a:lnTo>
                <a:lnTo>
                  <a:pt x="256" y="575"/>
                </a:lnTo>
                <a:lnTo>
                  <a:pt x="242" y="539"/>
                </a:lnTo>
                <a:lnTo>
                  <a:pt x="239" y="499"/>
                </a:lnTo>
                <a:lnTo>
                  <a:pt x="242" y="463"/>
                </a:lnTo>
                <a:lnTo>
                  <a:pt x="254" y="431"/>
                </a:lnTo>
                <a:lnTo>
                  <a:pt x="271" y="401"/>
                </a:lnTo>
                <a:lnTo>
                  <a:pt x="293" y="374"/>
                </a:lnTo>
                <a:lnTo>
                  <a:pt x="326" y="350"/>
                </a:lnTo>
                <a:lnTo>
                  <a:pt x="360" y="333"/>
                </a:lnTo>
                <a:lnTo>
                  <a:pt x="399" y="323"/>
                </a:lnTo>
                <a:lnTo>
                  <a:pt x="445" y="320"/>
                </a:lnTo>
                <a:lnTo>
                  <a:pt x="477" y="321"/>
                </a:lnTo>
                <a:lnTo>
                  <a:pt x="509" y="327"/>
                </a:lnTo>
                <a:lnTo>
                  <a:pt x="537" y="339"/>
                </a:lnTo>
                <a:lnTo>
                  <a:pt x="564" y="357"/>
                </a:lnTo>
                <a:lnTo>
                  <a:pt x="585" y="382"/>
                </a:lnTo>
                <a:lnTo>
                  <a:pt x="596" y="412"/>
                </a:lnTo>
                <a:lnTo>
                  <a:pt x="600" y="446"/>
                </a:lnTo>
                <a:lnTo>
                  <a:pt x="598" y="478"/>
                </a:lnTo>
                <a:lnTo>
                  <a:pt x="590" y="507"/>
                </a:lnTo>
                <a:lnTo>
                  <a:pt x="577" y="530"/>
                </a:lnTo>
                <a:lnTo>
                  <a:pt x="562" y="547"/>
                </a:lnTo>
                <a:lnTo>
                  <a:pt x="547" y="560"/>
                </a:lnTo>
                <a:lnTo>
                  <a:pt x="530" y="564"/>
                </a:lnTo>
                <a:lnTo>
                  <a:pt x="524" y="562"/>
                </a:lnTo>
                <a:lnTo>
                  <a:pt x="520" y="560"/>
                </a:lnTo>
                <a:lnTo>
                  <a:pt x="515" y="556"/>
                </a:lnTo>
                <a:lnTo>
                  <a:pt x="513" y="554"/>
                </a:lnTo>
                <a:lnTo>
                  <a:pt x="509" y="547"/>
                </a:lnTo>
                <a:lnTo>
                  <a:pt x="507" y="537"/>
                </a:lnTo>
                <a:lnTo>
                  <a:pt x="507" y="531"/>
                </a:lnTo>
                <a:lnTo>
                  <a:pt x="509" y="526"/>
                </a:lnTo>
                <a:lnTo>
                  <a:pt x="511" y="520"/>
                </a:lnTo>
                <a:lnTo>
                  <a:pt x="513" y="512"/>
                </a:lnTo>
                <a:lnTo>
                  <a:pt x="515" y="503"/>
                </a:lnTo>
                <a:lnTo>
                  <a:pt x="551" y="384"/>
                </a:lnTo>
                <a:lnTo>
                  <a:pt x="498" y="384"/>
                </a:lnTo>
                <a:lnTo>
                  <a:pt x="488" y="418"/>
                </a:lnTo>
                <a:lnTo>
                  <a:pt x="484" y="408"/>
                </a:lnTo>
                <a:lnTo>
                  <a:pt x="479" y="399"/>
                </a:lnTo>
                <a:lnTo>
                  <a:pt x="471" y="390"/>
                </a:lnTo>
                <a:lnTo>
                  <a:pt x="452" y="378"/>
                </a:lnTo>
                <a:lnTo>
                  <a:pt x="426" y="374"/>
                </a:lnTo>
                <a:lnTo>
                  <a:pt x="396" y="380"/>
                </a:lnTo>
                <a:lnTo>
                  <a:pt x="367" y="393"/>
                </a:lnTo>
                <a:lnTo>
                  <a:pt x="343" y="418"/>
                </a:lnTo>
                <a:lnTo>
                  <a:pt x="324" y="448"/>
                </a:lnTo>
                <a:lnTo>
                  <a:pt x="312" y="478"/>
                </a:lnTo>
                <a:lnTo>
                  <a:pt x="309" y="511"/>
                </a:lnTo>
                <a:lnTo>
                  <a:pt x="312" y="537"/>
                </a:lnTo>
                <a:lnTo>
                  <a:pt x="320" y="560"/>
                </a:lnTo>
                <a:lnTo>
                  <a:pt x="331" y="579"/>
                </a:lnTo>
                <a:lnTo>
                  <a:pt x="348" y="592"/>
                </a:lnTo>
                <a:lnTo>
                  <a:pt x="367" y="601"/>
                </a:lnTo>
                <a:lnTo>
                  <a:pt x="388" y="605"/>
                </a:lnTo>
                <a:lnTo>
                  <a:pt x="409" y="601"/>
                </a:lnTo>
                <a:lnTo>
                  <a:pt x="428" y="594"/>
                </a:lnTo>
                <a:lnTo>
                  <a:pt x="443" y="581"/>
                </a:lnTo>
                <a:lnTo>
                  <a:pt x="456" y="567"/>
                </a:lnTo>
                <a:lnTo>
                  <a:pt x="467" y="550"/>
                </a:lnTo>
                <a:lnTo>
                  <a:pt x="467" y="554"/>
                </a:lnTo>
                <a:lnTo>
                  <a:pt x="465" y="558"/>
                </a:lnTo>
                <a:lnTo>
                  <a:pt x="467" y="569"/>
                </a:lnTo>
                <a:lnTo>
                  <a:pt x="473" y="579"/>
                </a:lnTo>
                <a:lnTo>
                  <a:pt x="481" y="588"/>
                </a:lnTo>
                <a:lnTo>
                  <a:pt x="490" y="598"/>
                </a:lnTo>
                <a:lnTo>
                  <a:pt x="503" y="603"/>
                </a:lnTo>
                <a:lnTo>
                  <a:pt x="518" y="605"/>
                </a:lnTo>
                <a:lnTo>
                  <a:pt x="551" y="599"/>
                </a:lnTo>
                <a:lnTo>
                  <a:pt x="579" y="582"/>
                </a:lnTo>
                <a:lnTo>
                  <a:pt x="605" y="558"/>
                </a:lnTo>
                <a:lnTo>
                  <a:pt x="626" y="526"/>
                </a:lnTo>
                <a:lnTo>
                  <a:pt x="638" y="490"/>
                </a:lnTo>
                <a:lnTo>
                  <a:pt x="641" y="450"/>
                </a:lnTo>
                <a:lnTo>
                  <a:pt x="638" y="412"/>
                </a:lnTo>
                <a:lnTo>
                  <a:pt x="628" y="378"/>
                </a:lnTo>
                <a:lnTo>
                  <a:pt x="609" y="350"/>
                </a:lnTo>
                <a:lnTo>
                  <a:pt x="585" y="323"/>
                </a:lnTo>
                <a:lnTo>
                  <a:pt x="554" y="304"/>
                </a:lnTo>
                <a:lnTo>
                  <a:pt x="518" y="289"/>
                </a:lnTo>
                <a:lnTo>
                  <a:pt x="481" y="282"/>
                </a:lnTo>
                <a:lnTo>
                  <a:pt x="439" y="280"/>
                </a:lnTo>
                <a:close/>
                <a:moveTo>
                  <a:pt x="808" y="78"/>
                </a:moveTo>
                <a:lnTo>
                  <a:pt x="808" y="242"/>
                </a:lnTo>
                <a:lnTo>
                  <a:pt x="885" y="242"/>
                </a:lnTo>
                <a:lnTo>
                  <a:pt x="902" y="240"/>
                </a:lnTo>
                <a:lnTo>
                  <a:pt x="914" y="234"/>
                </a:lnTo>
                <a:lnTo>
                  <a:pt x="921" y="227"/>
                </a:lnTo>
                <a:lnTo>
                  <a:pt x="927" y="217"/>
                </a:lnTo>
                <a:lnTo>
                  <a:pt x="927" y="210"/>
                </a:lnTo>
                <a:lnTo>
                  <a:pt x="929" y="204"/>
                </a:lnTo>
                <a:lnTo>
                  <a:pt x="929" y="202"/>
                </a:lnTo>
                <a:lnTo>
                  <a:pt x="929" y="78"/>
                </a:lnTo>
                <a:lnTo>
                  <a:pt x="808" y="78"/>
                </a:lnTo>
                <a:close/>
                <a:moveTo>
                  <a:pt x="40" y="0"/>
                </a:moveTo>
                <a:lnTo>
                  <a:pt x="766" y="0"/>
                </a:lnTo>
                <a:lnTo>
                  <a:pt x="787" y="6"/>
                </a:lnTo>
                <a:lnTo>
                  <a:pt x="802" y="21"/>
                </a:lnTo>
                <a:lnTo>
                  <a:pt x="808" y="40"/>
                </a:lnTo>
                <a:lnTo>
                  <a:pt x="967" y="40"/>
                </a:lnTo>
                <a:lnTo>
                  <a:pt x="967" y="244"/>
                </a:lnTo>
                <a:lnTo>
                  <a:pt x="967" y="248"/>
                </a:lnTo>
                <a:lnTo>
                  <a:pt x="965" y="253"/>
                </a:lnTo>
                <a:lnTo>
                  <a:pt x="963" y="263"/>
                </a:lnTo>
                <a:lnTo>
                  <a:pt x="957" y="270"/>
                </a:lnTo>
                <a:lnTo>
                  <a:pt x="946" y="278"/>
                </a:lnTo>
                <a:lnTo>
                  <a:pt x="929" y="280"/>
                </a:lnTo>
                <a:lnTo>
                  <a:pt x="808" y="280"/>
                </a:lnTo>
                <a:lnTo>
                  <a:pt x="808" y="484"/>
                </a:lnTo>
                <a:lnTo>
                  <a:pt x="887" y="484"/>
                </a:lnTo>
                <a:lnTo>
                  <a:pt x="891" y="484"/>
                </a:lnTo>
                <a:lnTo>
                  <a:pt x="899" y="484"/>
                </a:lnTo>
                <a:lnTo>
                  <a:pt x="908" y="482"/>
                </a:lnTo>
                <a:lnTo>
                  <a:pt x="917" y="477"/>
                </a:lnTo>
                <a:lnTo>
                  <a:pt x="925" y="465"/>
                </a:lnTo>
                <a:lnTo>
                  <a:pt x="929" y="448"/>
                </a:lnTo>
                <a:lnTo>
                  <a:pt x="929" y="295"/>
                </a:lnTo>
                <a:lnTo>
                  <a:pt x="967" y="286"/>
                </a:lnTo>
                <a:lnTo>
                  <a:pt x="967" y="490"/>
                </a:lnTo>
                <a:lnTo>
                  <a:pt x="967" y="492"/>
                </a:lnTo>
                <a:lnTo>
                  <a:pt x="965" y="497"/>
                </a:lnTo>
                <a:lnTo>
                  <a:pt x="963" y="507"/>
                </a:lnTo>
                <a:lnTo>
                  <a:pt x="957" y="514"/>
                </a:lnTo>
                <a:lnTo>
                  <a:pt x="946" y="522"/>
                </a:lnTo>
                <a:lnTo>
                  <a:pt x="929" y="524"/>
                </a:lnTo>
                <a:lnTo>
                  <a:pt x="808" y="524"/>
                </a:lnTo>
                <a:lnTo>
                  <a:pt x="808" y="728"/>
                </a:lnTo>
                <a:lnTo>
                  <a:pt x="885" y="726"/>
                </a:lnTo>
                <a:lnTo>
                  <a:pt x="904" y="722"/>
                </a:lnTo>
                <a:lnTo>
                  <a:pt x="916" y="715"/>
                </a:lnTo>
                <a:lnTo>
                  <a:pt x="923" y="705"/>
                </a:lnTo>
                <a:lnTo>
                  <a:pt x="927" y="696"/>
                </a:lnTo>
                <a:lnTo>
                  <a:pt x="927" y="688"/>
                </a:lnTo>
                <a:lnTo>
                  <a:pt x="927" y="685"/>
                </a:lnTo>
                <a:lnTo>
                  <a:pt x="929" y="543"/>
                </a:lnTo>
                <a:lnTo>
                  <a:pt x="968" y="526"/>
                </a:lnTo>
                <a:lnTo>
                  <a:pt x="968" y="726"/>
                </a:lnTo>
                <a:lnTo>
                  <a:pt x="967" y="743"/>
                </a:lnTo>
                <a:lnTo>
                  <a:pt x="959" y="755"/>
                </a:lnTo>
                <a:lnTo>
                  <a:pt x="948" y="762"/>
                </a:lnTo>
                <a:lnTo>
                  <a:pt x="938" y="766"/>
                </a:lnTo>
                <a:lnTo>
                  <a:pt x="931" y="766"/>
                </a:lnTo>
                <a:lnTo>
                  <a:pt x="929" y="766"/>
                </a:lnTo>
                <a:lnTo>
                  <a:pt x="929" y="1091"/>
                </a:lnTo>
                <a:lnTo>
                  <a:pt x="923" y="1108"/>
                </a:lnTo>
                <a:lnTo>
                  <a:pt x="916" y="1118"/>
                </a:lnTo>
                <a:lnTo>
                  <a:pt x="904" y="1125"/>
                </a:lnTo>
                <a:lnTo>
                  <a:pt x="895" y="1129"/>
                </a:lnTo>
                <a:lnTo>
                  <a:pt x="891" y="1129"/>
                </a:lnTo>
                <a:lnTo>
                  <a:pt x="121" y="1129"/>
                </a:lnTo>
                <a:lnTo>
                  <a:pt x="99" y="1125"/>
                </a:lnTo>
                <a:lnTo>
                  <a:pt x="78" y="1114"/>
                </a:lnTo>
                <a:lnTo>
                  <a:pt x="59" y="1099"/>
                </a:lnTo>
                <a:lnTo>
                  <a:pt x="42" y="1080"/>
                </a:lnTo>
                <a:lnTo>
                  <a:pt x="27" y="1059"/>
                </a:lnTo>
                <a:lnTo>
                  <a:pt x="15" y="1040"/>
                </a:lnTo>
                <a:lnTo>
                  <a:pt x="8" y="1023"/>
                </a:lnTo>
                <a:lnTo>
                  <a:pt x="2" y="1012"/>
                </a:lnTo>
                <a:lnTo>
                  <a:pt x="0" y="1008"/>
                </a:lnTo>
                <a:lnTo>
                  <a:pt x="0" y="40"/>
                </a:lnTo>
                <a:lnTo>
                  <a:pt x="6" y="21"/>
                </a:lnTo>
                <a:lnTo>
                  <a:pt x="19" y="6"/>
                </a:lnTo>
                <a:lnTo>
                  <a:pt x="4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17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44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Clothing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Dress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T-Shirt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Sport Shirt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Sweater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Sleeveless Shirt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Pants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Socks</a:t>
            </a:r>
          </a:p>
        </p:txBody>
      </p:sp>
      <p:sp>
        <p:nvSpPr>
          <p:cNvPr id="22" name="Freeform 6"/>
          <p:cNvSpPr>
            <a:spLocks noChangeAspect="1"/>
          </p:cNvSpPr>
          <p:nvPr/>
        </p:nvSpPr>
        <p:spPr bwMode="auto">
          <a:xfrm>
            <a:off x="1100682" y="1356346"/>
            <a:ext cx="1080000" cy="828067"/>
          </a:xfrm>
          <a:custGeom>
            <a:avLst/>
            <a:gdLst>
              <a:gd name="T0" fmla="*/ 403 w 1076"/>
              <a:gd name="T1" fmla="*/ 0 h 825"/>
              <a:gd name="T2" fmla="*/ 414 w 1076"/>
              <a:gd name="T3" fmla="*/ 59 h 825"/>
              <a:gd name="T4" fmla="*/ 442 w 1076"/>
              <a:gd name="T5" fmla="*/ 97 h 825"/>
              <a:gd name="T6" fmla="*/ 478 w 1076"/>
              <a:gd name="T7" fmla="*/ 119 h 825"/>
              <a:gd name="T8" fmla="*/ 512 w 1076"/>
              <a:gd name="T9" fmla="*/ 132 h 825"/>
              <a:gd name="T10" fmla="*/ 533 w 1076"/>
              <a:gd name="T11" fmla="*/ 136 h 825"/>
              <a:gd name="T12" fmla="*/ 571 w 1076"/>
              <a:gd name="T13" fmla="*/ 132 h 825"/>
              <a:gd name="T14" fmla="*/ 622 w 1076"/>
              <a:gd name="T15" fmla="*/ 112 h 825"/>
              <a:gd name="T16" fmla="*/ 652 w 1076"/>
              <a:gd name="T17" fmla="*/ 78 h 825"/>
              <a:gd name="T18" fmla="*/ 667 w 1076"/>
              <a:gd name="T19" fmla="*/ 42 h 825"/>
              <a:gd name="T20" fmla="*/ 673 w 1076"/>
              <a:gd name="T21" fmla="*/ 11 h 825"/>
              <a:gd name="T22" fmla="*/ 673 w 1076"/>
              <a:gd name="T23" fmla="*/ 0 h 825"/>
              <a:gd name="T24" fmla="*/ 773 w 1076"/>
              <a:gd name="T25" fmla="*/ 2 h 825"/>
              <a:gd name="T26" fmla="*/ 819 w 1076"/>
              <a:gd name="T27" fmla="*/ 17 h 825"/>
              <a:gd name="T28" fmla="*/ 840 w 1076"/>
              <a:gd name="T29" fmla="*/ 32 h 825"/>
              <a:gd name="T30" fmla="*/ 1070 w 1076"/>
              <a:gd name="T31" fmla="*/ 168 h 825"/>
              <a:gd name="T32" fmla="*/ 1070 w 1076"/>
              <a:gd name="T33" fmla="*/ 168 h 825"/>
              <a:gd name="T34" fmla="*/ 1074 w 1076"/>
              <a:gd name="T35" fmla="*/ 170 h 825"/>
              <a:gd name="T36" fmla="*/ 1076 w 1076"/>
              <a:gd name="T37" fmla="*/ 176 h 825"/>
              <a:gd name="T38" fmla="*/ 1074 w 1076"/>
              <a:gd name="T39" fmla="*/ 185 h 825"/>
              <a:gd name="T40" fmla="*/ 1059 w 1076"/>
              <a:gd name="T41" fmla="*/ 210 h 825"/>
              <a:gd name="T42" fmla="*/ 1031 w 1076"/>
              <a:gd name="T43" fmla="*/ 257 h 825"/>
              <a:gd name="T44" fmla="*/ 1000 w 1076"/>
              <a:gd name="T45" fmla="*/ 306 h 825"/>
              <a:gd name="T46" fmla="*/ 979 w 1076"/>
              <a:gd name="T47" fmla="*/ 340 h 825"/>
              <a:gd name="T48" fmla="*/ 962 w 1076"/>
              <a:gd name="T49" fmla="*/ 356 h 825"/>
              <a:gd name="T50" fmla="*/ 945 w 1076"/>
              <a:gd name="T51" fmla="*/ 352 h 825"/>
              <a:gd name="T52" fmla="*/ 736 w 1076"/>
              <a:gd name="T53" fmla="*/ 233 h 825"/>
              <a:gd name="T54" fmla="*/ 798 w 1076"/>
              <a:gd name="T55" fmla="*/ 789 h 825"/>
              <a:gd name="T56" fmla="*/ 709 w 1076"/>
              <a:gd name="T57" fmla="*/ 806 h 825"/>
              <a:gd name="T58" fmla="*/ 624 w 1076"/>
              <a:gd name="T59" fmla="*/ 817 h 825"/>
              <a:gd name="T60" fmla="*/ 562 w 1076"/>
              <a:gd name="T61" fmla="*/ 823 h 825"/>
              <a:gd name="T62" fmla="*/ 537 w 1076"/>
              <a:gd name="T63" fmla="*/ 825 h 825"/>
              <a:gd name="T64" fmla="*/ 448 w 1076"/>
              <a:gd name="T65" fmla="*/ 819 h 825"/>
              <a:gd name="T66" fmla="*/ 367 w 1076"/>
              <a:gd name="T67" fmla="*/ 806 h 825"/>
              <a:gd name="T68" fmla="*/ 299 w 1076"/>
              <a:gd name="T69" fmla="*/ 791 h 825"/>
              <a:gd name="T70" fmla="*/ 251 w 1076"/>
              <a:gd name="T71" fmla="*/ 779 h 825"/>
              <a:gd name="T72" fmla="*/ 234 w 1076"/>
              <a:gd name="T73" fmla="*/ 774 h 825"/>
              <a:gd name="T74" fmla="*/ 136 w 1076"/>
              <a:gd name="T75" fmla="*/ 346 h 825"/>
              <a:gd name="T76" fmla="*/ 113 w 1076"/>
              <a:gd name="T77" fmla="*/ 354 h 825"/>
              <a:gd name="T78" fmla="*/ 102 w 1076"/>
              <a:gd name="T79" fmla="*/ 348 h 825"/>
              <a:gd name="T80" fmla="*/ 0 w 1076"/>
              <a:gd name="T81" fmla="*/ 185 h 825"/>
              <a:gd name="T82" fmla="*/ 2 w 1076"/>
              <a:gd name="T83" fmla="*/ 168 h 825"/>
              <a:gd name="T84" fmla="*/ 233 w 1076"/>
              <a:gd name="T85" fmla="*/ 34 h 825"/>
              <a:gd name="T86" fmla="*/ 272 w 1076"/>
              <a:gd name="T87" fmla="*/ 13 h 825"/>
              <a:gd name="T88" fmla="*/ 316 w 1076"/>
              <a:gd name="T89" fmla="*/ 2 h 825"/>
              <a:gd name="T90" fmla="*/ 337 w 1076"/>
              <a:gd name="T91" fmla="*/ 0 h 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076" h="825">
                <a:moveTo>
                  <a:pt x="337" y="0"/>
                </a:moveTo>
                <a:lnTo>
                  <a:pt x="403" y="0"/>
                </a:lnTo>
                <a:lnTo>
                  <a:pt x="405" y="32"/>
                </a:lnTo>
                <a:lnTo>
                  <a:pt x="414" y="59"/>
                </a:lnTo>
                <a:lnTo>
                  <a:pt x="425" y="80"/>
                </a:lnTo>
                <a:lnTo>
                  <a:pt x="442" y="97"/>
                </a:lnTo>
                <a:lnTo>
                  <a:pt x="459" y="110"/>
                </a:lnTo>
                <a:lnTo>
                  <a:pt x="478" y="119"/>
                </a:lnTo>
                <a:lnTo>
                  <a:pt x="495" y="127"/>
                </a:lnTo>
                <a:lnTo>
                  <a:pt x="512" y="132"/>
                </a:lnTo>
                <a:lnTo>
                  <a:pt x="526" y="134"/>
                </a:lnTo>
                <a:lnTo>
                  <a:pt x="533" y="136"/>
                </a:lnTo>
                <a:lnTo>
                  <a:pt x="537" y="136"/>
                </a:lnTo>
                <a:lnTo>
                  <a:pt x="571" y="132"/>
                </a:lnTo>
                <a:lnTo>
                  <a:pt x="599" y="123"/>
                </a:lnTo>
                <a:lnTo>
                  <a:pt x="622" y="112"/>
                </a:lnTo>
                <a:lnTo>
                  <a:pt x="639" y="95"/>
                </a:lnTo>
                <a:lnTo>
                  <a:pt x="652" y="78"/>
                </a:lnTo>
                <a:lnTo>
                  <a:pt x="662" y="59"/>
                </a:lnTo>
                <a:lnTo>
                  <a:pt x="667" y="42"/>
                </a:lnTo>
                <a:lnTo>
                  <a:pt x="671" y="25"/>
                </a:lnTo>
                <a:lnTo>
                  <a:pt x="673" y="11"/>
                </a:lnTo>
                <a:lnTo>
                  <a:pt x="673" y="4"/>
                </a:lnTo>
                <a:lnTo>
                  <a:pt x="673" y="0"/>
                </a:lnTo>
                <a:lnTo>
                  <a:pt x="739" y="0"/>
                </a:lnTo>
                <a:lnTo>
                  <a:pt x="773" y="2"/>
                </a:lnTo>
                <a:lnTo>
                  <a:pt x="800" y="10"/>
                </a:lnTo>
                <a:lnTo>
                  <a:pt x="819" y="17"/>
                </a:lnTo>
                <a:lnTo>
                  <a:pt x="832" y="25"/>
                </a:lnTo>
                <a:lnTo>
                  <a:pt x="840" y="32"/>
                </a:lnTo>
                <a:lnTo>
                  <a:pt x="841" y="34"/>
                </a:lnTo>
                <a:lnTo>
                  <a:pt x="1070" y="168"/>
                </a:lnTo>
                <a:lnTo>
                  <a:pt x="1070" y="168"/>
                </a:lnTo>
                <a:lnTo>
                  <a:pt x="1070" y="168"/>
                </a:lnTo>
                <a:lnTo>
                  <a:pt x="1072" y="170"/>
                </a:lnTo>
                <a:lnTo>
                  <a:pt x="1074" y="170"/>
                </a:lnTo>
                <a:lnTo>
                  <a:pt x="1076" y="172"/>
                </a:lnTo>
                <a:lnTo>
                  <a:pt x="1076" y="176"/>
                </a:lnTo>
                <a:lnTo>
                  <a:pt x="1076" y="180"/>
                </a:lnTo>
                <a:lnTo>
                  <a:pt x="1074" y="185"/>
                </a:lnTo>
                <a:lnTo>
                  <a:pt x="1070" y="191"/>
                </a:lnTo>
                <a:lnTo>
                  <a:pt x="1059" y="210"/>
                </a:lnTo>
                <a:lnTo>
                  <a:pt x="1046" y="233"/>
                </a:lnTo>
                <a:lnTo>
                  <a:pt x="1031" y="257"/>
                </a:lnTo>
                <a:lnTo>
                  <a:pt x="1015" y="282"/>
                </a:lnTo>
                <a:lnTo>
                  <a:pt x="1000" y="306"/>
                </a:lnTo>
                <a:lnTo>
                  <a:pt x="989" y="325"/>
                </a:lnTo>
                <a:lnTo>
                  <a:pt x="979" y="340"/>
                </a:lnTo>
                <a:lnTo>
                  <a:pt x="974" y="348"/>
                </a:lnTo>
                <a:lnTo>
                  <a:pt x="962" y="356"/>
                </a:lnTo>
                <a:lnTo>
                  <a:pt x="953" y="354"/>
                </a:lnTo>
                <a:lnTo>
                  <a:pt x="945" y="352"/>
                </a:lnTo>
                <a:lnTo>
                  <a:pt x="942" y="348"/>
                </a:lnTo>
                <a:lnTo>
                  <a:pt x="736" y="233"/>
                </a:lnTo>
                <a:lnTo>
                  <a:pt x="840" y="775"/>
                </a:lnTo>
                <a:lnTo>
                  <a:pt x="798" y="789"/>
                </a:lnTo>
                <a:lnTo>
                  <a:pt x="754" y="798"/>
                </a:lnTo>
                <a:lnTo>
                  <a:pt x="709" y="806"/>
                </a:lnTo>
                <a:lnTo>
                  <a:pt x="664" y="813"/>
                </a:lnTo>
                <a:lnTo>
                  <a:pt x="624" y="817"/>
                </a:lnTo>
                <a:lnTo>
                  <a:pt x="590" y="821"/>
                </a:lnTo>
                <a:lnTo>
                  <a:pt x="562" y="823"/>
                </a:lnTo>
                <a:lnTo>
                  <a:pt x="543" y="825"/>
                </a:lnTo>
                <a:lnTo>
                  <a:pt x="537" y="825"/>
                </a:lnTo>
                <a:lnTo>
                  <a:pt x="494" y="823"/>
                </a:lnTo>
                <a:lnTo>
                  <a:pt x="448" y="819"/>
                </a:lnTo>
                <a:lnTo>
                  <a:pt x="407" y="813"/>
                </a:lnTo>
                <a:lnTo>
                  <a:pt x="367" y="806"/>
                </a:lnTo>
                <a:lnTo>
                  <a:pt x="331" y="798"/>
                </a:lnTo>
                <a:lnTo>
                  <a:pt x="299" y="791"/>
                </a:lnTo>
                <a:lnTo>
                  <a:pt x="272" y="785"/>
                </a:lnTo>
                <a:lnTo>
                  <a:pt x="251" y="779"/>
                </a:lnTo>
                <a:lnTo>
                  <a:pt x="238" y="775"/>
                </a:lnTo>
                <a:lnTo>
                  <a:pt x="234" y="774"/>
                </a:lnTo>
                <a:lnTo>
                  <a:pt x="327" y="235"/>
                </a:lnTo>
                <a:lnTo>
                  <a:pt x="136" y="346"/>
                </a:lnTo>
                <a:lnTo>
                  <a:pt x="123" y="354"/>
                </a:lnTo>
                <a:lnTo>
                  <a:pt x="113" y="354"/>
                </a:lnTo>
                <a:lnTo>
                  <a:pt x="104" y="350"/>
                </a:lnTo>
                <a:lnTo>
                  <a:pt x="102" y="348"/>
                </a:lnTo>
                <a:lnTo>
                  <a:pt x="6" y="199"/>
                </a:lnTo>
                <a:lnTo>
                  <a:pt x="0" y="185"/>
                </a:lnTo>
                <a:lnTo>
                  <a:pt x="0" y="176"/>
                </a:lnTo>
                <a:lnTo>
                  <a:pt x="2" y="168"/>
                </a:lnTo>
                <a:lnTo>
                  <a:pt x="4" y="167"/>
                </a:lnTo>
                <a:lnTo>
                  <a:pt x="233" y="34"/>
                </a:lnTo>
                <a:lnTo>
                  <a:pt x="250" y="21"/>
                </a:lnTo>
                <a:lnTo>
                  <a:pt x="272" y="13"/>
                </a:lnTo>
                <a:lnTo>
                  <a:pt x="295" y="8"/>
                </a:lnTo>
                <a:lnTo>
                  <a:pt x="316" y="2"/>
                </a:lnTo>
                <a:lnTo>
                  <a:pt x="331" y="0"/>
                </a:lnTo>
                <a:lnTo>
                  <a:pt x="3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/>
          </p:cNvSpPr>
          <p:nvPr/>
        </p:nvSpPr>
        <p:spPr bwMode="auto">
          <a:xfrm>
            <a:off x="2754000" y="1366363"/>
            <a:ext cx="1080000" cy="808996"/>
          </a:xfrm>
          <a:custGeom>
            <a:avLst/>
            <a:gdLst>
              <a:gd name="T0" fmla="*/ 403 w 1076"/>
              <a:gd name="T1" fmla="*/ 0 h 806"/>
              <a:gd name="T2" fmla="*/ 413 w 1076"/>
              <a:gd name="T3" fmla="*/ 59 h 806"/>
              <a:gd name="T4" fmla="*/ 441 w 1076"/>
              <a:gd name="T5" fmla="*/ 97 h 806"/>
              <a:gd name="T6" fmla="*/ 479 w 1076"/>
              <a:gd name="T7" fmla="*/ 119 h 806"/>
              <a:gd name="T8" fmla="*/ 513 w 1076"/>
              <a:gd name="T9" fmla="*/ 132 h 806"/>
              <a:gd name="T10" fmla="*/ 534 w 1076"/>
              <a:gd name="T11" fmla="*/ 136 h 806"/>
              <a:gd name="T12" fmla="*/ 572 w 1076"/>
              <a:gd name="T13" fmla="*/ 132 h 806"/>
              <a:gd name="T14" fmla="*/ 623 w 1076"/>
              <a:gd name="T15" fmla="*/ 112 h 806"/>
              <a:gd name="T16" fmla="*/ 653 w 1076"/>
              <a:gd name="T17" fmla="*/ 78 h 806"/>
              <a:gd name="T18" fmla="*/ 668 w 1076"/>
              <a:gd name="T19" fmla="*/ 42 h 806"/>
              <a:gd name="T20" fmla="*/ 674 w 1076"/>
              <a:gd name="T21" fmla="*/ 11 h 806"/>
              <a:gd name="T22" fmla="*/ 674 w 1076"/>
              <a:gd name="T23" fmla="*/ 0 h 806"/>
              <a:gd name="T24" fmla="*/ 772 w 1076"/>
              <a:gd name="T25" fmla="*/ 2 h 806"/>
              <a:gd name="T26" fmla="*/ 819 w 1076"/>
              <a:gd name="T27" fmla="*/ 17 h 806"/>
              <a:gd name="T28" fmla="*/ 840 w 1076"/>
              <a:gd name="T29" fmla="*/ 32 h 806"/>
              <a:gd name="T30" fmla="*/ 1069 w 1076"/>
              <a:gd name="T31" fmla="*/ 168 h 806"/>
              <a:gd name="T32" fmla="*/ 1071 w 1076"/>
              <a:gd name="T33" fmla="*/ 168 h 806"/>
              <a:gd name="T34" fmla="*/ 1075 w 1076"/>
              <a:gd name="T35" fmla="*/ 170 h 806"/>
              <a:gd name="T36" fmla="*/ 1076 w 1076"/>
              <a:gd name="T37" fmla="*/ 176 h 806"/>
              <a:gd name="T38" fmla="*/ 1075 w 1076"/>
              <a:gd name="T39" fmla="*/ 185 h 806"/>
              <a:gd name="T40" fmla="*/ 1059 w 1076"/>
              <a:gd name="T41" fmla="*/ 210 h 806"/>
              <a:gd name="T42" fmla="*/ 1031 w 1076"/>
              <a:gd name="T43" fmla="*/ 252 h 806"/>
              <a:gd name="T44" fmla="*/ 1001 w 1076"/>
              <a:gd name="T45" fmla="*/ 293 h 806"/>
              <a:gd name="T46" fmla="*/ 980 w 1076"/>
              <a:gd name="T47" fmla="*/ 323 h 806"/>
              <a:gd name="T48" fmla="*/ 963 w 1076"/>
              <a:gd name="T49" fmla="*/ 337 h 806"/>
              <a:gd name="T50" fmla="*/ 946 w 1076"/>
              <a:gd name="T51" fmla="*/ 333 h 806"/>
              <a:gd name="T52" fmla="*/ 806 w 1076"/>
              <a:gd name="T53" fmla="*/ 269 h 806"/>
              <a:gd name="T54" fmla="*/ 759 w 1076"/>
              <a:gd name="T55" fmla="*/ 785 h 806"/>
              <a:gd name="T56" fmla="*/ 666 w 1076"/>
              <a:gd name="T57" fmla="*/ 800 h 806"/>
              <a:gd name="T58" fmla="*/ 590 w 1076"/>
              <a:gd name="T59" fmla="*/ 806 h 806"/>
              <a:gd name="T60" fmla="*/ 543 w 1076"/>
              <a:gd name="T61" fmla="*/ 806 h 806"/>
              <a:gd name="T62" fmla="*/ 483 w 1076"/>
              <a:gd name="T63" fmla="*/ 806 h 806"/>
              <a:gd name="T64" fmla="*/ 388 w 1076"/>
              <a:gd name="T65" fmla="*/ 796 h 806"/>
              <a:gd name="T66" fmla="*/ 316 w 1076"/>
              <a:gd name="T67" fmla="*/ 783 h 806"/>
              <a:gd name="T68" fmla="*/ 275 w 1076"/>
              <a:gd name="T69" fmla="*/ 774 h 806"/>
              <a:gd name="T70" fmla="*/ 271 w 1076"/>
              <a:gd name="T71" fmla="*/ 269 h 806"/>
              <a:gd name="T72" fmla="*/ 123 w 1076"/>
              <a:gd name="T73" fmla="*/ 337 h 806"/>
              <a:gd name="T74" fmla="*/ 104 w 1076"/>
              <a:gd name="T75" fmla="*/ 333 h 806"/>
              <a:gd name="T76" fmla="*/ 4 w 1076"/>
              <a:gd name="T77" fmla="*/ 199 h 806"/>
              <a:gd name="T78" fmla="*/ 0 w 1076"/>
              <a:gd name="T79" fmla="*/ 176 h 806"/>
              <a:gd name="T80" fmla="*/ 4 w 1076"/>
              <a:gd name="T81" fmla="*/ 167 h 806"/>
              <a:gd name="T82" fmla="*/ 233 w 1076"/>
              <a:gd name="T83" fmla="*/ 34 h 806"/>
              <a:gd name="T84" fmla="*/ 271 w 1076"/>
              <a:gd name="T85" fmla="*/ 13 h 806"/>
              <a:gd name="T86" fmla="*/ 316 w 1076"/>
              <a:gd name="T87" fmla="*/ 2 h 806"/>
              <a:gd name="T88" fmla="*/ 337 w 1076"/>
              <a:gd name="T89" fmla="*/ 0 h 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76" h="806">
                <a:moveTo>
                  <a:pt x="337" y="0"/>
                </a:moveTo>
                <a:lnTo>
                  <a:pt x="403" y="0"/>
                </a:lnTo>
                <a:lnTo>
                  <a:pt x="405" y="32"/>
                </a:lnTo>
                <a:lnTo>
                  <a:pt x="413" y="59"/>
                </a:lnTo>
                <a:lnTo>
                  <a:pt x="426" y="80"/>
                </a:lnTo>
                <a:lnTo>
                  <a:pt x="441" y="97"/>
                </a:lnTo>
                <a:lnTo>
                  <a:pt x="460" y="110"/>
                </a:lnTo>
                <a:lnTo>
                  <a:pt x="479" y="119"/>
                </a:lnTo>
                <a:lnTo>
                  <a:pt x="496" y="127"/>
                </a:lnTo>
                <a:lnTo>
                  <a:pt x="513" y="132"/>
                </a:lnTo>
                <a:lnTo>
                  <a:pt x="524" y="134"/>
                </a:lnTo>
                <a:lnTo>
                  <a:pt x="534" y="136"/>
                </a:lnTo>
                <a:lnTo>
                  <a:pt x="538" y="136"/>
                </a:lnTo>
                <a:lnTo>
                  <a:pt x="572" y="132"/>
                </a:lnTo>
                <a:lnTo>
                  <a:pt x="600" y="123"/>
                </a:lnTo>
                <a:lnTo>
                  <a:pt x="623" y="112"/>
                </a:lnTo>
                <a:lnTo>
                  <a:pt x="640" y="95"/>
                </a:lnTo>
                <a:lnTo>
                  <a:pt x="653" y="78"/>
                </a:lnTo>
                <a:lnTo>
                  <a:pt x="662" y="59"/>
                </a:lnTo>
                <a:lnTo>
                  <a:pt x="668" y="42"/>
                </a:lnTo>
                <a:lnTo>
                  <a:pt x="672" y="25"/>
                </a:lnTo>
                <a:lnTo>
                  <a:pt x="674" y="11"/>
                </a:lnTo>
                <a:lnTo>
                  <a:pt x="674" y="4"/>
                </a:lnTo>
                <a:lnTo>
                  <a:pt x="674" y="0"/>
                </a:lnTo>
                <a:lnTo>
                  <a:pt x="738" y="0"/>
                </a:lnTo>
                <a:lnTo>
                  <a:pt x="772" y="2"/>
                </a:lnTo>
                <a:lnTo>
                  <a:pt x="798" y="10"/>
                </a:lnTo>
                <a:lnTo>
                  <a:pt x="819" y="17"/>
                </a:lnTo>
                <a:lnTo>
                  <a:pt x="832" y="25"/>
                </a:lnTo>
                <a:lnTo>
                  <a:pt x="840" y="32"/>
                </a:lnTo>
                <a:lnTo>
                  <a:pt x="842" y="34"/>
                </a:lnTo>
                <a:lnTo>
                  <a:pt x="1069" y="168"/>
                </a:lnTo>
                <a:lnTo>
                  <a:pt x="1071" y="168"/>
                </a:lnTo>
                <a:lnTo>
                  <a:pt x="1071" y="168"/>
                </a:lnTo>
                <a:lnTo>
                  <a:pt x="1073" y="170"/>
                </a:lnTo>
                <a:lnTo>
                  <a:pt x="1075" y="170"/>
                </a:lnTo>
                <a:lnTo>
                  <a:pt x="1075" y="172"/>
                </a:lnTo>
                <a:lnTo>
                  <a:pt x="1076" y="176"/>
                </a:lnTo>
                <a:lnTo>
                  <a:pt x="1076" y="180"/>
                </a:lnTo>
                <a:lnTo>
                  <a:pt x="1075" y="185"/>
                </a:lnTo>
                <a:lnTo>
                  <a:pt x="1071" y="191"/>
                </a:lnTo>
                <a:lnTo>
                  <a:pt x="1059" y="210"/>
                </a:lnTo>
                <a:lnTo>
                  <a:pt x="1046" y="231"/>
                </a:lnTo>
                <a:lnTo>
                  <a:pt x="1031" y="252"/>
                </a:lnTo>
                <a:lnTo>
                  <a:pt x="1016" y="274"/>
                </a:lnTo>
                <a:lnTo>
                  <a:pt x="1001" y="293"/>
                </a:lnTo>
                <a:lnTo>
                  <a:pt x="989" y="310"/>
                </a:lnTo>
                <a:lnTo>
                  <a:pt x="980" y="323"/>
                </a:lnTo>
                <a:lnTo>
                  <a:pt x="974" y="329"/>
                </a:lnTo>
                <a:lnTo>
                  <a:pt x="963" y="337"/>
                </a:lnTo>
                <a:lnTo>
                  <a:pt x="954" y="337"/>
                </a:lnTo>
                <a:lnTo>
                  <a:pt x="946" y="333"/>
                </a:lnTo>
                <a:lnTo>
                  <a:pt x="942" y="331"/>
                </a:lnTo>
                <a:lnTo>
                  <a:pt x="806" y="269"/>
                </a:lnTo>
                <a:lnTo>
                  <a:pt x="806" y="772"/>
                </a:lnTo>
                <a:lnTo>
                  <a:pt x="759" y="785"/>
                </a:lnTo>
                <a:lnTo>
                  <a:pt x="711" y="794"/>
                </a:lnTo>
                <a:lnTo>
                  <a:pt x="666" y="800"/>
                </a:lnTo>
                <a:lnTo>
                  <a:pt x="624" y="804"/>
                </a:lnTo>
                <a:lnTo>
                  <a:pt x="590" y="806"/>
                </a:lnTo>
                <a:lnTo>
                  <a:pt x="562" y="806"/>
                </a:lnTo>
                <a:lnTo>
                  <a:pt x="543" y="806"/>
                </a:lnTo>
                <a:lnTo>
                  <a:pt x="538" y="806"/>
                </a:lnTo>
                <a:lnTo>
                  <a:pt x="483" y="806"/>
                </a:lnTo>
                <a:lnTo>
                  <a:pt x="434" y="802"/>
                </a:lnTo>
                <a:lnTo>
                  <a:pt x="388" y="796"/>
                </a:lnTo>
                <a:lnTo>
                  <a:pt x="348" y="789"/>
                </a:lnTo>
                <a:lnTo>
                  <a:pt x="316" y="783"/>
                </a:lnTo>
                <a:lnTo>
                  <a:pt x="292" y="777"/>
                </a:lnTo>
                <a:lnTo>
                  <a:pt x="275" y="774"/>
                </a:lnTo>
                <a:lnTo>
                  <a:pt x="271" y="772"/>
                </a:lnTo>
                <a:lnTo>
                  <a:pt x="271" y="269"/>
                </a:lnTo>
                <a:lnTo>
                  <a:pt x="135" y="329"/>
                </a:lnTo>
                <a:lnTo>
                  <a:pt x="123" y="337"/>
                </a:lnTo>
                <a:lnTo>
                  <a:pt x="112" y="337"/>
                </a:lnTo>
                <a:lnTo>
                  <a:pt x="104" y="333"/>
                </a:lnTo>
                <a:lnTo>
                  <a:pt x="103" y="331"/>
                </a:lnTo>
                <a:lnTo>
                  <a:pt x="4" y="199"/>
                </a:lnTo>
                <a:lnTo>
                  <a:pt x="0" y="185"/>
                </a:lnTo>
                <a:lnTo>
                  <a:pt x="0" y="176"/>
                </a:lnTo>
                <a:lnTo>
                  <a:pt x="2" y="168"/>
                </a:lnTo>
                <a:lnTo>
                  <a:pt x="4" y="167"/>
                </a:lnTo>
                <a:lnTo>
                  <a:pt x="31" y="151"/>
                </a:lnTo>
                <a:lnTo>
                  <a:pt x="233" y="34"/>
                </a:lnTo>
                <a:lnTo>
                  <a:pt x="250" y="21"/>
                </a:lnTo>
                <a:lnTo>
                  <a:pt x="271" y="13"/>
                </a:lnTo>
                <a:lnTo>
                  <a:pt x="295" y="8"/>
                </a:lnTo>
                <a:lnTo>
                  <a:pt x="316" y="2"/>
                </a:lnTo>
                <a:lnTo>
                  <a:pt x="331" y="0"/>
                </a:lnTo>
                <a:lnTo>
                  <a:pt x="3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3793" y="1356346"/>
            <a:ext cx="1080000" cy="812514"/>
          </a:xfrm>
          <a:custGeom>
            <a:avLst/>
            <a:gdLst>
              <a:gd name="T0" fmla="*/ 1068 w 1074"/>
              <a:gd name="T1" fmla="*/ 168 h 808"/>
              <a:gd name="T2" fmla="*/ 1070 w 1074"/>
              <a:gd name="T3" fmla="*/ 168 h 808"/>
              <a:gd name="T4" fmla="*/ 1074 w 1074"/>
              <a:gd name="T5" fmla="*/ 170 h 808"/>
              <a:gd name="T6" fmla="*/ 1074 w 1074"/>
              <a:gd name="T7" fmla="*/ 176 h 808"/>
              <a:gd name="T8" fmla="*/ 1072 w 1074"/>
              <a:gd name="T9" fmla="*/ 185 h 808"/>
              <a:gd name="T10" fmla="*/ 1059 w 1074"/>
              <a:gd name="T11" fmla="*/ 210 h 808"/>
              <a:gd name="T12" fmla="*/ 1029 w 1074"/>
              <a:gd name="T13" fmla="*/ 257 h 808"/>
              <a:gd name="T14" fmla="*/ 1000 w 1074"/>
              <a:gd name="T15" fmla="*/ 305 h 808"/>
              <a:gd name="T16" fmla="*/ 978 w 1074"/>
              <a:gd name="T17" fmla="*/ 339 h 808"/>
              <a:gd name="T18" fmla="*/ 962 w 1074"/>
              <a:gd name="T19" fmla="*/ 354 h 808"/>
              <a:gd name="T20" fmla="*/ 944 w 1074"/>
              <a:gd name="T21" fmla="*/ 350 h 808"/>
              <a:gd name="T22" fmla="*/ 1044 w 1074"/>
              <a:gd name="T23" fmla="*/ 153 h 808"/>
              <a:gd name="T24" fmla="*/ 134 w 1074"/>
              <a:gd name="T25" fmla="*/ 344 h 808"/>
              <a:gd name="T26" fmla="*/ 112 w 1074"/>
              <a:gd name="T27" fmla="*/ 354 h 808"/>
              <a:gd name="T28" fmla="*/ 102 w 1074"/>
              <a:gd name="T29" fmla="*/ 348 h 808"/>
              <a:gd name="T30" fmla="*/ 0 w 1074"/>
              <a:gd name="T31" fmla="*/ 185 h 808"/>
              <a:gd name="T32" fmla="*/ 2 w 1074"/>
              <a:gd name="T33" fmla="*/ 168 h 808"/>
              <a:gd name="T34" fmla="*/ 30 w 1074"/>
              <a:gd name="T35" fmla="*/ 151 h 808"/>
              <a:gd name="T36" fmla="*/ 401 w 1074"/>
              <a:gd name="T37" fmla="*/ 0 h 808"/>
              <a:gd name="T38" fmla="*/ 412 w 1074"/>
              <a:gd name="T39" fmla="*/ 59 h 808"/>
              <a:gd name="T40" fmla="*/ 441 w 1074"/>
              <a:gd name="T41" fmla="*/ 97 h 808"/>
              <a:gd name="T42" fmla="*/ 476 w 1074"/>
              <a:gd name="T43" fmla="*/ 119 h 808"/>
              <a:gd name="T44" fmla="*/ 511 w 1074"/>
              <a:gd name="T45" fmla="*/ 132 h 808"/>
              <a:gd name="T46" fmla="*/ 533 w 1074"/>
              <a:gd name="T47" fmla="*/ 136 h 808"/>
              <a:gd name="T48" fmla="*/ 571 w 1074"/>
              <a:gd name="T49" fmla="*/ 132 h 808"/>
              <a:gd name="T50" fmla="*/ 620 w 1074"/>
              <a:gd name="T51" fmla="*/ 112 h 808"/>
              <a:gd name="T52" fmla="*/ 650 w 1074"/>
              <a:gd name="T53" fmla="*/ 78 h 808"/>
              <a:gd name="T54" fmla="*/ 666 w 1074"/>
              <a:gd name="T55" fmla="*/ 42 h 808"/>
              <a:gd name="T56" fmla="*/ 671 w 1074"/>
              <a:gd name="T57" fmla="*/ 11 h 808"/>
              <a:gd name="T58" fmla="*/ 673 w 1074"/>
              <a:gd name="T59" fmla="*/ 0 h 808"/>
              <a:gd name="T60" fmla="*/ 771 w 1074"/>
              <a:gd name="T61" fmla="*/ 2 h 808"/>
              <a:gd name="T62" fmla="*/ 817 w 1074"/>
              <a:gd name="T63" fmla="*/ 17 h 808"/>
              <a:gd name="T64" fmla="*/ 838 w 1074"/>
              <a:gd name="T65" fmla="*/ 30 h 808"/>
              <a:gd name="T66" fmla="*/ 1008 w 1074"/>
              <a:gd name="T67" fmla="*/ 132 h 808"/>
              <a:gd name="T68" fmla="*/ 807 w 1074"/>
              <a:gd name="T69" fmla="*/ 269 h 808"/>
              <a:gd name="T70" fmla="*/ 758 w 1074"/>
              <a:gd name="T71" fmla="*/ 785 h 808"/>
              <a:gd name="T72" fmla="*/ 666 w 1074"/>
              <a:gd name="T73" fmla="*/ 800 h 808"/>
              <a:gd name="T74" fmla="*/ 588 w 1074"/>
              <a:gd name="T75" fmla="*/ 806 h 808"/>
              <a:gd name="T76" fmla="*/ 543 w 1074"/>
              <a:gd name="T77" fmla="*/ 808 h 808"/>
              <a:gd name="T78" fmla="*/ 482 w 1074"/>
              <a:gd name="T79" fmla="*/ 806 h 808"/>
              <a:gd name="T80" fmla="*/ 388 w 1074"/>
              <a:gd name="T81" fmla="*/ 796 h 808"/>
              <a:gd name="T82" fmla="*/ 314 w 1074"/>
              <a:gd name="T83" fmla="*/ 783 h 808"/>
              <a:gd name="T84" fmla="*/ 274 w 1074"/>
              <a:gd name="T85" fmla="*/ 774 h 808"/>
              <a:gd name="T86" fmla="*/ 268 w 1074"/>
              <a:gd name="T87" fmla="*/ 269 h 808"/>
              <a:gd name="T88" fmla="*/ 62 w 1074"/>
              <a:gd name="T89" fmla="*/ 132 h 808"/>
              <a:gd name="T90" fmla="*/ 248 w 1074"/>
              <a:gd name="T91" fmla="*/ 21 h 808"/>
              <a:gd name="T92" fmla="*/ 295 w 1074"/>
              <a:gd name="T93" fmla="*/ 8 h 808"/>
              <a:gd name="T94" fmla="*/ 331 w 1074"/>
              <a:gd name="T95" fmla="*/ 0 h 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74" h="808">
                <a:moveTo>
                  <a:pt x="1044" y="153"/>
                </a:moveTo>
                <a:lnTo>
                  <a:pt x="1068" y="168"/>
                </a:lnTo>
                <a:lnTo>
                  <a:pt x="1068" y="168"/>
                </a:lnTo>
                <a:lnTo>
                  <a:pt x="1070" y="168"/>
                </a:lnTo>
                <a:lnTo>
                  <a:pt x="1072" y="170"/>
                </a:lnTo>
                <a:lnTo>
                  <a:pt x="1074" y="170"/>
                </a:lnTo>
                <a:lnTo>
                  <a:pt x="1074" y="172"/>
                </a:lnTo>
                <a:lnTo>
                  <a:pt x="1074" y="176"/>
                </a:lnTo>
                <a:lnTo>
                  <a:pt x="1074" y="180"/>
                </a:lnTo>
                <a:lnTo>
                  <a:pt x="1072" y="185"/>
                </a:lnTo>
                <a:lnTo>
                  <a:pt x="1070" y="191"/>
                </a:lnTo>
                <a:lnTo>
                  <a:pt x="1059" y="210"/>
                </a:lnTo>
                <a:lnTo>
                  <a:pt x="1044" y="233"/>
                </a:lnTo>
                <a:lnTo>
                  <a:pt x="1029" y="257"/>
                </a:lnTo>
                <a:lnTo>
                  <a:pt x="1014" y="282"/>
                </a:lnTo>
                <a:lnTo>
                  <a:pt x="1000" y="305"/>
                </a:lnTo>
                <a:lnTo>
                  <a:pt x="987" y="323"/>
                </a:lnTo>
                <a:lnTo>
                  <a:pt x="978" y="339"/>
                </a:lnTo>
                <a:lnTo>
                  <a:pt x="974" y="346"/>
                </a:lnTo>
                <a:lnTo>
                  <a:pt x="962" y="354"/>
                </a:lnTo>
                <a:lnTo>
                  <a:pt x="951" y="354"/>
                </a:lnTo>
                <a:lnTo>
                  <a:pt x="944" y="350"/>
                </a:lnTo>
                <a:lnTo>
                  <a:pt x="942" y="348"/>
                </a:lnTo>
                <a:lnTo>
                  <a:pt x="1044" y="153"/>
                </a:lnTo>
                <a:close/>
                <a:moveTo>
                  <a:pt x="30" y="151"/>
                </a:moveTo>
                <a:lnTo>
                  <a:pt x="134" y="344"/>
                </a:lnTo>
                <a:lnTo>
                  <a:pt x="123" y="352"/>
                </a:lnTo>
                <a:lnTo>
                  <a:pt x="112" y="354"/>
                </a:lnTo>
                <a:lnTo>
                  <a:pt x="106" y="350"/>
                </a:lnTo>
                <a:lnTo>
                  <a:pt x="102" y="348"/>
                </a:lnTo>
                <a:lnTo>
                  <a:pt x="4" y="199"/>
                </a:lnTo>
                <a:lnTo>
                  <a:pt x="0" y="185"/>
                </a:lnTo>
                <a:lnTo>
                  <a:pt x="0" y="176"/>
                </a:lnTo>
                <a:lnTo>
                  <a:pt x="2" y="168"/>
                </a:lnTo>
                <a:lnTo>
                  <a:pt x="4" y="167"/>
                </a:lnTo>
                <a:lnTo>
                  <a:pt x="30" y="151"/>
                </a:lnTo>
                <a:close/>
                <a:moveTo>
                  <a:pt x="337" y="0"/>
                </a:moveTo>
                <a:lnTo>
                  <a:pt x="401" y="0"/>
                </a:lnTo>
                <a:lnTo>
                  <a:pt x="405" y="32"/>
                </a:lnTo>
                <a:lnTo>
                  <a:pt x="412" y="59"/>
                </a:lnTo>
                <a:lnTo>
                  <a:pt x="425" y="80"/>
                </a:lnTo>
                <a:lnTo>
                  <a:pt x="441" y="97"/>
                </a:lnTo>
                <a:lnTo>
                  <a:pt x="459" y="110"/>
                </a:lnTo>
                <a:lnTo>
                  <a:pt x="476" y="119"/>
                </a:lnTo>
                <a:lnTo>
                  <a:pt x="495" y="127"/>
                </a:lnTo>
                <a:lnTo>
                  <a:pt x="511" y="132"/>
                </a:lnTo>
                <a:lnTo>
                  <a:pt x="524" y="134"/>
                </a:lnTo>
                <a:lnTo>
                  <a:pt x="533" y="136"/>
                </a:lnTo>
                <a:lnTo>
                  <a:pt x="535" y="136"/>
                </a:lnTo>
                <a:lnTo>
                  <a:pt x="571" y="132"/>
                </a:lnTo>
                <a:lnTo>
                  <a:pt x="599" y="123"/>
                </a:lnTo>
                <a:lnTo>
                  <a:pt x="620" y="112"/>
                </a:lnTo>
                <a:lnTo>
                  <a:pt x="639" y="95"/>
                </a:lnTo>
                <a:lnTo>
                  <a:pt x="650" y="78"/>
                </a:lnTo>
                <a:lnTo>
                  <a:pt x="660" y="59"/>
                </a:lnTo>
                <a:lnTo>
                  <a:pt x="666" y="42"/>
                </a:lnTo>
                <a:lnTo>
                  <a:pt x="669" y="25"/>
                </a:lnTo>
                <a:lnTo>
                  <a:pt x="671" y="11"/>
                </a:lnTo>
                <a:lnTo>
                  <a:pt x="673" y="4"/>
                </a:lnTo>
                <a:lnTo>
                  <a:pt x="673" y="0"/>
                </a:lnTo>
                <a:lnTo>
                  <a:pt x="737" y="0"/>
                </a:lnTo>
                <a:lnTo>
                  <a:pt x="771" y="2"/>
                </a:lnTo>
                <a:lnTo>
                  <a:pt x="798" y="10"/>
                </a:lnTo>
                <a:lnTo>
                  <a:pt x="817" y="17"/>
                </a:lnTo>
                <a:lnTo>
                  <a:pt x="830" y="25"/>
                </a:lnTo>
                <a:lnTo>
                  <a:pt x="838" y="30"/>
                </a:lnTo>
                <a:lnTo>
                  <a:pt x="841" y="34"/>
                </a:lnTo>
                <a:lnTo>
                  <a:pt x="1008" y="132"/>
                </a:lnTo>
                <a:lnTo>
                  <a:pt x="908" y="320"/>
                </a:lnTo>
                <a:lnTo>
                  <a:pt x="807" y="269"/>
                </a:lnTo>
                <a:lnTo>
                  <a:pt x="806" y="772"/>
                </a:lnTo>
                <a:lnTo>
                  <a:pt x="758" y="785"/>
                </a:lnTo>
                <a:lnTo>
                  <a:pt x="711" y="794"/>
                </a:lnTo>
                <a:lnTo>
                  <a:pt x="666" y="800"/>
                </a:lnTo>
                <a:lnTo>
                  <a:pt x="624" y="804"/>
                </a:lnTo>
                <a:lnTo>
                  <a:pt x="588" y="806"/>
                </a:lnTo>
                <a:lnTo>
                  <a:pt x="562" y="808"/>
                </a:lnTo>
                <a:lnTo>
                  <a:pt x="543" y="808"/>
                </a:lnTo>
                <a:lnTo>
                  <a:pt x="535" y="808"/>
                </a:lnTo>
                <a:lnTo>
                  <a:pt x="482" y="806"/>
                </a:lnTo>
                <a:lnTo>
                  <a:pt x="433" y="802"/>
                </a:lnTo>
                <a:lnTo>
                  <a:pt x="388" y="796"/>
                </a:lnTo>
                <a:lnTo>
                  <a:pt x="348" y="791"/>
                </a:lnTo>
                <a:lnTo>
                  <a:pt x="314" y="783"/>
                </a:lnTo>
                <a:lnTo>
                  <a:pt x="289" y="777"/>
                </a:lnTo>
                <a:lnTo>
                  <a:pt x="274" y="774"/>
                </a:lnTo>
                <a:lnTo>
                  <a:pt x="268" y="772"/>
                </a:lnTo>
                <a:lnTo>
                  <a:pt x="268" y="269"/>
                </a:lnTo>
                <a:lnTo>
                  <a:pt x="166" y="320"/>
                </a:lnTo>
                <a:lnTo>
                  <a:pt x="62" y="132"/>
                </a:lnTo>
                <a:lnTo>
                  <a:pt x="231" y="34"/>
                </a:lnTo>
                <a:lnTo>
                  <a:pt x="248" y="21"/>
                </a:lnTo>
                <a:lnTo>
                  <a:pt x="270" y="13"/>
                </a:lnTo>
                <a:lnTo>
                  <a:pt x="295" y="8"/>
                </a:lnTo>
                <a:lnTo>
                  <a:pt x="316" y="2"/>
                </a:lnTo>
                <a:lnTo>
                  <a:pt x="331" y="0"/>
                </a:lnTo>
                <a:lnTo>
                  <a:pt x="3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/>
          </p:cNvSpPr>
          <p:nvPr/>
        </p:nvSpPr>
        <p:spPr bwMode="auto">
          <a:xfrm>
            <a:off x="6030427" y="1398983"/>
            <a:ext cx="1080000" cy="743755"/>
          </a:xfrm>
          <a:custGeom>
            <a:avLst/>
            <a:gdLst>
              <a:gd name="T0" fmla="*/ 433 w 1076"/>
              <a:gd name="T1" fmla="*/ 0 h 741"/>
              <a:gd name="T2" fmla="*/ 446 w 1076"/>
              <a:gd name="T3" fmla="*/ 34 h 741"/>
              <a:gd name="T4" fmla="*/ 477 w 1076"/>
              <a:gd name="T5" fmla="*/ 55 h 741"/>
              <a:gd name="T6" fmla="*/ 511 w 1076"/>
              <a:gd name="T7" fmla="*/ 64 h 741"/>
              <a:gd name="T8" fmla="*/ 533 w 1076"/>
              <a:gd name="T9" fmla="*/ 66 h 741"/>
              <a:gd name="T10" fmla="*/ 569 w 1076"/>
              <a:gd name="T11" fmla="*/ 64 h 741"/>
              <a:gd name="T12" fmla="*/ 611 w 1076"/>
              <a:gd name="T13" fmla="*/ 45 h 741"/>
              <a:gd name="T14" fmla="*/ 630 w 1076"/>
              <a:gd name="T15" fmla="*/ 21 h 741"/>
              <a:gd name="T16" fmla="*/ 635 w 1076"/>
              <a:gd name="T17" fmla="*/ 4 h 741"/>
              <a:gd name="T18" fmla="*/ 739 w 1076"/>
              <a:gd name="T19" fmla="*/ 0 h 741"/>
              <a:gd name="T20" fmla="*/ 770 w 1076"/>
              <a:gd name="T21" fmla="*/ 6 h 741"/>
              <a:gd name="T22" fmla="*/ 823 w 1076"/>
              <a:gd name="T23" fmla="*/ 25 h 741"/>
              <a:gd name="T24" fmla="*/ 885 w 1076"/>
              <a:gd name="T25" fmla="*/ 53 h 741"/>
              <a:gd name="T26" fmla="*/ 951 w 1076"/>
              <a:gd name="T27" fmla="*/ 81 h 741"/>
              <a:gd name="T28" fmla="*/ 1008 w 1076"/>
              <a:gd name="T29" fmla="*/ 110 h 741"/>
              <a:gd name="T30" fmla="*/ 1049 w 1076"/>
              <a:gd name="T31" fmla="*/ 131 h 741"/>
              <a:gd name="T32" fmla="*/ 1065 w 1076"/>
              <a:gd name="T33" fmla="*/ 138 h 741"/>
              <a:gd name="T34" fmla="*/ 1068 w 1076"/>
              <a:gd name="T35" fmla="*/ 138 h 741"/>
              <a:gd name="T36" fmla="*/ 1072 w 1076"/>
              <a:gd name="T37" fmla="*/ 140 h 741"/>
              <a:gd name="T38" fmla="*/ 1076 w 1076"/>
              <a:gd name="T39" fmla="*/ 146 h 741"/>
              <a:gd name="T40" fmla="*/ 1074 w 1076"/>
              <a:gd name="T41" fmla="*/ 155 h 741"/>
              <a:gd name="T42" fmla="*/ 1061 w 1076"/>
              <a:gd name="T43" fmla="*/ 193 h 741"/>
              <a:gd name="T44" fmla="*/ 1044 w 1076"/>
              <a:gd name="T45" fmla="*/ 244 h 741"/>
              <a:gd name="T46" fmla="*/ 1027 w 1076"/>
              <a:gd name="T47" fmla="*/ 270 h 741"/>
              <a:gd name="T48" fmla="*/ 1010 w 1076"/>
              <a:gd name="T49" fmla="*/ 269 h 741"/>
              <a:gd name="T50" fmla="*/ 739 w 1076"/>
              <a:gd name="T51" fmla="*/ 202 h 741"/>
              <a:gd name="T52" fmla="*/ 681 w 1076"/>
              <a:gd name="T53" fmla="*/ 722 h 741"/>
              <a:gd name="T54" fmla="*/ 592 w 1076"/>
              <a:gd name="T55" fmla="*/ 738 h 741"/>
              <a:gd name="T56" fmla="*/ 543 w 1076"/>
              <a:gd name="T57" fmla="*/ 741 h 741"/>
              <a:gd name="T58" fmla="*/ 486 w 1076"/>
              <a:gd name="T59" fmla="*/ 741 h 741"/>
              <a:gd name="T60" fmla="*/ 408 w 1076"/>
              <a:gd name="T61" fmla="*/ 730 h 741"/>
              <a:gd name="T62" fmla="*/ 361 w 1076"/>
              <a:gd name="T63" fmla="*/ 719 h 741"/>
              <a:gd name="T64" fmla="*/ 340 w 1076"/>
              <a:gd name="T65" fmla="*/ 707 h 741"/>
              <a:gd name="T66" fmla="*/ 338 w 1076"/>
              <a:gd name="T67" fmla="*/ 202 h 741"/>
              <a:gd name="T68" fmla="*/ 53 w 1076"/>
              <a:gd name="T69" fmla="*/ 269 h 741"/>
              <a:gd name="T70" fmla="*/ 38 w 1076"/>
              <a:gd name="T71" fmla="*/ 267 h 741"/>
              <a:gd name="T72" fmla="*/ 32 w 1076"/>
              <a:gd name="T73" fmla="*/ 263 h 741"/>
              <a:gd name="T74" fmla="*/ 0 w 1076"/>
              <a:gd name="T75" fmla="*/ 153 h 741"/>
              <a:gd name="T76" fmla="*/ 2 w 1076"/>
              <a:gd name="T77" fmla="*/ 136 h 741"/>
              <a:gd name="T78" fmla="*/ 32 w 1076"/>
              <a:gd name="T79" fmla="*/ 127 h 741"/>
              <a:gd name="T80" fmla="*/ 157 w 1076"/>
              <a:gd name="T81" fmla="*/ 78 h 741"/>
              <a:gd name="T82" fmla="*/ 244 w 1076"/>
              <a:gd name="T83" fmla="*/ 42 h 741"/>
              <a:gd name="T84" fmla="*/ 299 w 1076"/>
              <a:gd name="T85" fmla="*/ 17 h 741"/>
              <a:gd name="T86" fmla="*/ 329 w 1076"/>
              <a:gd name="T87" fmla="*/ 4 h 741"/>
              <a:gd name="T88" fmla="*/ 337 w 1076"/>
              <a:gd name="T89" fmla="*/ 0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76" h="741">
                <a:moveTo>
                  <a:pt x="337" y="0"/>
                </a:moveTo>
                <a:lnTo>
                  <a:pt x="433" y="0"/>
                </a:lnTo>
                <a:lnTo>
                  <a:pt x="437" y="19"/>
                </a:lnTo>
                <a:lnTo>
                  <a:pt x="446" y="34"/>
                </a:lnTo>
                <a:lnTo>
                  <a:pt x="461" y="45"/>
                </a:lnTo>
                <a:lnTo>
                  <a:pt x="477" y="55"/>
                </a:lnTo>
                <a:lnTo>
                  <a:pt x="494" y="61"/>
                </a:lnTo>
                <a:lnTo>
                  <a:pt x="511" y="64"/>
                </a:lnTo>
                <a:lnTo>
                  <a:pt x="524" y="66"/>
                </a:lnTo>
                <a:lnTo>
                  <a:pt x="533" y="66"/>
                </a:lnTo>
                <a:lnTo>
                  <a:pt x="537" y="66"/>
                </a:lnTo>
                <a:lnTo>
                  <a:pt x="569" y="64"/>
                </a:lnTo>
                <a:lnTo>
                  <a:pt x="594" y="57"/>
                </a:lnTo>
                <a:lnTo>
                  <a:pt x="611" y="45"/>
                </a:lnTo>
                <a:lnTo>
                  <a:pt x="622" y="34"/>
                </a:lnTo>
                <a:lnTo>
                  <a:pt x="630" y="21"/>
                </a:lnTo>
                <a:lnTo>
                  <a:pt x="633" y="11"/>
                </a:lnTo>
                <a:lnTo>
                  <a:pt x="635" y="4"/>
                </a:lnTo>
                <a:lnTo>
                  <a:pt x="635" y="0"/>
                </a:lnTo>
                <a:lnTo>
                  <a:pt x="739" y="0"/>
                </a:lnTo>
                <a:lnTo>
                  <a:pt x="751" y="2"/>
                </a:lnTo>
                <a:lnTo>
                  <a:pt x="770" y="6"/>
                </a:lnTo>
                <a:lnTo>
                  <a:pt x="794" y="15"/>
                </a:lnTo>
                <a:lnTo>
                  <a:pt x="823" y="25"/>
                </a:lnTo>
                <a:lnTo>
                  <a:pt x="853" y="38"/>
                </a:lnTo>
                <a:lnTo>
                  <a:pt x="885" y="53"/>
                </a:lnTo>
                <a:lnTo>
                  <a:pt x="919" y="66"/>
                </a:lnTo>
                <a:lnTo>
                  <a:pt x="951" y="81"/>
                </a:lnTo>
                <a:lnTo>
                  <a:pt x="981" y="96"/>
                </a:lnTo>
                <a:lnTo>
                  <a:pt x="1008" y="110"/>
                </a:lnTo>
                <a:lnTo>
                  <a:pt x="1031" y="121"/>
                </a:lnTo>
                <a:lnTo>
                  <a:pt x="1049" y="131"/>
                </a:lnTo>
                <a:lnTo>
                  <a:pt x="1061" y="136"/>
                </a:lnTo>
                <a:lnTo>
                  <a:pt x="1065" y="138"/>
                </a:lnTo>
                <a:lnTo>
                  <a:pt x="1066" y="138"/>
                </a:lnTo>
                <a:lnTo>
                  <a:pt x="1068" y="138"/>
                </a:lnTo>
                <a:lnTo>
                  <a:pt x="1070" y="140"/>
                </a:lnTo>
                <a:lnTo>
                  <a:pt x="1072" y="140"/>
                </a:lnTo>
                <a:lnTo>
                  <a:pt x="1074" y="142"/>
                </a:lnTo>
                <a:lnTo>
                  <a:pt x="1076" y="146"/>
                </a:lnTo>
                <a:lnTo>
                  <a:pt x="1076" y="149"/>
                </a:lnTo>
                <a:lnTo>
                  <a:pt x="1074" y="155"/>
                </a:lnTo>
                <a:lnTo>
                  <a:pt x="1072" y="161"/>
                </a:lnTo>
                <a:lnTo>
                  <a:pt x="1061" y="193"/>
                </a:lnTo>
                <a:lnTo>
                  <a:pt x="1051" y="221"/>
                </a:lnTo>
                <a:lnTo>
                  <a:pt x="1044" y="244"/>
                </a:lnTo>
                <a:lnTo>
                  <a:pt x="1038" y="263"/>
                </a:lnTo>
                <a:lnTo>
                  <a:pt x="1027" y="270"/>
                </a:lnTo>
                <a:lnTo>
                  <a:pt x="1017" y="270"/>
                </a:lnTo>
                <a:lnTo>
                  <a:pt x="1010" y="269"/>
                </a:lnTo>
                <a:lnTo>
                  <a:pt x="1006" y="267"/>
                </a:lnTo>
                <a:lnTo>
                  <a:pt x="739" y="202"/>
                </a:lnTo>
                <a:lnTo>
                  <a:pt x="739" y="707"/>
                </a:lnTo>
                <a:lnTo>
                  <a:pt x="681" y="722"/>
                </a:lnTo>
                <a:lnTo>
                  <a:pt x="632" y="732"/>
                </a:lnTo>
                <a:lnTo>
                  <a:pt x="592" y="738"/>
                </a:lnTo>
                <a:lnTo>
                  <a:pt x="562" y="741"/>
                </a:lnTo>
                <a:lnTo>
                  <a:pt x="543" y="741"/>
                </a:lnTo>
                <a:lnTo>
                  <a:pt x="537" y="741"/>
                </a:lnTo>
                <a:lnTo>
                  <a:pt x="486" y="741"/>
                </a:lnTo>
                <a:lnTo>
                  <a:pt x="444" y="736"/>
                </a:lnTo>
                <a:lnTo>
                  <a:pt x="408" y="730"/>
                </a:lnTo>
                <a:lnTo>
                  <a:pt x="382" y="724"/>
                </a:lnTo>
                <a:lnTo>
                  <a:pt x="361" y="719"/>
                </a:lnTo>
                <a:lnTo>
                  <a:pt x="348" y="713"/>
                </a:lnTo>
                <a:lnTo>
                  <a:pt x="340" y="707"/>
                </a:lnTo>
                <a:lnTo>
                  <a:pt x="337" y="707"/>
                </a:lnTo>
                <a:lnTo>
                  <a:pt x="338" y="202"/>
                </a:lnTo>
                <a:lnTo>
                  <a:pt x="66" y="263"/>
                </a:lnTo>
                <a:lnTo>
                  <a:pt x="53" y="269"/>
                </a:lnTo>
                <a:lnTo>
                  <a:pt x="43" y="269"/>
                </a:lnTo>
                <a:lnTo>
                  <a:pt x="38" y="267"/>
                </a:lnTo>
                <a:lnTo>
                  <a:pt x="34" y="265"/>
                </a:lnTo>
                <a:lnTo>
                  <a:pt x="32" y="263"/>
                </a:lnTo>
                <a:lnTo>
                  <a:pt x="6" y="166"/>
                </a:lnTo>
                <a:lnTo>
                  <a:pt x="0" y="153"/>
                </a:lnTo>
                <a:lnTo>
                  <a:pt x="0" y="144"/>
                </a:lnTo>
                <a:lnTo>
                  <a:pt x="2" y="136"/>
                </a:lnTo>
                <a:lnTo>
                  <a:pt x="4" y="134"/>
                </a:lnTo>
                <a:lnTo>
                  <a:pt x="32" y="127"/>
                </a:lnTo>
                <a:lnTo>
                  <a:pt x="100" y="100"/>
                </a:lnTo>
                <a:lnTo>
                  <a:pt x="157" y="78"/>
                </a:lnTo>
                <a:lnTo>
                  <a:pt x="204" y="57"/>
                </a:lnTo>
                <a:lnTo>
                  <a:pt x="244" y="42"/>
                </a:lnTo>
                <a:lnTo>
                  <a:pt x="276" y="28"/>
                </a:lnTo>
                <a:lnTo>
                  <a:pt x="299" y="17"/>
                </a:lnTo>
                <a:lnTo>
                  <a:pt x="318" y="10"/>
                </a:lnTo>
                <a:lnTo>
                  <a:pt x="329" y="4"/>
                </a:lnTo>
                <a:lnTo>
                  <a:pt x="335" y="2"/>
                </a:lnTo>
                <a:lnTo>
                  <a:pt x="3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/>
          </p:cNvSpPr>
          <p:nvPr/>
        </p:nvSpPr>
        <p:spPr bwMode="auto">
          <a:xfrm>
            <a:off x="7850049" y="1222603"/>
            <a:ext cx="830538" cy="1080000"/>
          </a:xfrm>
          <a:custGeom>
            <a:avLst/>
            <a:gdLst>
              <a:gd name="T0" fmla="*/ 205 w 829"/>
              <a:gd name="T1" fmla="*/ 0 h 1078"/>
              <a:gd name="T2" fmla="*/ 205 w 829"/>
              <a:gd name="T3" fmla="*/ 85 h 1078"/>
              <a:gd name="T4" fmla="*/ 208 w 829"/>
              <a:gd name="T5" fmla="*/ 172 h 1078"/>
              <a:gd name="T6" fmla="*/ 222 w 829"/>
              <a:gd name="T7" fmla="*/ 244 h 1078"/>
              <a:gd name="T8" fmla="*/ 246 w 829"/>
              <a:gd name="T9" fmla="*/ 289 h 1078"/>
              <a:gd name="T10" fmla="*/ 286 w 829"/>
              <a:gd name="T11" fmla="*/ 337 h 1078"/>
              <a:gd name="T12" fmla="*/ 337 w 829"/>
              <a:gd name="T13" fmla="*/ 361 h 1078"/>
              <a:gd name="T14" fmla="*/ 382 w 829"/>
              <a:gd name="T15" fmla="*/ 371 h 1078"/>
              <a:gd name="T16" fmla="*/ 411 w 829"/>
              <a:gd name="T17" fmla="*/ 373 h 1078"/>
              <a:gd name="T18" fmla="*/ 452 w 829"/>
              <a:gd name="T19" fmla="*/ 369 h 1078"/>
              <a:gd name="T20" fmla="*/ 513 w 829"/>
              <a:gd name="T21" fmla="*/ 344 h 1078"/>
              <a:gd name="T22" fmla="*/ 558 w 829"/>
              <a:gd name="T23" fmla="*/ 306 h 1078"/>
              <a:gd name="T24" fmla="*/ 590 w 829"/>
              <a:gd name="T25" fmla="*/ 259 h 1078"/>
              <a:gd name="T26" fmla="*/ 609 w 829"/>
              <a:gd name="T27" fmla="*/ 191 h 1078"/>
              <a:gd name="T28" fmla="*/ 619 w 829"/>
              <a:gd name="T29" fmla="*/ 116 h 1078"/>
              <a:gd name="T30" fmla="*/ 621 w 829"/>
              <a:gd name="T31" fmla="*/ 49 h 1078"/>
              <a:gd name="T32" fmla="*/ 621 w 829"/>
              <a:gd name="T33" fmla="*/ 8 h 1078"/>
              <a:gd name="T34" fmla="*/ 702 w 829"/>
              <a:gd name="T35" fmla="*/ 0 h 1078"/>
              <a:gd name="T36" fmla="*/ 706 w 829"/>
              <a:gd name="T37" fmla="*/ 342 h 1078"/>
              <a:gd name="T38" fmla="*/ 725 w 829"/>
              <a:gd name="T39" fmla="*/ 371 h 1078"/>
              <a:gd name="T40" fmla="*/ 766 w 829"/>
              <a:gd name="T41" fmla="*/ 414 h 1078"/>
              <a:gd name="T42" fmla="*/ 827 w 829"/>
              <a:gd name="T43" fmla="*/ 456 h 1078"/>
              <a:gd name="T44" fmla="*/ 780 w 829"/>
              <a:gd name="T45" fmla="*/ 1048 h 1078"/>
              <a:gd name="T46" fmla="*/ 676 w 829"/>
              <a:gd name="T47" fmla="*/ 1065 h 1078"/>
              <a:gd name="T48" fmla="*/ 573 w 829"/>
              <a:gd name="T49" fmla="*/ 1074 h 1078"/>
              <a:gd name="T50" fmla="*/ 488 w 829"/>
              <a:gd name="T51" fmla="*/ 1078 h 1078"/>
              <a:gd name="T52" fmla="*/ 439 w 829"/>
              <a:gd name="T53" fmla="*/ 1078 h 1078"/>
              <a:gd name="T54" fmla="*/ 381 w 829"/>
              <a:gd name="T55" fmla="*/ 1076 h 1078"/>
              <a:gd name="T56" fmla="*/ 275 w 829"/>
              <a:gd name="T57" fmla="*/ 1070 h 1078"/>
              <a:gd name="T58" fmla="*/ 173 w 829"/>
              <a:gd name="T59" fmla="*/ 1059 h 1078"/>
              <a:gd name="T60" fmla="*/ 84 w 829"/>
              <a:gd name="T61" fmla="*/ 1048 h 1078"/>
              <a:gd name="T62" fmla="*/ 23 w 829"/>
              <a:gd name="T63" fmla="*/ 1040 h 1078"/>
              <a:gd name="T64" fmla="*/ 0 w 829"/>
              <a:gd name="T65" fmla="*/ 1036 h 1078"/>
              <a:gd name="T66" fmla="*/ 35 w 829"/>
              <a:gd name="T67" fmla="*/ 435 h 1078"/>
              <a:gd name="T68" fmla="*/ 86 w 829"/>
              <a:gd name="T69" fmla="*/ 390 h 1078"/>
              <a:gd name="T70" fmla="*/ 116 w 829"/>
              <a:gd name="T71" fmla="*/ 348 h 1078"/>
              <a:gd name="T72" fmla="*/ 125 w 829"/>
              <a:gd name="T73" fmla="*/ 331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29" h="1078">
                <a:moveTo>
                  <a:pt x="123" y="0"/>
                </a:moveTo>
                <a:lnTo>
                  <a:pt x="205" y="0"/>
                </a:lnTo>
                <a:lnTo>
                  <a:pt x="205" y="44"/>
                </a:lnTo>
                <a:lnTo>
                  <a:pt x="205" y="85"/>
                </a:lnTo>
                <a:lnTo>
                  <a:pt x="207" y="129"/>
                </a:lnTo>
                <a:lnTo>
                  <a:pt x="208" y="172"/>
                </a:lnTo>
                <a:lnTo>
                  <a:pt x="214" y="210"/>
                </a:lnTo>
                <a:lnTo>
                  <a:pt x="222" y="244"/>
                </a:lnTo>
                <a:lnTo>
                  <a:pt x="231" y="271"/>
                </a:lnTo>
                <a:lnTo>
                  <a:pt x="246" y="289"/>
                </a:lnTo>
                <a:lnTo>
                  <a:pt x="265" y="316"/>
                </a:lnTo>
                <a:lnTo>
                  <a:pt x="286" y="337"/>
                </a:lnTo>
                <a:lnTo>
                  <a:pt x="311" y="350"/>
                </a:lnTo>
                <a:lnTo>
                  <a:pt x="337" y="361"/>
                </a:lnTo>
                <a:lnTo>
                  <a:pt x="362" y="367"/>
                </a:lnTo>
                <a:lnTo>
                  <a:pt x="382" y="371"/>
                </a:lnTo>
                <a:lnTo>
                  <a:pt x="399" y="373"/>
                </a:lnTo>
                <a:lnTo>
                  <a:pt x="411" y="373"/>
                </a:lnTo>
                <a:lnTo>
                  <a:pt x="415" y="373"/>
                </a:lnTo>
                <a:lnTo>
                  <a:pt x="452" y="369"/>
                </a:lnTo>
                <a:lnTo>
                  <a:pt x="485" y="359"/>
                </a:lnTo>
                <a:lnTo>
                  <a:pt x="513" y="344"/>
                </a:lnTo>
                <a:lnTo>
                  <a:pt x="538" y="327"/>
                </a:lnTo>
                <a:lnTo>
                  <a:pt x="558" y="306"/>
                </a:lnTo>
                <a:lnTo>
                  <a:pt x="575" y="286"/>
                </a:lnTo>
                <a:lnTo>
                  <a:pt x="590" y="259"/>
                </a:lnTo>
                <a:lnTo>
                  <a:pt x="600" y="227"/>
                </a:lnTo>
                <a:lnTo>
                  <a:pt x="609" y="191"/>
                </a:lnTo>
                <a:lnTo>
                  <a:pt x="615" y="153"/>
                </a:lnTo>
                <a:lnTo>
                  <a:pt x="619" y="116"/>
                </a:lnTo>
                <a:lnTo>
                  <a:pt x="621" y="81"/>
                </a:lnTo>
                <a:lnTo>
                  <a:pt x="621" y="49"/>
                </a:lnTo>
                <a:lnTo>
                  <a:pt x="621" y="25"/>
                </a:lnTo>
                <a:lnTo>
                  <a:pt x="621" y="8"/>
                </a:lnTo>
                <a:lnTo>
                  <a:pt x="621" y="0"/>
                </a:lnTo>
                <a:lnTo>
                  <a:pt x="702" y="0"/>
                </a:lnTo>
                <a:lnTo>
                  <a:pt x="702" y="339"/>
                </a:lnTo>
                <a:lnTo>
                  <a:pt x="706" y="342"/>
                </a:lnTo>
                <a:lnTo>
                  <a:pt x="713" y="354"/>
                </a:lnTo>
                <a:lnTo>
                  <a:pt x="725" y="371"/>
                </a:lnTo>
                <a:lnTo>
                  <a:pt x="744" y="392"/>
                </a:lnTo>
                <a:lnTo>
                  <a:pt x="766" y="414"/>
                </a:lnTo>
                <a:lnTo>
                  <a:pt x="795" y="437"/>
                </a:lnTo>
                <a:lnTo>
                  <a:pt x="827" y="456"/>
                </a:lnTo>
                <a:lnTo>
                  <a:pt x="829" y="1036"/>
                </a:lnTo>
                <a:lnTo>
                  <a:pt x="780" y="1048"/>
                </a:lnTo>
                <a:lnTo>
                  <a:pt x="728" y="1059"/>
                </a:lnTo>
                <a:lnTo>
                  <a:pt x="676" y="1065"/>
                </a:lnTo>
                <a:lnTo>
                  <a:pt x="623" y="1070"/>
                </a:lnTo>
                <a:lnTo>
                  <a:pt x="573" y="1074"/>
                </a:lnTo>
                <a:lnTo>
                  <a:pt x="528" y="1076"/>
                </a:lnTo>
                <a:lnTo>
                  <a:pt x="488" y="1078"/>
                </a:lnTo>
                <a:lnTo>
                  <a:pt x="458" y="1078"/>
                </a:lnTo>
                <a:lnTo>
                  <a:pt x="439" y="1078"/>
                </a:lnTo>
                <a:lnTo>
                  <a:pt x="432" y="1078"/>
                </a:lnTo>
                <a:lnTo>
                  <a:pt x="381" y="1076"/>
                </a:lnTo>
                <a:lnTo>
                  <a:pt x="328" y="1074"/>
                </a:lnTo>
                <a:lnTo>
                  <a:pt x="275" y="1070"/>
                </a:lnTo>
                <a:lnTo>
                  <a:pt x="222" y="1065"/>
                </a:lnTo>
                <a:lnTo>
                  <a:pt x="173" y="1059"/>
                </a:lnTo>
                <a:lnTo>
                  <a:pt x="125" y="1053"/>
                </a:lnTo>
                <a:lnTo>
                  <a:pt x="84" y="1048"/>
                </a:lnTo>
                <a:lnTo>
                  <a:pt x="50" y="1044"/>
                </a:lnTo>
                <a:lnTo>
                  <a:pt x="23" y="1040"/>
                </a:lnTo>
                <a:lnTo>
                  <a:pt x="6" y="1036"/>
                </a:lnTo>
                <a:lnTo>
                  <a:pt x="0" y="1036"/>
                </a:lnTo>
                <a:lnTo>
                  <a:pt x="0" y="456"/>
                </a:lnTo>
                <a:lnTo>
                  <a:pt x="35" y="435"/>
                </a:lnTo>
                <a:lnTo>
                  <a:pt x="63" y="412"/>
                </a:lnTo>
                <a:lnTo>
                  <a:pt x="86" y="390"/>
                </a:lnTo>
                <a:lnTo>
                  <a:pt x="103" y="367"/>
                </a:lnTo>
                <a:lnTo>
                  <a:pt x="116" y="348"/>
                </a:lnTo>
                <a:lnTo>
                  <a:pt x="123" y="337"/>
                </a:lnTo>
                <a:lnTo>
                  <a:pt x="125" y="331"/>
                </a:lnTo>
                <a:lnTo>
                  <a:pt x="12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/>
          </p:cNvSpPr>
          <p:nvPr/>
        </p:nvSpPr>
        <p:spPr bwMode="auto">
          <a:xfrm>
            <a:off x="1184578" y="2889060"/>
            <a:ext cx="911688" cy="1080000"/>
          </a:xfrm>
          <a:custGeom>
            <a:avLst/>
            <a:gdLst>
              <a:gd name="T0" fmla="*/ 787 w 910"/>
              <a:gd name="T1" fmla="*/ 4 h 1078"/>
              <a:gd name="T2" fmla="*/ 806 w 910"/>
              <a:gd name="T3" fmla="*/ 15 h 1078"/>
              <a:gd name="T4" fmla="*/ 825 w 910"/>
              <a:gd name="T5" fmla="*/ 42 h 1078"/>
              <a:gd name="T6" fmla="*/ 829 w 910"/>
              <a:gd name="T7" fmla="*/ 74 h 1078"/>
              <a:gd name="T8" fmla="*/ 836 w 910"/>
              <a:gd name="T9" fmla="*/ 146 h 1078"/>
              <a:gd name="T10" fmla="*/ 846 w 910"/>
              <a:gd name="T11" fmla="*/ 250 h 1078"/>
              <a:gd name="T12" fmla="*/ 857 w 910"/>
              <a:gd name="T13" fmla="*/ 375 h 1078"/>
              <a:gd name="T14" fmla="*/ 868 w 910"/>
              <a:gd name="T15" fmla="*/ 511 h 1078"/>
              <a:gd name="T16" fmla="*/ 880 w 910"/>
              <a:gd name="T17" fmla="*/ 649 h 1078"/>
              <a:gd name="T18" fmla="*/ 889 w 910"/>
              <a:gd name="T19" fmla="*/ 777 h 1078"/>
              <a:gd name="T20" fmla="*/ 899 w 910"/>
              <a:gd name="T21" fmla="*/ 891 h 1078"/>
              <a:gd name="T22" fmla="*/ 906 w 910"/>
              <a:gd name="T23" fmla="*/ 976 h 1078"/>
              <a:gd name="T24" fmla="*/ 910 w 910"/>
              <a:gd name="T25" fmla="*/ 1023 h 1078"/>
              <a:gd name="T26" fmla="*/ 908 w 910"/>
              <a:gd name="T27" fmla="*/ 1040 h 1078"/>
              <a:gd name="T28" fmla="*/ 895 w 910"/>
              <a:gd name="T29" fmla="*/ 1065 h 1078"/>
              <a:gd name="T30" fmla="*/ 866 w 910"/>
              <a:gd name="T31" fmla="*/ 1078 h 1078"/>
              <a:gd name="T32" fmla="*/ 615 w 910"/>
              <a:gd name="T33" fmla="*/ 1076 h 1078"/>
              <a:gd name="T34" fmla="*/ 594 w 910"/>
              <a:gd name="T35" fmla="*/ 1067 h 1078"/>
              <a:gd name="T36" fmla="*/ 579 w 910"/>
              <a:gd name="T37" fmla="*/ 1038 h 1078"/>
              <a:gd name="T38" fmla="*/ 494 w 910"/>
              <a:gd name="T39" fmla="*/ 412 h 1078"/>
              <a:gd name="T40" fmla="*/ 484 w 910"/>
              <a:gd name="T41" fmla="*/ 390 h 1078"/>
              <a:gd name="T42" fmla="*/ 456 w 910"/>
              <a:gd name="T43" fmla="*/ 375 h 1078"/>
              <a:gd name="T44" fmla="*/ 428 w 910"/>
              <a:gd name="T45" fmla="*/ 386 h 1078"/>
              <a:gd name="T46" fmla="*/ 415 w 910"/>
              <a:gd name="T47" fmla="*/ 412 h 1078"/>
              <a:gd name="T48" fmla="*/ 411 w 910"/>
              <a:gd name="T49" fmla="*/ 443 h 1078"/>
              <a:gd name="T50" fmla="*/ 401 w 910"/>
              <a:gd name="T51" fmla="*/ 509 h 1078"/>
              <a:gd name="T52" fmla="*/ 388 w 910"/>
              <a:gd name="T53" fmla="*/ 600 h 1078"/>
              <a:gd name="T54" fmla="*/ 373 w 910"/>
              <a:gd name="T55" fmla="*/ 705 h 1078"/>
              <a:gd name="T56" fmla="*/ 358 w 910"/>
              <a:gd name="T57" fmla="*/ 813 h 1078"/>
              <a:gd name="T58" fmla="*/ 345 w 910"/>
              <a:gd name="T59" fmla="*/ 912 h 1078"/>
              <a:gd name="T60" fmla="*/ 333 w 910"/>
              <a:gd name="T61" fmla="*/ 987 h 1078"/>
              <a:gd name="T62" fmla="*/ 326 w 910"/>
              <a:gd name="T63" fmla="*/ 1033 h 1078"/>
              <a:gd name="T64" fmla="*/ 326 w 910"/>
              <a:gd name="T65" fmla="*/ 1040 h 1078"/>
              <a:gd name="T66" fmla="*/ 320 w 910"/>
              <a:gd name="T67" fmla="*/ 1057 h 1078"/>
              <a:gd name="T68" fmla="*/ 299 w 910"/>
              <a:gd name="T69" fmla="*/ 1074 h 1078"/>
              <a:gd name="T70" fmla="*/ 40 w 910"/>
              <a:gd name="T71" fmla="*/ 1076 h 1078"/>
              <a:gd name="T72" fmla="*/ 31 w 910"/>
              <a:gd name="T73" fmla="*/ 1076 h 1078"/>
              <a:gd name="T74" fmla="*/ 14 w 910"/>
              <a:gd name="T75" fmla="*/ 1070 h 1078"/>
              <a:gd name="T76" fmla="*/ 0 w 910"/>
              <a:gd name="T77" fmla="*/ 1053 h 1078"/>
              <a:gd name="T78" fmla="*/ 84 w 910"/>
              <a:gd name="T79" fmla="*/ 40 h 1078"/>
              <a:gd name="T80" fmla="*/ 103 w 910"/>
              <a:gd name="T81" fmla="*/ 12 h 1078"/>
              <a:gd name="T82" fmla="*/ 120 w 910"/>
              <a:gd name="T83" fmla="*/ 4 h 1078"/>
              <a:gd name="T84" fmla="*/ 133 w 910"/>
              <a:gd name="T85" fmla="*/ 4 h 1078"/>
              <a:gd name="T86" fmla="*/ 193 w 910"/>
              <a:gd name="T87" fmla="*/ 4 h 1078"/>
              <a:gd name="T88" fmla="*/ 288 w 910"/>
              <a:gd name="T89" fmla="*/ 4 h 1078"/>
              <a:gd name="T90" fmla="*/ 403 w 910"/>
              <a:gd name="T91" fmla="*/ 4 h 1078"/>
              <a:gd name="T92" fmla="*/ 524 w 910"/>
              <a:gd name="T93" fmla="*/ 2 h 1078"/>
              <a:gd name="T94" fmla="*/ 636 w 910"/>
              <a:gd name="T95" fmla="*/ 2 h 1078"/>
              <a:gd name="T96" fmla="*/ 727 w 910"/>
              <a:gd name="T97" fmla="*/ 2 h 1078"/>
              <a:gd name="T98" fmla="*/ 778 w 910"/>
              <a:gd name="T99" fmla="*/ 2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10" h="1078">
                <a:moveTo>
                  <a:pt x="785" y="0"/>
                </a:moveTo>
                <a:lnTo>
                  <a:pt x="787" y="4"/>
                </a:lnTo>
                <a:lnTo>
                  <a:pt x="796" y="8"/>
                </a:lnTo>
                <a:lnTo>
                  <a:pt x="806" y="15"/>
                </a:lnTo>
                <a:lnTo>
                  <a:pt x="817" y="27"/>
                </a:lnTo>
                <a:lnTo>
                  <a:pt x="825" y="42"/>
                </a:lnTo>
                <a:lnTo>
                  <a:pt x="827" y="53"/>
                </a:lnTo>
                <a:lnTo>
                  <a:pt x="829" y="74"/>
                </a:lnTo>
                <a:lnTo>
                  <a:pt x="832" y="106"/>
                </a:lnTo>
                <a:lnTo>
                  <a:pt x="836" y="146"/>
                </a:lnTo>
                <a:lnTo>
                  <a:pt x="840" y="195"/>
                </a:lnTo>
                <a:lnTo>
                  <a:pt x="846" y="250"/>
                </a:lnTo>
                <a:lnTo>
                  <a:pt x="851" y="310"/>
                </a:lnTo>
                <a:lnTo>
                  <a:pt x="857" y="375"/>
                </a:lnTo>
                <a:lnTo>
                  <a:pt x="863" y="441"/>
                </a:lnTo>
                <a:lnTo>
                  <a:pt x="868" y="511"/>
                </a:lnTo>
                <a:lnTo>
                  <a:pt x="874" y="579"/>
                </a:lnTo>
                <a:lnTo>
                  <a:pt x="880" y="649"/>
                </a:lnTo>
                <a:lnTo>
                  <a:pt x="883" y="715"/>
                </a:lnTo>
                <a:lnTo>
                  <a:pt x="889" y="777"/>
                </a:lnTo>
                <a:lnTo>
                  <a:pt x="895" y="838"/>
                </a:lnTo>
                <a:lnTo>
                  <a:pt x="899" y="891"/>
                </a:lnTo>
                <a:lnTo>
                  <a:pt x="902" y="936"/>
                </a:lnTo>
                <a:lnTo>
                  <a:pt x="906" y="976"/>
                </a:lnTo>
                <a:lnTo>
                  <a:pt x="908" y="1004"/>
                </a:lnTo>
                <a:lnTo>
                  <a:pt x="910" y="1023"/>
                </a:lnTo>
                <a:lnTo>
                  <a:pt x="910" y="1031"/>
                </a:lnTo>
                <a:lnTo>
                  <a:pt x="908" y="1040"/>
                </a:lnTo>
                <a:lnTo>
                  <a:pt x="904" y="1052"/>
                </a:lnTo>
                <a:lnTo>
                  <a:pt x="895" y="1065"/>
                </a:lnTo>
                <a:lnTo>
                  <a:pt x="883" y="1074"/>
                </a:lnTo>
                <a:lnTo>
                  <a:pt x="866" y="1078"/>
                </a:lnTo>
                <a:lnTo>
                  <a:pt x="619" y="1078"/>
                </a:lnTo>
                <a:lnTo>
                  <a:pt x="615" y="1076"/>
                </a:lnTo>
                <a:lnTo>
                  <a:pt x="606" y="1072"/>
                </a:lnTo>
                <a:lnTo>
                  <a:pt x="594" y="1067"/>
                </a:lnTo>
                <a:lnTo>
                  <a:pt x="585" y="1055"/>
                </a:lnTo>
                <a:lnTo>
                  <a:pt x="579" y="1038"/>
                </a:lnTo>
                <a:lnTo>
                  <a:pt x="494" y="416"/>
                </a:lnTo>
                <a:lnTo>
                  <a:pt x="494" y="412"/>
                </a:lnTo>
                <a:lnTo>
                  <a:pt x="490" y="403"/>
                </a:lnTo>
                <a:lnTo>
                  <a:pt x="484" y="390"/>
                </a:lnTo>
                <a:lnTo>
                  <a:pt x="473" y="380"/>
                </a:lnTo>
                <a:lnTo>
                  <a:pt x="456" y="375"/>
                </a:lnTo>
                <a:lnTo>
                  <a:pt x="441" y="376"/>
                </a:lnTo>
                <a:lnTo>
                  <a:pt x="428" y="386"/>
                </a:lnTo>
                <a:lnTo>
                  <a:pt x="418" y="399"/>
                </a:lnTo>
                <a:lnTo>
                  <a:pt x="415" y="412"/>
                </a:lnTo>
                <a:lnTo>
                  <a:pt x="413" y="422"/>
                </a:lnTo>
                <a:lnTo>
                  <a:pt x="411" y="443"/>
                </a:lnTo>
                <a:lnTo>
                  <a:pt x="407" y="471"/>
                </a:lnTo>
                <a:lnTo>
                  <a:pt x="401" y="509"/>
                </a:lnTo>
                <a:lnTo>
                  <a:pt x="396" y="552"/>
                </a:lnTo>
                <a:lnTo>
                  <a:pt x="388" y="600"/>
                </a:lnTo>
                <a:lnTo>
                  <a:pt x="380" y="653"/>
                </a:lnTo>
                <a:lnTo>
                  <a:pt x="373" y="705"/>
                </a:lnTo>
                <a:lnTo>
                  <a:pt x="365" y="760"/>
                </a:lnTo>
                <a:lnTo>
                  <a:pt x="358" y="813"/>
                </a:lnTo>
                <a:lnTo>
                  <a:pt x="350" y="864"/>
                </a:lnTo>
                <a:lnTo>
                  <a:pt x="345" y="912"/>
                </a:lnTo>
                <a:lnTo>
                  <a:pt x="337" y="953"/>
                </a:lnTo>
                <a:lnTo>
                  <a:pt x="333" y="987"/>
                </a:lnTo>
                <a:lnTo>
                  <a:pt x="329" y="1014"/>
                </a:lnTo>
                <a:lnTo>
                  <a:pt x="326" y="1033"/>
                </a:lnTo>
                <a:lnTo>
                  <a:pt x="326" y="1038"/>
                </a:lnTo>
                <a:lnTo>
                  <a:pt x="326" y="1040"/>
                </a:lnTo>
                <a:lnTo>
                  <a:pt x="324" y="1048"/>
                </a:lnTo>
                <a:lnTo>
                  <a:pt x="320" y="1057"/>
                </a:lnTo>
                <a:lnTo>
                  <a:pt x="312" y="1067"/>
                </a:lnTo>
                <a:lnTo>
                  <a:pt x="299" y="1074"/>
                </a:lnTo>
                <a:lnTo>
                  <a:pt x="280" y="1078"/>
                </a:lnTo>
                <a:lnTo>
                  <a:pt x="40" y="1076"/>
                </a:lnTo>
                <a:lnTo>
                  <a:pt x="38" y="1076"/>
                </a:lnTo>
                <a:lnTo>
                  <a:pt x="31" y="1076"/>
                </a:lnTo>
                <a:lnTo>
                  <a:pt x="23" y="1074"/>
                </a:lnTo>
                <a:lnTo>
                  <a:pt x="14" y="1070"/>
                </a:lnTo>
                <a:lnTo>
                  <a:pt x="6" y="1063"/>
                </a:lnTo>
                <a:lnTo>
                  <a:pt x="0" y="1053"/>
                </a:lnTo>
                <a:lnTo>
                  <a:pt x="0" y="1038"/>
                </a:lnTo>
                <a:lnTo>
                  <a:pt x="84" y="40"/>
                </a:lnTo>
                <a:lnTo>
                  <a:pt x="93" y="23"/>
                </a:lnTo>
                <a:lnTo>
                  <a:pt x="103" y="12"/>
                </a:lnTo>
                <a:lnTo>
                  <a:pt x="112" y="6"/>
                </a:lnTo>
                <a:lnTo>
                  <a:pt x="120" y="4"/>
                </a:lnTo>
                <a:lnTo>
                  <a:pt x="121" y="2"/>
                </a:lnTo>
                <a:lnTo>
                  <a:pt x="133" y="4"/>
                </a:lnTo>
                <a:lnTo>
                  <a:pt x="157" y="4"/>
                </a:lnTo>
                <a:lnTo>
                  <a:pt x="193" y="4"/>
                </a:lnTo>
                <a:lnTo>
                  <a:pt x="237" y="4"/>
                </a:lnTo>
                <a:lnTo>
                  <a:pt x="288" y="4"/>
                </a:lnTo>
                <a:lnTo>
                  <a:pt x="343" y="4"/>
                </a:lnTo>
                <a:lnTo>
                  <a:pt x="403" y="4"/>
                </a:lnTo>
                <a:lnTo>
                  <a:pt x="464" y="2"/>
                </a:lnTo>
                <a:lnTo>
                  <a:pt x="524" y="2"/>
                </a:lnTo>
                <a:lnTo>
                  <a:pt x="583" y="2"/>
                </a:lnTo>
                <a:lnTo>
                  <a:pt x="636" y="2"/>
                </a:lnTo>
                <a:lnTo>
                  <a:pt x="685" y="2"/>
                </a:lnTo>
                <a:lnTo>
                  <a:pt x="727" y="2"/>
                </a:lnTo>
                <a:lnTo>
                  <a:pt x="757" y="2"/>
                </a:lnTo>
                <a:lnTo>
                  <a:pt x="778" y="2"/>
                </a:lnTo>
                <a:lnTo>
                  <a:pt x="78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2757026" y="2897090"/>
            <a:ext cx="1080000" cy="1071970"/>
          </a:xfrm>
          <a:custGeom>
            <a:avLst/>
            <a:gdLst>
              <a:gd name="T0" fmla="*/ 535 w 1076"/>
              <a:gd name="T1" fmla="*/ 832 h 1068"/>
              <a:gd name="T2" fmla="*/ 603 w 1076"/>
              <a:gd name="T3" fmla="*/ 944 h 1068"/>
              <a:gd name="T4" fmla="*/ 607 w 1076"/>
              <a:gd name="T5" fmla="*/ 1068 h 1068"/>
              <a:gd name="T6" fmla="*/ 513 w 1076"/>
              <a:gd name="T7" fmla="*/ 1004 h 1068"/>
              <a:gd name="T8" fmla="*/ 482 w 1076"/>
              <a:gd name="T9" fmla="*/ 877 h 1068"/>
              <a:gd name="T10" fmla="*/ 509 w 1076"/>
              <a:gd name="T11" fmla="*/ 809 h 1068"/>
              <a:gd name="T12" fmla="*/ 1072 w 1076"/>
              <a:gd name="T13" fmla="*/ 789 h 1068"/>
              <a:gd name="T14" fmla="*/ 1050 w 1076"/>
              <a:gd name="T15" fmla="*/ 870 h 1068"/>
              <a:gd name="T16" fmla="*/ 942 w 1076"/>
              <a:gd name="T17" fmla="*/ 963 h 1068"/>
              <a:gd name="T18" fmla="*/ 889 w 1076"/>
              <a:gd name="T19" fmla="*/ 959 h 1068"/>
              <a:gd name="T20" fmla="*/ 891 w 1076"/>
              <a:gd name="T21" fmla="*/ 883 h 1068"/>
              <a:gd name="T22" fmla="*/ 938 w 1076"/>
              <a:gd name="T23" fmla="*/ 802 h 1068"/>
              <a:gd name="T24" fmla="*/ 1070 w 1076"/>
              <a:gd name="T25" fmla="*/ 764 h 1068"/>
              <a:gd name="T26" fmla="*/ 55 w 1076"/>
              <a:gd name="T27" fmla="*/ 611 h 1068"/>
              <a:gd name="T28" fmla="*/ 121 w 1076"/>
              <a:gd name="T29" fmla="*/ 721 h 1068"/>
              <a:gd name="T30" fmla="*/ 125 w 1076"/>
              <a:gd name="T31" fmla="*/ 845 h 1068"/>
              <a:gd name="T32" fmla="*/ 30 w 1076"/>
              <a:gd name="T33" fmla="*/ 781 h 1068"/>
              <a:gd name="T34" fmla="*/ 0 w 1076"/>
              <a:gd name="T35" fmla="*/ 656 h 1068"/>
              <a:gd name="T36" fmla="*/ 27 w 1076"/>
              <a:gd name="T37" fmla="*/ 586 h 1068"/>
              <a:gd name="T38" fmla="*/ 594 w 1076"/>
              <a:gd name="T39" fmla="*/ 564 h 1068"/>
              <a:gd name="T40" fmla="*/ 575 w 1076"/>
              <a:gd name="T41" fmla="*/ 643 h 1068"/>
              <a:gd name="T42" fmla="*/ 463 w 1076"/>
              <a:gd name="T43" fmla="*/ 739 h 1068"/>
              <a:gd name="T44" fmla="*/ 409 w 1076"/>
              <a:gd name="T45" fmla="*/ 738 h 1068"/>
              <a:gd name="T46" fmla="*/ 410 w 1076"/>
              <a:gd name="T47" fmla="*/ 662 h 1068"/>
              <a:gd name="T48" fmla="*/ 456 w 1076"/>
              <a:gd name="T49" fmla="*/ 579 h 1068"/>
              <a:gd name="T50" fmla="*/ 590 w 1076"/>
              <a:gd name="T51" fmla="*/ 541 h 1068"/>
              <a:gd name="T52" fmla="*/ 1029 w 1076"/>
              <a:gd name="T53" fmla="*/ 726 h 1068"/>
              <a:gd name="T54" fmla="*/ 906 w 1076"/>
              <a:gd name="T55" fmla="*/ 781 h 1068"/>
              <a:gd name="T56" fmla="*/ 859 w 1076"/>
              <a:gd name="T57" fmla="*/ 862 h 1068"/>
              <a:gd name="T58" fmla="*/ 851 w 1076"/>
              <a:gd name="T59" fmla="*/ 917 h 1068"/>
              <a:gd name="T60" fmla="*/ 673 w 1076"/>
              <a:gd name="T61" fmla="*/ 1055 h 1068"/>
              <a:gd name="T62" fmla="*/ 652 w 1076"/>
              <a:gd name="T63" fmla="*/ 951 h 1068"/>
              <a:gd name="T64" fmla="*/ 571 w 1076"/>
              <a:gd name="T65" fmla="*/ 806 h 1068"/>
              <a:gd name="T66" fmla="*/ 758 w 1076"/>
              <a:gd name="T67" fmla="*/ 668 h 1068"/>
              <a:gd name="T68" fmla="*/ 779 w 1076"/>
              <a:gd name="T69" fmla="*/ 613 h 1068"/>
              <a:gd name="T70" fmla="*/ 1044 w 1076"/>
              <a:gd name="T71" fmla="*/ 225 h 1068"/>
              <a:gd name="T72" fmla="*/ 1076 w 1076"/>
              <a:gd name="T73" fmla="*/ 259 h 1068"/>
              <a:gd name="T74" fmla="*/ 779 w 1076"/>
              <a:gd name="T75" fmla="*/ 255 h 1068"/>
              <a:gd name="T76" fmla="*/ 800 w 1076"/>
              <a:gd name="T77" fmla="*/ 227 h 1068"/>
              <a:gd name="T78" fmla="*/ 297 w 1076"/>
              <a:gd name="T79" fmla="*/ 114 h 1068"/>
              <a:gd name="T80" fmla="*/ 507 w 1076"/>
              <a:gd name="T81" fmla="*/ 512 h 1068"/>
              <a:gd name="T82" fmla="*/ 407 w 1076"/>
              <a:gd name="T83" fmla="*/ 579 h 1068"/>
              <a:gd name="T84" fmla="*/ 373 w 1076"/>
              <a:gd name="T85" fmla="*/ 658 h 1068"/>
              <a:gd name="T86" fmla="*/ 369 w 1076"/>
              <a:gd name="T87" fmla="*/ 698 h 1068"/>
              <a:gd name="T88" fmla="*/ 189 w 1076"/>
              <a:gd name="T89" fmla="*/ 817 h 1068"/>
              <a:gd name="T90" fmla="*/ 157 w 1076"/>
              <a:gd name="T91" fmla="*/ 692 h 1068"/>
              <a:gd name="T92" fmla="*/ 55 w 1076"/>
              <a:gd name="T93" fmla="*/ 554 h 1068"/>
              <a:gd name="T94" fmla="*/ 289 w 1076"/>
              <a:gd name="T95" fmla="*/ 427 h 1068"/>
              <a:gd name="T96" fmla="*/ 297 w 1076"/>
              <a:gd name="T97" fmla="*/ 386 h 1068"/>
              <a:gd name="T98" fmla="*/ 573 w 1076"/>
              <a:gd name="T99" fmla="*/ 2 h 1068"/>
              <a:gd name="T100" fmla="*/ 594 w 1076"/>
              <a:gd name="T101" fmla="*/ 76 h 1068"/>
              <a:gd name="T102" fmla="*/ 299 w 1076"/>
              <a:gd name="T103" fmla="*/ 25 h 1068"/>
              <a:gd name="T104" fmla="*/ 333 w 1076"/>
              <a:gd name="T105" fmla="*/ 0 h 1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76" h="1068">
                <a:moveTo>
                  <a:pt x="509" y="809"/>
                </a:moveTo>
                <a:lnTo>
                  <a:pt x="514" y="809"/>
                </a:lnTo>
                <a:lnTo>
                  <a:pt x="524" y="819"/>
                </a:lnTo>
                <a:lnTo>
                  <a:pt x="535" y="832"/>
                </a:lnTo>
                <a:lnTo>
                  <a:pt x="552" y="853"/>
                </a:lnTo>
                <a:lnTo>
                  <a:pt x="569" y="877"/>
                </a:lnTo>
                <a:lnTo>
                  <a:pt x="586" y="908"/>
                </a:lnTo>
                <a:lnTo>
                  <a:pt x="603" y="944"/>
                </a:lnTo>
                <a:lnTo>
                  <a:pt x="618" y="981"/>
                </a:lnTo>
                <a:lnTo>
                  <a:pt x="632" y="1023"/>
                </a:lnTo>
                <a:lnTo>
                  <a:pt x="639" y="1068"/>
                </a:lnTo>
                <a:lnTo>
                  <a:pt x="607" y="1068"/>
                </a:lnTo>
                <a:lnTo>
                  <a:pt x="579" y="1061"/>
                </a:lnTo>
                <a:lnTo>
                  <a:pt x="554" y="1048"/>
                </a:lnTo>
                <a:lnTo>
                  <a:pt x="531" y="1029"/>
                </a:lnTo>
                <a:lnTo>
                  <a:pt x="513" y="1004"/>
                </a:lnTo>
                <a:lnTo>
                  <a:pt x="496" y="976"/>
                </a:lnTo>
                <a:lnTo>
                  <a:pt x="486" y="942"/>
                </a:lnTo>
                <a:lnTo>
                  <a:pt x="482" y="910"/>
                </a:lnTo>
                <a:lnTo>
                  <a:pt x="482" y="877"/>
                </a:lnTo>
                <a:lnTo>
                  <a:pt x="488" y="851"/>
                </a:lnTo>
                <a:lnTo>
                  <a:pt x="494" y="830"/>
                </a:lnTo>
                <a:lnTo>
                  <a:pt x="501" y="815"/>
                </a:lnTo>
                <a:lnTo>
                  <a:pt x="509" y="809"/>
                </a:lnTo>
                <a:close/>
                <a:moveTo>
                  <a:pt x="1070" y="764"/>
                </a:moveTo>
                <a:lnTo>
                  <a:pt x="1070" y="766"/>
                </a:lnTo>
                <a:lnTo>
                  <a:pt x="1072" y="775"/>
                </a:lnTo>
                <a:lnTo>
                  <a:pt x="1072" y="789"/>
                </a:lnTo>
                <a:lnTo>
                  <a:pt x="1072" y="804"/>
                </a:lnTo>
                <a:lnTo>
                  <a:pt x="1068" y="825"/>
                </a:lnTo>
                <a:lnTo>
                  <a:pt x="1061" y="847"/>
                </a:lnTo>
                <a:lnTo>
                  <a:pt x="1050" y="870"/>
                </a:lnTo>
                <a:lnTo>
                  <a:pt x="1033" y="894"/>
                </a:lnTo>
                <a:lnTo>
                  <a:pt x="1010" y="919"/>
                </a:lnTo>
                <a:lnTo>
                  <a:pt x="980" y="942"/>
                </a:lnTo>
                <a:lnTo>
                  <a:pt x="942" y="963"/>
                </a:lnTo>
                <a:lnTo>
                  <a:pt x="895" y="981"/>
                </a:lnTo>
                <a:lnTo>
                  <a:pt x="893" y="980"/>
                </a:lnTo>
                <a:lnTo>
                  <a:pt x="891" y="972"/>
                </a:lnTo>
                <a:lnTo>
                  <a:pt x="889" y="959"/>
                </a:lnTo>
                <a:lnTo>
                  <a:pt x="887" y="944"/>
                </a:lnTo>
                <a:lnTo>
                  <a:pt x="887" y="925"/>
                </a:lnTo>
                <a:lnTo>
                  <a:pt x="887" y="906"/>
                </a:lnTo>
                <a:lnTo>
                  <a:pt x="891" y="883"/>
                </a:lnTo>
                <a:lnTo>
                  <a:pt x="896" y="862"/>
                </a:lnTo>
                <a:lnTo>
                  <a:pt x="906" y="840"/>
                </a:lnTo>
                <a:lnTo>
                  <a:pt x="919" y="821"/>
                </a:lnTo>
                <a:lnTo>
                  <a:pt x="938" y="802"/>
                </a:lnTo>
                <a:lnTo>
                  <a:pt x="961" y="787"/>
                </a:lnTo>
                <a:lnTo>
                  <a:pt x="991" y="773"/>
                </a:lnTo>
                <a:lnTo>
                  <a:pt x="1027" y="766"/>
                </a:lnTo>
                <a:lnTo>
                  <a:pt x="1070" y="764"/>
                </a:lnTo>
                <a:close/>
                <a:moveTo>
                  <a:pt x="27" y="586"/>
                </a:moveTo>
                <a:lnTo>
                  <a:pt x="32" y="588"/>
                </a:lnTo>
                <a:lnTo>
                  <a:pt x="42" y="596"/>
                </a:lnTo>
                <a:lnTo>
                  <a:pt x="55" y="611"/>
                </a:lnTo>
                <a:lnTo>
                  <a:pt x="70" y="630"/>
                </a:lnTo>
                <a:lnTo>
                  <a:pt x="87" y="656"/>
                </a:lnTo>
                <a:lnTo>
                  <a:pt x="104" y="686"/>
                </a:lnTo>
                <a:lnTo>
                  <a:pt x="121" y="721"/>
                </a:lnTo>
                <a:lnTo>
                  <a:pt x="136" y="758"/>
                </a:lnTo>
                <a:lnTo>
                  <a:pt x="150" y="802"/>
                </a:lnTo>
                <a:lnTo>
                  <a:pt x="157" y="845"/>
                </a:lnTo>
                <a:lnTo>
                  <a:pt x="125" y="845"/>
                </a:lnTo>
                <a:lnTo>
                  <a:pt x="97" y="838"/>
                </a:lnTo>
                <a:lnTo>
                  <a:pt x="72" y="825"/>
                </a:lnTo>
                <a:lnTo>
                  <a:pt x="49" y="806"/>
                </a:lnTo>
                <a:lnTo>
                  <a:pt x="30" y="781"/>
                </a:lnTo>
                <a:lnTo>
                  <a:pt x="13" y="753"/>
                </a:lnTo>
                <a:lnTo>
                  <a:pt x="4" y="721"/>
                </a:lnTo>
                <a:lnTo>
                  <a:pt x="0" y="686"/>
                </a:lnTo>
                <a:lnTo>
                  <a:pt x="0" y="656"/>
                </a:lnTo>
                <a:lnTo>
                  <a:pt x="6" y="628"/>
                </a:lnTo>
                <a:lnTo>
                  <a:pt x="11" y="607"/>
                </a:lnTo>
                <a:lnTo>
                  <a:pt x="19" y="592"/>
                </a:lnTo>
                <a:lnTo>
                  <a:pt x="27" y="586"/>
                </a:lnTo>
                <a:close/>
                <a:moveTo>
                  <a:pt x="590" y="541"/>
                </a:moveTo>
                <a:lnTo>
                  <a:pt x="592" y="543"/>
                </a:lnTo>
                <a:lnTo>
                  <a:pt x="592" y="552"/>
                </a:lnTo>
                <a:lnTo>
                  <a:pt x="594" y="564"/>
                </a:lnTo>
                <a:lnTo>
                  <a:pt x="594" y="581"/>
                </a:lnTo>
                <a:lnTo>
                  <a:pt x="592" y="599"/>
                </a:lnTo>
                <a:lnTo>
                  <a:pt x="586" y="620"/>
                </a:lnTo>
                <a:lnTo>
                  <a:pt x="575" y="643"/>
                </a:lnTo>
                <a:lnTo>
                  <a:pt x="560" y="668"/>
                </a:lnTo>
                <a:lnTo>
                  <a:pt x="535" y="692"/>
                </a:lnTo>
                <a:lnTo>
                  <a:pt x="505" y="717"/>
                </a:lnTo>
                <a:lnTo>
                  <a:pt x="463" y="739"/>
                </a:lnTo>
                <a:lnTo>
                  <a:pt x="414" y="760"/>
                </a:lnTo>
                <a:lnTo>
                  <a:pt x="412" y="756"/>
                </a:lnTo>
                <a:lnTo>
                  <a:pt x="410" y="749"/>
                </a:lnTo>
                <a:lnTo>
                  <a:pt x="409" y="738"/>
                </a:lnTo>
                <a:lnTo>
                  <a:pt x="407" y="721"/>
                </a:lnTo>
                <a:lnTo>
                  <a:pt x="407" y="703"/>
                </a:lnTo>
                <a:lnTo>
                  <a:pt x="407" y="683"/>
                </a:lnTo>
                <a:lnTo>
                  <a:pt x="410" y="662"/>
                </a:lnTo>
                <a:lnTo>
                  <a:pt x="416" y="639"/>
                </a:lnTo>
                <a:lnTo>
                  <a:pt x="426" y="618"/>
                </a:lnTo>
                <a:lnTo>
                  <a:pt x="439" y="598"/>
                </a:lnTo>
                <a:lnTo>
                  <a:pt x="456" y="579"/>
                </a:lnTo>
                <a:lnTo>
                  <a:pt x="480" y="564"/>
                </a:lnTo>
                <a:lnTo>
                  <a:pt x="511" y="552"/>
                </a:lnTo>
                <a:lnTo>
                  <a:pt x="547" y="543"/>
                </a:lnTo>
                <a:lnTo>
                  <a:pt x="590" y="541"/>
                </a:lnTo>
                <a:close/>
                <a:moveTo>
                  <a:pt x="779" y="337"/>
                </a:moveTo>
                <a:lnTo>
                  <a:pt x="1076" y="337"/>
                </a:lnTo>
                <a:lnTo>
                  <a:pt x="1076" y="724"/>
                </a:lnTo>
                <a:lnTo>
                  <a:pt x="1029" y="726"/>
                </a:lnTo>
                <a:lnTo>
                  <a:pt x="989" y="734"/>
                </a:lnTo>
                <a:lnTo>
                  <a:pt x="955" y="747"/>
                </a:lnTo>
                <a:lnTo>
                  <a:pt x="929" y="762"/>
                </a:lnTo>
                <a:lnTo>
                  <a:pt x="906" y="781"/>
                </a:lnTo>
                <a:lnTo>
                  <a:pt x="889" y="800"/>
                </a:lnTo>
                <a:lnTo>
                  <a:pt x="876" y="821"/>
                </a:lnTo>
                <a:lnTo>
                  <a:pt x="866" y="843"/>
                </a:lnTo>
                <a:lnTo>
                  <a:pt x="859" y="862"/>
                </a:lnTo>
                <a:lnTo>
                  <a:pt x="855" y="881"/>
                </a:lnTo>
                <a:lnTo>
                  <a:pt x="853" y="896"/>
                </a:lnTo>
                <a:lnTo>
                  <a:pt x="851" y="910"/>
                </a:lnTo>
                <a:lnTo>
                  <a:pt x="851" y="917"/>
                </a:lnTo>
                <a:lnTo>
                  <a:pt x="851" y="919"/>
                </a:lnTo>
                <a:lnTo>
                  <a:pt x="851" y="995"/>
                </a:lnTo>
                <a:lnTo>
                  <a:pt x="675" y="1061"/>
                </a:lnTo>
                <a:lnTo>
                  <a:pt x="673" y="1055"/>
                </a:lnTo>
                <a:lnTo>
                  <a:pt x="671" y="1040"/>
                </a:lnTo>
                <a:lnTo>
                  <a:pt x="668" y="1015"/>
                </a:lnTo>
                <a:lnTo>
                  <a:pt x="662" y="987"/>
                </a:lnTo>
                <a:lnTo>
                  <a:pt x="652" y="951"/>
                </a:lnTo>
                <a:lnTo>
                  <a:pt x="639" y="915"/>
                </a:lnTo>
                <a:lnTo>
                  <a:pt x="622" y="877"/>
                </a:lnTo>
                <a:lnTo>
                  <a:pt x="600" y="840"/>
                </a:lnTo>
                <a:lnTo>
                  <a:pt x="571" y="806"/>
                </a:lnTo>
                <a:lnTo>
                  <a:pt x="537" y="775"/>
                </a:lnTo>
                <a:lnTo>
                  <a:pt x="702" y="703"/>
                </a:lnTo>
                <a:lnTo>
                  <a:pt x="736" y="685"/>
                </a:lnTo>
                <a:lnTo>
                  <a:pt x="758" y="668"/>
                </a:lnTo>
                <a:lnTo>
                  <a:pt x="772" y="649"/>
                </a:lnTo>
                <a:lnTo>
                  <a:pt x="777" y="634"/>
                </a:lnTo>
                <a:lnTo>
                  <a:pt x="779" y="620"/>
                </a:lnTo>
                <a:lnTo>
                  <a:pt x="779" y="613"/>
                </a:lnTo>
                <a:lnTo>
                  <a:pt x="779" y="609"/>
                </a:lnTo>
                <a:lnTo>
                  <a:pt x="779" y="337"/>
                </a:lnTo>
                <a:close/>
                <a:moveTo>
                  <a:pt x="1036" y="225"/>
                </a:moveTo>
                <a:lnTo>
                  <a:pt x="1044" y="225"/>
                </a:lnTo>
                <a:lnTo>
                  <a:pt x="1055" y="227"/>
                </a:lnTo>
                <a:lnTo>
                  <a:pt x="1065" y="233"/>
                </a:lnTo>
                <a:lnTo>
                  <a:pt x="1072" y="242"/>
                </a:lnTo>
                <a:lnTo>
                  <a:pt x="1076" y="259"/>
                </a:lnTo>
                <a:lnTo>
                  <a:pt x="1076" y="299"/>
                </a:lnTo>
                <a:lnTo>
                  <a:pt x="777" y="299"/>
                </a:lnTo>
                <a:lnTo>
                  <a:pt x="779" y="257"/>
                </a:lnTo>
                <a:lnTo>
                  <a:pt x="779" y="255"/>
                </a:lnTo>
                <a:lnTo>
                  <a:pt x="779" y="248"/>
                </a:lnTo>
                <a:lnTo>
                  <a:pt x="783" y="240"/>
                </a:lnTo>
                <a:lnTo>
                  <a:pt x="789" y="233"/>
                </a:lnTo>
                <a:lnTo>
                  <a:pt x="800" y="227"/>
                </a:lnTo>
                <a:lnTo>
                  <a:pt x="815" y="225"/>
                </a:lnTo>
                <a:lnTo>
                  <a:pt x="1033" y="225"/>
                </a:lnTo>
                <a:lnTo>
                  <a:pt x="1036" y="225"/>
                </a:lnTo>
                <a:close/>
                <a:moveTo>
                  <a:pt x="297" y="114"/>
                </a:moveTo>
                <a:lnTo>
                  <a:pt x="594" y="114"/>
                </a:lnTo>
                <a:lnTo>
                  <a:pt x="594" y="503"/>
                </a:lnTo>
                <a:lnTo>
                  <a:pt x="547" y="505"/>
                </a:lnTo>
                <a:lnTo>
                  <a:pt x="507" y="512"/>
                </a:lnTo>
                <a:lnTo>
                  <a:pt x="475" y="526"/>
                </a:lnTo>
                <a:lnTo>
                  <a:pt x="446" y="541"/>
                </a:lnTo>
                <a:lnTo>
                  <a:pt x="424" y="560"/>
                </a:lnTo>
                <a:lnTo>
                  <a:pt x="407" y="579"/>
                </a:lnTo>
                <a:lnTo>
                  <a:pt x="393" y="599"/>
                </a:lnTo>
                <a:lnTo>
                  <a:pt x="384" y="620"/>
                </a:lnTo>
                <a:lnTo>
                  <a:pt x="376" y="641"/>
                </a:lnTo>
                <a:lnTo>
                  <a:pt x="373" y="658"/>
                </a:lnTo>
                <a:lnTo>
                  <a:pt x="371" y="675"/>
                </a:lnTo>
                <a:lnTo>
                  <a:pt x="369" y="686"/>
                </a:lnTo>
                <a:lnTo>
                  <a:pt x="369" y="694"/>
                </a:lnTo>
                <a:lnTo>
                  <a:pt x="369" y="698"/>
                </a:lnTo>
                <a:lnTo>
                  <a:pt x="371" y="772"/>
                </a:lnTo>
                <a:lnTo>
                  <a:pt x="193" y="838"/>
                </a:lnTo>
                <a:lnTo>
                  <a:pt x="191" y="834"/>
                </a:lnTo>
                <a:lnTo>
                  <a:pt x="189" y="817"/>
                </a:lnTo>
                <a:lnTo>
                  <a:pt x="187" y="794"/>
                </a:lnTo>
                <a:lnTo>
                  <a:pt x="180" y="764"/>
                </a:lnTo>
                <a:lnTo>
                  <a:pt x="170" y="730"/>
                </a:lnTo>
                <a:lnTo>
                  <a:pt x="157" y="692"/>
                </a:lnTo>
                <a:lnTo>
                  <a:pt x="140" y="654"/>
                </a:lnTo>
                <a:lnTo>
                  <a:pt x="117" y="618"/>
                </a:lnTo>
                <a:lnTo>
                  <a:pt x="89" y="582"/>
                </a:lnTo>
                <a:lnTo>
                  <a:pt x="55" y="554"/>
                </a:lnTo>
                <a:lnTo>
                  <a:pt x="219" y="480"/>
                </a:lnTo>
                <a:lnTo>
                  <a:pt x="254" y="463"/>
                </a:lnTo>
                <a:lnTo>
                  <a:pt x="276" y="444"/>
                </a:lnTo>
                <a:lnTo>
                  <a:pt x="289" y="427"/>
                </a:lnTo>
                <a:lnTo>
                  <a:pt x="295" y="410"/>
                </a:lnTo>
                <a:lnTo>
                  <a:pt x="297" y="399"/>
                </a:lnTo>
                <a:lnTo>
                  <a:pt x="297" y="390"/>
                </a:lnTo>
                <a:lnTo>
                  <a:pt x="297" y="386"/>
                </a:lnTo>
                <a:lnTo>
                  <a:pt x="297" y="114"/>
                </a:lnTo>
                <a:close/>
                <a:moveTo>
                  <a:pt x="554" y="0"/>
                </a:moveTo>
                <a:lnTo>
                  <a:pt x="562" y="0"/>
                </a:lnTo>
                <a:lnTo>
                  <a:pt x="573" y="2"/>
                </a:lnTo>
                <a:lnTo>
                  <a:pt x="583" y="8"/>
                </a:lnTo>
                <a:lnTo>
                  <a:pt x="590" y="19"/>
                </a:lnTo>
                <a:lnTo>
                  <a:pt x="594" y="36"/>
                </a:lnTo>
                <a:lnTo>
                  <a:pt x="594" y="76"/>
                </a:lnTo>
                <a:lnTo>
                  <a:pt x="297" y="76"/>
                </a:lnTo>
                <a:lnTo>
                  <a:pt x="297" y="32"/>
                </a:lnTo>
                <a:lnTo>
                  <a:pt x="297" y="30"/>
                </a:lnTo>
                <a:lnTo>
                  <a:pt x="299" y="25"/>
                </a:lnTo>
                <a:lnTo>
                  <a:pt x="301" y="17"/>
                </a:lnTo>
                <a:lnTo>
                  <a:pt x="308" y="10"/>
                </a:lnTo>
                <a:lnTo>
                  <a:pt x="318" y="2"/>
                </a:lnTo>
                <a:lnTo>
                  <a:pt x="333" y="0"/>
                </a:lnTo>
                <a:lnTo>
                  <a:pt x="552" y="0"/>
                </a:lnTo>
                <a:lnTo>
                  <a:pt x="55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18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9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Bag &amp; Cases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torolly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Medical Case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Suite Case 1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Suite Case 2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Plane Suitcase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Travel Suitcase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Bag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Lady’s Purse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Bag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Bag 2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Recycled Bag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355984" y="1231617"/>
            <a:ext cx="572680" cy="1080000"/>
          </a:xfrm>
          <a:custGeom>
            <a:avLst/>
            <a:gdLst>
              <a:gd name="T0" fmla="*/ 592 w 736"/>
              <a:gd name="T1" fmla="*/ 1314 h 1388"/>
              <a:gd name="T2" fmla="*/ 601 w 736"/>
              <a:gd name="T3" fmla="*/ 1362 h 1388"/>
              <a:gd name="T4" fmla="*/ 562 w 736"/>
              <a:gd name="T5" fmla="*/ 1388 h 1388"/>
              <a:gd name="T6" fmla="*/ 522 w 736"/>
              <a:gd name="T7" fmla="*/ 1362 h 1388"/>
              <a:gd name="T8" fmla="*/ 531 w 736"/>
              <a:gd name="T9" fmla="*/ 1314 h 1388"/>
              <a:gd name="T10" fmla="*/ 176 w 736"/>
              <a:gd name="T11" fmla="*/ 1299 h 1388"/>
              <a:gd name="T12" fmla="*/ 214 w 736"/>
              <a:gd name="T13" fmla="*/ 1326 h 1388"/>
              <a:gd name="T14" fmla="*/ 206 w 736"/>
              <a:gd name="T15" fmla="*/ 1373 h 1388"/>
              <a:gd name="T16" fmla="*/ 159 w 736"/>
              <a:gd name="T17" fmla="*/ 1383 h 1388"/>
              <a:gd name="T18" fmla="*/ 132 w 736"/>
              <a:gd name="T19" fmla="*/ 1343 h 1388"/>
              <a:gd name="T20" fmla="*/ 159 w 736"/>
              <a:gd name="T21" fmla="*/ 1303 h 1388"/>
              <a:gd name="T22" fmla="*/ 146 w 736"/>
              <a:gd name="T23" fmla="*/ 741 h 1388"/>
              <a:gd name="T24" fmla="*/ 91 w 736"/>
              <a:gd name="T25" fmla="*/ 796 h 1388"/>
              <a:gd name="T26" fmla="*/ 87 w 736"/>
              <a:gd name="T27" fmla="*/ 1017 h 1388"/>
              <a:gd name="T28" fmla="*/ 93 w 736"/>
              <a:gd name="T29" fmla="*/ 1065 h 1388"/>
              <a:gd name="T30" fmla="*/ 130 w 736"/>
              <a:gd name="T31" fmla="*/ 1084 h 1388"/>
              <a:gd name="T32" fmla="*/ 130 w 736"/>
              <a:gd name="T33" fmla="*/ 817 h 1388"/>
              <a:gd name="T34" fmla="*/ 147 w 736"/>
              <a:gd name="T35" fmla="*/ 789 h 1388"/>
              <a:gd name="T36" fmla="*/ 558 w 736"/>
              <a:gd name="T37" fmla="*/ 781 h 1388"/>
              <a:gd name="T38" fmla="*/ 599 w 736"/>
              <a:gd name="T39" fmla="*/ 800 h 1388"/>
              <a:gd name="T40" fmla="*/ 607 w 736"/>
              <a:gd name="T41" fmla="*/ 821 h 1388"/>
              <a:gd name="T42" fmla="*/ 635 w 736"/>
              <a:gd name="T43" fmla="*/ 1074 h 1388"/>
              <a:gd name="T44" fmla="*/ 649 w 736"/>
              <a:gd name="T45" fmla="*/ 1035 h 1388"/>
              <a:gd name="T46" fmla="*/ 649 w 736"/>
              <a:gd name="T47" fmla="*/ 823 h 1388"/>
              <a:gd name="T48" fmla="*/ 615 w 736"/>
              <a:gd name="T49" fmla="*/ 755 h 1388"/>
              <a:gd name="T50" fmla="*/ 174 w 736"/>
              <a:gd name="T51" fmla="*/ 738 h 1388"/>
              <a:gd name="T52" fmla="*/ 736 w 736"/>
              <a:gd name="T53" fmla="*/ 1127 h 1388"/>
              <a:gd name="T54" fmla="*/ 698 w 736"/>
              <a:gd name="T55" fmla="*/ 1218 h 1388"/>
              <a:gd name="T56" fmla="*/ 607 w 736"/>
              <a:gd name="T57" fmla="*/ 1256 h 1388"/>
              <a:gd name="T58" fmla="*/ 64 w 736"/>
              <a:gd name="T59" fmla="*/ 1239 h 1388"/>
              <a:gd name="T60" fmla="*/ 4 w 736"/>
              <a:gd name="T61" fmla="*/ 1161 h 1388"/>
              <a:gd name="T62" fmla="*/ 174 w 736"/>
              <a:gd name="T63" fmla="*/ 391 h 1388"/>
              <a:gd name="T64" fmla="*/ 104 w 736"/>
              <a:gd name="T65" fmla="*/ 425 h 1388"/>
              <a:gd name="T66" fmla="*/ 87 w 736"/>
              <a:gd name="T67" fmla="*/ 520 h 1388"/>
              <a:gd name="T68" fmla="*/ 89 w 736"/>
              <a:gd name="T69" fmla="*/ 575 h 1388"/>
              <a:gd name="T70" fmla="*/ 112 w 736"/>
              <a:gd name="T71" fmla="*/ 605 h 1388"/>
              <a:gd name="T72" fmla="*/ 130 w 736"/>
              <a:gd name="T73" fmla="*/ 477 h 1388"/>
              <a:gd name="T74" fmla="*/ 138 w 736"/>
              <a:gd name="T75" fmla="*/ 452 h 1388"/>
              <a:gd name="T76" fmla="*/ 178 w 736"/>
              <a:gd name="T77" fmla="*/ 433 h 1388"/>
              <a:gd name="T78" fmla="*/ 592 w 736"/>
              <a:gd name="T79" fmla="*/ 444 h 1388"/>
              <a:gd name="T80" fmla="*/ 605 w 736"/>
              <a:gd name="T81" fmla="*/ 471 h 1388"/>
              <a:gd name="T82" fmla="*/ 624 w 736"/>
              <a:gd name="T83" fmla="*/ 605 h 1388"/>
              <a:gd name="T84" fmla="*/ 647 w 736"/>
              <a:gd name="T85" fmla="*/ 575 h 1388"/>
              <a:gd name="T86" fmla="*/ 649 w 736"/>
              <a:gd name="T87" fmla="*/ 520 h 1388"/>
              <a:gd name="T88" fmla="*/ 633 w 736"/>
              <a:gd name="T89" fmla="*/ 425 h 1388"/>
              <a:gd name="T90" fmla="*/ 563 w 736"/>
              <a:gd name="T91" fmla="*/ 391 h 1388"/>
              <a:gd name="T92" fmla="*/ 259 w 736"/>
              <a:gd name="T93" fmla="*/ 348 h 1388"/>
              <a:gd name="T94" fmla="*/ 257 w 736"/>
              <a:gd name="T95" fmla="*/ 87 h 1388"/>
              <a:gd name="T96" fmla="*/ 477 w 736"/>
              <a:gd name="T97" fmla="*/ 2 h 1388"/>
              <a:gd name="T98" fmla="*/ 505 w 736"/>
              <a:gd name="T99" fmla="*/ 13 h 1388"/>
              <a:gd name="T100" fmla="*/ 518 w 736"/>
              <a:gd name="T101" fmla="*/ 348 h 1388"/>
              <a:gd name="T102" fmla="*/ 671 w 736"/>
              <a:gd name="T103" fmla="*/ 365 h 1388"/>
              <a:gd name="T104" fmla="*/ 732 w 736"/>
              <a:gd name="T105" fmla="*/ 442 h 1388"/>
              <a:gd name="T106" fmla="*/ 0 w 736"/>
              <a:gd name="T107" fmla="*/ 651 h 1388"/>
              <a:gd name="T108" fmla="*/ 17 w 736"/>
              <a:gd name="T109" fmla="*/ 412 h 1388"/>
              <a:gd name="T110" fmla="*/ 95 w 736"/>
              <a:gd name="T111" fmla="*/ 352 h 1388"/>
              <a:gd name="T112" fmla="*/ 216 w 736"/>
              <a:gd name="T113" fmla="*/ 49 h 1388"/>
              <a:gd name="T114" fmla="*/ 217 w 736"/>
              <a:gd name="T115" fmla="*/ 30 h 1388"/>
              <a:gd name="T116" fmla="*/ 240 w 736"/>
              <a:gd name="T117" fmla="*/ 4 h 1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36" h="1388">
                <a:moveTo>
                  <a:pt x="562" y="1301"/>
                </a:moveTo>
                <a:lnTo>
                  <a:pt x="579" y="1305"/>
                </a:lnTo>
                <a:lnTo>
                  <a:pt x="592" y="1314"/>
                </a:lnTo>
                <a:lnTo>
                  <a:pt x="601" y="1328"/>
                </a:lnTo>
                <a:lnTo>
                  <a:pt x="605" y="1345"/>
                </a:lnTo>
                <a:lnTo>
                  <a:pt x="601" y="1362"/>
                </a:lnTo>
                <a:lnTo>
                  <a:pt x="592" y="1375"/>
                </a:lnTo>
                <a:lnTo>
                  <a:pt x="579" y="1384"/>
                </a:lnTo>
                <a:lnTo>
                  <a:pt x="562" y="1388"/>
                </a:lnTo>
                <a:lnTo>
                  <a:pt x="545" y="1384"/>
                </a:lnTo>
                <a:lnTo>
                  <a:pt x="531" y="1375"/>
                </a:lnTo>
                <a:lnTo>
                  <a:pt x="522" y="1362"/>
                </a:lnTo>
                <a:lnTo>
                  <a:pt x="518" y="1345"/>
                </a:lnTo>
                <a:lnTo>
                  <a:pt x="522" y="1328"/>
                </a:lnTo>
                <a:lnTo>
                  <a:pt x="531" y="1314"/>
                </a:lnTo>
                <a:lnTo>
                  <a:pt x="545" y="1305"/>
                </a:lnTo>
                <a:lnTo>
                  <a:pt x="562" y="1301"/>
                </a:lnTo>
                <a:close/>
                <a:moveTo>
                  <a:pt x="176" y="1299"/>
                </a:moveTo>
                <a:lnTo>
                  <a:pt x="191" y="1303"/>
                </a:lnTo>
                <a:lnTo>
                  <a:pt x="206" y="1313"/>
                </a:lnTo>
                <a:lnTo>
                  <a:pt x="214" y="1326"/>
                </a:lnTo>
                <a:lnTo>
                  <a:pt x="217" y="1343"/>
                </a:lnTo>
                <a:lnTo>
                  <a:pt x="214" y="1360"/>
                </a:lnTo>
                <a:lnTo>
                  <a:pt x="206" y="1373"/>
                </a:lnTo>
                <a:lnTo>
                  <a:pt x="191" y="1383"/>
                </a:lnTo>
                <a:lnTo>
                  <a:pt x="176" y="1384"/>
                </a:lnTo>
                <a:lnTo>
                  <a:pt x="159" y="1383"/>
                </a:lnTo>
                <a:lnTo>
                  <a:pt x="146" y="1373"/>
                </a:lnTo>
                <a:lnTo>
                  <a:pt x="136" y="1360"/>
                </a:lnTo>
                <a:lnTo>
                  <a:pt x="132" y="1343"/>
                </a:lnTo>
                <a:lnTo>
                  <a:pt x="136" y="1326"/>
                </a:lnTo>
                <a:lnTo>
                  <a:pt x="146" y="1313"/>
                </a:lnTo>
                <a:lnTo>
                  <a:pt x="159" y="1303"/>
                </a:lnTo>
                <a:lnTo>
                  <a:pt x="176" y="1299"/>
                </a:lnTo>
                <a:close/>
                <a:moveTo>
                  <a:pt x="174" y="738"/>
                </a:moveTo>
                <a:lnTo>
                  <a:pt x="146" y="741"/>
                </a:lnTo>
                <a:lnTo>
                  <a:pt x="123" y="755"/>
                </a:lnTo>
                <a:lnTo>
                  <a:pt x="104" y="772"/>
                </a:lnTo>
                <a:lnTo>
                  <a:pt x="91" y="796"/>
                </a:lnTo>
                <a:lnTo>
                  <a:pt x="87" y="823"/>
                </a:lnTo>
                <a:lnTo>
                  <a:pt x="87" y="997"/>
                </a:lnTo>
                <a:lnTo>
                  <a:pt x="87" y="1017"/>
                </a:lnTo>
                <a:lnTo>
                  <a:pt x="87" y="1035"/>
                </a:lnTo>
                <a:lnTo>
                  <a:pt x="89" y="1052"/>
                </a:lnTo>
                <a:lnTo>
                  <a:pt x="93" y="1065"/>
                </a:lnTo>
                <a:lnTo>
                  <a:pt x="100" y="1074"/>
                </a:lnTo>
                <a:lnTo>
                  <a:pt x="112" y="1082"/>
                </a:lnTo>
                <a:lnTo>
                  <a:pt x="130" y="1084"/>
                </a:lnTo>
                <a:lnTo>
                  <a:pt x="130" y="825"/>
                </a:lnTo>
                <a:lnTo>
                  <a:pt x="130" y="823"/>
                </a:lnTo>
                <a:lnTo>
                  <a:pt x="130" y="817"/>
                </a:lnTo>
                <a:lnTo>
                  <a:pt x="134" y="808"/>
                </a:lnTo>
                <a:lnTo>
                  <a:pt x="138" y="798"/>
                </a:lnTo>
                <a:lnTo>
                  <a:pt x="147" y="789"/>
                </a:lnTo>
                <a:lnTo>
                  <a:pt x="159" y="783"/>
                </a:lnTo>
                <a:lnTo>
                  <a:pt x="178" y="781"/>
                </a:lnTo>
                <a:lnTo>
                  <a:pt x="558" y="781"/>
                </a:lnTo>
                <a:lnTo>
                  <a:pt x="579" y="783"/>
                </a:lnTo>
                <a:lnTo>
                  <a:pt x="592" y="791"/>
                </a:lnTo>
                <a:lnTo>
                  <a:pt x="599" y="800"/>
                </a:lnTo>
                <a:lnTo>
                  <a:pt x="605" y="809"/>
                </a:lnTo>
                <a:lnTo>
                  <a:pt x="605" y="817"/>
                </a:lnTo>
                <a:lnTo>
                  <a:pt x="607" y="821"/>
                </a:lnTo>
                <a:lnTo>
                  <a:pt x="607" y="1084"/>
                </a:lnTo>
                <a:lnTo>
                  <a:pt x="624" y="1082"/>
                </a:lnTo>
                <a:lnTo>
                  <a:pt x="635" y="1074"/>
                </a:lnTo>
                <a:lnTo>
                  <a:pt x="643" y="1065"/>
                </a:lnTo>
                <a:lnTo>
                  <a:pt x="647" y="1052"/>
                </a:lnTo>
                <a:lnTo>
                  <a:pt x="649" y="1035"/>
                </a:lnTo>
                <a:lnTo>
                  <a:pt x="649" y="1017"/>
                </a:lnTo>
                <a:lnTo>
                  <a:pt x="649" y="997"/>
                </a:lnTo>
                <a:lnTo>
                  <a:pt x="649" y="823"/>
                </a:lnTo>
                <a:lnTo>
                  <a:pt x="645" y="796"/>
                </a:lnTo>
                <a:lnTo>
                  <a:pt x="633" y="772"/>
                </a:lnTo>
                <a:lnTo>
                  <a:pt x="615" y="755"/>
                </a:lnTo>
                <a:lnTo>
                  <a:pt x="590" y="741"/>
                </a:lnTo>
                <a:lnTo>
                  <a:pt x="563" y="738"/>
                </a:lnTo>
                <a:lnTo>
                  <a:pt x="174" y="738"/>
                </a:lnTo>
                <a:close/>
                <a:moveTo>
                  <a:pt x="0" y="694"/>
                </a:moveTo>
                <a:lnTo>
                  <a:pt x="736" y="694"/>
                </a:lnTo>
                <a:lnTo>
                  <a:pt x="736" y="1127"/>
                </a:lnTo>
                <a:lnTo>
                  <a:pt x="732" y="1161"/>
                </a:lnTo>
                <a:lnTo>
                  <a:pt x="719" y="1191"/>
                </a:lnTo>
                <a:lnTo>
                  <a:pt x="698" y="1218"/>
                </a:lnTo>
                <a:lnTo>
                  <a:pt x="671" y="1239"/>
                </a:lnTo>
                <a:lnTo>
                  <a:pt x="641" y="1252"/>
                </a:lnTo>
                <a:lnTo>
                  <a:pt x="607" y="1256"/>
                </a:lnTo>
                <a:lnTo>
                  <a:pt x="130" y="1256"/>
                </a:lnTo>
                <a:lnTo>
                  <a:pt x="95" y="1252"/>
                </a:lnTo>
                <a:lnTo>
                  <a:pt x="64" y="1239"/>
                </a:lnTo>
                <a:lnTo>
                  <a:pt x="38" y="1218"/>
                </a:lnTo>
                <a:lnTo>
                  <a:pt x="17" y="1191"/>
                </a:lnTo>
                <a:lnTo>
                  <a:pt x="4" y="1161"/>
                </a:lnTo>
                <a:lnTo>
                  <a:pt x="0" y="1127"/>
                </a:lnTo>
                <a:lnTo>
                  <a:pt x="0" y="694"/>
                </a:lnTo>
                <a:close/>
                <a:moveTo>
                  <a:pt x="174" y="391"/>
                </a:moveTo>
                <a:lnTo>
                  <a:pt x="146" y="395"/>
                </a:lnTo>
                <a:lnTo>
                  <a:pt x="123" y="407"/>
                </a:lnTo>
                <a:lnTo>
                  <a:pt x="104" y="425"/>
                </a:lnTo>
                <a:lnTo>
                  <a:pt x="91" y="450"/>
                </a:lnTo>
                <a:lnTo>
                  <a:pt x="87" y="477"/>
                </a:lnTo>
                <a:lnTo>
                  <a:pt x="87" y="520"/>
                </a:lnTo>
                <a:lnTo>
                  <a:pt x="87" y="541"/>
                </a:lnTo>
                <a:lnTo>
                  <a:pt x="87" y="558"/>
                </a:lnTo>
                <a:lnTo>
                  <a:pt x="89" y="575"/>
                </a:lnTo>
                <a:lnTo>
                  <a:pt x="93" y="588"/>
                </a:lnTo>
                <a:lnTo>
                  <a:pt x="100" y="598"/>
                </a:lnTo>
                <a:lnTo>
                  <a:pt x="112" y="605"/>
                </a:lnTo>
                <a:lnTo>
                  <a:pt x="130" y="607"/>
                </a:lnTo>
                <a:lnTo>
                  <a:pt x="130" y="478"/>
                </a:lnTo>
                <a:lnTo>
                  <a:pt x="130" y="477"/>
                </a:lnTo>
                <a:lnTo>
                  <a:pt x="130" y="469"/>
                </a:lnTo>
                <a:lnTo>
                  <a:pt x="134" y="461"/>
                </a:lnTo>
                <a:lnTo>
                  <a:pt x="138" y="452"/>
                </a:lnTo>
                <a:lnTo>
                  <a:pt x="147" y="442"/>
                </a:lnTo>
                <a:lnTo>
                  <a:pt x="159" y="437"/>
                </a:lnTo>
                <a:lnTo>
                  <a:pt x="178" y="433"/>
                </a:lnTo>
                <a:lnTo>
                  <a:pt x="558" y="433"/>
                </a:lnTo>
                <a:lnTo>
                  <a:pt x="579" y="437"/>
                </a:lnTo>
                <a:lnTo>
                  <a:pt x="592" y="444"/>
                </a:lnTo>
                <a:lnTo>
                  <a:pt x="599" y="454"/>
                </a:lnTo>
                <a:lnTo>
                  <a:pt x="605" y="463"/>
                </a:lnTo>
                <a:lnTo>
                  <a:pt x="605" y="471"/>
                </a:lnTo>
                <a:lnTo>
                  <a:pt x="607" y="475"/>
                </a:lnTo>
                <a:lnTo>
                  <a:pt x="607" y="607"/>
                </a:lnTo>
                <a:lnTo>
                  <a:pt x="624" y="605"/>
                </a:lnTo>
                <a:lnTo>
                  <a:pt x="635" y="598"/>
                </a:lnTo>
                <a:lnTo>
                  <a:pt x="643" y="588"/>
                </a:lnTo>
                <a:lnTo>
                  <a:pt x="647" y="575"/>
                </a:lnTo>
                <a:lnTo>
                  <a:pt x="649" y="558"/>
                </a:lnTo>
                <a:lnTo>
                  <a:pt x="649" y="541"/>
                </a:lnTo>
                <a:lnTo>
                  <a:pt x="649" y="520"/>
                </a:lnTo>
                <a:lnTo>
                  <a:pt x="649" y="477"/>
                </a:lnTo>
                <a:lnTo>
                  <a:pt x="645" y="450"/>
                </a:lnTo>
                <a:lnTo>
                  <a:pt x="633" y="425"/>
                </a:lnTo>
                <a:lnTo>
                  <a:pt x="615" y="407"/>
                </a:lnTo>
                <a:lnTo>
                  <a:pt x="590" y="395"/>
                </a:lnTo>
                <a:lnTo>
                  <a:pt x="563" y="391"/>
                </a:lnTo>
                <a:lnTo>
                  <a:pt x="174" y="391"/>
                </a:lnTo>
                <a:close/>
                <a:moveTo>
                  <a:pt x="257" y="87"/>
                </a:moveTo>
                <a:lnTo>
                  <a:pt x="259" y="348"/>
                </a:lnTo>
                <a:lnTo>
                  <a:pt x="477" y="348"/>
                </a:lnTo>
                <a:lnTo>
                  <a:pt x="475" y="87"/>
                </a:lnTo>
                <a:lnTo>
                  <a:pt x="257" y="87"/>
                </a:lnTo>
                <a:close/>
                <a:moveTo>
                  <a:pt x="257" y="0"/>
                </a:moveTo>
                <a:lnTo>
                  <a:pt x="473" y="0"/>
                </a:lnTo>
                <a:lnTo>
                  <a:pt x="477" y="2"/>
                </a:lnTo>
                <a:lnTo>
                  <a:pt x="484" y="2"/>
                </a:lnTo>
                <a:lnTo>
                  <a:pt x="495" y="6"/>
                </a:lnTo>
                <a:lnTo>
                  <a:pt x="505" y="13"/>
                </a:lnTo>
                <a:lnTo>
                  <a:pt x="514" y="24"/>
                </a:lnTo>
                <a:lnTo>
                  <a:pt x="516" y="42"/>
                </a:lnTo>
                <a:lnTo>
                  <a:pt x="518" y="348"/>
                </a:lnTo>
                <a:lnTo>
                  <a:pt x="607" y="348"/>
                </a:lnTo>
                <a:lnTo>
                  <a:pt x="641" y="352"/>
                </a:lnTo>
                <a:lnTo>
                  <a:pt x="671" y="365"/>
                </a:lnTo>
                <a:lnTo>
                  <a:pt x="698" y="386"/>
                </a:lnTo>
                <a:lnTo>
                  <a:pt x="719" y="412"/>
                </a:lnTo>
                <a:lnTo>
                  <a:pt x="732" y="442"/>
                </a:lnTo>
                <a:lnTo>
                  <a:pt x="736" y="477"/>
                </a:lnTo>
                <a:lnTo>
                  <a:pt x="736" y="651"/>
                </a:lnTo>
                <a:lnTo>
                  <a:pt x="0" y="651"/>
                </a:lnTo>
                <a:lnTo>
                  <a:pt x="0" y="477"/>
                </a:lnTo>
                <a:lnTo>
                  <a:pt x="4" y="442"/>
                </a:lnTo>
                <a:lnTo>
                  <a:pt x="17" y="412"/>
                </a:lnTo>
                <a:lnTo>
                  <a:pt x="38" y="386"/>
                </a:lnTo>
                <a:lnTo>
                  <a:pt x="64" y="365"/>
                </a:lnTo>
                <a:lnTo>
                  <a:pt x="95" y="352"/>
                </a:lnTo>
                <a:lnTo>
                  <a:pt x="130" y="348"/>
                </a:lnTo>
                <a:lnTo>
                  <a:pt x="216" y="348"/>
                </a:lnTo>
                <a:lnTo>
                  <a:pt x="216" y="49"/>
                </a:lnTo>
                <a:lnTo>
                  <a:pt x="216" y="47"/>
                </a:lnTo>
                <a:lnTo>
                  <a:pt x="216" y="40"/>
                </a:lnTo>
                <a:lnTo>
                  <a:pt x="217" y="30"/>
                </a:lnTo>
                <a:lnTo>
                  <a:pt x="221" y="21"/>
                </a:lnTo>
                <a:lnTo>
                  <a:pt x="227" y="11"/>
                </a:lnTo>
                <a:lnTo>
                  <a:pt x="240" y="4"/>
                </a:lnTo>
                <a:lnTo>
                  <a:pt x="25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56" y="1338370"/>
            <a:ext cx="1080000" cy="866494"/>
          </a:xfrm>
          <a:custGeom>
            <a:avLst/>
            <a:gdLst>
              <a:gd name="T0" fmla="*/ 509 w 1386"/>
              <a:gd name="T1" fmla="*/ 881 h 1112"/>
              <a:gd name="T2" fmla="*/ 739 w 1386"/>
              <a:gd name="T3" fmla="*/ 881 h 1112"/>
              <a:gd name="T4" fmla="*/ 739 w 1386"/>
              <a:gd name="T5" fmla="*/ 649 h 1112"/>
              <a:gd name="T6" fmla="*/ 815 w 1386"/>
              <a:gd name="T7" fmla="*/ 512 h 1112"/>
              <a:gd name="T8" fmla="*/ 832 w 1386"/>
              <a:gd name="T9" fmla="*/ 533 h 1112"/>
              <a:gd name="T10" fmla="*/ 815 w 1386"/>
              <a:gd name="T11" fmla="*/ 556 h 1112"/>
              <a:gd name="T12" fmla="*/ 563 w 1386"/>
              <a:gd name="T13" fmla="*/ 552 h 1112"/>
              <a:gd name="T14" fmla="*/ 556 w 1386"/>
              <a:gd name="T15" fmla="*/ 526 h 1112"/>
              <a:gd name="T16" fmla="*/ 577 w 1386"/>
              <a:gd name="T17" fmla="*/ 511 h 1112"/>
              <a:gd name="T18" fmla="*/ 823 w 1386"/>
              <a:gd name="T19" fmla="*/ 424 h 1112"/>
              <a:gd name="T20" fmla="*/ 830 w 1386"/>
              <a:gd name="T21" fmla="*/ 448 h 1112"/>
              <a:gd name="T22" fmla="*/ 807 w 1386"/>
              <a:gd name="T23" fmla="*/ 465 h 1112"/>
              <a:gd name="T24" fmla="*/ 558 w 1386"/>
              <a:gd name="T25" fmla="*/ 456 h 1112"/>
              <a:gd name="T26" fmla="*/ 558 w 1386"/>
              <a:gd name="T27" fmla="*/ 427 h 1112"/>
              <a:gd name="T28" fmla="*/ 577 w 1386"/>
              <a:gd name="T29" fmla="*/ 325 h 1112"/>
              <a:gd name="T30" fmla="*/ 826 w 1386"/>
              <a:gd name="T31" fmla="*/ 335 h 1112"/>
              <a:gd name="T32" fmla="*/ 826 w 1386"/>
              <a:gd name="T33" fmla="*/ 363 h 1112"/>
              <a:gd name="T34" fmla="*/ 577 w 1386"/>
              <a:gd name="T35" fmla="*/ 373 h 1112"/>
              <a:gd name="T36" fmla="*/ 556 w 1386"/>
              <a:gd name="T37" fmla="*/ 355 h 1112"/>
              <a:gd name="T38" fmla="*/ 563 w 1386"/>
              <a:gd name="T39" fmla="*/ 331 h 1112"/>
              <a:gd name="T40" fmla="*/ 535 w 1386"/>
              <a:gd name="T41" fmla="*/ 284 h 1112"/>
              <a:gd name="T42" fmla="*/ 509 w 1386"/>
              <a:gd name="T43" fmla="*/ 558 h 1112"/>
              <a:gd name="T44" fmla="*/ 554 w 1386"/>
              <a:gd name="T45" fmla="*/ 603 h 1112"/>
              <a:gd name="T46" fmla="*/ 874 w 1386"/>
              <a:gd name="T47" fmla="*/ 575 h 1112"/>
              <a:gd name="T48" fmla="*/ 864 w 1386"/>
              <a:gd name="T49" fmla="*/ 293 h 1112"/>
              <a:gd name="T50" fmla="*/ 601 w 1386"/>
              <a:gd name="T51" fmla="*/ 93 h 1112"/>
              <a:gd name="T52" fmla="*/ 556 w 1386"/>
              <a:gd name="T53" fmla="*/ 121 h 1112"/>
              <a:gd name="T54" fmla="*/ 552 w 1386"/>
              <a:gd name="T55" fmla="*/ 187 h 1112"/>
              <a:gd name="T56" fmla="*/ 821 w 1386"/>
              <a:gd name="T57" fmla="*/ 111 h 1112"/>
              <a:gd name="T58" fmla="*/ 783 w 1386"/>
              <a:gd name="T59" fmla="*/ 93 h 1112"/>
              <a:gd name="T60" fmla="*/ 832 w 1386"/>
              <a:gd name="T61" fmla="*/ 2 h 1112"/>
              <a:gd name="T62" fmla="*/ 870 w 1386"/>
              <a:gd name="T63" fmla="*/ 9 h 1112"/>
              <a:gd name="T64" fmla="*/ 919 w 1386"/>
              <a:gd name="T65" fmla="*/ 64 h 1112"/>
              <a:gd name="T66" fmla="*/ 1293 w 1386"/>
              <a:gd name="T67" fmla="*/ 187 h 1112"/>
              <a:gd name="T68" fmla="*/ 1346 w 1386"/>
              <a:gd name="T69" fmla="*/ 200 h 1112"/>
              <a:gd name="T70" fmla="*/ 1386 w 1386"/>
              <a:gd name="T71" fmla="*/ 280 h 1112"/>
              <a:gd name="T72" fmla="*/ 1386 w 1386"/>
              <a:gd name="T73" fmla="*/ 511 h 1112"/>
              <a:gd name="T74" fmla="*/ 1384 w 1386"/>
              <a:gd name="T75" fmla="*/ 1044 h 1112"/>
              <a:gd name="T76" fmla="*/ 1344 w 1386"/>
              <a:gd name="T77" fmla="*/ 1101 h 1112"/>
              <a:gd name="T78" fmla="*/ 87 w 1386"/>
              <a:gd name="T79" fmla="*/ 1112 h 1112"/>
              <a:gd name="T80" fmla="*/ 38 w 1386"/>
              <a:gd name="T81" fmla="*/ 1097 h 1112"/>
              <a:gd name="T82" fmla="*/ 0 w 1386"/>
              <a:gd name="T83" fmla="*/ 1019 h 1112"/>
              <a:gd name="T84" fmla="*/ 0 w 1386"/>
              <a:gd name="T85" fmla="*/ 465 h 1112"/>
              <a:gd name="T86" fmla="*/ 2 w 1386"/>
              <a:gd name="T87" fmla="*/ 255 h 1112"/>
              <a:gd name="T88" fmla="*/ 42 w 1386"/>
              <a:gd name="T89" fmla="*/ 198 h 1112"/>
              <a:gd name="T90" fmla="*/ 461 w 1386"/>
              <a:gd name="T91" fmla="*/ 94 h 1112"/>
              <a:gd name="T92" fmla="*/ 471 w 1386"/>
              <a:gd name="T93" fmla="*/ 55 h 1112"/>
              <a:gd name="T94" fmla="*/ 529 w 1386"/>
              <a:gd name="T95" fmla="*/ 4 h 1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386" h="1112">
                <a:moveTo>
                  <a:pt x="647" y="649"/>
                </a:moveTo>
                <a:lnTo>
                  <a:pt x="647" y="787"/>
                </a:lnTo>
                <a:lnTo>
                  <a:pt x="509" y="787"/>
                </a:lnTo>
                <a:lnTo>
                  <a:pt x="509" y="881"/>
                </a:lnTo>
                <a:lnTo>
                  <a:pt x="647" y="881"/>
                </a:lnTo>
                <a:lnTo>
                  <a:pt x="647" y="1019"/>
                </a:lnTo>
                <a:lnTo>
                  <a:pt x="739" y="1019"/>
                </a:lnTo>
                <a:lnTo>
                  <a:pt x="739" y="881"/>
                </a:lnTo>
                <a:lnTo>
                  <a:pt x="877" y="881"/>
                </a:lnTo>
                <a:lnTo>
                  <a:pt x="877" y="789"/>
                </a:lnTo>
                <a:lnTo>
                  <a:pt x="739" y="789"/>
                </a:lnTo>
                <a:lnTo>
                  <a:pt x="739" y="649"/>
                </a:lnTo>
                <a:lnTo>
                  <a:pt x="647" y="649"/>
                </a:lnTo>
                <a:close/>
                <a:moveTo>
                  <a:pt x="577" y="511"/>
                </a:moveTo>
                <a:lnTo>
                  <a:pt x="807" y="511"/>
                </a:lnTo>
                <a:lnTo>
                  <a:pt x="815" y="512"/>
                </a:lnTo>
                <a:lnTo>
                  <a:pt x="823" y="514"/>
                </a:lnTo>
                <a:lnTo>
                  <a:pt x="826" y="520"/>
                </a:lnTo>
                <a:lnTo>
                  <a:pt x="830" y="526"/>
                </a:lnTo>
                <a:lnTo>
                  <a:pt x="832" y="533"/>
                </a:lnTo>
                <a:lnTo>
                  <a:pt x="830" y="541"/>
                </a:lnTo>
                <a:lnTo>
                  <a:pt x="826" y="548"/>
                </a:lnTo>
                <a:lnTo>
                  <a:pt x="823" y="552"/>
                </a:lnTo>
                <a:lnTo>
                  <a:pt x="815" y="556"/>
                </a:lnTo>
                <a:lnTo>
                  <a:pt x="807" y="558"/>
                </a:lnTo>
                <a:lnTo>
                  <a:pt x="577" y="558"/>
                </a:lnTo>
                <a:lnTo>
                  <a:pt x="569" y="556"/>
                </a:lnTo>
                <a:lnTo>
                  <a:pt x="563" y="552"/>
                </a:lnTo>
                <a:lnTo>
                  <a:pt x="558" y="548"/>
                </a:lnTo>
                <a:lnTo>
                  <a:pt x="556" y="541"/>
                </a:lnTo>
                <a:lnTo>
                  <a:pt x="554" y="533"/>
                </a:lnTo>
                <a:lnTo>
                  <a:pt x="556" y="526"/>
                </a:lnTo>
                <a:lnTo>
                  <a:pt x="558" y="520"/>
                </a:lnTo>
                <a:lnTo>
                  <a:pt x="563" y="514"/>
                </a:lnTo>
                <a:lnTo>
                  <a:pt x="569" y="512"/>
                </a:lnTo>
                <a:lnTo>
                  <a:pt x="577" y="511"/>
                </a:lnTo>
                <a:close/>
                <a:moveTo>
                  <a:pt x="577" y="418"/>
                </a:moveTo>
                <a:lnTo>
                  <a:pt x="807" y="418"/>
                </a:lnTo>
                <a:lnTo>
                  <a:pt x="815" y="420"/>
                </a:lnTo>
                <a:lnTo>
                  <a:pt x="823" y="424"/>
                </a:lnTo>
                <a:lnTo>
                  <a:pt x="826" y="427"/>
                </a:lnTo>
                <a:lnTo>
                  <a:pt x="830" y="435"/>
                </a:lnTo>
                <a:lnTo>
                  <a:pt x="832" y="441"/>
                </a:lnTo>
                <a:lnTo>
                  <a:pt x="830" y="448"/>
                </a:lnTo>
                <a:lnTo>
                  <a:pt x="826" y="456"/>
                </a:lnTo>
                <a:lnTo>
                  <a:pt x="823" y="460"/>
                </a:lnTo>
                <a:lnTo>
                  <a:pt x="815" y="463"/>
                </a:lnTo>
                <a:lnTo>
                  <a:pt x="807" y="465"/>
                </a:lnTo>
                <a:lnTo>
                  <a:pt x="577" y="465"/>
                </a:lnTo>
                <a:lnTo>
                  <a:pt x="569" y="463"/>
                </a:lnTo>
                <a:lnTo>
                  <a:pt x="563" y="460"/>
                </a:lnTo>
                <a:lnTo>
                  <a:pt x="558" y="456"/>
                </a:lnTo>
                <a:lnTo>
                  <a:pt x="556" y="448"/>
                </a:lnTo>
                <a:lnTo>
                  <a:pt x="554" y="441"/>
                </a:lnTo>
                <a:lnTo>
                  <a:pt x="556" y="435"/>
                </a:lnTo>
                <a:lnTo>
                  <a:pt x="558" y="427"/>
                </a:lnTo>
                <a:lnTo>
                  <a:pt x="563" y="424"/>
                </a:lnTo>
                <a:lnTo>
                  <a:pt x="569" y="420"/>
                </a:lnTo>
                <a:lnTo>
                  <a:pt x="577" y="418"/>
                </a:lnTo>
                <a:close/>
                <a:moveTo>
                  <a:pt x="577" y="325"/>
                </a:moveTo>
                <a:lnTo>
                  <a:pt x="807" y="325"/>
                </a:lnTo>
                <a:lnTo>
                  <a:pt x="815" y="327"/>
                </a:lnTo>
                <a:lnTo>
                  <a:pt x="823" y="331"/>
                </a:lnTo>
                <a:lnTo>
                  <a:pt x="826" y="335"/>
                </a:lnTo>
                <a:lnTo>
                  <a:pt x="830" y="342"/>
                </a:lnTo>
                <a:lnTo>
                  <a:pt x="832" y="350"/>
                </a:lnTo>
                <a:lnTo>
                  <a:pt x="830" y="355"/>
                </a:lnTo>
                <a:lnTo>
                  <a:pt x="826" y="363"/>
                </a:lnTo>
                <a:lnTo>
                  <a:pt x="823" y="367"/>
                </a:lnTo>
                <a:lnTo>
                  <a:pt x="815" y="371"/>
                </a:lnTo>
                <a:lnTo>
                  <a:pt x="807" y="373"/>
                </a:lnTo>
                <a:lnTo>
                  <a:pt x="577" y="373"/>
                </a:lnTo>
                <a:lnTo>
                  <a:pt x="569" y="371"/>
                </a:lnTo>
                <a:lnTo>
                  <a:pt x="563" y="367"/>
                </a:lnTo>
                <a:lnTo>
                  <a:pt x="558" y="363"/>
                </a:lnTo>
                <a:lnTo>
                  <a:pt x="556" y="355"/>
                </a:lnTo>
                <a:lnTo>
                  <a:pt x="554" y="350"/>
                </a:lnTo>
                <a:lnTo>
                  <a:pt x="556" y="342"/>
                </a:lnTo>
                <a:lnTo>
                  <a:pt x="558" y="335"/>
                </a:lnTo>
                <a:lnTo>
                  <a:pt x="563" y="331"/>
                </a:lnTo>
                <a:lnTo>
                  <a:pt x="569" y="327"/>
                </a:lnTo>
                <a:lnTo>
                  <a:pt x="577" y="325"/>
                </a:lnTo>
                <a:close/>
                <a:moveTo>
                  <a:pt x="554" y="280"/>
                </a:moveTo>
                <a:lnTo>
                  <a:pt x="535" y="284"/>
                </a:lnTo>
                <a:lnTo>
                  <a:pt x="522" y="293"/>
                </a:lnTo>
                <a:lnTo>
                  <a:pt x="511" y="308"/>
                </a:lnTo>
                <a:lnTo>
                  <a:pt x="509" y="325"/>
                </a:lnTo>
                <a:lnTo>
                  <a:pt x="509" y="558"/>
                </a:lnTo>
                <a:lnTo>
                  <a:pt x="511" y="575"/>
                </a:lnTo>
                <a:lnTo>
                  <a:pt x="522" y="590"/>
                </a:lnTo>
                <a:lnTo>
                  <a:pt x="535" y="599"/>
                </a:lnTo>
                <a:lnTo>
                  <a:pt x="554" y="603"/>
                </a:lnTo>
                <a:lnTo>
                  <a:pt x="832" y="603"/>
                </a:lnTo>
                <a:lnTo>
                  <a:pt x="849" y="599"/>
                </a:lnTo>
                <a:lnTo>
                  <a:pt x="864" y="590"/>
                </a:lnTo>
                <a:lnTo>
                  <a:pt x="874" y="575"/>
                </a:lnTo>
                <a:lnTo>
                  <a:pt x="877" y="558"/>
                </a:lnTo>
                <a:lnTo>
                  <a:pt x="877" y="325"/>
                </a:lnTo>
                <a:lnTo>
                  <a:pt x="874" y="308"/>
                </a:lnTo>
                <a:lnTo>
                  <a:pt x="864" y="293"/>
                </a:lnTo>
                <a:lnTo>
                  <a:pt x="849" y="284"/>
                </a:lnTo>
                <a:lnTo>
                  <a:pt x="832" y="280"/>
                </a:lnTo>
                <a:lnTo>
                  <a:pt x="554" y="280"/>
                </a:lnTo>
                <a:close/>
                <a:moveTo>
                  <a:pt x="601" y="93"/>
                </a:moveTo>
                <a:lnTo>
                  <a:pt x="582" y="94"/>
                </a:lnTo>
                <a:lnTo>
                  <a:pt x="569" y="102"/>
                </a:lnTo>
                <a:lnTo>
                  <a:pt x="562" y="111"/>
                </a:lnTo>
                <a:lnTo>
                  <a:pt x="556" y="121"/>
                </a:lnTo>
                <a:lnTo>
                  <a:pt x="554" y="130"/>
                </a:lnTo>
                <a:lnTo>
                  <a:pt x="552" y="136"/>
                </a:lnTo>
                <a:lnTo>
                  <a:pt x="552" y="140"/>
                </a:lnTo>
                <a:lnTo>
                  <a:pt x="552" y="187"/>
                </a:lnTo>
                <a:lnTo>
                  <a:pt x="832" y="187"/>
                </a:lnTo>
                <a:lnTo>
                  <a:pt x="832" y="142"/>
                </a:lnTo>
                <a:lnTo>
                  <a:pt x="828" y="123"/>
                </a:lnTo>
                <a:lnTo>
                  <a:pt x="821" y="111"/>
                </a:lnTo>
                <a:lnTo>
                  <a:pt x="811" y="102"/>
                </a:lnTo>
                <a:lnTo>
                  <a:pt x="800" y="96"/>
                </a:lnTo>
                <a:lnTo>
                  <a:pt x="790" y="94"/>
                </a:lnTo>
                <a:lnTo>
                  <a:pt x="783" y="93"/>
                </a:lnTo>
                <a:lnTo>
                  <a:pt x="781" y="93"/>
                </a:lnTo>
                <a:lnTo>
                  <a:pt x="601" y="93"/>
                </a:lnTo>
                <a:close/>
                <a:moveTo>
                  <a:pt x="556" y="0"/>
                </a:moveTo>
                <a:lnTo>
                  <a:pt x="832" y="2"/>
                </a:lnTo>
                <a:lnTo>
                  <a:pt x="834" y="2"/>
                </a:lnTo>
                <a:lnTo>
                  <a:pt x="843" y="4"/>
                </a:lnTo>
                <a:lnTo>
                  <a:pt x="855" y="6"/>
                </a:lnTo>
                <a:lnTo>
                  <a:pt x="870" y="9"/>
                </a:lnTo>
                <a:lnTo>
                  <a:pt x="885" y="17"/>
                </a:lnTo>
                <a:lnTo>
                  <a:pt x="898" y="26"/>
                </a:lnTo>
                <a:lnTo>
                  <a:pt x="911" y="43"/>
                </a:lnTo>
                <a:lnTo>
                  <a:pt x="919" y="64"/>
                </a:lnTo>
                <a:lnTo>
                  <a:pt x="923" y="91"/>
                </a:lnTo>
                <a:lnTo>
                  <a:pt x="923" y="187"/>
                </a:lnTo>
                <a:lnTo>
                  <a:pt x="1291" y="187"/>
                </a:lnTo>
                <a:lnTo>
                  <a:pt x="1293" y="187"/>
                </a:lnTo>
                <a:lnTo>
                  <a:pt x="1303" y="187"/>
                </a:lnTo>
                <a:lnTo>
                  <a:pt x="1316" y="189"/>
                </a:lnTo>
                <a:lnTo>
                  <a:pt x="1331" y="195"/>
                </a:lnTo>
                <a:lnTo>
                  <a:pt x="1346" y="200"/>
                </a:lnTo>
                <a:lnTo>
                  <a:pt x="1361" y="212"/>
                </a:lnTo>
                <a:lnTo>
                  <a:pt x="1375" y="229"/>
                </a:lnTo>
                <a:lnTo>
                  <a:pt x="1382" y="251"/>
                </a:lnTo>
                <a:lnTo>
                  <a:pt x="1386" y="280"/>
                </a:lnTo>
                <a:lnTo>
                  <a:pt x="1386" y="463"/>
                </a:lnTo>
                <a:lnTo>
                  <a:pt x="923" y="461"/>
                </a:lnTo>
                <a:lnTo>
                  <a:pt x="923" y="511"/>
                </a:lnTo>
                <a:lnTo>
                  <a:pt x="1386" y="511"/>
                </a:lnTo>
                <a:lnTo>
                  <a:pt x="1386" y="1019"/>
                </a:lnTo>
                <a:lnTo>
                  <a:pt x="1386" y="1023"/>
                </a:lnTo>
                <a:lnTo>
                  <a:pt x="1386" y="1031"/>
                </a:lnTo>
                <a:lnTo>
                  <a:pt x="1384" y="1044"/>
                </a:lnTo>
                <a:lnTo>
                  <a:pt x="1380" y="1057"/>
                </a:lnTo>
                <a:lnTo>
                  <a:pt x="1373" y="1072"/>
                </a:lnTo>
                <a:lnTo>
                  <a:pt x="1361" y="1087"/>
                </a:lnTo>
                <a:lnTo>
                  <a:pt x="1344" y="1101"/>
                </a:lnTo>
                <a:lnTo>
                  <a:pt x="1322" y="1108"/>
                </a:lnTo>
                <a:lnTo>
                  <a:pt x="1291" y="1112"/>
                </a:lnTo>
                <a:lnTo>
                  <a:pt x="91" y="1112"/>
                </a:lnTo>
                <a:lnTo>
                  <a:pt x="87" y="1112"/>
                </a:lnTo>
                <a:lnTo>
                  <a:pt x="79" y="1110"/>
                </a:lnTo>
                <a:lnTo>
                  <a:pt x="66" y="1108"/>
                </a:lnTo>
                <a:lnTo>
                  <a:pt x="53" y="1104"/>
                </a:lnTo>
                <a:lnTo>
                  <a:pt x="38" y="1097"/>
                </a:lnTo>
                <a:lnTo>
                  <a:pt x="23" y="1086"/>
                </a:lnTo>
                <a:lnTo>
                  <a:pt x="11" y="1069"/>
                </a:lnTo>
                <a:lnTo>
                  <a:pt x="2" y="1048"/>
                </a:lnTo>
                <a:lnTo>
                  <a:pt x="0" y="1019"/>
                </a:lnTo>
                <a:lnTo>
                  <a:pt x="0" y="511"/>
                </a:lnTo>
                <a:lnTo>
                  <a:pt x="461" y="511"/>
                </a:lnTo>
                <a:lnTo>
                  <a:pt x="463" y="461"/>
                </a:lnTo>
                <a:lnTo>
                  <a:pt x="0" y="465"/>
                </a:lnTo>
                <a:lnTo>
                  <a:pt x="0" y="280"/>
                </a:lnTo>
                <a:lnTo>
                  <a:pt x="0" y="276"/>
                </a:lnTo>
                <a:lnTo>
                  <a:pt x="0" y="268"/>
                </a:lnTo>
                <a:lnTo>
                  <a:pt x="2" y="255"/>
                </a:lnTo>
                <a:lnTo>
                  <a:pt x="8" y="242"/>
                </a:lnTo>
                <a:lnTo>
                  <a:pt x="15" y="225"/>
                </a:lnTo>
                <a:lnTo>
                  <a:pt x="26" y="212"/>
                </a:lnTo>
                <a:lnTo>
                  <a:pt x="42" y="198"/>
                </a:lnTo>
                <a:lnTo>
                  <a:pt x="64" y="191"/>
                </a:lnTo>
                <a:lnTo>
                  <a:pt x="93" y="187"/>
                </a:lnTo>
                <a:lnTo>
                  <a:pt x="461" y="187"/>
                </a:lnTo>
                <a:lnTo>
                  <a:pt x="461" y="94"/>
                </a:lnTo>
                <a:lnTo>
                  <a:pt x="461" y="91"/>
                </a:lnTo>
                <a:lnTo>
                  <a:pt x="463" y="83"/>
                </a:lnTo>
                <a:lnTo>
                  <a:pt x="467" y="70"/>
                </a:lnTo>
                <a:lnTo>
                  <a:pt x="471" y="55"/>
                </a:lnTo>
                <a:lnTo>
                  <a:pt x="480" y="40"/>
                </a:lnTo>
                <a:lnTo>
                  <a:pt x="492" y="24"/>
                </a:lnTo>
                <a:lnTo>
                  <a:pt x="509" y="13"/>
                </a:lnTo>
                <a:lnTo>
                  <a:pt x="529" y="4"/>
                </a:lnTo>
                <a:lnTo>
                  <a:pt x="55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2940" y="1339929"/>
            <a:ext cx="1080000" cy="864935"/>
          </a:xfrm>
          <a:custGeom>
            <a:avLst/>
            <a:gdLst>
              <a:gd name="T0" fmla="*/ 613 w 1386"/>
              <a:gd name="T1" fmla="*/ 819 h 1110"/>
              <a:gd name="T2" fmla="*/ 770 w 1386"/>
              <a:gd name="T3" fmla="*/ 819 h 1110"/>
              <a:gd name="T4" fmla="*/ 785 w 1386"/>
              <a:gd name="T5" fmla="*/ 743 h 1110"/>
              <a:gd name="T6" fmla="*/ 42 w 1386"/>
              <a:gd name="T7" fmla="*/ 569 h 1110"/>
              <a:gd name="T8" fmla="*/ 265 w 1386"/>
              <a:gd name="T9" fmla="*/ 639 h 1110"/>
              <a:gd name="T10" fmla="*/ 611 w 1386"/>
              <a:gd name="T11" fmla="*/ 692 h 1110"/>
              <a:gd name="T12" fmla="*/ 1000 w 1386"/>
              <a:gd name="T13" fmla="*/ 668 h 1110"/>
              <a:gd name="T14" fmla="*/ 1280 w 1386"/>
              <a:gd name="T15" fmla="*/ 598 h 1110"/>
              <a:gd name="T16" fmla="*/ 1386 w 1386"/>
              <a:gd name="T17" fmla="*/ 556 h 1110"/>
              <a:gd name="T18" fmla="*/ 1380 w 1386"/>
              <a:gd name="T19" fmla="*/ 1057 h 1110"/>
              <a:gd name="T20" fmla="*/ 1293 w 1386"/>
              <a:gd name="T21" fmla="*/ 1110 h 1110"/>
              <a:gd name="T22" fmla="*/ 53 w 1386"/>
              <a:gd name="T23" fmla="*/ 1103 h 1110"/>
              <a:gd name="T24" fmla="*/ 0 w 1386"/>
              <a:gd name="T25" fmla="*/ 1017 h 1110"/>
              <a:gd name="T26" fmla="*/ 603 w 1386"/>
              <a:gd name="T27" fmla="*/ 537 h 1110"/>
              <a:gd name="T28" fmla="*/ 785 w 1386"/>
              <a:gd name="T29" fmla="*/ 603 h 1110"/>
              <a:gd name="T30" fmla="*/ 739 w 1386"/>
              <a:gd name="T31" fmla="*/ 509 h 1110"/>
              <a:gd name="T32" fmla="*/ 836 w 1386"/>
              <a:gd name="T33" fmla="*/ 195 h 1110"/>
              <a:gd name="T34" fmla="*/ 841 w 1386"/>
              <a:gd name="T35" fmla="*/ 227 h 1110"/>
              <a:gd name="T36" fmla="*/ 874 w 1386"/>
              <a:gd name="T37" fmla="*/ 221 h 1110"/>
              <a:gd name="T38" fmla="*/ 868 w 1386"/>
              <a:gd name="T39" fmla="*/ 189 h 1110"/>
              <a:gd name="T40" fmla="*/ 516 w 1386"/>
              <a:gd name="T41" fmla="*/ 189 h 1110"/>
              <a:gd name="T42" fmla="*/ 512 w 1386"/>
              <a:gd name="T43" fmla="*/ 221 h 1110"/>
              <a:gd name="T44" fmla="*/ 545 w 1386"/>
              <a:gd name="T45" fmla="*/ 227 h 1110"/>
              <a:gd name="T46" fmla="*/ 548 w 1386"/>
              <a:gd name="T47" fmla="*/ 195 h 1110"/>
              <a:gd name="T48" fmla="*/ 688 w 1386"/>
              <a:gd name="T49" fmla="*/ 89 h 1110"/>
              <a:gd name="T50" fmla="*/ 622 w 1386"/>
              <a:gd name="T51" fmla="*/ 117 h 1110"/>
              <a:gd name="T52" fmla="*/ 785 w 1386"/>
              <a:gd name="T53" fmla="*/ 231 h 1110"/>
              <a:gd name="T54" fmla="*/ 777 w 1386"/>
              <a:gd name="T55" fmla="*/ 146 h 1110"/>
              <a:gd name="T56" fmla="*/ 692 w 1386"/>
              <a:gd name="T57" fmla="*/ 89 h 1110"/>
              <a:gd name="T58" fmla="*/ 798 w 1386"/>
              <a:gd name="T59" fmla="*/ 7 h 1110"/>
              <a:gd name="T60" fmla="*/ 896 w 1386"/>
              <a:gd name="T61" fmla="*/ 79 h 1110"/>
              <a:gd name="T62" fmla="*/ 1065 w 1386"/>
              <a:gd name="T63" fmla="*/ 231 h 1110"/>
              <a:gd name="T64" fmla="*/ 1078 w 1386"/>
              <a:gd name="T65" fmla="*/ 195 h 1110"/>
              <a:gd name="T66" fmla="*/ 1163 w 1386"/>
              <a:gd name="T67" fmla="*/ 185 h 1110"/>
              <a:gd name="T68" fmla="*/ 1201 w 1386"/>
              <a:gd name="T69" fmla="*/ 231 h 1110"/>
              <a:gd name="T70" fmla="*/ 1331 w 1386"/>
              <a:gd name="T71" fmla="*/ 238 h 1110"/>
              <a:gd name="T72" fmla="*/ 1386 w 1386"/>
              <a:gd name="T73" fmla="*/ 323 h 1110"/>
              <a:gd name="T74" fmla="*/ 1314 w 1386"/>
              <a:gd name="T75" fmla="*/ 528 h 1110"/>
              <a:gd name="T76" fmla="*/ 1076 w 1386"/>
              <a:gd name="T77" fmla="*/ 598 h 1110"/>
              <a:gd name="T78" fmla="*/ 756 w 1386"/>
              <a:gd name="T79" fmla="*/ 647 h 1110"/>
              <a:gd name="T80" fmla="*/ 442 w 1386"/>
              <a:gd name="T81" fmla="*/ 622 h 1110"/>
              <a:gd name="T82" fmla="*/ 159 w 1386"/>
              <a:gd name="T83" fmla="*/ 554 h 1110"/>
              <a:gd name="T84" fmla="*/ 6 w 1386"/>
              <a:gd name="T85" fmla="*/ 507 h 1110"/>
              <a:gd name="T86" fmla="*/ 2 w 1386"/>
              <a:gd name="T87" fmla="*/ 299 h 1110"/>
              <a:gd name="T88" fmla="*/ 62 w 1386"/>
              <a:gd name="T89" fmla="*/ 234 h 1110"/>
              <a:gd name="T90" fmla="*/ 185 w 1386"/>
              <a:gd name="T91" fmla="*/ 212 h 1110"/>
              <a:gd name="T92" fmla="*/ 276 w 1386"/>
              <a:gd name="T93" fmla="*/ 185 h 1110"/>
              <a:gd name="T94" fmla="*/ 312 w 1386"/>
              <a:gd name="T95" fmla="*/ 202 h 1110"/>
              <a:gd name="T96" fmla="*/ 461 w 1386"/>
              <a:gd name="T97" fmla="*/ 183 h 1110"/>
              <a:gd name="T98" fmla="*/ 477 w 1386"/>
              <a:gd name="T99" fmla="*/ 104 h 1110"/>
              <a:gd name="T100" fmla="*/ 571 w 1386"/>
              <a:gd name="T101" fmla="*/ 11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86" h="1110">
                <a:moveTo>
                  <a:pt x="785" y="739"/>
                </a:moveTo>
                <a:lnTo>
                  <a:pt x="598" y="739"/>
                </a:lnTo>
                <a:lnTo>
                  <a:pt x="598" y="789"/>
                </a:lnTo>
                <a:lnTo>
                  <a:pt x="601" y="806"/>
                </a:lnTo>
                <a:lnTo>
                  <a:pt x="613" y="819"/>
                </a:lnTo>
                <a:lnTo>
                  <a:pt x="626" y="828"/>
                </a:lnTo>
                <a:lnTo>
                  <a:pt x="645" y="832"/>
                </a:lnTo>
                <a:lnTo>
                  <a:pt x="737" y="832"/>
                </a:lnTo>
                <a:lnTo>
                  <a:pt x="754" y="828"/>
                </a:lnTo>
                <a:lnTo>
                  <a:pt x="770" y="819"/>
                </a:lnTo>
                <a:lnTo>
                  <a:pt x="779" y="806"/>
                </a:lnTo>
                <a:lnTo>
                  <a:pt x="783" y="789"/>
                </a:lnTo>
                <a:lnTo>
                  <a:pt x="783" y="770"/>
                </a:lnTo>
                <a:lnTo>
                  <a:pt x="785" y="753"/>
                </a:lnTo>
                <a:lnTo>
                  <a:pt x="785" y="743"/>
                </a:lnTo>
                <a:lnTo>
                  <a:pt x="785" y="739"/>
                </a:lnTo>
                <a:close/>
                <a:moveTo>
                  <a:pt x="0" y="552"/>
                </a:moveTo>
                <a:lnTo>
                  <a:pt x="6" y="554"/>
                </a:lnTo>
                <a:lnTo>
                  <a:pt x="19" y="560"/>
                </a:lnTo>
                <a:lnTo>
                  <a:pt x="42" y="569"/>
                </a:lnTo>
                <a:lnTo>
                  <a:pt x="72" y="581"/>
                </a:lnTo>
                <a:lnTo>
                  <a:pt x="112" y="594"/>
                </a:lnTo>
                <a:lnTo>
                  <a:pt x="155" y="609"/>
                </a:lnTo>
                <a:lnTo>
                  <a:pt x="206" y="624"/>
                </a:lnTo>
                <a:lnTo>
                  <a:pt x="265" y="639"/>
                </a:lnTo>
                <a:lnTo>
                  <a:pt x="325" y="652"/>
                </a:lnTo>
                <a:lnTo>
                  <a:pt x="391" y="666"/>
                </a:lnTo>
                <a:lnTo>
                  <a:pt x="461" y="677"/>
                </a:lnTo>
                <a:lnTo>
                  <a:pt x="535" y="686"/>
                </a:lnTo>
                <a:lnTo>
                  <a:pt x="611" y="692"/>
                </a:lnTo>
                <a:lnTo>
                  <a:pt x="688" y="694"/>
                </a:lnTo>
                <a:lnTo>
                  <a:pt x="771" y="692"/>
                </a:lnTo>
                <a:lnTo>
                  <a:pt x="853" y="686"/>
                </a:lnTo>
                <a:lnTo>
                  <a:pt x="928" y="679"/>
                </a:lnTo>
                <a:lnTo>
                  <a:pt x="1000" y="668"/>
                </a:lnTo>
                <a:lnTo>
                  <a:pt x="1068" y="654"/>
                </a:lnTo>
                <a:lnTo>
                  <a:pt x="1131" y="641"/>
                </a:lnTo>
                <a:lnTo>
                  <a:pt x="1187" y="626"/>
                </a:lnTo>
                <a:lnTo>
                  <a:pt x="1237" y="611"/>
                </a:lnTo>
                <a:lnTo>
                  <a:pt x="1280" y="598"/>
                </a:lnTo>
                <a:lnTo>
                  <a:pt x="1318" y="584"/>
                </a:lnTo>
                <a:lnTo>
                  <a:pt x="1346" y="573"/>
                </a:lnTo>
                <a:lnTo>
                  <a:pt x="1369" y="564"/>
                </a:lnTo>
                <a:lnTo>
                  <a:pt x="1382" y="558"/>
                </a:lnTo>
                <a:lnTo>
                  <a:pt x="1386" y="556"/>
                </a:lnTo>
                <a:lnTo>
                  <a:pt x="1386" y="1017"/>
                </a:lnTo>
                <a:lnTo>
                  <a:pt x="1386" y="1021"/>
                </a:lnTo>
                <a:lnTo>
                  <a:pt x="1386" y="1029"/>
                </a:lnTo>
                <a:lnTo>
                  <a:pt x="1384" y="1042"/>
                </a:lnTo>
                <a:lnTo>
                  <a:pt x="1380" y="1057"/>
                </a:lnTo>
                <a:lnTo>
                  <a:pt x="1373" y="1072"/>
                </a:lnTo>
                <a:lnTo>
                  <a:pt x="1361" y="1086"/>
                </a:lnTo>
                <a:lnTo>
                  <a:pt x="1344" y="1099"/>
                </a:lnTo>
                <a:lnTo>
                  <a:pt x="1322" y="1106"/>
                </a:lnTo>
                <a:lnTo>
                  <a:pt x="1293" y="1110"/>
                </a:lnTo>
                <a:lnTo>
                  <a:pt x="89" y="1110"/>
                </a:lnTo>
                <a:lnTo>
                  <a:pt x="87" y="1110"/>
                </a:lnTo>
                <a:lnTo>
                  <a:pt x="78" y="1110"/>
                </a:lnTo>
                <a:lnTo>
                  <a:pt x="66" y="1106"/>
                </a:lnTo>
                <a:lnTo>
                  <a:pt x="53" y="1103"/>
                </a:lnTo>
                <a:lnTo>
                  <a:pt x="38" y="1095"/>
                </a:lnTo>
                <a:lnTo>
                  <a:pt x="23" y="1084"/>
                </a:lnTo>
                <a:lnTo>
                  <a:pt x="11" y="1067"/>
                </a:lnTo>
                <a:lnTo>
                  <a:pt x="4" y="1046"/>
                </a:lnTo>
                <a:lnTo>
                  <a:pt x="0" y="1017"/>
                </a:lnTo>
                <a:lnTo>
                  <a:pt x="0" y="552"/>
                </a:lnTo>
                <a:close/>
                <a:moveTo>
                  <a:pt x="647" y="509"/>
                </a:moveTo>
                <a:lnTo>
                  <a:pt x="628" y="512"/>
                </a:lnTo>
                <a:lnTo>
                  <a:pt x="613" y="522"/>
                </a:lnTo>
                <a:lnTo>
                  <a:pt x="603" y="537"/>
                </a:lnTo>
                <a:lnTo>
                  <a:pt x="599" y="554"/>
                </a:lnTo>
                <a:lnTo>
                  <a:pt x="599" y="579"/>
                </a:lnTo>
                <a:lnTo>
                  <a:pt x="599" y="596"/>
                </a:lnTo>
                <a:lnTo>
                  <a:pt x="598" y="601"/>
                </a:lnTo>
                <a:lnTo>
                  <a:pt x="785" y="603"/>
                </a:lnTo>
                <a:lnTo>
                  <a:pt x="785" y="554"/>
                </a:lnTo>
                <a:lnTo>
                  <a:pt x="781" y="537"/>
                </a:lnTo>
                <a:lnTo>
                  <a:pt x="771" y="522"/>
                </a:lnTo>
                <a:lnTo>
                  <a:pt x="756" y="512"/>
                </a:lnTo>
                <a:lnTo>
                  <a:pt x="739" y="509"/>
                </a:lnTo>
                <a:lnTo>
                  <a:pt x="647" y="509"/>
                </a:lnTo>
                <a:close/>
                <a:moveTo>
                  <a:pt x="855" y="185"/>
                </a:moveTo>
                <a:lnTo>
                  <a:pt x="847" y="185"/>
                </a:lnTo>
                <a:lnTo>
                  <a:pt x="841" y="189"/>
                </a:lnTo>
                <a:lnTo>
                  <a:pt x="836" y="195"/>
                </a:lnTo>
                <a:lnTo>
                  <a:pt x="832" y="200"/>
                </a:lnTo>
                <a:lnTo>
                  <a:pt x="832" y="208"/>
                </a:lnTo>
                <a:lnTo>
                  <a:pt x="832" y="216"/>
                </a:lnTo>
                <a:lnTo>
                  <a:pt x="836" y="221"/>
                </a:lnTo>
                <a:lnTo>
                  <a:pt x="841" y="227"/>
                </a:lnTo>
                <a:lnTo>
                  <a:pt x="847" y="229"/>
                </a:lnTo>
                <a:lnTo>
                  <a:pt x="855" y="231"/>
                </a:lnTo>
                <a:lnTo>
                  <a:pt x="862" y="229"/>
                </a:lnTo>
                <a:lnTo>
                  <a:pt x="868" y="227"/>
                </a:lnTo>
                <a:lnTo>
                  <a:pt x="874" y="221"/>
                </a:lnTo>
                <a:lnTo>
                  <a:pt x="875" y="216"/>
                </a:lnTo>
                <a:lnTo>
                  <a:pt x="877" y="208"/>
                </a:lnTo>
                <a:lnTo>
                  <a:pt x="875" y="200"/>
                </a:lnTo>
                <a:lnTo>
                  <a:pt x="874" y="195"/>
                </a:lnTo>
                <a:lnTo>
                  <a:pt x="868" y="189"/>
                </a:lnTo>
                <a:lnTo>
                  <a:pt x="862" y="185"/>
                </a:lnTo>
                <a:lnTo>
                  <a:pt x="855" y="185"/>
                </a:lnTo>
                <a:close/>
                <a:moveTo>
                  <a:pt x="529" y="185"/>
                </a:moveTo>
                <a:lnTo>
                  <a:pt x="524" y="185"/>
                </a:lnTo>
                <a:lnTo>
                  <a:pt x="516" y="189"/>
                </a:lnTo>
                <a:lnTo>
                  <a:pt x="512" y="195"/>
                </a:lnTo>
                <a:lnTo>
                  <a:pt x="509" y="200"/>
                </a:lnTo>
                <a:lnTo>
                  <a:pt x="507" y="208"/>
                </a:lnTo>
                <a:lnTo>
                  <a:pt x="509" y="216"/>
                </a:lnTo>
                <a:lnTo>
                  <a:pt x="512" y="221"/>
                </a:lnTo>
                <a:lnTo>
                  <a:pt x="516" y="227"/>
                </a:lnTo>
                <a:lnTo>
                  <a:pt x="524" y="229"/>
                </a:lnTo>
                <a:lnTo>
                  <a:pt x="529" y="231"/>
                </a:lnTo>
                <a:lnTo>
                  <a:pt x="537" y="229"/>
                </a:lnTo>
                <a:lnTo>
                  <a:pt x="545" y="227"/>
                </a:lnTo>
                <a:lnTo>
                  <a:pt x="548" y="221"/>
                </a:lnTo>
                <a:lnTo>
                  <a:pt x="552" y="216"/>
                </a:lnTo>
                <a:lnTo>
                  <a:pt x="554" y="208"/>
                </a:lnTo>
                <a:lnTo>
                  <a:pt x="552" y="200"/>
                </a:lnTo>
                <a:lnTo>
                  <a:pt x="548" y="195"/>
                </a:lnTo>
                <a:lnTo>
                  <a:pt x="545" y="189"/>
                </a:lnTo>
                <a:lnTo>
                  <a:pt x="537" y="185"/>
                </a:lnTo>
                <a:lnTo>
                  <a:pt x="529" y="185"/>
                </a:lnTo>
                <a:close/>
                <a:moveTo>
                  <a:pt x="692" y="89"/>
                </a:moveTo>
                <a:lnTo>
                  <a:pt x="688" y="89"/>
                </a:lnTo>
                <a:lnTo>
                  <a:pt x="681" y="91"/>
                </a:lnTo>
                <a:lnTo>
                  <a:pt x="667" y="93"/>
                </a:lnTo>
                <a:lnTo>
                  <a:pt x="652" y="98"/>
                </a:lnTo>
                <a:lnTo>
                  <a:pt x="637" y="106"/>
                </a:lnTo>
                <a:lnTo>
                  <a:pt x="622" y="117"/>
                </a:lnTo>
                <a:lnTo>
                  <a:pt x="611" y="134"/>
                </a:lnTo>
                <a:lnTo>
                  <a:pt x="601" y="155"/>
                </a:lnTo>
                <a:lnTo>
                  <a:pt x="598" y="183"/>
                </a:lnTo>
                <a:lnTo>
                  <a:pt x="598" y="231"/>
                </a:lnTo>
                <a:lnTo>
                  <a:pt x="785" y="231"/>
                </a:lnTo>
                <a:lnTo>
                  <a:pt x="785" y="185"/>
                </a:lnTo>
                <a:lnTo>
                  <a:pt x="785" y="181"/>
                </a:lnTo>
                <a:lnTo>
                  <a:pt x="785" y="172"/>
                </a:lnTo>
                <a:lnTo>
                  <a:pt x="783" y="161"/>
                </a:lnTo>
                <a:lnTo>
                  <a:pt x="777" y="146"/>
                </a:lnTo>
                <a:lnTo>
                  <a:pt x="770" y="129"/>
                </a:lnTo>
                <a:lnTo>
                  <a:pt x="758" y="113"/>
                </a:lnTo>
                <a:lnTo>
                  <a:pt x="743" y="100"/>
                </a:lnTo>
                <a:lnTo>
                  <a:pt x="720" y="93"/>
                </a:lnTo>
                <a:lnTo>
                  <a:pt x="692" y="89"/>
                </a:lnTo>
                <a:close/>
                <a:moveTo>
                  <a:pt x="739" y="0"/>
                </a:moveTo>
                <a:lnTo>
                  <a:pt x="747" y="0"/>
                </a:lnTo>
                <a:lnTo>
                  <a:pt x="760" y="0"/>
                </a:lnTo>
                <a:lnTo>
                  <a:pt x="777" y="2"/>
                </a:lnTo>
                <a:lnTo>
                  <a:pt x="798" y="7"/>
                </a:lnTo>
                <a:lnTo>
                  <a:pt x="819" y="13"/>
                </a:lnTo>
                <a:lnTo>
                  <a:pt x="840" y="24"/>
                </a:lnTo>
                <a:lnTo>
                  <a:pt x="860" y="38"/>
                </a:lnTo>
                <a:lnTo>
                  <a:pt x="879" y="55"/>
                </a:lnTo>
                <a:lnTo>
                  <a:pt x="896" y="79"/>
                </a:lnTo>
                <a:lnTo>
                  <a:pt x="910" y="108"/>
                </a:lnTo>
                <a:lnTo>
                  <a:pt x="919" y="144"/>
                </a:lnTo>
                <a:lnTo>
                  <a:pt x="923" y="185"/>
                </a:lnTo>
                <a:lnTo>
                  <a:pt x="923" y="231"/>
                </a:lnTo>
                <a:lnTo>
                  <a:pt x="1065" y="231"/>
                </a:lnTo>
                <a:lnTo>
                  <a:pt x="1065" y="229"/>
                </a:lnTo>
                <a:lnTo>
                  <a:pt x="1065" y="221"/>
                </a:lnTo>
                <a:lnTo>
                  <a:pt x="1066" y="214"/>
                </a:lnTo>
                <a:lnTo>
                  <a:pt x="1070" y="204"/>
                </a:lnTo>
                <a:lnTo>
                  <a:pt x="1078" y="195"/>
                </a:lnTo>
                <a:lnTo>
                  <a:pt x="1089" y="187"/>
                </a:lnTo>
                <a:lnTo>
                  <a:pt x="1106" y="185"/>
                </a:lnTo>
                <a:lnTo>
                  <a:pt x="1153" y="185"/>
                </a:lnTo>
                <a:lnTo>
                  <a:pt x="1157" y="185"/>
                </a:lnTo>
                <a:lnTo>
                  <a:pt x="1163" y="185"/>
                </a:lnTo>
                <a:lnTo>
                  <a:pt x="1172" y="187"/>
                </a:lnTo>
                <a:lnTo>
                  <a:pt x="1182" y="191"/>
                </a:lnTo>
                <a:lnTo>
                  <a:pt x="1191" y="198"/>
                </a:lnTo>
                <a:lnTo>
                  <a:pt x="1199" y="212"/>
                </a:lnTo>
                <a:lnTo>
                  <a:pt x="1201" y="231"/>
                </a:lnTo>
                <a:lnTo>
                  <a:pt x="1291" y="231"/>
                </a:lnTo>
                <a:lnTo>
                  <a:pt x="1295" y="231"/>
                </a:lnTo>
                <a:lnTo>
                  <a:pt x="1303" y="231"/>
                </a:lnTo>
                <a:lnTo>
                  <a:pt x="1316" y="233"/>
                </a:lnTo>
                <a:lnTo>
                  <a:pt x="1331" y="238"/>
                </a:lnTo>
                <a:lnTo>
                  <a:pt x="1346" y="246"/>
                </a:lnTo>
                <a:lnTo>
                  <a:pt x="1361" y="257"/>
                </a:lnTo>
                <a:lnTo>
                  <a:pt x="1375" y="272"/>
                </a:lnTo>
                <a:lnTo>
                  <a:pt x="1384" y="295"/>
                </a:lnTo>
                <a:lnTo>
                  <a:pt x="1386" y="323"/>
                </a:lnTo>
                <a:lnTo>
                  <a:pt x="1386" y="503"/>
                </a:lnTo>
                <a:lnTo>
                  <a:pt x="1382" y="505"/>
                </a:lnTo>
                <a:lnTo>
                  <a:pt x="1367" y="511"/>
                </a:lnTo>
                <a:lnTo>
                  <a:pt x="1344" y="518"/>
                </a:lnTo>
                <a:lnTo>
                  <a:pt x="1314" y="528"/>
                </a:lnTo>
                <a:lnTo>
                  <a:pt x="1278" y="541"/>
                </a:lnTo>
                <a:lnTo>
                  <a:pt x="1235" y="554"/>
                </a:lnTo>
                <a:lnTo>
                  <a:pt x="1186" y="567"/>
                </a:lnTo>
                <a:lnTo>
                  <a:pt x="1133" y="582"/>
                </a:lnTo>
                <a:lnTo>
                  <a:pt x="1076" y="598"/>
                </a:lnTo>
                <a:lnTo>
                  <a:pt x="1015" y="611"/>
                </a:lnTo>
                <a:lnTo>
                  <a:pt x="951" y="622"/>
                </a:lnTo>
                <a:lnTo>
                  <a:pt x="887" y="634"/>
                </a:lnTo>
                <a:lnTo>
                  <a:pt x="821" y="641"/>
                </a:lnTo>
                <a:lnTo>
                  <a:pt x="756" y="647"/>
                </a:lnTo>
                <a:lnTo>
                  <a:pt x="690" y="649"/>
                </a:lnTo>
                <a:lnTo>
                  <a:pt x="630" y="647"/>
                </a:lnTo>
                <a:lnTo>
                  <a:pt x="567" y="641"/>
                </a:lnTo>
                <a:lnTo>
                  <a:pt x="505" y="634"/>
                </a:lnTo>
                <a:lnTo>
                  <a:pt x="442" y="622"/>
                </a:lnTo>
                <a:lnTo>
                  <a:pt x="380" y="611"/>
                </a:lnTo>
                <a:lnTo>
                  <a:pt x="320" y="598"/>
                </a:lnTo>
                <a:lnTo>
                  <a:pt x="263" y="582"/>
                </a:lnTo>
                <a:lnTo>
                  <a:pt x="206" y="569"/>
                </a:lnTo>
                <a:lnTo>
                  <a:pt x="159" y="554"/>
                </a:lnTo>
                <a:lnTo>
                  <a:pt x="113" y="541"/>
                </a:lnTo>
                <a:lnTo>
                  <a:pt x="76" y="529"/>
                </a:lnTo>
                <a:lnTo>
                  <a:pt x="43" y="520"/>
                </a:lnTo>
                <a:lnTo>
                  <a:pt x="21" y="511"/>
                </a:lnTo>
                <a:lnTo>
                  <a:pt x="6" y="507"/>
                </a:lnTo>
                <a:lnTo>
                  <a:pt x="0" y="505"/>
                </a:lnTo>
                <a:lnTo>
                  <a:pt x="0" y="323"/>
                </a:lnTo>
                <a:lnTo>
                  <a:pt x="0" y="320"/>
                </a:lnTo>
                <a:lnTo>
                  <a:pt x="0" y="312"/>
                </a:lnTo>
                <a:lnTo>
                  <a:pt x="2" y="299"/>
                </a:lnTo>
                <a:lnTo>
                  <a:pt x="8" y="285"/>
                </a:lnTo>
                <a:lnTo>
                  <a:pt x="13" y="268"/>
                </a:lnTo>
                <a:lnTo>
                  <a:pt x="25" y="255"/>
                </a:lnTo>
                <a:lnTo>
                  <a:pt x="42" y="242"/>
                </a:lnTo>
                <a:lnTo>
                  <a:pt x="62" y="234"/>
                </a:lnTo>
                <a:lnTo>
                  <a:pt x="91" y="231"/>
                </a:lnTo>
                <a:lnTo>
                  <a:pt x="182" y="231"/>
                </a:lnTo>
                <a:lnTo>
                  <a:pt x="182" y="229"/>
                </a:lnTo>
                <a:lnTo>
                  <a:pt x="183" y="221"/>
                </a:lnTo>
                <a:lnTo>
                  <a:pt x="185" y="212"/>
                </a:lnTo>
                <a:lnTo>
                  <a:pt x="191" y="202"/>
                </a:lnTo>
                <a:lnTo>
                  <a:pt x="200" y="193"/>
                </a:lnTo>
                <a:lnTo>
                  <a:pt x="212" y="187"/>
                </a:lnTo>
                <a:lnTo>
                  <a:pt x="229" y="185"/>
                </a:lnTo>
                <a:lnTo>
                  <a:pt x="276" y="185"/>
                </a:lnTo>
                <a:lnTo>
                  <a:pt x="278" y="185"/>
                </a:lnTo>
                <a:lnTo>
                  <a:pt x="286" y="185"/>
                </a:lnTo>
                <a:lnTo>
                  <a:pt x="293" y="189"/>
                </a:lnTo>
                <a:lnTo>
                  <a:pt x="303" y="193"/>
                </a:lnTo>
                <a:lnTo>
                  <a:pt x="312" y="202"/>
                </a:lnTo>
                <a:lnTo>
                  <a:pt x="318" y="214"/>
                </a:lnTo>
                <a:lnTo>
                  <a:pt x="321" y="231"/>
                </a:lnTo>
                <a:lnTo>
                  <a:pt x="461" y="231"/>
                </a:lnTo>
                <a:lnTo>
                  <a:pt x="461" y="185"/>
                </a:lnTo>
                <a:lnTo>
                  <a:pt x="461" y="183"/>
                </a:lnTo>
                <a:lnTo>
                  <a:pt x="461" y="174"/>
                </a:lnTo>
                <a:lnTo>
                  <a:pt x="461" y="161"/>
                </a:lnTo>
                <a:lnTo>
                  <a:pt x="465" y="144"/>
                </a:lnTo>
                <a:lnTo>
                  <a:pt x="469" y="125"/>
                </a:lnTo>
                <a:lnTo>
                  <a:pt x="477" y="104"/>
                </a:lnTo>
                <a:lnTo>
                  <a:pt x="486" y="81"/>
                </a:lnTo>
                <a:lnTo>
                  <a:pt x="499" y="60"/>
                </a:lnTo>
                <a:lnTo>
                  <a:pt x="518" y="42"/>
                </a:lnTo>
                <a:lnTo>
                  <a:pt x="541" y="24"/>
                </a:lnTo>
                <a:lnTo>
                  <a:pt x="571" y="11"/>
                </a:lnTo>
                <a:lnTo>
                  <a:pt x="605" y="2"/>
                </a:lnTo>
                <a:lnTo>
                  <a:pt x="647" y="0"/>
                </a:lnTo>
                <a:lnTo>
                  <a:pt x="736" y="0"/>
                </a:lnTo>
                <a:lnTo>
                  <a:pt x="7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9124" y="1358240"/>
            <a:ext cx="1080000" cy="828312"/>
          </a:xfrm>
          <a:custGeom>
            <a:avLst/>
            <a:gdLst>
              <a:gd name="T0" fmla="*/ 598 w 1386"/>
              <a:gd name="T1" fmla="*/ 766 h 1063"/>
              <a:gd name="T2" fmla="*/ 626 w 1386"/>
              <a:gd name="T3" fmla="*/ 807 h 1063"/>
              <a:gd name="T4" fmla="*/ 754 w 1386"/>
              <a:gd name="T5" fmla="*/ 807 h 1063"/>
              <a:gd name="T6" fmla="*/ 783 w 1386"/>
              <a:gd name="T7" fmla="*/ 766 h 1063"/>
              <a:gd name="T8" fmla="*/ 785 w 1386"/>
              <a:gd name="T9" fmla="*/ 720 h 1063"/>
              <a:gd name="T10" fmla="*/ 6 w 1386"/>
              <a:gd name="T11" fmla="*/ 520 h 1063"/>
              <a:gd name="T12" fmla="*/ 72 w 1386"/>
              <a:gd name="T13" fmla="*/ 548 h 1063"/>
              <a:gd name="T14" fmla="*/ 206 w 1386"/>
              <a:gd name="T15" fmla="*/ 596 h 1063"/>
              <a:gd name="T16" fmla="*/ 391 w 1386"/>
              <a:gd name="T17" fmla="*/ 641 h 1063"/>
              <a:gd name="T18" fmla="*/ 611 w 1386"/>
              <a:gd name="T19" fmla="*/ 669 h 1063"/>
              <a:gd name="T20" fmla="*/ 853 w 1386"/>
              <a:gd name="T21" fmla="*/ 664 h 1063"/>
              <a:gd name="T22" fmla="*/ 1068 w 1386"/>
              <a:gd name="T23" fmla="*/ 628 h 1063"/>
              <a:gd name="T24" fmla="*/ 1237 w 1386"/>
              <a:gd name="T25" fmla="*/ 581 h 1063"/>
              <a:gd name="T26" fmla="*/ 1346 w 1386"/>
              <a:gd name="T27" fmla="*/ 539 h 1063"/>
              <a:gd name="T28" fmla="*/ 1386 w 1386"/>
              <a:gd name="T29" fmla="*/ 522 h 1063"/>
              <a:gd name="T30" fmla="*/ 1386 w 1386"/>
              <a:gd name="T31" fmla="*/ 982 h 1063"/>
              <a:gd name="T32" fmla="*/ 1373 w 1386"/>
              <a:gd name="T33" fmla="*/ 1025 h 1063"/>
              <a:gd name="T34" fmla="*/ 1322 w 1386"/>
              <a:gd name="T35" fmla="*/ 1059 h 1063"/>
              <a:gd name="T36" fmla="*/ 87 w 1386"/>
              <a:gd name="T37" fmla="*/ 1063 h 1063"/>
              <a:gd name="T38" fmla="*/ 53 w 1386"/>
              <a:gd name="T39" fmla="*/ 1055 h 1063"/>
              <a:gd name="T40" fmla="*/ 11 w 1386"/>
              <a:gd name="T41" fmla="*/ 1019 h 1063"/>
              <a:gd name="T42" fmla="*/ 0 w 1386"/>
              <a:gd name="T43" fmla="*/ 518 h 1063"/>
              <a:gd name="T44" fmla="*/ 613 w 1386"/>
              <a:gd name="T45" fmla="*/ 499 h 1063"/>
              <a:gd name="T46" fmla="*/ 599 w 1386"/>
              <a:gd name="T47" fmla="*/ 556 h 1063"/>
              <a:gd name="T48" fmla="*/ 785 w 1386"/>
              <a:gd name="T49" fmla="*/ 581 h 1063"/>
              <a:gd name="T50" fmla="*/ 771 w 1386"/>
              <a:gd name="T51" fmla="*/ 499 h 1063"/>
              <a:gd name="T52" fmla="*/ 647 w 1386"/>
              <a:gd name="T53" fmla="*/ 486 h 1063"/>
              <a:gd name="T54" fmla="*/ 586 w 1386"/>
              <a:gd name="T55" fmla="*/ 93 h 1063"/>
              <a:gd name="T56" fmla="*/ 556 w 1386"/>
              <a:gd name="T57" fmla="*/ 117 h 1063"/>
              <a:gd name="T58" fmla="*/ 830 w 1386"/>
              <a:gd name="T59" fmla="*/ 185 h 1063"/>
              <a:gd name="T60" fmla="*/ 830 w 1386"/>
              <a:gd name="T61" fmla="*/ 132 h 1063"/>
              <a:gd name="T62" fmla="*/ 815 w 1386"/>
              <a:gd name="T63" fmla="*/ 100 h 1063"/>
              <a:gd name="T64" fmla="*/ 598 w 1386"/>
              <a:gd name="T65" fmla="*/ 91 h 1063"/>
              <a:gd name="T66" fmla="*/ 857 w 1386"/>
              <a:gd name="T67" fmla="*/ 2 h 1063"/>
              <a:gd name="T68" fmla="*/ 898 w 1386"/>
              <a:gd name="T69" fmla="*/ 24 h 1063"/>
              <a:gd name="T70" fmla="*/ 923 w 1386"/>
              <a:gd name="T71" fmla="*/ 91 h 1063"/>
              <a:gd name="T72" fmla="*/ 1295 w 1386"/>
              <a:gd name="T73" fmla="*/ 185 h 1063"/>
              <a:gd name="T74" fmla="*/ 1331 w 1386"/>
              <a:gd name="T75" fmla="*/ 191 h 1063"/>
              <a:gd name="T76" fmla="*/ 1375 w 1386"/>
              <a:gd name="T77" fmla="*/ 227 h 1063"/>
              <a:gd name="T78" fmla="*/ 1386 w 1386"/>
              <a:gd name="T79" fmla="*/ 469 h 1063"/>
              <a:gd name="T80" fmla="*/ 1344 w 1386"/>
              <a:gd name="T81" fmla="*/ 484 h 1063"/>
              <a:gd name="T82" fmla="*/ 1235 w 1386"/>
              <a:gd name="T83" fmla="*/ 524 h 1063"/>
              <a:gd name="T84" fmla="*/ 1076 w 1386"/>
              <a:gd name="T85" fmla="*/ 571 h 1063"/>
              <a:gd name="T86" fmla="*/ 887 w 1386"/>
              <a:gd name="T87" fmla="*/ 609 h 1063"/>
              <a:gd name="T88" fmla="*/ 690 w 1386"/>
              <a:gd name="T89" fmla="*/ 626 h 1063"/>
              <a:gd name="T90" fmla="*/ 505 w 1386"/>
              <a:gd name="T91" fmla="*/ 609 h 1063"/>
              <a:gd name="T92" fmla="*/ 320 w 1386"/>
              <a:gd name="T93" fmla="*/ 571 h 1063"/>
              <a:gd name="T94" fmla="*/ 159 w 1386"/>
              <a:gd name="T95" fmla="*/ 524 h 1063"/>
              <a:gd name="T96" fmla="*/ 43 w 1386"/>
              <a:gd name="T97" fmla="*/ 486 h 1063"/>
              <a:gd name="T98" fmla="*/ 0 w 1386"/>
              <a:gd name="T99" fmla="*/ 471 h 1063"/>
              <a:gd name="T100" fmla="*/ 0 w 1386"/>
              <a:gd name="T101" fmla="*/ 267 h 1063"/>
              <a:gd name="T102" fmla="*/ 13 w 1386"/>
              <a:gd name="T103" fmla="*/ 223 h 1063"/>
              <a:gd name="T104" fmla="*/ 62 w 1386"/>
              <a:gd name="T105" fmla="*/ 189 h 1063"/>
              <a:gd name="T106" fmla="*/ 461 w 1386"/>
              <a:gd name="T107" fmla="*/ 93 h 1063"/>
              <a:gd name="T108" fmla="*/ 465 w 1386"/>
              <a:gd name="T109" fmla="*/ 68 h 1063"/>
              <a:gd name="T110" fmla="*/ 490 w 1386"/>
              <a:gd name="T111" fmla="*/ 24 h 1063"/>
              <a:gd name="T112" fmla="*/ 552 w 1386"/>
              <a:gd name="T113" fmla="*/ 0 h 1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86" h="1063">
                <a:moveTo>
                  <a:pt x="785" y="717"/>
                </a:moveTo>
                <a:lnTo>
                  <a:pt x="598" y="717"/>
                </a:lnTo>
                <a:lnTo>
                  <a:pt x="598" y="766"/>
                </a:lnTo>
                <a:lnTo>
                  <a:pt x="601" y="783"/>
                </a:lnTo>
                <a:lnTo>
                  <a:pt x="613" y="798"/>
                </a:lnTo>
                <a:lnTo>
                  <a:pt x="626" y="807"/>
                </a:lnTo>
                <a:lnTo>
                  <a:pt x="645" y="809"/>
                </a:lnTo>
                <a:lnTo>
                  <a:pt x="737" y="809"/>
                </a:lnTo>
                <a:lnTo>
                  <a:pt x="754" y="807"/>
                </a:lnTo>
                <a:lnTo>
                  <a:pt x="770" y="798"/>
                </a:lnTo>
                <a:lnTo>
                  <a:pt x="779" y="783"/>
                </a:lnTo>
                <a:lnTo>
                  <a:pt x="783" y="766"/>
                </a:lnTo>
                <a:lnTo>
                  <a:pt x="783" y="747"/>
                </a:lnTo>
                <a:lnTo>
                  <a:pt x="785" y="732"/>
                </a:lnTo>
                <a:lnTo>
                  <a:pt x="785" y="720"/>
                </a:lnTo>
                <a:lnTo>
                  <a:pt x="785" y="717"/>
                </a:lnTo>
                <a:close/>
                <a:moveTo>
                  <a:pt x="0" y="518"/>
                </a:moveTo>
                <a:lnTo>
                  <a:pt x="6" y="520"/>
                </a:lnTo>
                <a:lnTo>
                  <a:pt x="19" y="526"/>
                </a:lnTo>
                <a:lnTo>
                  <a:pt x="42" y="535"/>
                </a:lnTo>
                <a:lnTo>
                  <a:pt x="72" y="548"/>
                </a:lnTo>
                <a:lnTo>
                  <a:pt x="112" y="563"/>
                </a:lnTo>
                <a:lnTo>
                  <a:pt x="155" y="579"/>
                </a:lnTo>
                <a:lnTo>
                  <a:pt x="206" y="596"/>
                </a:lnTo>
                <a:lnTo>
                  <a:pt x="265" y="611"/>
                </a:lnTo>
                <a:lnTo>
                  <a:pt x="325" y="628"/>
                </a:lnTo>
                <a:lnTo>
                  <a:pt x="391" y="641"/>
                </a:lnTo>
                <a:lnTo>
                  <a:pt x="461" y="654"/>
                </a:lnTo>
                <a:lnTo>
                  <a:pt x="535" y="664"/>
                </a:lnTo>
                <a:lnTo>
                  <a:pt x="611" y="669"/>
                </a:lnTo>
                <a:lnTo>
                  <a:pt x="688" y="671"/>
                </a:lnTo>
                <a:lnTo>
                  <a:pt x="771" y="669"/>
                </a:lnTo>
                <a:lnTo>
                  <a:pt x="853" y="664"/>
                </a:lnTo>
                <a:lnTo>
                  <a:pt x="928" y="654"/>
                </a:lnTo>
                <a:lnTo>
                  <a:pt x="1000" y="643"/>
                </a:lnTo>
                <a:lnTo>
                  <a:pt x="1068" y="628"/>
                </a:lnTo>
                <a:lnTo>
                  <a:pt x="1131" y="613"/>
                </a:lnTo>
                <a:lnTo>
                  <a:pt x="1187" y="598"/>
                </a:lnTo>
                <a:lnTo>
                  <a:pt x="1237" y="581"/>
                </a:lnTo>
                <a:lnTo>
                  <a:pt x="1280" y="565"/>
                </a:lnTo>
                <a:lnTo>
                  <a:pt x="1318" y="552"/>
                </a:lnTo>
                <a:lnTo>
                  <a:pt x="1346" y="539"/>
                </a:lnTo>
                <a:lnTo>
                  <a:pt x="1369" y="531"/>
                </a:lnTo>
                <a:lnTo>
                  <a:pt x="1382" y="524"/>
                </a:lnTo>
                <a:lnTo>
                  <a:pt x="1386" y="522"/>
                </a:lnTo>
                <a:lnTo>
                  <a:pt x="1386" y="970"/>
                </a:lnTo>
                <a:lnTo>
                  <a:pt x="1386" y="974"/>
                </a:lnTo>
                <a:lnTo>
                  <a:pt x="1386" y="982"/>
                </a:lnTo>
                <a:lnTo>
                  <a:pt x="1384" y="995"/>
                </a:lnTo>
                <a:lnTo>
                  <a:pt x="1380" y="1008"/>
                </a:lnTo>
                <a:lnTo>
                  <a:pt x="1373" y="1025"/>
                </a:lnTo>
                <a:lnTo>
                  <a:pt x="1361" y="1038"/>
                </a:lnTo>
                <a:lnTo>
                  <a:pt x="1344" y="1051"/>
                </a:lnTo>
                <a:lnTo>
                  <a:pt x="1322" y="1059"/>
                </a:lnTo>
                <a:lnTo>
                  <a:pt x="1293" y="1063"/>
                </a:lnTo>
                <a:lnTo>
                  <a:pt x="89" y="1063"/>
                </a:lnTo>
                <a:lnTo>
                  <a:pt x="87" y="1063"/>
                </a:lnTo>
                <a:lnTo>
                  <a:pt x="78" y="1061"/>
                </a:lnTo>
                <a:lnTo>
                  <a:pt x="66" y="1059"/>
                </a:lnTo>
                <a:lnTo>
                  <a:pt x="53" y="1055"/>
                </a:lnTo>
                <a:lnTo>
                  <a:pt x="38" y="1048"/>
                </a:lnTo>
                <a:lnTo>
                  <a:pt x="23" y="1036"/>
                </a:lnTo>
                <a:lnTo>
                  <a:pt x="11" y="1019"/>
                </a:lnTo>
                <a:lnTo>
                  <a:pt x="4" y="999"/>
                </a:lnTo>
                <a:lnTo>
                  <a:pt x="0" y="970"/>
                </a:lnTo>
                <a:lnTo>
                  <a:pt x="0" y="518"/>
                </a:lnTo>
                <a:close/>
                <a:moveTo>
                  <a:pt x="647" y="486"/>
                </a:moveTo>
                <a:lnTo>
                  <a:pt x="628" y="490"/>
                </a:lnTo>
                <a:lnTo>
                  <a:pt x="613" y="499"/>
                </a:lnTo>
                <a:lnTo>
                  <a:pt x="603" y="514"/>
                </a:lnTo>
                <a:lnTo>
                  <a:pt x="599" y="531"/>
                </a:lnTo>
                <a:lnTo>
                  <a:pt x="599" y="556"/>
                </a:lnTo>
                <a:lnTo>
                  <a:pt x="599" y="573"/>
                </a:lnTo>
                <a:lnTo>
                  <a:pt x="598" y="579"/>
                </a:lnTo>
                <a:lnTo>
                  <a:pt x="785" y="581"/>
                </a:lnTo>
                <a:lnTo>
                  <a:pt x="785" y="531"/>
                </a:lnTo>
                <a:lnTo>
                  <a:pt x="781" y="514"/>
                </a:lnTo>
                <a:lnTo>
                  <a:pt x="771" y="499"/>
                </a:lnTo>
                <a:lnTo>
                  <a:pt x="756" y="490"/>
                </a:lnTo>
                <a:lnTo>
                  <a:pt x="739" y="486"/>
                </a:lnTo>
                <a:lnTo>
                  <a:pt x="647" y="486"/>
                </a:lnTo>
                <a:close/>
                <a:moveTo>
                  <a:pt x="598" y="91"/>
                </a:moveTo>
                <a:lnTo>
                  <a:pt x="596" y="91"/>
                </a:lnTo>
                <a:lnTo>
                  <a:pt x="586" y="93"/>
                </a:lnTo>
                <a:lnTo>
                  <a:pt x="575" y="98"/>
                </a:lnTo>
                <a:lnTo>
                  <a:pt x="563" y="106"/>
                </a:lnTo>
                <a:lnTo>
                  <a:pt x="556" y="117"/>
                </a:lnTo>
                <a:lnTo>
                  <a:pt x="552" y="136"/>
                </a:lnTo>
                <a:lnTo>
                  <a:pt x="552" y="185"/>
                </a:lnTo>
                <a:lnTo>
                  <a:pt x="830" y="185"/>
                </a:lnTo>
                <a:lnTo>
                  <a:pt x="832" y="142"/>
                </a:lnTo>
                <a:lnTo>
                  <a:pt x="832" y="138"/>
                </a:lnTo>
                <a:lnTo>
                  <a:pt x="830" y="132"/>
                </a:lnTo>
                <a:lnTo>
                  <a:pt x="828" y="121"/>
                </a:lnTo>
                <a:lnTo>
                  <a:pt x="824" y="111"/>
                </a:lnTo>
                <a:lnTo>
                  <a:pt x="815" y="100"/>
                </a:lnTo>
                <a:lnTo>
                  <a:pt x="804" y="94"/>
                </a:lnTo>
                <a:lnTo>
                  <a:pt x="785" y="91"/>
                </a:lnTo>
                <a:lnTo>
                  <a:pt x="598" y="91"/>
                </a:lnTo>
                <a:close/>
                <a:moveTo>
                  <a:pt x="836" y="0"/>
                </a:moveTo>
                <a:lnTo>
                  <a:pt x="843" y="0"/>
                </a:lnTo>
                <a:lnTo>
                  <a:pt x="857" y="2"/>
                </a:lnTo>
                <a:lnTo>
                  <a:pt x="870" y="6"/>
                </a:lnTo>
                <a:lnTo>
                  <a:pt x="885" y="13"/>
                </a:lnTo>
                <a:lnTo>
                  <a:pt x="898" y="24"/>
                </a:lnTo>
                <a:lnTo>
                  <a:pt x="911" y="41"/>
                </a:lnTo>
                <a:lnTo>
                  <a:pt x="919" y="62"/>
                </a:lnTo>
                <a:lnTo>
                  <a:pt x="923" y="91"/>
                </a:lnTo>
                <a:lnTo>
                  <a:pt x="923" y="185"/>
                </a:lnTo>
                <a:lnTo>
                  <a:pt x="1291" y="185"/>
                </a:lnTo>
                <a:lnTo>
                  <a:pt x="1295" y="185"/>
                </a:lnTo>
                <a:lnTo>
                  <a:pt x="1303" y="185"/>
                </a:lnTo>
                <a:lnTo>
                  <a:pt x="1316" y="187"/>
                </a:lnTo>
                <a:lnTo>
                  <a:pt x="1331" y="191"/>
                </a:lnTo>
                <a:lnTo>
                  <a:pt x="1346" y="198"/>
                </a:lnTo>
                <a:lnTo>
                  <a:pt x="1361" y="210"/>
                </a:lnTo>
                <a:lnTo>
                  <a:pt x="1375" y="227"/>
                </a:lnTo>
                <a:lnTo>
                  <a:pt x="1384" y="250"/>
                </a:lnTo>
                <a:lnTo>
                  <a:pt x="1386" y="278"/>
                </a:lnTo>
                <a:lnTo>
                  <a:pt x="1386" y="469"/>
                </a:lnTo>
                <a:lnTo>
                  <a:pt x="1382" y="471"/>
                </a:lnTo>
                <a:lnTo>
                  <a:pt x="1367" y="476"/>
                </a:lnTo>
                <a:lnTo>
                  <a:pt x="1344" y="484"/>
                </a:lnTo>
                <a:lnTo>
                  <a:pt x="1314" y="495"/>
                </a:lnTo>
                <a:lnTo>
                  <a:pt x="1278" y="509"/>
                </a:lnTo>
                <a:lnTo>
                  <a:pt x="1235" y="524"/>
                </a:lnTo>
                <a:lnTo>
                  <a:pt x="1186" y="539"/>
                </a:lnTo>
                <a:lnTo>
                  <a:pt x="1133" y="554"/>
                </a:lnTo>
                <a:lnTo>
                  <a:pt x="1076" y="571"/>
                </a:lnTo>
                <a:lnTo>
                  <a:pt x="1015" y="584"/>
                </a:lnTo>
                <a:lnTo>
                  <a:pt x="951" y="598"/>
                </a:lnTo>
                <a:lnTo>
                  <a:pt x="887" y="609"/>
                </a:lnTo>
                <a:lnTo>
                  <a:pt x="821" y="618"/>
                </a:lnTo>
                <a:lnTo>
                  <a:pt x="756" y="624"/>
                </a:lnTo>
                <a:lnTo>
                  <a:pt x="690" y="626"/>
                </a:lnTo>
                <a:lnTo>
                  <a:pt x="630" y="624"/>
                </a:lnTo>
                <a:lnTo>
                  <a:pt x="567" y="618"/>
                </a:lnTo>
                <a:lnTo>
                  <a:pt x="505" y="609"/>
                </a:lnTo>
                <a:lnTo>
                  <a:pt x="442" y="598"/>
                </a:lnTo>
                <a:lnTo>
                  <a:pt x="380" y="584"/>
                </a:lnTo>
                <a:lnTo>
                  <a:pt x="320" y="571"/>
                </a:lnTo>
                <a:lnTo>
                  <a:pt x="263" y="556"/>
                </a:lnTo>
                <a:lnTo>
                  <a:pt x="208" y="541"/>
                </a:lnTo>
                <a:lnTo>
                  <a:pt x="159" y="524"/>
                </a:lnTo>
                <a:lnTo>
                  <a:pt x="113" y="511"/>
                </a:lnTo>
                <a:lnTo>
                  <a:pt x="76" y="497"/>
                </a:lnTo>
                <a:lnTo>
                  <a:pt x="43" y="486"/>
                </a:lnTo>
                <a:lnTo>
                  <a:pt x="21" y="478"/>
                </a:lnTo>
                <a:lnTo>
                  <a:pt x="6" y="473"/>
                </a:lnTo>
                <a:lnTo>
                  <a:pt x="0" y="471"/>
                </a:lnTo>
                <a:lnTo>
                  <a:pt x="0" y="278"/>
                </a:lnTo>
                <a:lnTo>
                  <a:pt x="0" y="274"/>
                </a:lnTo>
                <a:lnTo>
                  <a:pt x="0" y="267"/>
                </a:lnTo>
                <a:lnTo>
                  <a:pt x="2" y="253"/>
                </a:lnTo>
                <a:lnTo>
                  <a:pt x="8" y="238"/>
                </a:lnTo>
                <a:lnTo>
                  <a:pt x="13" y="223"/>
                </a:lnTo>
                <a:lnTo>
                  <a:pt x="25" y="210"/>
                </a:lnTo>
                <a:lnTo>
                  <a:pt x="42" y="197"/>
                </a:lnTo>
                <a:lnTo>
                  <a:pt x="62" y="189"/>
                </a:lnTo>
                <a:lnTo>
                  <a:pt x="91" y="185"/>
                </a:lnTo>
                <a:lnTo>
                  <a:pt x="461" y="185"/>
                </a:lnTo>
                <a:lnTo>
                  <a:pt x="461" y="93"/>
                </a:lnTo>
                <a:lnTo>
                  <a:pt x="461" y="89"/>
                </a:lnTo>
                <a:lnTo>
                  <a:pt x="461" y="81"/>
                </a:lnTo>
                <a:lnTo>
                  <a:pt x="465" y="68"/>
                </a:lnTo>
                <a:lnTo>
                  <a:pt x="471" y="55"/>
                </a:lnTo>
                <a:lnTo>
                  <a:pt x="478" y="38"/>
                </a:lnTo>
                <a:lnTo>
                  <a:pt x="490" y="24"/>
                </a:lnTo>
                <a:lnTo>
                  <a:pt x="505" y="11"/>
                </a:lnTo>
                <a:lnTo>
                  <a:pt x="526" y="4"/>
                </a:lnTo>
                <a:lnTo>
                  <a:pt x="552" y="0"/>
                </a:lnTo>
                <a:lnTo>
                  <a:pt x="832" y="0"/>
                </a:lnTo>
                <a:lnTo>
                  <a:pt x="83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725578" y="1376552"/>
            <a:ext cx="1080000" cy="791688"/>
          </a:xfrm>
          <a:custGeom>
            <a:avLst/>
            <a:gdLst>
              <a:gd name="T0" fmla="*/ 1380 w 1386"/>
              <a:gd name="T1" fmla="*/ 952 h 1016"/>
              <a:gd name="T2" fmla="*/ 1346 w 1386"/>
              <a:gd name="T3" fmla="*/ 999 h 1016"/>
              <a:gd name="T4" fmla="*/ 1305 w 1386"/>
              <a:gd name="T5" fmla="*/ 1014 h 1016"/>
              <a:gd name="T6" fmla="*/ 1244 w 1386"/>
              <a:gd name="T7" fmla="*/ 1016 h 1016"/>
              <a:gd name="T8" fmla="*/ 1248 w 1386"/>
              <a:gd name="T9" fmla="*/ 957 h 1016"/>
              <a:gd name="T10" fmla="*/ 1263 w 1386"/>
              <a:gd name="T11" fmla="*/ 916 h 1016"/>
              <a:gd name="T12" fmla="*/ 1312 w 1386"/>
              <a:gd name="T13" fmla="*/ 882 h 1016"/>
              <a:gd name="T14" fmla="*/ 0 w 1386"/>
              <a:gd name="T15" fmla="*/ 878 h 1016"/>
              <a:gd name="T16" fmla="*/ 95 w 1386"/>
              <a:gd name="T17" fmla="*/ 889 h 1016"/>
              <a:gd name="T18" fmla="*/ 130 w 1386"/>
              <a:gd name="T19" fmla="*/ 931 h 1016"/>
              <a:gd name="T20" fmla="*/ 138 w 1386"/>
              <a:gd name="T21" fmla="*/ 967 h 1016"/>
              <a:gd name="T22" fmla="*/ 93 w 1386"/>
              <a:gd name="T23" fmla="*/ 1014 h 1016"/>
              <a:gd name="T24" fmla="*/ 68 w 1386"/>
              <a:gd name="T25" fmla="*/ 1010 h 1016"/>
              <a:gd name="T26" fmla="*/ 25 w 1386"/>
              <a:gd name="T27" fmla="*/ 988 h 1016"/>
              <a:gd name="T28" fmla="*/ 0 w 1386"/>
              <a:gd name="T29" fmla="*/ 925 h 1016"/>
              <a:gd name="T30" fmla="*/ 1293 w 1386"/>
              <a:gd name="T31" fmla="*/ 138 h 1016"/>
              <a:gd name="T32" fmla="*/ 1358 w 1386"/>
              <a:gd name="T33" fmla="*/ 163 h 1016"/>
              <a:gd name="T34" fmla="*/ 1382 w 1386"/>
              <a:gd name="T35" fmla="*/ 206 h 1016"/>
              <a:gd name="T36" fmla="*/ 1386 w 1386"/>
              <a:gd name="T37" fmla="*/ 231 h 1016"/>
              <a:gd name="T38" fmla="*/ 1337 w 1386"/>
              <a:gd name="T39" fmla="*/ 275 h 1016"/>
              <a:gd name="T40" fmla="*/ 1301 w 1386"/>
              <a:gd name="T41" fmla="*/ 267 h 1016"/>
              <a:gd name="T42" fmla="*/ 1259 w 1386"/>
              <a:gd name="T43" fmla="*/ 233 h 1016"/>
              <a:gd name="T44" fmla="*/ 1248 w 1386"/>
              <a:gd name="T45" fmla="*/ 138 h 1016"/>
              <a:gd name="T46" fmla="*/ 136 w 1386"/>
              <a:gd name="T47" fmla="*/ 212 h 1016"/>
              <a:gd name="T48" fmla="*/ 100 w 1386"/>
              <a:gd name="T49" fmla="*/ 259 h 1016"/>
              <a:gd name="T50" fmla="*/ 59 w 1386"/>
              <a:gd name="T51" fmla="*/ 275 h 1016"/>
              <a:gd name="T52" fmla="*/ 0 w 1386"/>
              <a:gd name="T53" fmla="*/ 276 h 1016"/>
              <a:gd name="T54" fmla="*/ 2 w 1386"/>
              <a:gd name="T55" fmla="*/ 218 h 1016"/>
              <a:gd name="T56" fmla="*/ 17 w 1386"/>
              <a:gd name="T57" fmla="*/ 176 h 1016"/>
              <a:gd name="T58" fmla="*/ 66 w 1386"/>
              <a:gd name="T59" fmla="*/ 142 h 1016"/>
              <a:gd name="T60" fmla="*/ 599 w 1386"/>
              <a:gd name="T61" fmla="*/ 44 h 1016"/>
              <a:gd name="T62" fmla="*/ 577 w 1386"/>
              <a:gd name="T63" fmla="*/ 51 h 1016"/>
              <a:gd name="T64" fmla="*/ 554 w 1386"/>
              <a:gd name="T65" fmla="*/ 89 h 1016"/>
              <a:gd name="T66" fmla="*/ 832 w 1386"/>
              <a:gd name="T67" fmla="*/ 95 h 1016"/>
              <a:gd name="T68" fmla="*/ 830 w 1386"/>
              <a:gd name="T69" fmla="*/ 74 h 1016"/>
              <a:gd name="T70" fmla="*/ 804 w 1386"/>
              <a:gd name="T71" fmla="*/ 48 h 1016"/>
              <a:gd name="T72" fmla="*/ 790 w 1386"/>
              <a:gd name="T73" fmla="*/ 0 h 1016"/>
              <a:gd name="T74" fmla="*/ 824 w 1386"/>
              <a:gd name="T75" fmla="*/ 6 h 1016"/>
              <a:gd name="T76" fmla="*/ 866 w 1386"/>
              <a:gd name="T77" fmla="*/ 40 h 1016"/>
              <a:gd name="T78" fmla="*/ 877 w 1386"/>
              <a:gd name="T79" fmla="*/ 138 h 1016"/>
              <a:gd name="T80" fmla="*/ 1203 w 1386"/>
              <a:gd name="T81" fmla="*/ 188 h 1016"/>
              <a:gd name="T82" fmla="*/ 1208 w 1386"/>
              <a:gd name="T83" fmla="*/ 225 h 1016"/>
              <a:gd name="T84" fmla="*/ 1237 w 1386"/>
              <a:gd name="T85" fmla="*/ 280 h 1016"/>
              <a:gd name="T86" fmla="*/ 1303 w 1386"/>
              <a:gd name="T87" fmla="*/ 320 h 1016"/>
              <a:gd name="T88" fmla="*/ 1386 w 1386"/>
              <a:gd name="T89" fmla="*/ 829 h 1016"/>
              <a:gd name="T90" fmla="*/ 1276 w 1386"/>
              <a:gd name="T91" fmla="*/ 842 h 1016"/>
              <a:gd name="T92" fmla="*/ 1222 w 1386"/>
              <a:gd name="T93" fmla="*/ 889 h 1016"/>
              <a:gd name="T94" fmla="*/ 1203 w 1386"/>
              <a:gd name="T95" fmla="*/ 944 h 1016"/>
              <a:gd name="T96" fmla="*/ 1201 w 1386"/>
              <a:gd name="T97" fmla="*/ 969 h 1016"/>
              <a:gd name="T98" fmla="*/ 185 w 1386"/>
              <a:gd name="T99" fmla="*/ 969 h 1016"/>
              <a:gd name="T100" fmla="*/ 159 w 1386"/>
              <a:gd name="T101" fmla="*/ 882 h 1016"/>
              <a:gd name="T102" fmla="*/ 106 w 1386"/>
              <a:gd name="T103" fmla="*/ 842 h 1016"/>
              <a:gd name="T104" fmla="*/ 57 w 1386"/>
              <a:gd name="T105" fmla="*/ 831 h 1016"/>
              <a:gd name="T106" fmla="*/ 0 w 1386"/>
              <a:gd name="T107" fmla="*/ 829 h 1016"/>
              <a:gd name="T108" fmla="*/ 78 w 1386"/>
              <a:gd name="T109" fmla="*/ 320 h 1016"/>
              <a:gd name="T110" fmla="*/ 147 w 1386"/>
              <a:gd name="T111" fmla="*/ 280 h 1016"/>
              <a:gd name="T112" fmla="*/ 178 w 1386"/>
              <a:gd name="T113" fmla="*/ 223 h 1016"/>
              <a:gd name="T114" fmla="*/ 185 w 1386"/>
              <a:gd name="T115" fmla="*/ 184 h 1016"/>
              <a:gd name="T116" fmla="*/ 509 w 1386"/>
              <a:gd name="T117" fmla="*/ 138 h 1016"/>
              <a:gd name="T118" fmla="*/ 511 w 1386"/>
              <a:gd name="T119" fmla="*/ 80 h 1016"/>
              <a:gd name="T120" fmla="*/ 526 w 1386"/>
              <a:gd name="T121" fmla="*/ 38 h 1016"/>
              <a:gd name="T122" fmla="*/ 573 w 1386"/>
              <a:gd name="T123" fmla="*/ 4 h 1016"/>
              <a:gd name="T124" fmla="*/ 790 w 1386"/>
              <a:gd name="T125" fmla="*/ 0 h 10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86" h="1016">
                <a:moveTo>
                  <a:pt x="1384" y="878"/>
                </a:moveTo>
                <a:lnTo>
                  <a:pt x="1384" y="925"/>
                </a:lnTo>
                <a:lnTo>
                  <a:pt x="1380" y="952"/>
                </a:lnTo>
                <a:lnTo>
                  <a:pt x="1373" y="972"/>
                </a:lnTo>
                <a:lnTo>
                  <a:pt x="1360" y="988"/>
                </a:lnTo>
                <a:lnTo>
                  <a:pt x="1346" y="999"/>
                </a:lnTo>
                <a:lnTo>
                  <a:pt x="1331" y="1007"/>
                </a:lnTo>
                <a:lnTo>
                  <a:pt x="1318" y="1010"/>
                </a:lnTo>
                <a:lnTo>
                  <a:pt x="1305" y="1014"/>
                </a:lnTo>
                <a:lnTo>
                  <a:pt x="1297" y="1014"/>
                </a:lnTo>
                <a:lnTo>
                  <a:pt x="1293" y="1014"/>
                </a:lnTo>
                <a:lnTo>
                  <a:pt x="1244" y="1016"/>
                </a:lnTo>
                <a:lnTo>
                  <a:pt x="1248" y="971"/>
                </a:lnTo>
                <a:lnTo>
                  <a:pt x="1248" y="967"/>
                </a:lnTo>
                <a:lnTo>
                  <a:pt x="1248" y="957"/>
                </a:lnTo>
                <a:lnTo>
                  <a:pt x="1252" y="946"/>
                </a:lnTo>
                <a:lnTo>
                  <a:pt x="1256" y="931"/>
                </a:lnTo>
                <a:lnTo>
                  <a:pt x="1263" y="916"/>
                </a:lnTo>
                <a:lnTo>
                  <a:pt x="1276" y="902"/>
                </a:lnTo>
                <a:lnTo>
                  <a:pt x="1291" y="889"/>
                </a:lnTo>
                <a:lnTo>
                  <a:pt x="1312" y="882"/>
                </a:lnTo>
                <a:lnTo>
                  <a:pt x="1341" y="878"/>
                </a:lnTo>
                <a:lnTo>
                  <a:pt x="1384" y="878"/>
                </a:lnTo>
                <a:close/>
                <a:moveTo>
                  <a:pt x="0" y="878"/>
                </a:moveTo>
                <a:lnTo>
                  <a:pt x="47" y="878"/>
                </a:lnTo>
                <a:lnTo>
                  <a:pt x="74" y="882"/>
                </a:lnTo>
                <a:lnTo>
                  <a:pt x="95" y="889"/>
                </a:lnTo>
                <a:lnTo>
                  <a:pt x="112" y="902"/>
                </a:lnTo>
                <a:lnTo>
                  <a:pt x="123" y="916"/>
                </a:lnTo>
                <a:lnTo>
                  <a:pt x="130" y="931"/>
                </a:lnTo>
                <a:lnTo>
                  <a:pt x="136" y="946"/>
                </a:lnTo>
                <a:lnTo>
                  <a:pt x="138" y="957"/>
                </a:lnTo>
                <a:lnTo>
                  <a:pt x="138" y="967"/>
                </a:lnTo>
                <a:lnTo>
                  <a:pt x="140" y="971"/>
                </a:lnTo>
                <a:lnTo>
                  <a:pt x="138" y="1016"/>
                </a:lnTo>
                <a:lnTo>
                  <a:pt x="93" y="1014"/>
                </a:lnTo>
                <a:lnTo>
                  <a:pt x="89" y="1014"/>
                </a:lnTo>
                <a:lnTo>
                  <a:pt x="81" y="1014"/>
                </a:lnTo>
                <a:lnTo>
                  <a:pt x="68" y="1010"/>
                </a:lnTo>
                <a:lnTo>
                  <a:pt x="55" y="1007"/>
                </a:lnTo>
                <a:lnTo>
                  <a:pt x="40" y="999"/>
                </a:lnTo>
                <a:lnTo>
                  <a:pt x="25" y="988"/>
                </a:lnTo>
                <a:lnTo>
                  <a:pt x="11" y="972"/>
                </a:lnTo>
                <a:lnTo>
                  <a:pt x="4" y="952"/>
                </a:lnTo>
                <a:lnTo>
                  <a:pt x="0" y="925"/>
                </a:lnTo>
                <a:lnTo>
                  <a:pt x="0" y="878"/>
                </a:lnTo>
                <a:close/>
                <a:moveTo>
                  <a:pt x="1248" y="138"/>
                </a:moveTo>
                <a:lnTo>
                  <a:pt x="1293" y="138"/>
                </a:lnTo>
                <a:lnTo>
                  <a:pt x="1322" y="142"/>
                </a:lnTo>
                <a:lnTo>
                  <a:pt x="1343" y="150"/>
                </a:lnTo>
                <a:lnTo>
                  <a:pt x="1358" y="163"/>
                </a:lnTo>
                <a:lnTo>
                  <a:pt x="1371" y="176"/>
                </a:lnTo>
                <a:lnTo>
                  <a:pt x="1378" y="191"/>
                </a:lnTo>
                <a:lnTo>
                  <a:pt x="1382" y="206"/>
                </a:lnTo>
                <a:lnTo>
                  <a:pt x="1386" y="218"/>
                </a:lnTo>
                <a:lnTo>
                  <a:pt x="1386" y="227"/>
                </a:lnTo>
                <a:lnTo>
                  <a:pt x="1386" y="231"/>
                </a:lnTo>
                <a:lnTo>
                  <a:pt x="1386" y="276"/>
                </a:lnTo>
                <a:lnTo>
                  <a:pt x="1341" y="275"/>
                </a:lnTo>
                <a:lnTo>
                  <a:pt x="1337" y="275"/>
                </a:lnTo>
                <a:lnTo>
                  <a:pt x="1329" y="275"/>
                </a:lnTo>
                <a:lnTo>
                  <a:pt x="1316" y="273"/>
                </a:lnTo>
                <a:lnTo>
                  <a:pt x="1301" y="267"/>
                </a:lnTo>
                <a:lnTo>
                  <a:pt x="1286" y="259"/>
                </a:lnTo>
                <a:lnTo>
                  <a:pt x="1273" y="248"/>
                </a:lnTo>
                <a:lnTo>
                  <a:pt x="1259" y="233"/>
                </a:lnTo>
                <a:lnTo>
                  <a:pt x="1252" y="212"/>
                </a:lnTo>
                <a:lnTo>
                  <a:pt x="1248" y="186"/>
                </a:lnTo>
                <a:lnTo>
                  <a:pt x="1248" y="138"/>
                </a:lnTo>
                <a:close/>
                <a:moveTo>
                  <a:pt x="138" y="138"/>
                </a:moveTo>
                <a:lnTo>
                  <a:pt x="138" y="186"/>
                </a:lnTo>
                <a:lnTo>
                  <a:pt x="136" y="212"/>
                </a:lnTo>
                <a:lnTo>
                  <a:pt x="127" y="233"/>
                </a:lnTo>
                <a:lnTo>
                  <a:pt x="115" y="248"/>
                </a:lnTo>
                <a:lnTo>
                  <a:pt x="100" y="259"/>
                </a:lnTo>
                <a:lnTo>
                  <a:pt x="85" y="267"/>
                </a:lnTo>
                <a:lnTo>
                  <a:pt x="70" y="273"/>
                </a:lnTo>
                <a:lnTo>
                  <a:pt x="59" y="275"/>
                </a:lnTo>
                <a:lnTo>
                  <a:pt x="49" y="275"/>
                </a:lnTo>
                <a:lnTo>
                  <a:pt x="47" y="275"/>
                </a:lnTo>
                <a:lnTo>
                  <a:pt x="0" y="276"/>
                </a:lnTo>
                <a:lnTo>
                  <a:pt x="0" y="231"/>
                </a:lnTo>
                <a:lnTo>
                  <a:pt x="0" y="227"/>
                </a:lnTo>
                <a:lnTo>
                  <a:pt x="2" y="218"/>
                </a:lnTo>
                <a:lnTo>
                  <a:pt x="4" y="206"/>
                </a:lnTo>
                <a:lnTo>
                  <a:pt x="9" y="191"/>
                </a:lnTo>
                <a:lnTo>
                  <a:pt x="17" y="176"/>
                </a:lnTo>
                <a:lnTo>
                  <a:pt x="28" y="163"/>
                </a:lnTo>
                <a:lnTo>
                  <a:pt x="43" y="150"/>
                </a:lnTo>
                <a:lnTo>
                  <a:pt x="66" y="142"/>
                </a:lnTo>
                <a:lnTo>
                  <a:pt x="93" y="138"/>
                </a:lnTo>
                <a:lnTo>
                  <a:pt x="138" y="138"/>
                </a:lnTo>
                <a:close/>
                <a:moveTo>
                  <a:pt x="599" y="44"/>
                </a:moveTo>
                <a:lnTo>
                  <a:pt x="596" y="44"/>
                </a:lnTo>
                <a:lnTo>
                  <a:pt x="588" y="46"/>
                </a:lnTo>
                <a:lnTo>
                  <a:pt x="577" y="51"/>
                </a:lnTo>
                <a:lnTo>
                  <a:pt x="565" y="59"/>
                </a:lnTo>
                <a:lnTo>
                  <a:pt x="556" y="70"/>
                </a:lnTo>
                <a:lnTo>
                  <a:pt x="554" y="89"/>
                </a:lnTo>
                <a:lnTo>
                  <a:pt x="554" y="138"/>
                </a:lnTo>
                <a:lnTo>
                  <a:pt x="830" y="138"/>
                </a:lnTo>
                <a:lnTo>
                  <a:pt x="832" y="95"/>
                </a:lnTo>
                <a:lnTo>
                  <a:pt x="832" y="91"/>
                </a:lnTo>
                <a:lnTo>
                  <a:pt x="832" y="85"/>
                </a:lnTo>
                <a:lnTo>
                  <a:pt x="830" y="74"/>
                </a:lnTo>
                <a:lnTo>
                  <a:pt x="824" y="65"/>
                </a:lnTo>
                <a:lnTo>
                  <a:pt x="817" y="53"/>
                </a:lnTo>
                <a:lnTo>
                  <a:pt x="804" y="48"/>
                </a:lnTo>
                <a:lnTo>
                  <a:pt x="787" y="44"/>
                </a:lnTo>
                <a:lnTo>
                  <a:pt x="599" y="44"/>
                </a:lnTo>
                <a:close/>
                <a:moveTo>
                  <a:pt x="790" y="0"/>
                </a:moveTo>
                <a:lnTo>
                  <a:pt x="798" y="0"/>
                </a:lnTo>
                <a:lnTo>
                  <a:pt x="811" y="2"/>
                </a:lnTo>
                <a:lnTo>
                  <a:pt x="824" y="6"/>
                </a:lnTo>
                <a:lnTo>
                  <a:pt x="840" y="14"/>
                </a:lnTo>
                <a:lnTo>
                  <a:pt x="853" y="25"/>
                </a:lnTo>
                <a:lnTo>
                  <a:pt x="866" y="40"/>
                </a:lnTo>
                <a:lnTo>
                  <a:pt x="874" y="63"/>
                </a:lnTo>
                <a:lnTo>
                  <a:pt x="877" y="91"/>
                </a:lnTo>
                <a:lnTo>
                  <a:pt x="877" y="138"/>
                </a:lnTo>
                <a:lnTo>
                  <a:pt x="1199" y="138"/>
                </a:lnTo>
                <a:lnTo>
                  <a:pt x="1201" y="184"/>
                </a:lnTo>
                <a:lnTo>
                  <a:pt x="1203" y="188"/>
                </a:lnTo>
                <a:lnTo>
                  <a:pt x="1203" y="197"/>
                </a:lnTo>
                <a:lnTo>
                  <a:pt x="1205" y="210"/>
                </a:lnTo>
                <a:lnTo>
                  <a:pt x="1208" y="225"/>
                </a:lnTo>
                <a:lnTo>
                  <a:pt x="1214" y="244"/>
                </a:lnTo>
                <a:lnTo>
                  <a:pt x="1223" y="263"/>
                </a:lnTo>
                <a:lnTo>
                  <a:pt x="1237" y="280"/>
                </a:lnTo>
                <a:lnTo>
                  <a:pt x="1254" y="297"/>
                </a:lnTo>
                <a:lnTo>
                  <a:pt x="1276" y="310"/>
                </a:lnTo>
                <a:lnTo>
                  <a:pt x="1303" y="320"/>
                </a:lnTo>
                <a:lnTo>
                  <a:pt x="1337" y="322"/>
                </a:lnTo>
                <a:lnTo>
                  <a:pt x="1386" y="322"/>
                </a:lnTo>
                <a:lnTo>
                  <a:pt x="1386" y="829"/>
                </a:lnTo>
                <a:lnTo>
                  <a:pt x="1341" y="829"/>
                </a:lnTo>
                <a:lnTo>
                  <a:pt x="1305" y="833"/>
                </a:lnTo>
                <a:lnTo>
                  <a:pt x="1276" y="842"/>
                </a:lnTo>
                <a:lnTo>
                  <a:pt x="1254" y="855"/>
                </a:lnTo>
                <a:lnTo>
                  <a:pt x="1235" y="872"/>
                </a:lnTo>
                <a:lnTo>
                  <a:pt x="1222" y="889"/>
                </a:lnTo>
                <a:lnTo>
                  <a:pt x="1212" y="908"/>
                </a:lnTo>
                <a:lnTo>
                  <a:pt x="1206" y="927"/>
                </a:lnTo>
                <a:lnTo>
                  <a:pt x="1203" y="944"/>
                </a:lnTo>
                <a:lnTo>
                  <a:pt x="1201" y="957"/>
                </a:lnTo>
                <a:lnTo>
                  <a:pt x="1201" y="967"/>
                </a:lnTo>
                <a:lnTo>
                  <a:pt x="1201" y="969"/>
                </a:lnTo>
                <a:lnTo>
                  <a:pt x="1201" y="1014"/>
                </a:lnTo>
                <a:lnTo>
                  <a:pt x="183" y="1014"/>
                </a:lnTo>
                <a:lnTo>
                  <a:pt x="185" y="969"/>
                </a:lnTo>
                <a:lnTo>
                  <a:pt x="182" y="933"/>
                </a:lnTo>
                <a:lnTo>
                  <a:pt x="172" y="904"/>
                </a:lnTo>
                <a:lnTo>
                  <a:pt x="159" y="882"/>
                </a:lnTo>
                <a:lnTo>
                  <a:pt x="144" y="865"/>
                </a:lnTo>
                <a:lnTo>
                  <a:pt x="125" y="851"/>
                </a:lnTo>
                <a:lnTo>
                  <a:pt x="106" y="842"/>
                </a:lnTo>
                <a:lnTo>
                  <a:pt x="87" y="836"/>
                </a:lnTo>
                <a:lnTo>
                  <a:pt x="70" y="833"/>
                </a:lnTo>
                <a:lnTo>
                  <a:pt x="57" y="831"/>
                </a:lnTo>
                <a:lnTo>
                  <a:pt x="49" y="829"/>
                </a:lnTo>
                <a:lnTo>
                  <a:pt x="45" y="829"/>
                </a:lnTo>
                <a:lnTo>
                  <a:pt x="0" y="829"/>
                </a:lnTo>
                <a:lnTo>
                  <a:pt x="0" y="322"/>
                </a:lnTo>
                <a:lnTo>
                  <a:pt x="42" y="322"/>
                </a:lnTo>
                <a:lnTo>
                  <a:pt x="78" y="320"/>
                </a:lnTo>
                <a:lnTo>
                  <a:pt x="106" y="310"/>
                </a:lnTo>
                <a:lnTo>
                  <a:pt x="130" y="297"/>
                </a:lnTo>
                <a:lnTo>
                  <a:pt x="147" y="280"/>
                </a:lnTo>
                <a:lnTo>
                  <a:pt x="163" y="261"/>
                </a:lnTo>
                <a:lnTo>
                  <a:pt x="172" y="242"/>
                </a:lnTo>
                <a:lnTo>
                  <a:pt x="178" y="223"/>
                </a:lnTo>
                <a:lnTo>
                  <a:pt x="182" y="206"/>
                </a:lnTo>
                <a:lnTo>
                  <a:pt x="183" y="191"/>
                </a:lnTo>
                <a:lnTo>
                  <a:pt x="185" y="184"/>
                </a:lnTo>
                <a:lnTo>
                  <a:pt x="185" y="180"/>
                </a:lnTo>
                <a:lnTo>
                  <a:pt x="185" y="138"/>
                </a:lnTo>
                <a:lnTo>
                  <a:pt x="509" y="138"/>
                </a:lnTo>
                <a:lnTo>
                  <a:pt x="509" y="91"/>
                </a:lnTo>
                <a:lnTo>
                  <a:pt x="509" y="89"/>
                </a:lnTo>
                <a:lnTo>
                  <a:pt x="511" y="80"/>
                </a:lnTo>
                <a:lnTo>
                  <a:pt x="512" y="68"/>
                </a:lnTo>
                <a:lnTo>
                  <a:pt x="518" y="53"/>
                </a:lnTo>
                <a:lnTo>
                  <a:pt x="526" y="38"/>
                </a:lnTo>
                <a:lnTo>
                  <a:pt x="537" y="25"/>
                </a:lnTo>
                <a:lnTo>
                  <a:pt x="552" y="12"/>
                </a:lnTo>
                <a:lnTo>
                  <a:pt x="573" y="4"/>
                </a:lnTo>
                <a:lnTo>
                  <a:pt x="599" y="0"/>
                </a:lnTo>
                <a:lnTo>
                  <a:pt x="787" y="0"/>
                </a:lnTo>
                <a:lnTo>
                  <a:pt x="79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00692" y="2960948"/>
            <a:ext cx="1080000" cy="897925"/>
          </a:xfrm>
          <a:custGeom>
            <a:avLst/>
            <a:gdLst>
              <a:gd name="T0" fmla="*/ 1250 w 1388"/>
              <a:gd name="T1" fmla="*/ 1093 h 1154"/>
              <a:gd name="T2" fmla="*/ 1290 w 1388"/>
              <a:gd name="T3" fmla="*/ 1099 h 1154"/>
              <a:gd name="T4" fmla="*/ 1273 w 1388"/>
              <a:gd name="T5" fmla="*/ 1063 h 1154"/>
              <a:gd name="T6" fmla="*/ 93 w 1388"/>
              <a:gd name="T7" fmla="*/ 1093 h 1154"/>
              <a:gd name="T8" fmla="*/ 134 w 1388"/>
              <a:gd name="T9" fmla="*/ 1099 h 1154"/>
              <a:gd name="T10" fmla="*/ 115 w 1388"/>
              <a:gd name="T11" fmla="*/ 1063 h 1154"/>
              <a:gd name="T12" fmla="*/ 1015 w 1388"/>
              <a:gd name="T13" fmla="*/ 1046 h 1154"/>
              <a:gd name="T14" fmla="*/ 974 w 1388"/>
              <a:gd name="T15" fmla="*/ 1051 h 1154"/>
              <a:gd name="T16" fmla="*/ 995 w 1388"/>
              <a:gd name="T17" fmla="*/ 1014 h 1154"/>
              <a:gd name="T18" fmla="*/ 416 w 1388"/>
              <a:gd name="T19" fmla="*/ 1046 h 1154"/>
              <a:gd name="T20" fmla="*/ 374 w 1388"/>
              <a:gd name="T21" fmla="*/ 1051 h 1154"/>
              <a:gd name="T22" fmla="*/ 393 w 1388"/>
              <a:gd name="T23" fmla="*/ 1014 h 1154"/>
              <a:gd name="T24" fmla="*/ 1333 w 1388"/>
              <a:gd name="T25" fmla="*/ 1146 h 1154"/>
              <a:gd name="T26" fmla="*/ 1201 w 1388"/>
              <a:gd name="T27" fmla="*/ 1057 h 1154"/>
              <a:gd name="T28" fmla="*/ 1267 w 1388"/>
              <a:gd name="T29" fmla="*/ 974 h 1154"/>
              <a:gd name="T30" fmla="*/ 157 w 1388"/>
              <a:gd name="T31" fmla="*/ 995 h 1154"/>
              <a:gd name="T32" fmla="*/ 185 w 1388"/>
              <a:gd name="T33" fmla="*/ 1154 h 1154"/>
              <a:gd name="T34" fmla="*/ 25 w 1388"/>
              <a:gd name="T35" fmla="*/ 1127 h 1154"/>
              <a:gd name="T36" fmla="*/ 407 w 1388"/>
              <a:gd name="T37" fmla="*/ 928 h 1154"/>
              <a:gd name="T38" fmla="*/ 401 w 1388"/>
              <a:gd name="T39" fmla="*/ 970 h 1154"/>
              <a:gd name="T40" fmla="*/ 373 w 1388"/>
              <a:gd name="T41" fmla="*/ 940 h 1154"/>
              <a:gd name="T42" fmla="*/ 1006 w 1388"/>
              <a:gd name="T43" fmla="*/ 928 h 1154"/>
              <a:gd name="T44" fmla="*/ 1000 w 1388"/>
              <a:gd name="T45" fmla="*/ 968 h 1154"/>
              <a:gd name="T46" fmla="*/ 972 w 1388"/>
              <a:gd name="T47" fmla="*/ 940 h 1154"/>
              <a:gd name="T48" fmla="*/ 408 w 1388"/>
              <a:gd name="T49" fmla="*/ 370 h 1154"/>
              <a:gd name="T50" fmla="*/ 401 w 1388"/>
              <a:gd name="T51" fmla="*/ 414 h 1154"/>
              <a:gd name="T52" fmla="*/ 371 w 1388"/>
              <a:gd name="T53" fmla="*/ 384 h 1154"/>
              <a:gd name="T54" fmla="*/ 1012 w 1388"/>
              <a:gd name="T55" fmla="*/ 370 h 1154"/>
              <a:gd name="T56" fmla="*/ 1004 w 1388"/>
              <a:gd name="T57" fmla="*/ 416 h 1154"/>
              <a:gd name="T58" fmla="*/ 970 w 1388"/>
              <a:gd name="T59" fmla="*/ 384 h 1154"/>
              <a:gd name="T60" fmla="*/ 1008 w 1388"/>
              <a:gd name="T61" fmla="*/ 280 h 1154"/>
              <a:gd name="T62" fmla="*/ 1000 w 1388"/>
              <a:gd name="T63" fmla="*/ 323 h 1154"/>
              <a:gd name="T64" fmla="*/ 970 w 1388"/>
              <a:gd name="T65" fmla="*/ 291 h 1154"/>
              <a:gd name="T66" fmla="*/ 407 w 1388"/>
              <a:gd name="T67" fmla="*/ 280 h 1154"/>
              <a:gd name="T68" fmla="*/ 401 w 1388"/>
              <a:gd name="T69" fmla="*/ 318 h 1154"/>
              <a:gd name="T70" fmla="*/ 373 w 1388"/>
              <a:gd name="T71" fmla="*/ 289 h 1154"/>
              <a:gd name="T72" fmla="*/ 1257 w 1388"/>
              <a:gd name="T73" fmla="*/ 234 h 1154"/>
              <a:gd name="T74" fmla="*/ 1265 w 1388"/>
              <a:gd name="T75" fmla="*/ 276 h 1154"/>
              <a:gd name="T76" fmla="*/ 1293 w 1388"/>
              <a:gd name="T77" fmla="*/ 246 h 1154"/>
              <a:gd name="T78" fmla="*/ 100 w 1388"/>
              <a:gd name="T79" fmla="*/ 234 h 1154"/>
              <a:gd name="T80" fmla="*/ 108 w 1388"/>
              <a:gd name="T81" fmla="*/ 276 h 1154"/>
              <a:gd name="T82" fmla="*/ 136 w 1388"/>
              <a:gd name="T83" fmla="*/ 246 h 1154"/>
              <a:gd name="T84" fmla="*/ 1065 w 1388"/>
              <a:gd name="T85" fmla="*/ 1108 h 1154"/>
              <a:gd name="T86" fmla="*/ 323 w 1388"/>
              <a:gd name="T87" fmla="*/ 229 h 1154"/>
              <a:gd name="T88" fmla="*/ 1346 w 1388"/>
              <a:gd name="T89" fmla="*/ 200 h 1154"/>
              <a:gd name="T90" fmla="*/ 1267 w 1388"/>
              <a:gd name="T91" fmla="*/ 365 h 1154"/>
              <a:gd name="T92" fmla="*/ 1201 w 1388"/>
              <a:gd name="T93" fmla="*/ 282 h 1154"/>
              <a:gd name="T94" fmla="*/ 185 w 1388"/>
              <a:gd name="T95" fmla="*/ 289 h 1154"/>
              <a:gd name="T96" fmla="*/ 93 w 1388"/>
              <a:gd name="T97" fmla="*/ 369 h 1154"/>
              <a:gd name="T98" fmla="*/ 55 w 1388"/>
              <a:gd name="T99" fmla="*/ 193 h 1154"/>
              <a:gd name="T100" fmla="*/ 588 w 1388"/>
              <a:gd name="T101" fmla="*/ 92 h 1154"/>
              <a:gd name="T102" fmla="*/ 832 w 1388"/>
              <a:gd name="T103" fmla="*/ 140 h 1154"/>
              <a:gd name="T104" fmla="*/ 787 w 1388"/>
              <a:gd name="T105" fmla="*/ 91 h 1154"/>
              <a:gd name="T106" fmla="*/ 900 w 1388"/>
              <a:gd name="T107" fmla="*/ 24 h 1154"/>
              <a:gd name="T108" fmla="*/ 1157 w 1388"/>
              <a:gd name="T109" fmla="*/ 325 h 1154"/>
              <a:gd name="T110" fmla="*/ 1222 w 1388"/>
              <a:gd name="T111" fmla="*/ 412 h 1154"/>
              <a:gd name="T112" fmla="*/ 1182 w 1388"/>
              <a:gd name="T113" fmla="*/ 947 h 1154"/>
              <a:gd name="T114" fmla="*/ 1155 w 1388"/>
              <a:gd name="T115" fmla="*/ 1152 h 1154"/>
              <a:gd name="T116" fmla="*/ 178 w 1388"/>
              <a:gd name="T117" fmla="*/ 930 h 1154"/>
              <a:gd name="T118" fmla="*/ 138 w 1388"/>
              <a:gd name="T119" fmla="*/ 416 h 1154"/>
              <a:gd name="T120" fmla="*/ 231 w 1388"/>
              <a:gd name="T121" fmla="*/ 336 h 1154"/>
              <a:gd name="T122" fmla="*/ 463 w 1388"/>
              <a:gd name="T123" fmla="*/ 79 h 1154"/>
              <a:gd name="T124" fmla="*/ 554 w 1388"/>
              <a:gd name="T125" fmla="*/ 0 h 1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88" h="1154">
                <a:moveTo>
                  <a:pt x="1273" y="1063"/>
                </a:moveTo>
                <a:lnTo>
                  <a:pt x="1265" y="1063"/>
                </a:lnTo>
                <a:lnTo>
                  <a:pt x="1257" y="1067"/>
                </a:lnTo>
                <a:lnTo>
                  <a:pt x="1254" y="1072"/>
                </a:lnTo>
                <a:lnTo>
                  <a:pt x="1250" y="1078"/>
                </a:lnTo>
                <a:lnTo>
                  <a:pt x="1248" y="1085"/>
                </a:lnTo>
                <a:lnTo>
                  <a:pt x="1250" y="1093"/>
                </a:lnTo>
                <a:lnTo>
                  <a:pt x="1254" y="1099"/>
                </a:lnTo>
                <a:lnTo>
                  <a:pt x="1257" y="1104"/>
                </a:lnTo>
                <a:lnTo>
                  <a:pt x="1265" y="1108"/>
                </a:lnTo>
                <a:lnTo>
                  <a:pt x="1273" y="1108"/>
                </a:lnTo>
                <a:lnTo>
                  <a:pt x="1278" y="1108"/>
                </a:lnTo>
                <a:lnTo>
                  <a:pt x="1286" y="1104"/>
                </a:lnTo>
                <a:lnTo>
                  <a:pt x="1290" y="1099"/>
                </a:lnTo>
                <a:lnTo>
                  <a:pt x="1293" y="1093"/>
                </a:lnTo>
                <a:lnTo>
                  <a:pt x="1295" y="1085"/>
                </a:lnTo>
                <a:lnTo>
                  <a:pt x="1293" y="1078"/>
                </a:lnTo>
                <a:lnTo>
                  <a:pt x="1290" y="1072"/>
                </a:lnTo>
                <a:lnTo>
                  <a:pt x="1286" y="1067"/>
                </a:lnTo>
                <a:lnTo>
                  <a:pt x="1278" y="1063"/>
                </a:lnTo>
                <a:lnTo>
                  <a:pt x="1273" y="1063"/>
                </a:lnTo>
                <a:close/>
                <a:moveTo>
                  <a:pt x="115" y="1063"/>
                </a:moveTo>
                <a:lnTo>
                  <a:pt x="108" y="1063"/>
                </a:lnTo>
                <a:lnTo>
                  <a:pt x="100" y="1067"/>
                </a:lnTo>
                <a:lnTo>
                  <a:pt x="96" y="1072"/>
                </a:lnTo>
                <a:lnTo>
                  <a:pt x="93" y="1078"/>
                </a:lnTo>
                <a:lnTo>
                  <a:pt x="91" y="1085"/>
                </a:lnTo>
                <a:lnTo>
                  <a:pt x="93" y="1093"/>
                </a:lnTo>
                <a:lnTo>
                  <a:pt x="96" y="1099"/>
                </a:lnTo>
                <a:lnTo>
                  <a:pt x="100" y="1104"/>
                </a:lnTo>
                <a:lnTo>
                  <a:pt x="108" y="1108"/>
                </a:lnTo>
                <a:lnTo>
                  <a:pt x="115" y="1108"/>
                </a:lnTo>
                <a:lnTo>
                  <a:pt x="123" y="1108"/>
                </a:lnTo>
                <a:lnTo>
                  <a:pt x="129" y="1104"/>
                </a:lnTo>
                <a:lnTo>
                  <a:pt x="134" y="1099"/>
                </a:lnTo>
                <a:lnTo>
                  <a:pt x="136" y="1093"/>
                </a:lnTo>
                <a:lnTo>
                  <a:pt x="138" y="1085"/>
                </a:lnTo>
                <a:lnTo>
                  <a:pt x="136" y="1078"/>
                </a:lnTo>
                <a:lnTo>
                  <a:pt x="134" y="1072"/>
                </a:lnTo>
                <a:lnTo>
                  <a:pt x="129" y="1067"/>
                </a:lnTo>
                <a:lnTo>
                  <a:pt x="123" y="1063"/>
                </a:lnTo>
                <a:lnTo>
                  <a:pt x="115" y="1063"/>
                </a:lnTo>
                <a:close/>
                <a:moveTo>
                  <a:pt x="995" y="1014"/>
                </a:moveTo>
                <a:lnTo>
                  <a:pt x="1000" y="1015"/>
                </a:lnTo>
                <a:lnTo>
                  <a:pt x="1008" y="1019"/>
                </a:lnTo>
                <a:lnTo>
                  <a:pt x="1014" y="1025"/>
                </a:lnTo>
                <a:lnTo>
                  <a:pt x="1015" y="1031"/>
                </a:lnTo>
                <a:lnTo>
                  <a:pt x="1017" y="1038"/>
                </a:lnTo>
                <a:lnTo>
                  <a:pt x="1015" y="1046"/>
                </a:lnTo>
                <a:lnTo>
                  <a:pt x="1014" y="1051"/>
                </a:lnTo>
                <a:lnTo>
                  <a:pt x="1008" y="1057"/>
                </a:lnTo>
                <a:lnTo>
                  <a:pt x="1000" y="1061"/>
                </a:lnTo>
                <a:lnTo>
                  <a:pt x="995" y="1063"/>
                </a:lnTo>
                <a:lnTo>
                  <a:pt x="987" y="1061"/>
                </a:lnTo>
                <a:lnTo>
                  <a:pt x="980" y="1057"/>
                </a:lnTo>
                <a:lnTo>
                  <a:pt x="974" y="1051"/>
                </a:lnTo>
                <a:lnTo>
                  <a:pt x="972" y="1046"/>
                </a:lnTo>
                <a:lnTo>
                  <a:pt x="970" y="1038"/>
                </a:lnTo>
                <a:lnTo>
                  <a:pt x="972" y="1031"/>
                </a:lnTo>
                <a:lnTo>
                  <a:pt x="974" y="1025"/>
                </a:lnTo>
                <a:lnTo>
                  <a:pt x="980" y="1019"/>
                </a:lnTo>
                <a:lnTo>
                  <a:pt x="987" y="1015"/>
                </a:lnTo>
                <a:lnTo>
                  <a:pt x="995" y="1014"/>
                </a:lnTo>
                <a:close/>
                <a:moveTo>
                  <a:pt x="393" y="1014"/>
                </a:moveTo>
                <a:lnTo>
                  <a:pt x="401" y="1014"/>
                </a:lnTo>
                <a:lnTo>
                  <a:pt x="408" y="1017"/>
                </a:lnTo>
                <a:lnTo>
                  <a:pt x="414" y="1023"/>
                </a:lnTo>
                <a:lnTo>
                  <a:pt x="416" y="1031"/>
                </a:lnTo>
                <a:lnTo>
                  <a:pt x="418" y="1038"/>
                </a:lnTo>
                <a:lnTo>
                  <a:pt x="416" y="1046"/>
                </a:lnTo>
                <a:lnTo>
                  <a:pt x="414" y="1051"/>
                </a:lnTo>
                <a:lnTo>
                  <a:pt x="408" y="1057"/>
                </a:lnTo>
                <a:lnTo>
                  <a:pt x="401" y="1061"/>
                </a:lnTo>
                <a:lnTo>
                  <a:pt x="393" y="1063"/>
                </a:lnTo>
                <a:lnTo>
                  <a:pt x="386" y="1061"/>
                </a:lnTo>
                <a:lnTo>
                  <a:pt x="378" y="1057"/>
                </a:lnTo>
                <a:lnTo>
                  <a:pt x="374" y="1051"/>
                </a:lnTo>
                <a:lnTo>
                  <a:pt x="371" y="1046"/>
                </a:lnTo>
                <a:lnTo>
                  <a:pt x="369" y="1038"/>
                </a:lnTo>
                <a:lnTo>
                  <a:pt x="371" y="1031"/>
                </a:lnTo>
                <a:lnTo>
                  <a:pt x="374" y="1023"/>
                </a:lnTo>
                <a:lnTo>
                  <a:pt x="378" y="1017"/>
                </a:lnTo>
                <a:lnTo>
                  <a:pt x="386" y="1014"/>
                </a:lnTo>
                <a:lnTo>
                  <a:pt x="393" y="1014"/>
                </a:lnTo>
                <a:close/>
                <a:moveTo>
                  <a:pt x="1384" y="970"/>
                </a:moveTo>
                <a:lnTo>
                  <a:pt x="1384" y="1065"/>
                </a:lnTo>
                <a:lnTo>
                  <a:pt x="1382" y="1091"/>
                </a:lnTo>
                <a:lnTo>
                  <a:pt x="1373" y="1112"/>
                </a:lnTo>
                <a:lnTo>
                  <a:pt x="1361" y="1127"/>
                </a:lnTo>
                <a:lnTo>
                  <a:pt x="1346" y="1138"/>
                </a:lnTo>
                <a:lnTo>
                  <a:pt x="1333" y="1146"/>
                </a:lnTo>
                <a:lnTo>
                  <a:pt x="1318" y="1150"/>
                </a:lnTo>
                <a:lnTo>
                  <a:pt x="1307" y="1152"/>
                </a:lnTo>
                <a:lnTo>
                  <a:pt x="1297" y="1154"/>
                </a:lnTo>
                <a:lnTo>
                  <a:pt x="1295" y="1154"/>
                </a:lnTo>
                <a:lnTo>
                  <a:pt x="1201" y="1154"/>
                </a:lnTo>
                <a:lnTo>
                  <a:pt x="1201" y="1061"/>
                </a:lnTo>
                <a:lnTo>
                  <a:pt x="1201" y="1057"/>
                </a:lnTo>
                <a:lnTo>
                  <a:pt x="1203" y="1050"/>
                </a:lnTo>
                <a:lnTo>
                  <a:pt x="1205" y="1038"/>
                </a:lnTo>
                <a:lnTo>
                  <a:pt x="1210" y="1023"/>
                </a:lnTo>
                <a:lnTo>
                  <a:pt x="1218" y="1008"/>
                </a:lnTo>
                <a:lnTo>
                  <a:pt x="1229" y="995"/>
                </a:lnTo>
                <a:lnTo>
                  <a:pt x="1246" y="983"/>
                </a:lnTo>
                <a:lnTo>
                  <a:pt x="1267" y="974"/>
                </a:lnTo>
                <a:lnTo>
                  <a:pt x="1295" y="972"/>
                </a:lnTo>
                <a:lnTo>
                  <a:pt x="1384" y="970"/>
                </a:lnTo>
                <a:close/>
                <a:moveTo>
                  <a:pt x="2" y="970"/>
                </a:moveTo>
                <a:lnTo>
                  <a:pt x="93" y="972"/>
                </a:lnTo>
                <a:lnTo>
                  <a:pt x="119" y="974"/>
                </a:lnTo>
                <a:lnTo>
                  <a:pt x="140" y="983"/>
                </a:lnTo>
                <a:lnTo>
                  <a:pt x="157" y="995"/>
                </a:lnTo>
                <a:lnTo>
                  <a:pt x="168" y="1008"/>
                </a:lnTo>
                <a:lnTo>
                  <a:pt x="176" y="1023"/>
                </a:lnTo>
                <a:lnTo>
                  <a:pt x="182" y="1038"/>
                </a:lnTo>
                <a:lnTo>
                  <a:pt x="185" y="1050"/>
                </a:lnTo>
                <a:lnTo>
                  <a:pt x="185" y="1057"/>
                </a:lnTo>
                <a:lnTo>
                  <a:pt x="185" y="1061"/>
                </a:lnTo>
                <a:lnTo>
                  <a:pt x="185" y="1154"/>
                </a:lnTo>
                <a:lnTo>
                  <a:pt x="91" y="1154"/>
                </a:lnTo>
                <a:lnTo>
                  <a:pt x="89" y="1154"/>
                </a:lnTo>
                <a:lnTo>
                  <a:pt x="79" y="1152"/>
                </a:lnTo>
                <a:lnTo>
                  <a:pt x="68" y="1150"/>
                </a:lnTo>
                <a:lnTo>
                  <a:pt x="55" y="1146"/>
                </a:lnTo>
                <a:lnTo>
                  <a:pt x="40" y="1138"/>
                </a:lnTo>
                <a:lnTo>
                  <a:pt x="25" y="1127"/>
                </a:lnTo>
                <a:lnTo>
                  <a:pt x="13" y="1112"/>
                </a:lnTo>
                <a:lnTo>
                  <a:pt x="6" y="1091"/>
                </a:lnTo>
                <a:lnTo>
                  <a:pt x="2" y="1065"/>
                </a:lnTo>
                <a:lnTo>
                  <a:pt x="2" y="970"/>
                </a:lnTo>
                <a:close/>
                <a:moveTo>
                  <a:pt x="393" y="925"/>
                </a:moveTo>
                <a:lnTo>
                  <a:pt x="401" y="927"/>
                </a:lnTo>
                <a:lnTo>
                  <a:pt x="407" y="928"/>
                </a:lnTo>
                <a:lnTo>
                  <a:pt x="412" y="934"/>
                </a:lnTo>
                <a:lnTo>
                  <a:pt x="416" y="940"/>
                </a:lnTo>
                <a:lnTo>
                  <a:pt x="416" y="947"/>
                </a:lnTo>
                <a:lnTo>
                  <a:pt x="416" y="955"/>
                </a:lnTo>
                <a:lnTo>
                  <a:pt x="412" y="961"/>
                </a:lnTo>
                <a:lnTo>
                  <a:pt x="407" y="966"/>
                </a:lnTo>
                <a:lnTo>
                  <a:pt x="401" y="970"/>
                </a:lnTo>
                <a:lnTo>
                  <a:pt x="393" y="970"/>
                </a:lnTo>
                <a:lnTo>
                  <a:pt x="386" y="970"/>
                </a:lnTo>
                <a:lnTo>
                  <a:pt x="380" y="966"/>
                </a:lnTo>
                <a:lnTo>
                  <a:pt x="374" y="961"/>
                </a:lnTo>
                <a:lnTo>
                  <a:pt x="373" y="955"/>
                </a:lnTo>
                <a:lnTo>
                  <a:pt x="371" y="947"/>
                </a:lnTo>
                <a:lnTo>
                  <a:pt x="373" y="940"/>
                </a:lnTo>
                <a:lnTo>
                  <a:pt x="374" y="934"/>
                </a:lnTo>
                <a:lnTo>
                  <a:pt x="380" y="928"/>
                </a:lnTo>
                <a:lnTo>
                  <a:pt x="386" y="927"/>
                </a:lnTo>
                <a:lnTo>
                  <a:pt x="393" y="925"/>
                </a:lnTo>
                <a:close/>
                <a:moveTo>
                  <a:pt x="993" y="923"/>
                </a:moveTo>
                <a:lnTo>
                  <a:pt x="1000" y="925"/>
                </a:lnTo>
                <a:lnTo>
                  <a:pt x="1006" y="928"/>
                </a:lnTo>
                <a:lnTo>
                  <a:pt x="1012" y="932"/>
                </a:lnTo>
                <a:lnTo>
                  <a:pt x="1015" y="940"/>
                </a:lnTo>
                <a:lnTo>
                  <a:pt x="1015" y="945"/>
                </a:lnTo>
                <a:lnTo>
                  <a:pt x="1015" y="953"/>
                </a:lnTo>
                <a:lnTo>
                  <a:pt x="1012" y="961"/>
                </a:lnTo>
                <a:lnTo>
                  <a:pt x="1006" y="964"/>
                </a:lnTo>
                <a:lnTo>
                  <a:pt x="1000" y="968"/>
                </a:lnTo>
                <a:lnTo>
                  <a:pt x="993" y="970"/>
                </a:lnTo>
                <a:lnTo>
                  <a:pt x="985" y="968"/>
                </a:lnTo>
                <a:lnTo>
                  <a:pt x="980" y="964"/>
                </a:lnTo>
                <a:lnTo>
                  <a:pt x="974" y="961"/>
                </a:lnTo>
                <a:lnTo>
                  <a:pt x="972" y="953"/>
                </a:lnTo>
                <a:lnTo>
                  <a:pt x="970" y="945"/>
                </a:lnTo>
                <a:lnTo>
                  <a:pt x="972" y="940"/>
                </a:lnTo>
                <a:lnTo>
                  <a:pt x="974" y="932"/>
                </a:lnTo>
                <a:lnTo>
                  <a:pt x="980" y="928"/>
                </a:lnTo>
                <a:lnTo>
                  <a:pt x="985" y="925"/>
                </a:lnTo>
                <a:lnTo>
                  <a:pt x="993" y="923"/>
                </a:lnTo>
                <a:close/>
                <a:moveTo>
                  <a:pt x="393" y="367"/>
                </a:moveTo>
                <a:lnTo>
                  <a:pt x="401" y="369"/>
                </a:lnTo>
                <a:lnTo>
                  <a:pt x="408" y="370"/>
                </a:lnTo>
                <a:lnTo>
                  <a:pt x="414" y="376"/>
                </a:lnTo>
                <a:lnTo>
                  <a:pt x="416" y="384"/>
                </a:lnTo>
                <a:lnTo>
                  <a:pt x="418" y="391"/>
                </a:lnTo>
                <a:lnTo>
                  <a:pt x="416" y="399"/>
                </a:lnTo>
                <a:lnTo>
                  <a:pt x="414" y="406"/>
                </a:lnTo>
                <a:lnTo>
                  <a:pt x="408" y="410"/>
                </a:lnTo>
                <a:lnTo>
                  <a:pt x="401" y="414"/>
                </a:lnTo>
                <a:lnTo>
                  <a:pt x="393" y="416"/>
                </a:lnTo>
                <a:lnTo>
                  <a:pt x="386" y="414"/>
                </a:lnTo>
                <a:lnTo>
                  <a:pt x="378" y="410"/>
                </a:lnTo>
                <a:lnTo>
                  <a:pt x="374" y="406"/>
                </a:lnTo>
                <a:lnTo>
                  <a:pt x="371" y="399"/>
                </a:lnTo>
                <a:lnTo>
                  <a:pt x="369" y="391"/>
                </a:lnTo>
                <a:lnTo>
                  <a:pt x="371" y="384"/>
                </a:lnTo>
                <a:lnTo>
                  <a:pt x="374" y="376"/>
                </a:lnTo>
                <a:lnTo>
                  <a:pt x="378" y="370"/>
                </a:lnTo>
                <a:lnTo>
                  <a:pt x="386" y="369"/>
                </a:lnTo>
                <a:lnTo>
                  <a:pt x="393" y="367"/>
                </a:lnTo>
                <a:close/>
                <a:moveTo>
                  <a:pt x="995" y="365"/>
                </a:moveTo>
                <a:lnTo>
                  <a:pt x="1004" y="367"/>
                </a:lnTo>
                <a:lnTo>
                  <a:pt x="1012" y="370"/>
                </a:lnTo>
                <a:lnTo>
                  <a:pt x="1015" y="376"/>
                </a:lnTo>
                <a:lnTo>
                  <a:pt x="1019" y="384"/>
                </a:lnTo>
                <a:lnTo>
                  <a:pt x="1021" y="391"/>
                </a:lnTo>
                <a:lnTo>
                  <a:pt x="1019" y="399"/>
                </a:lnTo>
                <a:lnTo>
                  <a:pt x="1015" y="406"/>
                </a:lnTo>
                <a:lnTo>
                  <a:pt x="1012" y="412"/>
                </a:lnTo>
                <a:lnTo>
                  <a:pt x="1004" y="416"/>
                </a:lnTo>
                <a:lnTo>
                  <a:pt x="995" y="418"/>
                </a:lnTo>
                <a:lnTo>
                  <a:pt x="987" y="416"/>
                </a:lnTo>
                <a:lnTo>
                  <a:pt x="980" y="412"/>
                </a:lnTo>
                <a:lnTo>
                  <a:pt x="974" y="406"/>
                </a:lnTo>
                <a:lnTo>
                  <a:pt x="970" y="399"/>
                </a:lnTo>
                <a:lnTo>
                  <a:pt x="970" y="391"/>
                </a:lnTo>
                <a:lnTo>
                  <a:pt x="970" y="384"/>
                </a:lnTo>
                <a:lnTo>
                  <a:pt x="974" y="376"/>
                </a:lnTo>
                <a:lnTo>
                  <a:pt x="980" y="370"/>
                </a:lnTo>
                <a:lnTo>
                  <a:pt x="987" y="367"/>
                </a:lnTo>
                <a:lnTo>
                  <a:pt x="995" y="365"/>
                </a:lnTo>
                <a:close/>
                <a:moveTo>
                  <a:pt x="993" y="276"/>
                </a:moveTo>
                <a:lnTo>
                  <a:pt x="1000" y="276"/>
                </a:lnTo>
                <a:lnTo>
                  <a:pt x="1008" y="280"/>
                </a:lnTo>
                <a:lnTo>
                  <a:pt x="1014" y="285"/>
                </a:lnTo>
                <a:lnTo>
                  <a:pt x="1015" y="291"/>
                </a:lnTo>
                <a:lnTo>
                  <a:pt x="1017" y="301"/>
                </a:lnTo>
                <a:lnTo>
                  <a:pt x="1015" y="308"/>
                </a:lnTo>
                <a:lnTo>
                  <a:pt x="1014" y="314"/>
                </a:lnTo>
                <a:lnTo>
                  <a:pt x="1008" y="319"/>
                </a:lnTo>
                <a:lnTo>
                  <a:pt x="1000" y="323"/>
                </a:lnTo>
                <a:lnTo>
                  <a:pt x="993" y="325"/>
                </a:lnTo>
                <a:lnTo>
                  <a:pt x="985" y="323"/>
                </a:lnTo>
                <a:lnTo>
                  <a:pt x="978" y="319"/>
                </a:lnTo>
                <a:lnTo>
                  <a:pt x="974" y="314"/>
                </a:lnTo>
                <a:lnTo>
                  <a:pt x="970" y="308"/>
                </a:lnTo>
                <a:lnTo>
                  <a:pt x="968" y="301"/>
                </a:lnTo>
                <a:lnTo>
                  <a:pt x="970" y="291"/>
                </a:lnTo>
                <a:lnTo>
                  <a:pt x="974" y="285"/>
                </a:lnTo>
                <a:lnTo>
                  <a:pt x="978" y="280"/>
                </a:lnTo>
                <a:lnTo>
                  <a:pt x="985" y="276"/>
                </a:lnTo>
                <a:lnTo>
                  <a:pt x="993" y="276"/>
                </a:lnTo>
                <a:close/>
                <a:moveTo>
                  <a:pt x="393" y="274"/>
                </a:moveTo>
                <a:lnTo>
                  <a:pt x="401" y="276"/>
                </a:lnTo>
                <a:lnTo>
                  <a:pt x="407" y="280"/>
                </a:lnTo>
                <a:lnTo>
                  <a:pt x="412" y="283"/>
                </a:lnTo>
                <a:lnTo>
                  <a:pt x="414" y="289"/>
                </a:lnTo>
                <a:lnTo>
                  <a:pt x="416" y="297"/>
                </a:lnTo>
                <a:lnTo>
                  <a:pt x="414" y="304"/>
                </a:lnTo>
                <a:lnTo>
                  <a:pt x="412" y="310"/>
                </a:lnTo>
                <a:lnTo>
                  <a:pt x="407" y="316"/>
                </a:lnTo>
                <a:lnTo>
                  <a:pt x="401" y="318"/>
                </a:lnTo>
                <a:lnTo>
                  <a:pt x="393" y="319"/>
                </a:lnTo>
                <a:lnTo>
                  <a:pt x="386" y="318"/>
                </a:lnTo>
                <a:lnTo>
                  <a:pt x="380" y="316"/>
                </a:lnTo>
                <a:lnTo>
                  <a:pt x="374" y="310"/>
                </a:lnTo>
                <a:lnTo>
                  <a:pt x="373" y="304"/>
                </a:lnTo>
                <a:lnTo>
                  <a:pt x="371" y="297"/>
                </a:lnTo>
                <a:lnTo>
                  <a:pt x="373" y="289"/>
                </a:lnTo>
                <a:lnTo>
                  <a:pt x="374" y="283"/>
                </a:lnTo>
                <a:lnTo>
                  <a:pt x="380" y="280"/>
                </a:lnTo>
                <a:lnTo>
                  <a:pt x="386" y="276"/>
                </a:lnTo>
                <a:lnTo>
                  <a:pt x="393" y="274"/>
                </a:lnTo>
                <a:close/>
                <a:moveTo>
                  <a:pt x="1273" y="231"/>
                </a:moveTo>
                <a:lnTo>
                  <a:pt x="1265" y="231"/>
                </a:lnTo>
                <a:lnTo>
                  <a:pt x="1257" y="234"/>
                </a:lnTo>
                <a:lnTo>
                  <a:pt x="1254" y="240"/>
                </a:lnTo>
                <a:lnTo>
                  <a:pt x="1250" y="246"/>
                </a:lnTo>
                <a:lnTo>
                  <a:pt x="1248" y="253"/>
                </a:lnTo>
                <a:lnTo>
                  <a:pt x="1250" y="261"/>
                </a:lnTo>
                <a:lnTo>
                  <a:pt x="1254" y="266"/>
                </a:lnTo>
                <a:lnTo>
                  <a:pt x="1257" y="272"/>
                </a:lnTo>
                <a:lnTo>
                  <a:pt x="1265" y="276"/>
                </a:lnTo>
                <a:lnTo>
                  <a:pt x="1273" y="276"/>
                </a:lnTo>
                <a:lnTo>
                  <a:pt x="1278" y="276"/>
                </a:lnTo>
                <a:lnTo>
                  <a:pt x="1286" y="272"/>
                </a:lnTo>
                <a:lnTo>
                  <a:pt x="1290" y="266"/>
                </a:lnTo>
                <a:lnTo>
                  <a:pt x="1293" y="261"/>
                </a:lnTo>
                <a:lnTo>
                  <a:pt x="1295" y="253"/>
                </a:lnTo>
                <a:lnTo>
                  <a:pt x="1293" y="246"/>
                </a:lnTo>
                <a:lnTo>
                  <a:pt x="1290" y="240"/>
                </a:lnTo>
                <a:lnTo>
                  <a:pt x="1286" y="234"/>
                </a:lnTo>
                <a:lnTo>
                  <a:pt x="1278" y="231"/>
                </a:lnTo>
                <a:lnTo>
                  <a:pt x="1273" y="231"/>
                </a:lnTo>
                <a:close/>
                <a:moveTo>
                  <a:pt x="115" y="231"/>
                </a:moveTo>
                <a:lnTo>
                  <a:pt x="108" y="231"/>
                </a:lnTo>
                <a:lnTo>
                  <a:pt x="100" y="234"/>
                </a:lnTo>
                <a:lnTo>
                  <a:pt x="96" y="240"/>
                </a:lnTo>
                <a:lnTo>
                  <a:pt x="93" y="246"/>
                </a:lnTo>
                <a:lnTo>
                  <a:pt x="91" y="253"/>
                </a:lnTo>
                <a:lnTo>
                  <a:pt x="93" y="261"/>
                </a:lnTo>
                <a:lnTo>
                  <a:pt x="96" y="266"/>
                </a:lnTo>
                <a:lnTo>
                  <a:pt x="100" y="272"/>
                </a:lnTo>
                <a:lnTo>
                  <a:pt x="108" y="276"/>
                </a:lnTo>
                <a:lnTo>
                  <a:pt x="115" y="276"/>
                </a:lnTo>
                <a:lnTo>
                  <a:pt x="123" y="276"/>
                </a:lnTo>
                <a:lnTo>
                  <a:pt x="129" y="272"/>
                </a:lnTo>
                <a:lnTo>
                  <a:pt x="134" y="266"/>
                </a:lnTo>
                <a:lnTo>
                  <a:pt x="136" y="261"/>
                </a:lnTo>
                <a:lnTo>
                  <a:pt x="138" y="253"/>
                </a:lnTo>
                <a:lnTo>
                  <a:pt x="136" y="246"/>
                </a:lnTo>
                <a:lnTo>
                  <a:pt x="134" y="240"/>
                </a:lnTo>
                <a:lnTo>
                  <a:pt x="129" y="234"/>
                </a:lnTo>
                <a:lnTo>
                  <a:pt x="123" y="231"/>
                </a:lnTo>
                <a:lnTo>
                  <a:pt x="115" y="231"/>
                </a:lnTo>
                <a:close/>
                <a:moveTo>
                  <a:pt x="925" y="229"/>
                </a:moveTo>
                <a:lnTo>
                  <a:pt x="925" y="1108"/>
                </a:lnTo>
                <a:lnTo>
                  <a:pt x="1065" y="1108"/>
                </a:lnTo>
                <a:lnTo>
                  <a:pt x="1065" y="229"/>
                </a:lnTo>
                <a:lnTo>
                  <a:pt x="925" y="229"/>
                </a:lnTo>
                <a:close/>
                <a:moveTo>
                  <a:pt x="323" y="229"/>
                </a:moveTo>
                <a:lnTo>
                  <a:pt x="323" y="1108"/>
                </a:lnTo>
                <a:lnTo>
                  <a:pt x="463" y="1108"/>
                </a:lnTo>
                <a:lnTo>
                  <a:pt x="463" y="229"/>
                </a:lnTo>
                <a:lnTo>
                  <a:pt x="323" y="229"/>
                </a:lnTo>
                <a:close/>
                <a:moveTo>
                  <a:pt x="1201" y="185"/>
                </a:moveTo>
                <a:lnTo>
                  <a:pt x="1295" y="185"/>
                </a:lnTo>
                <a:lnTo>
                  <a:pt x="1297" y="185"/>
                </a:lnTo>
                <a:lnTo>
                  <a:pt x="1307" y="187"/>
                </a:lnTo>
                <a:lnTo>
                  <a:pt x="1318" y="189"/>
                </a:lnTo>
                <a:lnTo>
                  <a:pt x="1333" y="193"/>
                </a:lnTo>
                <a:lnTo>
                  <a:pt x="1346" y="200"/>
                </a:lnTo>
                <a:lnTo>
                  <a:pt x="1361" y="212"/>
                </a:lnTo>
                <a:lnTo>
                  <a:pt x="1373" y="227"/>
                </a:lnTo>
                <a:lnTo>
                  <a:pt x="1382" y="248"/>
                </a:lnTo>
                <a:lnTo>
                  <a:pt x="1384" y="276"/>
                </a:lnTo>
                <a:lnTo>
                  <a:pt x="1384" y="365"/>
                </a:lnTo>
                <a:lnTo>
                  <a:pt x="1295" y="369"/>
                </a:lnTo>
                <a:lnTo>
                  <a:pt x="1267" y="365"/>
                </a:lnTo>
                <a:lnTo>
                  <a:pt x="1246" y="357"/>
                </a:lnTo>
                <a:lnTo>
                  <a:pt x="1229" y="344"/>
                </a:lnTo>
                <a:lnTo>
                  <a:pt x="1218" y="331"/>
                </a:lnTo>
                <a:lnTo>
                  <a:pt x="1210" y="316"/>
                </a:lnTo>
                <a:lnTo>
                  <a:pt x="1205" y="301"/>
                </a:lnTo>
                <a:lnTo>
                  <a:pt x="1203" y="289"/>
                </a:lnTo>
                <a:lnTo>
                  <a:pt x="1201" y="282"/>
                </a:lnTo>
                <a:lnTo>
                  <a:pt x="1201" y="278"/>
                </a:lnTo>
                <a:lnTo>
                  <a:pt x="1201" y="185"/>
                </a:lnTo>
                <a:close/>
                <a:moveTo>
                  <a:pt x="91" y="185"/>
                </a:moveTo>
                <a:lnTo>
                  <a:pt x="185" y="185"/>
                </a:lnTo>
                <a:lnTo>
                  <a:pt x="185" y="278"/>
                </a:lnTo>
                <a:lnTo>
                  <a:pt x="185" y="282"/>
                </a:lnTo>
                <a:lnTo>
                  <a:pt x="185" y="289"/>
                </a:lnTo>
                <a:lnTo>
                  <a:pt x="182" y="301"/>
                </a:lnTo>
                <a:lnTo>
                  <a:pt x="176" y="316"/>
                </a:lnTo>
                <a:lnTo>
                  <a:pt x="168" y="331"/>
                </a:lnTo>
                <a:lnTo>
                  <a:pt x="157" y="344"/>
                </a:lnTo>
                <a:lnTo>
                  <a:pt x="140" y="357"/>
                </a:lnTo>
                <a:lnTo>
                  <a:pt x="119" y="365"/>
                </a:lnTo>
                <a:lnTo>
                  <a:pt x="93" y="369"/>
                </a:lnTo>
                <a:lnTo>
                  <a:pt x="2" y="367"/>
                </a:lnTo>
                <a:lnTo>
                  <a:pt x="2" y="276"/>
                </a:lnTo>
                <a:lnTo>
                  <a:pt x="6" y="248"/>
                </a:lnTo>
                <a:lnTo>
                  <a:pt x="13" y="227"/>
                </a:lnTo>
                <a:lnTo>
                  <a:pt x="25" y="212"/>
                </a:lnTo>
                <a:lnTo>
                  <a:pt x="40" y="200"/>
                </a:lnTo>
                <a:lnTo>
                  <a:pt x="55" y="193"/>
                </a:lnTo>
                <a:lnTo>
                  <a:pt x="68" y="189"/>
                </a:lnTo>
                <a:lnTo>
                  <a:pt x="79" y="187"/>
                </a:lnTo>
                <a:lnTo>
                  <a:pt x="89" y="185"/>
                </a:lnTo>
                <a:lnTo>
                  <a:pt x="91" y="185"/>
                </a:lnTo>
                <a:close/>
                <a:moveTo>
                  <a:pt x="599" y="91"/>
                </a:moveTo>
                <a:lnTo>
                  <a:pt x="598" y="91"/>
                </a:lnTo>
                <a:lnTo>
                  <a:pt x="588" y="92"/>
                </a:lnTo>
                <a:lnTo>
                  <a:pt x="577" y="96"/>
                </a:lnTo>
                <a:lnTo>
                  <a:pt x="565" y="104"/>
                </a:lnTo>
                <a:lnTo>
                  <a:pt x="558" y="117"/>
                </a:lnTo>
                <a:lnTo>
                  <a:pt x="554" y="134"/>
                </a:lnTo>
                <a:lnTo>
                  <a:pt x="554" y="183"/>
                </a:lnTo>
                <a:lnTo>
                  <a:pt x="832" y="183"/>
                </a:lnTo>
                <a:lnTo>
                  <a:pt x="832" y="140"/>
                </a:lnTo>
                <a:lnTo>
                  <a:pt x="832" y="138"/>
                </a:lnTo>
                <a:lnTo>
                  <a:pt x="832" y="130"/>
                </a:lnTo>
                <a:lnTo>
                  <a:pt x="830" y="121"/>
                </a:lnTo>
                <a:lnTo>
                  <a:pt x="824" y="109"/>
                </a:lnTo>
                <a:lnTo>
                  <a:pt x="817" y="100"/>
                </a:lnTo>
                <a:lnTo>
                  <a:pt x="804" y="92"/>
                </a:lnTo>
                <a:lnTo>
                  <a:pt x="787" y="91"/>
                </a:lnTo>
                <a:lnTo>
                  <a:pt x="599" y="91"/>
                </a:lnTo>
                <a:close/>
                <a:moveTo>
                  <a:pt x="838" y="0"/>
                </a:moveTo>
                <a:lnTo>
                  <a:pt x="845" y="2"/>
                </a:lnTo>
                <a:lnTo>
                  <a:pt x="857" y="2"/>
                </a:lnTo>
                <a:lnTo>
                  <a:pt x="872" y="7"/>
                </a:lnTo>
                <a:lnTo>
                  <a:pt x="887" y="13"/>
                </a:lnTo>
                <a:lnTo>
                  <a:pt x="900" y="24"/>
                </a:lnTo>
                <a:lnTo>
                  <a:pt x="911" y="39"/>
                </a:lnTo>
                <a:lnTo>
                  <a:pt x="921" y="62"/>
                </a:lnTo>
                <a:lnTo>
                  <a:pt x="923" y="91"/>
                </a:lnTo>
                <a:lnTo>
                  <a:pt x="923" y="183"/>
                </a:lnTo>
                <a:lnTo>
                  <a:pt x="1153" y="183"/>
                </a:lnTo>
                <a:lnTo>
                  <a:pt x="1155" y="323"/>
                </a:lnTo>
                <a:lnTo>
                  <a:pt x="1157" y="325"/>
                </a:lnTo>
                <a:lnTo>
                  <a:pt x="1157" y="335"/>
                </a:lnTo>
                <a:lnTo>
                  <a:pt x="1159" y="346"/>
                </a:lnTo>
                <a:lnTo>
                  <a:pt x="1165" y="361"/>
                </a:lnTo>
                <a:lnTo>
                  <a:pt x="1172" y="376"/>
                </a:lnTo>
                <a:lnTo>
                  <a:pt x="1184" y="391"/>
                </a:lnTo>
                <a:lnTo>
                  <a:pt x="1199" y="403"/>
                </a:lnTo>
                <a:lnTo>
                  <a:pt x="1222" y="412"/>
                </a:lnTo>
                <a:lnTo>
                  <a:pt x="1248" y="416"/>
                </a:lnTo>
                <a:lnTo>
                  <a:pt x="1388" y="416"/>
                </a:lnTo>
                <a:lnTo>
                  <a:pt x="1388" y="925"/>
                </a:lnTo>
                <a:lnTo>
                  <a:pt x="1248" y="925"/>
                </a:lnTo>
                <a:lnTo>
                  <a:pt x="1220" y="927"/>
                </a:lnTo>
                <a:lnTo>
                  <a:pt x="1197" y="936"/>
                </a:lnTo>
                <a:lnTo>
                  <a:pt x="1182" y="947"/>
                </a:lnTo>
                <a:lnTo>
                  <a:pt x="1171" y="963"/>
                </a:lnTo>
                <a:lnTo>
                  <a:pt x="1163" y="978"/>
                </a:lnTo>
                <a:lnTo>
                  <a:pt x="1157" y="991"/>
                </a:lnTo>
                <a:lnTo>
                  <a:pt x="1155" y="1004"/>
                </a:lnTo>
                <a:lnTo>
                  <a:pt x="1155" y="1012"/>
                </a:lnTo>
                <a:lnTo>
                  <a:pt x="1155" y="1015"/>
                </a:lnTo>
                <a:lnTo>
                  <a:pt x="1155" y="1152"/>
                </a:lnTo>
                <a:lnTo>
                  <a:pt x="233" y="1154"/>
                </a:lnTo>
                <a:lnTo>
                  <a:pt x="233" y="1015"/>
                </a:lnTo>
                <a:lnTo>
                  <a:pt x="229" y="989"/>
                </a:lnTo>
                <a:lnTo>
                  <a:pt x="221" y="966"/>
                </a:lnTo>
                <a:lnTo>
                  <a:pt x="208" y="951"/>
                </a:lnTo>
                <a:lnTo>
                  <a:pt x="193" y="938"/>
                </a:lnTo>
                <a:lnTo>
                  <a:pt x="178" y="930"/>
                </a:lnTo>
                <a:lnTo>
                  <a:pt x="165" y="927"/>
                </a:lnTo>
                <a:lnTo>
                  <a:pt x="151" y="923"/>
                </a:lnTo>
                <a:lnTo>
                  <a:pt x="142" y="923"/>
                </a:lnTo>
                <a:lnTo>
                  <a:pt x="140" y="923"/>
                </a:lnTo>
                <a:lnTo>
                  <a:pt x="0" y="923"/>
                </a:lnTo>
                <a:lnTo>
                  <a:pt x="0" y="416"/>
                </a:lnTo>
                <a:lnTo>
                  <a:pt x="138" y="416"/>
                </a:lnTo>
                <a:lnTo>
                  <a:pt x="166" y="412"/>
                </a:lnTo>
                <a:lnTo>
                  <a:pt x="189" y="405"/>
                </a:lnTo>
                <a:lnTo>
                  <a:pt x="206" y="391"/>
                </a:lnTo>
                <a:lnTo>
                  <a:pt x="217" y="378"/>
                </a:lnTo>
                <a:lnTo>
                  <a:pt x="225" y="363"/>
                </a:lnTo>
                <a:lnTo>
                  <a:pt x="229" y="350"/>
                </a:lnTo>
                <a:lnTo>
                  <a:pt x="231" y="336"/>
                </a:lnTo>
                <a:lnTo>
                  <a:pt x="233" y="329"/>
                </a:lnTo>
                <a:lnTo>
                  <a:pt x="233" y="325"/>
                </a:lnTo>
                <a:lnTo>
                  <a:pt x="233" y="183"/>
                </a:lnTo>
                <a:lnTo>
                  <a:pt x="463" y="183"/>
                </a:lnTo>
                <a:lnTo>
                  <a:pt x="463" y="92"/>
                </a:lnTo>
                <a:lnTo>
                  <a:pt x="463" y="89"/>
                </a:lnTo>
                <a:lnTo>
                  <a:pt x="463" y="79"/>
                </a:lnTo>
                <a:lnTo>
                  <a:pt x="467" y="68"/>
                </a:lnTo>
                <a:lnTo>
                  <a:pt x="473" y="53"/>
                </a:lnTo>
                <a:lnTo>
                  <a:pt x="480" y="38"/>
                </a:lnTo>
                <a:lnTo>
                  <a:pt x="492" y="24"/>
                </a:lnTo>
                <a:lnTo>
                  <a:pt x="507" y="11"/>
                </a:lnTo>
                <a:lnTo>
                  <a:pt x="528" y="4"/>
                </a:lnTo>
                <a:lnTo>
                  <a:pt x="554" y="0"/>
                </a:lnTo>
                <a:lnTo>
                  <a:pt x="834" y="0"/>
                </a:lnTo>
                <a:lnTo>
                  <a:pt x="8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864768" y="2889000"/>
            <a:ext cx="799683" cy="1080000"/>
          </a:xfrm>
          <a:custGeom>
            <a:avLst/>
            <a:gdLst>
              <a:gd name="T0" fmla="*/ 565 w 1027"/>
              <a:gd name="T1" fmla="*/ 100 h 1387"/>
              <a:gd name="T2" fmla="*/ 573 w 1027"/>
              <a:gd name="T3" fmla="*/ 127 h 1387"/>
              <a:gd name="T4" fmla="*/ 461 w 1027"/>
              <a:gd name="T5" fmla="*/ 146 h 1387"/>
              <a:gd name="T6" fmla="*/ 340 w 1027"/>
              <a:gd name="T7" fmla="*/ 227 h 1387"/>
              <a:gd name="T8" fmla="*/ 270 w 1027"/>
              <a:gd name="T9" fmla="*/ 401 h 1387"/>
              <a:gd name="T10" fmla="*/ 225 w 1027"/>
              <a:gd name="T11" fmla="*/ 447 h 1387"/>
              <a:gd name="T12" fmla="*/ 229 w 1027"/>
              <a:gd name="T13" fmla="*/ 397 h 1387"/>
              <a:gd name="T14" fmla="*/ 255 w 1027"/>
              <a:gd name="T15" fmla="*/ 284 h 1387"/>
              <a:gd name="T16" fmla="*/ 333 w 1027"/>
              <a:gd name="T17" fmla="*/ 165 h 1387"/>
              <a:gd name="T18" fmla="*/ 482 w 1027"/>
              <a:gd name="T19" fmla="*/ 93 h 1387"/>
              <a:gd name="T20" fmla="*/ 395 w 1027"/>
              <a:gd name="T21" fmla="*/ 57 h 1387"/>
              <a:gd name="T22" fmla="*/ 265 w 1027"/>
              <a:gd name="T23" fmla="*/ 157 h 1387"/>
              <a:gd name="T24" fmla="*/ 202 w 1027"/>
              <a:gd name="T25" fmla="*/ 305 h 1387"/>
              <a:gd name="T26" fmla="*/ 182 w 1027"/>
              <a:gd name="T27" fmla="*/ 435 h 1387"/>
              <a:gd name="T28" fmla="*/ 178 w 1027"/>
              <a:gd name="T29" fmla="*/ 492 h 1387"/>
              <a:gd name="T30" fmla="*/ 737 w 1027"/>
              <a:gd name="T31" fmla="*/ 295 h 1387"/>
              <a:gd name="T32" fmla="*/ 660 w 1027"/>
              <a:gd name="T33" fmla="*/ 134 h 1387"/>
              <a:gd name="T34" fmla="*/ 567 w 1027"/>
              <a:gd name="T35" fmla="*/ 63 h 1387"/>
              <a:gd name="T36" fmla="*/ 501 w 1027"/>
              <a:gd name="T37" fmla="*/ 42 h 1387"/>
              <a:gd name="T38" fmla="*/ 531 w 1027"/>
              <a:gd name="T39" fmla="*/ 4 h 1387"/>
              <a:gd name="T40" fmla="*/ 681 w 1027"/>
              <a:gd name="T41" fmla="*/ 83 h 1387"/>
              <a:gd name="T42" fmla="*/ 762 w 1027"/>
              <a:gd name="T43" fmla="*/ 227 h 1387"/>
              <a:gd name="T44" fmla="*/ 796 w 1027"/>
              <a:gd name="T45" fmla="*/ 377 h 1387"/>
              <a:gd name="T46" fmla="*/ 804 w 1027"/>
              <a:gd name="T47" fmla="*/ 477 h 1387"/>
              <a:gd name="T48" fmla="*/ 940 w 1027"/>
              <a:gd name="T49" fmla="*/ 447 h 1387"/>
              <a:gd name="T50" fmla="*/ 853 w 1027"/>
              <a:gd name="T51" fmla="*/ 396 h 1387"/>
              <a:gd name="T52" fmla="*/ 841 w 1027"/>
              <a:gd name="T53" fmla="*/ 263 h 1387"/>
              <a:gd name="T54" fmla="*/ 813 w 1027"/>
              <a:gd name="T55" fmla="*/ 197 h 1387"/>
              <a:gd name="T56" fmla="*/ 792 w 1027"/>
              <a:gd name="T57" fmla="*/ 142 h 1387"/>
              <a:gd name="T58" fmla="*/ 796 w 1027"/>
              <a:gd name="T59" fmla="*/ 131 h 1387"/>
              <a:gd name="T60" fmla="*/ 841 w 1027"/>
              <a:gd name="T61" fmla="*/ 161 h 1387"/>
              <a:gd name="T62" fmla="*/ 885 w 1027"/>
              <a:gd name="T63" fmla="*/ 284 h 1387"/>
              <a:gd name="T64" fmla="*/ 1000 w 1027"/>
              <a:gd name="T65" fmla="*/ 405 h 1387"/>
              <a:gd name="T66" fmla="*/ 1027 w 1027"/>
              <a:gd name="T67" fmla="*/ 439 h 1387"/>
              <a:gd name="T68" fmla="*/ 1025 w 1027"/>
              <a:gd name="T69" fmla="*/ 1213 h 1387"/>
              <a:gd name="T70" fmla="*/ 987 w 1027"/>
              <a:gd name="T71" fmla="*/ 1298 h 1387"/>
              <a:gd name="T72" fmla="*/ 915 w 1027"/>
              <a:gd name="T73" fmla="*/ 1381 h 1387"/>
              <a:gd name="T74" fmla="*/ 34 w 1027"/>
              <a:gd name="T75" fmla="*/ 1387 h 1387"/>
              <a:gd name="T76" fmla="*/ 4 w 1027"/>
              <a:gd name="T77" fmla="*/ 1358 h 1387"/>
              <a:gd name="T78" fmla="*/ 2 w 1027"/>
              <a:gd name="T79" fmla="*/ 528 h 1387"/>
              <a:gd name="T80" fmla="*/ 28 w 1027"/>
              <a:gd name="T81" fmla="*/ 494 h 1387"/>
              <a:gd name="T82" fmla="*/ 51 w 1027"/>
              <a:gd name="T83" fmla="*/ 456 h 1387"/>
              <a:gd name="T84" fmla="*/ 87 w 1027"/>
              <a:gd name="T85" fmla="*/ 403 h 1387"/>
              <a:gd name="T86" fmla="*/ 144 w 1027"/>
              <a:gd name="T87" fmla="*/ 354 h 1387"/>
              <a:gd name="T88" fmla="*/ 216 w 1027"/>
              <a:gd name="T89" fmla="*/ 159 h 1387"/>
              <a:gd name="T90" fmla="*/ 321 w 1027"/>
              <a:gd name="T91" fmla="*/ 53 h 1387"/>
              <a:gd name="T92" fmla="*/ 422 w 1027"/>
              <a:gd name="T93" fmla="*/ 10 h 1387"/>
              <a:gd name="T94" fmla="*/ 478 w 1027"/>
              <a:gd name="T95" fmla="*/ 0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27" h="1387">
                <a:moveTo>
                  <a:pt x="535" y="89"/>
                </a:moveTo>
                <a:lnTo>
                  <a:pt x="539" y="91"/>
                </a:lnTo>
                <a:lnTo>
                  <a:pt x="550" y="93"/>
                </a:lnTo>
                <a:lnTo>
                  <a:pt x="565" y="100"/>
                </a:lnTo>
                <a:lnTo>
                  <a:pt x="584" y="112"/>
                </a:lnTo>
                <a:lnTo>
                  <a:pt x="605" y="131"/>
                </a:lnTo>
                <a:lnTo>
                  <a:pt x="592" y="127"/>
                </a:lnTo>
                <a:lnTo>
                  <a:pt x="573" y="127"/>
                </a:lnTo>
                <a:lnTo>
                  <a:pt x="550" y="127"/>
                </a:lnTo>
                <a:lnTo>
                  <a:pt x="522" y="131"/>
                </a:lnTo>
                <a:lnTo>
                  <a:pt x="494" y="136"/>
                </a:lnTo>
                <a:lnTo>
                  <a:pt x="461" y="146"/>
                </a:lnTo>
                <a:lnTo>
                  <a:pt x="429" y="159"/>
                </a:lnTo>
                <a:lnTo>
                  <a:pt x="399" y="176"/>
                </a:lnTo>
                <a:lnTo>
                  <a:pt x="369" y="199"/>
                </a:lnTo>
                <a:lnTo>
                  <a:pt x="340" y="227"/>
                </a:lnTo>
                <a:lnTo>
                  <a:pt x="316" y="259"/>
                </a:lnTo>
                <a:lnTo>
                  <a:pt x="295" y="299"/>
                </a:lnTo>
                <a:lnTo>
                  <a:pt x="280" y="346"/>
                </a:lnTo>
                <a:lnTo>
                  <a:pt x="270" y="401"/>
                </a:lnTo>
                <a:lnTo>
                  <a:pt x="715" y="401"/>
                </a:lnTo>
                <a:lnTo>
                  <a:pt x="715" y="445"/>
                </a:lnTo>
                <a:lnTo>
                  <a:pt x="269" y="447"/>
                </a:lnTo>
                <a:lnTo>
                  <a:pt x="225" y="447"/>
                </a:lnTo>
                <a:lnTo>
                  <a:pt x="225" y="443"/>
                </a:lnTo>
                <a:lnTo>
                  <a:pt x="225" y="433"/>
                </a:lnTo>
                <a:lnTo>
                  <a:pt x="225" y="418"/>
                </a:lnTo>
                <a:lnTo>
                  <a:pt x="229" y="397"/>
                </a:lnTo>
                <a:lnTo>
                  <a:pt x="233" y="373"/>
                </a:lnTo>
                <a:lnTo>
                  <a:pt x="238" y="344"/>
                </a:lnTo>
                <a:lnTo>
                  <a:pt x="246" y="316"/>
                </a:lnTo>
                <a:lnTo>
                  <a:pt x="255" y="284"/>
                </a:lnTo>
                <a:lnTo>
                  <a:pt x="270" y="252"/>
                </a:lnTo>
                <a:lnTo>
                  <a:pt x="287" y="221"/>
                </a:lnTo>
                <a:lnTo>
                  <a:pt x="308" y="191"/>
                </a:lnTo>
                <a:lnTo>
                  <a:pt x="333" y="165"/>
                </a:lnTo>
                <a:lnTo>
                  <a:pt x="363" y="140"/>
                </a:lnTo>
                <a:lnTo>
                  <a:pt x="397" y="119"/>
                </a:lnTo>
                <a:lnTo>
                  <a:pt x="437" y="102"/>
                </a:lnTo>
                <a:lnTo>
                  <a:pt x="482" y="93"/>
                </a:lnTo>
                <a:lnTo>
                  <a:pt x="535" y="89"/>
                </a:lnTo>
                <a:close/>
                <a:moveTo>
                  <a:pt x="492" y="40"/>
                </a:moveTo>
                <a:lnTo>
                  <a:pt x="441" y="46"/>
                </a:lnTo>
                <a:lnTo>
                  <a:pt x="395" y="57"/>
                </a:lnTo>
                <a:lnTo>
                  <a:pt x="356" y="74"/>
                </a:lnTo>
                <a:lnTo>
                  <a:pt x="320" y="99"/>
                </a:lnTo>
                <a:lnTo>
                  <a:pt x="291" y="125"/>
                </a:lnTo>
                <a:lnTo>
                  <a:pt x="265" y="157"/>
                </a:lnTo>
                <a:lnTo>
                  <a:pt x="244" y="193"/>
                </a:lnTo>
                <a:lnTo>
                  <a:pt x="227" y="229"/>
                </a:lnTo>
                <a:lnTo>
                  <a:pt x="214" y="267"/>
                </a:lnTo>
                <a:lnTo>
                  <a:pt x="202" y="305"/>
                </a:lnTo>
                <a:lnTo>
                  <a:pt x="193" y="341"/>
                </a:lnTo>
                <a:lnTo>
                  <a:pt x="187" y="375"/>
                </a:lnTo>
                <a:lnTo>
                  <a:pt x="183" y="407"/>
                </a:lnTo>
                <a:lnTo>
                  <a:pt x="182" y="435"/>
                </a:lnTo>
                <a:lnTo>
                  <a:pt x="180" y="458"/>
                </a:lnTo>
                <a:lnTo>
                  <a:pt x="178" y="477"/>
                </a:lnTo>
                <a:lnTo>
                  <a:pt x="178" y="488"/>
                </a:lnTo>
                <a:lnTo>
                  <a:pt x="178" y="492"/>
                </a:lnTo>
                <a:lnTo>
                  <a:pt x="760" y="492"/>
                </a:lnTo>
                <a:lnTo>
                  <a:pt x="758" y="418"/>
                </a:lnTo>
                <a:lnTo>
                  <a:pt x="751" y="352"/>
                </a:lnTo>
                <a:lnTo>
                  <a:pt x="737" y="295"/>
                </a:lnTo>
                <a:lnTo>
                  <a:pt x="722" y="244"/>
                </a:lnTo>
                <a:lnTo>
                  <a:pt x="703" y="201"/>
                </a:lnTo>
                <a:lnTo>
                  <a:pt x="683" y="165"/>
                </a:lnTo>
                <a:lnTo>
                  <a:pt x="660" y="134"/>
                </a:lnTo>
                <a:lnTo>
                  <a:pt x="637" y="110"/>
                </a:lnTo>
                <a:lnTo>
                  <a:pt x="615" y="89"/>
                </a:lnTo>
                <a:lnTo>
                  <a:pt x="590" y="74"/>
                </a:lnTo>
                <a:lnTo>
                  <a:pt x="567" y="63"/>
                </a:lnTo>
                <a:lnTo>
                  <a:pt x="547" y="53"/>
                </a:lnTo>
                <a:lnTo>
                  <a:pt x="529" y="47"/>
                </a:lnTo>
                <a:lnTo>
                  <a:pt x="512" y="44"/>
                </a:lnTo>
                <a:lnTo>
                  <a:pt x="501" y="42"/>
                </a:lnTo>
                <a:lnTo>
                  <a:pt x="494" y="42"/>
                </a:lnTo>
                <a:lnTo>
                  <a:pt x="492" y="40"/>
                </a:lnTo>
                <a:close/>
                <a:moveTo>
                  <a:pt x="480" y="0"/>
                </a:moveTo>
                <a:lnTo>
                  <a:pt x="531" y="4"/>
                </a:lnTo>
                <a:lnTo>
                  <a:pt x="577" y="15"/>
                </a:lnTo>
                <a:lnTo>
                  <a:pt x="616" y="32"/>
                </a:lnTo>
                <a:lnTo>
                  <a:pt x="651" y="57"/>
                </a:lnTo>
                <a:lnTo>
                  <a:pt x="681" y="83"/>
                </a:lnTo>
                <a:lnTo>
                  <a:pt x="707" y="116"/>
                </a:lnTo>
                <a:lnTo>
                  <a:pt x="730" y="152"/>
                </a:lnTo>
                <a:lnTo>
                  <a:pt x="747" y="187"/>
                </a:lnTo>
                <a:lnTo>
                  <a:pt x="762" y="227"/>
                </a:lnTo>
                <a:lnTo>
                  <a:pt x="775" y="265"/>
                </a:lnTo>
                <a:lnTo>
                  <a:pt x="785" y="303"/>
                </a:lnTo>
                <a:lnTo>
                  <a:pt x="792" y="341"/>
                </a:lnTo>
                <a:lnTo>
                  <a:pt x="796" y="377"/>
                </a:lnTo>
                <a:lnTo>
                  <a:pt x="800" y="407"/>
                </a:lnTo>
                <a:lnTo>
                  <a:pt x="802" y="435"/>
                </a:lnTo>
                <a:lnTo>
                  <a:pt x="804" y="460"/>
                </a:lnTo>
                <a:lnTo>
                  <a:pt x="804" y="477"/>
                </a:lnTo>
                <a:lnTo>
                  <a:pt x="804" y="488"/>
                </a:lnTo>
                <a:lnTo>
                  <a:pt x="804" y="492"/>
                </a:lnTo>
                <a:lnTo>
                  <a:pt x="894" y="492"/>
                </a:lnTo>
                <a:lnTo>
                  <a:pt x="940" y="447"/>
                </a:lnTo>
                <a:lnTo>
                  <a:pt x="855" y="447"/>
                </a:lnTo>
                <a:lnTo>
                  <a:pt x="855" y="439"/>
                </a:lnTo>
                <a:lnTo>
                  <a:pt x="855" y="422"/>
                </a:lnTo>
                <a:lnTo>
                  <a:pt x="853" y="396"/>
                </a:lnTo>
                <a:lnTo>
                  <a:pt x="851" y="363"/>
                </a:lnTo>
                <a:lnTo>
                  <a:pt x="849" y="329"/>
                </a:lnTo>
                <a:lnTo>
                  <a:pt x="845" y="295"/>
                </a:lnTo>
                <a:lnTo>
                  <a:pt x="841" y="263"/>
                </a:lnTo>
                <a:lnTo>
                  <a:pt x="836" y="239"/>
                </a:lnTo>
                <a:lnTo>
                  <a:pt x="830" y="221"/>
                </a:lnTo>
                <a:lnTo>
                  <a:pt x="815" y="201"/>
                </a:lnTo>
                <a:lnTo>
                  <a:pt x="813" y="197"/>
                </a:lnTo>
                <a:lnTo>
                  <a:pt x="811" y="186"/>
                </a:lnTo>
                <a:lnTo>
                  <a:pt x="806" y="170"/>
                </a:lnTo>
                <a:lnTo>
                  <a:pt x="800" y="155"/>
                </a:lnTo>
                <a:lnTo>
                  <a:pt x="792" y="142"/>
                </a:lnTo>
                <a:lnTo>
                  <a:pt x="783" y="133"/>
                </a:lnTo>
                <a:lnTo>
                  <a:pt x="785" y="133"/>
                </a:lnTo>
                <a:lnTo>
                  <a:pt x="790" y="131"/>
                </a:lnTo>
                <a:lnTo>
                  <a:pt x="796" y="131"/>
                </a:lnTo>
                <a:lnTo>
                  <a:pt x="806" y="133"/>
                </a:lnTo>
                <a:lnTo>
                  <a:pt x="817" y="138"/>
                </a:lnTo>
                <a:lnTo>
                  <a:pt x="828" y="146"/>
                </a:lnTo>
                <a:lnTo>
                  <a:pt x="841" y="161"/>
                </a:lnTo>
                <a:lnTo>
                  <a:pt x="853" y="180"/>
                </a:lnTo>
                <a:lnTo>
                  <a:pt x="864" y="206"/>
                </a:lnTo>
                <a:lnTo>
                  <a:pt x="876" y="240"/>
                </a:lnTo>
                <a:lnTo>
                  <a:pt x="885" y="284"/>
                </a:lnTo>
                <a:lnTo>
                  <a:pt x="893" y="337"/>
                </a:lnTo>
                <a:lnTo>
                  <a:pt x="898" y="403"/>
                </a:lnTo>
                <a:lnTo>
                  <a:pt x="981" y="403"/>
                </a:lnTo>
                <a:lnTo>
                  <a:pt x="1000" y="405"/>
                </a:lnTo>
                <a:lnTo>
                  <a:pt x="1014" y="411"/>
                </a:lnTo>
                <a:lnTo>
                  <a:pt x="1021" y="420"/>
                </a:lnTo>
                <a:lnTo>
                  <a:pt x="1025" y="430"/>
                </a:lnTo>
                <a:lnTo>
                  <a:pt x="1027" y="439"/>
                </a:lnTo>
                <a:lnTo>
                  <a:pt x="1027" y="445"/>
                </a:lnTo>
                <a:lnTo>
                  <a:pt x="1027" y="447"/>
                </a:lnTo>
                <a:lnTo>
                  <a:pt x="1027" y="1209"/>
                </a:lnTo>
                <a:lnTo>
                  <a:pt x="1025" y="1213"/>
                </a:lnTo>
                <a:lnTo>
                  <a:pt x="1019" y="1226"/>
                </a:lnTo>
                <a:lnTo>
                  <a:pt x="1012" y="1247"/>
                </a:lnTo>
                <a:lnTo>
                  <a:pt x="1000" y="1271"/>
                </a:lnTo>
                <a:lnTo>
                  <a:pt x="987" y="1298"/>
                </a:lnTo>
                <a:lnTo>
                  <a:pt x="972" y="1324"/>
                </a:lnTo>
                <a:lnTo>
                  <a:pt x="955" y="1349"/>
                </a:lnTo>
                <a:lnTo>
                  <a:pt x="934" y="1368"/>
                </a:lnTo>
                <a:lnTo>
                  <a:pt x="915" y="1381"/>
                </a:lnTo>
                <a:lnTo>
                  <a:pt x="893" y="1387"/>
                </a:lnTo>
                <a:lnTo>
                  <a:pt x="44" y="1387"/>
                </a:lnTo>
                <a:lnTo>
                  <a:pt x="40" y="1387"/>
                </a:lnTo>
                <a:lnTo>
                  <a:pt x="34" y="1387"/>
                </a:lnTo>
                <a:lnTo>
                  <a:pt x="27" y="1383"/>
                </a:lnTo>
                <a:lnTo>
                  <a:pt x="17" y="1379"/>
                </a:lnTo>
                <a:lnTo>
                  <a:pt x="9" y="1370"/>
                </a:lnTo>
                <a:lnTo>
                  <a:pt x="4" y="1358"/>
                </a:lnTo>
                <a:lnTo>
                  <a:pt x="0" y="1339"/>
                </a:lnTo>
                <a:lnTo>
                  <a:pt x="0" y="537"/>
                </a:lnTo>
                <a:lnTo>
                  <a:pt x="0" y="534"/>
                </a:lnTo>
                <a:lnTo>
                  <a:pt x="2" y="528"/>
                </a:lnTo>
                <a:lnTo>
                  <a:pt x="4" y="518"/>
                </a:lnTo>
                <a:lnTo>
                  <a:pt x="8" y="509"/>
                </a:lnTo>
                <a:lnTo>
                  <a:pt x="15" y="501"/>
                </a:lnTo>
                <a:lnTo>
                  <a:pt x="28" y="494"/>
                </a:lnTo>
                <a:lnTo>
                  <a:pt x="47" y="492"/>
                </a:lnTo>
                <a:lnTo>
                  <a:pt x="47" y="486"/>
                </a:lnTo>
                <a:lnTo>
                  <a:pt x="49" y="475"/>
                </a:lnTo>
                <a:lnTo>
                  <a:pt x="51" y="456"/>
                </a:lnTo>
                <a:lnTo>
                  <a:pt x="57" y="437"/>
                </a:lnTo>
                <a:lnTo>
                  <a:pt x="64" y="420"/>
                </a:lnTo>
                <a:lnTo>
                  <a:pt x="74" y="407"/>
                </a:lnTo>
                <a:lnTo>
                  <a:pt x="87" y="403"/>
                </a:lnTo>
                <a:lnTo>
                  <a:pt x="89" y="492"/>
                </a:lnTo>
                <a:lnTo>
                  <a:pt x="132" y="492"/>
                </a:lnTo>
                <a:lnTo>
                  <a:pt x="136" y="418"/>
                </a:lnTo>
                <a:lnTo>
                  <a:pt x="144" y="354"/>
                </a:lnTo>
                <a:lnTo>
                  <a:pt x="157" y="295"/>
                </a:lnTo>
                <a:lnTo>
                  <a:pt x="172" y="244"/>
                </a:lnTo>
                <a:lnTo>
                  <a:pt x="193" y="199"/>
                </a:lnTo>
                <a:lnTo>
                  <a:pt x="216" y="159"/>
                </a:lnTo>
                <a:lnTo>
                  <a:pt x="240" y="125"/>
                </a:lnTo>
                <a:lnTo>
                  <a:pt x="267" y="97"/>
                </a:lnTo>
                <a:lnTo>
                  <a:pt x="293" y="74"/>
                </a:lnTo>
                <a:lnTo>
                  <a:pt x="321" y="53"/>
                </a:lnTo>
                <a:lnTo>
                  <a:pt x="348" y="38"/>
                </a:lnTo>
                <a:lnTo>
                  <a:pt x="374" y="25"/>
                </a:lnTo>
                <a:lnTo>
                  <a:pt x="399" y="17"/>
                </a:lnTo>
                <a:lnTo>
                  <a:pt x="422" y="10"/>
                </a:lnTo>
                <a:lnTo>
                  <a:pt x="441" y="4"/>
                </a:lnTo>
                <a:lnTo>
                  <a:pt x="458" y="2"/>
                </a:lnTo>
                <a:lnTo>
                  <a:pt x="469" y="0"/>
                </a:lnTo>
                <a:lnTo>
                  <a:pt x="478" y="0"/>
                </a:lnTo>
                <a:lnTo>
                  <a:pt x="48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413793" y="2993415"/>
            <a:ext cx="1080000" cy="871169"/>
          </a:xfrm>
          <a:custGeom>
            <a:avLst/>
            <a:gdLst>
              <a:gd name="T0" fmla="*/ 630 w 1386"/>
              <a:gd name="T1" fmla="*/ 823 h 1118"/>
              <a:gd name="T2" fmla="*/ 671 w 1386"/>
              <a:gd name="T3" fmla="*/ 851 h 1118"/>
              <a:gd name="T4" fmla="*/ 792 w 1386"/>
              <a:gd name="T5" fmla="*/ 838 h 1118"/>
              <a:gd name="T6" fmla="*/ 804 w 1386"/>
              <a:gd name="T7" fmla="*/ 761 h 1118"/>
              <a:gd name="T8" fmla="*/ 804 w 1386"/>
              <a:gd name="T9" fmla="*/ 579 h 1118"/>
              <a:gd name="T10" fmla="*/ 804 w 1386"/>
              <a:gd name="T11" fmla="*/ 579 h 1118"/>
              <a:gd name="T12" fmla="*/ 768 w 1386"/>
              <a:gd name="T13" fmla="*/ 450 h 1118"/>
              <a:gd name="T14" fmla="*/ 798 w 1386"/>
              <a:gd name="T15" fmla="*/ 475 h 1118"/>
              <a:gd name="T16" fmla="*/ 626 w 1386"/>
              <a:gd name="T17" fmla="*/ 579 h 1118"/>
              <a:gd name="T18" fmla="*/ 628 w 1386"/>
              <a:gd name="T19" fmla="*/ 481 h 1118"/>
              <a:gd name="T20" fmla="*/ 650 w 1386"/>
              <a:gd name="T21" fmla="*/ 452 h 1118"/>
              <a:gd name="T22" fmla="*/ 694 w 1386"/>
              <a:gd name="T23" fmla="*/ 448 h 1118"/>
              <a:gd name="T24" fmla="*/ 751 w 1386"/>
              <a:gd name="T25" fmla="*/ 448 h 1118"/>
              <a:gd name="T26" fmla="*/ 161 w 1386"/>
              <a:gd name="T27" fmla="*/ 407 h 1118"/>
              <a:gd name="T28" fmla="*/ 134 w 1386"/>
              <a:gd name="T29" fmla="*/ 454 h 1118"/>
              <a:gd name="T30" fmla="*/ 626 w 1386"/>
              <a:gd name="T31" fmla="*/ 717 h 1118"/>
              <a:gd name="T32" fmla="*/ 1252 w 1386"/>
              <a:gd name="T33" fmla="*/ 583 h 1118"/>
              <a:gd name="T34" fmla="*/ 1239 w 1386"/>
              <a:gd name="T35" fmla="*/ 418 h 1118"/>
              <a:gd name="T36" fmla="*/ 178 w 1386"/>
              <a:gd name="T37" fmla="*/ 403 h 1118"/>
              <a:gd name="T38" fmla="*/ 724 w 1386"/>
              <a:gd name="T39" fmla="*/ 85 h 1118"/>
              <a:gd name="T40" fmla="*/ 577 w 1386"/>
              <a:gd name="T41" fmla="*/ 108 h 1118"/>
              <a:gd name="T42" fmla="*/ 486 w 1386"/>
              <a:gd name="T43" fmla="*/ 163 h 1118"/>
              <a:gd name="T44" fmla="*/ 439 w 1386"/>
              <a:gd name="T45" fmla="*/ 233 h 1118"/>
              <a:gd name="T46" fmla="*/ 424 w 1386"/>
              <a:gd name="T47" fmla="*/ 301 h 1118"/>
              <a:gd name="T48" fmla="*/ 424 w 1386"/>
              <a:gd name="T49" fmla="*/ 346 h 1118"/>
              <a:gd name="T50" fmla="*/ 985 w 1386"/>
              <a:gd name="T51" fmla="*/ 358 h 1118"/>
              <a:gd name="T52" fmla="*/ 957 w 1386"/>
              <a:gd name="T53" fmla="*/ 218 h 1118"/>
              <a:gd name="T54" fmla="*/ 892 w 1386"/>
              <a:gd name="T55" fmla="*/ 136 h 1118"/>
              <a:gd name="T56" fmla="*/ 815 w 1386"/>
              <a:gd name="T57" fmla="*/ 97 h 1118"/>
              <a:gd name="T58" fmla="*/ 751 w 1386"/>
              <a:gd name="T59" fmla="*/ 85 h 1118"/>
              <a:gd name="T60" fmla="*/ 696 w 1386"/>
              <a:gd name="T61" fmla="*/ 0 h 1118"/>
              <a:gd name="T62" fmla="*/ 722 w 1386"/>
              <a:gd name="T63" fmla="*/ 2 h 1118"/>
              <a:gd name="T64" fmla="*/ 885 w 1386"/>
              <a:gd name="T65" fmla="*/ 29 h 1118"/>
              <a:gd name="T66" fmla="*/ 987 w 1386"/>
              <a:gd name="T67" fmla="*/ 95 h 1118"/>
              <a:gd name="T68" fmla="*/ 1044 w 1386"/>
              <a:gd name="T69" fmla="*/ 180 h 1118"/>
              <a:gd name="T70" fmla="*/ 1068 w 1386"/>
              <a:gd name="T71" fmla="*/ 267 h 1118"/>
              <a:gd name="T72" fmla="*/ 1072 w 1386"/>
              <a:gd name="T73" fmla="*/ 333 h 1118"/>
              <a:gd name="T74" fmla="*/ 1070 w 1386"/>
              <a:gd name="T75" fmla="*/ 360 h 1118"/>
              <a:gd name="T76" fmla="*/ 1259 w 1386"/>
              <a:gd name="T77" fmla="*/ 375 h 1118"/>
              <a:gd name="T78" fmla="*/ 1297 w 1386"/>
              <a:gd name="T79" fmla="*/ 448 h 1118"/>
              <a:gd name="T80" fmla="*/ 1369 w 1386"/>
              <a:gd name="T81" fmla="*/ 1082 h 1118"/>
              <a:gd name="T82" fmla="*/ 1297 w 1386"/>
              <a:gd name="T83" fmla="*/ 1118 h 1118"/>
              <a:gd name="T84" fmla="*/ 36 w 1386"/>
              <a:gd name="T85" fmla="*/ 1101 h 1118"/>
              <a:gd name="T86" fmla="*/ 0 w 1386"/>
              <a:gd name="T87" fmla="*/ 1029 h 1118"/>
              <a:gd name="T88" fmla="*/ 106 w 1386"/>
              <a:gd name="T89" fmla="*/ 396 h 1118"/>
              <a:gd name="T90" fmla="*/ 178 w 1386"/>
              <a:gd name="T91" fmla="*/ 358 h 1118"/>
              <a:gd name="T92" fmla="*/ 346 w 1386"/>
              <a:gd name="T93" fmla="*/ 246 h 1118"/>
              <a:gd name="T94" fmla="*/ 401 w 1386"/>
              <a:gd name="T95" fmla="*/ 125 h 1118"/>
              <a:gd name="T96" fmla="*/ 484 w 1386"/>
              <a:gd name="T97" fmla="*/ 51 h 1118"/>
              <a:gd name="T98" fmla="*/ 575 w 1386"/>
              <a:gd name="T99" fmla="*/ 13 h 1118"/>
              <a:gd name="T100" fmla="*/ 656 w 1386"/>
              <a:gd name="T101" fmla="*/ 2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86" h="1118">
                <a:moveTo>
                  <a:pt x="626" y="761"/>
                </a:moveTo>
                <a:lnTo>
                  <a:pt x="626" y="806"/>
                </a:lnTo>
                <a:lnTo>
                  <a:pt x="630" y="823"/>
                </a:lnTo>
                <a:lnTo>
                  <a:pt x="639" y="838"/>
                </a:lnTo>
                <a:lnTo>
                  <a:pt x="652" y="848"/>
                </a:lnTo>
                <a:lnTo>
                  <a:pt x="671" y="851"/>
                </a:lnTo>
                <a:lnTo>
                  <a:pt x="760" y="851"/>
                </a:lnTo>
                <a:lnTo>
                  <a:pt x="777" y="848"/>
                </a:lnTo>
                <a:lnTo>
                  <a:pt x="792" y="838"/>
                </a:lnTo>
                <a:lnTo>
                  <a:pt x="802" y="823"/>
                </a:lnTo>
                <a:lnTo>
                  <a:pt x="804" y="806"/>
                </a:lnTo>
                <a:lnTo>
                  <a:pt x="804" y="761"/>
                </a:lnTo>
                <a:lnTo>
                  <a:pt x="626" y="761"/>
                </a:lnTo>
                <a:close/>
                <a:moveTo>
                  <a:pt x="804" y="579"/>
                </a:moveTo>
                <a:lnTo>
                  <a:pt x="804" y="579"/>
                </a:lnTo>
                <a:lnTo>
                  <a:pt x="804" y="583"/>
                </a:lnTo>
                <a:lnTo>
                  <a:pt x="804" y="583"/>
                </a:lnTo>
                <a:lnTo>
                  <a:pt x="804" y="579"/>
                </a:lnTo>
                <a:close/>
                <a:moveTo>
                  <a:pt x="756" y="448"/>
                </a:moveTo>
                <a:lnTo>
                  <a:pt x="760" y="448"/>
                </a:lnTo>
                <a:lnTo>
                  <a:pt x="768" y="450"/>
                </a:lnTo>
                <a:lnTo>
                  <a:pt x="779" y="454"/>
                </a:lnTo>
                <a:lnTo>
                  <a:pt x="790" y="462"/>
                </a:lnTo>
                <a:lnTo>
                  <a:pt x="798" y="475"/>
                </a:lnTo>
                <a:lnTo>
                  <a:pt x="802" y="492"/>
                </a:lnTo>
                <a:lnTo>
                  <a:pt x="804" y="579"/>
                </a:lnTo>
                <a:lnTo>
                  <a:pt x="626" y="579"/>
                </a:lnTo>
                <a:lnTo>
                  <a:pt x="626" y="492"/>
                </a:lnTo>
                <a:lnTo>
                  <a:pt x="626" y="490"/>
                </a:lnTo>
                <a:lnTo>
                  <a:pt x="628" y="481"/>
                </a:lnTo>
                <a:lnTo>
                  <a:pt x="632" y="471"/>
                </a:lnTo>
                <a:lnTo>
                  <a:pt x="639" y="460"/>
                </a:lnTo>
                <a:lnTo>
                  <a:pt x="650" y="452"/>
                </a:lnTo>
                <a:lnTo>
                  <a:pt x="669" y="448"/>
                </a:lnTo>
                <a:lnTo>
                  <a:pt x="677" y="448"/>
                </a:lnTo>
                <a:lnTo>
                  <a:pt x="694" y="448"/>
                </a:lnTo>
                <a:lnTo>
                  <a:pt x="715" y="448"/>
                </a:lnTo>
                <a:lnTo>
                  <a:pt x="736" y="448"/>
                </a:lnTo>
                <a:lnTo>
                  <a:pt x="751" y="448"/>
                </a:lnTo>
                <a:lnTo>
                  <a:pt x="756" y="448"/>
                </a:lnTo>
                <a:close/>
                <a:moveTo>
                  <a:pt x="178" y="403"/>
                </a:moveTo>
                <a:lnTo>
                  <a:pt x="161" y="407"/>
                </a:lnTo>
                <a:lnTo>
                  <a:pt x="147" y="418"/>
                </a:lnTo>
                <a:lnTo>
                  <a:pt x="136" y="435"/>
                </a:lnTo>
                <a:lnTo>
                  <a:pt x="134" y="454"/>
                </a:lnTo>
                <a:lnTo>
                  <a:pt x="134" y="583"/>
                </a:lnTo>
                <a:lnTo>
                  <a:pt x="626" y="583"/>
                </a:lnTo>
                <a:lnTo>
                  <a:pt x="626" y="717"/>
                </a:lnTo>
                <a:lnTo>
                  <a:pt x="804" y="717"/>
                </a:lnTo>
                <a:lnTo>
                  <a:pt x="804" y="583"/>
                </a:lnTo>
                <a:lnTo>
                  <a:pt x="1252" y="583"/>
                </a:lnTo>
                <a:lnTo>
                  <a:pt x="1252" y="454"/>
                </a:lnTo>
                <a:lnTo>
                  <a:pt x="1248" y="435"/>
                </a:lnTo>
                <a:lnTo>
                  <a:pt x="1239" y="418"/>
                </a:lnTo>
                <a:lnTo>
                  <a:pt x="1225" y="407"/>
                </a:lnTo>
                <a:lnTo>
                  <a:pt x="1206" y="403"/>
                </a:lnTo>
                <a:lnTo>
                  <a:pt x="178" y="403"/>
                </a:lnTo>
                <a:close/>
                <a:moveTo>
                  <a:pt x="737" y="85"/>
                </a:moveTo>
                <a:lnTo>
                  <a:pt x="728" y="85"/>
                </a:lnTo>
                <a:lnTo>
                  <a:pt x="724" y="85"/>
                </a:lnTo>
                <a:lnTo>
                  <a:pt x="667" y="87"/>
                </a:lnTo>
                <a:lnTo>
                  <a:pt x="618" y="95"/>
                </a:lnTo>
                <a:lnTo>
                  <a:pt x="577" y="108"/>
                </a:lnTo>
                <a:lnTo>
                  <a:pt x="541" y="123"/>
                </a:lnTo>
                <a:lnTo>
                  <a:pt x="511" y="142"/>
                </a:lnTo>
                <a:lnTo>
                  <a:pt x="486" y="163"/>
                </a:lnTo>
                <a:lnTo>
                  <a:pt x="465" y="186"/>
                </a:lnTo>
                <a:lnTo>
                  <a:pt x="450" y="208"/>
                </a:lnTo>
                <a:lnTo>
                  <a:pt x="439" y="233"/>
                </a:lnTo>
                <a:lnTo>
                  <a:pt x="431" y="257"/>
                </a:lnTo>
                <a:lnTo>
                  <a:pt x="425" y="278"/>
                </a:lnTo>
                <a:lnTo>
                  <a:pt x="424" y="301"/>
                </a:lnTo>
                <a:lnTo>
                  <a:pt x="422" y="318"/>
                </a:lnTo>
                <a:lnTo>
                  <a:pt x="422" y="335"/>
                </a:lnTo>
                <a:lnTo>
                  <a:pt x="424" y="346"/>
                </a:lnTo>
                <a:lnTo>
                  <a:pt x="424" y="354"/>
                </a:lnTo>
                <a:lnTo>
                  <a:pt x="424" y="358"/>
                </a:lnTo>
                <a:lnTo>
                  <a:pt x="985" y="358"/>
                </a:lnTo>
                <a:lnTo>
                  <a:pt x="981" y="303"/>
                </a:lnTo>
                <a:lnTo>
                  <a:pt x="972" y="257"/>
                </a:lnTo>
                <a:lnTo>
                  <a:pt x="957" y="218"/>
                </a:lnTo>
                <a:lnTo>
                  <a:pt x="938" y="186"/>
                </a:lnTo>
                <a:lnTo>
                  <a:pt x="917" y="157"/>
                </a:lnTo>
                <a:lnTo>
                  <a:pt x="892" y="136"/>
                </a:lnTo>
                <a:lnTo>
                  <a:pt x="868" y="119"/>
                </a:lnTo>
                <a:lnTo>
                  <a:pt x="841" y="106"/>
                </a:lnTo>
                <a:lnTo>
                  <a:pt x="815" y="97"/>
                </a:lnTo>
                <a:lnTo>
                  <a:pt x="792" y="91"/>
                </a:lnTo>
                <a:lnTo>
                  <a:pt x="770" y="87"/>
                </a:lnTo>
                <a:lnTo>
                  <a:pt x="751" y="85"/>
                </a:lnTo>
                <a:lnTo>
                  <a:pt x="737" y="85"/>
                </a:lnTo>
                <a:close/>
                <a:moveTo>
                  <a:pt x="679" y="0"/>
                </a:moveTo>
                <a:lnTo>
                  <a:pt x="696" y="0"/>
                </a:lnTo>
                <a:lnTo>
                  <a:pt x="711" y="0"/>
                </a:lnTo>
                <a:lnTo>
                  <a:pt x="719" y="2"/>
                </a:lnTo>
                <a:lnTo>
                  <a:pt x="722" y="2"/>
                </a:lnTo>
                <a:lnTo>
                  <a:pt x="785" y="6"/>
                </a:lnTo>
                <a:lnTo>
                  <a:pt x="838" y="13"/>
                </a:lnTo>
                <a:lnTo>
                  <a:pt x="885" y="29"/>
                </a:lnTo>
                <a:lnTo>
                  <a:pt x="925" y="48"/>
                </a:lnTo>
                <a:lnTo>
                  <a:pt x="959" y="70"/>
                </a:lnTo>
                <a:lnTo>
                  <a:pt x="987" y="95"/>
                </a:lnTo>
                <a:lnTo>
                  <a:pt x="1010" y="121"/>
                </a:lnTo>
                <a:lnTo>
                  <a:pt x="1029" y="152"/>
                </a:lnTo>
                <a:lnTo>
                  <a:pt x="1044" y="180"/>
                </a:lnTo>
                <a:lnTo>
                  <a:pt x="1055" y="210"/>
                </a:lnTo>
                <a:lnTo>
                  <a:pt x="1063" y="239"/>
                </a:lnTo>
                <a:lnTo>
                  <a:pt x="1068" y="267"/>
                </a:lnTo>
                <a:lnTo>
                  <a:pt x="1070" y="292"/>
                </a:lnTo>
                <a:lnTo>
                  <a:pt x="1072" y="314"/>
                </a:lnTo>
                <a:lnTo>
                  <a:pt x="1072" y="333"/>
                </a:lnTo>
                <a:lnTo>
                  <a:pt x="1072" y="348"/>
                </a:lnTo>
                <a:lnTo>
                  <a:pt x="1072" y="356"/>
                </a:lnTo>
                <a:lnTo>
                  <a:pt x="1070" y="360"/>
                </a:lnTo>
                <a:lnTo>
                  <a:pt x="1206" y="358"/>
                </a:lnTo>
                <a:lnTo>
                  <a:pt x="1235" y="363"/>
                </a:lnTo>
                <a:lnTo>
                  <a:pt x="1259" y="375"/>
                </a:lnTo>
                <a:lnTo>
                  <a:pt x="1280" y="396"/>
                </a:lnTo>
                <a:lnTo>
                  <a:pt x="1291" y="420"/>
                </a:lnTo>
                <a:lnTo>
                  <a:pt x="1297" y="448"/>
                </a:lnTo>
                <a:lnTo>
                  <a:pt x="1386" y="1029"/>
                </a:lnTo>
                <a:lnTo>
                  <a:pt x="1382" y="1058"/>
                </a:lnTo>
                <a:lnTo>
                  <a:pt x="1369" y="1082"/>
                </a:lnTo>
                <a:lnTo>
                  <a:pt x="1350" y="1101"/>
                </a:lnTo>
                <a:lnTo>
                  <a:pt x="1325" y="1112"/>
                </a:lnTo>
                <a:lnTo>
                  <a:pt x="1297" y="1118"/>
                </a:lnTo>
                <a:lnTo>
                  <a:pt x="89" y="1118"/>
                </a:lnTo>
                <a:lnTo>
                  <a:pt x="60" y="1112"/>
                </a:lnTo>
                <a:lnTo>
                  <a:pt x="36" y="1101"/>
                </a:lnTo>
                <a:lnTo>
                  <a:pt x="17" y="1082"/>
                </a:lnTo>
                <a:lnTo>
                  <a:pt x="4" y="1058"/>
                </a:lnTo>
                <a:lnTo>
                  <a:pt x="0" y="1029"/>
                </a:lnTo>
                <a:lnTo>
                  <a:pt x="89" y="448"/>
                </a:lnTo>
                <a:lnTo>
                  <a:pt x="93" y="420"/>
                </a:lnTo>
                <a:lnTo>
                  <a:pt x="106" y="396"/>
                </a:lnTo>
                <a:lnTo>
                  <a:pt x="125" y="375"/>
                </a:lnTo>
                <a:lnTo>
                  <a:pt x="149" y="363"/>
                </a:lnTo>
                <a:lnTo>
                  <a:pt x="178" y="358"/>
                </a:lnTo>
                <a:lnTo>
                  <a:pt x="335" y="360"/>
                </a:lnTo>
                <a:lnTo>
                  <a:pt x="338" y="299"/>
                </a:lnTo>
                <a:lnTo>
                  <a:pt x="346" y="246"/>
                </a:lnTo>
                <a:lnTo>
                  <a:pt x="361" y="201"/>
                </a:lnTo>
                <a:lnTo>
                  <a:pt x="380" y="159"/>
                </a:lnTo>
                <a:lnTo>
                  <a:pt x="401" y="125"/>
                </a:lnTo>
                <a:lnTo>
                  <a:pt x="427" y="97"/>
                </a:lnTo>
                <a:lnTo>
                  <a:pt x="454" y="72"/>
                </a:lnTo>
                <a:lnTo>
                  <a:pt x="484" y="51"/>
                </a:lnTo>
                <a:lnTo>
                  <a:pt x="514" y="36"/>
                </a:lnTo>
                <a:lnTo>
                  <a:pt x="545" y="23"/>
                </a:lnTo>
                <a:lnTo>
                  <a:pt x="575" y="13"/>
                </a:lnTo>
                <a:lnTo>
                  <a:pt x="603" y="8"/>
                </a:lnTo>
                <a:lnTo>
                  <a:pt x="632" y="4"/>
                </a:lnTo>
                <a:lnTo>
                  <a:pt x="656" y="2"/>
                </a:lnTo>
                <a:lnTo>
                  <a:pt x="6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213140" y="2889000"/>
            <a:ext cx="800663" cy="1080000"/>
          </a:xfrm>
          <a:custGeom>
            <a:avLst/>
            <a:gdLst>
              <a:gd name="T0" fmla="*/ 49 w 1029"/>
              <a:gd name="T1" fmla="*/ 1316 h 1388"/>
              <a:gd name="T2" fmla="*/ 91 w 1029"/>
              <a:gd name="T3" fmla="*/ 1343 h 1388"/>
              <a:gd name="T4" fmla="*/ 972 w 1029"/>
              <a:gd name="T5" fmla="*/ 1329 h 1388"/>
              <a:gd name="T6" fmla="*/ 985 w 1029"/>
              <a:gd name="T7" fmla="*/ 1208 h 1388"/>
              <a:gd name="T8" fmla="*/ 507 w 1029"/>
              <a:gd name="T9" fmla="*/ 136 h 1388"/>
              <a:gd name="T10" fmla="*/ 550 w 1029"/>
              <a:gd name="T11" fmla="*/ 153 h 1388"/>
              <a:gd name="T12" fmla="*/ 579 w 1029"/>
              <a:gd name="T13" fmla="*/ 181 h 1388"/>
              <a:gd name="T14" fmla="*/ 539 w 1029"/>
              <a:gd name="T15" fmla="*/ 177 h 1388"/>
              <a:gd name="T16" fmla="*/ 471 w 1029"/>
              <a:gd name="T17" fmla="*/ 187 h 1388"/>
              <a:gd name="T18" fmla="*/ 397 w 1029"/>
              <a:gd name="T19" fmla="*/ 225 h 1388"/>
              <a:gd name="T20" fmla="*/ 337 w 1029"/>
              <a:gd name="T21" fmla="*/ 306 h 1388"/>
              <a:gd name="T22" fmla="*/ 310 w 1029"/>
              <a:gd name="T23" fmla="*/ 446 h 1388"/>
              <a:gd name="T24" fmla="*/ 225 w 1029"/>
              <a:gd name="T25" fmla="*/ 433 h 1388"/>
              <a:gd name="T26" fmla="*/ 233 w 1029"/>
              <a:gd name="T27" fmla="*/ 374 h 1388"/>
              <a:gd name="T28" fmla="*/ 259 w 1029"/>
              <a:gd name="T29" fmla="*/ 291 h 1388"/>
              <a:gd name="T30" fmla="*/ 314 w 1029"/>
              <a:gd name="T31" fmla="*/ 208 h 1388"/>
              <a:gd name="T32" fmla="*/ 410 w 1029"/>
              <a:gd name="T33" fmla="*/ 149 h 1388"/>
              <a:gd name="T34" fmla="*/ 762 w 1029"/>
              <a:gd name="T35" fmla="*/ 134 h 1388"/>
              <a:gd name="T36" fmla="*/ 781 w 1029"/>
              <a:gd name="T37" fmla="*/ 138 h 1388"/>
              <a:gd name="T38" fmla="*/ 826 w 1029"/>
              <a:gd name="T39" fmla="*/ 164 h 1388"/>
              <a:gd name="T40" fmla="*/ 881 w 1029"/>
              <a:gd name="T41" fmla="*/ 236 h 1388"/>
              <a:gd name="T42" fmla="*/ 928 w 1029"/>
              <a:gd name="T43" fmla="*/ 380 h 1388"/>
              <a:gd name="T44" fmla="*/ 853 w 1029"/>
              <a:gd name="T45" fmla="*/ 440 h 1388"/>
              <a:gd name="T46" fmla="*/ 843 w 1029"/>
              <a:gd name="T47" fmla="*/ 378 h 1388"/>
              <a:gd name="T48" fmla="*/ 828 w 1029"/>
              <a:gd name="T49" fmla="*/ 285 h 1388"/>
              <a:gd name="T50" fmla="*/ 809 w 1029"/>
              <a:gd name="T51" fmla="*/ 223 h 1388"/>
              <a:gd name="T52" fmla="*/ 790 w 1029"/>
              <a:gd name="T53" fmla="*/ 187 h 1388"/>
              <a:gd name="T54" fmla="*/ 772 w 1029"/>
              <a:gd name="T55" fmla="*/ 142 h 1388"/>
              <a:gd name="T56" fmla="*/ 418 w 1029"/>
              <a:gd name="T57" fmla="*/ 92 h 1388"/>
              <a:gd name="T58" fmla="*/ 299 w 1029"/>
              <a:gd name="T59" fmla="*/ 140 h 1388"/>
              <a:gd name="T60" fmla="*/ 227 w 1029"/>
              <a:gd name="T61" fmla="*/ 225 h 1388"/>
              <a:gd name="T62" fmla="*/ 191 w 1029"/>
              <a:gd name="T63" fmla="*/ 325 h 1388"/>
              <a:gd name="T64" fmla="*/ 178 w 1029"/>
              <a:gd name="T65" fmla="*/ 416 h 1388"/>
              <a:gd name="T66" fmla="*/ 178 w 1029"/>
              <a:gd name="T67" fmla="*/ 478 h 1388"/>
              <a:gd name="T68" fmla="*/ 717 w 1029"/>
              <a:gd name="T69" fmla="*/ 493 h 1388"/>
              <a:gd name="T70" fmla="*/ 696 w 1029"/>
              <a:gd name="T71" fmla="*/ 316 h 1388"/>
              <a:gd name="T72" fmla="*/ 647 w 1029"/>
              <a:gd name="T73" fmla="*/ 200 h 1388"/>
              <a:gd name="T74" fmla="*/ 582 w 1029"/>
              <a:gd name="T75" fmla="*/ 132 h 1388"/>
              <a:gd name="T76" fmla="*/ 522 w 1029"/>
              <a:gd name="T77" fmla="*/ 100 h 1388"/>
              <a:gd name="T78" fmla="*/ 478 w 1029"/>
              <a:gd name="T79" fmla="*/ 90 h 1388"/>
              <a:gd name="T80" fmla="*/ 467 w 1029"/>
              <a:gd name="T81" fmla="*/ 0 h 1388"/>
              <a:gd name="T82" fmla="*/ 609 w 1029"/>
              <a:gd name="T83" fmla="*/ 34 h 1388"/>
              <a:gd name="T84" fmla="*/ 703 w 1029"/>
              <a:gd name="T85" fmla="*/ 117 h 1388"/>
              <a:gd name="T86" fmla="*/ 762 w 1029"/>
              <a:gd name="T87" fmla="*/ 227 h 1388"/>
              <a:gd name="T88" fmla="*/ 792 w 1029"/>
              <a:gd name="T89" fmla="*/ 342 h 1388"/>
              <a:gd name="T90" fmla="*/ 804 w 1029"/>
              <a:gd name="T91" fmla="*/ 437 h 1388"/>
              <a:gd name="T92" fmla="*/ 806 w 1029"/>
              <a:gd name="T93" fmla="*/ 490 h 1388"/>
              <a:gd name="T94" fmla="*/ 968 w 1029"/>
              <a:gd name="T95" fmla="*/ 497 h 1388"/>
              <a:gd name="T96" fmla="*/ 1025 w 1029"/>
              <a:gd name="T97" fmla="*/ 554 h 1388"/>
              <a:gd name="T98" fmla="*/ 1025 w 1029"/>
              <a:gd name="T99" fmla="*/ 1326 h 1388"/>
              <a:gd name="T100" fmla="*/ 968 w 1029"/>
              <a:gd name="T101" fmla="*/ 1382 h 1388"/>
              <a:gd name="T102" fmla="*/ 62 w 1029"/>
              <a:gd name="T103" fmla="*/ 1382 h 1388"/>
              <a:gd name="T104" fmla="*/ 6 w 1029"/>
              <a:gd name="T105" fmla="*/ 1326 h 1388"/>
              <a:gd name="T106" fmla="*/ 6 w 1029"/>
              <a:gd name="T107" fmla="*/ 554 h 1388"/>
              <a:gd name="T108" fmla="*/ 62 w 1029"/>
              <a:gd name="T109" fmla="*/ 497 h 1388"/>
              <a:gd name="T110" fmla="*/ 96 w 1029"/>
              <a:gd name="T111" fmla="*/ 420 h 1388"/>
              <a:gd name="T112" fmla="*/ 136 w 1029"/>
              <a:gd name="T113" fmla="*/ 242 h 1388"/>
              <a:gd name="T114" fmla="*/ 208 w 1029"/>
              <a:gd name="T115" fmla="*/ 125 h 1388"/>
              <a:gd name="T116" fmla="*/ 295 w 1029"/>
              <a:gd name="T117" fmla="*/ 53 h 1388"/>
              <a:gd name="T118" fmla="*/ 380 w 1029"/>
              <a:gd name="T119" fmla="*/ 17 h 1388"/>
              <a:gd name="T120" fmla="*/ 443 w 1029"/>
              <a:gd name="T121" fmla="*/ 2 h 1388"/>
              <a:gd name="T122" fmla="*/ 467 w 1029"/>
              <a:gd name="T123" fmla="*/ 0 h 1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29" h="1388">
                <a:moveTo>
                  <a:pt x="45" y="1208"/>
                </a:moveTo>
                <a:lnTo>
                  <a:pt x="45" y="1299"/>
                </a:lnTo>
                <a:lnTo>
                  <a:pt x="49" y="1316"/>
                </a:lnTo>
                <a:lnTo>
                  <a:pt x="59" y="1329"/>
                </a:lnTo>
                <a:lnTo>
                  <a:pt x="72" y="1339"/>
                </a:lnTo>
                <a:lnTo>
                  <a:pt x="91" y="1343"/>
                </a:lnTo>
                <a:lnTo>
                  <a:pt x="940" y="1343"/>
                </a:lnTo>
                <a:lnTo>
                  <a:pt x="957" y="1339"/>
                </a:lnTo>
                <a:lnTo>
                  <a:pt x="972" y="1329"/>
                </a:lnTo>
                <a:lnTo>
                  <a:pt x="981" y="1316"/>
                </a:lnTo>
                <a:lnTo>
                  <a:pt x="985" y="1299"/>
                </a:lnTo>
                <a:lnTo>
                  <a:pt x="985" y="1208"/>
                </a:lnTo>
                <a:lnTo>
                  <a:pt x="45" y="1208"/>
                </a:lnTo>
                <a:close/>
                <a:moveTo>
                  <a:pt x="503" y="134"/>
                </a:moveTo>
                <a:lnTo>
                  <a:pt x="507" y="136"/>
                </a:lnTo>
                <a:lnTo>
                  <a:pt x="518" y="138"/>
                </a:lnTo>
                <a:lnTo>
                  <a:pt x="533" y="143"/>
                </a:lnTo>
                <a:lnTo>
                  <a:pt x="550" y="153"/>
                </a:lnTo>
                <a:lnTo>
                  <a:pt x="567" y="164"/>
                </a:lnTo>
                <a:lnTo>
                  <a:pt x="581" y="181"/>
                </a:lnTo>
                <a:lnTo>
                  <a:pt x="579" y="181"/>
                </a:lnTo>
                <a:lnTo>
                  <a:pt x="569" y="179"/>
                </a:lnTo>
                <a:lnTo>
                  <a:pt x="556" y="179"/>
                </a:lnTo>
                <a:lnTo>
                  <a:pt x="539" y="177"/>
                </a:lnTo>
                <a:lnTo>
                  <a:pt x="518" y="179"/>
                </a:lnTo>
                <a:lnTo>
                  <a:pt x="495" y="181"/>
                </a:lnTo>
                <a:lnTo>
                  <a:pt x="471" y="187"/>
                </a:lnTo>
                <a:lnTo>
                  <a:pt x="446" y="196"/>
                </a:lnTo>
                <a:lnTo>
                  <a:pt x="420" y="208"/>
                </a:lnTo>
                <a:lnTo>
                  <a:pt x="397" y="225"/>
                </a:lnTo>
                <a:lnTo>
                  <a:pt x="374" y="246"/>
                </a:lnTo>
                <a:lnTo>
                  <a:pt x="354" y="272"/>
                </a:lnTo>
                <a:lnTo>
                  <a:pt x="337" y="306"/>
                </a:lnTo>
                <a:lnTo>
                  <a:pt x="323" y="346"/>
                </a:lnTo>
                <a:lnTo>
                  <a:pt x="314" y="391"/>
                </a:lnTo>
                <a:lnTo>
                  <a:pt x="310" y="446"/>
                </a:lnTo>
                <a:lnTo>
                  <a:pt x="225" y="446"/>
                </a:lnTo>
                <a:lnTo>
                  <a:pt x="225" y="442"/>
                </a:lnTo>
                <a:lnTo>
                  <a:pt x="225" y="433"/>
                </a:lnTo>
                <a:lnTo>
                  <a:pt x="227" y="418"/>
                </a:lnTo>
                <a:lnTo>
                  <a:pt x="229" y="399"/>
                </a:lnTo>
                <a:lnTo>
                  <a:pt x="233" y="374"/>
                </a:lnTo>
                <a:lnTo>
                  <a:pt x="238" y="348"/>
                </a:lnTo>
                <a:lnTo>
                  <a:pt x="248" y="319"/>
                </a:lnTo>
                <a:lnTo>
                  <a:pt x="259" y="291"/>
                </a:lnTo>
                <a:lnTo>
                  <a:pt x="274" y="261"/>
                </a:lnTo>
                <a:lnTo>
                  <a:pt x="293" y="234"/>
                </a:lnTo>
                <a:lnTo>
                  <a:pt x="314" y="208"/>
                </a:lnTo>
                <a:lnTo>
                  <a:pt x="342" y="183"/>
                </a:lnTo>
                <a:lnTo>
                  <a:pt x="374" y="164"/>
                </a:lnTo>
                <a:lnTo>
                  <a:pt x="410" y="149"/>
                </a:lnTo>
                <a:lnTo>
                  <a:pt x="454" y="138"/>
                </a:lnTo>
                <a:lnTo>
                  <a:pt x="503" y="134"/>
                </a:lnTo>
                <a:close/>
                <a:moveTo>
                  <a:pt x="762" y="134"/>
                </a:moveTo>
                <a:lnTo>
                  <a:pt x="764" y="134"/>
                </a:lnTo>
                <a:lnTo>
                  <a:pt x="772" y="134"/>
                </a:lnTo>
                <a:lnTo>
                  <a:pt x="781" y="138"/>
                </a:lnTo>
                <a:lnTo>
                  <a:pt x="794" y="142"/>
                </a:lnTo>
                <a:lnTo>
                  <a:pt x="809" y="151"/>
                </a:lnTo>
                <a:lnTo>
                  <a:pt x="826" y="164"/>
                </a:lnTo>
                <a:lnTo>
                  <a:pt x="845" y="181"/>
                </a:lnTo>
                <a:lnTo>
                  <a:pt x="864" y="206"/>
                </a:lnTo>
                <a:lnTo>
                  <a:pt x="881" y="236"/>
                </a:lnTo>
                <a:lnTo>
                  <a:pt x="898" y="276"/>
                </a:lnTo>
                <a:lnTo>
                  <a:pt x="915" y="323"/>
                </a:lnTo>
                <a:lnTo>
                  <a:pt x="928" y="380"/>
                </a:lnTo>
                <a:lnTo>
                  <a:pt x="938" y="446"/>
                </a:lnTo>
                <a:lnTo>
                  <a:pt x="853" y="446"/>
                </a:lnTo>
                <a:lnTo>
                  <a:pt x="853" y="440"/>
                </a:lnTo>
                <a:lnTo>
                  <a:pt x="851" y="427"/>
                </a:lnTo>
                <a:lnTo>
                  <a:pt x="847" y="404"/>
                </a:lnTo>
                <a:lnTo>
                  <a:pt x="843" y="378"/>
                </a:lnTo>
                <a:lnTo>
                  <a:pt x="840" y="348"/>
                </a:lnTo>
                <a:lnTo>
                  <a:pt x="834" y="316"/>
                </a:lnTo>
                <a:lnTo>
                  <a:pt x="828" y="285"/>
                </a:lnTo>
                <a:lnTo>
                  <a:pt x="823" y="259"/>
                </a:lnTo>
                <a:lnTo>
                  <a:pt x="815" y="238"/>
                </a:lnTo>
                <a:lnTo>
                  <a:pt x="809" y="223"/>
                </a:lnTo>
                <a:lnTo>
                  <a:pt x="794" y="202"/>
                </a:lnTo>
                <a:lnTo>
                  <a:pt x="792" y="198"/>
                </a:lnTo>
                <a:lnTo>
                  <a:pt x="790" y="187"/>
                </a:lnTo>
                <a:lnTo>
                  <a:pt x="785" y="172"/>
                </a:lnTo>
                <a:lnTo>
                  <a:pt x="777" y="157"/>
                </a:lnTo>
                <a:lnTo>
                  <a:pt x="772" y="142"/>
                </a:lnTo>
                <a:lnTo>
                  <a:pt x="762" y="134"/>
                </a:lnTo>
                <a:close/>
                <a:moveTo>
                  <a:pt x="469" y="89"/>
                </a:moveTo>
                <a:lnTo>
                  <a:pt x="418" y="92"/>
                </a:lnTo>
                <a:lnTo>
                  <a:pt x="373" y="104"/>
                </a:lnTo>
                <a:lnTo>
                  <a:pt x="333" y="119"/>
                </a:lnTo>
                <a:lnTo>
                  <a:pt x="299" y="140"/>
                </a:lnTo>
                <a:lnTo>
                  <a:pt x="270" y="166"/>
                </a:lnTo>
                <a:lnTo>
                  <a:pt x="246" y="195"/>
                </a:lnTo>
                <a:lnTo>
                  <a:pt x="227" y="225"/>
                </a:lnTo>
                <a:lnTo>
                  <a:pt x="212" y="257"/>
                </a:lnTo>
                <a:lnTo>
                  <a:pt x="200" y="291"/>
                </a:lnTo>
                <a:lnTo>
                  <a:pt x="191" y="325"/>
                </a:lnTo>
                <a:lnTo>
                  <a:pt x="185" y="357"/>
                </a:lnTo>
                <a:lnTo>
                  <a:pt x="180" y="387"/>
                </a:lnTo>
                <a:lnTo>
                  <a:pt x="178" y="416"/>
                </a:lnTo>
                <a:lnTo>
                  <a:pt x="178" y="442"/>
                </a:lnTo>
                <a:lnTo>
                  <a:pt x="178" y="463"/>
                </a:lnTo>
                <a:lnTo>
                  <a:pt x="178" y="478"/>
                </a:lnTo>
                <a:lnTo>
                  <a:pt x="178" y="490"/>
                </a:lnTo>
                <a:lnTo>
                  <a:pt x="178" y="493"/>
                </a:lnTo>
                <a:lnTo>
                  <a:pt x="717" y="493"/>
                </a:lnTo>
                <a:lnTo>
                  <a:pt x="715" y="425"/>
                </a:lnTo>
                <a:lnTo>
                  <a:pt x="707" y="367"/>
                </a:lnTo>
                <a:lnTo>
                  <a:pt x="696" y="316"/>
                </a:lnTo>
                <a:lnTo>
                  <a:pt x="683" y="270"/>
                </a:lnTo>
                <a:lnTo>
                  <a:pt x="666" y="232"/>
                </a:lnTo>
                <a:lnTo>
                  <a:pt x="647" y="200"/>
                </a:lnTo>
                <a:lnTo>
                  <a:pt x="626" y="172"/>
                </a:lnTo>
                <a:lnTo>
                  <a:pt x="605" y="149"/>
                </a:lnTo>
                <a:lnTo>
                  <a:pt x="582" y="132"/>
                </a:lnTo>
                <a:lnTo>
                  <a:pt x="562" y="117"/>
                </a:lnTo>
                <a:lnTo>
                  <a:pt x="541" y="108"/>
                </a:lnTo>
                <a:lnTo>
                  <a:pt x="522" y="100"/>
                </a:lnTo>
                <a:lnTo>
                  <a:pt x="505" y="94"/>
                </a:lnTo>
                <a:lnTo>
                  <a:pt x="490" y="92"/>
                </a:lnTo>
                <a:lnTo>
                  <a:pt x="478" y="90"/>
                </a:lnTo>
                <a:lnTo>
                  <a:pt x="473" y="89"/>
                </a:lnTo>
                <a:lnTo>
                  <a:pt x="469" y="89"/>
                </a:lnTo>
                <a:close/>
                <a:moveTo>
                  <a:pt x="467" y="0"/>
                </a:moveTo>
                <a:lnTo>
                  <a:pt x="520" y="5"/>
                </a:lnTo>
                <a:lnTo>
                  <a:pt x="567" y="17"/>
                </a:lnTo>
                <a:lnTo>
                  <a:pt x="609" y="34"/>
                </a:lnTo>
                <a:lnTo>
                  <a:pt x="645" y="56"/>
                </a:lnTo>
                <a:lnTo>
                  <a:pt x="677" y="85"/>
                </a:lnTo>
                <a:lnTo>
                  <a:pt x="703" y="117"/>
                </a:lnTo>
                <a:lnTo>
                  <a:pt x="728" y="151"/>
                </a:lnTo>
                <a:lnTo>
                  <a:pt x="747" y="189"/>
                </a:lnTo>
                <a:lnTo>
                  <a:pt x="762" y="227"/>
                </a:lnTo>
                <a:lnTo>
                  <a:pt x="775" y="266"/>
                </a:lnTo>
                <a:lnTo>
                  <a:pt x="785" y="304"/>
                </a:lnTo>
                <a:lnTo>
                  <a:pt x="792" y="342"/>
                </a:lnTo>
                <a:lnTo>
                  <a:pt x="798" y="376"/>
                </a:lnTo>
                <a:lnTo>
                  <a:pt x="802" y="408"/>
                </a:lnTo>
                <a:lnTo>
                  <a:pt x="804" y="437"/>
                </a:lnTo>
                <a:lnTo>
                  <a:pt x="804" y="459"/>
                </a:lnTo>
                <a:lnTo>
                  <a:pt x="806" y="478"/>
                </a:lnTo>
                <a:lnTo>
                  <a:pt x="806" y="490"/>
                </a:lnTo>
                <a:lnTo>
                  <a:pt x="806" y="493"/>
                </a:lnTo>
                <a:lnTo>
                  <a:pt x="940" y="493"/>
                </a:lnTo>
                <a:lnTo>
                  <a:pt x="968" y="497"/>
                </a:lnTo>
                <a:lnTo>
                  <a:pt x="993" y="510"/>
                </a:lnTo>
                <a:lnTo>
                  <a:pt x="1012" y="529"/>
                </a:lnTo>
                <a:lnTo>
                  <a:pt x="1025" y="554"/>
                </a:lnTo>
                <a:lnTo>
                  <a:pt x="1029" y="582"/>
                </a:lnTo>
                <a:lnTo>
                  <a:pt x="1029" y="1299"/>
                </a:lnTo>
                <a:lnTo>
                  <a:pt x="1025" y="1326"/>
                </a:lnTo>
                <a:lnTo>
                  <a:pt x="1012" y="1350"/>
                </a:lnTo>
                <a:lnTo>
                  <a:pt x="993" y="1371"/>
                </a:lnTo>
                <a:lnTo>
                  <a:pt x="968" y="1382"/>
                </a:lnTo>
                <a:lnTo>
                  <a:pt x="940" y="1388"/>
                </a:lnTo>
                <a:lnTo>
                  <a:pt x="91" y="1388"/>
                </a:lnTo>
                <a:lnTo>
                  <a:pt x="62" y="1382"/>
                </a:lnTo>
                <a:lnTo>
                  <a:pt x="38" y="1371"/>
                </a:lnTo>
                <a:lnTo>
                  <a:pt x="17" y="1350"/>
                </a:lnTo>
                <a:lnTo>
                  <a:pt x="6" y="1326"/>
                </a:lnTo>
                <a:lnTo>
                  <a:pt x="0" y="1299"/>
                </a:lnTo>
                <a:lnTo>
                  <a:pt x="0" y="582"/>
                </a:lnTo>
                <a:lnTo>
                  <a:pt x="6" y="554"/>
                </a:lnTo>
                <a:lnTo>
                  <a:pt x="17" y="529"/>
                </a:lnTo>
                <a:lnTo>
                  <a:pt x="38" y="510"/>
                </a:lnTo>
                <a:lnTo>
                  <a:pt x="62" y="497"/>
                </a:lnTo>
                <a:lnTo>
                  <a:pt x="91" y="493"/>
                </a:lnTo>
                <a:lnTo>
                  <a:pt x="95" y="493"/>
                </a:lnTo>
                <a:lnTo>
                  <a:pt x="96" y="420"/>
                </a:lnTo>
                <a:lnTo>
                  <a:pt x="106" y="353"/>
                </a:lnTo>
                <a:lnTo>
                  <a:pt x="119" y="295"/>
                </a:lnTo>
                <a:lnTo>
                  <a:pt x="136" y="242"/>
                </a:lnTo>
                <a:lnTo>
                  <a:pt x="159" y="196"/>
                </a:lnTo>
                <a:lnTo>
                  <a:pt x="182" y="159"/>
                </a:lnTo>
                <a:lnTo>
                  <a:pt x="208" y="125"/>
                </a:lnTo>
                <a:lnTo>
                  <a:pt x="236" y="96"/>
                </a:lnTo>
                <a:lnTo>
                  <a:pt x="267" y="72"/>
                </a:lnTo>
                <a:lnTo>
                  <a:pt x="295" y="53"/>
                </a:lnTo>
                <a:lnTo>
                  <a:pt x="325" y="38"/>
                </a:lnTo>
                <a:lnTo>
                  <a:pt x="354" y="24"/>
                </a:lnTo>
                <a:lnTo>
                  <a:pt x="380" y="17"/>
                </a:lnTo>
                <a:lnTo>
                  <a:pt x="405" y="9"/>
                </a:lnTo>
                <a:lnTo>
                  <a:pt x="425" y="5"/>
                </a:lnTo>
                <a:lnTo>
                  <a:pt x="443" y="2"/>
                </a:lnTo>
                <a:lnTo>
                  <a:pt x="456" y="2"/>
                </a:lnTo>
                <a:lnTo>
                  <a:pt x="465" y="2"/>
                </a:lnTo>
                <a:lnTo>
                  <a:pt x="46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7725308" y="2792908"/>
            <a:ext cx="1080000" cy="1248160"/>
          </a:xfrm>
          <a:custGeom>
            <a:avLst/>
            <a:gdLst>
              <a:gd name="T0" fmla="*/ 45 w 1201"/>
              <a:gd name="T1" fmla="*/ 1295 h 1388"/>
              <a:gd name="T2" fmla="*/ 59 w 1201"/>
              <a:gd name="T3" fmla="*/ 1327 h 1388"/>
              <a:gd name="T4" fmla="*/ 93 w 1201"/>
              <a:gd name="T5" fmla="*/ 1341 h 1388"/>
              <a:gd name="T6" fmla="*/ 1127 w 1201"/>
              <a:gd name="T7" fmla="*/ 1337 h 1388"/>
              <a:gd name="T8" fmla="*/ 1152 w 1201"/>
              <a:gd name="T9" fmla="*/ 1312 h 1388"/>
              <a:gd name="T10" fmla="*/ 1155 w 1201"/>
              <a:gd name="T11" fmla="*/ 1203 h 1388"/>
              <a:gd name="T12" fmla="*/ 601 w 1201"/>
              <a:gd name="T13" fmla="*/ 90 h 1388"/>
              <a:gd name="T14" fmla="*/ 505 w 1201"/>
              <a:gd name="T15" fmla="*/ 108 h 1388"/>
              <a:gd name="T16" fmla="*/ 429 w 1201"/>
              <a:gd name="T17" fmla="*/ 149 h 1388"/>
              <a:gd name="T18" fmla="*/ 372 w 1201"/>
              <a:gd name="T19" fmla="*/ 212 h 1388"/>
              <a:gd name="T20" fmla="*/ 331 w 1201"/>
              <a:gd name="T21" fmla="*/ 285 h 1388"/>
              <a:gd name="T22" fmla="*/ 304 w 1201"/>
              <a:gd name="T23" fmla="*/ 361 h 1388"/>
              <a:gd name="T24" fmla="*/ 287 w 1201"/>
              <a:gd name="T25" fmla="*/ 435 h 1388"/>
              <a:gd name="T26" fmla="*/ 280 w 1201"/>
              <a:gd name="T27" fmla="*/ 497 h 1388"/>
              <a:gd name="T28" fmla="*/ 276 w 1201"/>
              <a:gd name="T29" fmla="*/ 539 h 1388"/>
              <a:gd name="T30" fmla="*/ 276 w 1201"/>
              <a:gd name="T31" fmla="*/ 556 h 1388"/>
              <a:gd name="T32" fmla="*/ 921 w 1201"/>
              <a:gd name="T33" fmla="*/ 482 h 1388"/>
              <a:gd name="T34" fmla="*/ 900 w 1201"/>
              <a:gd name="T35" fmla="*/ 361 h 1388"/>
              <a:gd name="T36" fmla="*/ 864 w 1201"/>
              <a:gd name="T37" fmla="*/ 266 h 1388"/>
              <a:gd name="T38" fmla="*/ 815 w 1201"/>
              <a:gd name="T39" fmla="*/ 198 h 1388"/>
              <a:gd name="T40" fmla="*/ 762 w 1201"/>
              <a:gd name="T41" fmla="*/ 149 h 1388"/>
              <a:gd name="T42" fmla="*/ 709 w 1201"/>
              <a:gd name="T43" fmla="*/ 119 h 1388"/>
              <a:gd name="T44" fmla="*/ 662 w 1201"/>
              <a:gd name="T45" fmla="*/ 102 h 1388"/>
              <a:gd name="T46" fmla="*/ 626 w 1201"/>
              <a:gd name="T47" fmla="*/ 92 h 1388"/>
              <a:gd name="T48" fmla="*/ 603 w 1201"/>
              <a:gd name="T49" fmla="*/ 90 h 1388"/>
              <a:gd name="T50" fmla="*/ 597 w 1201"/>
              <a:gd name="T51" fmla="*/ 0 h 1388"/>
              <a:gd name="T52" fmla="*/ 711 w 1201"/>
              <a:gd name="T53" fmla="*/ 17 h 1388"/>
              <a:gd name="T54" fmla="*/ 802 w 1201"/>
              <a:gd name="T55" fmla="*/ 58 h 1388"/>
              <a:gd name="T56" fmla="*/ 872 w 1201"/>
              <a:gd name="T57" fmla="*/ 121 h 1388"/>
              <a:gd name="T58" fmla="*/ 925 w 1201"/>
              <a:gd name="T59" fmla="*/ 196 h 1388"/>
              <a:gd name="T60" fmla="*/ 964 w 1201"/>
              <a:gd name="T61" fmla="*/ 278 h 1388"/>
              <a:gd name="T62" fmla="*/ 989 w 1201"/>
              <a:gd name="T63" fmla="*/ 361 h 1388"/>
              <a:gd name="T64" fmla="*/ 1006 w 1201"/>
              <a:gd name="T65" fmla="*/ 435 h 1388"/>
              <a:gd name="T66" fmla="*/ 1013 w 1201"/>
              <a:gd name="T67" fmla="*/ 497 h 1388"/>
              <a:gd name="T68" fmla="*/ 1015 w 1201"/>
              <a:gd name="T69" fmla="*/ 541 h 1388"/>
              <a:gd name="T70" fmla="*/ 1017 w 1201"/>
              <a:gd name="T71" fmla="*/ 556 h 1388"/>
              <a:gd name="T72" fmla="*/ 1138 w 1201"/>
              <a:gd name="T73" fmla="*/ 560 h 1388"/>
              <a:gd name="T74" fmla="*/ 1184 w 1201"/>
              <a:gd name="T75" fmla="*/ 594 h 1388"/>
              <a:gd name="T76" fmla="*/ 1201 w 1201"/>
              <a:gd name="T77" fmla="*/ 648 h 1388"/>
              <a:gd name="T78" fmla="*/ 1197 w 1201"/>
              <a:gd name="T79" fmla="*/ 1324 h 1388"/>
              <a:gd name="T80" fmla="*/ 1163 w 1201"/>
              <a:gd name="T81" fmla="*/ 1369 h 1388"/>
              <a:gd name="T82" fmla="*/ 1108 w 1201"/>
              <a:gd name="T83" fmla="*/ 1388 h 1388"/>
              <a:gd name="T84" fmla="*/ 62 w 1201"/>
              <a:gd name="T85" fmla="*/ 1382 h 1388"/>
              <a:gd name="T86" fmla="*/ 17 w 1201"/>
              <a:gd name="T87" fmla="*/ 1350 h 1388"/>
              <a:gd name="T88" fmla="*/ 0 w 1201"/>
              <a:gd name="T89" fmla="*/ 1295 h 1388"/>
              <a:gd name="T90" fmla="*/ 4 w 1201"/>
              <a:gd name="T91" fmla="*/ 618 h 1388"/>
              <a:gd name="T92" fmla="*/ 38 w 1201"/>
              <a:gd name="T93" fmla="*/ 573 h 1388"/>
              <a:gd name="T94" fmla="*/ 93 w 1201"/>
              <a:gd name="T95" fmla="*/ 556 h 1388"/>
              <a:gd name="T96" fmla="*/ 187 w 1201"/>
              <a:gd name="T97" fmla="*/ 476 h 1388"/>
              <a:gd name="T98" fmla="*/ 208 w 1201"/>
              <a:gd name="T99" fmla="*/ 340 h 1388"/>
              <a:gd name="T100" fmla="*/ 248 w 1201"/>
              <a:gd name="T101" fmla="*/ 234 h 1388"/>
              <a:gd name="T102" fmla="*/ 301 w 1201"/>
              <a:gd name="T103" fmla="*/ 153 h 1388"/>
              <a:gd name="T104" fmla="*/ 359 w 1201"/>
              <a:gd name="T105" fmla="*/ 92 h 1388"/>
              <a:gd name="T106" fmla="*/ 422 w 1201"/>
              <a:gd name="T107" fmla="*/ 51 h 1388"/>
              <a:gd name="T108" fmla="*/ 480 w 1201"/>
              <a:gd name="T109" fmla="*/ 24 h 1388"/>
              <a:gd name="T110" fmla="*/ 533 w 1201"/>
              <a:gd name="T111" fmla="*/ 9 h 1388"/>
              <a:gd name="T112" fmla="*/ 573 w 1201"/>
              <a:gd name="T113" fmla="*/ 2 h 1388"/>
              <a:gd name="T114" fmla="*/ 596 w 1201"/>
              <a:gd name="T115" fmla="*/ 2 h 1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01" h="1388">
                <a:moveTo>
                  <a:pt x="45" y="1203"/>
                </a:moveTo>
                <a:lnTo>
                  <a:pt x="45" y="1295"/>
                </a:lnTo>
                <a:lnTo>
                  <a:pt x="49" y="1312"/>
                </a:lnTo>
                <a:lnTo>
                  <a:pt x="59" y="1327"/>
                </a:lnTo>
                <a:lnTo>
                  <a:pt x="74" y="1337"/>
                </a:lnTo>
                <a:lnTo>
                  <a:pt x="93" y="1341"/>
                </a:lnTo>
                <a:lnTo>
                  <a:pt x="1108" y="1341"/>
                </a:lnTo>
                <a:lnTo>
                  <a:pt x="1127" y="1337"/>
                </a:lnTo>
                <a:lnTo>
                  <a:pt x="1142" y="1327"/>
                </a:lnTo>
                <a:lnTo>
                  <a:pt x="1152" y="1312"/>
                </a:lnTo>
                <a:lnTo>
                  <a:pt x="1155" y="1295"/>
                </a:lnTo>
                <a:lnTo>
                  <a:pt x="1155" y="1203"/>
                </a:lnTo>
                <a:lnTo>
                  <a:pt x="45" y="1203"/>
                </a:lnTo>
                <a:close/>
                <a:moveTo>
                  <a:pt x="601" y="90"/>
                </a:moveTo>
                <a:lnTo>
                  <a:pt x="550" y="94"/>
                </a:lnTo>
                <a:lnTo>
                  <a:pt x="505" y="108"/>
                </a:lnTo>
                <a:lnTo>
                  <a:pt x="463" y="125"/>
                </a:lnTo>
                <a:lnTo>
                  <a:pt x="429" y="149"/>
                </a:lnTo>
                <a:lnTo>
                  <a:pt x="399" y="177"/>
                </a:lnTo>
                <a:lnTo>
                  <a:pt x="372" y="212"/>
                </a:lnTo>
                <a:lnTo>
                  <a:pt x="350" y="247"/>
                </a:lnTo>
                <a:lnTo>
                  <a:pt x="331" y="285"/>
                </a:lnTo>
                <a:lnTo>
                  <a:pt x="316" y="323"/>
                </a:lnTo>
                <a:lnTo>
                  <a:pt x="304" y="361"/>
                </a:lnTo>
                <a:lnTo>
                  <a:pt x="295" y="399"/>
                </a:lnTo>
                <a:lnTo>
                  <a:pt x="287" y="435"/>
                </a:lnTo>
                <a:lnTo>
                  <a:pt x="282" y="467"/>
                </a:lnTo>
                <a:lnTo>
                  <a:pt x="280" y="497"/>
                </a:lnTo>
                <a:lnTo>
                  <a:pt x="278" y="522"/>
                </a:lnTo>
                <a:lnTo>
                  <a:pt x="276" y="539"/>
                </a:lnTo>
                <a:lnTo>
                  <a:pt x="276" y="552"/>
                </a:lnTo>
                <a:lnTo>
                  <a:pt x="276" y="556"/>
                </a:lnTo>
                <a:lnTo>
                  <a:pt x="925" y="556"/>
                </a:lnTo>
                <a:lnTo>
                  <a:pt x="921" y="482"/>
                </a:lnTo>
                <a:lnTo>
                  <a:pt x="913" y="418"/>
                </a:lnTo>
                <a:lnTo>
                  <a:pt x="900" y="361"/>
                </a:lnTo>
                <a:lnTo>
                  <a:pt x="883" y="310"/>
                </a:lnTo>
                <a:lnTo>
                  <a:pt x="864" y="266"/>
                </a:lnTo>
                <a:lnTo>
                  <a:pt x="841" y="230"/>
                </a:lnTo>
                <a:lnTo>
                  <a:pt x="815" y="198"/>
                </a:lnTo>
                <a:lnTo>
                  <a:pt x="790" y="172"/>
                </a:lnTo>
                <a:lnTo>
                  <a:pt x="762" y="149"/>
                </a:lnTo>
                <a:lnTo>
                  <a:pt x="736" y="132"/>
                </a:lnTo>
                <a:lnTo>
                  <a:pt x="709" y="119"/>
                </a:lnTo>
                <a:lnTo>
                  <a:pt x="684" y="109"/>
                </a:lnTo>
                <a:lnTo>
                  <a:pt x="662" y="102"/>
                </a:lnTo>
                <a:lnTo>
                  <a:pt x="643" y="96"/>
                </a:lnTo>
                <a:lnTo>
                  <a:pt x="626" y="92"/>
                </a:lnTo>
                <a:lnTo>
                  <a:pt x="613" y="90"/>
                </a:lnTo>
                <a:lnTo>
                  <a:pt x="603" y="90"/>
                </a:lnTo>
                <a:lnTo>
                  <a:pt x="601" y="90"/>
                </a:lnTo>
                <a:close/>
                <a:moveTo>
                  <a:pt x="597" y="0"/>
                </a:moveTo>
                <a:lnTo>
                  <a:pt x="658" y="5"/>
                </a:lnTo>
                <a:lnTo>
                  <a:pt x="711" y="17"/>
                </a:lnTo>
                <a:lnTo>
                  <a:pt x="758" y="34"/>
                </a:lnTo>
                <a:lnTo>
                  <a:pt x="802" y="58"/>
                </a:lnTo>
                <a:lnTo>
                  <a:pt x="840" y="87"/>
                </a:lnTo>
                <a:lnTo>
                  <a:pt x="872" y="121"/>
                </a:lnTo>
                <a:lnTo>
                  <a:pt x="900" y="157"/>
                </a:lnTo>
                <a:lnTo>
                  <a:pt x="925" y="196"/>
                </a:lnTo>
                <a:lnTo>
                  <a:pt x="945" y="236"/>
                </a:lnTo>
                <a:lnTo>
                  <a:pt x="964" y="278"/>
                </a:lnTo>
                <a:lnTo>
                  <a:pt x="978" y="319"/>
                </a:lnTo>
                <a:lnTo>
                  <a:pt x="989" y="361"/>
                </a:lnTo>
                <a:lnTo>
                  <a:pt x="998" y="399"/>
                </a:lnTo>
                <a:lnTo>
                  <a:pt x="1006" y="435"/>
                </a:lnTo>
                <a:lnTo>
                  <a:pt x="1010" y="469"/>
                </a:lnTo>
                <a:lnTo>
                  <a:pt x="1013" y="497"/>
                </a:lnTo>
                <a:lnTo>
                  <a:pt x="1015" y="522"/>
                </a:lnTo>
                <a:lnTo>
                  <a:pt x="1015" y="541"/>
                </a:lnTo>
                <a:lnTo>
                  <a:pt x="1017" y="552"/>
                </a:lnTo>
                <a:lnTo>
                  <a:pt x="1017" y="556"/>
                </a:lnTo>
                <a:lnTo>
                  <a:pt x="1108" y="556"/>
                </a:lnTo>
                <a:lnTo>
                  <a:pt x="1138" y="560"/>
                </a:lnTo>
                <a:lnTo>
                  <a:pt x="1163" y="573"/>
                </a:lnTo>
                <a:lnTo>
                  <a:pt x="1184" y="594"/>
                </a:lnTo>
                <a:lnTo>
                  <a:pt x="1197" y="618"/>
                </a:lnTo>
                <a:lnTo>
                  <a:pt x="1201" y="648"/>
                </a:lnTo>
                <a:lnTo>
                  <a:pt x="1201" y="1295"/>
                </a:lnTo>
                <a:lnTo>
                  <a:pt x="1197" y="1324"/>
                </a:lnTo>
                <a:lnTo>
                  <a:pt x="1184" y="1350"/>
                </a:lnTo>
                <a:lnTo>
                  <a:pt x="1163" y="1369"/>
                </a:lnTo>
                <a:lnTo>
                  <a:pt x="1138" y="1382"/>
                </a:lnTo>
                <a:lnTo>
                  <a:pt x="1108" y="1388"/>
                </a:lnTo>
                <a:lnTo>
                  <a:pt x="93" y="1388"/>
                </a:lnTo>
                <a:lnTo>
                  <a:pt x="62" y="1382"/>
                </a:lnTo>
                <a:lnTo>
                  <a:pt x="38" y="1369"/>
                </a:lnTo>
                <a:lnTo>
                  <a:pt x="17" y="1350"/>
                </a:lnTo>
                <a:lnTo>
                  <a:pt x="4" y="1324"/>
                </a:lnTo>
                <a:lnTo>
                  <a:pt x="0" y="1295"/>
                </a:lnTo>
                <a:lnTo>
                  <a:pt x="0" y="648"/>
                </a:lnTo>
                <a:lnTo>
                  <a:pt x="4" y="618"/>
                </a:lnTo>
                <a:lnTo>
                  <a:pt x="17" y="594"/>
                </a:lnTo>
                <a:lnTo>
                  <a:pt x="38" y="573"/>
                </a:lnTo>
                <a:lnTo>
                  <a:pt x="62" y="560"/>
                </a:lnTo>
                <a:lnTo>
                  <a:pt x="93" y="556"/>
                </a:lnTo>
                <a:lnTo>
                  <a:pt x="183" y="556"/>
                </a:lnTo>
                <a:lnTo>
                  <a:pt x="187" y="476"/>
                </a:lnTo>
                <a:lnTo>
                  <a:pt x="195" y="404"/>
                </a:lnTo>
                <a:lnTo>
                  <a:pt x="208" y="340"/>
                </a:lnTo>
                <a:lnTo>
                  <a:pt x="227" y="283"/>
                </a:lnTo>
                <a:lnTo>
                  <a:pt x="248" y="234"/>
                </a:lnTo>
                <a:lnTo>
                  <a:pt x="272" y="191"/>
                </a:lnTo>
                <a:lnTo>
                  <a:pt x="301" y="153"/>
                </a:lnTo>
                <a:lnTo>
                  <a:pt x="329" y="121"/>
                </a:lnTo>
                <a:lnTo>
                  <a:pt x="359" y="92"/>
                </a:lnTo>
                <a:lnTo>
                  <a:pt x="391" y="70"/>
                </a:lnTo>
                <a:lnTo>
                  <a:pt x="422" y="51"/>
                </a:lnTo>
                <a:lnTo>
                  <a:pt x="452" y="36"/>
                </a:lnTo>
                <a:lnTo>
                  <a:pt x="480" y="24"/>
                </a:lnTo>
                <a:lnTo>
                  <a:pt x="509" y="15"/>
                </a:lnTo>
                <a:lnTo>
                  <a:pt x="533" y="9"/>
                </a:lnTo>
                <a:lnTo>
                  <a:pt x="554" y="5"/>
                </a:lnTo>
                <a:lnTo>
                  <a:pt x="573" y="2"/>
                </a:lnTo>
                <a:lnTo>
                  <a:pt x="586" y="2"/>
                </a:lnTo>
                <a:lnTo>
                  <a:pt x="596" y="2"/>
                </a:lnTo>
                <a:lnTo>
                  <a:pt x="59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1240868" y="4545244"/>
            <a:ext cx="799107" cy="1080000"/>
          </a:xfrm>
          <a:custGeom>
            <a:avLst/>
            <a:gdLst>
              <a:gd name="T0" fmla="*/ 456 w 1027"/>
              <a:gd name="T1" fmla="*/ 1161 h 1388"/>
              <a:gd name="T2" fmla="*/ 467 w 1027"/>
              <a:gd name="T3" fmla="*/ 1101 h 1388"/>
              <a:gd name="T4" fmla="*/ 454 w 1027"/>
              <a:gd name="T5" fmla="*/ 1076 h 1388"/>
              <a:gd name="T6" fmla="*/ 520 w 1027"/>
              <a:gd name="T7" fmla="*/ 1104 h 1388"/>
              <a:gd name="T8" fmla="*/ 514 w 1027"/>
              <a:gd name="T9" fmla="*/ 1121 h 1388"/>
              <a:gd name="T10" fmla="*/ 615 w 1027"/>
              <a:gd name="T11" fmla="*/ 1220 h 1388"/>
              <a:gd name="T12" fmla="*/ 726 w 1027"/>
              <a:gd name="T13" fmla="*/ 1163 h 1388"/>
              <a:gd name="T14" fmla="*/ 747 w 1027"/>
              <a:gd name="T15" fmla="*/ 1153 h 1388"/>
              <a:gd name="T16" fmla="*/ 800 w 1027"/>
              <a:gd name="T17" fmla="*/ 1083 h 1388"/>
              <a:gd name="T18" fmla="*/ 624 w 1027"/>
              <a:gd name="T19" fmla="*/ 1015 h 1388"/>
              <a:gd name="T20" fmla="*/ 620 w 1027"/>
              <a:gd name="T21" fmla="*/ 1002 h 1388"/>
              <a:gd name="T22" fmla="*/ 664 w 1027"/>
              <a:gd name="T23" fmla="*/ 940 h 1388"/>
              <a:gd name="T24" fmla="*/ 754 w 1027"/>
              <a:gd name="T25" fmla="*/ 904 h 1388"/>
              <a:gd name="T26" fmla="*/ 242 w 1027"/>
              <a:gd name="T27" fmla="*/ 866 h 1388"/>
              <a:gd name="T28" fmla="*/ 227 w 1027"/>
              <a:gd name="T29" fmla="*/ 883 h 1388"/>
              <a:gd name="T30" fmla="*/ 214 w 1027"/>
              <a:gd name="T31" fmla="*/ 1029 h 1388"/>
              <a:gd name="T32" fmla="*/ 255 w 1027"/>
              <a:gd name="T33" fmla="*/ 1118 h 1388"/>
              <a:gd name="T34" fmla="*/ 274 w 1027"/>
              <a:gd name="T35" fmla="*/ 1127 h 1388"/>
              <a:gd name="T36" fmla="*/ 414 w 1027"/>
              <a:gd name="T37" fmla="*/ 996 h 1388"/>
              <a:gd name="T38" fmla="*/ 391 w 1027"/>
              <a:gd name="T39" fmla="*/ 858 h 1388"/>
              <a:gd name="T40" fmla="*/ 367 w 1027"/>
              <a:gd name="T41" fmla="*/ 737 h 1388"/>
              <a:gd name="T42" fmla="*/ 372 w 1027"/>
              <a:gd name="T43" fmla="*/ 768 h 1388"/>
              <a:gd name="T44" fmla="*/ 507 w 1027"/>
              <a:gd name="T45" fmla="*/ 726 h 1388"/>
              <a:gd name="T46" fmla="*/ 492 w 1027"/>
              <a:gd name="T47" fmla="*/ 626 h 1388"/>
              <a:gd name="T48" fmla="*/ 484 w 1027"/>
              <a:gd name="T49" fmla="*/ 647 h 1388"/>
              <a:gd name="T50" fmla="*/ 526 w 1027"/>
              <a:gd name="T51" fmla="*/ 826 h 1388"/>
              <a:gd name="T52" fmla="*/ 679 w 1027"/>
              <a:gd name="T53" fmla="*/ 851 h 1388"/>
              <a:gd name="T54" fmla="*/ 724 w 1027"/>
              <a:gd name="T55" fmla="*/ 734 h 1388"/>
              <a:gd name="T56" fmla="*/ 717 w 1027"/>
              <a:gd name="T57" fmla="*/ 711 h 1388"/>
              <a:gd name="T58" fmla="*/ 597 w 1027"/>
              <a:gd name="T59" fmla="*/ 630 h 1388"/>
              <a:gd name="T60" fmla="*/ 563 w 1027"/>
              <a:gd name="T61" fmla="*/ 100 h 1388"/>
              <a:gd name="T62" fmla="*/ 490 w 1027"/>
              <a:gd name="T63" fmla="*/ 138 h 1388"/>
              <a:gd name="T64" fmla="*/ 291 w 1027"/>
              <a:gd name="T65" fmla="*/ 302 h 1388"/>
              <a:gd name="T66" fmla="*/ 223 w 1027"/>
              <a:gd name="T67" fmla="*/ 433 h 1388"/>
              <a:gd name="T68" fmla="*/ 267 w 1027"/>
              <a:gd name="T69" fmla="*/ 253 h 1388"/>
              <a:gd name="T70" fmla="*/ 480 w 1027"/>
              <a:gd name="T71" fmla="*/ 94 h 1388"/>
              <a:gd name="T72" fmla="*/ 295 w 1027"/>
              <a:gd name="T73" fmla="*/ 128 h 1388"/>
              <a:gd name="T74" fmla="*/ 189 w 1027"/>
              <a:gd name="T75" fmla="*/ 376 h 1388"/>
              <a:gd name="T76" fmla="*/ 758 w 1027"/>
              <a:gd name="T77" fmla="*/ 493 h 1388"/>
              <a:gd name="T78" fmla="*/ 658 w 1027"/>
              <a:gd name="T79" fmla="*/ 136 h 1388"/>
              <a:gd name="T80" fmla="*/ 507 w 1027"/>
              <a:gd name="T81" fmla="*/ 47 h 1388"/>
              <a:gd name="T82" fmla="*/ 616 w 1027"/>
              <a:gd name="T83" fmla="*/ 38 h 1388"/>
              <a:gd name="T84" fmla="*/ 773 w 1027"/>
              <a:gd name="T85" fmla="*/ 287 h 1388"/>
              <a:gd name="T86" fmla="*/ 802 w 1027"/>
              <a:gd name="T87" fmla="*/ 488 h 1388"/>
              <a:gd name="T88" fmla="*/ 849 w 1027"/>
              <a:gd name="T89" fmla="*/ 397 h 1388"/>
              <a:gd name="T90" fmla="*/ 813 w 1027"/>
              <a:gd name="T91" fmla="*/ 202 h 1388"/>
              <a:gd name="T92" fmla="*/ 783 w 1027"/>
              <a:gd name="T93" fmla="*/ 132 h 1388"/>
              <a:gd name="T94" fmla="*/ 851 w 1027"/>
              <a:gd name="T95" fmla="*/ 179 h 1388"/>
              <a:gd name="T96" fmla="*/ 1000 w 1027"/>
              <a:gd name="T97" fmla="*/ 406 h 1388"/>
              <a:gd name="T98" fmla="*/ 1027 w 1027"/>
              <a:gd name="T99" fmla="*/ 1208 h 1388"/>
              <a:gd name="T100" fmla="*/ 953 w 1027"/>
              <a:gd name="T101" fmla="*/ 1348 h 1388"/>
              <a:gd name="T102" fmla="*/ 25 w 1027"/>
              <a:gd name="T103" fmla="*/ 1384 h 1388"/>
              <a:gd name="T104" fmla="*/ 0 w 1027"/>
              <a:gd name="T105" fmla="*/ 529 h 1388"/>
              <a:gd name="T106" fmla="*/ 45 w 1027"/>
              <a:gd name="T107" fmla="*/ 474 h 1388"/>
              <a:gd name="T108" fmla="*/ 132 w 1027"/>
              <a:gd name="T109" fmla="*/ 493 h 1388"/>
              <a:gd name="T110" fmla="*/ 240 w 1027"/>
              <a:gd name="T111" fmla="*/ 126 h 1388"/>
              <a:gd name="T112" fmla="*/ 422 w 1027"/>
              <a:gd name="T113" fmla="*/ 11 h 1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27" h="1388">
                <a:moveTo>
                  <a:pt x="340" y="1074"/>
                </a:moveTo>
                <a:lnTo>
                  <a:pt x="291" y="1163"/>
                </a:lnTo>
                <a:lnTo>
                  <a:pt x="444" y="1163"/>
                </a:lnTo>
                <a:lnTo>
                  <a:pt x="446" y="1163"/>
                </a:lnTo>
                <a:lnTo>
                  <a:pt x="448" y="1163"/>
                </a:lnTo>
                <a:lnTo>
                  <a:pt x="452" y="1163"/>
                </a:lnTo>
                <a:lnTo>
                  <a:pt x="456" y="1161"/>
                </a:lnTo>
                <a:lnTo>
                  <a:pt x="459" y="1159"/>
                </a:lnTo>
                <a:lnTo>
                  <a:pt x="463" y="1155"/>
                </a:lnTo>
                <a:lnTo>
                  <a:pt x="467" y="1150"/>
                </a:lnTo>
                <a:lnTo>
                  <a:pt x="469" y="1144"/>
                </a:lnTo>
                <a:lnTo>
                  <a:pt x="467" y="1102"/>
                </a:lnTo>
                <a:lnTo>
                  <a:pt x="467" y="1102"/>
                </a:lnTo>
                <a:lnTo>
                  <a:pt x="467" y="1101"/>
                </a:lnTo>
                <a:lnTo>
                  <a:pt x="467" y="1097"/>
                </a:lnTo>
                <a:lnTo>
                  <a:pt x="467" y="1093"/>
                </a:lnTo>
                <a:lnTo>
                  <a:pt x="467" y="1089"/>
                </a:lnTo>
                <a:lnTo>
                  <a:pt x="465" y="1085"/>
                </a:lnTo>
                <a:lnTo>
                  <a:pt x="463" y="1082"/>
                </a:lnTo>
                <a:lnTo>
                  <a:pt x="459" y="1080"/>
                </a:lnTo>
                <a:lnTo>
                  <a:pt x="454" y="1076"/>
                </a:lnTo>
                <a:lnTo>
                  <a:pt x="446" y="1076"/>
                </a:lnTo>
                <a:lnTo>
                  <a:pt x="340" y="1074"/>
                </a:lnTo>
                <a:close/>
                <a:moveTo>
                  <a:pt x="620" y="1002"/>
                </a:moveTo>
                <a:lnTo>
                  <a:pt x="616" y="1004"/>
                </a:lnTo>
                <a:lnTo>
                  <a:pt x="613" y="1006"/>
                </a:lnTo>
                <a:lnTo>
                  <a:pt x="522" y="1104"/>
                </a:lnTo>
                <a:lnTo>
                  <a:pt x="520" y="1104"/>
                </a:lnTo>
                <a:lnTo>
                  <a:pt x="518" y="1106"/>
                </a:lnTo>
                <a:lnTo>
                  <a:pt x="516" y="1106"/>
                </a:lnTo>
                <a:lnTo>
                  <a:pt x="514" y="1108"/>
                </a:lnTo>
                <a:lnTo>
                  <a:pt x="512" y="1110"/>
                </a:lnTo>
                <a:lnTo>
                  <a:pt x="512" y="1114"/>
                </a:lnTo>
                <a:lnTo>
                  <a:pt x="512" y="1118"/>
                </a:lnTo>
                <a:lnTo>
                  <a:pt x="514" y="1121"/>
                </a:lnTo>
                <a:lnTo>
                  <a:pt x="518" y="1127"/>
                </a:lnTo>
                <a:lnTo>
                  <a:pt x="601" y="1210"/>
                </a:lnTo>
                <a:lnTo>
                  <a:pt x="601" y="1212"/>
                </a:lnTo>
                <a:lnTo>
                  <a:pt x="603" y="1212"/>
                </a:lnTo>
                <a:lnTo>
                  <a:pt x="607" y="1216"/>
                </a:lnTo>
                <a:lnTo>
                  <a:pt x="611" y="1218"/>
                </a:lnTo>
                <a:lnTo>
                  <a:pt x="615" y="1220"/>
                </a:lnTo>
                <a:lnTo>
                  <a:pt x="616" y="1222"/>
                </a:lnTo>
                <a:lnTo>
                  <a:pt x="620" y="1223"/>
                </a:lnTo>
                <a:lnTo>
                  <a:pt x="624" y="1223"/>
                </a:lnTo>
                <a:lnTo>
                  <a:pt x="626" y="1222"/>
                </a:lnTo>
                <a:lnTo>
                  <a:pt x="626" y="1220"/>
                </a:lnTo>
                <a:lnTo>
                  <a:pt x="626" y="1165"/>
                </a:lnTo>
                <a:lnTo>
                  <a:pt x="726" y="1163"/>
                </a:lnTo>
                <a:lnTo>
                  <a:pt x="728" y="1163"/>
                </a:lnTo>
                <a:lnTo>
                  <a:pt x="728" y="1163"/>
                </a:lnTo>
                <a:lnTo>
                  <a:pt x="732" y="1165"/>
                </a:lnTo>
                <a:lnTo>
                  <a:pt x="734" y="1163"/>
                </a:lnTo>
                <a:lnTo>
                  <a:pt x="739" y="1163"/>
                </a:lnTo>
                <a:lnTo>
                  <a:pt x="743" y="1159"/>
                </a:lnTo>
                <a:lnTo>
                  <a:pt x="747" y="1153"/>
                </a:lnTo>
                <a:lnTo>
                  <a:pt x="792" y="1099"/>
                </a:lnTo>
                <a:lnTo>
                  <a:pt x="794" y="1099"/>
                </a:lnTo>
                <a:lnTo>
                  <a:pt x="794" y="1097"/>
                </a:lnTo>
                <a:lnTo>
                  <a:pt x="796" y="1095"/>
                </a:lnTo>
                <a:lnTo>
                  <a:pt x="798" y="1091"/>
                </a:lnTo>
                <a:lnTo>
                  <a:pt x="800" y="1087"/>
                </a:lnTo>
                <a:lnTo>
                  <a:pt x="800" y="1083"/>
                </a:lnTo>
                <a:lnTo>
                  <a:pt x="800" y="1082"/>
                </a:lnTo>
                <a:lnTo>
                  <a:pt x="800" y="1078"/>
                </a:lnTo>
                <a:lnTo>
                  <a:pt x="796" y="1076"/>
                </a:lnTo>
                <a:lnTo>
                  <a:pt x="792" y="1074"/>
                </a:lnTo>
                <a:lnTo>
                  <a:pt x="787" y="1074"/>
                </a:lnTo>
                <a:lnTo>
                  <a:pt x="626" y="1072"/>
                </a:lnTo>
                <a:lnTo>
                  <a:pt x="624" y="1015"/>
                </a:lnTo>
                <a:lnTo>
                  <a:pt x="624" y="1015"/>
                </a:lnTo>
                <a:lnTo>
                  <a:pt x="624" y="1013"/>
                </a:lnTo>
                <a:lnTo>
                  <a:pt x="624" y="1010"/>
                </a:lnTo>
                <a:lnTo>
                  <a:pt x="624" y="1008"/>
                </a:lnTo>
                <a:lnTo>
                  <a:pt x="624" y="1006"/>
                </a:lnTo>
                <a:lnTo>
                  <a:pt x="622" y="1004"/>
                </a:lnTo>
                <a:lnTo>
                  <a:pt x="620" y="1002"/>
                </a:lnTo>
                <a:close/>
                <a:moveTo>
                  <a:pt x="737" y="894"/>
                </a:moveTo>
                <a:lnTo>
                  <a:pt x="730" y="896"/>
                </a:lnTo>
                <a:lnTo>
                  <a:pt x="684" y="921"/>
                </a:lnTo>
                <a:lnTo>
                  <a:pt x="681" y="921"/>
                </a:lnTo>
                <a:lnTo>
                  <a:pt x="675" y="925"/>
                </a:lnTo>
                <a:lnTo>
                  <a:pt x="667" y="930"/>
                </a:lnTo>
                <a:lnTo>
                  <a:pt x="664" y="940"/>
                </a:lnTo>
                <a:lnTo>
                  <a:pt x="666" y="953"/>
                </a:lnTo>
                <a:lnTo>
                  <a:pt x="700" y="1051"/>
                </a:lnTo>
                <a:lnTo>
                  <a:pt x="802" y="1051"/>
                </a:lnTo>
                <a:lnTo>
                  <a:pt x="758" y="911"/>
                </a:lnTo>
                <a:lnTo>
                  <a:pt x="758" y="909"/>
                </a:lnTo>
                <a:lnTo>
                  <a:pt x="756" y="908"/>
                </a:lnTo>
                <a:lnTo>
                  <a:pt x="754" y="904"/>
                </a:lnTo>
                <a:lnTo>
                  <a:pt x="753" y="902"/>
                </a:lnTo>
                <a:lnTo>
                  <a:pt x="749" y="898"/>
                </a:lnTo>
                <a:lnTo>
                  <a:pt x="743" y="896"/>
                </a:lnTo>
                <a:lnTo>
                  <a:pt x="737" y="894"/>
                </a:lnTo>
                <a:close/>
                <a:moveTo>
                  <a:pt x="369" y="828"/>
                </a:moveTo>
                <a:lnTo>
                  <a:pt x="242" y="866"/>
                </a:lnTo>
                <a:lnTo>
                  <a:pt x="242" y="866"/>
                </a:lnTo>
                <a:lnTo>
                  <a:pt x="238" y="866"/>
                </a:lnTo>
                <a:lnTo>
                  <a:pt x="236" y="870"/>
                </a:lnTo>
                <a:lnTo>
                  <a:pt x="233" y="872"/>
                </a:lnTo>
                <a:lnTo>
                  <a:pt x="229" y="874"/>
                </a:lnTo>
                <a:lnTo>
                  <a:pt x="227" y="877"/>
                </a:lnTo>
                <a:lnTo>
                  <a:pt x="225" y="881"/>
                </a:lnTo>
                <a:lnTo>
                  <a:pt x="227" y="883"/>
                </a:lnTo>
                <a:lnTo>
                  <a:pt x="229" y="885"/>
                </a:lnTo>
                <a:lnTo>
                  <a:pt x="270" y="915"/>
                </a:lnTo>
                <a:lnTo>
                  <a:pt x="217" y="1027"/>
                </a:lnTo>
                <a:lnTo>
                  <a:pt x="217" y="1027"/>
                </a:lnTo>
                <a:lnTo>
                  <a:pt x="216" y="1027"/>
                </a:lnTo>
                <a:lnTo>
                  <a:pt x="214" y="1029"/>
                </a:lnTo>
                <a:lnTo>
                  <a:pt x="214" y="1029"/>
                </a:lnTo>
                <a:lnTo>
                  <a:pt x="212" y="1032"/>
                </a:lnTo>
                <a:lnTo>
                  <a:pt x="212" y="1034"/>
                </a:lnTo>
                <a:lnTo>
                  <a:pt x="212" y="1040"/>
                </a:lnTo>
                <a:lnTo>
                  <a:pt x="216" y="1046"/>
                </a:lnTo>
                <a:lnTo>
                  <a:pt x="253" y="1116"/>
                </a:lnTo>
                <a:lnTo>
                  <a:pt x="253" y="1116"/>
                </a:lnTo>
                <a:lnTo>
                  <a:pt x="255" y="1118"/>
                </a:lnTo>
                <a:lnTo>
                  <a:pt x="257" y="1121"/>
                </a:lnTo>
                <a:lnTo>
                  <a:pt x="259" y="1123"/>
                </a:lnTo>
                <a:lnTo>
                  <a:pt x="261" y="1127"/>
                </a:lnTo>
                <a:lnTo>
                  <a:pt x="265" y="1129"/>
                </a:lnTo>
                <a:lnTo>
                  <a:pt x="268" y="1131"/>
                </a:lnTo>
                <a:lnTo>
                  <a:pt x="272" y="1129"/>
                </a:lnTo>
                <a:lnTo>
                  <a:pt x="274" y="1127"/>
                </a:lnTo>
                <a:lnTo>
                  <a:pt x="278" y="1119"/>
                </a:lnTo>
                <a:lnTo>
                  <a:pt x="354" y="972"/>
                </a:lnTo>
                <a:lnTo>
                  <a:pt x="407" y="995"/>
                </a:lnTo>
                <a:lnTo>
                  <a:pt x="407" y="995"/>
                </a:lnTo>
                <a:lnTo>
                  <a:pt x="408" y="995"/>
                </a:lnTo>
                <a:lnTo>
                  <a:pt x="410" y="996"/>
                </a:lnTo>
                <a:lnTo>
                  <a:pt x="414" y="996"/>
                </a:lnTo>
                <a:lnTo>
                  <a:pt x="416" y="996"/>
                </a:lnTo>
                <a:lnTo>
                  <a:pt x="418" y="996"/>
                </a:lnTo>
                <a:lnTo>
                  <a:pt x="420" y="996"/>
                </a:lnTo>
                <a:lnTo>
                  <a:pt x="422" y="993"/>
                </a:lnTo>
                <a:lnTo>
                  <a:pt x="420" y="989"/>
                </a:lnTo>
                <a:lnTo>
                  <a:pt x="391" y="862"/>
                </a:lnTo>
                <a:lnTo>
                  <a:pt x="391" y="858"/>
                </a:lnTo>
                <a:lnTo>
                  <a:pt x="391" y="853"/>
                </a:lnTo>
                <a:lnTo>
                  <a:pt x="388" y="843"/>
                </a:lnTo>
                <a:lnTo>
                  <a:pt x="384" y="836"/>
                </a:lnTo>
                <a:lnTo>
                  <a:pt x="378" y="830"/>
                </a:lnTo>
                <a:lnTo>
                  <a:pt x="369" y="828"/>
                </a:lnTo>
                <a:close/>
                <a:moveTo>
                  <a:pt x="448" y="647"/>
                </a:moveTo>
                <a:lnTo>
                  <a:pt x="367" y="737"/>
                </a:lnTo>
                <a:lnTo>
                  <a:pt x="367" y="737"/>
                </a:lnTo>
                <a:lnTo>
                  <a:pt x="367" y="741"/>
                </a:lnTo>
                <a:lnTo>
                  <a:pt x="365" y="745"/>
                </a:lnTo>
                <a:lnTo>
                  <a:pt x="365" y="749"/>
                </a:lnTo>
                <a:lnTo>
                  <a:pt x="365" y="754"/>
                </a:lnTo>
                <a:lnTo>
                  <a:pt x="367" y="762"/>
                </a:lnTo>
                <a:lnTo>
                  <a:pt x="372" y="768"/>
                </a:lnTo>
                <a:lnTo>
                  <a:pt x="407" y="800"/>
                </a:lnTo>
                <a:lnTo>
                  <a:pt x="408" y="802"/>
                </a:lnTo>
                <a:lnTo>
                  <a:pt x="414" y="805"/>
                </a:lnTo>
                <a:lnTo>
                  <a:pt x="424" y="807"/>
                </a:lnTo>
                <a:lnTo>
                  <a:pt x="433" y="805"/>
                </a:lnTo>
                <a:lnTo>
                  <a:pt x="442" y="798"/>
                </a:lnTo>
                <a:lnTo>
                  <a:pt x="507" y="726"/>
                </a:lnTo>
                <a:lnTo>
                  <a:pt x="448" y="647"/>
                </a:lnTo>
                <a:close/>
                <a:moveTo>
                  <a:pt x="580" y="626"/>
                </a:moveTo>
                <a:lnTo>
                  <a:pt x="501" y="626"/>
                </a:lnTo>
                <a:lnTo>
                  <a:pt x="499" y="626"/>
                </a:lnTo>
                <a:lnTo>
                  <a:pt x="497" y="626"/>
                </a:lnTo>
                <a:lnTo>
                  <a:pt x="495" y="626"/>
                </a:lnTo>
                <a:lnTo>
                  <a:pt x="492" y="626"/>
                </a:lnTo>
                <a:lnTo>
                  <a:pt x="488" y="628"/>
                </a:lnTo>
                <a:lnTo>
                  <a:pt x="484" y="628"/>
                </a:lnTo>
                <a:lnTo>
                  <a:pt x="482" y="630"/>
                </a:lnTo>
                <a:lnTo>
                  <a:pt x="480" y="633"/>
                </a:lnTo>
                <a:lnTo>
                  <a:pt x="478" y="637"/>
                </a:lnTo>
                <a:lnTo>
                  <a:pt x="480" y="641"/>
                </a:lnTo>
                <a:lnTo>
                  <a:pt x="484" y="647"/>
                </a:lnTo>
                <a:lnTo>
                  <a:pt x="577" y="781"/>
                </a:lnTo>
                <a:lnTo>
                  <a:pt x="533" y="817"/>
                </a:lnTo>
                <a:lnTo>
                  <a:pt x="531" y="819"/>
                </a:lnTo>
                <a:lnTo>
                  <a:pt x="531" y="819"/>
                </a:lnTo>
                <a:lnTo>
                  <a:pt x="528" y="821"/>
                </a:lnTo>
                <a:lnTo>
                  <a:pt x="526" y="822"/>
                </a:lnTo>
                <a:lnTo>
                  <a:pt x="526" y="826"/>
                </a:lnTo>
                <a:lnTo>
                  <a:pt x="526" y="828"/>
                </a:lnTo>
                <a:lnTo>
                  <a:pt x="528" y="830"/>
                </a:lnTo>
                <a:lnTo>
                  <a:pt x="531" y="832"/>
                </a:lnTo>
                <a:lnTo>
                  <a:pt x="673" y="849"/>
                </a:lnTo>
                <a:lnTo>
                  <a:pt x="673" y="851"/>
                </a:lnTo>
                <a:lnTo>
                  <a:pt x="675" y="851"/>
                </a:lnTo>
                <a:lnTo>
                  <a:pt x="679" y="851"/>
                </a:lnTo>
                <a:lnTo>
                  <a:pt x="681" y="851"/>
                </a:lnTo>
                <a:lnTo>
                  <a:pt x="684" y="851"/>
                </a:lnTo>
                <a:lnTo>
                  <a:pt x="688" y="849"/>
                </a:lnTo>
                <a:lnTo>
                  <a:pt x="690" y="845"/>
                </a:lnTo>
                <a:lnTo>
                  <a:pt x="692" y="839"/>
                </a:lnTo>
                <a:lnTo>
                  <a:pt x="724" y="735"/>
                </a:lnTo>
                <a:lnTo>
                  <a:pt x="724" y="734"/>
                </a:lnTo>
                <a:lnTo>
                  <a:pt x="724" y="732"/>
                </a:lnTo>
                <a:lnTo>
                  <a:pt x="724" y="728"/>
                </a:lnTo>
                <a:lnTo>
                  <a:pt x="724" y="722"/>
                </a:lnTo>
                <a:lnTo>
                  <a:pt x="722" y="718"/>
                </a:lnTo>
                <a:lnTo>
                  <a:pt x="722" y="715"/>
                </a:lnTo>
                <a:lnTo>
                  <a:pt x="719" y="713"/>
                </a:lnTo>
                <a:lnTo>
                  <a:pt x="717" y="711"/>
                </a:lnTo>
                <a:lnTo>
                  <a:pt x="713" y="713"/>
                </a:lnTo>
                <a:lnTo>
                  <a:pt x="667" y="735"/>
                </a:lnTo>
                <a:lnTo>
                  <a:pt x="601" y="637"/>
                </a:lnTo>
                <a:lnTo>
                  <a:pt x="601" y="637"/>
                </a:lnTo>
                <a:lnTo>
                  <a:pt x="601" y="635"/>
                </a:lnTo>
                <a:lnTo>
                  <a:pt x="599" y="633"/>
                </a:lnTo>
                <a:lnTo>
                  <a:pt x="597" y="630"/>
                </a:lnTo>
                <a:lnTo>
                  <a:pt x="592" y="628"/>
                </a:lnTo>
                <a:lnTo>
                  <a:pt x="586" y="626"/>
                </a:lnTo>
                <a:lnTo>
                  <a:pt x="580" y="626"/>
                </a:lnTo>
                <a:close/>
                <a:moveTo>
                  <a:pt x="531" y="90"/>
                </a:moveTo>
                <a:lnTo>
                  <a:pt x="537" y="90"/>
                </a:lnTo>
                <a:lnTo>
                  <a:pt x="546" y="94"/>
                </a:lnTo>
                <a:lnTo>
                  <a:pt x="563" y="100"/>
                </a:lnTo>
                <a:lnTo>
                  <a:pt x="582" y="113"/>
                </a:lnTo>
                <a:lnTo>
                  <a:pt x="601" y="130"/>
                </a:lnTo>
                <a:lnTo>
                  <a:pt x="588" y="128"/>
                </a:lnTo>
                <a:lnTo>
                  <a:pt x="571" y="126"/>
                </a:lnTo>
                <a:lnTo>
                  <a:pt x="546" y="128"/>
                </a:lnTo>
                <a:lnTo>
                  <a:pt x="520" y="132"/>
                </a:lnTo>
                <a:lnTo>
                  <a:pt x="490" y="138"/>
                </a:lnTo>
                <a:lnTo>
                  <a:pt x="459" y="147"/>
                </a:lnTo>
                <a:lnTo>
                  <a:pt x="427" y="160"/>
                </a:lnTo>
                <a:lnTo>
                  <a:pt x="395" y="177"/>
                </a:lnTo>
                <a:lnTo>
                  <a:pt x="365" y="200"/>
                </a:lnTo>
                <a:lnTo>
                  <a:pt x="337" y="229"/>
                </a:lnTo>
                <a:lnTo>
                  <a:pt x="312" y="263"/>
                </a:lnTo>
                <a:lnTo>
                  <a:pt x="291" y="302"/>
                </a:lnTo>
                <a:lnTo>
                  <a:pt x="276" y="350"/>
                </a:lnTo>
                <a:lnTo>
                  <a:pt x="267" y="403"/>
                </a:lnTo>
                <a:lnTo>
                  <a:pt x="713" y="403"/>
                </a:lnTo>
                <a:lnTo>
                  <a:pt x="713" y="446"/>
                </a:lnTo>
                <a:lnTo>
                  <a:pt x="221" y="446"/>
                </a:lnTo>
                <a:lnTo>
                  <a:pt x="221" y="442"/>
                </a:lnTo>
                <a:lnTo>
                  <a:pt x="223" y="433"/>
                </a:lnTo>
                <a:lnTo>
                  <a:pt x="223" y="418"/>
                </a:lnTo>
                <a:lnTo>
                  <a:pt x="225" y="397"/>
                </a:lnTo>
                <a:lnTo>
                  <a:pt x="229" y="372"/>
                </a:lnTo>
                <a:lnTo>
                  <a:pt x="234" y="344"/>
                </a:lnTo>
                <a:lnTo>
                  <a:pt x="244" y="316"/>
                </a:lnTo>
                <a:lnTo>
                  <a:pt x="253" y="283"/>
                </a:lnTo>
                <a:lnTo>
                  <a:pt x="267" y="253"/>
                </a:lnTo>
                <a:lnTo>
                  <a:pt x="284" y="221"/>
                </a:lnTo>
                <a:lnTo>
                  <a:pt x="304" y="193"/>
                </a:lnTo>
                <a:lnTo>
                  <a:pt x="331" y="164"/>
                </a:lnTo>
                <a:lnTo>
                  <a:pt x="359" y="140"/>
                </a:lnTo>
                <a:lnTo>
                  <a:pt x="395" y="119"/>
                </a:lnTo>
                <a:lnTo>
                  <a:pt x="435" y="104"/>
                </a:lnTo>
                <a:lnTo>
                  <a:pt x="480" y="94"/>
                </a:lnTo>
                <a:lnTo>
                  <a:pt x="531" y="90"/>
                </a:lnTo>
                <a:close/>
                <a:moveTo>
                  <a:pt x="484" y="45"/>
                </a:moveTo>
                <a:lnTo>
                  <a:pt x="437" y="49"/>
                </a:lnTo>
                <a:lnTo>
                  <a:pt x="393" y="60"/>
                </a:lnTo>
                <a:lnTo>
                  <a:pt x="357" y="77"/>
                </a:lnTo>
                <a:lnTo>
                  <a:pt x="323" y="102"/>
                </a:lnTo>
                <a:lnTo>
                  <a:pt x="295" y="128"/>
                </a:lnTo>
                <a:lnTo>
                  <a:pt x="270" y="160"/>
                </a:lnTo>
                <a:lnTo>
                  <a:pt x="250" y="195"/>
                </a:lnTo>
                <a:lnTo>
                  <a:pt x="231" y="230"/>
                </a:lnTo>
                <a:lnTo>
                  <a:pt x="217" y="268"/>
                </a:lnTo>
                <a:lnTo>
                  <a:pt x="206" y="306"/>
                </a:lnTo>
                <a:lnTo>
                  <a:pt x="197" y="342"/>
                </a:lnTo>
                <a:lnTo>
                  <a:pt x="189" y="376"/>
                </a:lnTo>
                <a:lnTo>
                  <a:pt x="183" y="408"/>
                </a:lnTo>
                <a:lnTo>
                  <a:pt x="180" y="437"/>
                </a:lnTo>
                <a:lnTo>
                  <a:pt x="178" y="459"/>
                </a:lnTo>
                <a:lnTo>
                  <a:pt x="176" y="478"/>
                </a:lnTo>
                <a:lnTo>
                  <a:pt x="176" y="490"/>
                </a:lnTo>
                <a:lnTo>
                  <a:pt x="176" y="493"/>
                </a:lnTo>
                <a:lnTo>
                  <a:pt x="758" y="493"/>
                </a:lnTo>
                <a:lnTo>
                  <a:pt x="756" y="418"/>
                </a:lnTo>
                <a:lnTo>
                  <a:pt x="749" y="353"/>
                </a:lnTo>
                <a:lnTo>
                  <a:pt x="736" y="295"/>
                </a:lnTo>
                <a:lnTo>
                  <a:pt x="720" y="246"/>
                </a:lnTo>
                <a:lnTo>
                  <a:pt x="701" y="202"/>
                </a:lnTo>
                <a:lnTo>
                  <a:pt x="681" y="166"/>
                </a:lnTo>
                <a:lnTo>
                  <a:pt x="658" y="136"/>
                </a:lnTo>
                <a:lnTo>
                  <a:pt x="633" y="111"/>
                </a:lnTo>
                <a:lnTo>
                  <a:pt x="609" y="92"/>
                </a:lnTo>
                <a:lnTo>
                  <a:pt x="586" y="75"/>
                </a:lnTo>
                <a:lnTo>
                  <a:pt x="563" y="64"/>
                </a:lnTo>
                <a:lnTo>
                  <a:pt x="541" y="56"/>
                </a:lnTo>
                <a:lnTo>
                  <a:pt x="522" y="51"/>
                </a:lnTo>
                <a:lnTo>
                  <a:pt x="507" y="47"/>
                </a:lnTo>
                <a:lnTo>
                  <a:pt x="495" y="45"/>
                </a:lnTo>
                <a:lnTo>
                  <a:pt x="486" y="45"/>
                </a:lnTo>
                <a:lnTo>
                  <a:pt x="484" y="45"/>
                </a:lnTo>
                <a:close/>
                <a:moveTo>
                  <a:pt x="482" y="0"/>
                </a:moveTo>
                <a:lnTo>
                  <a:pt x="533" y="5"/>
                </a:lnTo>
                <a:lnTo>
                  <a:pt x="577" y="17"/>
                </a:lnTo>
                <a:lnTo>
                  <a:pt x="616" y="38"/>
                </a:lnTo>
                <a:lnTo>
                  <a:pt x="650" y="62"/>
                </a:lnTo>
                <a:lnTo>
                  <a:pt x="681" y="94"/>
                </a:lnTo>
                <a:lnTo>
                  <a:pt x="707" y="128"/>
                </a:lnTo>
                <a:lnTo>
                  <a:pt x="728" y="166"/>
                </a:lnTo>
                <a:lnTo>
                  <a:pt x="747" y="206"/>
                </a:lnTo>
                <a:lnTo>
                  <a:pt x="762" y="247"/>
                </a:lnTo>
                <a:lnTo>
                  <a:pt x="773" y="287"/>
                </a:lnTo>
                <a:lnTo>
                  <a:pt x="783" y="327"/>
                </a:lnTo>
                <a:lnTo>
                  <a:pt x="790" y="365"/>
                </a:lnTo>
                <a:lnTo>
                  <a:pt x="796" y="401"/>
                </a:lnTo>
                <a:lnTo>
                  <a:pt x="798" y="431"/>
                </a:lnTo>
                <a:lnTo>
                  <a:pt x="800" y="456"/>
                </a:lnTo>
                <a:lnTo>
                  <a:pt x="802" y="476"/>
                </a:lnTo>
                <a:lnTo>
                  <a:pt x="802" y="488"/>
                </a:lnTo>
                <a:lnTo>
                  <a:pt x="802" y="493"/>
                </a:lnTo>
                <a:lnTo>
                  <a:pt x="891" y="493"/>
                </a:lnTo>
                <a:lnTo>
                  <a:pt x="936" y="446"/>
                </a:lnTo>
                <a:lnTo>
                  <a:pt x="851" y="446"/>
                </a:lnTo>
                <a:lnTo>
                  <a:pt x="851" y="440"/>
                </a:lnTo>
                <a:lnTo>
                  <a:pt x="851" y="421"/>
                </a:lnTo>
                <a:lnTo>
                  <a:pt x="849" y="397"/>
                </a:lnTo>
                <a:lnTo>
                  <a:pt x="849" y="365"/>
                </a:lnTo>
                <a:lnTo>
                  <a:pt x="845" y="331"/>
                </a:lnTo>
                <a:lnTo>
                  <a:pt x="843" y="297"/>
                </a:lnTo>
                <a:lnTo>
                  <a:pt x="840" y="264"/>
                </a:lnTo>
                <a:lnTo>
                  <a:pt x="834" y="240"/>
                </a:lnTo>
                <a:lnTo>
                  <a:pt x="826" y="223"/>
                </a:lnTo>
                <a:lnTo>
                  <a:pt x="813" y="202"/>
                </a:lnTo>
                <a:lnTo>
                  <a:pt x="811" y="198"/>
                </a:lnTo>
                <a:lnTo>
                  <a:pt x="807" y="187"/>
                </a:lnTo>
                <a:lnTo>
                  <a:pt x="804" y="172"/>
                </a:lnTo>
                <a:lnTo>
                  <a:pt x="796" y="157"/>
                </a:lnTo>
                <a:lnTo>
                  <a:pt x="788" y="142"/>
                </a:lnTo>
                <a:lnTo>
                  <a:pt x="781" y="134"/>
                </a:lnTo>
                <a:lnTo>
                  <a:pt x="783" y="132"/>
                </a:lnTo>
                <a:lnTo>
                  <a:pt x="787" y="132"/>
                </a:lnTo>
                <a:lnTo>
                  <a:pt x="794" y="132"/>
                </a:lnTo>
                <a:lnTo>
                  <a:pt x="804" y="134"/>
                </a:lnTo>
                <a:lnTo>
                  <a:pt x="815" y="140"/>
                </a:lnTo>
                <a:lnTo>
                  <a:pt x="826" y="147"/>
                </a:lnTo>
                <a:lnTo>
                  <a:pt x="838" y="160"/>
                </a:lnTo>
                <a:lnTo>
                  <a:pt x="851" y="179"/>
                </a:lnTo>
                <a:lnTo>
                  <a:pt x="862" y="206"/>
                </a:lnTo>
                <a:lnTo>
                  <a:pt x="874" y="242"/>
                </a:lnTo>
                <a:lnTo>
                  <a:pt x="883" y="285"/>
                </a:lnTo>
                <a:lnTo>
                  <a:pt x="891" y="338"/>
                </a:lnTo>
                <a:lnTo>
                  <a:pt x="894" y="403"/>
                </a:lnTo>
                <a:lnTo>
                  <a:pt x="981" y="403"/>
                </a:lnTo>
                <a:lnTo>
                  <a:pt x="1000" y="406"/>
                </a:lnTo>
                <a:lnTo>
                  <a:pt x="1013" y="412"/>
                </a:lnTo>
                <a:lnTo>
                  <a:pt x="1021" y="421"/>
                </a:lnTo>
                <a:lnTo>
                  <a:pt x="1025" y="431"/>
                </a:lnTo>
                <a:lnTo>
                  <a:pt x="1027" y="439"/>
                </a:lnTo>
                <a:lnTo>
                  <a:pt x="1027" y="446"/>
                </a:lnTo>
                <a:lnTo>
                  <a:pt x="1027" y="448"/>
                </a:lnTo>
                <a:lnTo>
                  <a:pt x="1027" y="1208"/>
                </a:lnTo>
                <a:lnTo>
                  <a:pt x="1025" y="1214"/>
                </a:lnTo>
                <a:lnTo>
                  <a:pt x="1019" y="1227"/>
                </a:lnTo>
                <a:lnTo>
                  <a:pt x="1012" y="1248"/>
                </a:lnTo>
                <a:lnTo>
                  <a:pt x="1000" y="1271"/>
                </a:lnTo>
                <a:lnTo>
                  <a:pt x="987" y="1297"/>
                </a:lnTo>
                <a:lnTo>
                  <a:pt x="970" y="1326"/>
                </a:lnTo>
                <a:lnTo>
                  <a:pt x="953" y="1348"/>
                </a:lnTo>
                <a:lnTo>
                  <a:pt x="932" y="1369"/>
                </a:lnTo>
                <a:lnTo>
                  <a:pt x="911" y="1382"/>
                </a:lnTo>
                <a:lnTo>
                  <a:pt x="891" y="1388"/>
                </a:lnTo>
                <a:lnTo>
                  <a:pt x="40" y="1388"/>
                </a:lnTo>
                <a:lnTo>
                  <a:pt x="38" y="1388"/>
                </a:lnTo>
                <a:lnTo>
                  <a:pt x="32" y="1386"/>
                </a:lnTo>
                <a:lnTo>
                  <a:pt x="25" y="1384"/>
                </a:lnTo>
                <a:lnTo>
                  <a:pt x="15" y="1380"/>
                </a:lnTo>
                <a:lnTo>
                  <a:pt x="8" y="1371"/>
                </a:lnTo>
                <a:lnTo>
                  <a:pt x="2" y="1358"/>
                </a:lnTo>
                <a:lnTo>
                  <a:pt x="0" y="1341"/>
                </a:lnTo>
                <a:lnTo>
                  <a:pt x="0" y="537"/>
                </a:lnTo>
                <a:lnTo>
                  <a:pt x="0" y="535"/>
                </a:lnTo>
                <a:lnTo>
                  <a:pt x="0" y="529"/>
                </a:lnTo>
                <a:lnTo>
                  <a:pt x="2" y="520"/>
                </a:lnTo>
                <a:lnTo>
                  <a:pt x="6" y="510"/>
                </a:lnTo>
                <a:lnTo>
                  <a:pt x="13" y="501"/>
                </a:lnTo>
                <a:lnTo>
                  <a:pt x="26" y="495"/>
                </a:lnTo>
                <a:lnTo>
                  <a:pt x="43" y="493"/>
                </a:lnTo>
                <a:lnTo>
                  <a:pt x="45" y="488"/>
                </a:lnTo>
                <a:lnTo>
                  <a:pt x="45" y="474"/>
                </a:lnTo>
                <a:lnTo>
                  <a:pt x="49" y="457"/>
                </a:lnTo>
                <a:lnTo>
                  <a:pt x="53" y="439"/>
                </a:lnTo>
                <a:lnTo>
                  <a:pt x="60" y="421"/>
                </a:lnTo>
                <a:lnTo>
                  <a:pt x="72" y="408"/>
                </a:lnTo>
                <a:lnTo>
                  <a:pt x="85" y="403"/>
                </a:lnTo>
                <a:lnTo>
                  <a:pt x="85" y="493"/>
                </a:lnTo>
                <a:lnTo>
                  <a:pt x="132" y="493"/>
                </a:lnTo>
                <a:lnTo>
                  <a:pt x="136" y="420"/>
                </a:lnTo>
                <a:lnTo>
                  <a:pt x="144" y="353"/>
                </a:lnTo>
                <a:lnTo>
                  <a:pt x="157" y="297"/>
                </a:lnTo>
                <a:lnTo>
                  <a:pt x="174" y="244"/>
                </a:lnTo>
                <a:lnTo>
                  <a:pt x="193" y="200"/>
                </a:lnTo>
                <a:lnTo>
                  <a:pt x="216" y="160"/>
                </a:lnTo>
                <a:lnTo>
                  <a:pt x="240" y="126"/>
                </a:lnTo>
                <a:lnTo>
                  <a:pt x="267" y="98"/>
                </a:lnTo>
                <a:lnTo>
                  <a:pt x="293" y="73"/>
                </a:lnTo>
                <a:lnTo>
                  <a:pt x="321" y="55"/>
                </a:lnTo>
                <a:lnTo>
                  <a:pt x="348" y="39"/>
                </a:lnTo>
                <a:lnTo>
                  <a:pt x="374" y="26"/>
                </a:lnTo>
                <a:lnTo>
                  <a:pt x="399" y="17"/>
                </a:lnTo>
                <a:lnTo>
                  <a:pt x="422" y="11"/>
                </a:lnTo>
                <a:lnTo>
                  <a:pt x="442" y="5"/>
                </a:lnTo>
                <a:lnTo>
                  <a:pt x="459" y="3"/>
                </a:lnTo>
                <a:lnTo>
                  <a:pt x="471" y="2"/>
                </a:lnTo>
                <a:lnTo>
                  <a:pt x="480" y="2"/>
                </a:lnTo>
                <a:lnTo>
                  <a:pt x="48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19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9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e-Commerce #1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Money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Money 2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Bills Stack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Price Tag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Price Tags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Piggy Bank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Lemonade Stand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Lemonade Stand 2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Basket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Basket 2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Scan Label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2510159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Scan Label 2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Scan Label 3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Cart 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Cart 2</a:t>
            </a:r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1100572" y="1314425"/>
            <a:ext cx="1080000" cy="936867"/>
          </a:xfrm>
          <a:custGeom>
            <a:avLst/>
            <a:gdLst>
              <a:gd name="T0" fmla="*/ 526 w 664"/>
              <a:gd name="T1" fmla="*/ 551 h 576"/>
              <a:gd name="T2" fmla="*/ 313 w 664"/>
              <a:gd name="T3" fmla="*/ 572 h 576"/>
              <a:gd name="T4" fmla="*/ 326 w 664"/>
              <a:gd name="T5" fmla="*/ 526 h 576"/>
              <a:gd name="T6" fmla="*/ 134 w 664"/>
              <a:gd name="T7" fmla="*/ 481 h 576"/>
              <a:gd name="T8" fmla="*/ 134 w 664"/>
              <a:gd name="T9" fmla="*/ 504 h 576"/>
              <a:gd name="T10" fmla="*/ 326 w 664"/>
              <a:gd name="T11" fmla="*/ 450 h 576"/>
              <a:gd name="T12" fmla="*/ 522 w 664"/>
              <a:gd name="T13" fmla="*/ 488 h 576"/>
              <a:gd name="T14" fmla="*/ 304 w 664"/>
              <a:gd name="T15" fmla="*/ 488 h 576"/>
              <a:gd name="T16" fmla="*/ 113 w 664"/>
              <a:gd name="T17" fmla="*/ 415 h 576"/>
              <a:gd name="T18" fmla="*/ 98 w 664"/>
              <a:gd name="T19" fmla="*/ 433 h 576"/>
              <a:gd name="T20" fmla="*/ 103 w 664"/>
              <a:gd name="T21" fmla="*/ 416 h 576"/>
              <a:gd name="T22" fmla="*/ 579 w 664"/>
              <a:gd name="T23" fmla="*/ 390 h 576"/>
              <a:gd name="T24" fmla="*/ 658 w 664"/>
              <a:gd name="T25" fmla="*/ 556 h 576"/>
              <a:gd name="T26" fmla="*/ 617 w 664"/>
              <a:gd name="T27" fmla="*/ 553 h 576"/>
              <a:gd name="T28" fmla="*/ 551 w 664"/>
              <a:gd name="T29" fmla="*/ 388 h 576"/>
              <a:gd name="T30" fmla="*/ 102 w 664"/>
              <a:gd name="T31" fmla="*/ 396 h 576"/>
              <a:gd name="T32" fmla="*/ 85 w 664"/>
              <a:gd name="T33" fmla="*/ 405 h 576"/>
              <a:gd name="T34" fmla="*/ 76 w 664"/>
              <a:gd name="T35" fmla="*/ 439 h 576"/>
              <a:gd name="T36" fmla="*/ 113 w 664"/>
              <a:gd name="T37" fmla="*/ 468 h 576"/>
              <a:gd name="T38" fmla="*/ 98 w 664"/>
              <a:gd name="T39" fmla="*/ 501 h 576"/>
              <a:gd name="T40" fmla="*/ 96 w 664"/>
              <a:gd name="T41" fmla="*/ 497 h 576"/>
              <a:gd name="T42" fmla="*/ 86 w 664"/>
              <a:gd name="T43" fmla="*/ 522 h 576"/>
              <a:gd name="T44" fmla="*/ 106 w 664"/>
              <a:gd name="T45" fmla="*/ 528 h 576"/>
              <a:gd name="T46" fmla="*/ 132 w 664"/>
              <a:gd name="T47" fmla="*/ 526 h 576"/>
              <a:gd name="T48" fmla="*/ 157 w 664"/>
              <a:gd name="T49" fmla="*/ 490 h 576"/>
              <a:gd name="T50" fmla="*/ 132 w 664"/>
              <a:gd name="T51" fmla="*/ 451 h 576"/>
              <a:gd name="T52" fmla="*/ 132 w 664"/>
              <a:gd name="T53" fmla="*/ 421 h 576"/>
              <a:gd name="T54" fmla="*/ 135 w 664"/>
              <a:gd name="T55" fmla="*/ 424 h 576"/>
              <a:gd name="T56" fmla="*/ 135 w 664"/>
              <a:gd name="T57" fmla="*/ 400 h 576"/>
              <a:gd name="T58" fmla="*/ 106 w 664"/>
              <a:gd name="T59" fmla="*/ 375 h 576"/>
              <a:gd name="T60" fmla="*/ 477 w 664"/>
              <a:gd name="T61" fmla="*/ 400 h 576"/>
              <a:gd name="T62" fmla="*/ 263 w 664"/>
              <a:gd name="T63" fmla="*/ 422 h 576"/>
              <a:gd name="T64" fmla="*/ 276 w 664"/>
              <a:gd name="T65" fmla="*/ 375 h 576"/>
              <a:gd name="T66" fmla="*/ 209 w 664"/>
              <a:gd name="T67" fmla="*/ 404 h 576"/>
              <a:gd name="T68" fmla="*/ 192 w 664"/>
              <a:gd name="T69" fmla="*/ 540 h 576"/>
              <a:gd name="T70" fmla="*/ 55 w 664"/>
              <a:gd name="T71" fmla="*/ 559 h 576"/>
              <a:gd name="T72" fmla="*/ 4 w 664"/>
              <a:gd name="T73" fmla="*/ 432 h 576"/>
              <a:gd name="T74" fmla="*/ 113 w 664"/>
              <a:gd name="T75" fmla="*/ 349 h 576"/>
              <a:gd name="T76" fmla="*/ 501 w 664"/>
              <a:gd name="T77" fmla="*/ 326 h 576"/>
              <a:gd name="T78" fmla="*/ 288 w 664"/>
              <a:gd name="T79" fmla="*/ 346 h 576"/>
              <a:gd name="T80" fmla="*/ 301 w 664"/>
              <a:gd name="T81" fmla="*/ 299 h 576"/>
              <a:gd name="T82" fmla="*/ 551 w 664"/>
              <a:gd name="T83" fmla="*/ 250 h 576"/>
              <a:gd name="T84" fmla="*/ 338 w 664"/>
              <a:gd name="T85" fmla="*/ 272 h 576"/>
              <a:gd name="T86" fmla="*/ 351 w 664"/>
              <a:gd name="T87" fmla="*/ 225 h 576"/>
              <a:gd name="T88" fmla="*/ 576 w 664"/>
              <a:gd name="T89" fmla="*/ 175 h 576"/>
              <a:gd name="T90" fmla="*/ 363 w 664"/>
              <a:gd name="T91" fmla="*/ 196 h 576"/>
              <a:gd name="T92" fmla="*/ 376 w 664"/>
              <a:gd name="T93" fmla="*/ 150 h 576"/>
              <a:gd name="T94" fmla="*/ 576 w 664"/>
              <a:gd name="T95" fmla="*/ 99 h 576"/>
              <a:gd name="T96" fmla="*/ 363 w 664"/>
              <a:gd name="T97" fmla="*/ 121 h 576"/>
              <a:gd name="T98" fmla="*/ 376 w 664"/>
              <a:gd name="T99" fmla="*/ 74 h 576"/>
              <a:gd name="T100" fmla="*/ 525 w 664"/>
              <a:gd name="T101" fmla="*/ 24 h 576"/>
              <a:gd name="T102" fmla="*/ 312 w 664"/>
              <a:gd name="T103" fmla="*/ 47 h 576"/>
              <a:gd name="T104" fmla="*/ 325 w 664"/>
              <a:gd name="T10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64" h="576">
                <a:moveTo>
                  <a:pt x="326" y="526"/>
                </a:moveTo>
                <a:lnTo>
                  <a:pt x="501" y="526"/>
                </a:lnTo>
                <a:lnTo>
                  <a:pt x="513" y="528"/>
                </a:lnTo>
                <a:lnTo>
                  <a:pt x="522" y="538"/>
                </a:lnTo>
                <a:lnTo>
                  <a:pt x="526" y="551"/>
                </a:lnTo>
                <a:lnTo>
                  <a:pt x="522" y="562"/>
                </a:lnTo>
                <a:lnTo>
                  <a:pt x="513" y="572"/>
                </a:lnTo>
                <a:lnTo>
                  <a:pt x="501" y="576"/>
                </a:lnTo>
                <a:lnTo>
                  <a:pt x="326" y="576"/>
                </a:lnTo>
                <a:lnTo>
                  <a:pt x="313" y="572"/>
                </a:lnTo>
                <a:lnTo>
                  <a:pt x="304" y="562"/>
                </a:lnTo>
                <a:lnTo>
                  <a:pt x="301" y="551"/>
                </a:lnTo>
                <a:lnTo>
                  <a:pt x="304" y="538"/>
                </a:lnTo>
                <a:lnTo>
                  <a:pt x="313" y="528"/>
                </a:lnTo>
                <a:lnTo>
                  <a:pt x="326" y="526"/>
                </a:lnTo>
                <a:close/>
                <a:moveTo>
                  <a:pt x="120" y="471"/>
                </a:moveTo>
                <a:lnTo>
                  <a:pt x="127" y="473"/>
                </a:lnTo>
                <a:lnTo>
                  <a:pt x="131" y="476"/>
                </a:lnTo>
                <a:lnTo>
                  <a:pt x="132" y="477"/>
                </a:lnTo>
                <a:lnTo>
                  <a:pt x="134" y="481"/>
                </a:lnTo>
                <a:lnTo>
                  <a:pt x="135" y="485"/>
                </a:lnTo>
                <a:lnTo>
                  <a:pt x="135" y="489"/>
                </a:lnTo>
                <a:lnTo>
                  <a:pt x="136" y="493"/>
                </a:lnTo>
                <a:lnTo>
                  <a:pt x="135" y="498"/>
                </a:lnTo>
                <a:lnTo>
                  <a:pt x="134" y="504"/>
                </a:lnTo>
                <a:lnTo>
                  <a:pt x="130" y="506"/>
                </a:lnTo>
                <a:lnTo>
                  <a:pt x="126" y="509"/>
                </a:lnTo>
                <a:lnTo>
                  <a:pt x="120" y="509"/>
                </a:lnTo>
                <a:lnTo>
                  <a:pt x="120" y="471"/>
                </a:lnTo>
                <a:close/>
                <a:moveTo>
                  <a:pt x="326" y="450"/>
                </a:moveTo>
                <a:lnTo>
                  <a:pt x="501" y="450"/>
                </a:lnTo>
                <a:lnTo>
                  <a:pt x="513" y="454"/>
                </a:lnTo>
                <a:lnTo>
                  <a:pt x="522" y="463"/>
                </a:lnTo>
                <a:lnTo>
                  <a:pt x="526" y="475"/>
                </a:lnTo>
                <a:lnTo>
                  <a:pt x="522" y="488"/>
                </a:lnTo>
                <a:lnTo>
                  <a:pt x="513" y="497"/>
                </a:lnTo>
                <a:lnTo>
                  <a:pt x="501" y="500"/>
                </a:lnTo>
                <a:lnTo>
                  <a:pt x="326" y="500"/>
                </a:lnTo>
                <a:lnTo>
                  <a:pt x="313" y="497"/>
                </a:lnTo>
                <a:lnTo>
                  <a:pt x="304" y="488"/>
                </a:lnTo>
                <a:lnTo>
                  <a:pt x="301" y="475"/>
                </a:lnTo>
                <a:lnTo>
                  <a:pt x="304" y="463"/>
                </a:lnTo>
                <a:lnTo>
                  <a:pt x="313" y="454"/>
                </a:lnTo>
                <a:lnTo>
                  <a:pt x="326" y="450"/>
                </a:lnTo>
                <a:close/>
                <a:moveTo>
                  <a:pt x="113" y="415"/>
                </a:moveTo>
                <a:lnTo>
                  <a:pt x="113" y="445"/>
                </a:lnTo>
                <a:lnTo>
                  <a:pt x="107" y="442"/>
                </a:lnTo>
                <a:lnTo>
                  <a:pt x="103" y="441"/>
                </a:lnTo>
                <a:lnTo>
                  <a:pt x="99" y="437"/>
                </a:lnTo>
                <a:lnTo>
                  <a:pt x="98" y="433"/>
                </a:lnTo>
                <a:lnTo>
                  <a:pt x="97" y="429"/>
                </a:lnTo>
                <a:lnTo>
                  <a:pt x="98" y="425"/>
                </a:lnTo>
                <a:lnTo>
                  <a:pt x="99" y="421"/>
                </a:lnTo>
                <a:lnTo>
                  <a:pt x="101" y="418"/>
                </a:lnTo>
                <a:lnTo>
                  <a:pt x="103" y="416"/>
                </a:lnTo>
                <a:lnTo>
                  <a:pt x="107" y="415"/>
                </a:lnTo>
                <a:lnTo>
                  <a:pt x="113" y="415"/>
                </a:lnTo>
                <a:close/>
                <a:moveTo>
                  <a:pt x="560" y="386"/>
                </a:moveTo>
                <a:lnTo>
                  <a:pt x="569" y="386"/>
                </a:lnTo>
                <a:lnTo>
                  <a:pt x="579" y="390"/>
                </a:lnTo>
                <a:lnTo>
                  <a:pt x="585" y="398"/>
                </a:lnTo>
                <a:lnTo>
                  <a:pt x="660" y="528"/>
                </a:lnTo>
                <a:lnTo>
                  <a:pt x="664" y="538"/>
                </a:lnTo>
                <a:lnTo>
                  <a:pt x="662" y="547"/>
                </a:lnTo>
                <a:lnTo>
                  <a:pt x="658" y="556"/>
                </a:lnTo>
                <a:lnTo>
                  <a:pt x="651" y="562"/>
                </a:lnTo>
                <a:lnTo>
                  <a:pt x="641" y="565"/>
                </a:lnTo>
                <a:lnTo>
                  <a:pt x="632" y="565"/>
                </a:lnTo>
                <a:lnTo>
                  <a:pt x="623" y="560"/>
                </a:lnTo>
                <a:lnTo>
                  <a:pt x="617" y="553"/>
                </a:lnTo>
                <a:lnTo>
                  <a:pt x="542" y="422"/>
                </a:lnTo>
                <a:lnTo>
                  <a:pt x="539" y="413"/>
                </a:lnTo>
                <a:lnTo>
                  <a:pt x="539" y="404"/>
                </a:lnTo>
                <a:lnTo>
                  <a:pt x="543" y="395"/>
                </a:lnTo>
                <a:lnTo>
                  <a:pt x="551" y="388"/>
                </a:lnTo>
                <a:lnTo>
                  <a:pt x="560" y="386"/>
                </a:lnTo>
                <a:close/>
                <a:moveTo>
                  <a:pt x="106" y="375"/>
                </a:moveTo>
                <a:lnTo>
                  <a:pt x="106" y="395"/>
                </a:lnTo>
                <a:lnTo>
                  <a:pt x="103" y="396"/>
                </a:lnTo>
                <a:lnTo>
                  <a:pt x="102" y="396"/>
                </a:lnTo>
                <a:lnTo>
                  <a:pt x="101" y="396"/>
                </a:lnTo>
                <a:lnTo>
                  <a:pt x="101" y="398"/>
                </a:lnTo>
                <a:lnTo>
                  <a:pt x="99" y="398"/>
                </a:lnTo>
                <a:lnTo>
                  <a:pt x="92" y="400"/>
                </a:lnTo>
                <a:lnTo>
                  <a:pt x="85" y="405"/>
                </a:lnTo>
                <a:lnTo>
                  <a:pt x="81" y="411"/>
                </a:lnTo>
                <a:lnTo>
                  <a:pt x="79" y="417"/>
                </a:lnTo>
                <a:lnTo>
                  <a:pt x="76" y="424"/>
                </a:lnTo>
                <a:lnTo>
                  <a:pt x="76" y="432"/>
                </a:lnTo>
                <a:lnTo>
                  <a:pt x="76" y="439"/>
                </a:lnTo>
                <a:lnTo>
                  <a:pt x="79" y="446"/>
                </a:lnTo>
                <a:lnTo>
                  <a:pt x="82" y="453"/>
                </a:lnTo>
                <a:lnTo>
                  <a:pt x="92" y="460"/>
                </a:lnTo>
                <a:lnTo>
                  <a:pt x="105" y="466"/>
                </a:lnTo>
                <a:lnTo>
                  <a:pt x="113" y="468"/>
                </a:lnTo>
                <a:lnTo>
                  <a:pt x="113" y="510"/>
                </a:lnTo>
                <a:lnTo>
                  <a:pt x="106" y="507"/>
                </a:lnTo>
                <a:lnTo>
                  <a:pt x="102" y="506"/>
                </a:lnTo>
                <a:lnTo>
                  <a:pt x="99" y="502"/>
                </a:lnTo>
                <a:lnTo>
                  <a:pt x="98" y="501"/>
                </a:lnTo>
                <a:lnTo>
                  <a:pt x="98" y="501"/>
                </a:lnTo>
                <a:lnTo>
                  <a:pt x="97" y="501"/>
                </a:lnTo>
                <a:lnTo>
                  <a:pt x="97" y="501"/>
                </a:lnTo>
                <a:lnTo>
                  <a:pt x="96" y="500"/>
                </a:lnTo>
                <a:lnTo>
                  <a:pt x="96" y="497"/>
                </a:lnTo>
                <a:lnTo>
                  <a:pt x="72" y="497"/>
                </a:lnTo>
                <a:lnTo>
                  <a:pt x="73" y="506"/>
                </a:lnTo>
                <a:lnTo>
                  <a:pt x="76" y="513"/>
                </a:lnTo>
                <a:lnTo>
                  <a:pt x="81" y="517"/>
                </a:lnTo>
                <a:lnTo>
                  <a:pt x="86" y="522"/>
                </a:lnTo>
                <a:lnTo>
                  <a:pt x="90" y="523"/>
                </a:lnTo>
                <a:lnTo>
                  <a:pt x="93" y="525"/>
                </a:lnTo>
                <a:lnTo>
                  <a:pt x="96" y="527"/>
                </a:lnTo>
                <a:lnTo>
                  <a:pt x="99" y="527"/>
                </a:lnTo>
                <a:lnTo>
                  <a:pt x="106" y="528"/>
                </a:lnTo>
                <a:lnTo>
                  <a:pt x="106" y="551"/>
                </a:lnTo>
                <a:lnTo>
                  <a:pt x="120" y="551"/>
                </a:lnTo>
                <a:lnTo>
                  <a:pt x="120" y="528"/>
                </a:lnTo>
                <a:lnTo>
                  <a:pt x="127" y="527"/>
                </a:lnTo>
                <a:lnTo>
                  <a:pt x="132" y="526"/>
                </a:lnTo>
                <a:lnTo>
                  <a:pt x="136" y="525"/>
                </a:lnTo>
                <a:lnTo>
                  <a:pt x="141" y="522"/>
                </a:lnTo>
                <a:lnTo>
                  <a:pt x="149" y="514"/>
                </a:lnTo>
                <a:lnTo>
                  <a:pt x="154" y="504"/>
                </a:lnTo>
                <a:lnTo>
                  <a:pt x="157" y="490"/>
                </a:lnTo>
                <a:lnTo>
                  <a:pt x="156" y="479"/>
                </a:lnTo>
                <a:lnTo>
                  <a:pt x="152" y="467"/>
                </a:lnTo>
                <a:lnTo>
                  <a:pt x="145" y="459"/>
                </a:lnTo>
                <a:lnTo>
                  <a:pt x="140" y="455"/>
                </a:lnTo>
                <a:lnTo>
                  <a:pt x="132" y="451"/>
                </a:lnTo>
                <a:lnTo>
                  <a:pt x="120" y="447"/>
                </a:lnTo>
                <a:lnTo>
                  <a:pt x="120" y="415"/>
                </a:lnTo>
                <a:lnTo>
                  <a:pt x="126" y="416"/>
                </a:lnTo>
                <a:lnTo>
                  <a:pt x="130" y="417"/>
                </a:lnTo>
                <a:lnTo>
                  <a:pt x="132" y="421"/>
                </a:lnTo>
                <a:lnTo>
                  <a:pt x="132" y="421"/>
                </a:lnTo>
                <a:lnTo>
                  <a:pt x="134" y="421"/>
                </a:lnTo>
                <a:lnTo>
                  <a:pt x="134" y="421"/>
                </a:lnTo>
                <a:lnTo>
                  <a:pt x="135" y="422"/>
                </a:lnTo>
                <a:lnTo>
                  <a:pt x="135" y="424"/>
                </a:lnTo>
                <a:lnTo>
                  <a:pt x="152" y="424"/>
                </a:lnTo>
                <a:lnTo>
                  <a:pt x="151" y="413"/>
                </a:lnTo>
                <a:lnTo>
                  <a:pt x="147" y="408"/>
                </a:lnTo>
                <a:lnTo>
                  <a:pt x="139" y="403"/>
                </a:lnTo>
                <a:lnTo>
                  <a:pt x="135" y="400"/>
                </a:lnTo>
                <a:lnTo>
                  <a:pt x="131" y="398"/>
                </a:lnTo>
                <a:lnTo>
                  <a:pt x="127" y="396"/>
                </a:lnTo>
                <a:lnTo>
                  <a:pt x="120" y="395"/>
                </a:lnTo>
                <a:lnTo>
                  <a:pt x="120" y="375"/>
                </a:lnTo>
                <a:lnTo>
                  <a:pt x="106" y="375"/>
                </a:lnTo>
                <a:close/>
                <a:moveTo>
                  <a:pt x="276" y="375"/>
                </a:moveTo>
                <a:lnTo>
                  <a:pt x="450" y="375"/>
                </a:lnTo>
                <a:lnTo>
                  <a:pt x="463" y="378"/>
                </a:lnTo>
                <a:lnTo>
                  <a:pt x="473" y="387"/>
                </a:lnTo>
                <a:lnTo>
                  <a:pt x="477" y="400"/>
                </a:lnTo>
                <a:lnTo>
                  <a:pt x="473" y="413"/>
                </a:lnTo>
                <a:lnTo>
                  <a:pt x="463" y="422"/>
                </a:lnTo>
                <a:lnTo>
                  <a:pt x="450" y="425"/>
                </a:lnTo>
                <a:lnTo>
                  <a:pt x="276" y="425"/>
                </a:lnTo>
                <a:lnTo>
                  <a:pt x="263" y="422"/>
                </a:lnTo>
                <a:lnTo>
                  <a:pt x="254" y="413"/>
                </a:lnTo>
                <a:lnTo>
                  <a:pt x="250" y="400"/>
                </a:lnTo>
                <a:lnTo>
                  <a:pt x="254" y="387"/>
                </a:lnTo>
                <a:lnTo>
                  <a:pt x="263" y="378"/>
                </a:lnTo>
                <a:lnTo>
                  <a:pt x="276" y="375"/>
                </a:lnTo>
                <a:close/>
                <a:moveTo>
                  <a:pt x="113" y="349"/>
                </a:moveTo>
                <a:lnTo>
                  <a:pt x="143" y="353"/>
                </a:lnTo>
                <a:lnTo>
                  <a:pt x="169" y="363"/>
                </a:lnTo>
                <a:lnTo>
                  <a:pt x="192" y="382"/>
                </a:lnTo>
                <a:lnTo>
                  <a:pt x="209" y="404"/>
                </a:lnTo>
                <a:lnTo>
                  <a:pt x="221" y="432"/>
                </a:lnTo>
                <a:lnTo>
                  <a:pt x="225" y="462"/>
                </a:lnTo>
                <a:lnTo>
                  <a:pt x="221" y="490"/>
                </a:lnTo>
                <a:lnTo>
                  <a:pt x="209" y="518"/>
                </a:lnTo>
                <a:lnTo>
                  <a:pt x="192" y="540"/>
                </a:lnTo>
                <a:lnTo>
                  <a:pt x="169" y="559"/>
                </a:lnTo>
                <a:lnTo>
                  <a:pt x="143" y="570"/>
                </a:lnTo>
                <a:lnTo>
                  <a:pt x="113" y="574"/>
                </a:lnTo>
                <a:lnTo>
                  <a:pt x="82" y="570"/>
                </a:lnTo>
                <a:lnTo>
                  <a:pt x="55" y="559"/>
                </a:lnTo>
                <a:lnTo>
                  <a:pt x="33" y="540"/>
                </a:lnTo>
                <a:lnTo>
                  <a:pt x="14" y="518"/>
                </a:lnTo>
                <a:lnTo>
                  <a:pt x="4" y="490"/>
                </a:lnTo>
                <a:lnTo>
                  <a:pt x="0" y="462"/>
                </a:lnTo>
                <a:lnTo>
                  <a:pt x="4" y="432"/>
                </a:lnTo>
                <a:lnTo>
                  <a:pt x="14" y="404"/>
                </a:lnTo>
                <a:lnTo>
                  <a:pt x="33" y="382"/>
                </a:lnTo>
                <a:lnTo>
                  <a:pt x="55" y="363"/>
                </a:lnTo>
                <a:lnTo>
                  <a:pt x="82" y="353"/>
                </a:lnTo>
                <a:lnTo>
                  <a:pt x="113" y="349"/>
                </a:lnTo>
                <a:close/>
                <a:moveTo>
                  <a:pt x="301" y="299"/>
                </a:moveTo>
                <a:lnTo>
                  <a:pt x="477" y="299"/>
                </a:lnTo>
                <a:lnTo>
                  <a:pt x="488" y="303"/>
                </a:lnTo>
                <a:lnTo>
                  <a:pt x="497" y="312"/>
                </a:lnTo>
                <a:lnTo>
                  <a:pt x="501" y="326"/>
                </a:lnTo>
                <a:lnTo>
                  <a:pt x="497" y="337"/>
                </a:lnTo>
                <a:lnTo>
                  <a:pt x="488" y="346"/>
                </a:lnTo>
                <a:lnTo>
                  <a:pt x="477" y="350"/>
                </a:lnTo>
                <a:lnTo>
                  <a:pt x="301" y="350"/>
                </a:lnTo>
                <a:lnTo>
                  <a:pt x="288" y="346"/>
                </a:lnTo>
                <a:lnTo>
                  <a:pt x="279" y="337"/>
                </a:lnTo>
                <a:lnTo>
                  <a:pt x="276" y="326"/>
                </a:lnTo>
                <a:lnTo>
                  <a:pt x="279" y="312"/>
                </a:lnTo>
                <a:lnTo>
                  <a:pt x="288" y="303"/>
                </a:lnTo>
                <a:lnTo>
                  <a:pt x="301" y="299"/>
                </a:lnTo>
                <a:close/>
                <a:moveTo>
                  <a:pt x="351" y="225"/>
                </a:moveTo>
                <a:lnTo>
                  <a:pt x="526" y="225"/>
                </a:lnTo>
                <a:lnTo>
                  <a:pt x="539" y="229"/>
                </a:lnTo>
                <a:lnTo>
                  <a:pt x="547" y="238"/>
                </a:lnTo>
                <a:lnTo>
                  <a:pt x="551" y="250"/>
                </a:lnTo>
                <a:lnTo>
                  <a:pt x="547" y="263"/>
                </a:lnTo>
                <a:lnTo>
                  <a:pt x="539" y="272"/>
                </a:lnTo>
                <a:lnTo>
                  <a:pt x="526" y="274"/>
                </a:lnTo>
                <a:lnTo>
                  <a:pt x="351" y="274"/>
                </a:lnTo>
                <a:lnTo>
                  <a:pt x="338" y="272"/>
                </a:lnTo>
                <a:lnTo>
                  <a:pt x="329" y="263"/>
                </a:lnTo>
                <a:lnTo>
                  <a:pt x="326" y="250"/>
                </a:lnTo>
                <a:lnTo>
                  <a:pt x="329" y="238"/>
                </a:lnTo>
                <a:lnTo>
                  <a:pt x="338" y="229"/>
                </a:lnTo>
                <a:lnTo>
                  <a:pt x="351" y="225"/>
                </a:lnTo>
                <a:close/>
                <a:moveTo>
                  <a:pt x="376" y="150"/>
                </a:moveTo>
                <a:lnTo>
                  <a:pt x="551" y="150"/>
                </a:lnTo>
                <a:lnTo>
                  <a:pt x="564" y="153"/>
                </a:lnTo>
                <a:lnTo>
                  <a:pt x="572" y="162"/>
                </a:lnTo>
                <a:lnTo>
                  <a:pt x="576" y="175"/>
                </a:lnTo>
                <a:lnTo>
                  <a:pt x="572" y="188"/>
                </a:lnTo>
                <a:lnTo>
                  <a:pt x="564" y="196"/>
                </a:lnTo>
                <a:lnTo>
                  <a:pt x="551" y="200"/>
                </a:lnTo>
                <a:lnTo>
                  <a:pt x="376" y="200"/>
                </a:lnTo>
                <a:lnTo>
                  <a:pt x="363" y="196"/>
                </a:lnTo>
                <a:lnTo>
                  <a:pt x="355" y="188"/>
                </a:lnTo>
                <a:lnTo>
                  <a:pt x="351" y="175"/>
                </a:lnTo>
                <a:lnTo>
                  <a:pt x="355" y="162"/>
                </a:lnTo>
                <a:lnTo>
                  <a:pt x="363" y="153"/>
                </a:lnTo>
                <a:lnTo>
                  <a:pt x="376" y="150"/>
                </a:lnTo>
                <a:close/>
                <a:moveTo>
                  <a:pt x="376" y="74"/>
                </a:moveTo>
                <a:lnTo>
                  <a:pt x="551" y="74"/>
                </a:lnTo>
                <a:lnTo>
                  <a:pt x="564" y="78"/>
                </a:lnTo>
                <a:lnTo>
                  <a:pt x="572" y="87"/>
                </a:lnTo>
                <a:lnTo>
                  <a:pt x="576" y="99"/>
                </a:lnTo>
                <a:lnTo>
                  <a:pt x="572" y="112"/>
                </a:lnTo>
                <a:lnTo>
                  <a:pt x="564" y="121"/>
                </a:lnTo>
                <a:lnTo>
                  <a:pt x="551" y="125"/>
                </a:lnTo>
                <a:lnTo>
                  <a:pt x="376" y="125"/>
                </a:lnTo>
                <a:lnTo>
                  <a:pt x="363" y="121"/>
                </a:lnTo>
                <a:lnTo>
                  <a:pt x="355" y="112"/>
                </a:lnTo>
                <a:lnTo>
                  <a:pt x="351" y="99"/>
                </a:lnTo>
                <a:lnTo>
                  <a:pt x="355" y="87"/>
                </a:lnTo>
                <a:lnTo>
                  <a:pt x="363" y="78"/>
                </a:lnTo>
                <a:lnTo>
                  <a:pt x="376" y="74"/>
                </a:lnTo>
                <a:close/>
                <a:moveTo>
                  <a:pt x="325" y="0"/>
                </a:moveTo>
                <a:lnTo>
                  <a:pt x="500" y="0"/>
                </a:lnTo>
                <a:lnTo>
                  <a:pt x="512" y="3"/>
                </a:lnTo>
                <a:lnTo>
                  <a:pt x="521" y="11"/>
                </a:lnTo>
                <a:lnTo>
                  <a:pt x="525" y="24"/>
                </a:lnTo>
                <a:lnTo>
                  <a:pt x="521" y="38"/>
                </a:lnTo>
                <a:lnTo>
                  <a:pt x="512" y="47"/>
                </a:lnTo>
                <a:lnTo>
                  <a:pt x="500" y="49"/>
                </a:lnTo>
                <a:lnTo>
                  <a:pt x="325" y="49"/>
                </a:lnTo>
                <a:lnTo>
                  <a:pt x="312" y="47"/>
                </a:lnTo>
                <a:lnTo>
                  <a:pt x="302" y="38"/>
                </a:lnTo>
                <a:lnTo>
                  <a:pt x="300" y="24"/>
                </a:lnTo>
                <a:lnTo>
                  <a:pt x="302" y="11"/>
                </a:lnTo>
                <a:lnTo>
                  <a:pt x="312" y="3"/>
                </a:lnTo>
                <a:lnTo>
                  <a:pt x="32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2756756" y="1394937"/>
            <a:ext cx="1080000" cy="775844"/>
          </a:xfrm>
          <a:custGeom>
            <a:avLst/>
            <a:gdLst>
              <a:gd name="T0" fmla="*/ 146 w 664"/>
              <a:gd name="T1" fmla="*/ 435 h 477"/>
              <a:gd name="T2" fmla="*/ 165 w 664"/>
              <a:gd name="T3" fmla="*/ 462 h 477"/>
              <a:gd name="T4" fmla="*/ 36 w 664"/>
              <a:gd name="T5" fmla="*/ 476 h 477"/>
              <a:gd name="T6" fmla="*/ 24 w 664"/>
              <a:gd name="T7" fmla="*/ 446 h 477"/>
              <a:gd name="T8" fmla="*/ 333 w 664"/>
              <a:gd name="T9" fmla="*/ 435 h 477"/>
              <a:gd name="T10" fmla="*/ 478 w 664"/>
              <a:gd name="T11" fmla="*/ 456 h 477"/>
              <a:gd name="T12" fmla="*/ 207 w 664"/>
              <a:gd name="T13" fmla="*/ 374 h 477"/>
              <a:gd name="T14" fmla="*/ 165 w 664"/>
              <a:gd name="T15" fmla="*/ 388 h 477"/>
              <a:gd name="T16" fmla="*/ 146 w 664"/>
              <a:gd name="T17" fmla="*/ 415 h 477"/>
              <a:gd name="T18" fmla="*/ 20 w 664"/>
              <a:gd name="T19" fmla="*/ 395 h 477"/>
              <a:gd name="T20" fmla="*/ 664 w 664"/>
              <a:gd name="T21" fmla="*/ 373 h 477"/>
              <a:gd name="T22" fmla="*/ 664 w 664"/>
              <a:gd name="T23" fmla="*/ 331 h 477"/>
              <a:gd name="T24" fmla="*/ 419 w 664"/>
              <a:gd name="T25" fmla="*/ 311 h 477"/>
              <a:gd name="T26" fmla="*/ 20 w 664"/>
              <a:gd name="T27" fmla="*/ 311 h 477"/>
              <a:gd name="T28" fmla="*/ 146 w 664"/>
              <a:gd name="T29" fmla="*/ 332 h 477"/>
              <a:gd name="T30" fmla="*/ 20 w 664"/>
              <a:gd name="T31" fmla="*/ 353 h 477"/>
              <a:gd name="T32" fmla="*/ 0 w 664"/>
              <a:gd name="T33" fmla="*/ 327 h 477"/>
              <a:gd name="T34" fmla="*/ 664 w 664"/>
              <a:gd name="T35" fmla="*/ 311 h 477"/>
              <a:gd name="T36" fmla="*/ 210 w 664"/>
              <a:gd name="T37" fmla="*/ 353 h 477"/>
              <a:gd name="T38" fmla="*/ 163 w 664"/>
              <a:gd name="T39" fmla="*/ 259 h 477"/>
              <a:gd name="T40" fmla="*/ 151 w 664"/>
              <a:gd name="T41" fmla="*/ 290 h 477"/>
              <a:gd name="T42" fmla="*/ 21 w 664"/>
              <a:gd name="T43" fmla="*/ 276 h 477"/>
              <a:gd name="T44" fmla="*/ 41 w 664"/>
              <a:gd name="T45" fmla="*/ 248 h 477"/>
              <a:gd name="T46" fmla="*/ 465 w 664"/>
              <a:gd name="T47" fmla="*/ 222 h 477"/>
              <a:gd name="T48" fmla="*/ 62 w 664"/>
              <a:gd name="T49" fmla="*/ 187 h 477"/>
              <a:gd name="T50" fmla="*/ 186 w 664"/>
              <a:gd name="T51" fmla="*/ 208 h 477"/>
              <a:gd name="T52" fmla="*/ 62 w 664"/>
              <a:gd name="T53" fmla="*/ 229 h 477"/>
              <a:gd name="T54" fmla="*/ 42 w 664"/>
              <a:gd name="T55" fmla="*/ 201 h 477"/>
              <a:gd name="T56" fmla="*/ 445 w 664"/>
              <a:gd name="T57" fmla="*/ 182 h 477"/>
              <a:gd name="T58" fmla="*/ 435 w 664"/>
              <a:gd name="T59" fmla="*/ 162 h 477"/>
              <a:gd name="T60" fmla="*/ 439 w 664"/>
              <a:gd name="T61" fmla="*/ 141 h 477"/>
              <a:gd name="T62" fmla="*/ 418 w 664"/>
              <a:gd name="T63" fmla="*/ 159 h 477"/>
              <a:gd name="T64" fmla="*/ 432 w 664"/>
              <a:gd name="T65" fmla="*/ 196 h 477"/>
              <a:gd name="T66" fmla="*/ 434 w 664"/>
              <a:gd name="T67" fmla="*/ 229 h 477"/>
              <a:gd name="T68" fmla="*/ 414 w 664"/>
              <a:gd name="T69" fmla="*/ 234 h 477"/>
              <a:gd name="T70" fmla="*/ 430 w 664"/>
              <a:gd name="T71" fmla="*/ 248 h 477"/>
              <a:gd name="T72" fmla="*/ 457 w 664"/>
              <a:gd name="T73" fmla="*/ 251 h 477"/>
              <a:gd name="T74" fmla="*/ 482 w 664"/>
              <a:gd name="T75" fmla="*/ 210 h 477"/>
              <a:gd name="T76" fmla="*/ 453 w 664"/>
              <a:gd name="T77" fmla="*/ 157 h 477"/>
              <a:gd name="T78" fmla="*/ 464 w 664"/>
              <a:gd name="T79" fmla="*/ 163 h 477"/>
              <a:gd name="T80" fmla="*/ 472 w 664"/>
              <a:gd name="T81" fmla="*/ 149 h 477"/>
              <a:gd name="T82" fmla="*/ 441 w 664"/>
              <a:gd name="T83" fmla="*/ 124 h 477"/>
              <a:gd name="T84" fmla="*/ 207 w 664"/>
              <a:gd name="T85" fmla="*/ 140 h 477"/>
              <a:gd name="T86" fmla="*/ 186 w 664"/>
              <a:gd name="T87" fmla="*/ 166 h 477"/>
              <a:gd name="T88" fmla="*/ 62 w 664"/>
              <a:gd name="T89" fmla="*/ 145 h 477"/>
              <a:gd name="T90" fmla="*/ 445 w 664"/>
              <a:gd name="T91" fmla="*/ 102 h 477"/>
              <a:gd name="T92" fmla="*/ 536 w 664"/>
              <a:gd name="T93" fmla="*/ 221 h 477"/>
              <a:gd name="T94" fmla="*/ 398 w 664"/>
              <a:gd name="T95" fmla="*/ 276 h 477"/>
              <a:gd name="T96" fmla="*/ 380 w 664"/>
              <a:gd name="T97" fmla="*/ 129 h 477"/>
              <a:gd name="T98" fmla="*/ 197 w 664"/>
              <a:gd name="T99" fmla="*/ 65 h 477"/>
              <a:gd name="T100" fmla="*/ 202 w 664"/>
              <a:gd name="T101" fmla="*/ 98 h 477"/>
              <a:gd name="T102" fmla="*/ 68 w 664"/>
              <a:gd name="T103" fmla="*/ 98 h 477"/>
              <a:gd name="T104" fmla="*/ 72 w 664"/>
              <a:gd name="T105" fmla="*/ 65 h 477"/>
              <a:gd name="T106" fmla="*/ 159 w 664"/>
              <a:gd name="T107" fmla="*/ 6 h 477"/>
              <a:gd name="T108" fmla="*/ 155 w 664"/>
              <a:gd name="T109" fmla="*/ 39 h 477"/>
              <a:gd name="T110" fmla="*/ 22 w 664"/>
              <a:gd name="T111" fmla="*/ 31 h 477"/>
              <a:gd name="T112" fmla="*/ 34 w 664"/>
              <a:gd name="T113" fmla="*/ 1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64" h="477">
                <a:moveTo>
                  <a:pt x="207" y="456"/>
                </a:moveTo>
                <a:lnTo>
                  <a:pt x="333" y="456"/>
                </a:lnTo>
                <a:lnTo>
                  <a:pt x="333" y="477"/>
                </a:lnTo>
                <a:lnTo>
                  <a:pt x="207" y="477"/>
                </a:lnTo>
                <a:lnTo>
                  <a:pt x="207" y="456"/>
                </a:lnTo>
                <a:close/>
                <a:moveTo>
                  <a:pt x="41" y="435"/>
                </a:moveTo>
                <a:lnTo>
                  <a:pt x="146" y="435"/>
                </a:lnTo>
                <a:lnTo>
                  <a:pt x="151" y="437"/>
                </a:lnTo>
                <a:lnTo>
                  <a:pt x="156" y="438"/>
                </a:lnTo>
                <a:lnTo>
                  <a:pt x="160" y="442"/>
                </a:lnTo>
                <a:lnTo>
                  <a:pt x="163" y="446"/>
                </a:lnTo>
                <a:lnTo>
                  <a:pt x="165" y="451"/>
                </a:lnTo>
                <a:lnTo>
                  <a:pt x="167" y="456"/>
                </a:lnTo>
                <a:lnTo>
                  <a:pt x="165" y="462"/>
                </a:lnTo>
                <a:lnTo>
                  <a:pt x="163" y="467"/>
                </a:lnTo>
                <a:lnTo>
                  <a:pt x="160" y="471"/>
                </a:lnTo>
                <a:lnTo>
                  <a:pt x="156" y="475"/>
                </a:lnTo>
                <a:lnTo>
                  <a:pt x="151" y="476"/>
                </a:lnTo>
                <a:lnTo>
                  <a:pt x="146" y="477"/>
                </a:lnTo>
                <a:lnTo>
                  <a:pt x="41" y="477"/>
                </a:lnTo>
                <a:lnTo>
                  <a:pt x="36" y="476"/>
                </a:lnTo>
                <a:lnTo>
                  <a:pt x="30" y="475"/>
                </a:lnTo>
                <a:lnTo>
                  <a:pt x="26" y="471"/>
                </a:lnTo>
                <a:lnTo>
                  <a:pt x="24" y="467"/>
                </a:lnTo>
                <a:lnTo>
                  <a:pt x="21" y="462"/>
                </a:lnTo>
                <a:lnTo>
                  <a:pt x="20" y="456"/>
                </a:lnTo>
                <a:lnTo>
                  <a:pt x="21" y="451"/>
                </a:lnTo>
                <a:lnTo>
                  <a:pt x="24" y="446"/>
                </a:lnTo>
                <a:lnTo>
                  <a:pt x="26" y="442"/>
                </a:lnTo>
                <a:lnTo>
                  <a:pt x="30" y="438"/>
                </a:lnTo>
                <a:lnTo>
                  <a:pt x="36" y="437"/>
                </a:lnTo>
                <a:lnTo>
                  <a:pt x="41" y="435"/>
                </a:lnTo>
                <a:close/>
                <a:moveTo>
                  <a:pt x="207" y="415"/>
                </a:moveTo>
                <a:lnTo>
                  <a:pt x="333" y="415"/>
                </a:lnTo>
                <a:lnTo>
                  <a:pt x="333" y="435"/>
                </a:lnTo>
                <a:lnTo>
                  <a:pt x="207" y="435"/>
                </a:lnTo>
                <a:lnTo>
                  <a:pt x="207" y="415"/>
                </a:lnTo>
                <a:close/>
                <a:moveTo>
                  <a:pt x="664" y="415"/>
                </a:moveTo>
                <a:lnTo>
                  <a:pt x="664" y="437"/>
                </a:lnTo>
                <a:lnTo>
                  <a:pt x="602" y="477"/>
                </a:lnTo>
                <a:lnTo>
                  <a:pt x="478" y="477"/>
                </a:lnTo>
                <a:lnTo>
                  <a:pt x="478" y="456"/>
                </a:lnTo>
                <a:lnTo>
                  <a:pt x="602" y="456"/>
                </a:lnTo>
                <a:lnTo>
                  <a:pt x="664" y="415"/>
                </a:lnTo>
                <a:close/>
                <a:moveTo>
                  <a:pt x="207" y="374"/>
                </a:moveTo>
                <a:lnTo>
                  <a:pt x="333" y="374"/>
                </a:lnTo>
                <a:lnTo>
                  <a:pt x="333" y="395"/>
                </a:lnTo>
                <a:lnTo>
                  <a:pt x="207" y="395"/>
                </a:lnTo>
                <a:lnTo>
                  <a:pt x="207" y="374"/>
                </a:lnTo>
                <a:close/>
                <a:moveTo>
                  <a:pt x="41" y="374"/>
                </a:moveTo>
                <a:lnTo>
                  <a:pt x="146" y="374"/>
                </a:lnTo>
                <a:lnTo>
                  <a:pt x="151" y="374"/>
                </a:lnTo>
                <a:lnTo>
                  <a:pt x="156" y="377"/>
                </a:lnTo>
                <a:lnTo>
                  <a:pt x="160" y="379"/>
                </a:lnTo>
                <a:lnTo>
                  <a:pt x="163" y="384"/>
                </a:lnTo>
                <a:lnTo>
                  <a:pt x="165" y="388"/>
                </a:lnTo>
                <a:lnTo>
                  <a:pt x="167" y="395"/>
                </a:lnTo>
                <a:lnTo>
                  <a:pt x="165" y="400"/>
                </a:lnTo>
                <a:lnTo>
                  <a:pt x="163" y="405"/>
                </a:lnTo>
                <a:lnTo>
                  <a:pt x="160" y="409"/>
                </a:lnTo>
                <a:lnTo>
                  <a:pt x="156" y="412"/>
                </a:lnTo>
                <a:lnTo>
                  <a:pt x="151" y="415"/>
                </a:lnTo>
                <a:lnTo>
                  <a:pt x="146" y="415"/>
                </a:lnTo>
                <a:lnTo>
                  <a:pt x="41" y="415"/>
                </a:lnTo>
                <a:lnTo>
                  <a:pt x="36" y="415"/>
                </a:lnTo>
                <a:lnTo>
                  <a:pt x="30" y="412"/>
                </a:lnTo>
                <a:lnTo>
                  <a:pt x="26" y="409"/>
                </a:lnTo>
                <a:lnTo>
                  <a:pt x="24" y="405"/>
                </a:lnTo>
                <a:lnTo>
                  <a:pt x="21" y="400"/>
                </a:lnTo>
                <a:lnTo>
                  <a:pt x="20" y="395"/>
                </a:lnTo>
                <a:lnTo>
                  <a:pt x="21" y="388"/>
                </a:lnTo>
                <a:lnTo>
                  <a:pt x="24" y="384"/>
                </a:lnTo>
                <a:lnTo>
                  <a:pt x="26" y="379"/>
                </a:lnTo>
                <a:lnTo>
                  <a:pt x="30" y="377"/>
                </a:lnTo>
                <a:lnTo>
                  <a:pt x="36" y="374"/>
                </a:lnTo>
                <a:lnTo>
                  <a:pt x="41" y="374"/>
                </a:lnTo>
                <a:close/>
                <a:moveTo>
                  <a:pt x="664" y="373"/>
                </a:moveTo>
                <a:lnTo>
                  <a:pt x="664" y="395"/>
                </a:lnTo>
                <a:lnTo>
                  <a:pt x="602" y="435"/>
                </a:lnTo>
                <a:lnTo>
                  <a:pt x="478" y="435"/>
                </a:lnTo>
                <a:lnTo>
                  <a:pt x="478" y="415"/>
                </a:lnTo>
                <a:lnTo>
                  <a:pt x="602" y="415"/>
                </a:lnTo>
                <a:lnTo>
                  <a:pt x="664" y="373"/>
                </a:lnTo>
                <a:close/>
                <a:moveTo>
                  <a:pt x="664" y="331"/>
                </a:moveTo>
                <a:lnTo>
                  <a:pt x="664" y="353"/>
                </a:lnTo>
                <a:lnTo>
                  <a:pt x="602" y="395"/>
                </a:lnTo>
                <a:lnTo>
                  <a:pt x="478" y="395"/>
                </a:lnTo>
                <a:lnTo>
                  <a:pt x="478" y="374"/>
                </a:lnTo>
                <a:lnTo>
                  <a:pt x="602" y="374"/>
                </a:lnTo>
                <a:lnTo>
                  <a:pt x="664" y="331"/>
                </a:lnTo>
                <a:close/>
                <a:moveTo>
                  <a:pt x="419" y="311"/>
                </a:moveTo>
                <a:lnTo>
                  <a:pt x="516" y="311"/>
                </a:lnTo>
                <a:lnTo>
                  <a:pt x="457" y="353"/>
                </a:lnTo>
                <a:lnTo>
                  <a:pt x="457" y="477"/>
                </a:lnTo>
                <a:lnTo>
                  <a:pt x="352" y="477"/>
                </a:lnTo>
                <a:lnTo>
                  <a:pt x="352" y="353"/>
                </a:lnTo>
                <a:lnTo>
                  <a:pt x="419" y="311"/>
                </a:lnTo>
                <a:close/>
                <a:moveTo>
                  <a:pt x="20" y="311"/>
                </a:moveTo>
                <a:lnTo>
                  <a:pt x="125" y="311"/>
                </a:lnTo>
                <a:lnTo>
                  <a:pt x="130" y="312"/>
                </a:lnTo>
                <a:lnTo>
                  <a:pt x="135" y="314"/>
                </a:lnTo>
                <a:lnTo>
                  <a:pt x="139" y="318"/>
                </a:lnTo>
                <a:lnTo>
                  <a:pt x="142" y="322"/>
                </a:lnTo>
                <a:lnTo>
                  <a:pt x="144" y="327"/>
                </a:lnTo>
                <a:lnTo>
                  <a:pt x="146" y="332"/>
                </a:lnTo>
                <a:lnTo>
                  <a:pt x="144" y="337"/>
                </a:lnTo>
                <a:lnTo>
                  <a:pt x="142" y="343"/>
                </a:lnTo>
                <a:lnTo>
                  <a:pt x="139" y="346"/>
                </a:lnTo>
                <a:lnTo>
                  <a:pt x="135" y="350"/>
                </a:lnTo>
                <a:lnTo>
                  <a:pt x="130" y="352"/>
                </a:lnTo>
                <a:lnTo>
                  <a:pt x="125" y="353"/>
                </a:lnTo>
                <a:lnTo>
                  <a:pt x="20" y="353"/>
                </a:lnTo>
                <a:lnTo>
                  <a:pt x="15" y="352"/>
                </a:lnTo>
                <a:lnTo>
                  <a:pt x="9" y="350"/>
                </a:lnTo>
                <a:lnTo>
                  <a:pt x="5" y="346"/>
                </a:lnTo>
                <a:lnTo>
                  <a:pt x="3" y="343"/>
                </a:lnTo>
                <a:lnTo>
                  <a:pt x="0" y="337"/>
                </a:lnTo>
                <a:lnTo>
                  <a:pt x="0" y="332"/>
                </a:lnTo>
                <a:lnTo>
                  <a:pt x="0" y="327"/>
                </a:lnTo>
                <a:lnTo>
                  <a:pt x="3" y="322"/>
                </a:lnTo>
                <a:lnTo>
                  <a:pt x="5" y="318"/>
                </a:lnTo>
                <a:lnTo>
                  <a:pt x="9" y="314"/>
                </a:lnTo>
                <a:lnTo>
                  <a:pt x="15" y="312"/>
                </a:lnTo>
                <a:lnTo>
                  <a:pt x="20" y="311"/>
                </a:lnTo>
                <a:close/>
                <a:moveTo>
                  <a:pt x="545" y="311"/>
                </a:moveTo>
                <a:lnTo>
                  <a:pt x="664" y="311"/>
                </a:lnTo>
                <a:lnTo>
                  <a:pt x="601" y="353"/>
                </a:lnTo>
                <a:lnTo>
                  <a:pt x="481" y="353"/>
                </a:lnTo>
                <a:lnTo>
                  <a:pt x="545" y="311"/>
                </a:lnTo>
                <a:close/>
                <a:moveTo>
                  <a:pt x="274" y="311"/>
                </a:moveTo>
                <a:lnTo>
                  <a:pt x="392" y="311"/>
                </a:lnTo>
                <a:lnTo>
                  <a:pt x="330" y="353"/>
                </a:lnTo>
                <a:lnTo>
                  <a:pt x="210" y="353"/>
                </a:lnTo>
                <a:lnTo>
                  <a:pt x="274" y="311"/>
                </a:lnTo>
                <a:close/>
                <a:moveTo>
                  <a:pt x="41" y="248"/>
                </a:moveTo>
                <a:lnTo>
                  <a:pt x="146" y="248"/>
                </a:lnTo>
                <a:lnTo>
                  <a:pt x="151" y="250"/>
                </a:lnTo>
                <a:lnTo>
                  <a:pt x="156" y="252"/>
                </a:lnTo>
                <a:lnTo>
                  <a:pt x="160" y="255"/>
                </a:lnTo>
                <a:lnTo>
                  <a:pt x="163" y="259"/>
                </a:lnTo>
                <a:lnTo>
                  <a:pt x="165" y="264"/>
                </a:lnTo>
                <a:lnTo>
                  <a:pt x="167" y="269"/>
                </a:lnTo>
                <a:lnTo>
                  <a:pt x="165" y="276"/>
                </a:lnTo>
                <a:lnTo>
                  <a:pt x="163" y="280"/>
                </a:lnTo>
                <a:lnTo>
                  <a:pt x="160" y="285"/>
                </a:lnTo>
                <a:lnTo>
                  <a:pt x="156" y="288"/>
                </a:lnTo>
                <a:lnTo>
                  <a:pt x="151" y="290"/>
                </a:lnTo>
                <a:lnTo>
                  <a:pt x="146" y="290"/>
                </a:lnTo>
                <a:lnTo>
                  <a:pt x="41" y="290"/>
                </a:lnTo>
                <a:lnTo>
                  <a:pt x="36" y="290"/>
                </a:lnTo>
                <a:lnTo>
                  <a:pt x="30" y="288"/>
                </a:lnTo>
                <a:lnTo>
                  <a:pt x="26" y="285"/>
                </a:lnTo>
                <a:lnTo>
                  <a:pt x="24" y="280"/>
                </a:lnTo>
                <a:lnTo>
                  <a:pt x="21" y="276"/>
                </a:lnTo>
                <a:lnTo>
                  <a:pt x="20" y="269"/>
                </a:lnTo>
                <a:lnTo>
                  <a:pt x="21" y="264"/>
                </a:lnTo>
                <a:lnTo>
                  <a:pt x="24" y="259"/>
                </a:lnTo>
                <a:lnTo>
                  <a:pt x="26" y="255"/>
                </a:lnTo>
                <a:lnTo>
                  <a:pt x="30" y="252"/>
                </a:lnTo>
                <a:lnTo>
                  <a:pt x="36" y="250"/>
                </a:lnTo>
                <a:lnTo>
                  <a:pt x="41" y="248"/>
                </a:lnTo>
                <a:close/>
                <a:moveTo>
                  <a:pt x="453" y="204"/>
                </a:moveTo>
                <a:lnTo>
                  <a:pt x="457" y="205"/>
                </a:lnTo>
                <a:lnTo>
                  <a:pt x="461" y="208"/>
                </a:lnTo>
                <a:lnTo>
                  <a:pt x="462" y="210"/>
                </a:lnTo>
                <a:lnTo>
                  <a:pt x="464" y="214"/>
                </a:lnTo>
                <a:lnTo>
                  <a:pt x="465" y="218"/>
                </a:lnTo>
                <a:lnTo>
                  <a:pt x="465" y="222"/>
                </a:lnTo>
                <a:lnTo>
                  <a:pt x="465" y="226"/>
                </a:lnTo>
                <a:lnTo>
                  <a:pt x="464" y="230"/>
                </a:lnTo>
                <a:lnTo>
                  <a:pt x="461" y="233"/>
                </a:lnTo>
                <a:lnTo>
                  <a:pt x="457" y="235"/>
                </a:lnTo>
                <a:lnTo>
                  <a:pt x="453" y="235"/>
                </a:lnTo>
                <a:lnTo>
                  <a:pt x="453" y="204"/>
                </a:lnTo>
                <a:close/>
                <a:moveTo>
                  <a:pt x="62" y="187"/>
                </a:moveTo>
                <a:lnTo>
                  <a:pt x="167" y="187"/>
                </a:lnTo>
                <a:lnTo>
                  <a:pt x="172" y="187"/>
                </a:lnTo>
                <a:lnTo>
                  <a:pt x="177" y="189"/>
                </a:lnTo>
                <a:lnTo>
                  <a:pt x="181" y="192"/>
                </a:lnTo>
                <a:lnTo>
                  <a:pt x="184" y="197"/>
                </a:lnTo>
                <a:lnTo>
                  <a:pt x="186" y="201"/>
                </a:lnTo>
                <a:lnTo>
                  <a:pt x="186" y="208"/>
                </a:lnTo>
                <a:lnTo>
                  <a:pt x="186" y="213"/>
                </a:lnTo>
                <a:lnTo>
                  <a:pt x="184" y="218"/>
                </a:lnTo>
                <a:lnTo>
                  <a:pt x="181" y="222"/>
                </a:lnTo>
                <a:lnTo>
                  <a:pt x="177" y="225"/>
                </a:lnTo>
                <a:lnTo>
                  <a:pt x="172" y="227"/>
                </a:lnTo>
                <a:lnTo>
                  <a:pt x="167" y="229"/>
                </a:lnTo>
                <a:lnTo>
                  <a:pt x="62" y="229"/>
                </a:lnTo>
                <a:lnTo>
                  <a:pt x="57" y="227"/>
                </a:lnTo>
                <a:lnTo>
                  <a:pt x="51" y="225"/>
                </a:lnTo>
                <a:lnTo>
                  <a:pt x="47" y="222"/>
                </a:lnTo>
                <a:lnTo>
                  <a:pt x="43" y="218"/>
                </a:lnTo>
                <a:lnTo>
                  <a:pt x="42" y="213"/>
                </a:lnTo>
                <a:lnTo>
                  <a:pt x="41" y="208"/>
                </a:lnTo>
                <a:lnTo>
                  <a:pt x="42" y="201"/>
                </a:lnTo>
                <a:lnTo>
                  <a:pt x="43" y="197"/>
                </a:lnTo>
                <a:lnTo>
                  <a:pt x="47" y="192"/>
                </a:lnTo>
                <a:lnTo>
                  <a:pt x="51" y="189"/>
                </a:lnTo>
                <a:lnTo>
                  <a:pt x="57" y="187"/>
                </a:lnTo>
                <a:lnTo>
                  <a:pt x="62" y="187"/>
                </a:lnTo>
                <a:close/>
                <a:moveTo>
                  <a:pt x="445" y="157"/>
                </a:moveTo>
                <a:lnTo>
                  <a:pt x="445" y="182"/>
                </a:lnTo>
                <a:lnTo>
                  <a:pt x="441" y="180"/>
                </a:lnTo>
                <a:lnTo>
                  <a:pt x="437" y="178"/>
                </a:lnTo>
                <a:lnTo>
                  <a:pt x="436" y="176"/>
                </a:lnTo>
                <a:lnTo>
                  <a:pt x="434" y="172"/>
                </a:lnTo>
                <a:lnTo>
                  <a:pt x="434" y="168"/>
                </a:lnTo>
                <a:lnTo>
                  <a:pt x="434" y="166"/>
                </a:lnTo>
                <a:lnTo>
                  <a:pt x="435" y="162"/>
                </a:lnTo>
                <a:lnTo>
                  <a:pt x="436" y="161"/>
                </a:lnTo>
                <a:lnTo>
                  <a:pt x="439" y="158"/>
                </a:lnTo>
                <a:lnTo>
                  <a:pt x="441" y="157"/>
                </a:lnTo>
                <a:lnTo>
                  <a:pt x="445" y="157"/>
                </a:lnTo>
                <a:close/>
                <a:moveTo>
                  <a:pt x="441" y="124"/>
                </a:moveTo>
                <a:lnTo>
                  <a:pt x="441" y="141"/>
                </a:lnTo>
                <a:lnTo>
                  <a:pt x="439" y="141"/>
                </a:lnTo>
                <a:lnTo>
                  <a:pt x="437" y="142"/>
                </a:lnTo>
                <a:lnTo>
                  <a:pt x="436" y="142"/>
                </a:lnTo>
                <a:lnTo>
                  <a:pt x="435" y="142"/>
                </a:lnTo>
                <a:lnTo>
                  <a:pt x="428" y="145"/>
                </a:lnTo>
                <a:lnTo>
                  <a:pt x="423" y="150"/>
                </a:lnTo>
                <a:lnTo>
                  <a:pt x="420" y="154"/>
                </a:lnTo>
                <a:lnTo>
                  <a:pt x="418" y="159"/>
                </a:lnTo>
                <a:lnTo>
                  <a:pt x="415" y="165"/>
                </a:lnTo>
                <a:lnTo>
                  <a:pt x="415" y="171"/>
                </a:lnTo>
                <a:lnTo>
                  <a:pt x="417" y="178"/>
                </a:lnTo>
                <a:lnTo>
                  <a:pt x="418" y="183"/>
                </a:lnTo>
                <a:lnTo>
                  <a:pt x="420" y="188"/>
                </a:lnTo>
                <a:lnTo>
                  <a:pt x="426" y="192"/>
                </a:lnTo>
                <a:lnTo>
                  <a:pt x="432" y="196"/>
                </a:lnTo>
                <a:lnTo>
                  <a:pt x="440" y="200"/>
                </a:lnTo>
                <a:lnTo>
                  <a:pt x="445" y="201"/>
                </a:lnTo>
                <a:lnTo>
                  <a:pt x="445" y="235"/>
                </a:lnTo>
                <a:lnTo>
                  <a:pt x="441" y="234"/>
                </a:lnTo>
                <a:lnTo>
                  <a:pt x="437" y="233"/>
                </a:lnTo>
                <a:lnTo>
                  <a:pt x="435" y="230"/>
                </a:lnTo>
                <a:lnTo>
                  <a:pt x="434" y="229"/>
                </a:lnTo>
                <a:lnTo>
                  <a:pt x="434" y="229"/>
                </a:lnTo>
                <a:lnTo>
                  <a:pt x="434" y="229"/>
                </a:lnTo>
                <a:lnTo>
                  <a:pt x="432" y="227"/>
                </a:lnTo>
                <a:lnTo>
                  <a:pt x="432" y="226"/>
                </a:lnTo>
                <a:lnTo>
                  <a:pt x="413" y="226"/>
                </a:lnTo>
                <a:lnTo>
                  <a:pt x="413" y="230"/>
                </a:lnTo>
                <a:lnTo>
                  <a:pt x="414" y="234"/>
                </a:lnTo>
                <a:lnTo>
                  <a:pt x="415" y="237"/>
                </a:lnTo>
                <a:lnTo>
                  <a:pt x="417" y="239"/>
                </a:lnTo>
                <a:lnTo>
                  <a:pt x="419" y="242"/>
                </a:lnTo>
                <a:lnTo>
                  <a:pt x="422" y="243"/>
                </a:lnTo>
                <a:lnTo>
                  <a:pt x="424" y="246"/>
                </a:lnTo>
                <a:lnTo>
                  <a:pt x="427" y="247"/>
                </a:lnTo>
                <a:lnTo>
                  <a:pt x="430" y="248"/>
                </a:lnTo>
                <a:lnTo>
                  <a:pt x="432" y="250"/>
                </a:lnTo>
                <a:lnTo>
                  <a:pt x="436" y="251"/>
                </a:lnTo>
                <a:lnTo>
                  <a:pt x="440" y="252"/>
                </a:lnTo>
                <a:lnTo>
                  <a:pt x="440" y="269"/>
                </a:lnTo>
                <a:lnTo>
                  <a:pt x="453" y="269"/>
                </a:lnTo>
                <a:lnTo>
                  <a:pt x="453" y="251"/>
                </a:lnTo>
                <a:lnTo>
                  <a:pt x="457" y="251"/>
                </a:lnTo>
                <a:lnTo>
                  <a:pt x="462" y="250"/>
                </a:lnTo>
                <a:lnTo>
                  <a:pt x="466" y="248"/>
                </a:lnTo>
                <a:lnTo>
                  <a:pt x="470" y="246"/>
                </a:lnTo>
                <a:lnTo>
                  <a:pt x="477" y="239"/>
                </a:lnTo>
                <a:lnTo>
                  <a:pt x="482" y="230"/>
                </a:lnTo>
                <a:lnTo>
                  <a:pt x="483" y="219"/>
                </a:lnTo>
                <a:lnTo>
                  <a:pt x="482" y="210"/>
                </a:lnTo>
                <a:lnTo>
                  <a:pt x="478" y="201"/>
                </a:lnTo>
                <a:lnTo>
                  <a:pt x="473" y="195"/>
                </a:lnTo>
                <a:lnTo>
                  <a:pt x="470" y="192"/>
                </a:lnTo>
                <a:lnTo>
                  <a:pt x="466" y="189"/>
                </a:lnTo>
                <a:lnTo>
                  <a:pt x="460" y="187"/>
                </a:lnTo>
                <a:lnTo>
                  <a:pt x="453" y="184"/>
                </a:lnTo>
                <a:lnTo>
                  <a:pt x="453" y="157"/>
                </a:lnTo>
                <a:lnTo>
                  <a:pt x="457" y="158"/>
                </a:lnTo>
                <a:lnTo>
                  <a:pt x="460" y="159"/>
                </a:lnTo>
                <a:lnTo>
                  <a:pt x="462" y="162"/>
                </a:lnTo>
                <a:lnTo>
                  <a:pt x="462" y="163"/>
                </a:lnTo>
                <a:lnTo>
                  <a:pt x="464" y="163"/>
                </a:lnTo>
                <a:lnTo>
                  <a:pt x="464" y="163"/>
                </a:lnTo>
                <a:lnTo>
                  <a:pt x="464" y="163"/>
                </a:lnTo>
                <a:lnTo>
                  <a:pt x="465" y="165"/>
                </a:lnTo>
                <a:lnTo>
                  <a:pt x="478" y="165"/>
                </a:lnTo>
                <a:lnTo>
                  <a:pt x="478" y="161"/>
                </a:lnTo>
                <a:lnTo>
                  <a:pt x="478" y="157"/>
                </a:lnTo>
                <a:lnTo>
                  <a:pt x="477" y="154"/>
                </a:lnTo>
                <a:lnTo>
                  <a:pt x="474" y="151"/>
                </a:lnTo>
                <a:lnTo>
                  <a:pt x="472" y="149"/>
                </a:lnTo>
                <a:lnTo>
                  <a:pt x="468" y="147"/>
                </a:lnTo>
                <a:lnTo>
                  <a:pt x="465" y="145"/>
                </a:lnTo>
                <a:lnTo>
                  <a:pt x="461" y="144"/>
                </a:lnTo>
                <a:lnTo>
                  <a:pt x="457" y="142"/>
                </a:lnTo>
                <a:lnTo>
                  <a:pt x="453" y="141"/>
                </a:lnTo>
                <a:lnTo>
                  <a:pt x="453" y="124"/>
                </a:lnTo>
                <a:lnTo>
                  <a:pt x="441" y="124"/>
                </a:lnTo>
                <a:close/>
                <a:moveTo>
                  <a:pt x="83" y="124"/>
                </a:moveTo>
                <a:lnTo>
                  <a:pt x="186" y="124"/>
                </a:lnTo>
                <a:lnTo>
                  <a:pt x="193" y="125"/>
                </a:lnTo>
                <a:lnTo>
                  <a:pt x="197" y="127"/>
                </a:lnTo>
                <a:lnTo>
                  <a:pt x="202" y="130"/>
                </a:lnTo>
                <a:lnTo>
                  <a:pt x="204" y="134"/>
                </a:lnTo>
                <a:lnTo>
                  <a:pt x="207" y="140"/>
                </a:lnTo>
                <a:lnTo>
                  <a:pt x="207" y="145"/>
                </a:lnTo>
                <a:lnTo>
                  <a:pt x="207" y="150"/>
                </a:lnTo>
                <a:lnTo>
                  <a:pt x="204" y="155"/>
                </a:lnTo>
                <a:lnTo>
                  <a:pt x="202" y="159"/>
                </a:lnTo>
                <a:lnTo>
                  <a:pt x="197" y="163"/>
                </a:lnTo>
                <a:lnTo>
                  <a:pt x="193" y="165"/>
                </a:lnTo>
                <a:lnTo>
                  <a:pt x="186" y="166"/>
                </a:lnTo>
                <a:lnTo>
                  <a:pt x="83" y="166"/>
                </a:lnTo>
                <a:lnTo>
                  <a:pt x="77" y="165"/>
                </a:lnTo>
                <a:lnTo>
                  <a:pt x="72" y="163"/>
                </a:lnTo>
                <a:lnTo>
                  <a:pt x="68" y="159"/>
                </a:lnTo>
                <a:lnTo>
                  <a:pt x="64" y="155"/>
                </a:lnTo>
                <a:lnTo>
                  <a:pt x="63" y="150"/>
                </a:lnTo>
                <a:lnTo>
                  <a:pt x="62" y="145"/>
                </a:lnTo>
                <a:lnTo>
                  <a:pt x="63" y="140"/>
                </a:lnTo>
                <a:lnTo>
                  <a:pt x="64" y="134"/>
                </a:lnTo>
                <a:lnTo>
                  <a:pt x="68" y="130"/>
                </a:lnTo>
                <a:lnTo>
                  <a:pt x="72" y="127"/>
                </a:lnTo>
                <a:lnTo>
                  <a:pt x="77" y="125"/>
                </a:lnTo>
                <a:lnTo>
                  <a:pt x="83" y="124"/>
                </a:lnTo>
                <a:close/>
                <a:moveTo>
                  <a:pt x="445" y="102"/>
                </a:moveTo>
                <a:lnTo>
                  <a:pt x="470" y="106"/>
                </a:lnTo>
                <a:lnTo>
                  <a:pt x="492" y="115"/>
                </a:lnTo>
                <a:lnTo>
                  <a:pt x="512" y="129"/>
                </a:lnTo>
                <a:lnTo>
                  <a:pt x="527" y="149"/>
                </a:lnTo>
                <a:lnTo>
                  <a:pt x="536" y="171"/>
                </a:lnTo>
                <a:lnTo>
                  <a:pt x="540" y="196"/>
                </a:lnTo>
                <a:lnTo>
                  <a:pt x="536" y="221"/>
                </a:lnTo>
                <a:lnTo>
                  <a:pt x="527" y="243"/>
                </a:lnTo>
                <a:lnTo>
                  <a:pt x="512" y="261"/>
                </a:lnTo>
                <a:lnTo>
                  <a:pt x="492" y="276"/>
                </a:lnTo>
                <a:lnTo>
                  <a:pt x="470" y="286"/>
                </a:lnTo>
                <a:lnTo>
                  <a:pt x="445" y="289"/>
                </a:lnTo>
                <a:lnTo>
                  <a:pt x="420" y="286"/>
                </a:lnTo>
                <a:lnTo>
                  <a:pt x="398" y="276"/>
                </a:lnTo>
                <a:lnTo>
                  <a:pt x="380" y="261"/>
                </a:lnTo>
                <a:lnTo>
                  <a:pt x="365" y="243"/>
                </a:lnTo>
                <a:lnTo>
                  <a:pt x="355" y="221"/>
                </a:lnTo>
                <a:lnTo>
                  <a:pt x="352" y="196"/>
                </a:lnTo>
                <a:lnTo>
                  <a:pt x="355" y="171"/>
                </a:lnTo>
                <a:lnTo>
                  <a:pt x="365" y="149"/>
                </a:lnTo>
                <a:lnTo>
                  <a:pt x="380" y="129"/>
                </a:lnTo>
                <a:lnTo>
                  <a:pt x="398" y="115"/>
                </a:lnTo>
                <a:lnTo>
                  <a:pt x="420" y="106"/>
                </a:lnTo>
                <a:lnTo>
                  <a:pt x="445" y="102"/>
                </a:lnTo>
                <a:close/>
                <a:moveTo>
                  <a:pt x="83" y="62"/>
                </a:moveTo>
                <a:lnTo>
                  <a:pt x="186" y="62"/>
                </a:lnTo>
                <a:lnTo>
                  <a:pt x="193" y="62"/>
                </a:lnTo>
                <a:lnTo>
                  <a:pt x="197" y="65"/>
                </a:lnTo>
                <a:lnTo>
                  <a:pt x="202" y="68"/>
                </a:lnTo>
                <a:lnTo>
                  <a:pt x="204" y="72"/>
                </a:lnTo>
                <a:lnTo>
                  <a:pt x="207" y="77"/>
                </a:lnTo>
                <a:lnTo>
                  <a:pt x="207" y="82"/>
                </a:lnTo>
                <a:lnTo>
                  <a:pt x="207" y="89"/>
                </a:lnTo>
                <a:lnTo>
                  <a:pt x="204" y="93"/>
                </a:lnTo>
                <a:lnTo>
                  <a:pt x="202" y="98"/>
                </a:lnTo>
                <a:lnTo>
                  <a:pt x="197" y="100"/>
                </a:lnTo>
                <a:lnTo>
                  <a:pt x="193" y="103"/>
                </a:lnTo>
                <a:lnTo>
                  <a:pt x="186" y="103"/>
                </a:lnTo>
                <a:lnTo>
                  <a:pt x="83" y="103"/>
                </a:lnTo>
                <a:lnTo>
                  <a:pt x="77" y="103"/>
                </a:lnTo>
                <a:lnTo>
                  <a:pt x="72" y="100"/>
                </a:lnTo>
                <a:lnTo>
                  <a:pt x="68" y="98"/>
                </a:lnTo>
                <a:lnTo>
                  <a:pt x="64" y="93"/>
                </a:lnTo>
                <a:lnTo>
                  <a:pt x="63" y="89"/>
                </a:lnTo>
                <a:lnTo>
                  <a:pt x="62" y="82"/>
                </a:lnTo>
                <a:lnTo>
                  <a:pt x="63" y="77"/>
                </a:lnTo>
                <a:lnTo>
                  <a:pt x="64" y="72"/>
                </a:lnTo>
                <a:lnTo>
                  <a:pt x="68" y="68"/>
                </a:lnTo>
                <a:lnTo>
                  <a:pt x="72" y="65"/>
                </a:lnTo>
                <a:lnTo>
                  <a:pt x="77" y="62"/>
                </a:lnTo>
                <a:lnTo>
                  <a:pt x="83" y="62"/>
                </a:lnTo>
                <a:close/>
                <a:moveTo>
                  <a:pt x="40" y="0"/>
                </a:moveTo>
                <a:lnTo>
                  <a:pt x="144" y="0"/>
                </a:lnTo>
                <a:lnTo>
                  <a:pt x="149" y="1"/>
                </a:lnTo>
                <a:lnTo>
                  <a:pt x="155" y="2"/>
                </a:lnTo>
                <a:lnTo>
                  <a:pt x="159" y="6"/>
                </a:lnTo>
                <a:lnTo>
                  <a:pt x="161" y="10"/>
                </a:lnTo>
                <a:lnTo>
                  <a:pt x="164" y="15"/>
                </a:lnTo>
                <a:lnTo>
                  <a:pt x="165" y="21"/>
                </a:lnTo>
                <a:lnTo>
                  <a:pt x="164" y="26"/>
                </a:lnTo>
                <a:lnTo>
                  <a:pt x="161" y="31"/>
                </a:lnTo>
                <a:lnTo>
                  <a:pt x="159" y="35"/>
                </a:lnTo>
                <a:lnTo>
                  <a:pt x="155" y="39"/>
                </a:lnTo>
                <a:lnTo>
                  <a:pt x="149" y="40"/>
                </a:lnTo>
                <a:lnTo>
                  <a:pt x="144" y="41"/>
                </a:lnTo>
                <a:lnTo>
                  <a:pt x="40" y="41"/>
                </a:lnTo>
                <a:lnTo>
                  <a:pt x="34" y="40"/>
                </a:lnTo>
                <a:lnTo>
                  <a:pt x="29" y="39"/>
                </a:lnTo>
                <a:lnTo>
                  <a:pt x="25" y="35"/>
                </a:lnTo>
                <a:lnTo>
                  <a:pt x="22" y="31"/>
                </a:lnTo>
                <a:lnTo>
                  <a:pt x="20" y="26"/>
                </a:lnTo>
                <a:lnTo>
                  <a:pt x="19" y="21"/>
                </a:lnTo>
                <a:lnTo>
                  <a:pt x="20" y="15"/>
                </a:lnTo>
                <a:lnTo>
                  <a:pt x="22" y="10"/>
                </a:lnTo>
                <a:lnTo>
                  <a:pt x="25" y="6"/>
                </a:lnTo>
                <a:lnTo>
                  <a:pt x="29" y="2"/>
                </a:lnTo>
                <a:lnTo>
                  <a:pt x="34" y="1"/>
                </a:lnTo>
                <a:lnTo>
                  <a:pt x="4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4412940" y="1540874"/>
            <a:ext cx="1080000" cy="483970"/>
          </a:xfrm>
          <a:custGeom>
            <a:avLst/>
            <a:gdLst>
              <a:gd name="T0" fmla="*/ 0 w 665"/>
              <a:gd name="T1" fmla="*/ 230 h 298"/>
              <a:gd name="T2" fmla="*/ 665 w 665"/>
              <a:gd name="T3" fmla="*/ 230 h 298"/>
              <a:gd name="T4" fmla="*/ 0 w 665"/>
              <a:gd name="T5" fmla="*/ 184 h 298"/>
              <a:gd name="T6" fmla="*/ 665 w 665"/>
              <a:gd name="T7" fmla="*/ 184 h 298"/>
              <a:gd name="T8" fmla="*/ 0 w 665"/>
              <a:gd name="T9" fmla="*/ 138 h 298"/>
              <a:gd name="T10" fmla="*/ 665 w 665"/>
              <a:gd name="T11" fmla="*/ 138 h 298"/>
              <a:gd name="T12" fmla="*/ 0 w 665"/>
              <a:gd name="T13" fmla="*/ 93 h 298"/>
              <a:gd name="T14" fmla="*/ 665 w 665"/>
              <a:gd name="T15" fmla="*/ 93 h 298"/>
              <a:gd name="T16" fmla="*/ 97 w 665"/>
              <a:gd name="T17" fmla="*/ 24 h 298"/>
              <a:gd name="T18" fmla="*/ 87 w 665"/>
              <a:gd name="T19" fmla="*/ 39 h 298"/>
              <a:gd name="T20" fmla="*/ 91 w 665"/>
              <a:gd name="T21" fmla="*/ 48 h 298"/>
              <a:gd name="T22" fmla="*/ 135 w 665"/>
              <a:gd name="T23" fmla="*/ 48 h 298"/>
              <a:gd name="T24" fmla="*/ 140 w 665"/>
              <a:gd name="T25" fmla="*/ 31 h 298"/>
              <a:gd name="T26" fmla="*/ 122 w 665"/>
              <a:gd name="T27" fmla="*/ 24 h 298"/>
              <a:gd name="T28" fmla="*/ 113 w 665"/>
              <a:gd name="T29" fmla="*/ 34 h 298"/>
              <a:gd name="T30" fmla="*/ 98 w 665"/>
              <a:gd name="T31" fmla="*/ 24 h 298"/>
              <a:gd name="T32" fmla="*/ 456 w 665"/>
              <a:gd name="T33" fmla="*/ 28 h 298"/>
              <a:gd name="T34" fmla="*/ 443 w 665"/>
              <a:gd name="T35" fmla="*/ 43 h 298"/>
              <a:gd name="T36" fmla="*/ 453 w 665"/>
              <a:gd name="T37" fmla="*/ 47 h 298"/>
              <a:gd name="T38" fmla="*/ 470 w 665"/>
              <a:gd name="T39" fmla="*/ 41 h 298"/>
              <a:gd name="T40" fmla="*/ 468 w 665"/>
              <a:gd name="T41" fmla="*/ 32 h 298"/>
              <a:gd name="T42" fmla="*/ 172 w 665"/>
              <a:gd name="T43" fmla="*/ 23 h 298"/>
              <a:gd name="T44" fmla="*/ 161 w 665"/>
              <a:gd name="T45" fmla="*/ 32 h 298"/>
              <a:gd name="T46" fmla="*/ 172 w 665"/>
              <a:gd name="T47" fmla="*/ 47 h 298"/>
              <a:gd name="T48" fmla="*/ 181 w 665"/>
              <a:gd name="T49" fmla="*/ 43 h 298"/>
              <a:gd name="T50" fmla="*/ 183 w 665"/>
              <a:gd name="T51" fmla="*/ 30 h 298"/>
              <a:gd name="T52" fmla="*/ 173 w 665"/>
              <a:gd name="T53" fmla="*/ 24 h 298"/>
              <a:gd name="T54" fmla="*/ 368 w 665"/>
              <a:gd name="T55" fmla="*/ 93 h 298"/>
              <a:gd name="T56" fmla="*/ 505 w 665"/>
              <a:gd name="T57" fmla="*/ 26 h 298"/>
              <a:gd name="T58" fmla="*/ 505 w 665"/>
              <a:gd name="T59" fmla="*/ 36 h 298"/>
              <a:gd name="T60" fmla="*/ 513 w 665"/>
              <a:gd name="T61" fmla="*/ 36 h 298"/>
              <a:gd name="T62" fmla="*/ 505 w 665"/>
              <a:gd name="T63" fmla="*/ 47 h 298"/>
              <a:gd name="T64" fmla="*/ 507 w 665"/>
              <a:gd name="T65" fmla="*/ 55 h 298"/>
              <a:gd name="T66" fmla="*/ 532 w 665"/>
              <a:gd name="T67" fmla="*/ 47 h 298"/>
              <a:gd name="T68" fmla="*/ 520 w 665"/>
              <a:gd name="T69" fmla="*/ 26 h 298"/>
              <a:gd name="T70" fmla="*/ 491 w 665"/>
              <a:gd name="T71" fmla="*/ 21 h 298"/>
              <a:gd name="T72" fmla="*/ 487 w 665"/>
              <a:gd name="T73" fmla="*/ 48 h 298"/>
              <a:gd name="T74" fmla="*/ 495 w 665"/>
              <a:gd name="T75" fmla="*/ 38 h 298"/>
              <a:gd name="T76" fmla="*/ 492 w 665"/>
              <a:gd name="T77" fmla="*/ 19 h 298"/>
              <a:gd name="T78" fmla="*/ 204 w 665"/>
              <a:gd name="T79" fmla="*/ 21 h 298"/>
              <a:gd name="T80" fmla="*/ 189 w 665"/>
              <a:gd name="T81" fmla="*/ 21 h 298"/>
              <a:gd name="T82" fmla="*/ 190 w 665"/>
              <a:gd name="T83" fmla="*/ 38 h 298"/>
              <a:gd name="T84" fmla="*/ 199 w 665"/>
              <a:gd name="T85" fmla="*/ 51 h 298"/>
              <a:gd name="T86" fmla="*/ 206 w 665"/>
              <a:gd name="T87" fmla="*/ 38 h 298"/>
              <a:gd name="T88" fmla="*/ 210 w 665"/>
              <a:gd name="T89" fmla="*/ 22 h 298"/>
              <a:gd name="T90" fmla="*/ 553 w 665"/>
              <a:gd name="T91" fmla="*/ 15 h 298"/>
              <a:gd name="T92" fmla="*/ 541 w 665"/>
              <a:gd name="T93" fmla="*/ 23 h 298"/>
              <a:gd name="T94" fmla="*/ 547 w 665"/>
              <a:gd name="T95" fmla="*/ 40 h 298"/>
              <a:gd name="T96" fmla="*/ 551 w 665"/>
              <a:gd name="T97" fmla="*/ 49 h 298"/>
              <a:gd name="T98" fmla="*/ 559 w 665"/>
              <a:gd name="T99" fmla="*/ 43 h 298"/>
              <a:gd name="T100" fmla="*/ 564 w 665"/>
              <a:gd name="T101" fmla="*/ 34 h 298"/>
              <a:gd name="T102" fmla="*/ 575 w 665"/>
              <a:gd name="T103" fmla="*/ 24 h 298"/>
              <a:gd name="T104" fmla="*/ 560 w 665"/>
              <a:gd name="T105" fmla="*/ 15 h 298"/>
              <a:gd name="T106" fmla="*/ 231 w 665"/>
              <a:gd name="T107" fmla="*/ 298 h 298"/>
              <a:gd name="T108" fmla="*/ 371 w 665"/>
              <a:gd name="T109" fmla="*/ 69 h 298"/>
              <a:gd name="T110" fmla="*/ 97 w 665"/>
              <a:gd name="T11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5" h="298">
                <a:moveTo>
                  <a:pt x="0" y="276"/>
                </a:moveTo>
                <a:lnTo>
                  <a:pt x="207" y="276"/>
                </a:lnTo>
                <a:lnTo>
                  <a:pt x="207" y="298"/>
                </a:lnTo>
                <a:lnTo>
                  <a:pt x="0" y="298"/>
                </a:lnTo>
                <a:lnTo>
                  <a:pt x="0" y="276"/>
                </a:lnTo>
                <a:close/>
                <a:moveTo>
                  <a:pt x="0" y="230"/>
                </a:moveTo>
                <a:lnTo>
                  <a:pt x="207" y="230"/>
                </a:lnTo>
                <a:lnTo>
                  <a:pt x="207" y="252"/>
                </a:lnTo>
                <a:lnTo>
                  <a:pt x="0" y="252"/>
                </a:lnTo>
                <a:lnTo>
                  <a:pt x="0" y="230"/>
                </a:lnTo>
                <a:close/>
                <a:moveTo>
                  <a:pt x="665" y="206"/>
                </a:moveTo>
                <a:lnTo>
                  <a:pt x="665" y="230"/>
                </a:lnTo>
                <a:lnTo>
                  <a:pt x="574" y="298"/>
                </a:lnTo>
                <a:lnTo>
                  <a:pt x="368" y="298"/>
                </a:lnTo>
                <a:lnTo>
                  <a:pt x="368" y="276"/>
                </a:lnTo>
                <a:lnTo>
                  <a:pt x="574" y="276"/>
                </a:lnTo>
                <a:lnTo>
                  <a:pt x="665" y="206"/>
                </a:lnTo>
                <a:close/>
                <a:moveTo>
                  <a:pt x="0" y="184"/>
                </a:moveTo>
                <a:lnTo>
                  <a:pt x="207" y="184"/>
                </a:lnTo>
                <a:lnTo>
                  <a:pt x="207" y="206"/>
                </a:lnTo>
                <a:lnTo>
                  <a:pt x="0" y="206"/>
                </a:lnTo>
                <a:lnTo>
                  <a:pt x="0" y="184"/>
                </a:lnTo>
                <a:close/>
                <a:moveTo>
                  <a:pt x="665" y="161"/>
                </a:moveTo>
                <a:lnTo>
                  <a:pt x="665" y="184"/>
                </a:lnTo>
                <a:lnTo>
                  <a:pt x="574" y="252"/>
                </a:lnTo>
                <a:lnTo>
                  <a:pt x="368" y="252"/>
                </a:lnTo>
                <a:lnTo>
                  <a:pt x="368" y="230"/>
                </a:lnTo>
                <a:lnTo>
                  <a:pt x="574" y="230"/>
                </a:lnTo>
                <a:lnTo>
                  <a:pt x="665" y="161"/>
                </a:lnTo>
                <a:close/>
                <a:moveTo>
                  <a:pt x="0" y="138"/>
                </a:moveTo>
                <a:lnTo>
                  <a:pt x="207" y="138"/>
                </a:lnTo>
                <a:lnTo>
                  <a:pt x="207" y="161"/>
                </a:lnTo>
                <a:lnTo>
                  <a:pt x="0" y="161"/>
                </a:lnTo>
                <a:lnTo>
                  <a:pt x="0" y="138"/>
                </a:lnTo>
                <a:close/>
                <a:moveTo>
                  <a:pt x="665" y="115"/>
                </a:moveTo>
                <a:lnTo>
                  <a:pt x="665" y="138"/>
                </a:lnTo>
                <a:lnTo>
                  <a:pt x="574" y="206"/>
                </a:lnTo>
                <a:lnTo>
                  <a:pt x="368" y="206"/>
                </a:lnTo>
                <a:lnTo>
                  <a:pt x="368" y="184"/>
                </a:lnTo>
                <a:lnTo>
                  <a:pt x="574" y="184"/>
                </a:lnTo>
                <a:lnTo>
                  <a:pt x="665" y="115"/>
                </a:lnTo>
                <a:close/>
                <a:moveTo>
                  <a:pt x="0" y="93"/>
                </a:moveTo>
                <a:lnTo>
                  <a:pt x="207" y="93"/>
                </a:lnTo>
                <a:lnTo>
                  <a:pt x="207" y="115"/>
                </a:lnTo>
                <a:lnTo>
                  <a:pt x="0" y="115"/>
                </a:lnTo>
                <a:lnTo>
                  <a:pt x="0" y="93"/>
                </a:lnTo>
                <a:close/>
                <a:moveTo>
                  <a:pt x="665" y="69"/>
                </a:moveTo>
                <a:lnTo>
                  <a:pt x="665" y="93"/>
                </a:lnTo>
                <a:lnTo>
                  <a:pt x="574" y="161"/>
                </a:lnTo>
                <a:lnTo>
                  <a:pt x="368" y="161"/>
                </a:lnTo>
                <a:lnTo>
                  <a:pt x="368" y="138"/>
                </a:lnTo>
                <a:lnTo>
                  <a:pt x="574" y="138"/>
                </a:lnTo>
                <a:lnTo>
                  <a:pt x="665" y="69"/>
                </a:lnTo>
                <a:close/>
                <a:moveTo>
                  <a:pt x="97" y="24"/>
                </a:moveTo>
                <a:lnTo>
                  <a:pt x="94" y="26"/>
                </a:lnTo>
                <a:lnTo>
                  <a:pt x="93" y="27"/>
                </a:lnTo>
                <a:lnTo>
                  <a:pt x="92" y="30"/>
                </a:lnTo>
                <a:lnTo>
                  <a:pt x="91" y="34"/>
                </a:lnTo>
                <a:lnTo>
                  <a:pt x="89" y="36"/>
                </a:lnTo>
                <a:lnTo>
                  <a:pt x="87" y="39"/>
                </a:lnTo>
                <a:lnTo>
                  <a:pt x="85" y="41"/>
                </a:lnTo>
                <a:lnTo>
                  <a:pt x="85" y="43"/>
                </a:lnTo>
                <a:lnTo>
                  <a:pt x="85" y="45"/>
                </a:lnTo>
                <a:lnTo>
                  <a:pt x="85" y="47"/>
                </a:lnTo>
                <a:lnTo>
                  <a:pt x="88" y="48"/>
                </a:lnTo>
                <a:lnTo>
                  <a:pt x="91" y="48"/>
                </a:lnTo>
                <a:lnTo>
                  <a:pt x="102" y="48"/>
                </a:lnTo>
                <a:lnTo>
                  <a:pt x="109" y="48"/>
                </a:lnTo>
                <a:lnTo>
                  <a:pt x="114" y="48"/>
                </a:lnTo>
                <a:lnTo>
                  <a:pt x="121" y="48"/>
                </a:lnTo>
                <a:lnTo>
                  <a:pt x="128" y="49"/>
                </a:lnTo>
                <a:lnTo>
                  <a:pt x="135" y="48"/>
                </a:lnTo>
                <a:lnTo>
                  <a:pt x="139" y="45"/>
                </a:lnTo>
                <a:lnTo>
                  <a:pt x="140" y="43"/>
                </a:lnTo>
                <a:lnTo>
                  <a:pt x="142" y="39"/>
                </a:lnTo>
                <a:lnTo>
                  <a:pt x="143" y="36"/>
                </a:lnTo>
                <a:lnTo>
                  <a:pt x="142" y="32"/>
                </a:lnTo>
                <a:lnTo>
                  <a:pt x="140" y="31"/>
                </a:lnTo>
                <a:lnTo>
                  <a:pt x="138" y="28"/>
                </a:lnTo>
                <a:lnTo>
                  <a:pt x="134" y="27"/>
                </a:lnTo>
                <a:lnTo>
                  <a:pt x="131" y="26"/>
                </a:lnTo>
                <a:lnTo>
                  <a:pt x="127" y="24"/>
                </a:lnTo>
                <a:lnTo>
                  <a:pt x="125" y="24"/>
                </a:lnTo>
                <a:lnTo>
                  <a:pt x="122" y="24"/>
                </a:lnTo>
                <a:lnTo>
                  <a:pt x="119" y="26"/>
                </a:lnTo>
                <a:lnTo>
                  <a:pt x="118" y="28"/>
                </a:lnTo>
                <a:lnTo>
                  <a:pt x="117" y="31"/>
                </a:lnTo>
                <a:lnTo>
                  <a:pt x="115" y="32"/>
                </a:lnTo>
                <a:lnTo>
                  <a:pt x="114" y="32"/>
                </a:lnTo>
                <a:lnTo>
                  <a:pt x="113" y="34"/>
                </a:lnTo>
                <a:lnTo>
                  <a:pt x="110" y="32"/>
                </a:lnTo>
                <a:lnTo>
                  <a:pt x="108" y="30"/>
                </a:lnTo>
                <a:lnTo>
                  <a:pt x="105" y="28"/>
                </a:lnTo>
                <a:lnTo>
                  <a:pt x="104" y="27"/>
                </a:lnTo>
                <a:lnTo>
                  <a:pt x="101" y="26"/>
                </a:lnTo>
                <a:lnTo>
                  <a:pt x="98" y="24"/>
                </a:lnTo>
                <a:lnTo>
                  <a:pt x="97" y="24"/>
                </a:lnTo>
                <a:close/>
                <a:moveTo>
                  <a:pt x="460" y="23"/>
                </a:moveTo>
                <a:lnTo>
                  <a:pt x="460" y="24"/>
                </a:lnTo>
                <a:lnTo>
                  <a:pt x="458" y="26"/>
                </a:lnTo>
                <a:lnTo>
                  <a:pt x="457" y="27"/>
                </a:lnTo>
                <a:lnTo>
                  <a:pt x="456" y="28"/>
                </a:lnTo>
                <a:lnTo>
                  <a:pt x="453" y="31"/>
                </a:lnTo>
                <a:lnTo>
                  <a:pt x="451" y="34"/>
                </a:lnTo>
                <a:lnTo>
                  <a:pt x="448" y="36"/>
                </a:lnTo>
                <a:lnTo>
                  <a:pt x="445" y="39"/>
                </a:lnTo>
                <a:lnTo>
                  <a:pt x="443" y="41"/>
                </a:lnTo>
                <a:lnTo>
                  <a:pt x="443" y="43"/>
                </a:lnTo>
                <a:lnTo>
                  <a:pt x="443" y="44"/>
                </a:lnTo>
                <a:lnTo>
                  <a:pt x="444" y="44"/>
                </a:lnTo>
                <a:lnTo>
                  <a:pt x="447" y="44"/>
                </a:lnTo>
                <a:lnTo>
                  <a:pt x="449" y="45"/>
                </a:lnTo>
                <a:lnTo>
                  <a:pt x="451" y="45"/>
                </a:lnTo>
                <a:lnTo>
                  <a:pt x="453" y="47"/>
                </a:lnTo>
                <a:lnTo>
                  <a:pt x="454" y="48"/>
                </a:lnTo>
                <a:lnTo>
                  <a:pt x="457" y="48"/>
                </a:lnTo>
                <a:lnTo>
                  <a:pt x="461" y="47"/>
                </a:lnTo>
                <a:lnTo>
                  <a:pt x="464" y="45"/>
                </a:lnTo>
                <a:lnTo>
                  <a:pt x="468" y="43"/>
                </a:lnTo>
                <a:lnTo>
                  <a:pt x="470" y="41"/>
                </a:lnTo>
                <a:lnTo>
                  <a:pt x="471" y="39"/>
                </a:lnTo>
                <a:lnTo>
                  <a:pt x="473" y="36"/>
                </a:lnTo>
                <a:lnTo>
                  <a:pt x="474" y="35"/>
                </a:lnTo>
                <a:lnTo>
                  <a:pt x="473" y="34"/>
                </a:lnTo>
                <a:lnTo>
                  <a:pt x="471" y="32"/>
                </a:lnTo>
                <a:lnTo>
                  <a:pt x="468" y="32"/>
                </a:lnTo>
                <a:lnTo>
                  <a:pt x="466" y="30"/>
                </a:lnTo>
                <a:lnTo>
                  <a:pt x="464" y="28"/>
                </a:lnTo>
                <a:lnTo>
                  <a:pt x="462" y="26"/>
                </a:lnTo>
                <a:lnTo>
                  <a:pt x="461" y="24"/>
                </a:lnTo>
                <a:lnTo>
                  <a:pt x="460" y="23"/>
                </a:lnTo>
                <a:close/>
                <a:moveTo>
                  <a:pt x="172" y="23"/>
                </a:moveTo>
                <a:lnTo>
                  <a:pt x="169" y="23"/>
                </a:lnTo>
                <a:lnTo>
                  <a:pt x="166" y="24"/>
                </a:lnTo>
                <a:lnTo>
                  <a:pt x="165" y="27"/>
                </a:lnTo>
                <a:lnTo>
                  <a:pt x="164" y="28"/>
                </a:lnTo>
                <a:lnTo>
                  <a:pt x="163" y="31"/>
                </a:lnTo>
                <a:lnTo>
                  <a:pt x="161" y="32"/>
                </a:lnTo>
                <a:lnTo>
                  <a:pt x="161" y="34"/>
                </a:lnTo>
                <a:lnTo>
                  <a:pt x="161" y="34"/>
                </a:lnTo>
                <a:lnTo>
                  <a:pt x="163" y="36"/>
                </a:lnTo>
                <a:lnTo>
                  <a:pt x="165" y="39"/>
                </a:lnTo>
                <a:lnTo>
                  <a:pt x="168" y="43"/>
                </a:lnTo>
                <a:lnTo>
                  <a:pt x="172" y="47"/>
                </a:lnTo>
                <a:lnTo>
                  <a:pt x="174" y="48"/>
                </a:lnTo>
                <a:lnTo>
                  <a:pt x="176" y="48"/>
                </a:lnTo>
                <a:lnTo>
                  <a:pt x="178" y="48"/>
                </a:lnTo>
                <a:lnTo>
                  <a:pt x="178" y="47"/>
                </a:lnTo>
                <a:lnTo>
                  <a:pt x="180" y="44"/>
                </a:lnTo>
                <a:lnTo>
                  <a:pt x="181" y="43"/>
                </a:lnTo>
                <a:lnTo>
                  <a:pt x="181" y="41"/>
                </a:lnTo>
                <a:lnTo>
                  <a:pt x="183" y="38"/>
                </a:lnTo>
                <a:lnTo>
                  <a:pt x="185" y="34"/>
                </a:lnTo>
                <a:lnTo>
                  <a:pt x="185" y="32"/>
                </a:lnTo>
                <a:lnTo>
                  <a:pt x="185" y="30"/>
                </a:lnTo>
                <a:lnTo>
                  <a:pt x="183" y="30"/>
                </a:lnTo>
                <a:lnTo>
                  <a:pt x="182" y="28"/>
                </a:lnTo>
                <a:lnTo>
                  <a:pt x="180" y="27"/>
                </a:lnTo>
                <a:lnTo>
                  <a:pt x="178" y="27"/>
                </a:lnTo>
                <a:lnTo>
                  <a:pt x="176" y="26"/>
                </a:lnTo>
                <a:lnTo>
                  <a:pt x="174" y="26"/>
                </a:lnTo>
                <a:lnTo>
                  <a:pt x="173" y="24"/>
                </a:lnTo>
                <a:lnTo>
                  <a:pt x="172" y="23"/>
                </a:lnTo>
                <a:close/>
                <a:moveTo>
                  <a:pt x="665" y="23"/>
                </a:moveTo>
                <a:lnTo>
                  <a:pt x="665" y="47"/>
                </a:lnTo>
                <a:lnTo>
                  <a:pt x="574" y="115"/>
                </a:lnTo>
                <a:lnTo>
                  <a:pt x="368" y="115"/>
                </a:lnTo>
                <a:lnTo>
                  <a:pt x="368" y="93"/>
                </a:lnTo>
                <a:lnTo>
                  <a:pt x="574" y="93"/>
                </a:lnTo>
                <a:lnTo>
                  <a:pt x="665" y="23"/>
                </a:lnTo>
                <a:close/>
                <a:moveTo>
                  <a:pt x="512" y="21"/>
                </a:moveTo>
                <a:lnTo>
                  <a:pt x="509" y="21"/>
                </a:lnTo>
                <a:lnTo>
                  <a:pt x="507" y="23"/>
                </a:lnTo>
                <a:lnTo>
                  <a:pt x="505" y="26"/>
                </a:lnTo>
                <a:lnTo>
                  <a:pt x="504" y="27"/>
                </a:lnTo>
                <a:lnTo>
                  <a:pt x="504" y="28"/>
                </a:lnTo>
                <a:lnTo>
                  <a:pt x="504" y="31"/>
                </a:lnTo>
                <a:lnTo>
                  <a:pt x="504" y="34"/>
                </a:lnTo>
                <a:lnTo>
                  <a:pt x="504" y="35"/>
                </a:lnTo>
                <a:lnTo>
                  <a:pt x="505" y="36"/>
                </a:lnTo>
                <a:lnTo>
                  <a:pt x="507" y="36"/>
                </a:lnTo>
                <a:lnTo>
                  <a:pt x="508" y="36"/>
                </a:lnTo>
                <a:lnTo>
                  <a:pt x="509" y="36"/>
                </a:lnTo>
                <a:lnTo>
                  <a:pt x="511" y="36"/>
                </a:lnTo>
                <a:lnTo>
                  <a:pt x="512" y="36"/>
                </a:lnTo>
                <a:lnTo>
                  <a:pt x="513" y="36"/>
                </a:lnTo>
                <a:lnTo>
                  <a:pt x="513" y="38"/>
                </a:lnTo>
                <a:lnTo>
                  <a:pt x="512" y="40"/>
                </a:lnTo>
                <a:lnTo>
                  <a:pt x="511" y="43"/>
                </a:lnTo>
                <a:lnTo>
                  <a:pt x="509" y="44"/>
                </a:lnTo>
                <a:lnTo>
                  <a:pt x="508" y="45"/>
                </a:lnTo>
                <a:lnTo>
                  <a:pt x="505" y="47"/>
                </a:lnTo>
                <a:lnTo>
                  <a:pt x="504" y="49"/>
                </a:lnTo>
                <a:lnTo>
                  <a:pt x="503" y="51"/>
                </a:lnTo>
                <a:lnTo>
                  <a:pt x="503" y="52"/>
                </a:lnTo>
                <a:lnTo>
                  <a:pt x="503" y="53"/>
                </a:lnTo>
                <a:lnTo>
                  <a:pt x="504" y="53"/>
                </a:lnTo>
                <a:lnTo>
                  <a:pt x="507" y="55"/>
                </a:lnTo>
                <a:lnTo>
                  <a:pt x="512" y="55"/>
                </a:lnTo>
                <a:lnTo>
                  <a:pt x="519" y="53"/>
                </a:lnTo>
                <a:lnTo>
                  <a:pt x="524" y="52"/>
                </a:lnTo>
                <a:lnTo>
                  <a:pt x="528" y="51"/>
                </a:lnTo>
                <a:lnTo>
                  <a:pt x="530" y="49"/>
                </a:lnTo>
                <a:lnTo>
                  <a:pt x="532" y="47"/>
                </a:lnTo>
                <a:lnTo>
                  <a:pt x="530" y="44"/>
                </a:lnTo>
                <a:lnTo>
                  <a:pt x="529" y="41"/>
                </a:lnTo>
                <a:lnTo>
                  <a:pt x="526" y="38"/>
                </a:lnTo>
                <a:lnTo>
                  <a:pt x="525" y="34"/>
                </a:lnTo>
                <a:lnTo>
                  <a:pt x="523" y="30"/>
                </a:lnTo>
                <a:lnTo>
                  <a:pt x="520" y="26"/>
                </a:lnTo>
                <a:lnTo>
                  <a:pt x="517" y="23"/>
                </a:lnTo>
                <a:lnTo>
                  <a:pt x="515" y="21"/>
                </a:lnTo>
                <a:lnTo>
                  <a:pt x="512" y="21"/>
                </a:lnTo>
                <a:close/>
                <a:moveTo>
                  <a:pt x="494" y="19"/>
                </a:moveTo>
                <a:lnTo>
                  <a:pt x="492" y="19"/>
                </a:lnTo>
                <a:lnTo>
                  <a:pt x="491" y="21"/>
                </a:lnTo>
                <a:lnTo>
                  <a:pt x="487" y="27"/>
                </a:lnTo>
                <a:lnTo>
                  <a:pt x="483" y="35"/>
                </a:lnTo>
                <a:lnTo>
                  <a:pt x="482" y="43"/>
                </a:lnTo>
                <a:lnTo>
                  <a:pt x="483" y="47"/>
                </a:lnTo>
                <a:lnTo>
                  <a:pt x="485" y="48"/>
                </a:lnTo>
                <a:lnTo>
                  <a:pt x="487" y="48"/>
                </a:lnTo>
                <a:lnTo>
                  <a:pt x="488" y="48"/>
                </a:lnTo>
                <a:lnTo>
                  <a:pt x="491" y="47"/>
                </a:lnTo>
                <a:lnTo>
                  <a:pt x="492" y="45"/>
                </a:lnTo>
                <a:lnTo>
                  <a:pt x="494" y="43"/>
                </a:lnTo>
                <a:lnTo>
                  <a:pt x="495" y="40"/>
                </a:lnTo>
                <a:lnTo>
                  <a:pt x="495" y="38"/>
                </a:lnTo>
                <a:lnTo>
                  <a:pt x="494" y="34"/>
                </a:lnTo>
                <a:lnTo>
                  <a:pt x="494" y="30"/>
                </a:lnTo>
                <a:lnTo>
                  <a:pt x="492" y="27"/>
                </a:lnTo>
                <a:lnTo>
                  <a:pt x="491" y="23"/>
                </a:lnTo>
                <a:lnTo>
                  <a:pt x="491" y="21"/>
                </a:lnTo>
                <a:lnTo>
                  <a:pt x="492" y="19"/>
                </a:lnTo>
                <a:lnTo>
                  <a:pt x="494" y="19"/>
                </a:lnTo>
                <a:close/>
                <a:moveTo>
                  <a:pt x="208" y="18"/>
                </a:moveTo>
                <a:lnTo>
                  <a:pt x="208" y="18"/>
                </a:lnTo>
                <a:lnTo>
                  <a:pt x="207" y="19"/>
                </a:lnTo>
                <a:lnTo>
                  <a:pt x="206" y="21"/>
                </a:lnTo>
                <a:lnTo>
                  <a:pt x="204" y="21"/>
                </a:lnTo>
                <a:lnTo>
                  <a:pt x="203" y="22"/>
                </a:lnTo>
                <a:lnTo>
                  <a:pt x="200" y="22"/>
                </a:lnTo>
                <a:lnTo>
                  <a:pt x="197" y="22"/>
                </a:lnTo>
                <a:lnTo>
                  <a:pt x="193" y="21"/>
                </a:lnTo>
                <a:lnTo>
                  <a:pt x="190" y="21"/>
                </a:lnTo>
                <a:lnTo>
                  <a:pt x="189" y="21"/>
                </a:lnTo>
                <a:lnTo>
                  <a:pt x="189" y="22"/>
                </a:lnTo>
                <a:lnTo>
                  <a:pt x="189" y="24"/>
                </a:lnTo>
                <a:lnTo>
                  <a:pt x="189" y="26"/>
                </a:lnTo>
                <a:lnTo>
                  <a:pt x="189" y="30"/>
                </a:lnTo>
                <a:lnTo>
                  <a:pt x="189" y="32"/>
                </a:lnTo>
                <a:lnTo>
                  <a:pt x="190" y="38"/>
                </a:lnTo>
                <a:lnTo>
                  <a:pt x="190" y="40"/>
                </a:lnTo>
                <a:lnTo>
                  <a:pt x="191" y="43"/>
                </a:lnTo>
                <a:lnTo>
                  <a:pt x="193" y="44"/>
                </a:lnTo>
                <a:lnTo>
                  <a:pt x="195" y="47"/>
                </a:lnTo>
                <a:lnTo>
                  <a:pt x="197" y="49"/>
                </a:lnTo>
                <a:lnTo>
                  <a:pt x="199" y="51"/>
                </a:lnTo>
                <a:lnTo>
                  <a:pt x="200" y="51"/>
                </a:lnTo>
                <a:lnTo>
                  <a:pt x="202" y="48"/>
                </a:lnTo>
                <a:lnTo>
                  <a:pt x="203" y="47"/>
                </a:lnTo>
                <a:lnTo>
                  <a:pt x="204" y="43"/>
                </a:lnTo>
                <a:lnTo>
                  <a:pt x="204" y="40"/>
                </a:lnTo>
                <a:lnTo>
                  <a:pt x="206" y="38"/>
                </a:lnTo>
                <a:lnTo>
                  <a:pt x="207" y="35"/>
                </a:lnTo>
                <a:lnTo>
                  <a:pt x="207" y="32"/>
                </a:lnTo>
                <a:lnTo>
                  <a:pt x="208" y="30"/>
                </a:lnTo>
                <a:lnTo>
                  <a:pt x="208" y="26"/>
                </a:lnTo>
                <a:lnTo>
                  <a:pt x="208" y="23"/>
                </a:lnTo>
                <a:lnTo>
                  <a:pt x="210" y="22"/>
                </a:lnTo>
                <a:lnTo>
                  <a:pt x="210" y="21"/>
                </a:lnTo>
                <a:lnTo>
                  <a:pt x="210" y="18"/>
                </a:lnTo>
                <a:lnTo>
                  <a:pt x="208" y="18"/>
                </a:lnTo>
                <a:close/>
                <a:moveTo>
                  <a:pt x="558" y="15"/>
                </a:moveTo>
                <a:lnTo>
                  <a:pt x="555" y="15"/>
                </a:lnTo>
                <a:lnTo>
                  <a:pt x="553" y="15"/>
                </a:lnTo>
                <a:lnTo>
                  <a:pt x="550" y="17"/>
                </a:lnTo>
                <a:lnTo>
                  <a:pt x="546" y="17"/>
                </a:lnTo>
                <a:lnTo>
                  <a:pt x="543" y="18"/>
                </a:lnTo>
                <a:lnTo>
                  <a:pt x="542" y="19"/>
                </a:lnTo>
                <a:lnTo>
                  <a:pt x="541" y="21"/>
                </a:lnTo>
                <a:lnTo>
                  <a:pt x="541" y="23"/>
                </a:lnTo>
                <a:lnTo>
                  <a:pt x="543" y="27"/>
                </a:lnTo>
                <a:lnTo>
                  <a:pt x="546" y="31"/>
                </a:lnTo>
                <a:lnTo>
                  <a:pt x="547" y="34"/>
                </a:lnTo>
                <a:lnTo>
                  <a:pt x="547" y="36"/>
                </a:lnTo>
                <a:lnTo>
                  <a:pt x="547" y="38"/>
                </a:lnTo>
                <a:lnTo>
                  <a:pt x="547" y="40"/>
                </a:lnTo>
                <a:lnTo>
                  <a:pt x="546" y="40"/>
                </a:lnTo>
                <a:lnTo>
                  <a:pt x="546" y="41"/>
                </a:lnTo>
                <a:lnTo>
                  <a:pt x="546" y="43"/>
                </a:lnTo>
                <a:lnTo>
                  <a:pt x="547" y="45"/>
                </a:lnTo>
                <a:lnTo>
                  <a:pt x="549" y="47"/>
                </a:lnTo>
                <a:lnTo>
                  <a:pt x="551" y="49"/>
                </a:lnTo>
                <a:lnTo>
                  <a:pt x="553" y="51"/>
                </a:lnTo>
                <a:lnTo>
                  <a:pt x="554" y="52"/>
                </a:lnTo>
                <a:lnTo>
                  <a:pt x="557" y="52"/>
                </a:lnTo>
                <a:lnTo>
                  <a:pt x="558" y="51"/>
                </a:lnTo>
                <a:lnTo>
                  <a:pt x="559" y="47"/>
                </a:lnTo>
                <a:lnTo>
                  <a:pt x="559" y="43"/>
                </a:lnTo>
                <a:lnTo>
                  <a:pt x="559" y="40"/>
                </a:lnTo>
                <a:lnTo>
                  <a:pt x="559" y="38"/>
                </a:lnTo>
                <a:lnTo>
                  <a:pt x="559" y="36"/>
                </a:lnTo>
                <a:lnTo>
                  <a:pt x="559" y="35"/>
                </a:lnTo>
                <a:lnTo>
                  <a:pt x="560" y="34"/>
                </a:lnTo>
                <a:lnTo>
                  <a:pt x="564" y="34"/>
                </a:lnTo>
                <a:lnTo>
                  <a:pt x="567" y="34"/>
                </a:lnTo>
                <a:lnTo>
                  <a:pt x="570" y="32"/>
                </a:lnTo>
                <a:lnTo>
                  <a:pt x="571" y="31"/>
                </a:lnTo>
                <a:lnTo>
                  <a:pt x="572" y="28"/>
                </a:lnTo>
                <a:lnTo>
                  <a:pt x="574" y="27"/>
                </a:lnTo>
                <a:lnTo>
                  <a:pt x="575" y="24"/>
                </a:lnTo>
                <a:lnTo>
                  <a:pt x="574" y="22"/>
                </a:lnTo>
                <a:lnTo>
                  <a:pt x="572" y="21"/>
                </a:lnTo>
                <a:lnTo>
                  <a:pt x="570" y="18"/>
                </a:lnTo>
                <a:lnTo>
                  <a:pt x="566" y="17"/>
                </a:lnTo>
                <a:lnTo>
                  <a:pt x="560" y="15"/>
                </a:lnTo>
                <a:lnTo>
                  <a:pt x="560" y="15"/>
                </a:lnTo>
                <a:lnTo>
                  <a:pt x="558" y="15"/>
                </a:lnTo>
                <a:close/>
                <a:moveTo>
                  <a:pt x="326" y="1"/>
                </a:moveTo>
                <a:lnTo>
                  <a:pt x="433" y="1"/>
                </a:lnTo>
                <a:lnTo>
                  <a:pt x="344" y="69"/>
                </a:lnTo>
                <a:lnTo>
                  <a:pt x="344" y="298"/>
                </a:lnTo>
                <a:lnTo>
                  <a:pt x="231" y="298"/>
                </a:lnTo>
                <a:lnTo>
                  <a:pt x="231" y="69"/>
                </a:lnTo>
                <a:lnTo>
                  <a:pt x="326" y="1"/>
                </a:lnTo>
                <a:close/>
                <a:moveTo>
                  <a:pt x="465" y="0"/>
                </a:moveTo>
                <a:lnTo>
                  <a:pt x="665" y="0"/>
                </a:lnTo>
                <a:lnTo>
                  <a:pt x="574" y="69"/>
                </a:lnTo>
                <a:lnTo>
                  <a:pt x="371" y="69"/>
                </a:lnTo>
                <a:lnTo>
                  <a:pt x="465" y="0"/>
                </a:lnTo>
                <a:close/>
                <a:moveTo>
                  <a:pt x="97" y="0"/>
                </a:moveTo>
                <a:lnTo>
                  <a:pt x="296" y="0"/>
                </a:lnTo>
                <a:lnTo>
                  <a:pt x="204" y="69"/>
                </a:lnTo>
                <a:lnTo>
                  <a:pt x="4" y="69"/>
                </a:lnTo>
                <a:lnTo>
                  <a:pt x="9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6069244" y="1242859"/>
            <a:ext cx="1080000" cy="1080000"/>
          </a:xfrm>
          <a:custGeom>
            <a:avLst/>
            <a:gdLst>
              <a:gd name="T0" fmla="*/ 408 w 663"/>
              <a:gd name="T1" fmla="*/ 335 h 663"/>
              <a:gd name="T2" fmla="*/ 420 w 663"/>
              <a:gd name="T3" fmla="*/ 379 h 663"/>
              <a:gd name="T4" fmla="*/ 368 w 663"/>
              <a:gd name="T5" fmla="*/ 324 h 663"/>
              <a:gd name="T6" fmla="*/ 273 w 663"/>
              <a:gd name="T7" fmla="*/ 301 h 663"/>
              <a:gd name="T8" fmla="*/ 234 w 663"/>
              <a:gd name="T9" fmla="*/ 302 h 663"/>
              <a:gd name="T10" fmla="*/ 213 w 663"/>
              <a:gd name="T11" fmla="*/ 272 h 663"/>
              <a:gd name="T12" fmla="*/ 264 w 663"/>
              <a:gd name="T13" fmla="*/ 163 h 663"/>
              <a:gd name="T14" fmla="*/ 205 w 663"/>
              <a:gd name="T15" fmla="*/ 185 h 663"/>
              <a:gd name="T16" fmla="*/ 182 w 663"/>
              <a:gd name="T17" fmla="*/ 209 h 663"/>
              <a:gd name="T18" fmla="*/ 158 w 663"/>
              <a:gd name="T19" fmla="*/ 276 h 663"/>
              <a:gd name="T20" fmla="*/ 186 w 663"/>
              <a:gd name="T21" fmla="*/ 337 h 663"/>
              <a:gd name="T22" fmla="*/ 245 w 663"/>
              <a:gd name="T23" fmla="*/ 367 h 663"/>
              <a:gd name="T24" fmla="*/ 319 w 663"/>
              <a:gd name="T25" fmla="*/ 348 h 663"/>
              <a:gd name="T26" fmla="*/ 358 w 663"/>
              <a:gd name="T27" fmla="*/ 418 h 663"/>
              <a:gd name="T28" fmla="*/ 288 w 663"/>
              <a:gd name="T29" fmla="*/ 453 h 663"/>
              <a:gd name="T30" fmla="*/ 360 w 663"/>
              <a:gd name="T31" fmla="*/ 480 h 663"/>
              <a:gd name="T32" fmla="*/ 426 w 663"/>
              <a:gd name="T33" fmla="*/ 455 h 663"/>
              <a:gd name="T34" fmla="*/ 449 w 663"/>
              <a:gd name="T35" fmla="*/ 430 h 663"/>
              <a:gd name="T36" fmla="*/ 474 w 663"/>
              <a:gd name="T37" fmla="*/ 356 h 663"/>
              <a:gd name="T38" fmla="*/ 442 w 663"/>
              <a:gd name="T39" fmla="*/ 289 h 663"/>
              <a:gd name="T40" fmla="*/ 385 w 663"/>
              <a:gd name="T41" fmla="*/ 260 h 663"/>
              <a:gd name="T42" fmla="*/ 328 w 663"/>
              <a:gd name="T43" fmla="*/ 273 h 663"/>
              <a:gd name="T44" fmla="*/ 256 w 663"/>
              <a:gd name="T45" fmla="*/ 218 h 663"/>
              <a:gd name="T46" fmla="*/ 322 w 663"/>
              <a:gd name="T47" fmla="*/ 182 h 663"/>
              <a:gd name="T48" fmla="*/ 264 w 663"/>
              <a:gd name="T49" fmla="*/ 163 h 663"/>
              <a:gd name="T50" fmla="*/ 70 w 663"/>
              <a:gd name="T51" fmla="*/ 70 h 663"/>
              <a:gd name="T52" fmla="*/ 53 w 663"/>
              <a:gd name="T53" fmla="*/ 120 h 663"/>
              <a:gd name="T54" fmla="*/ 85 w 663"/>
              <a:gd name="T55" fmla="*/ 163 h 663"/>
              <a:gd name="T56" fmla="*/ 137 w 663"/>
              <a:gd name="T57" fmla="*/ 163 h 663"/>
              <a:gd name="T58" fmla="*/ 169 w 663"/>
              <a:gd name="T59" fmla="*/ 120 h 663"/>
              <a:gd name="T60" fmla="*/ 152 w 663"/>
              <a:gd name="T61" fmla="*/ 70 h 663"/>
              <a:gd name="T62" fmla="*/ 102 w 663"/>
              <a:gd name="T63" fmla="*/ 53 h 663"/>
              <a:gd name="T64" fmla="*/ 186 w 663"/>
              <a:gd name="T65" fmla="*/ 0 h 663"/>
              <a:gd name="T66" fmla="*/ 272 w 663"/>
              <a:gd name="T67" fmla="*/ 3 h 663"/>
              <a:gd name="T68" fmla="*/ 318 w 663"/>
              <a:gd name="T69" fmla="*/ 14 h 663"/>
              <a:gd name="T70" fmla="*/ 663 w 663"/>
              <a:gd name="T71" fmla="*/ 341 h 663"/>
              <a:gd name="T72" fmla="*/ 652 w 663"/>
              <a:gd name="T73" fmla="*/ 390 h 663"/>
              <a:gd name="T74" fmla="*/ 424 w 663"/>
              <a:gd name="T75" fmla="*/ 648 h 663"/>
              <a:gd name="T76" fmla="*/ 377 w 663"/>
              <a:gd name="T77" fmla="*/ 663 h 663"/>
              <a:gd name="T78" fmla="*/ 9 w 663"/>
              <a:gd name="T79" fmla="*/ 332 h 663"/>
              <a:gd name="T80" fmla="*/ 1 w 663"/>
              <a:gd name="T81" fmla="*/ 297 h 663"/>
              <a:gd name="T82" fmla="*/ 0 w 663"/>
              <a:gd name="T83" fmla="*/ 214 h 663"/>
              <a:gd name="T84" fmla="*/ 1 w 663"/>
              <a:gd name="T85" fmla="*/ 117 h 663"/>
              <a:gd name="T86" fmla="*/ 4 w 663"/>
              <a:gd name="T87" fmla="*/ 35 h 663"/>
              <a:gd name="T88" fmla="*/ 5 w 663"/>
              <a:gd name="T89" fmla="*/ 1 h 663"/>
              <a:gd name="T90" fmla="*/ 39 w 663"/>
              <a:gd name="T91" fmla="*/ 1 h 663"/>
              <a:gd name="T92" fmla="*/ 121 w 663"/>
              <a:gd name="T93" fmla="*/ 0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3" h="663">
                <a:moveTo>
                  <a:pt x="383" y="322"/>
                </a:moveTo>
                <a:lnTo>
                  <a:pt x="396" y="326"/>
                </a:lnTo>
                <a:lnTo>
                  <a:pt x="408" y="335"/>
                </a:lnTo>
                <a:lnTo>
                  <a:pt x="417" y="348"/>
                </a:lnTo>
                <a:lnTo>
                  <a:pt x="421" y="363"/>
                </a:lnTo>
                <a:lnTo>
                  <a:pt x="420" y="379"/>
                </a:lnTo>
                <a:lnTo>
                  <a:pt x="413" y="395"/>
                </a:lnTo>
                <a:lnTo>
                  <a:pt x="351" y="331"/>
                </a:lnTo>
                <a:lnTo>
                  <a:pt x="368" y="324"/>
                </a:lnTo>
                <a:lnTo>
                  <a:pt x="383" y="322"/>
                </a:lnTo>
                <a:close/>
                <a:moveTo>
                  <a:pt x="217" y="246"/>
                </a:moveTo>
                <a:lnTo>
                  <a:pt x="273" y="301"/>
                </a:lnTo>
                <a:lnTo>
                  <a:pt x="259" y="306"/>
                </a:lnTo>
                <a:lnTo>
                  <a:pt x="246" y="305"/>
                </a:lnTo>
                <a:lnTo>
                  <a:pt x="234" y="302"/>
                </a:lnTo>
                <a:lnTo>
                  <a:pt x="224" y="294"/>
                </a:lnTo>
                <a:lnTo>
                  <a:pt x="217" y="284"/>
                </a:lnTo>
                <a:lnTo>
                  <a:pt x="213" y="272"/>
                </a:lnTo>
                <a:lnTo>
                  <a:pt x="213" y="257"/>
                </a:lnTo>
                <a:lnTo>
                  <a:pt x="217" y="246"/>
                </a:lnTo>
                <a:close/>
                <a:moveTo>
                  <a:pt x="264" y="163"/>
                </a:moveTo>
                <a:lnTo>
                  <a:pt x="245" y="166"/>
                </a:lnTo>
                <a:lnTo>
                  <a:pt x="225" y="174"/>
                </a:lnTo>
                <a:lnTo>
                  <a:pt x="205" y="185"/>
                </a:lnTo>
                <a:lnTo>
                  <a:pt x="190" y="170"/>
                </a:lnTo>
                <a:lnTo>
                  <a:pt x="166" y="193"/>
                </a:lnTo>
                <a:lnTo>
                  <a:pt x="182" y="209"/>
                </a:lnTo>
                <a:lnTo>
                  <a:pt x="167" y="230"/>
                </a:lnTo>
                <a:lnTo>
                  <a:pt x="159" y="252"/>
                </a:lnTo>
                <a:lnTo>
                  <a:pt x="158" y="276"/>
                </a:lnTo>
                <a:lnTo>
                  <a:pt x="161" y="298"/>
                </a:lnTo>
                <a:lnTo>
                  <a:pt x="171" y="318"/>
                </a:lnTo>
                <a:lnTo>
                  <a:pt x="186" y="337"/>
                </a:lnTo>
                <a:lnTo>
                  <a:pt x="204" y="352"/>
                </a:lnTo>
                <a:lnTo>
                  <a:pt x="224" y="362"/>
                </a:lnTo>
                <a:lnTo>
                  <a:pt x="245" y="367"/>
                </a:lnTo>
                <a:lnTo>
                  <a:pt x="268" y="366"/>
                </a:lnTo>
                <a:lnTo>
                  <a:pt x="293" y="360"/>
                </a:lnTo>
                <a:lnTo>
                  <a:pt x="319" y="348"/>
                </a:lnTo>
                <a:lnTo>
                  <a:pt x="387" y="416"/>
                </a:lnTo>
                <a:lnTo>
                  <a:pt x="374" y="418"/>
                </a:lnTo>
                <a:lnTo>
                  <a:pt x="358" y="418"/>
                </a:lnTo>
                <a:lnTo>
                  <a:pt x="341" y="413"/>
                </a:lnTo>
                <a:lnTo>
                  <a:pt x="326" y="405"/>
                </a:lnTo>
                <a:lnTo>
                  <a:pt x="288" y="453"/>
                </a:lnTo>
                <a:lnTo>
                  <a:pt x="313" y="467"/>
                </a:lnTo>
                <a:lnTo>
                  <a:pt x="336" y="476"/>
                </a:lnTo>
                <a:lnTo>
                  <a:pt x="360" y="480"/>
                </a:lnTo>
                <a:lnTo>
                  <a:pt x="383" y="476"/>
                </a:lnTo>
                <a:lnTo>
                  <a:pt x="406" y="468"/>
                </a:lnTo>
                <a:lnTo>
                  <a:pt x="426" y="455"/>
                </a:lnTo>
                <a:lnTo>
                  <a:pt x="457" y="484"/>
                </a:lnTo>
                <a:lnTo>
                  <a:pt x="480" y="460"/>
                </a:lnTo>
                <a:lnTo>
                  <a:pt x="449" y="430"/>
                </a:lnTo>
                <a:lnTo>
                  <a:pt x="464" y="405"/>
                </a:lnTo>
                <a:lnTo>
                  <a:pt x="472" y="382"/>
                </a:lnTo>
                <a:lnTo>
                  <a:pt x="474" y="356"/>
                </a:lnTo>
                <a:lnTo>
                  <a:pt x="470" y="332"/>
                </a:lnTo>
                <a:lnTo>
                  <a:pt x="459" y="310"/>
                </a:lnTo>
                <a:lnTo>
                  <a:pt x="442" y="289"/>
                </a:lnTo>
                <a:lnTo>
                  <a:pt x="424" y="274"/>
                </a:lnTo>
                <a:lnTo>
                  <a:pt x="406" y="264"/>
                </a:lnTo>
                <a:lnTo>
                  <a:pt x="385" y="260"/>
                </a:lnTo>
                <a:lnTo>
                  <a:pt x="369" y="260"/>
                </a:lnTo>
                <a:lnTo>
                  <a:pt x="349" y="265"/>
                </a:lnTo>
                <a:lnTo>
                  <a:pt x="328" y="273"/>
                </a:lnTo>
                <a:lnTo>
                  <a:pt x="305" y="285"/>
                </a:lnTo>
                <a:lnTo>
                  <a:pt x="241" y="222"/>
                </a:lnTo>
                <a:lnTo>
                  <a:pt x="256" y="218"/>
                </a:lnTo>
                <a:lnTo>
                  <a:pt x="271" y="221"/>
                </a:lnTo>
                <a:lnTo>
                  <a:pt x="286" y="229"/>
                </a:lnTo>
                <a:lnTo>
                  <a:pt x="322" y="182"/>
                </a:lnTo>
                <a:lnTo>
                  <a:pt x="303" y="171"/>
                </a:lnTo>
                <a:lnTo>
                  <a:pt x="284" y="165"/>
                </a:lnTo>
                <a:lnTo>
                  <a:pt x="264" y="163"/>
                </a:lnTo>
                <a:close/>
                <a:moveTo>
                  <a:pt x="102" y="53"/>
                </a:moveTo>
                <a:lnTo>
                  <a:pt x="85" y="60"/>
                </a:lnTo>
                <a:lnTo>
                  <a:pt x="70" y="70"/>
                </a:lnTo>
                <a:lnTo>
                  <a:pt x="60" y="85"/>
                </a:lnTo>
                <a:lnTo>
                  <a:pt x="53" y="102"/>
                </a:lnTo>
                <a:lnTo>
                  <a:pt x="53" y="120"/>
                </a:lnTo>
                <a:lnTo>
                  <a:pt x="60" y="137"/>
                </a:lnTo>
                <a:lnTo>
                  <a:pt x="70" y="151"/>
                </a:lnTo>
                <a:lnTo>
                  <a:pt x="85" y="163"/>
                </a:lnTo>
                <a:lnTo>
                  <a:pt x="102" y="168"/>
                </a:lnTo>
                <a:lnTo>
                  <a:pt x="120" y="168"/>
                </a:lnTo>
                <a:lnTo>
                  <a:pt x="137" y="163"/>
                </a:lnTo>
                <a:lnTo>
                  <a:pt x="152" y="151"/>
                </a:lnTo>
                <a:lnTo>
                  <a:pt x="163" y="137"/>
                </a:lnTo>
                <a:lnTo>
                  <a:pt x="169" y="120"/>
                </a:lnTo>
                <a:lnTo>
                  <a:pt x="169" y="102"/>
                </a:lnTo>
                <a:lnTo>
                  <a:pt x="163" y="85"/>
                </a:lnTo>
                <a:lnTo>
                  <a:pt x="152" y="70"/>
                </a:lnTo>
                <a:lnTo>
                  <a:pt x="137" y="60"/>
                </a:lnTo>
                <a:lnTo>
                  <a:pt x="120" y="53"/>
                </a:lnTo>
                <a:lnTo>
                  <a:pt x="102" y="53"/>
                </a:lnTo>
                <a:close/>
                <a:moveTo>
                  <a:pt x="121" y="0"/>
                </a:moveTo>
                <a:lnTo>
                  <a:pt x="153" y="0"/>
                </a:lnTo>
                <a:lnTo>
                  <a:pt x="186" y="0"/>
                </a:lnTo>
                <a:lnTo>
                  <a:pt x="217" y="1"/>
                </a:lnTo>
                <a:lnTo>
                  <a:pt x="247" y="2"/>
                </a:lnTo>
                <a:lnTo>
                  <a:pt x="272" y="3"/>
                </a:lnTo>
                <a:lnTo>
                  <a:pt x="294" y="6"/>
                </a:lnTo>
                <a:lnTo>
                  <a:pt x="310" y="10"/>
                </a:lnTo>
                <a:lnTo>
                  <a:pt x="318" y="14"/>
                </a:lnTo>
                <a:lnTo>
                  <a:pt x="654" y="316"/>
                </a:lnTo>
                <a:lnTo>
                  <a:pt x="661" y="327"/>
                </a:lnTo>
                <a:lnTo>
                  <a:pt x="663" y="341"/>
                </a:lnTo>
                <a:lnTo>
                  <a:pt x="662" y="357"/>
                </a:lnTo>
                <a:lnTo>
                  <a:pt x="658" y="374"/>
                </a:lnTo>
                <a:lnTo>
                  <a:pt x="652" y="390"/>
                </a:lnTo>
                <a:lnTo>
                  <a:pt x="644" y="403"/>
                </a:lnTo>
                <a:lnTo>
                  <a:pt x="635" y="415"/>
                </a:lnTo>
                <a:lnTo>
                  <a:pt x="424" y="648"/>
                </a:lnTo>
                <a:lnTo>
                  <a:pt x="409" y="658"/>
                </a:lnTo>
                <a:lnTo>
                  <a:pt x="394" y="663"/>
                </a:lnTo>
                <a:lnTo>
                  <a:pt x="377" y="663"/>
                </a:lnTo>
                <a:lnTo>
                  <a:pt x="360" y="658"/>
                </a:lnTo>
                <a:lnTo>
                  <a:pt x="345" y="648"/>
                </a:lnTo>
                <a:lnTo>
                  <a:pt x="9" y="332"/>
                </a:lnTo>
                <a:lnTo>
                  <a:pt x="6" y="328"/>
                </a:lnTo>
                <a:lnTo>
                  <a:pt x="4" y="315"/>
                </a:lnTo>
                <a:lnTo>
                  <a:pt x="1" y="297"/>
                </a:lnTo>
                <a:lnTo>
                  <a:pt x="1" y="273"/>
                </a:lnTo>
                <a:lnTo>
                  <a:pt x="0" y="246"/>
                </a:lnTo>
                <a:lnTo>
                  <a:pt x="0" y="214"/>
                </a:lnTo>
                <a:lnTo>
                  <a:pt x="0" y="183"/>
                </a:lnTo>
                <a:lnTo>
                  <a:pt x="0" y="149"/>
                </a:lnTo>
                <a:lnTo>
                  <a:pt x="1" y="117"/>
                </a:lnTo>
                <a:lnTo>
                  <a:pt x="2" y="86"/>
                </a:lnTo>
                <a:lnTo>
                  <a:pt x="2" y="58"/>
                </a:lnTo>
                <a:lnTo>
                  <a:pt x="4" y="35"/>
                </a:lnTo>
                <a:lnTo>
                  <a:pt x="4" y="17"/>
                </a:lnTo>
                <a:lnTo>
                  <a:pt x="5" y="5"/>
                </a:lnTo>
                <a:lnTo>
                  <a:pt x="5" y="1"/>
                </a:lnTo>
                <a:lnTo>
                  <a:pt x="9" y="1"/>
                </a:lnTo>
                <a:lnTo>
                  <a:pt x="21" y="1"/>
                </a:lnTo>
                <a:lnTo>
                  <a:pt x="39" y="1"/>
                </a:lnTo>
                <a:lnTo>
                  <a:pt x="63" y="0"/>
                </a:lnTo>
                <a:lnTo>
                  <a:pt x="91" y="0"/>
                </a:lnTo>
                <a:lnTo>
                  <a:pt x="1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20"/>
          <p:cNvSpPr>
            <a:spLocks noChangeAspect="1" noEditPoints="1"/>
          </p:cNvSpPr>
          <p:nvPr/>
        </p:nvSpPr>
        <p:spPr bwMode="auto">
          <a:xfrm>
            <a:off x="7725318" y="1291581"/>
            <a:ext cx="1080000" cy="982556"/>
          </a:xfrm>
          <a:custGeom>
            <a:avLst/>
            <a:gdLst>
              <a:gd name="T0" fmla="*/ 368 w 665"/>
              <a:gd name="T1" fmla="*/ 304 h 605"/>
              <a:gd name="T2" fmla="*/ 378 w 665"/>
              <a:gd name="T3" fmla="*/ 344 h 605"/>
              <a:gd name="T4" fmla="*/ 331 w 665"/>
              <a:gd name="T5" fmla="*/ 293 h 605"/>
              <a:gd name="T6" fmla="*/ 244 w 665"/>
              <a:gd name="T7" fmla="*/ 273 h 605"/>
              <a:gd name="T8" fmla="*/ 212 w 665"/>
              <a:gd name="T9" fmla="*/ 275 h 605"/>
              <a:gd name="T10" fmla="*/ 195 w 665"/>
              <a:gd name="T11" fmla="*/ 260 h 605"/>
              <a:gd name="T12" fmla="*/ 189 w 665"/>
              <a:gd name="T13" fmla="*/ 234 h 605"/>
              <a:gd name="T14" fmla="*/ 209 w 665"/>
              <a:gd name="T15" fmla="*/ 153 h 605"/>
              <a:gd name="T16" fmla="*/ 146 w 665"/>
              <a:gd name="T17" fmla="*/ 175 h 605"/>
              <a:gd name="T18" fmla="*/ 141 w 665"/>
              <a:gd name="T19" fmla="*/ 229 h 605"/>
              <a:gd name="T20" fmla="*/ 152 w 665"/>
              <a:gd name="T21" fmla="*/ 289 h 605"/>
              <a:gd name="T22" fmla="*/ 200 w 665"/>
              <a:gd name="T23" fmla="*/ 328 h 605"/>
              <a:gd name="T24" fmla="*/ 263 w 665"/>
              <a:gd name="T25" fmla="*/ 326 h 605"/>
              <a:gd name="T26" fmla="*/ 336 w 665"/>
              <a:gd name="T27" fmla="*/ 380 h 605"/>
              <a:gd name="T28" fmla="*/ 292 w 665"/>
              <a:gd name="T29" fmla="*/ 368 h 605"/>
              <a:gd name="T30" fmla="*/ 302 w 665"/>
              <a:gd name="T31" fmla="*/ 432 h 605"/>
              <a:gd name="T32" fmla="*/ 365 w 665"/>
              <a:gd name="T33" fmla="*/ 425 h 605"/>
              <a:gd name="T34" fmla="*/ 432 w 665"/>
              <a:gd name="T35" fmla="*/ 417 h 605"/>
              <a:gd name="T36" fmla="*/ 425 w 665"/>
              <a:gd name="T37" fmla="*/ 345 h 605"/>
              <a:gd name="T38" fmla="*/ 413 w 665"/>
              <a:gd name="T39" fmla="*/ 280 h 605"/>
              <a:gd name="T40" fmla="*/ 365 w 665"/>
              <a:gd name="T41" fmla="*/ 239 h 605"/>
              <a:gd name="T42" fmla="*/ 301 w 665"/>
              <a:gd name="T43" fmla="*/ 245 h 605"/>
              <a:gd name="T44" fmla="*/ 229 w 665"/>
              <a:gd name="T45" fmla="*/ 199 h 605"/>
              <a:gd name="T46" fmla="*/ 289 w 665"/>
              <a:gd name="T47" fmla="*/ 165 h 605"/>
              <a:gd name="T48" fmla="*/ 89 w 665"/>
              <a:gd name="T49" fmla="*/ 48 h 605"/>
              <a:gd name="T50" fmla="*/ 51 w 665"/>
              <a:gd name="T51" fmla="*/ 77 h 605"/>
              <a:gd name="T52" fmla="*/ 51 w 665"/>
              <a:gd name="T53" fmla="*/ 124 h 605"/>
              <a:gd name="T54" fmla="*/ 89 w 665"/>
              <a:gd name="T55" fmla="*/ 152 h 605"/>
              <a:gd name="T56" fmla="*/ 135 w 665"/>
              <a:gd name="T57" fmla="*/ 137 h 605"/>
              <a:gd name="T58" fmla="*/ 149 w 665"/>
              <a:gd name="T59" fmla="*/ 93 h 605"/>
              <a:gd name="T60" fmla="*/ 121 w 665"/>
              <a:gd name="T61" fmla="*/ 54 h 605"/>
              <a:gd name="T62" fmla="*/ 324 w 665"/>
              <a:gd name="T63" fmla="*/ 1 h 605"/>
              <a:gd name="T64" fmla="*/ 364 w 665"/>
              <a:gd name="T65" fmla="*/ 6 h 605"/>
              <a:gd name="T66" fmla="*/ 649 w 665"/>
              <a:gd name="T67" fmla="*/ 272 h 605"/>
              <a:gd name="T68" fmla="*/ 665 w 665"/>
              <a:gd name="T69" fmla="*/ 318 h 605"/>
              <a:gd name="T70" fmla="*/ 637 w 665"/>
              <a:gd name="T71" fmla="*/ 377 h 605"/>
              <a:gd name="T72" fmla="*/ 425 w 665"/>
              <a:gd name="T73" fmla="*/ 605 h 605"/>
              <a:gd name="T74" fmla="*/ 404 w 665"/>
              <a:gd name="T75" fmla="*/ 597 h 605"/>
              <a:gd name="T76" fmla="*/ 432 w 665"/>
              <a:gd name="T77" fmla="*/ 564 h 605"/>
              <a:gd name="T78" fmla="*/ 481 w 665"/>
              <a:gd name="T79" fmla="*/ 508 h 605"/>
              <a:gd name="T80" fmla="*/ 539 w 665"/>
              <a:gd name="T81" fmla="*/ 444 h 605"/>
              <a:gd name="T82" fmla="*/ 590 w 665"/>
              <a:gd name="T83" fmla="*/ 387 h 605"/>
              <a:gd name="T84" fmla="*/ 619 w 665"/>
              <a:gd name="T85" fmla="*/ 356 h 605"/>
              <a:gd name="T86" fmla="*/ 625 w 665"/>
              <a:gd name="T87" fmla="*/ 345 h 605"/>
              <a:gd name="T88" fmla="*/ 632 w 665"/>
              <a:gd name="T89" fmla="*/ 310 h 605"/>
              <a:gd name="T90" fmla="*/ 606 w 665"/>
              <a:gd name="T91" fmla="*/ 270 h 605"/>
              <a:gd name="T92" fmla="*/ 124 w 665"/>
              <a:gd name="T93" fmla="*/ 0 h 605"/>
              <a:gd name="T94" fmla="*/ 214 w 665"/>
              <a:gd name="T95" fmla="*/ 1 h 605"/>
              <a:gd name="T96" fmla="*/ 277 w 665"/>
              <a:gd name="T97" fmla="*/ 8 h 605"/>
              <a:gd name="T98" fmla="*/ 602 w 665"/>
              <a:gd name="T99" fmla="*/ 297 h 605"/>
              <a:gd name="T100" fmla="*/ 602 w 665"/>
              <a:gd name="T101" fmla="*/ 335 h 605"/>
              <a:gd name="T102" fmla="*/ 573 w 665"/>
              <a:gd name="T103" fmla="*/ 376 h 605"/>
              <a:gd name="T104" fmla="*/ 354 w 665"/>
              <a:gd name="T105" fmla="*/ 602 h 605"/>
              <a:gd name="T106" fmla="*/ 310 w 665"/>
              <a:gd name="T107" fmla="*/ 588 h 605"/>
              <a:gd name="T108" fmla="*/ 2 w 665"/>
              <a:gd name="T109" fmla="*/ 284 h 605"/>
              <a:gd name="T110" fmla="*/ 0 w 665"/>
              <a:gd name="T111" fmla="*/ 213 h 605"/>
              <a:gd name="T112" fmla="*/ 2 w 665"/>
              <a:gd name="T113" fmla="*/ 119 h 605"/>
              <a:gd name="T114" fmla="*/ 5 w 665"/>
              <a:gd name="T115" fmla="*/ 38 h 605"/>
              <a:gd name="T116" fmla="*/ 8 w 665"/>
              <a:gd name="T117" fmla="*/ 2 h 605"/>
              <a:gd name="T118" fmla="*/ 43 w 665"/>
              <a:gd name="T119" fmla="*/ 1 h 605"/>
              <a:gd name="T120" fmla="*/ 124 w 665"/>
              <a:gd name="T121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65" h="605">
                <a:moveTo>
                  <a:pt x="344" y="292"/>
                </a:moveTo>
                <a:lnTo>
                  <a:pt x="357" y="296"/>
                </a:lnTo>
                <a:lnTo>
                  <a:pt x="368" y="304"/>
                </a:lnTo>
                <a:lnTo>
                  <a:pt x="375" y="315"/>
                </a:lnTo>
                <a:lnTo>
                  <a:pt x="379" y="330"/>
                </a:lnTo>
                <a:lnTo>
                  <a:pt x="378" y="344"/>
                </a:lnTo>
                <a:lnTo>
                  <a:pt x="371" y="357"/>
                </a:lnTo>
                <a:lnTo>
                  <a:pt x="314" y="301"/>
                </a:lnTo>
                <a:lnTo>
                  <a:pt x="331" y="293"/>
                </a:lnTo>
                <a:lnTo>
                  <a:pt x="344" y="292"/>
                </a:lnTo>
                <a:close/>
                <a:moveTo>
                  <a:pt x="193" y="222"/>
                </a:moveTo>
                <a:lnTo>
                  <a:pt x="244" y="273"/>
                </a:lnTo>
                <a:lnTo>
                  <a:pt x="231" y="277"/>
                </a:lnTo>
                <a:lnTo>
                  <a:pt x="220" y="277"/>
                </a:lnTo>
                <a:lnTo>
                  <a:pt x="212" y="275"/>
                </a:lnTo>
                <a:lnTo>
                  <a:pt x="205" y="272"/>
                </a:lnTo>
                <a:lnTo>
                  <a:pt x="200" y="267"/>
                </a:lnTo>
                <a:lnTo>
                  <a:pt x="195" y="260"/>
                </a:lnTo>
                <a:lnTo>
                  <a:pt x="192" y="254"/>
                </a:lnTo>
                <a:lnTo>
                  <a:pt x="189" y="246"/>
                </a:lnTo>
                <a:lnTo>
                  <a:pt x="189" y="234"/>
                </a:lnTo>
                <a:lnTo>
                  <a:pt x="193" y="222"/>
                </a:lnTo>
                <a:close/>
                <a:moveTo>
                  <a:pt x="237" y="148"/>
                </a:moveTo>
                <a:lnTo>
                  <a:pt x="209" y="153"/>
                </a:lnTo>
                <a:lnTo>
                  <a:pt x="183" y="169"/>
                </a:lnTo>
                <a:lnTo>
                  <a:pt x="169" y="154"/>
                </a:lnTo>
                <a:lnTo>
                  <a:pt x="146" y="175"/>
                </a:lnTo>
                <a:lnTo>
                  <a:pt x="161" y="190"/>
                </a:lnTo>
                <a:lnTo>
                  <a:pt x="149" y="209"/>
                </a:lnTo>
                <a:lnTo>
                  <a:pt x="141" y="229"/>
                </a:lnTo>
                <a:lnTo>
                  <a:pt x="140" y="250"/>
                </a:lnTo>
                <a:lnTo>
                  <a:pt x="142" y="270"/>
                </a:lnTo>
                <a:lnTo>
                  <a:pt x="152" y="289"/>
                </a:lnTo>
                <a:lnTo>
                  <a:pt x="165" y="306"/>
                </a:lnTo>
                <a:lnTo>
                  <a:pt x="182" y="319"/>
                </a:lnTo>
                <a:lnTo>
                  <a:pt x="200" y="328"/>
                </a:lnTo>
                <a:lnTo>
                  <a:pt x="220" y="332"/>
                </a:lnTo>
                <a:lnTo>
                  <a:pt x="241" y="332"/>
                </a:lnTo>
                <a:lnTo>
                  <a:pt x="263" y="326"/>
                </a:lnTo>
                <a:lnTo>
                  <a:pt x="286" y="315"/>
                </a:lnTo>
                <a:lnTo>
                  <a:pt x="348" y="377"/>
                </a:lnTo>
                <a:lnTo>
                  <a:pt x="336" y="380"/>
                </a:lnTo>
                <a:lnTo>
                  <a:pt x="322" y="380"/>
                </a:lnTo>
                <a:lnTo>
                  <a:pt x="306" y="376"/>
                </a:lnTo>
                <a:lnTo>
                  <a:pt x="292" y="368"/>
                </a:lnTo>
                <a:lnTo>
                  <a:pt x="258" y="411"/>
                </a:lnTo>
                <a:lnTo>
                  <a:pt x="280" y="424"/>
                </a:lnTo>
                <a:lnTo>
                  <a:pt x="302" y="432"/>
                </a:lnTo>
                <a:lnTo>
                  <a:pt x="323" y="434"/>
                </a:lnTo>
                <a:lnTo>
                  <a:pt x="344" y="433"/>
                </a:lnTo>
                <a:lnTo>
                  <a:pt x="365" y="425"/>
                </a:lnTo>
                <a:lnTo>
                  <a:pt x="383" y="412"/>
                </a:lnTo>
                <a:lnTo>
                  <a:pt x="411" y="440"/>
                </a:lnTo>
                <a:lnTo>
                  <a:pt x="432" y="417"/>
                </a:lnTo>
                <a:lnTo>
                  <a:pt x="404" y="390"/>
                </a:lnTo>
                <a:lnTo>
                  <a:pt x="417" y="368"/>
                </a:lnTo>
                <a:lnTo>
                  <a:pt x="425" y="345"/>
                </a:lnTo>
                <a:lnTo>
                  <a:pt x="426" y="323"/>
                </a:lnTo>
                <a:lnTo>
                  <a:pt x="423" y="301"/>
                </a:lnTo>
                <a:lnTo>
                  <a:pt x="413" y="280"/>
                </a:lnTo>
                <a:lnTo>
                  <a:pt x="398" y="262"/>
                </a:lnTo>
                <a:lnTo>
                  <a:pt x="382" y="249"/>
                </a:lnTo>
                <a:lnTo>
                  <a:pt x="365" y="239"/>
                </a:lnTo>
                <a:lnTo>
                  <a:pt x="347" y="236"/>
                </a:lnTo>
                <a:lnTo>
                  <a:pt x="326" y="237"/>
                </a:lnTo>
                <a:lnTo>
                  <a:pt x="301" y="245"/>
                </a:lnTo>
                <a:lnTo>
                  <a:pt x="273" y="259"/>
                </a:lnTo>
                <a:lnTo>
                  <a:pt x="216" y="201"/>
                </a:lnTo>
                <a:lnTo>
                  <a:pt x="229" y="199"/>
                </a:lnTo>
                <a:lnTo>
                  <a:pt x="243" y="200"/>
                </a:lnTo>
                <a:lnTo>
                  <a:pt x="256" y="207"/>
                </a:lnTo>
                <a:lnTo>
                  <a:pt x="289" y="165"/>
                </a:lnTo>
                <a:lnTo>
                  <a:pt x="263" y="152"/>
                </a:lnTo>
                <a:lnTo>
                  <a:pt x="237" y="148"/>
                </a:lnTo>
                <a:close/>
                <a:moveTo>
                  <a:pt x="89" y="48"/>
                </a:moveTo>
                <a:lnTo>
                  <a:pt x="74" y="54"/>
                </a:lnTo>
                <a:lnTo>
                  <a:pt x="60" y="63"/>
                </a:lnTo>
                <a:lnTo>
                  <a:pt x="51" y="77"/>
                </a:lnTo>
                <a:lnTo>
                  <a:pt x="45" y="93"/>
                </a:lnTo>
                <a:lnTo>
                  <a:pt x="45" y="109"/>
                </a:lnTo>
                <a:lnTo>
                  <a:pt x="51" y="124"/>
                </a:lnTo>
                <a:lnTo>
                  <a:pt x="60" y="137"/>
                </a:lnTo>
                <a:lnTo>
                  <a:pt x="74" y="148"/>
                </a:lnTo>
                <a:lnTo>
                  <a:pt x="89" y="152"/>
                </a:lnTo>
                <a:lnTo>
                  <a:pt x="106" y="152"/>
                </a:lnTo>
                <a:lnTo>
                  <a:pt x="121" y="148"/>
                </a:lnTo>
                <a:lnTo>
                  <a:pt x="135" y="137"/>
                </a:lnTo>
                <a:lnTo>
                  <a:pt x="144" y="124"/>
                </a:lnTo>
                <a:lnTo>
                  <a:pt x="149" y="109"/>
                </a:lnTo>
                <a:lnTo>
                  <a:pt x="149" y="93"/>
                </a:lnTo>
                <a:lnTo>
                  <a:pt x="144" y="77"/>
                </a:lnTo>
                <a:lnTo>
                  <a:pt x="135" y="63"/>
                </a:lnTo>
                <a:lnTo>
                  <a:pt x="121" y="54"/>
                </a:lnTo>
                <a:lnTo>
                  <a:pt x="106" y="48"/>
                </a:lnTo>
                <a:lnTo>
                  <a:pt x="89" y="48"/>
                </a:lnTo>
                <a:close/>
                <a:moveTo>
                  <a:pt x="324" y="1"/>
                </a:moveTo>
                <a:lnTo>
                  <a:pt x="335" y="1"/>
                </a:lnTo>
                <a:lnTo>
                  <a:pt x="349" y="4"/>
                </a:lnTo>
                <a:lnTo>
                  <a:pt x="364" y="6"/>
                </a:lnTo>
                <a:lnTo>
                  <a:pt x="377" y="14"/>
                </a:lnTo>
                <a:lnTo>
                  <a:pt x="636" y="259"/>
                </a:lnTo>
                <a:lnTo>
                  <a:pt x="649" y="272"/>
                </a:lnTo>
                <a:lnTo>
                  <a:pt x="658" y="287"/>
                </a:lnTo>
                <a:lnTo>
                  <a:pt x="663" y="302"/>
                </a:lnTo>
                <a:lnTo>
                  <a:pt x="665" y="318"/>
                </a:lnTo>
                <a:lnTo>
                  <a:pt x="659" y="335"/>
                </a:lnTo>
                <a:lnTo>
                  <a:pt x="652" y="355"/>
                </a:lnTo>
                <a:lnTo>
                  <a:pt x="637" y="377"/>
                </a:lnTo>
                <a:lnTo>
                  <a:pt x="445" y="589"/>
                </a:lnTo>
                <a:lnTo>
                  <a:pt x="434" y="599"/>
                </a:lnTo>
                <a:lnTo>
                  <a:pt x="425" y="605"/>
                </a:lnTo>
                <a:lnTo>
                  <a:pt x="416" y="605"/>
                </a:lnTo>
                <a:lnTo>
                  <a:pt x="403" y="599"/>
                </a:lnTo>
                <a:lnTo>
                  <a:pt x="404" y="597"/>
                </a:lnTo>
                <a:lnTo>
                  <a:pt x="411" y="589"/>
                </a:lnTo>
                <a:lnTo>
                  <a:pt x="420" y="578"/>
                </a:lnTo>
                <a:lnTo>
                  <a:pt x="432" y="564"/>
                </a:lnTo>
                <a:lnTo>
                  <a:pt x="447" y="547"/>
                </a:lnTo>
                <a:lnTo>
                  <a:pt x="463" y="527"/>
                </a:lnTo>
                <a:lnTo>
                  <a:pt x="481" y="508"/>
                </a:lnTo>
                <a:lnTo>
                  <a:pt x="501" y="487"/>
                </a:lnTo>
                <a:lnTo>
                  <a:pt x="521" y="465"/>
                </a:lnTo>
                <a:lnTo>
                  <a:pt x="539" y="444"/>
                </a:lnTo>
                <a:lnTo>
                  <a:pt x="557" y="423"/>
                </a:lnTo>
                <a:lnTo>
                  <a:pt x="574" y="404"/>
                </a:lnTo>
                <a:lnTo>
                  <a:pt x="590" y="387"/>
                </a:lnTo>
                <a:lnTo>
                  <a:pt x="603" y="374"/>
                </a:lnTo>
                <a:lnTo>
                  <a:pt x="612" y="362"/>
                </a:lnTo>
                <a:lnTo>
                  <a:pt x="619" y="356"/>
                </a:lnTo>
                <a:lnTo>
                  <a:pt x="621" y="353"/>
                </a:lnTo>
                <a:lnTo>
                  <a:pt x="623" y="351"/>
                </a:lnTo>
                <a:lnTo>
                  <a:pt x="625" y="345"/>
                </a:lnTo>
                <a:lnTo>
                  <a:pt x="629" y="335"/>
                </a:lnTo>
                <a:lnTo>
                  <a:pt x="632" y="323"/>
                </a:lnTo>
                <a:lnTo>
                  <a:pt x="632" y="310"/>
                </a:lnTo>
                <a:lnTo>
                  <a:pt x="628" y="296"/>
                </a:lnTo>
                <a:lnTo>
                  <a:pt x="620" y="281"/>
                </a:lnTo>
                <a:lnTo>
                  <a:pt x="606" y="270"/>
                </a:lnTo>
                <a:lnTo>
                  <a:pt x="320" y="1"/>
                </a:lnTo>
                <a:lnTo>
                  <a:pt x="324" y="1"/>
                </a:lnTo>
                <a:close/>
                <a:moveTo>
                  <a:pt x="124" y="0"/>
                </a:moveTo>
                <a:lnTo>
                  <a:pt x="154" y="0"/>
                </a:lnTo>
                <a:lnTo>
                  <a:pt x="186" y="1"/>
                </a:lnTo>
                <a:lnTo>
                  <a:pt x="214" y="1"/>
                </a:lnTo>
                <a:lnTo>
                  <a:pt x="239" y="2"/>
                </a:lnTo>
                <a:lnTo>
                  <a:pt x="261" y="5"/>
                </a:lnTo>
                <a:lnTo>
                  <a:pt x="277" y="8"/>
                </a:lnTo>
                <a:lnTo>
                  <a:pt x="285" y="13"/>
                </a:lnTo>
                <a:lnTo>
                  <a:pt x="590" y="287"/>
                </a:lnTo>
                <a:lnTo>
                  <a:pt x="602" y="297"/>
                </a:lnTo>
                <a:lnTo>
                  <a:pt x="606" y="309"/>
                </a:lnTo>
                <a:lnTo>
                  <a:pt x="606" y="322"/>
                </a:lnTo>
                <a:lnTo>
                  <a:pt x="602" y="335"/>
                </a:lnTo>
                <a:lnTo>
                  <a:pt x="594" y="348"/>
                </a:lnTo>
                <a:lnTo>
                  <a:pt x="584" y="362"/>
                </a:lnTo>
                <a:lnTo>
                  <a:pt x="573" y="376"/>
                </a:lnTo>
                <a:lnTo>
                  <a:pt x="382" y="588"/>
                </a:lnTo>
                <a:lnTo>
                  <a:pt x="369" y="597"/>
                </a:lnTo>
                <a:lnTo>
                  <a:pt x="354" y="602"/>
                </a:lnTo>
                <a:lnTo>
                  <a:pt x="339" y="602"/>
                </a:lnTo>
                <a:lnTo>
                  <a:pt x="323" y="597"/>
                </a:lnTo>
                <a:lnTo>
                  <a:pt x="310" y="588"/>
                </a:lnTo>
                <a:lnTo>
                  <a:pt x="8" y="301"/>
                </a:lnTo>
                <a:lnTo>
                  <a:pt x="5" y="297"/>
                </a:lnTo>
                <a:lnTo>
                  <a:pt x="2" y="284"/>
                </a:lnTo>
                <a:lnTo>
                  <a:pt x="1" y="266"/>
                </a:lnTo>
                <a:lnTo>
                  <a:pt x="0" y="241"/>
                </a:lnTo>
                <a:lnTo>
                  <a:pt x="0" y="213"/>
                </a:lnTo>
                <a:lnTo>
                  <a:pt x="1" y="183"/>
                </a:lnTo>
                <a:lnTo>
                  <a:pt x="1" y="150"/>
                </a:lnTo>
                <a:lnTo>
                  <a:pt x="2" y="119"/>
                </a:lnTo>
                <a:lnTo>
                  <a:pt x="4" y="89"/>
                </a:lnTo>
                <a:lnTo>
                  <a:pt x="5" y="61"/>
                </a:lnTo>
                <a:lnTo>
                  <a:pt x="5" y="38"/>
                </a:lnTo>
                <a:lnTo>
                  <a:pt x="6" y="18"/>
                </a:lnTo>
                <a:lnTo>
                  <a:pt x="6" y="6"/>
                </a:lnTo>
                <a:lnTo>
                  <a:pt x="8" y="2"/>
                </a:lnTo>
                <a:lnTo>
                  <a:pt x="11" y="2"/>
                </a:lnTo>
                <a:lnTo>
                  <a:pt x="23" y="1"/>
                </a:lnTo>
                <a:lnTo>
                  <a:pt x="43" y="1"/>
                </a:lnTo>
                <a:lnTo>
                  <a:pt x="66" y="1"/>
                </a:lnTo>
                <a:lnTo>
                  <a:pt x="94" y="0"/>
                </a:lnTo>
                <a:lnTo>
                  <a:pt x="12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7" name="Freeform 21"/>
          <p:cNvSpPr>
            <a:spLocks noChangeAspect="1" noEditPoints="1"/>
          </p:cNvSpPr>
          <p:nvPr/>
        </p:nvSpPr>
        <p:spPr bwMode="auto">
          <a:xfrm>
            <a:off x="1100692" y="2982911"/>
            <a:ext cx="1080000" cy="914096"/>
          </a:xfrm>
          <a:custGeom>
            <a:avLst/>
            <a:gdLst>
              <a:gd name="T0" fmla="*/ 130 w 664"/>
              <a:gd name="T1" fmla="*/ 162 h 562"/>
              <a:gd name="T2" fmla="*/ 124 w 664"/>
              <a:gd name="T3" fmla="*/ 183 h 562"/>
              <a:gd name="T4" fmla="*/ 139 w 664"/>
              <a:gd name="T5" fmla="*/ 198 h 562"/>
              <a:gd name="T6" fmla="*/ 158 w 664"/>
              <a:gd name="T7" fmla="*/ 192 h 562"/>
              <a:gd name="T8" fmla="*/ 164 w 664"/>
              <a:gd name="T9" fmla="*/ 172 h 562"/>
              <a:gd name="T10" fmla="*/ 149 w 664"/>
              <a:gd name="T11" fmla="*/ 157 h 562"/>
              <a:gd name="T12" fmla="*/ 353 w 664"/>
              <a:gd name="T13" fmla="*/ 107 h 562"/>
              <a:gd name="T14" fmla="*/ 343 w 664"/>
              <a:gd name="T15" fmla="*/ 126 h 562"/>
              <a:gd name="T16" fmla="*/ 353 w 664"/>
              <a:gd name="T17" fmla="*/ 144 h 562"/>
              <a:gd name="T18" fmla="*/ 378 w 664"/>
              <a:gd name="T19" fmla="*/ 145 h 562"/>
              <a:gd name="T20" fmla="*/ 469 w 664"/>
              <a:gd name="T21" fmla="*/ 157 h 562"/>
              <a:gd name="T22" fmla="*/ 513 w 664"/>
              <a:gd name="T23" fmla="*/ 161 h 562"/>
              <a:gd name="T24" fmla="*/ 518 w 664"/>
              <a:gd name="T25" fmla="*/ 141 h 562"/>
              <a:gd name="T26" fmla="*/ 505 w 664"/>
              <a:gd name="T27" fmla="*/ 128 h 562"/>
              <a:gd name="T28" fmla="*/ 469 w 664"/>
              <a:gd name="T29" fmla="*/ 117 h 562"/>
              <a:gd name="T30" fmla="*/ 364 w 664"/>
              <a:gd name="T31" fmla="*/ 105 h 562"/>
              <a:gd name="T32" fmla="*/ 177 w 664"/>
              <a:gd name="T33" fmla="*/ 11 h 562"/>
              <a:gd name="T34" fmla="*/ 240 w 664"/>
              <a:gd name="T35" fmla="*/ 34 h 562"/>
              <a:gd name="T36" fmla="*/ 262 w 664"/>
              <a:gd name="T37" fmla="*/ 35 h 562"/>
              <a:gd name="T38" fmla="*/ 342 w 664"/>
              <a:gd name="T39" fmla="*/ 22 h 562"/>
              <a:gd name="T40" fmla="*/ 509 w 664"/>
              <a:gd name="T41" fmla="*/ 50 h 562"/>
              <a:gd name="T42" fmla="*/ 632 w 664"/>
              <a:gd name="T43" fmla="*/ 161 h 562"/>
              <a:gd name="T44" fmla="*/ 662 w 664"/>
              <a:gd name="T45" fmla="*/ 314 h 562"/>
              <a:gd name="T46" fmla="*/ 619 w 664"/>
              <a:gd name="T47" fmla="*/ 431 h 562"/>
              <a:gd name="T48" fmla="*/ 560 w 664"/>
              <a:gd name="T49" fmla="*/ 492 h 562"/>
              <a:gd name="T50" fmla="*/ 556 w 664"/>
              <a:gd name="T51" fmla="*/ 543 h 562"/>
              <a:gd name="T52" fmla="*/ 517 w 664"/>
              <a:gd name="T53" fmla="*/ 560 h 562"/>
              <a:gd name="T54" fmla="*/ 474 w 664"/>
              <a:gd name="T55" fmla="*/ 559 h 562"/>
              <a:gd name="T56" fmla="*/ 471 w 664"/>
              <a:gd name="T57" fmla="*/ 538 h 562"/>
              <a:gd name="T58" fmla="*/ 442 w 664"/>
              <a:gd name="T59" fmla="*/ 535 h 562"/>
              <a:gd name="T60" fmla="*/ 333 w 664"/>
              <a:gd name="T61" fmla="*/ 538 h 562"/>
              <a:gd name="T62" fmla="*/ 326 w 664"/>
              <a:gd name="T63" fmla="*/ 558 h 562"/>
              <a:gd name="T64" fmla="*/ 268 w 664"/>
              <a:gd name="T65" fmla="*/ 562 h 562"/>
              <a:gd name="T66" fmla="*/ 250 w 664"/>
              <a:gd name="T67" fmla="*/ 539 h 562"/>
              <a:gd name="T68" fmla="*/ 236 w 664"/>
              <a:gd name="T69" fmla="*/ 516 h 562"/>
              <a:gd name="T70" fmla="*/ 233 w 664"/>
              <a:gd name="T71" fmla="*/ 524 h 562"/>
              <a:gd name="T72" fmla="*/ 229 w 664"/>
              <a:gd name="T73" fmla="*/ 535 h 562"/>
              <a:gd name="T74" fmla="*/ 168 w 664"/>
              <a:gd name="T75" fmla="*/ 538 h 562"/>
              <a:gd name="T76" fmla="*/ 145 w 664"/>
              <a:gd name="T77" fmla="*/ 499 h 562"/>
              <a:gd name="T78" fmla="*/ 153 w 664"/>
              <a:gd name="T79" fmla="*/ 473 h 562"/>
              <a:gd name="T80" fmla="*/ 67 w 664"/>
              <a:gd name="T81" fmla="*/ 397 h 562"/>
              <a:gd name="T82" fmla="*/ 21 w 664"/>
              <a:gd name="T83" fmla="*/ 389 h 562"/>
              <a:gd name="T84" fmla="*/ 0 w 664"/>
              <a:gd name="T85" fmla="*/ 331 h 562"/>
              <a:gd name="T86" fmla="*/ 10 w 664"/>
              <a:gd name="T87" fmla="*/ 278 h 562"/>
              <a:gd name="T88" fmla="*/ 31 w 664"/>
              <a:gd name="T89" fmla="*/ 270 h 562"/>
              <a:gd name="T90" fmla="*/ 59 w 664"/>
              <a:gd name="T91" fmla="*/ 182 h 562"/>
              <a:gd name="T92" fmla="*/ 115 w 664"/>
              <a:gd name="T93" fmla="*/ 80 h 562"/>
              <a:gd name="T94" fmla="*/ 84 w 664"/>
              <a:gd name="T95" fmla="*/ 35 h 562"/>
              <a:gd name="T96" fmla="*/ 122 w 664"/>
              <a:gd name="T97" fmla="*/ 0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64" h="562">
                <a:moveTo>
                  <a:pt x="144" y="157"/>
                </a:moveTo>
                <a:lnTo>
                  <a:pt x="139" y="157"/>
                </a:lnTo>
                <a:lnTo>
                  <a:pt x="134" y="160"/>
                </a:lnTo>
                <a:lnTo>
                  <a:pt x="130" y="162"/>
                </a:lnTo>
                <a:lnTo>
                  <a:pt x="126" y="168"/>
                </a:lnTo>
                <a:lnTo>
                  <a:pt x="124" y="172"/>
                </a:lnTo>
                <a:lnTo>
                  <a:pt x="123" y="178"/>
                </a:lnTo>
                <a:lnTo>
                  <a:pt x="124" y="183"/>
                </a:lnTo>
                <a:lnTo>
                  <a:pt x="126" y="189"/>
                </a:lnTo>
                <a:lnTo>
                  <a:pt x="130" y="192"/>
                </a:lnTo>
                <a:lnTo>
                  <a:pt x="134" y="195"/>
                </a:lnTo>
                <a:lnTo>
                  <a:pt x="139" y="198"/>
                </a:lnTo>
                <a:lnTo>
                  <a:pt x="144" y="198"/>
                </a:lnTo>
                <a:lnTo>
                  <a:pt x="149" y="198"/>
                </a:lnTo>
                <a:lnTo>
                  <a:pt x="154" y="195"/>
                </a:lnTo>
                <a:lnTo>
                  <a:pt x="158" y="192"/>
                </a:lnTo>
                <a:lnTo>
                  <a:pt x="162" y="189"/>
                </a:lnTo>
                <a:lnTo>
                  <a:pt x="164" y="183"/>
                </a:lnTo>
                <a:lnTo>
                  <a:pt x="165" y="178"/>
                </a:lnTo>
                <a:lnTo>
                  <a:pt x="164" y="172"/>
                </a:lnTo>
                <a:lnTo>
                  <a:pt x="162" y="168"/>
                </a:lnTo>
                <a:lnTo>
                  <a:pt x="158" y="162"/>
                </a:lnTo>
                <a:lnTo>
                  <a:pt x="154" y="160"/>
                </a:lnTo>
                <a:lnTo>
                  <a:pt x="149" y="157"/>
                </a:lnTo>
                <a:lnTo>
                  <a:pt x="144" y="157"/>
                </a:lnTo>
                <a:close/>
                <a:moveTo>
                  <a:pt x="364" y="105"/>
                </a:moveTo>
                <a:lnTo>
                  <a:pt x="357" y="106"/>
                </a:lnTo>
                <a:lnTo>
                  <a:pt x="353" y="107"/>
                </a:lnTo>
                <a:lnTo>
                  <a:pt x="348" y="111"/>
                </a:lnTo>
                <a:lnTo>
                  <a:pt x="346" y="115"/>
                </a:lnTo>
                <a:lnTo>
                  <a:pt x="343" y="120"/>
                </a:lnTo>
                <a:lnTo>
                  <a:pt x="343" y="126"/>
                </a:lnTo>
                <a:lnTo>
                  <a:pt x="343" y="131"/>
                </a:lnTo>
                <a:lnTo>
                  <a:pt x="346" y="136"/>
                </a:lnTo>
                <a:lnTo>
                  <a:pt x="348" y="140"/>
                </a:lnTo>
                <a:lnTo>
                  <a:pt x="353" y="144"/>
                </a:lnTo>
                <a:lnTo>
                  <a:pt x="357" y="145"/>
                </a:lnTo>
                <a:lnTo>
                  <a:pt x="364" y="147"/>
                </a:lnTo>
                <a:lnTo>
                  <a:pt x="368" y="147"/>
                </a:lnTo>
                <a:lnTo>
                  <a:pt x="378" y="145"/>
                </a:lnTo>
                <a:lnTo>
                  <a:pt x="395" y="147"/>
                </a:lnTo>
                <a:lnTo>
                  <a:pt x="416" y="148"/>
                </a:lnTo>
                <a:lnTo>
                  <a:pt x="441" y="151"/>
                </a:lnTo>
                <a:lnTo>
                  <a:pt x="469" y="157"/>
                </a:lnTo>
                <a:lnTo>
                  <a:pt x="499" y="168"/>
                </a:lnTo>
                <a:lnTo>
                  <a:pt x="504" y="166"/>
                </a:lnTo>
                <a:lnTo>
                  <a:pt x="509" y="165"/>
                </a:lnTo>
                <a:lnTo>
                  <a:pt x="513" y="161"/>
                </a:lnTo>
                <a:lnTo>
                  <a:pt x="516" y="157"/>
                </a:lnTo>
                <a:lnTo>
                  <a:pt x="518" y="152"/>
                </a:lnTo>
                <a:lnTo>
                  <a:pt x="518" y="147"/>
                </a:lnTo>
                <a:lnTo>
                  <a:pt x="518" y="141"/>
                </a:lnTo>
                <a:lnTo>
                  <a:pt x="517" y="137"/>
                </a:lnTo>
                <a:lnTo>
                  <a:pt x="514" y="134"/>
                </a:lnTo>
                <a:lnTo>
                  <a:pt x="511" y="131"/>
                </a:lnTo>
                <a:lnTo>
                  <a:pt x="505" y="128"/>
                </a:lnTo>
                <a:lnTo>
                  <a:pt x="499" y="126"/>
                </a:lnTo>
                <a:lnTo>
                  <a:pt x="495" y="124"/>
                </a:lnTo>
                <a:lnTo>
                  <a:pt x="484" y="122"/>
                </a:lnTo>
                <a:lnTo>
                  <a:pt x="469" y="117"/>
                </a:lnTo>
                <a:lnTo>
                  <a:pt x="448" y="111"/>
                </a:lnTo>
                <a:lnTo>
                  <a:pt x="423" y="107"/>
                </a:lnTo>
                <a:lnTo>
                  <a:pt x="394" y="105"/>
                </a:lnTo>
                <a:lnTo>
                  <a:pt x="364" y="105"/>
                </a:lnTo>
                <a:close/>
                <a:moveTo>
                  <a:pt x="122" y="0"/>
                </a:moveTo>
                <a:lnTo>
                  <a:pt x="139" y="1"/>
                </a:lnTo>
                <a:lnTo>
                  <a:pt x="158" y="5"/>
                </a:lnTo>
                <a:lnTo>
                  <a:pt x="177" y="11"/>
                </a:lnTo>
                <a:lnTo>
                  <a:pt x="195" y="17"/>
                </a:lnTo>
                <a:lnTo>
                  <a:pt x="212" y="22"/>
                </a:lnTo>
                <a:lnTo>
                  <a:pt x="228" y="29"/>
                </a:lnTo>
                <a:lnTo>
                  <a:pt x="240" y="34"/>
                </a:lnTo>
                <a:lnTo>
                  <a:pt x="246" y="37"/>
                </a:lnTo>
                <a:lnTo>
                  <a:pt x="250" y="38"/>
                </a:lnTo>
                <a:lnTo>
                  <a:pt x="253" y="38"/>
                </a:lnTo>
                <a:lnTo>
                  <a:pt x="262" y="35"/>
                </a:lnTo>
                <a:lnTo>
                  <a:pt x="276" y="31"/>
                </a:lnTo>
                <a:lnTo>
                  <a:pt x="295" y="28"/>
                </a:lnTo>
                <a:lnTo>
                  <a:pt x="317" y="25"/>
                </a:lnTo>
                <a:lnTo>
                  <a:pt x="342" y="22"/>
                </a:lnTo>
                <a:lnTo>
                  <a:pt x="368" y="21"/>
                </a:lnTo>
                <a:lnTo>
                  <a:pt x="418" y="25"/>
                </a:lnTo>
                <a:lnTo>
                  <a:pt x="466" y="34"/>
                </a:lnTo>
                <a:lnTo>
                  <a:pt x="509" y="50"/>
                </a:lnTo>
                <a:lnTo>
                  <a:pt x="547" y="71"/>
                </a:lnTo>
                <a:lnTo>
                  <a:pt x="581" y="97"/>
                </a:lnTo>
                <a:lnTo>
                  <a:pt x="610" y="127"/>
                </a:lnTo>
                <a:lnTo>
                  <a:pt x="632" y="161"/>
                </a:lnTo>
                <a:lnTo>
                  <a:pt x="649" y="198"/>
                </a:lnTo>
                <a:lnTo>
                  <a:pt x="660" y="237"/>
                </a:lnTo>
                <a:lnTo>
                  <a:pt x="664" y="279"/>
                </a:lnTo>
                <a:lnTo>
                  <a:pt x="662" y="314"/>
                </a:lnTo>
                <a:lnTo>
                  <a:pt x="658" y="347"/>
                </a:lnTo>
                <a:lnTo>
                  <a:pt x="649" y="377"/>
                </a:lnTo>
                <a:lnTo>
                  <a:pt x="638" y="405"/>
                </a:lnTo>
                <a:lnTo>
                  <a:pt x="619" y="431"/>
                </a:lnTo>
                <a:lnTo>
                  <a:pt x="597" y="454"/>
                </a:lnTo>
                <a:lnTo>
                  <a:pt x="567" y="475"/>
                </a:lnTo>
                <a:lnTo>
                  <a:pt x="562" y="482"/>
                </a:lnTo>
                <a:lnTo>
                  <a:pt x="560" y="492"/>
                </a:lnTo>
                <a:lnTo>
                  <a:pt x="560" y="504"/>
                </a:lnTo>
                <a:lnTo>
                  <a:pt x="560" y="518"/>
                </a:lnTo>
                <a:lnTo>
                  <a:pt x="559" y="532"/>
                </a:lnTo>
                <a:lnTo>
                  <a:pt x="556" y="543"/>
                </a:lnTo>
                <a:lnTo>
                  <a:pt x="551" y="552"/>
                </a:lnTo>
                <a:lnTo>
                  <a:pt x="543" y="558"/>
                </a:lnTo>
                <a:lnTo>
                  <a:pt x="531" y="560"/>
                </a:lnTo>
                <a:lnTo>
                  <a:pt x="517" y="560"/>
                </a:lnTo>
                <a:lnTo>
                  <a:pt x="503" y="560"/>
                </a:lnTo>
                <a:lnTo>
                  <a:pt x="490" y="559"/>
                </a:lnTo>
                <a:lnTo>
                  <a:pt x="479" y="559"/>
                </a:lnTo>
                <a:lnTo>
                  <a:pt x="474" y="559"/>
                </a:lnTo>
                <a:lnTo>
                  <a:pt x="469" y="556"/>
                </a:lnTo>
                <a:lnTo>
                  <a:pt x="467" y="551"/>
                </a:lnTo>
                <a:lnTo>
                  <a:pt x="469" y="545"/>
                </a:lnTo>
                <a:lnTo>
                  <a:pt x="471" y="538"/>
                </a:lnTo>
                <a:lnTo>
                  <a:pt x="473" y="533"/>
                </a:lnTo>
                <a:lnTo>
                  <a:pt x="470" y="530"/>
                </a:lnTo>
                <a:lnTo>
                  <a:pt x="465" y="529"/>
                </a:lnTo>
                <a:lnTo>
                  <a:pt x="442" y="535"/>
                </a:lnTo>
                <a:lnTo>
                  <a:pt x="420" y="538"/>
                </a:lnTo>
                <a:lnTo>
                  <a:pt x="398" y="539"/>
                </a:lnTo>
                <a:lnTo>
                  <a:pt x="373" y="539"/>
                </a:lnTo>
                <a:lnTo>
                  <a:pt x="333" y="538"/>
                </a:lnTo>
                <a:lnTo>
                  <a:pt x="331" y="539"/>
                </a:lnTo>
                <a:lnTo>
                  <a:pt x="331" y="545"/>
                </a:lnTo>
                <a:lnTo>
                  <a:pt x="330" y="551"/>
                </a:lnTo>
                <a:lnTo>
                  <a:pt x="326" y="558"/>
                </a:lnTo>
                <a:lnTo>
                  <a:pt x="321" y="562"/>
                </a:lnTo>
                <a:lnTo>
                  <a:pt x="298" y="562"/>
                </a:lnTo>
                <a:lnTo>
                  <a:pt x="280" y="562"/>
                </a:lnTo>
                <a:lnTo>
                  <a:pt x="268" y="562"/>
                </a:lnTo>
                <a:lnTo>
                  <a:pt x="258" y="559"/>
                </a:lnTo>
                <a:lnTo>
                  <a:pt x="253" y="554"/>
                </a:lnTo>
                <a:lnTo>
                  <a:pt x="250" y="547"/>
                </a:lnTo>
                <a:lnTo>
                  <a:pt x="250" y="539"/>
                </a:lnTo>
                <a:lnTo>
                  <a:pt x="250" y="532"/>
                </a:lnTo>
                <a:lnTo>
                  <a:pt x="250" y="525"/>
                </a:lnTo>
                <a:lnTo>
                  <a:pt x="249" y="521"/>
                </a:lnTo>
                <a:lnTo>
                  <a:pt x="236" y="516"/>
                </a:lnTo>
                <a:lnTo>
                  <a:pt x="233" y="517"/>
                </a:lnTo>
                <a:lnTo>
                  <a:pt x="233" y="518"/>
                </a:lnTo>
                <a:lnTo>
                  <a:pt x="233" y="521"/>
                </a:lnTo>
                <a:lnTo>
                  <a:pt x="233" y="524"/>
                </a:lnTo>
                <a:lnTo>
                  <a:pt x="233" y="526"/>
                </a:lnTo>
                <a:lnTo>
                  <a:pt x="233" y="529"/>
                </a:lnTo>
                <a:lnTo>
                  <a:pt x="232" y="533"/>
                </a:lnTo>
                <a:lnTo>
                  <a:pt x="229" y="535"/>
                </a:lnTo>
                <a:lnTo>
                  <a:pt x="217" y="539"/>
                </a:lnTo>
                <a:lnTo>
                  <a:pt x="202" y="541"/>
                </a:lnTo>
                <a:lnTo>
                  <a:pt x="183" y="541"/>
                </a:lnTo>
                <a:lnTo>
                  <a:pt x="168" y="538"/>
                </a:lnTo>
                <a:lnTo>
                  <a:pt x="154" y="534"/>
                </a:lnTo>
                <a:lnTo>
                  <a:pt x="147" y="528"/>
                </a:lnTo>
                <a:lnTo>
                  <a:pt x="144" y="512"/>
                </a:lnTo>
                <a:lnTo>
                  <a:pt x="145" y="499"/>
                </a:lnTo>
                <a:lnTo>
                  <a:pt x="148" y="490"/>
                </a:lnTo>
                <a:lnTo>
                  <a:pt x="152" y="482"/>
                </a:lnTo>
                <a:lnTo>
                  <a:pt x="154" y="477"/>
                </a:lnTo>
                <a:lnTo>
                  <a:pt x="153" y="473"/>
                </a:lnTo>
                <a:lnTo>
                  <a:pt x="120" y="445"/>
                </a:lnTo>
                <a:lnTo>
                  <a:pt x="93" y="415"/>
                </a:lnTo>
                <a:lnTo>
                  <a:pt x="79" y="403"/>
                </a:lnTo>
                <a:lnTo>
                  <a:pt x="67" y="397"/>
                </a:lnTo>
                <a:lnTo>
                  <a:pt x="55" y="394"/>
                </a:lnTo>
                <a:lnTo>
                  <a:pt x="45" y="394"/>
                </a:lnTo>
                <a:lnTo>
                  <a:pt x="33" y="393"/>
                </a:lnTo>
                <a:lnTo>
                  <a:pt x="21" y="389"/>
                </a:lnTo>
                <a:lnTo>
                  <a:pt x="9" y="381"/>
                </a:lnTo>
                <a:lnTo>
                  <a:pt x="3" y="367"/>
                </a:lnTo>
                <a:lnTo>
                  <a:pt x="0" y="351"/>
                </a:lnTo>
                <a:lnTo>
                  <a:pt x="0" y="331"/>
                </a:lnTo>
                <a:lnTo>
                  <a:pt x="1" y="313"/>
                </a:lnTo>
                <a:lnTo>
                  <a:pt x="4" y="297"/>
                </a:lnTo>
                <a:lnTo>
                  <a:pt x="8" y="284"/>
                </a:lnTo>
                <a:lnTo>
                  <a:pt x="10" y="278"/>
                </a:lnTo>
                <a:lnTo>
                  <a:pt x="17" y="272"/>
                </a:lnTo>
                <a:lnTo>
                  <a:pt x="22" y="271"/>
                </a:lnTo>
                <a:lnTo>
                  <a:pt x="26" y="270"/>
                </a:lnTo>
                <a:lnTo>
                  <a:pt x="31" y="270"/>
                </a:lnTo>
                <a:lnTo>
                  <a:pt x="35" y="264"/>
                </a:lnTo>
                <a:lnTo>
                  <a:pt x="41" y="254"/>
                </a:lnTo>
                <a:lnTo>
                  <a:pt x="47" y="217"/>
                </a:lnTo>
                <a:lnTo>
                  <a:pt x="59" y="182"/>
                </a:lnTo>
                <a:lnTo>
                  <a:pt x="76" y="148"/>
                </a:lnTo>
                <a:lnTo>
                  <a:pt x="98" y="118"/>
                </a:lnTo>
                <a:lnTo>
                  <a:pt x="126" y="90"/>
                </a:lnTo>
                <a:lnTo>
                  <a:pt x="115" y="80"/>
                </a:lnTo>
                <a:lnTo>
                  <a:pt x="105" y="69"/>
                </a:lnTo>
                <a:lnTo>
                  <a:pt x="96" y="59"/>
                </a:lnTo>
                <a:lnTo>
                  <a:pt x="88" y="47"/>
                </a:lnTo>
                <a:lnTo>
                  <a:pt x="84" y="35"/>
                </a:lnTo>
                <a:lnTo>
                  <a:pt x="84" y="24"/>
                </a:lnTo>
                <a:lnTo>
                  <a:pt x="90" y="13"/>
                </a:lnTo>
                <a:lnTo>
                  <a:pt x="105" y="1"/>
                </a:lnTo>
                <a:lnTo>
                  <a:pt x="12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8" name="Freeform 22"/>
          <p:cNvSpPr>
            <a:spLocks noChangeAspect="1" noEditPoints="1"/>
          </p:cNvSpPr>
          <p:nvPr/>
        </p:nvSpPr>
        <p:spPr bwMode="auto">
          <a:xfrm>
            <a:off x="2756756" y="2852936"/>
            <a:ext cx="1080000" cy="1125706"/>
          </a:xfrm>
          <a:custGeom>
            <a:avLst/>
            <a:gdLst>
              <a:gd name="T0" fmla="*/ 132 w 638"/>
              <a:gd name="T1" fmla="*/ 486 h 665"/>
              <a:gd name="T2" fmla="*/ 144 w 638"/>
              <a:gd name="T3" fmla="*/ 521 h 665"/>
              <a:gd name="T4" fmla="*/ 167 w 638"/>
              <a:gd name="T5" fmla="*/ 499 h 665"/>
              <a:gd name="T6" fmla="*/ 172 w 638"/>
              <a:gd name="T7" fmla="*/ 479 h 665"/>
              <a:gd name="T8" fmla="*/ 198 w 638"/>
              <a:gd name="T9" fmla="*/ 475 h 665"/>
              <a:gd name="T10" fmla="*/ 211 w 638"/>
              <a:gd name="T11" fmla="*/ 490 h 665"/>
              <a:gd name="T12" fmla="*/ 174 w 638"/>
              <a:gd name="T13" fmla="*/ 547 h 665"/>
              <a:gd name="T14" fmla="*/ 219 w 638"/>
              <a:gd name="T15" fmla="*/ 584 h 665"/>
              <a:gd name="T16" fmla="*/ 241 w 638"/>
              <a:gd name="T17" fmla="*/ 499 h 665"/>
              <a:gd name="T18" fmla="*/ 449 w 638"/>
              <a:gd name="T19" fmla="*/ 453 h 665"/>
              <a:gd name="T20" fmla="*/ 402 w 638"/>
              <a:gd name="T21" fmla="*/ 515 h 665"/>
              <a:gd name="T22" fmla="*/ 445 w 638"/>
              <a:gd name="T23" fmla="*/ 583 h 665"/>
              <a:gd name="T24" fmla="*/ 492 w 638"/>
              <a:gd name="T25" fmla="*/ 581 h 665"/>
              <a:gd name="T26" fmla="*/ 498 w 638"/>
              <a:gd name="T27" fmla="*/ 555 h 665"/>
              <a:gd name="T28" fmla="*/ 449 w 638"/>
              <a:gd name="T29" fmla="*/ 556 h 665"/>
              <a:gd name="T30" fmla="*/ 422 w 638"/>
              <a:gd name="T31" fmla="*/ 526 h 665"/>
              <a:gd name="T32" fmla="*/ 485 w 638"/>
              <a:gd name="T33" fmla="*/ 508 h 665"/>
              <a:gd name="T34" fmla="*/ 496 w 638"/>
              <a:gd name="T35" fmla="*/ 532 h 665"/>
              <a:gd name="T36" fmla="*/ 520 w 638"/>
              <a:gd name="T37" fmla="*/ 509 h 665"/>
              <a:gd name="T38" fmla="*/ 474 w 638"/>
              <a:gd name="T39" fmla="*/ 452 h 665"/>
              <a:gd name="T40" fmla="*/ 275 w 638"/>
              <a:gd name="T41" fmla="*/ 454 h 665"/>
              <a:gd name="T42" fmla="*/ 275 w 638"/>
              <a:gd name="T43" fmla="*/ 545 h 665"/>
              <a:gd name="T44" fmla="*/ 345 w 638"/>
              <a:gd name="T45" fmla="*/ 551 h 665"/>
              <a:gd name="T46" fmla="*/ 283 w 638"/>
              <a:gd name="T47" fmla="*/ 583 h 665"/>
              <a:gd name="T48" fmla="*/ 358 w 638"/>
              <a:gd name="T49" fmla="*/ 600 h 665"/>
              <a:gd name="T50" fmla="*/ 367 w 638"/>
              <a:gd name="T51" fmla="*/ 539 h 665"/>
              <a:gd name="T52" fmla="*/ 305 w 638"/>
              <a:gd name="T53" fmla="*/ 520 h 665"/>
              <a:gd name="T54" fmla="*/ 372 w 638"/>
              <a:gd name="T55" fmla="*/ 505 h 665"/>
              <a:gd name="T56" fmla="*/ 80 w 638"/>
              <a:gd name="T57" fmla="*/ 399 h 665"/>
              <a:gd name="T58" fmla="*/ 50 w 638"/>
              <a:gd name="T59" fmla="*/ 238 h 665"/>
              <a:gd name="T60" fmla="*/ 617 w 638"/>
              <a:gd name="T61" fmla="*/ 229 h 665"/>
              <a:gd name="T62" fmla="*/ 635 w 638"/>
              <a:gd name="T63" fmla="*/ 655 h 665"/>
              <a:gd name="T64" fmla="*/ 587 w 638"/>
              <a:gd name="T65" fmla="*/ 648 h 665"/>
              <a:gd name="T66" fmla="*/ 34 w 638"/>
              <a:gd name="T67" fmla="*/ 664 h 665"/>
              <a:gd name="T68" fmla="*/ 0 w 638"/>
              <a:gd name="T69" fmla="*/ 639 h 665"/>
              <a:gd name="T70" fmla="*/ 517 w 638"/>
              <a:gd name="T71" fmla="*/ 169 h 665"/>
              <a:gd name="T72" fmla="*/ 595 w 638"/>
              <a:gd name="T73" fmla="*/ 172 h 665"/>
              <a:gd name="T74" fmla="*/ 347 w 638"/>
              <a:gd name="T75" fmla="*/ 149 h 665"/>
              <a:gd name="T76" fmla="*/ 417 w 638"/>
              <a:gd name="T77" fmla="*/ 182 h 665"/>
              <a:gd name="T78" fmla="*/ 185 w 638"/>
              <a:gd name="T79" fmla="*/ 135 h 665"/>
              <a:gd name="T80" fmla="*/ 244 w 638"/>
              <a:gd name="T81" fmla="*/ 186 h 665"/>
              <a:gd name="T82" fmla="*/ 185 w 638"/>
              <a:gd name="T83" fmla="*/ 132 h 665"/>
              <a:gd name="T84" fmla="*/ 63 w 638"/>
              <a:gd name="T85" fmla="*/ 183 h 665"/>
              <a:gd name="T86" fmla="*/ 131 w 638"/>
              <a:gd name="T87" fmla="*/ 149 h 665"/>
              <a:gd name="T88" fmla="*/ 621 w 638"/>
              <a:gd name="T89" fmla="*/ 187 h 665"/>
              <a:gd name="T90" fmla="*/ 538 w 638"/>
              <a:gd name="T91" fmla="*/ 209 h 665"/>
              <a:gd name="T92" fmla="*/ 481 w 638"/>
              <a:gd name="T93" fmla="*/ 135 h 665"/>
              <a:gd name="T94" fmla="*/ 417 w 638"/>
              <a:gd name="T95" fmla="*/ 211 h 665"/>
              <a:gd name="T96" fmla="*/ 328 w 638"/>
              <a:gd name="T97" fmla="*/ 174 h 665"/>
              <a:gd name="T98" fmla="*/ 301 w 638"/>
              <a:gd name="T99" fmla="*/ 187 h 665"/>
              <a:gd name="T100" fmla="*/ 219 w 638"/>
              <a:gd name="T101" fmla="*/ 211 h 665"/>
              <a:gd name="T102" fmla="*/ 160 w 638"/>
              <a:gd name="T103" fmla="*/ 135 h 665"/>
              <a:gd name="T104" fmla="*/ 97 w 638"/>
              <a:gd name="T105" fmla="*/ 211 h 665"/>
              <a:gd name="T106" fmla="*/ 8 w 638"/>
              <a:gd name="T107" fmla="*/ 174 h 665"/>
              <a:gd name="T108" fmla="*/ 584 w 638"/>
              <a:gd name="T109" fmla="*/ 0 h 665"/>
              <a:gd name="T110" fmla="*/ 612 w 638"/>
              <a:gd name="T111" fmla="*/ 80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38" h="665">
                <a:moveTo>
                  <a:pt x="190" y="452"/>
                </a:moveTo>
                <a:lnTo>
                  <a:pt x="181" y="453"/>
                </a:lnTo>
                <a:lnTo>
                  <a:pt x="174" y="454"/>
                </a:lnTo>
                <a:lnTo>
                  <a:pt x="165" y="457"/>
                </a:lnTo>
                <a:lnTo>
                  <a:pt x="152" y="463"/>
                </a:lnTo>
                <a:lnTo>
                  <a:pt x="140" y="473"/>
                </a:lnTo>
                <a:lnTo>
                  <a:pt x="135" y="479"/>
                </a:lnTo>
                <a:lnTo>
                  <a:pt x="132" y="486"/>
                </a:lnTo>
                <a:lnTo>
                  <a:pt x="130" y="492"/>
                </a:lnTo>
                <a:lnTo>
                  <a:pt x="130" y="495"/>
                </a:lnTo>
                <a:lnTo>
                  <a:pt x="130" y="499"/>
                </a:lnTo>
                <a:lnTo>
                  <a:pt x="131" y="505"/>
                </a:lnTo>
                <a:lnTo>
                  <a:pt x="132" y="511"/>
                </a:lnTo>
                <a:lnTo>
                  <a:pt x="135" y="516"/>
                </a:lnTo>
                <a:lnTo>
                  <a:pt x="140" y="518"/>
                </a:lnTo>
                <a:lnTo>
                  <a:pt x="144" y="521"/>
                </a:lnTo>
                <a:lnTo>
                  <a:pt x="149" y="521"/>
                </a:lnTo>
                <a:lnTo>
                  <a:pt x="153" y="521"/>
                </a:lnTo>
                <a:lnTo>
                  <a:pt x="156" y="520"/>
                </a:lnTo>
                <a:lnTo>
                  <a:pt x="160" y="518"/>
                </a:lnTo>
                <a:lnTo>
                  <a:pt x="163" y="516"/>
                </a:lnTo>
                <a:lnTo>
                  <a:pt x="165" y="511"/>
                </a:lnTo>
                <a:lnTo>
                  <a:pt x="167" y="505"/>
                </a:lnTo>
                <a:lnTo>
                  <a:pt x="167" y="499"/>
                </a:lnTo>
                <a:lnTo>
                  <a:pt x="165" y="492"/>
                </a:lnTo>
                <a:lnTo>
                  <a:pt x="167" y="490"/>
                </a:lnTo>
                <a:lnTo>
                  <a:pt x="167" y="487"/>
                </a:lnTo>
                <a:lnTo>
                  <a:pt x="167" y="486"/>
                </a:lnTo>
                <a:lnTo>
                  <a:pt x="167" y="483"/>
                </a:lnTo>
                <a:lnTo>
                  <a:pt x="168" y="482"/>
                </a:lnTo>
                <a:lnTo>
                  <a:pt x="170" y="480"/>
                </a:lnTo>
                <a:lnTo>
                  <a:pt x="172" y="479"/>
                </a:lnTo>
                <a:lnTo>
                  <a:pt x="176" y="479"/>
                </a:lnTo>
                <a:lnTo>
                  <a:pt x="180" y="478"/>
                </a:lnTo>
                <a:lnTo>
                  <a:pt x="184" y="478"/>
                </a:lnTo>
                <a:lnTo>
                  <a:pt x="187" y="477"/>
                </a:lnTo>
                <a:lnTo>
                  <a:pt x="190" y="477"/>
                </a:lnTo>
                <a:lnTo>
                  <a:pt x="194" y="477"/>
                </a:lnTo>
                <a:lnTo>
                  <a:pt x="197" y="477"/>
                </a:lnTo>
                <a:lnTo>
                  <a:pt x="198" y="475"/>
                </a:lnTo>
                <a:lnTo>
                  <a:pt x="201" y="475"/>
                </a:lnTo>
                <a:lnTo>
                  <a:pt x="202" y="475"/>
                </a:lnTo>
                <a:lnTo>
                  <a:pt x="206" y="477"/>
                </a:lnTo>
                <a:lnTo>
                  <a:pt x="208" y="478"/>
                </a:lnTo>
                <a:lnTo>
                  <a:pt x="210" y="480"/>
                </a:lnTo>
                <a:lnTo>
                  <a:pt x="210" y="483"/>
                </a:lnTo>
                <a:lnTo>
                  <a:pt x="211" y="487"/>
                </a:lnTo>
                <a:lnTo>
                  <a:pt x="211" y="490"/>
                </a:lnTo>
                <a:lnTo>
                  <a:pt x="211" y="494"/>
                </a:lnTo>
                <a:lnTo>
                  <a:pt x="211" y="496"/>
                </a:lnTo>
                <a:lnTo>
                  <a:pt x="210" y="504"/>
                </a:lnTo>
                <a:lnTo>
                  <a:pt x="208" y="515"/>
                </a:lnTo>
                <a:lnTo>
                  <a:pt x="204" y="524"/>
                </a:lnTo>
                <a:lnTo>
                  <a:pt x="197" y="530"/>
                </a:lnTo>
                <a:lnTo>
                  <a:pt x="186" y="538"/>
                </a:lnTo>
                <a:lnTo>
                  <a:pt x="174" y="547"/>
                </a:lnTo>
                <a:lnTo>
                  <a:pt x="161" y="559"/>
                </a:lnTo>
                <a:lnTo>
                  <a:pt x="144" y="576"/>
                </a:lnTo>
                <a:lnTo>
                  <a:pt x="135" y="585"/>
                </a:lnTo>
                <a:lnTo>
                  <a:pt x="134" y="613"/>
                </a:lnTo>
                <a:lnTo>
                  <a:pt x="242" y="610"/>
                </a:lnTo>
                <a:lnTo>
                  <a:pt x="235" y="558"/>
                </a:lnTo>
                <a:lnTo>
                  <a:pt x="221" y="560"/>
                </a:lnTo>
                <a:lnTo>
                  <a:pt x="219" y="584"/>
                </a:lnTo>
                <a:lnTo>
                  <a:pt x="176" y="584"/>
                </a:lnTo>
                <a:lnTo>
                  <a:pt x="203" y="551"/>
                </a:lnTo>
                <a:lnTo>
                  <a:pt x="206" y="550"/>
                </a:lnTo>
                <a:lnTo>
                  <a:pt x="214" y="543"/>
                </a:lnTo>
                <a:lnTo>
                  <a:pt x="223" y="534"/>
                </a:lnTo>
                <a:lnTo>
                  <a:pt x="236" y="522"/>
                </a:lnTo>
                <a:lnTo>
                  <a:pt x="240" y="511"/>
                </a:lnTo>
                <a:lnTo>
                  <a:pt x="241" y="499"/>
                </a:lnTo>
                <a:lnTo>
                  <a:pt x="240" y="484"/>
                </a:lnTo>
                <a:lnTo>
                  <a:pt x="235" y="474"/>
                </a:lnTo>
                <a:lnTo>
                  <a:pt x="227" y="465"/>
                </a:lnTo>
                <a:lnTo>
                  <a:pt x="216" y="458"/>
                </a:lnTo>
                <a:lnTo>
                  <a:pt x="204" y="454"/>
                </a:lnTo>
                <a:lnTo>
                  <a:pt x="190" y="452"/>
                </a:lnTo>
                <a:close/>
                <a:moveTo>
                  <a:pt x="474" y="452"/>
                </a:moveTo>
                <a:lnTo>
                  <a:pt x="449" y="453"/>
                </a:lnTo>
                <a:lnTo>
                  <a:pt x="452" y="477"/>
                </a:lnTo>
                <a:lnTo>
                  <a:pt x="445" y="479"/>
                </a:lnTo>
                <a:lnTo>
                  <a:pt x="439" y="480"/>
                </a:lnTo>
                <a:lnTo>
                  <a:pt x="428" y="484"/>
                </a:lnTo>
                <a:lnTo>
                  <a:pt x="420" y="488"/>
                </a:lnTo>
                <a:lnTo>
                  <a:pt x="411" y="496"/>
                </a:lnTo>
                <a:lnTo>
                  <a:pt x="403" y="509"/>
                </a:lnTo>
                <a:lnTo>
                  <a:pt x="402" y="515"/>
                </a:lnTo>
                <a:lnTo>
                  <a:pt x="400" y="525"/>
                </a:lnTo>
                <a:lnTo>
                  <a:pt x="400" y="538"/>
                </a:lnTo>
                <a:lnTo>
                  <a:pt x="400" y="552"/>
                </a:lnTo>
                <a:lnTo>
                  <a:pt x="403" y="566"/>
                </a:lnTo>
                <a:lnTo>
                  <a:pt x="411" y="572"/>
                </a:lnTo>
                <a:lnTo>
                  <a:pt x="423" y="576"/>
                </a:lnTo>
                <a:lnTo>
                  <a:pt x="435" y="580"/>
                </a:lnTo>
                <a:lnTo>
                  <a:pt x="445" y="583"/>
                </a:lnTo>
                <a:lnTo>
                  <a:pt x="453" y="588"/>
                </a:lnTo>
                <a:lnTo>
                  <a:pt x="452" y="610"/>
                </a:lnTo>
                <a:lnTo>
                  <a:pt x="472" y="610"/>
                </a:lnTo>
                <a:lnTo>
                  <a:pt x="470" y="587"/>
                </a:lnTo>
                <a:lnTo>
                  <a:pt x="475" y="585"/>
                </a:lnTo>
                <a:lnTo>
                  <a:pt x="483" y="584"/>
                </a:lnTo>
                <a:lnTo>
                  <a:pt x="489" y="583"/>
                </a:lnTo>
                <a:lnTo>
                  <a:pt x="492" y="581"/>
                </a:lnTo>
                <a:lnTo>
                  <a:pt x="496" y="579"/>
                </a:lnTo>
                <a:lnTo>
                  <a:pt x="504" y="573"/>
                </a:lnTo>
                <a:lnTo>
                  <a:pt x="504" y="555"/>
                </a:lnTo>
                <a:lnTo>
                  <a:pt x="500" y="556"/>
                </a:lnTo>
                <a:lnTo>
                  <a:pt x="499" y="556"/>
                </a:lnTo>
                <a:lnTo>
                  <a:pt x="498" y="556"/>
                </a:lnTo>
                <a:lnTo>
                  <a:pt x="498" y="555"/>
                </a:lnTo>
                <a:lnTo>
                  <a:pt x="498" y="555"/>
                </a:lnTo>
                <a:lnTo>
                  <a:pt x="496" y="554"/>
                </a:lnTo>
                <a:lnTo>
                  <a:pt x="495" y="554"/>
                </a:lnTo>
                <a:lnTo>
                  <a:pt x="494" y="554"/>
                </a:lnTo>
                <a:lnTo>
                  <a:pt x="481" y="555"/>
                </a:lnTo>
                <a:lnTo>
                  <a:pt x="468" y="556"/>
                </a:lnTo>
                <a:lnTo>
                  <a:pt x="461" y="556"/>
                </a:lnTo>
                <a:lnTo>
                  <a:pt x="455" y="558"/>
                </a:lnTo>
                <a:lnTo>
                  <a:pt x="449" y="556"/>
                </a:lnTo>
                <a:lnTo>
                  <a:pt x="444" y="555"/>
                </a:lnTo>
                <a:lnTo>
                  <a:pt x="439" y="554"/>
                </a:lnTo>
                <a:lnTo>
                  <a:pt x="434" y="552"/>
                </a:lnTo>
                <a:lnTo>
                  <a:pt x="430" y="551"/>
                </a:lnTo>
                <a:lnTo>
                  <a:pt x="428" y="549"/>
                </a:lnTo>
                <a:lnTo>
                  <a:pt x="426" y="543"/>
                </a:lnTo>
                <a:lnTo>
                  <a:pt x="423" y="535"/>
                </a:lnTo>
                <a:lnTo>
                  <a:pt x="422" y="526"/>
                </a:lnTo>
                <a:lnTo>
                  <a:pt x="427" y="516"/>
                </a:lnTo>
                <a:lnTo>
                  <a:pt x="437" y="507"/>
                </a:lnTo>
                <a:lnTo>
                  <a:pt x="447" y="504"/>
                </a:lnTo>
                <a:lnTo>
                  <a:pt x="458" y="504"/>
                </a:lnTo>
                <a:lnTo>
                  <a:pt x="469" y="505"/>
                </a:lnTo>
                <a:lnTo>
                  <a:pt x="475" y="505"/>
                </a:lnTo>
                <a:lnTo>
                  <a:pt x="482" y="507"/>
                </a:lnTo>
                <a:lnTo>
                  <a:pt x="485" y="508"/>
                </a:lnTo>
                <a:lnTo>
                  <a:pt x="486" y="509"/>
                </a:lnTo>
                <a:lnTo>
                  <a:pt x="485" y="515"/>
                </a:lnTo>
                <a:lnTo>
                  <a:pt x="483" y="518"/>
                </a:lnTo>
                <a:lnTo>
                  <a:pt x="483" y="522"/>
                </a:lnTo>
                <a:lnTo>
                  <a:pt x="486" y="526"/>
                </a:lnTo>
                <a:lnTo>
                  <a:pt x="489" y="529"/>
                </a:lnTo>
                <a:lnTo>
                  <a:pt x="492" y="530"/>
                </a:lnTo>
                <a:lnTo>
                  <a:pt x="496" y="532"/>
                </a:lnTo>
                <a:lnTo>
                  <a:pt x="500" y="533"/>
                </a:lnTo>
                <a:lnTo>
                  <a:pt x="506" y="532"/>
                </a:lnTo>
                <a:lnTo>
                  <a:pt x="511" y="530"/>
                </a:lnTo>
                <a:lnTo>
                  <a:pt x="515" y="528"/>
                </a:lnTo>
                <a:lnTo>
                  <a:pt x="519" y="524"/>
                </a:lnTo>
                <a:lnTo>
                  <a:pt x="520" y="518"/>
                </a:lnTo>
                <a:lnTo>
                  <a:pt x="521" y="513"/>
                </a:lnTo>
                <a:lnTo>
                  <a:pt x="520" y="509"/>
                </a:lnTo>
                <a:lnTo>
                  <a:pt x="519" y="505"/>
                </a:lnTo>
                <a:lnTo>
                  <a:pt x="516" y="496"/>
                </a:lnTo>
                <a:lnTo>
                  <a:pt x="512" y="487"/>
                </a:lnTo>
                <a:lnTo>
                  <a:pt x="506" y="480"/>
                </a:lnTo>
                <a:lnTo>
                  <a:pt x="496" y="477"/>
                </a:lnTo>
                <a:lnTo>
                  <a:pt x="485" y="475"/>
                </a:lnTo>
                <a:lnTo>
                  <a:pt x="473" y="475"/>
                </a:lnTo>
                <a:lnTo>
                  <a:pt x="474" y="452"/>
                </a:lnTo>
                <a:close/>
                <a:moveTo>
                  <a:pt x="376" y="449"/>
                </a:moveTo>
                <a:lnTo>
                  <a:pt x="365" y="450"/>
                </a:lnTo>
                <a:lnTo>
                  <a:pt x="351" y="452"/>
                </a:lnTo>
                <a:lnTo>
                  <a:pt x="338" y="452"/>
                </a:lnTo>
                <a:lnTo>
                  <a:pt x="326" y="453"/>
                </a:lnTo>
                <a:lnTo>
                  <a:pt x="297" y="453"/>
                </a:lnTo>
                <a:lnTo>
                  <a:pt x="286" y="454"/>
                </a:lnTo>
                <a:lnTo>
                  <a:pt x="275" y="454"/>
                </a:lnTo>
                <a:lnTo>
                  <a:pt x="266" y="454"/>
                </a:lnTo>
                <a:lnTo>
                  <a:pt x="266" y="471"/>
                </a:lnTo>
                <a:lnTo>
                  <a:pt x="265" y="488"/>
                </a:lnTo>
                <a:lnTo>
                  <a:pt x="266" y="504"/>
                </a:lnTo>
                <a:lnTo>
                  <a:pt x="267" y="520"/>
                </a:lnTo>
                <a:lnTo>
                  <a:pt x="267" y="532"/>
                </a:lnTo>
                <a:lnTo>
                  <a:pt x="270" y="539"/>
                </a:lnTo>
                <a:lnTo>
                  <a:pt x="275" y="545"/>
                </a:lnTo>
                <a:lnTo>
                  <a:pt x="283" y="547"/>
                </a:lnTo>
                <a:lnTo>
                  <a:pt x="293" y="547"/>
                </a:lnTo>
                <a:lnTo>
                  <a:pt x="304" y="549"/>
                </a:lnTo>
                <a:lnTo>
                  <a:pt x="314" y="549"/>
                </a:lnTo>
                <a:lnTo>
                  <a:pt x="322" y="550"/>
                </a:lnTo>
                <a:lnTo>
                  <a:pt x="325" y="550"/>
                </a:lnTo>
                <a:lnTo>
                  <a:pt x="343" y="550"/>
                </a:lnTo>
                <a:lnTo>
                  <a:pt x="345" y="551"/>
                </a:lnTo>
                <a:lnTo>
                  <a:pt x="347" y="555"/>
                </a:lnTo>
                <a:lnTo>
                  <a:pt x="348" y="562"/>
                </a:lnTo>
                <a:lnTo>
                  <a:pt x="348" y="568"/>
                </a:lnTo>
                <a:lnTo>
                  <a:pt x="343" y="575"/>
                </a:lnTo>
                <a:lnTo>
                  <a:pt x="331" y="580"/>
                </a:lnTo>
                <a:lnTo>
                  <a:pt x="318" y="584"/>
                </a:lnTo>
                <a:lnTo>
                  <a:pt x="304" y="585"/>
                </a:lnTo>
                <a:lnTo>
                  <a:pt x="283" y="583"/>
                </a:lnTo>
                <a:lnTo>
                  <a:pt x="267" y="575"/>
                </a:lnTo>
                <a:lnTo>
                  <a:pt x="258" y="597"/>
                </a:lnTo>
                <a:lnTo>
                  <a:pt x="276" y="606"/>
                </a:lnTo>
                <a:lnTo>
                  <a:pt x="295" y="611"/>
                </a:lnTo>
                <a:lnTo>
                  <a:pt x="316" y="613"/>
                </a:lnTo>
                <a:lnTo>
                  <a:pt x="333" y="610"/>
                </a:lnTo>
                <a:lnTo>
                  <a:pt x="348" y="605"/>
                </a:lnTo>
                <a:lnTo>
                  <a:pt x="358" y="600"/>
                </a:lnTo>
                <a:lnTo>
                  <a:pt x="365" y="594"/>
                </a:lnTo>
                <a:lnTo>
                  <a:pt x="371" y="587"/>
                </a:lnTo>
                <a:lnTo>
                  <a:pt x="373" y="577"/>
                </a:lnTo>
                <a:lnTo>
                  <a:pt x="372" y="566"/>
                </a:lnTo>
                <a:lnTo>
                  <a:pt x="371" y="554"/>
                </a:lnTo>
                <a:lnTo>
                  <a:pt x="371" y="550"/>
                </a:lnTo>
                <a:lnTo>
                  <a:pt x="369" y="545"/>
                </a:lnTo>
                <a:lnTo>
                  <a:pt x="367" y="539"/>
                </a:lnTo>
                <a:lnTo>
                  <a:pt x="363" y="534"/>
                </a:lnTo>
                <a:lnTo>
                  <a:pt x="354" y="530"/>
                </a:lnTo>
                <a:lnTo>
                  <a:pt x="342" y="526"/>
                </a:lnTo>
                <a:lnTo>
                  <a:pt x="325" y="526"/>
                </a:lnTo>
                <a:lnTo>
                  <a:pt x="326" y="525"/>
                </a:lnTo>
                <a:lnTo>
                  <a:pt x="322" y="524"/>
                </a:lnTo>
                <a:lnTo>
                  <a:pt x="314" y="522"/>
                </a:lnTo>
                <a:lnTo>
                  <a:pt x="305" y="520"/>
                </a:lnTo>
                <a:lnTo>
                  <a:pt x="296" y="517"/>
                </a:lnTo>
                <a:lnTo>
                  <a:pt x="291" y="513"/>
                </a:lnTo>
                <a:lnTo>
                  <a:pt x="288" y="509"/>
                </a:lnTo>
                <a:lnTo>
                  <a:pt x="292" y="505"/>
                </a:lnTo>
                <a:lnTo>
                  <a:pt x="296" y="474"/>
                </a:lnTo>
                <a:lnTo>
                  <a:pt x="350" y="477"/>
                </a:lnTo>
                <a:lnTo>
                  <a:pt x="345" y="500"/>
                </a:lnTo>
                <a:lnTo>
                  <a:pt x="372" y="505"/>
                </a:lnTo>
                <a:lnTo>
                  <a:pt x="372" y="501"/>
                </a:lnTo>
                <a:lnTo>
                  <a:pt x="372" y="499"/>
                </a:lnTo>
                <a:lnTo>
                  <a:pt x="373" y="474"/>
                </a:lnTo>
                <a:lnTo>
                  <a:pt x="376" y="449"/>
                </a:lnTo>
                <a:close/>
                <a:moveTo>
                  <a:pt x="108" y="344"/>
                </a:moveTo>
                <a:lnTo>
                  <a:pt x="532" y="346"/>
                </a:lnTo>
                <a:lnTo>
                  <a:pt x="558" y="399"/>
                </a:lnTo>
                <a:lnTo>
                  <a:pt x="80" y="399"/>
                </a:lnTo>
                <a:lnTo>
                  <a:pt x="108" y="344"/>
                </a:lnTo>
                <a:close/>
                <a:moveTo>
                  <a:pt x="0" y="213"/>
                </a:moveTo>
                <a:lnTo>
                  <a:pt x="3" y="219"/>
                </a:lnTo>
                <a:lnTo>
                  <a:pt x="11" y="225"/>
                </a:lnTo>
                <a:lnTo>
                  <a:pt x="21" y="229"/>
                </a:lnTo>
                <a:lnTo>
                  <a:pt x="33" y="233"/>
                </a:lnTo>
                <a:lnTo>
                  <a:pt x="42" y="237"/>
                </a:lnTo>
                <a:lnTo>
                  <a:pt x="50" y="238"/>
                </a:lnTo>
                <a:lnTo>
                  <a:pt x="54" y="240"/>
                </a:lnTo>
                <a:lnTo>
                  <a:pt x="54" y="425"/>
                </a:lnTo>
                <a:lnTo>
                  <a:pt x="584" y="427"/>
                </a:lnTo>
                <a:lnTo>
                  <a:pt x="584" y="240"/>
                </a:lnTo>
                <a:lnTo>
                  <a:pt x="588" y="238"/>
                </a:lnTo>
                <a:lnTo>
                  <a:pt x="596" y="237"/>
                </a:lnTo>
                <a:lnTo>
                  <a:pt x="605" y="233"/>
                </a:lnTo>
                <a:lnTo>
                  <a:pt x="617" y="229"/>
                </a:lnTo>
                <a:lnTo>
                  <a:pt x="627" y="225"/>
                </a:lnTo>
                <a:lnTo>
                  <a:pt x="635" y="219"/>
                </a:lnTo>
                <a:lnTo>
                  <a:pt x="638" y="213"/>
                </a:lnTo>
                <a:lnTo>
                  <a:pt x="638" y="638"/>
                </a:lnTo>
                <a:lnTo>
                  <a:pt x="638" y="639"/>
                </a:lnTo>
                <a:lnTo>
                  <a:pt x="638" y="643"/>
                </a:lnTo>
                <a:lnTo>
                  <a:pt x="638" y="648"/>
                </a:lnTo>
                <a:lnTo>
                  <a:pt x="635" y="655"/>
                </a:lnTo>
                <a:lnTo>
                  <a:pt x="630" y="660"/>
                </a:lnTo>
                <a:lnTo>
                  <a:pt x="622" y="662"/>
                </a:lnTo>
                <a:lnTo>
                  <a:pt x="610" y="665"/>
                </a:lnTo>
                <a:lnTo>
                  <a:pt x="608" y="664"/>
                </a:lnTo>
                <a:lnTo>
                  <a:pt x="604" y="664"/>
                </a:lnTo>
                <a:lnTo>
                  <a:pt x="597" y="660"/>
                </a:lnTo>
                <a:lnTo>
                  <a:pt x="591" y="656"/>
                </a:lnTo>
                <a:lnTo>
                  <a:pt x="587" y="648"/>
                </a:lnTo>
                <a:lnTo>
                  <a:pt x="584" y="636"/>
                </a:lnTo>
                <a:lnTo>
                  <a:pt x="584" y="638"/>
                </a:lnTo>
                <a:lnTo>
                  <a:pt x="54" y="638"/>
                </a:lnTo>
                <a:lnTo>
                  <a:pt x="54" y="636"/>
                </a:lnTo>
                <a:lnTo>
                  <a:pt x="51" y="648"/>
                </a:lnTo>
                <a:lnTo>
                  <a:pt x="47" y="656"/>
                </a:lnTo>
                <a:lnTo>
                  <a:pt x="41" y="660"/>
                </a:lnTo>
                <a:lnTo>
                  <a:pt x="34" y="664"/>
                </a:lnTo>
                <a:lnTo>
                  <a:pt x="30" y="664"/>
                </a:lnTo>
                <a:lnTo>
                  <a:pt x="28" y="665"/>
                </a:lnTo>
                <a:lnTo>
                  <a:pt x="16" y="662"/>
                </a:lnTo>
                <a:lnTo>
                  <a:pt x="8" y="660"/>
                </a:lnTo>
                <a:lnTo>
                  <a:pt x="3" y="655"/>
                </a:lnTo>
                <a:lnTo>
                  <a:pt x="0" y="648"/>
                </a:lnTo>
                <a:lnTo>
                  <a:pt x="0" y="643"/>
                </a:lnTo>
                <a:lnTo>
                  <a:pt x="0" y="639"/>
                </a:lnTo>
                <a:lnTo>
                  <a:pt x="0" y="638"/>
                </a:lnTo>
                <a:lnTo>
                  <a:pt x="0" y="213"/>
                </a:lnTo>
                <a:close/>
                <a:moveTo>
                  <a:pt x="503" y="132"/>
                </a:moveTo>
                <a:lnTo>
                  <a:pt x="503" y="135"/>
                </a:lnTo>
                <a:lnTo>
                  <a:pt x="504" y="141"/>
                </a:lnTo>
                <a:lnTo>
                  <a:pt x="507" y="149"/>
                </a:lnTo>
                <a:lnTo>
                  <a:pt x="511" y="160"/>
                </a:lnTo>
                <a:lnTo>
                  <a:pt x="517" y="169"/>
                </a:lnTo>
                <a:lnTo>
                  <a:pt x="528" y="178"/>
                </a:lnTo>
                <a:lnTo>
                  <a:pt x="542" y="183"/>
                </a:lnTo>
                <a:lnTo>
                  <a:pt x="559" y="186"/>
                </a:lnTo>
                <a:lnTo>
                  <a:pt x="562" y="186"/>
                </a:lnTo>
                <a:lnTo>
                  <a:pt x="568" y="185"/>
                </a:lnTo>
                <a:lnTo>
                  <a:pt x="576" y="182"/>
                </a:lnTo>
                <a:lnTo>
                  <a:pt x="585" y="178"/>
                </a:lnTo>
                <a:lnTo>
                  <a:pt x="595" y="172"/>
                </a:lnTo>
                <a:lnTo>
                  <a:pt x="604" y="162"/>
                </a:lnTo>
                <a:lnTo>
                  <a:pt x="609" y="149"/>
                </a:lnTo>
                <a:lnTo>
                  <a:pt x="612" y="132"/>
                </a:lnTo>
                <a:lnTo>
                  <a:pt x="503" y="132"/>
                </a:lnTo>
                <a:close/>
                <a:moveTo>
                  <a:pt x="345" y="132"/>
                </a:moveTo>
                <a:lnTo>
                  <a:pt x="345" y="135"/>
                </a:lnTo>
                <a:lnTo>
                  <a:pt x="345" y="141"/>
                </a:lnTo>
                <a:lnTo>
                  <a:pt x="347" y="149"/>
                </a:lnTo>
                <a:lnTo>
                  <a:pt x="351" y="160"/>
                </a:lnTo>
                <a:lnTo>
                  <a:pt x="359" y="169"/>
                </a:lnTo>
                <a:lnTo>
                  <a:pt x="368" y="178"/>
                </a:lnTo>
                <a:lnTo>
                  <a:pt x="383" y="183"/>
                </a:lnTo>
                <a:lnTo>
                  <a:pt x="401" y="186"/>
                </a:lnTo>
                <a:lnTo>
                  <a:pt x="402" y="186"/>
                </a:lnTo>
                <a:lnTo>
                  <a:pt x="409" y="185"/>
                </a:lnTo>
                <a:lnTo>
                  <a:pt x="417" y="182"/>
                </a:lnTo>
                <a:lnTo>
                  <a:pt x="426" y="178"/>
                </a:lnTo>
                <a:lnTo>
                  <a:pt x="436" y="172"/>
                </a:lnTo>
                <a:lnTo>
                  <a:pt x="444" y="162"/>
                </a:lnTo>
                <a:lnTo>
                  <a:pt x="449" y="149"/>
                </a:lnTo>
                <a:lnTo>
                  <a:pt x="452" y="132"/>
                </a:lnTo>
                <a:lnTo>
                  <a:pt x="345" y="132"/>
                </a:lnTo>
                <a:close/>
                <a:moveTo>
                  <a:pt x="185" y="132"/>
                </a:moveTo>
                <a:lnTo>
                  <a:pt x="185" y="135"/>
                </a:lnTo>
                <a:lnTo>
                  <a:pt x="186" y="141"/>
                </a:lnTo>
                <a:lnTo>
                  <a:pt x="187" y="149"/>
                </a:lnTo>
                <a:lnTo>
                  <a:pt x="193" y="160"/>
                </a:lnTo>
                <a:lnTo>
                  <a:pt x="199" y="169"/>
                </a:lnTo>
                <a:lnTo>
                  <a:pt x="208" y="178"/>
                </a:lnTo>
                <a:lnTo>
                  <a:pt x="223" y="183"/>
                </a:lnTo>
                <a:lnTo>
                  <a:pt x="241" y="186"/>
                </a:lnTo>
                <a:lnTo>
                  <a:pt x="244" y="186"/>
                </a:lnTo>
                <a:lnTo>
                  <a:pt x="249" y="185"/>
                </a:lnTo>
                <a:lnTo>
                  <a:pt x="257" y="182"/>
                </a:lnTo>
                <a:lnTo>
                  <a:pt x="267" y="178"/>
                </a:lnTo>
                <a:lnTo>
                  <a:pt x="276" y="172"/>
                </a:lnTo>
                <a:lnTo>
                  <a:pt x="284" y="162"/>
                </a:lnTo>
                <a:lnTo>
                  <a:pt x="291" y="149"/>
                </a:lnTo>
                <a:lnTo>
                  <a:pt x="292" y="132"/>
                </a:lnTo>
                <a:lnTo>
                  <a:pt x="185" y="132"/>
                </a:lnTo>
                <a:close/>
                <a:moveTo>
                  <a:pt x="25" y="132"/>
                </a:moveTo>
                <a:lnTo>
                  <a:pt x="25" y="135"/>
                </a:lnTo>
                <a:lnTo>
                  <a:pt x="26" y="141"/>
                </a:lnTo>
                <a:lnTo>
                  <a:pt x="29" y="149"/>
                </a:lnTo>
                <a:lnTo>
                  <a:pt x="33" y="160"/>
                </a:lnTo>
                <a:lnTo>
                  <a:pt x="40" y="169"/>
                </a:lnTo>
                <a:lnTo>
                  <a:pt x="50" y="178"/>
                </a:lnTo>
                <a:lnTo>
                  <a:pt x="63" y="183"/>
                </a:lnTo>
                <a:lnTo>
                  <a:pt x="81" y="186"/>
                </a:lnTo>
                <a:lnTo>
                  <a:pt x="84" y="186"/>
                </a:lnTo>
                <a:lnTo>
                  <a:pt x="89" y="185"/>
                </a:lnTo>
                <a:lnTo>
                  <a:pt x="98" y="182"/>
                </a:lnTo>
                <a:lnTo>
                  <a:pt x="108" y="178"/>
                </a:lnTo>
                <a:lnTo>
                  <a:pt x="117" y="172"/>
                </a:lnTo>
                <a:lnTo>
                  <a:pt x="125" y="162"/>
                </a:lnTo>
                <a:lnTo>
                  <a:pt x="131" y="149"/>
                </a:lnTo>
                <a:lnTo>
                  <a:pt x="132" y="132"/>
                </a:lnTo>
                <a:lnTo>
                  <a:pt x="25" y="132"/>
                </a:lnTo>
                <a:close/>
                <a:moveTo>
                  <a:pt x="0" y="106"/>
                </a:moveTo>
                <a:lnTo>
                  <a:pt x="638" y="106"/>
                </a:lnTo>
                <a:lnTo>
                  <a:pt x="638" y="135"/>
                </a:lnTo>
                <a:lnTo>
                  <a:pt x="635" y="156"/>
                </a:lnTo>
                <a:lnTo>
                  <a:pt x="630" y="173"/>
                </a:lnTo>
                <a:lnTo>
                  <a:pt x="621" y="187"/>
                </a:lnTo>
                <a:lnTo>
                  <a:pt x="610" y="196"/>
                </a:lnTo>
                <a:lnTo>
                  <a:pt x="599" y="203"/>
                </a:lnTo>
                <a:lnTo>
                  <a:pt x="587" y="208"/>
                </a:lnTo>
                <a:lnTo>
                  <a:pt x="576" y="211"/>
                </a:lnTo>
                <a:lnTo>
                  <a:pt x="567" y="212"/>
                </a:lnTo>
                <a:lnTo>
                  <a:pt x="562" y="212"/>
                </a:lnTo>
                <a:lnTo>
                  <a:pt x="559" y="212"/>
                </a:lnTo>
                <a:lnTo>
                  <a:pt x="538" y="209"/>
                </a:lnTo>
                <a:lnTo>
                  <a:pt x="520" y="204"/>
                </a:lnTo>
                <a:lnTo>
                  <a:pt x="507" y="195"/>
                </a:lnTo>
                <a:lnTo>
                  <a:pt x="496" y="185"/>
                </a:lnTo>
                <a:lnTo>
                  <a:pt x="490" y="173"/>
                </a:lnTo>
                <a:lnTo>
                  <a:pt x="485" y="161"/>
                </a:lnTo>
                <a:lnTo>
                  <a:pt x="482" y="151"/>
                </a:lnTo>
                <a:lnTo>
                  <a:pt x="481" y="141"/>
                </a:lnTo>
                <a:lnTo>
                  <a:pt x="481" y="135"/>
                </a:lnTo>
                <a:lnTo>
                  <a:pt x="481" y="134"/>
                </a:lnTo>
                <a:lnTo>
                  <a:pt x="478" y="155"/>
                </a:lnTo>
                <a:lnTo>
                  <a:pt x="472" y="172"/>
                </a:lnTo>
                <a:lnTo>
                  <a:pt x="462" y="186"/>
                </a:lnTo>
                <a:lnTo>
                  <a:pt x="452" y="195"/>
                </a:lnTo>
                <a:lnTo>
                  <a:pt x="439" y="203"/>
                </a:lnTo>
                <a:lnTo>
                  <a:pt x="427" y="208"/>
                </a:lnTo>
                <a:lnTo>
                  <a:pt x="417" y="211"/>
                </a:lnTo>
                <a:lnTo>
                  <a:pt x="407" y="212"/>
                </a:lnTo>
                <a:lnTo>
                  <a:pt x="401" y="212"/>
                </a:lnTo>
                <a:lnTo>
                  <a:pt x="398" y="213"/>
                </a:lnTo>
                <a:lnTo>
                  <a:pt x="377" y="211"/>
                </a:lnTo>
                <a:lnTo>
                  <a:pt x="359" y="204"/>
                </a:lnTo>
                <a:lnTo>
                  <a:pt x="346" y="196"/>
                </a:lnTo>
                <a:lnTo>
                  <a:pt x="335" y="186"/>
                </a:lnTo>
                <a:lnTo>
                  <a:pt x="328" y="174"/>
                </a:lnTo>
                <a:lnTo>
                  <a:pt x="322" y="162"/>
                </a:lnTo>
                <a:lnTo>
                  <a:pt x="320" y="152"/>
                </a:lnTo>
                <a:lnTo>
                  <a:pt x="318" y="143"/>
                </a:lnTo>
                <a:lnTo>
                  <a:pt x="317" y="137"/>
                </a:lnTo>
                <a:lnTo>
                  <a:pt x="317" y="135"/>
                </a:lnTo>
                <a:lnTo>
                  <a:pt x="316" y="156"/>
                </a:lnTo>
                <a:lnTo>
                  <a:pt x="309" y="174"/>
                </a:lnTo>
                <a:lnTo>
                  <a:pt x="301" y="187"/>
                </a:lnTo>
                <a:lnTo>
                  <a:pt x="291" y="196"/>
                </a:lnTo>
                <a:lnTo>
                  <a:pt x="279" y="204"/>
                </a:lnTo>
                <a:lnTo>
                  <a:pt x="267" y="208"/>
                </a:lnTo>
                <a:lnTo>
                  <a:pt x="257" y="211"/>
                </a:lnTo>
                <a:lnTo>
                  <a:pt x="249" y="212"/>
                </a:lnTo>
                <a:lnTo>
                  <a:pt x="244" y="213"/>
                </a:lnTo>
                <a:lnTo>
                  <a:pt x="241" y="213"/>
                </a:lnTo>
                <a:lnTo>
                  <a:pt x="219" y="211"/>
                </a:lnTo>
                <a:lnTo>
                  <a:pt x="201" y="204"/>
                </a:lnTo>
                <a:lnTo>
                  <a:pt x="186" y="195"/>
                </a:lnTo>
                <a:lnTo>
                  <a:pt x="177" y="185"/>
                </a:lnTo>
                <a:lnTo>
                  <a:pt x="169" y="173"/>
                </a:lnTo>
                <a:lnTo>
                  <a:pt x="164" y="161"/>
                </a:lnTo>
                <a:lnTo>
                  <a:pt x="161" y="151"/>
                </a:lnTo>
                <a:lnTo>
                  <a:pt x="160" y="141"/>
                </a:lnTo>
                <a:lnTo>
                  <a:pt x="160" y="135"/>
                </a:lnTo>
                <a:lnTo>
                  <a:pt x="160" y="134"/>
                </a:lnTo>
                <a:lnTo>
                  <a:pt x="157" y="155"/>
                </a:lnTo>
                <a:lnTo>
                  <a:pt x="151" y="172"/>
                </a:lnTo>
                <a:lnTo>
                  <a:pt x="143" y="186"/>
                </a:lnTo>
                <a:lnTo>
                  <a:pt x="131" y="195"/>
                </a:lnTo>
                <a:lnTo>
                  <a:pt x="119" y="203"/>
                </a:lnTo>
                <a:lnTo>
                  <a:pt x="108" y="208"/>
                </a:lnTo>
                <a:lnTo>
                  <a:pt x="97" y="211"/>
                </a:lnTo>
                <a:lnTo>
                  <a:pt x="88" y="212"/>
                </a:lnTo>
                <a:lnTo>
                  <a:pt x="83" y="212"/>
                </a:lnTo>
                <a:lnTo>
                  <a:pt x="80" y="213"/>
                </a:lnTo>
                <a:lnTo>
                  <a:pt x="57" y="211"/>
                </a:lnTo>
                <a:lnTo>
                  <a:pt x="40" y="206"/>
                </a:lnTo>
                <a:lnTo>
                  <a:pt x="25" y="196"/>
                </a:lnTo>
                <a:lnTo>
                  <a:pt x="16" y="186"/>
                </a:lnTo>
                <a:lnTo>
                  <a:pt x="8" y="174"/>
                </a:lnTo>
                <a:lnTo>
                  <a:pt x="4" y="161"/>
                </a:lnTo>
                <a:lnTo>
                  <a:pt x="2" y="151"/>
                </a:lnTo>
                <a:lnTo>
                  <a:pt x="0" y="141"/>
                </a:lnTo>
                <a:lnTo>
                  <a:pt x="0" y="135"/>
                </a:lnTo>
                <a:lnTo>
                  <a:pt x="0" y="134"/>
                </a:lnTo>
                <a:lnTo>
                  <a:pt x="0" y="106"/>
                </a:lnTo>
                <a:close/>
                <a:moveTo>
                  <a:pt x="54" y="0"/>
                </a:moveTo>
                <a:lnTo>
                  <a:pt x="584" y="0"/>
                </a:lnTo>
                <a:lnTo>
                  <a:pt x="606" y="17"/>
                </a:lnTo>
                <a:lnTo>
                  <a:pt x="622" y="31"/>
                </a:lnTo>
                <a:lnTo>
                  <a:pt x="631" y="43"/>
                </a:lnTo>
                <a:lnTo>
                  <a:pt x="636" y="51"/>
                </a:lnTo>
                <a:lnTo>
                  <a:pt x="638" y="54"/>
                </a:lnTo>
                <a:lnTo>
                  <a:pt x="634" y="67"/>
                </a:lnTo>
                <a:lnTo>
                  <a:pt x="625" y="76"/>
                </a:lnTo>
                <a:lnTo>
                  <a:pt x="612" y="80"/>
                </a:lnTo>
                <a:lnTo>
                  <a:pt x="26" y="80"/>
                </a:lnTo>
                <a:lnTo>
                  <a:pt x="13" y="76"/>
                </a:lnTo>
                <a:lnTo>
                  <a:pt x="4" y="67"/>
                </a:lnTo>
                <a:lnTo>
                  <a:pt x="0" y="54"/>
                </a:lnTo>
                <a:lnTo>
                  <a:pt x="5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9" name="Freeform 23"/>
          <p:cNvSpPr>
            <a:spLocks noChangeAspect="1" noEditPoints="1"/>
          </p:cNvSpPr>
          <p:nvPr/>
        </p:nvSpPr>
        <p:spPr bwMode="auto">
          <a:xfrm>
            <a:off x="4412940" y="2852936"/>
            <a:ext cx="1080000" cy="1123944"/>
          </a:xfrm>
          <a:custGeom>
            <a:avLst/>
            <a:gdLst>
              <a:gd name="T0" fmla="*/ 413 w 639"/>
              <a:gd name="T1" fmla="*/ 496 h 665"/>
              <a:gd name="T2" fmla="*/ 423 w 639"/>
              <a:gd name="T3" fmla="*/ 576 h 665"/>
              <a:gd name="T4" fmla="*/ 485 w 639"/>
              <a:gd name="T5" fmla="*/ 584 h 665"/>
              <a:gd name="T6" fmla="*/ 499 w 639"/>
              <a:gd name="T7" fmla="*/ 556 h 665"/>
              <a:gd name="T8" fmla="*/ 462 w 639"/>
              <a:gd name="T9" fmla="*/ 556 h 665"/>
              <a:gd name="T10" fmla="*/ 427 w 639"/>
              <a:gd name="T11" fmla="*/ 543 h 665"/>
              <a:gd name="T12" fmla="*/ 477 w 639"/>
              <a:gd name="T13" fmla="*/ 505 h 665"/>
              <a:gd name="T14" fmla="*/ 490 w 639"/>
              <a:gd name="T15" fmla="*/ 529 h 665"/>
              <a:gd name="T16" fmla="*/ 521 w 639"/>
              <a:gd name="T17" fmla="*/ 518 h 665"/>
              <a:gd name="T18" fmla="*/ 486 w 639"/>
              <a:gd name="T19" fmla="*/ 475 h 665"/>
              <a:gd name="T20" fmla="*/ 142 w 639"/>
              <a:gd name="T21" fmla="*/ 473 h 665"/>
              <a:gd name="T22" fmla="*/ 136 w 639"/>
              <a:gd name="T23" fmla="*/ 516 h 665"/>
              <a:gd name="T24" fmla="*/ 166 w 639"/>
              <a:gd name="T25" fmla="*/ 511 h 665"/>
              <a:gd name="T26" fmla="*/ 169 w 639"/>
              <a:gd name="T27" fmla="*/ 482 h 665"/>
              <a:gd name="T28" fmla="*/ 195 w 639"/>
              <a:gd name="T29" fmla="*/ 477 h 665"/>
              <a:gd name="T30" fmla="*/ 211 w 639"/>
              <a:gd name="T31" fmla="*/ 483 h 665"/>
              <a:gd name="T32" fmla="*/ 198 w 639"/>
              <a:gd name="T33" fmla="*/ 530 h 665"/>
              <a:gd name="T34" fmla="*/ 236 w 639"/>
              <a:gd name="T35" fmla="*/ 558 h 665"/>
              <a:gd name="T36" fmla="*/ 237 w 639"/>
              <a:gd name="T37" fmla="*/ 522 h 665"/>
              <a:gd name="T38" fmla="*/ 191 w 639"/>
              <a:gd name="T39" fmla="*/ 450 h 665"/>
              <a:gd name="T40" fmla="*/ 287 w 639"/>
              <a:gd name="T41" fmla="*/ 454 h 665"/>
              <a:gd name="T42" fmla="*/ 271 w 639"/>
              <a:gd name="T43" fmla="*/ 539 h 665"/>
              <a:gd name="T44" fmla="*/ 344 w 639"/>
              <a:gd name="T45" fmla="*/ 550 h 665"/>
              <a:gd name="T46" fmla="*/ 305 w 639"/>
              <a:gd name="T47" fmla="*/ 587 h 665"/>
              <a:gd name="T48" fmla="*/ 350 w 639"/>
              <a:gd name="T49" fmla="*/ 606 h 665"/>
              <a:gd name="T50" fmla="*/ 371 w 639"/>
              <a:gd name="T51" fmla="*/ 545 h 665"/>
              <a:gd name="T52" fmla="*/ 316 w 639"/>
              <a:gd name="T53" fmla="*/ 522 h 665"/>
              <a:gd name="T54" fmla="*/ 343 w 639"/>
              <a:gd name="T55" fmla="*/ 500 h 665"/>
              <a:gd name="T56" fmla="*/ 559 w 639"/>
              <a:gd name="T57" fmla="*/ 399 h 665"/>
              <a:gd name="T58" fmla="*/ 43 w 639"/>
              <a:gd name="T59" fmla="*/ 237 h 665"/>
              <a:gd name="T60" fmla="*/ 606 w 639"/>
              <a:gd name="T61" fmla="*/ 233 h 665"/>
              <a:gd name="T62" fmla="*/ 639 w 639"/>
              <a:gd name="T63" fmla="*/ 648 h 665"/>
              <a:gd name="T64" fmla="*/ 592 w 639"/>
              <a:gd name="T65" fmla="*/ 656 h 665"/>
              <a:gd name="T66" fmla="*/ 42 w 639"/>
              <a:gd name="T67" fmla="*/ 660 h 665"/>
              <a:gd name="T68" fmla="*/ 0 w 639"/>
              <a:gd name="T69" fmla="*/ 643 h 665"/>
              <a:gd name="T70" fmla="*/ 512 w 639"/>
              <a:gd name="T71" fmla="*/ 158 h 665"/>
              <a:gd name="T72" fmla="*/ 587 w 639"/>
              <a:gd name="T73" fmla="*/ 178 h 665"/>
              <a:gd name="T74" fmla="*/ 346 w 639"/>
              <a:gd name="T75" fmla="*/ 140 h 665"/>
              <a:gd name="T76" fmla="*/ 410 w 639"/>
              <a:gd name="T77" fmla="*/ 185 h 665"/>
              <a:gd name="T78" fmla="*/ 186 w 639"/>
              <a:gd name="T79" fmla="*/ 131 h 665"/>
              <a:gd name="T80" fmla="*/ 242 w 639"/>
              <a:gd name="T81" fmla="*/ 186 h 665"/>
              <a:gd name="T82" fmla="*/ 293 w 639"/>
              <a:gd name="T83" fmla="*/ 131 h 665"/>
              <a:gd name="T84" fmla="*/ 51 w 639"/>
              <a:gd name="T85" fmla="*/ 178 h 665"/>
              <a:gd name="T86" fmla="*/ 126 w 639"/>
              <a:gd name="T87" fmla="*/ 161 h 665"/>
              <a:gd name="T88" fmla="*/ 214 w 639"/>
              <a:gd name="T89" fmla="*/ 26 h 665"/>
              <a:gd name="T90" fmla="*/ 134 w 639"/>
              <a:gd name="T91" fmla="*/ 106 h 665"/>
              <a:gd name="T92" fmla="*/ 379 w 639"/>
              <a:gd name="T93" fmla="*/ 106 h 665"/>
              <a:gd name="T94" fmla="*/ 579 w 639"/>
              <a:gd name="T95" fmla="*/ 0 h 665"/>
              <a:gd name="T96" fmla="*/ 588 w 639"/>
              <a:gd name="T97" fmla="*/ 209 h 665"/>
              <a:gd name="T98" fmla="*/ 498 w 639"/>
              <a:gd name="T99" fmla="*/ 186 h 665"/>
              <a:gd name="T100" fmla="*/ 473 w 639"/>
              <a:gd name="T101" fmla="*/ 172 h 665"/>
              <a:gd name="T102" fmla="*/ 399 w 639"/>
              <a:gd name="T103" fmla="*/ 213 h 665"/>
              <a:gd name="T104" fmla="*/ 320 w 639"/>
              <a:gd name="T105" fmla="*/ 143 h 665"/>
              <a:gd name="T106" fmla="*/ 269 w 639"/>
              <a:gd name="T107" fmla="*/ 208 h 665"/>
              <a:gd name="T108" fmla="*/ 178 w 639"/>
              <a:gd name="T109" fmla="*/ 185 h 665"/>
              <a:gd name="T110" fmla="*/ 152 w 639"/>
              <a:gd name="T111" fmla="*/ 172 h 665"/>
              <a:gd name="T112" fmla="*/ 81 w 639"/>
              <a:gd name="T113" fmla="*/ 213 h 665"/>
              <a:gd name="T114" fmla="*/ 1 w 639"/>
              <a:gd name="T115" fmla="*/ 141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39" h="665">
                <a:moveTo>
                  <a:pt x="475" y="452"/>
                </a:moveTo>
                <a:lnTo>
                  <a:pt x="451" y="453"/>
                </a:lnTo>
                <a:lnTo>
                  <a:pt x="453" y="477"/>
                </a:lnTo>
                <a:lnTo>
                  <a:pt x="447" y="479"/>
                </a:lnTo>
                <a:lnTo>
                  <a:pt x="440" y="480"/>
                </a:lnTo>
                <a:lnTo>
                  <a:pt x="430" y="484"/>
                </a:lnTo>
                <a:lnTo>
                  <a:pt x="422" y="488"/>
                </a:lnTo>
                <a:lnTo>
                  <a:pt x="413" y="496"/>
                </a:lnTo>
                <a:lnTo>
                  <a:pt x="405" y="509"/>
                </a:lnTo>
                <a:lnTo>
                  <a:pt x="403" y="515"/>
                </a:lnTo>
                <a:lnTo>
                  <a:pt x="401" y="525"/>
                </a:lnTo>
                <a:lnTo>
                  <a:pt x="399" y="538"/>
                </a:lnTo>
                <a:lnTo>
                  <a:pt x="401" y="552"/>
                </a:lnTo>
                <a:lnTo>
                  <a:pt x="405" y="566"/>
                </a:lnTo>
                <a:lnTo>
                  <a:pt x="413" y="572"/>
                </a:lnTo>
                <a:lnTo>
                  <a:pt x="423" y="576"/>
                </a:lnTo>
                <a:lnTo>
                  <a:pt x="436" y="580"/>
                </a:lnTo>
                <a:lnTo>
                  <a:pt x="447" y="583"/>
                </a:lnTo>
                <a:lnTo>
                  <a:pt x="454" y="588"/>
                </a:lnTo>
                <a:lnTo>
                  <a:pt x="453" y="610"/>
                </a:lnTo>
                <a:lnTo>
                  <a:pt x="473" y="610"/>
                </a:lnTo>
                <a:lnTo>
                  <a:pt x="471" y="587"/>
                </a:lnTo>
                <a:lnTo>
                  <a:pt x="477" y="585"/>
                </a:lnTo>
                <a:lnTo>
                  <a:pt x="485" y="584"/>
                </a:lnTo>
                <a:lnTo>
                  <a:pt x="490" y="583"/>
                </a:lnTo>
                <a:lnTo>
                  <a:pt x="494" y="581"/>
                </a:lnTo>
                <a:lnTo>
                  <a:pt x="498" y="579"/>
                </a:lnTo>
                <a:lnTo>
                  <a:pt x="505" y="573"/>
                </a:lnTo>
                <a:lnTo>
                  <a:pt x="504" y="555"/>
                </a:lnTo>
                <a:lnTo>
                  <a:pt x="502" y="556"/>
                </a:lnTo>
                <a:lnTo>
                  <a:pt x="500" y="556"/>
                </a:lnTo>
                <a:lnTo>
                  <a:pt x="499" y="556"/>
                </a:lnTo>
                <a:lnTo>
                  <a:pt x="499" y="555"/>
                </a:lnTo>
                <a:lnTo>
                  <a:pt x="499" y="555"/>
                </a:lnTo>
                <a:lnTo>
                  <a:pt x="498" y="554"/>
                </a:lnTo>
                <a:lnTo>
                  <a:pt x="496" y="554"/>
                </a:lnTo>
                <a:lnTo>
                  <a:pt x="495" y="554"/>
                </a:lnTo>
                <a:lnTo>
                  <a:pt x="482" y="555"/>
                </a:lnTo>
                <a:lnTo>
                  <a:pt x="469" y="556"/>
                </a:lnTo>
                <a:lnTo>
                  <a:pt x="462" y="556"/>
                </a:lnTo>
                <a:lnTo>
                  <a:pt x="456" y="558"/>
                </a:lnTo>
                <a:lnTo>
                  <a:pt x="451" y="556"/>
                </a:lnTo>
                <a:lnTo>
                  <a:pt x="445" y="555"/>
                </a:lnTo>
                <a:lnTo>
                  <a:pt x="440" y="554"/>
                </a:lnTo>
                <a:lnTo>
                  <a:pt x="435" y="552"/>
                </a:lnTo>
                <a:lnTo>
                  <a:pt x="431" y="551"/>
                </a:lnTo>
                <a:lnTo>
                  <a:pt x="430" y="549"/>
                </a:lnTo>
                <a:lnTo>
                  <a:pt x="427" y="543"/>
                </a:lnTo>
                <a:lnTo>
                  <a:pt x="424" y="535"/>
                </a:lnTo>
                <a:lnTo>
                  <a:pt x="423" y="526"/>
                </a:lnTo>
                <a:lnTo>
                  <a:pt x="428" y="516"/>
                </a:lnTo>
                <a:lnTo>
                  <a:pt x="439" y="507"/>
                </a:lnTo>
                <a:lnTo>
                  <a:pt x="448" y="504"/>
                </a:lnTo>
                <a:lnTo>
                  <a:pt x="460" y="504"/>
                </a:lnTo>
                <a:lnTo>
                  <a:pt x="470" y="505"/>
                </a:lnTo>
                <a:lnTo>
                  <a:pt x="477" y="505"/>
                </a:lnTo>
                <a:lnTo>
                  <a:pt x="482" y="507"/>
                </a:lnTo>
                <a:lnTo>
                  <a:pt x="486" y="508"/>
                </a:lnTo>
                <a:lnTo>
                  <a:pt x="487" y="509"/>
                </a:lnTo>
                <a:lnTo>
                  <a:pt x="486" y="515"/>
                </a:lnTo>
                <a:lnTo>
                  <a:pt x="485" y="518"/>
                </a:lnTo>
                <a:lnTo>
                  <a:pt x="485" y="522"/>
                </a:lnTo>
                <a:lnTo>
                  <a:pt x="487" y="526"/>
                </a:lnTo>
                <a:lnTo>
                  <a:pt x="490" y="529"/>
                </a:lnTo>
                <a:lnTo>
                  <a:pt x="494" y="530"/>
                </a:lnTo>
                <a:lnTo>
                  <a:pt x="498" y="532"/>
                </a:lnTo>
                <a:lnTo>
                  <a:pt x="502" y="533"/>
                </a:lnTo>
                <a:lnTo>
                  <a:pt x="507" y="532"/>
                </a:lnTo>
                <a:lnTo>
                  <a:pt x="512" y="530"/>
                </a:lnTo>
                <a:lnTo>
                  <a:pt x="516" y="528"/>
                </a:lnTo>
                <a:lnTo>
                  <a:pt x="519" y="524"/>
                </a:lnTo>
                <a:lnTo>
                  <a:pt x="521" y="518"/>
                </a:lnTo>
                <a:lnTo>
                  <a:pt x="523" y="513"/>
                </a:lnTo>
                <a:lnTo>
                  <a:pt x="521" y="509"/>
                </a:lnTo>
                <a:lnTo>
                  <a:pt x="520" y="505"/>
                </a:lnTo>
                <a:lnTo>
                  <a:pt x="517" y="496"/>
                </a:lnTo>
                <a:lnTo>
                  <a:pt x="513" y="487"/>
                </a:lnTo>
                <a:lnTo>
                  <a:pt x="507" y="480"/>
                </a:lnTo>
                <a:lnTo>
                  <a:pt x="496" y="477"/>
                </a:lnTo>
                <a:lnTo>
                  <a:pt x="486" y="475"/>
                </a:lnTo>
                <a:lnTo>
                  <a:pt x="474" y="475"/>
                </a:lnTo>
                <a:lnTo>
                  <a:pt x="475" y="452"/>
                </a:lnTo>
                <a:close/>
                <a:moveTo>
                  <a:pt x="191" y="450"/>
                </a:moveTo>
                <a:lnTo>
                  <a:pt x="182" y="452"/>
                </a:lnTo>
                <a:lnTo>
                  <a:pt x="174" y="453"/>
                </a:lnTo>
                <a:lnTo>
                  <a:pt x="166" y="456"/>
                </a:lnTo>
                <a:lnTo>
                  <a:pt x="153" y="463"/>
                </a:lnTo>
                <a:lnTo>
                  <a:pt x="142" y="473"/>
                </a:lnTo>
                <a:lnTo>
                  <a:pt x="136" y="479"/>
                </a:lnTo>
                <a:lnTo>
                  <a:pt x="132" y="486"/>
                </a:lnTo>
                <a:lnTo>
                  <a:pt x="131" y="492"/>
                </a:lnTo>
                <a:lnTo>
                  <a:pt x="131" y="495"/>
                </a:lnTo>
                <a:lnTo>
                  <a:pt x="131" y="499"/>
                </a:lnTo>
                <a:lnTo>
                  <a:pt x="131" y="505"/>
                </a:lnTo>
                <a:lnTo>
                  <a:pt x="134" y="511"/>
                </a:lnTo>
                <a:lnTo>
                  <a:pt x="136" y="516"/>
                </a:lnTo>
                <a:lnTo>
                  <a:pt x="140" y="518"/>
                </a:lnTo>
                <a:lnTo>
                  <a:pt x="145" y="521"/>
                </a:lnTo>
                <a:lnTo>
                  <a:pt x="151" y="521"/>
                </a:lnTo>
                <a:lnTo>
                  <a:pt x="155" y="521"/>
                </a:lnTo>
                <a:lnTo>
                  <a:pt x="157" y="520"/>
                </a:lnTo>
                <a:lnTo>
                  <a:pt x="161" y="518"/>
                </a:lnTo>
                <a:lnTo>
                  <a:pt x="164" y="516"/>
                </a:lnTo>
                <a:lnTo>
                  <a:pt x="166" y="511"/>
                </a:lnTo>
                <a:lnTo>
                  <a:pt x="168" y="505"/>
                </a:lnTo>
                <a:lnTo>
                  <a:pt x="166" y="499"/>
                </a:lnTo>
                <a:lnTo>
                  <a:pt x="166" y="492"/>
                </a:lnTo>
                <a:lnTo>
                  <a:pt x="168" y="490"/>
                </a:lnTo>
                <a:lnTo>
                  <a:pt x="168" y="487"/>
                </a:lnTo>
                <a:lnTo>
                  <a:pt x="168" y="486"/>
                </a:lnTo>
                <a:lnTo>
                  <a:pt x="168" y="483"/>
                </a:lnTo>
                <a:lnTo>
                  <a:pt x="169" y="482"/>
                </a:lnTo>
                <a:lnTo>
                  <a:pt x="172" y="480"/>
                </a:lnTo>
                <a:lnTo>
                  <a:pt x="173" y="479"/>
                </a:lnTo>
                <a:lnTo>
                  <a:pt x="177" y="479"/>
                </a:lnTo>
                <a:lnTo>
                  <a:pt x="181" y="478"/>
                </a:lnTo>
                <a:lnTo>
                  <a:pt x="185" y="478"/>
                </a:lnTo>
                <a:lnTo>
                  <a:pt x="189" y="477"/>
                </a:lnTo>
                <a:lnTo>
                  <a:pt x="191" y="477"/>
                </a:lnTo>
                <a:lnTo>
                  <a:pt x="195" y="477"/>
                </a:lnTo>
                <a:lnTo>
                  <a:pt x="198" y="477"/>
                </a:lnTo>
                <a:lnTo>
                  <a:pt x="199" y="475"/>
                </a:lnTo>
                <a:lnTo>
                  <a:pt x="202" y="475"/>
                </a:lnTo>
                <a:lnTo>
                  <a:pt x="203" y="475"/>
                </a:lnTo>
                <a:lnTo>
                  <a:pt x="207" y="477"/>
                </a:lnTo>
                <a:lnTo>
                  <a:pt x="208" y="478"/>
                </a:lnTo>
                <a:lnTo>
                  <a:pt x="211" y="480"/>
                </a:lnTo>
                <a:lnTo>
                  <a:pt x="211" y="483"/>
                </a:lnTo>
                <a:lnTo>
                  <a:pt x="211" y="487"/>
                </a:lnTo>
                <a:lnTo>
                  <a:pt x="212" y="490"/>
                </a:lnTo>
                <a:lnTo>
                  <a:pt x="212" y="494"/>
                </a:lnTo>
                <a:lnTo>
                  <a:pt x="212" y="496"/>
                </a:lnTo>
                <a:lnTo>
                  <a:pt x="211" y="504"/>
                </a:lnTo>
                <a:lnTo>
                  <a:pt x="210" y="515"/>
                </a:lnTo>
                <a:lnTo>
                  <a:pt x="206" y="524"/>
                </a:lnTo>
                <a:lnTo>
                  <a:pt x="198" y="530"/>
                </a:lnTo>
                <a:lnTo>
                  <a:pt x="187" y="538"/>
                </a:lnTo>
                <a:lnTo>
                  <a:pt x="176" y="547"/>
                </a:lnTo>
                <a:lnTo>
                  <a:pt x="163" y="559"/>
                </a:lnTo>
                <a:lnTo>
                  <a:pt x="145" y="576"/>
                </a:lnTo>
                <a:lnTo>
                  <a:pt x="135" y="585"/>
                </a:lnTo>
                <a:lnTo>
                  <a:pt x="134" y="613"/>
                </a:lnTo>
                <a:lnTo>
                  <a:pt x="244" y="610"/>
                </a:lnTo>
                <a:lnTo>
                  <a:pt x="236" y="558"/>
                </a:lnTo>
                <a:lnTo>
                  <a:pt x="223" y="560"/>
                </a:lnTo>
                <a:lnTo>
                  <a:pt x="220" y="584"/>
                </a:lnTo>
                <a:lnTo>
                  <a:pt x="177" y="584"/>
                </a:lnTo>
                <a:lnTo>
                  <a:pt x="204" y="551"/>
                </a:lnTo>
                <a:lnTo>
                  <a:pt x="207" y="550"/>
                </a:lnTo>
                <a:lnTo>
                  <a:pt x="215" y="543"/>
                </a:lnTo>
                <a:lnTo>
                  <a:pt x="224" y="534"/>
                </a:lnTo>
                <a:lnTo>
                  <a:pt x="237" y="522"/>
                </a:lnTo>
                <a:lnTo>
                  <a:pt x="241" y="511"/>
                </a:lnTo>
                <a:lnTo>
                  <a:pt x="242" y="499"/>
                </a:lnTo>
                <a:lnTo>
                  <a:pt x="240" y="484"/>
                </a:lnTo>
                <a:lnTo>
                  <a:pt x="235" y="474"/>
                </a:lnTo>
                <a:lnTo>
                  <a:pt x="227" y="465"/>
                </a:lnTo>
                <a:lnTo>
                  <a:pt x="216" y="458"/>
                </a:lnTo>
                <a:lnTo>
                  <a:pt x="204" y="453"/>
                </a:lnTo>
                <a:lnTo>
                  <a:pt x="191" y="450"/>
                </a:lnTo>
                <a:close/>
                <a:moveTo>
                  <a:pt x="375" y="449"/>
                </a:moveTo>
                <a:lnTo>
                  <a:pt x="364" y="450"/>
                </a:lnTo>
                <a:lnTo>
                  <a:pt x="350" y="452"/>
                </a:lnTo>
                <a:lnTo>
                  <a:pt x="341" y="452"/>
                </a:lnTo>
                <a:lnTo>
                  <a:pt x="334" y="452"/>
                </a:lnTo>
                <a:lnTo>
                  <a:pt x="327" y="453"/>
                </a:lnTo>
                <a:lnTo>
                  <a:pt x="299" y="453"/>
                </a:lnTo>
                <a:lnTo>
                  <a:pt x="287" y="454"/>
                </a:lnTo>
                <a:lnTo>
                  <a:pt x="276" y="454"/>
                </a:lnTo>
                <a:lnTo>
                  <a:pt x="267" y="454"/>
                </a:lnTo>
                <a:lnTo>
                  <a:pt x="267" y="471"/>
                </a:lnTo>
                <a:lnTo>
                  <a:pt x="266" y="488"/>
                </a:lnTo>
                <a:lnTo>
                  <a:pt x="267" y="504"/>
                </a:lnTo>
                <a:lnTo>
                  <a:pt x="267" y="520"/>
                </a:lnTo>
                <a:lnTo>
                  <a:pt x="269" y="532"/>
                </a:lnTo>
                <a:lnTo>
                  <a:pt x="271" y="539"/>
                </a:lnTo>
                <a:lnTo>
                  <a:pt x="276" y="545"/>
                </a:lnTo>
                <a:lnTo>
                  <a:pt x="284" y="547"/>
                </a:lnTo>
                <a:lnTo>
                  <a:pt x="295" y="547"/>
                </a:lnTo>
                <a:lnTo>
                  <a:pt x="305" y="549"/>
                </a:lnTo>
                <a:lnTo>
                  <a:pt x="316" y="549"/>
                </a:lnTo>
                <a:lnTo>
                  <a:pt x="324" y="550"/>
                </a:lnTo>
                <a:lnTo>
                  <a:pt x="326" y="550"/>
                </a:lnTo>
                <a:lnTo>
                  <a:pt x="344" y="550"/>
                </a:lnTo>
                <a:lnTo>
                  <a:pt x="346" y="551"/>
                </a:lnTo>
                <a:lnTo>
                  <a:pt x="348" y="556"/>
                </a:lnTo>
                <a:lnTo>
                  <a:pt x="350" y="562"/>
                </a:lnTo>
                <a:lnTo>
                  <a:pt x="350" y="568"/>
                </a:lnTo>
                <a:lnTo>
                  <a:pt x="344" y="576"/>
                </a:lnTo>
                <a:lnTo>
                  <a:pt x="333" y="581"/>
                </a:lnTo>
                <a:lnTo>
                  <a:pt x="320" y="585"/>
                </a:lnTo>
                <a:lnTo>
                  <a:pt x="305" y="587"/>
                </a:lnTo>
                <a:lnTo>
                  <a:pt x="284" y="583"/>
                </a:lnTo>
                <a:lnTo>
                  <a:pt x="269" y="576"/>
                </a:lnTo>
                <a:lnTo>
                  <a:pt x="259" y="598"/>
                </a:lnTo>
                <a:lnTo>
                  <a:pt x="276" y="607"/>
                </a:lnTo>
                <a:lnTo>
                  <a:pt x="296" y="613"/>
                </a:lnTo>
                <a:lnTo>
                  <a:pt x="316" y="614"/>
                </a:lnTo>
                <a:lnTo>
                  <a:pt x="333" y="611"/>
                </a:lnTo>
                <a:lnTo>
                  <a:pt x="350" y="606"/>
                </a:lnTo>
                <a:lnTo>
                  <a:pt x="359" y="601"/>
                </a:lnTo>
                <a:lnTo>
                  <a:pt x="367" y="594"/>
                </a:lnTo>
                <a:lnTo>
                  <a:pt x="372" y="587"/>
                </a:lnTo>
                <a:lnTo>
                  <a:pt x="375" y="577"/>
                </a:lnTo>
                <a:lnTo>
                  <a:pt x="373" y="566"/>
                </a:lnTo>
                <a:lnTo>
                  <a:pt x="372" y="554"/>
                </a:lnTo>
                <a:lnTo>
                  <a:pt x="372" y="550"/>
                </a:lnTo>
                <a:lnTo>
                  <a:pt x="371" y="545"/>
                </a:lnTo>
                <a:lnTo>
                  <a:pt x="368" y="539"/>
                </a:lnTo>
                <a:lnTo>
                  <a:pt x="364" y="534"/>
                </a:lnTo>
                <a:lnTo>
                  <a:pt x="355" y="530"/>
                </a:lnTo>
                <a:lnTo>
                  <a:pt x="343" y="526"/>
                </a:lnTo>
                <a:lnTo>
                  <a:pt x="326" y="526"/>
                </a:lnTo>
                <a:lnTo>
                  <a:pt x="327" y="525"/>
                </a:lnTo>
                <a:lnTo>
                  <a:pt x="324" y="524"/>
                </a:lnTo>
                <a:lnTo>
                  <a:pt x="316" y="522"/>
                </a:lnTo>
                <a:lnTo>
                  <a:pt x="307" y="520"/>
                </a:lnTo>
                <a:lnTo>
                  <a:pt x="297" y="517"/>
                </a:lnTo>
                <a:lnTo>
                  <a:pt x="292" y="513"/>
                </a:lnTo>
                <a:lnTo>
                  <a:pt x="289" y="509"/>
                </a:lnTo>
                <a:lnTo>
                  <a:pt x="293" y="505"/>
                </a:lnTo>
                <a:lnTo>
                  <a:pt x="297" y="477"/>
                </a:lnTo>
                <a:lnTo>
                  <a:pt x="350" y="478"/>
                </a:lnTo>
                <a:lnTo>
                  <a:pt x="343" y="500"/>
                </a:lnTo>
                <a:lnTo>
                  <a:pt x="371" y="505"/>
                </a:lnTo>
                <a:lnTo>
                  <a:pt x="371" y="501"/>
                </a:lnTo>
                <a:lnTo>
                  <a:pt x="371" y="499"/>
                </a:lnTo>
                <a:lnTo>
                  <a:pt x="372" y="474"/>
                </a:lnTo>
                <a:lnTo>
                  <a:pt x="375" y="449"/>
                </a:lnTo>
                <a:close/>
                <a:moveTo>
                  <a:pt x="109" y="344"/>
                </a:moveTo>
                <a:lnTo>
                  <a:pt x="533" y="346"/>
                </a:lnTo>
                <a:lnTo>
                  <a:pt x="559" y="399"/>
                </a:lnTo>
                <a:lnTo>
                  <a:pt x="81" y="399"/>
                </a:lnTo>
                <a:lnTo>
                  <a:pt x="109" y="344"/>
                </a:lnTo>
                <a:close/>
                <a:moveTo>
                  <a:pt x="1" y="213"/>
                </a:moveTo>
                <a:lnTo>
                  <a:pt x="4" y="219"/>
                </a:lnTo>
                <a:lnTo>
                  <a:pt x="12" y="225"/>
                </a:lnTo>
                <a:lnTo>
                  <a:pt x="22" y="229"/>
                </a:lnTo>
                <a:lnTo>
                  <a:pt x="33" y="233"/>
                </a:lnTo>
                <a:lnTo>
                  <a:pt x="43" y="237"/>
                </a:lnTo>
                <a:lnTo>
                  <a:pt x="51" y="238"/>
                </a:lnTo>
                <a:lnTo>
                  <a:pt x="54" y="240"/>
                </a:lnTo>
                <a:lnTo>
                  <a:pt x="54" y="425"/>
                </a:lnTo>
                <a:lnTo>
                  <a:pt x="585" y="427"/>
                </a:lnTo>
                <a:lnTo>
                  <a:pt x="585" y="240"/>
                </a:lnTo>
                <a:lnTo>
                  <a:pt x="589" y="238"/>
                </a:lnTo>
                <a:lnTo>
                  <a:pt x="596" y="237"/>
                </a:lnTo>
                <a:lnTo>
                  <a:pt x="606" y="233"/>
                </a:lnTo>
                <a:lnTo>
                  <a:pt x="618" y="229"/>
                </a:lnTo>
                <a:lnTo>
                  <a:pt x="629" y="225"/>
                </a:lnTo>
                <a:lnTo>
                  <a:pt x="636" y="219"/>
                </a:lnTo>
                <a:lnTo>
                  <a:pt x="639" y="213"/>
                </a:lnTo>
                <a:lnTo>
                  <a:pt x="639" y="638"/>
                </a:lnTo>
                <a:lnTo>
                  <a:pt x="639" y="639"/>
                </a:lnTo>
                <a:lnTo>
                  <a:pt x="639" y="643"/>
                </a:lnTo>
                <a:lnTo>
                  <a:pt x="639" y="648"/>
                </a:lnTo>
                <a:lnTo>
                  <a:pt x="636" y="655"/>
                </a:lnTo>
                <a:lnTo>
                  <a:pt x="631" y="660"/>
                </a:lnTo>
                <a:lnTo>
                  <a:pt x="623" y="662"/>
                </a:lnTo>
                <a:lnTo>
                  <a:pt x="610" y="665"/>
                </a:lnTo>
                <a:lnTo>
                  <a:pt x="609" y="664"/>
                </a:lnTo>
                <a:lnTo>
                  <a:pt x="605" y="664"/>
                </a:lnTo>
                <a:lnTo>
                  <a:pt x="598" y="660"/>
                </a:lnTo>
                <a:lnTo>
                  <a:pt x="592" y="656"/>
                </a:lnTo>
                <a:lnTo>
                  <a:pt x="588" y="648"/>
                </a:lnTo>
                <a:lnTo>
                  <a:pt x="585" y="636"/>
                </a:lnTo>
                <a:lnTo>
                  <a:pt x="585" y="638"/>
                </a:lnTo>
                <a:lnTo>
                  <a:pt x="54" y="638"/>
                </a:lnTo>
                <a:lnTo>
                  <a:pt x="54" y="636"/>
                </a:lnTo>
                <a:lnTo>
                  <a:pt x="53" y="648"/>
                </a:lnTo>
                <a:lnTo>
                  <a:pt x="49" y="656"/>
                </a:lnTo>
                <a:lnTo>
                  <a:pt x="42" y="660"/>
                </a:lnTo>
                <a:lnTo>
                  <a:pt x="36" y="664"/>
                </a:lnTo>
                <a:lnTo>
                  <a:pt x="32" y="664"/>
                </a:lnTo>
                <a:lnTo>
                  <a:pt x="29" y="665"/>
                </a:lnTo>
                <a:lnTo>
                  <a:pt x="17" y="662"/>
                </a:lnTo>
                <a:lnTo>
                  <a:pt x="9" y="660"/>
                </a:lnTo>
                <a:lnTo>
                  <a:pt x="4" y="655"/>
                </a:lnTo>
                <a:lnTo>
                  <a:pt x="1" y="648"/>
                </a:lnTo>
                <a:lnTo>
                  <a:pt x="0" y="643"/>
                </a:lnTo>
                <a:lnTo>
                  <a:pt x="1" y="639"/>
                </a:lnTo>
                <a:lnTo>
                  <a:pt x="1" y="638"/>
                </a:lnTo>
                <a:lnTo>
                  <a:pt x="1" y="213"/>
                </a:lnTo>
                <a:close/>
                <a:moveTo>
                  <a:pt x="504" y="131"/>
                </a:moveTo>
                <a:lnTo>
                  <a:pt x="504" y="134"/>
                </a:lnTo>
                <a:lnTo>
                  <a:pt x="505" y="140"/>
                </a:lnTo>
                <a:lnTo>
                  <a:pt x="508" y="149"/>
                </a:lnTo>
                <a:lnTo>
                  <a:pt x="512" y="158"/>
                </a:lnTo>
                <a:lnTo>
                  <a:pt x="519" y="169"/>
                </a:lnTo>
                <a:lnTo>
                  <a:pt x="529" y="178"/>
                </a:lnTo>
                <a:lnTo>
                  <a:pt x="543" y="183"/>
                </a:lnTo>
                <a:lnTo>
                  <a:pt x="560" y="186"/>
                </a:lnTo>
                <a:lnTo>
                  <a:pt x="563" y="186"/>
                </a:lnTo>
                <a:lnTo>
                  <a:pt x="570" y="185"/>
                </a:lnTo>
                <a:lnTo>
                  <a:pt x="577" y="182"/>
                </a:lnTo>
                <a:lnTo>
                  <a:pt x="587" y="178"/>
                </a:lnTo>
                <a:lnTo>
                  <a:pt x="596" y="170"/>
                </a:lnTo>
                <a:lnTo>
                  <a:pt x="605" y="161"/>
                </a:lnTo>
                <a:lnTo>
                  <a:pt x="610" y="148"/>
                </a:lnTo>
                <a:lnTo>
                  <a:pt x="613" y="131"/>
                </a:lnTo>
                <a:lnTo>
                  <a:pt x="504" y="131"/>
                </a:lnTo>
                <a:close/>
                <a:moveTo>
                  <a:pt x="344" y="131"/>
                </a:moveTo>
                <a:lnTo>
                  <a:pt x="346" y="134"/>
                </a:lnTo>
                <a:lnTo>
                  <a:pt x="346" y="140"/>
                </a:lnTo>
                <a:lnTo>
                  <a:pt x="348" y="149"/>
                </a:lnTo>
                <a:lnTo>
                  <a:pt x="352" y="158"/>
                </a:lnTo>
                <a:lnTo>
                  <a:pt x="360" y="169"/>
                </a:lnTo>
                <a:lnTo>
                  <a:pt x="369" y="178"/>
                </a:lnTo>
                <a:lnTo>
                  <a:pt x="384" y="183"/>
                </a:lnTo>
                <a:lnTo>
                  <a:pt x="402" y="186"/>
                </a:lnTo>
                <a:lnTo>
                  <a:pt x="403" y="186"/>
                </a:lnTo>
                <a:lnTo>
                  <a:pt x="410" y="185"/>
                </a:lnTo>
                <a:lnTo>
                  <a:pt x="418" y="182"/>
                </a:lnTo>
                <a:lnTo>
                  <a:pt x="427" y="178"/>
                </a:lnTo>
                <a:lnTo>
                  <a:pt x="436" y="170"/>
                </a:lnTo>
                <a:lnTo>
                  <a:pt x="445" y="161"/>
                </a:lnTo>
                <a:lnTo>
                  <a:pt x="451" y="148"/>
                </a:lnTo>
                <a:lnTo>
                  <a:pt x="453" y="131"/>
                </a:lnTo>
                <a:lnTo>
                  <a:pt x="344" y="131"/>
                </a:lnTo>
                <a:close/>
                <a:moveTo>
                  <a:pt x="186" y="131"/>
                </a:moveTo>
                <a:lnTo>
                  <a:pt x="186" y="134"/>
                </a:lnTo>
                <a:lnTo>
                  <a:pt x="187" y="140"/>
                </a:lnTo>
                <a:lnTo>
                  <a:pt x="189" y="149"/>
                </a:lnTo>
                <a:lnTo>
                  <a:pt x="194" y="158"/>
                </a:lnTo>
                <a:lnTo>
                  <a:pt x="200" y="169"/>
                </a:lnTo>
                <a:lnTo>
                  <a:pt x="210" y="178"/>
                </a:lnTo>
                <a:lnTo>
                  <a:pt x="224" y="183"/>
                </a:lnTo>
                <a:lnTo>
                  <a:pt x="242" y="186"/>
                </a:lnTo>
                <a:lnTo>
                  <a:pt x="245" y="186"/>
                </a:lnTo>
                <a:lnTo>
                  <a:pt x="250" y="185"/>
                </a:lnTo>
                <a:lnTo>
                  <a:pt x="258" y="182"/>
                </a:lnTo>
                <a:lnTo>
                  <a:pt x="267" y="178"/>
                </a:lnTo>
                <a:lnTo>
                  <a:pt x="278" y="170"/>
                </a:lnTo>
                <a:lnTo>
                  <a:pt x="286" y="161"/>
                </a:lnTo>
                <a:lnTo>
                  <a:pt x="291" y="148"/>
                </a:lnTo>
                <a:lnTo>
                  <a:pt x="293" y="131"/>
                </a:lnTo>
                <a:lnTo>
                  <a:pt x="186" y="131"/>
                </a:lnTo>
                <a:close/>
                <a:moveTo>
                  <a:pt x="26" y="131"/>
                </a:moveTo>
                <a:lnTo>
                  <a:pt x="26" y="134"/>
                </a:lnTo>
                <a:lnTo>
                  <a:pt x="28" y="140"/>
                </a:lnTo>
                <a:lnTo>
                  <a:pt x="30" y="149"/>
                </a:lnTo>
                <a:lnTo>
                  <a:pt x="34" y="158"/>
                </a:lnTo>
                <a:lnTo>
                  <a:pt x="41" y="169"/>
                </a:lnTo>
                <a:lnTo>
                  <a:pt x="51" y="178"/>
                </a:lnTo>
                <a:lnTo>
                  <a:pt x="64" y="183"/>
                </a:lnTo>
                <a:lnTo>
                  <a:pt x="83" y="186"/>
                </a:lnTo>
                <a:lnTo>
                  <a:pt x="85" y="186"/>
                </a:lnTo>
                <a:lnTo>
                  <a:pt x="91" y="185"/>
                </a:lnTo>
                <a:lnTo>
                  <a:pt x="98" y="182"/>
                </a:lnTo>
                <a:lnTo>
                  <a:pt x="109" y="178"/>
                </a:lnTo>
                <a:lnTo>
                  <a:pt x="118" y="170"/>
                </a:lnTo>
                <a:lnTo>
                  <a:pt x="126" y="161"/>
                </a:lnTo>
                <a:lnTo>
                  <a:pt x="132" y="148"/>
                </a:lnTo>
                <a:lnTo>
                  <a:pt x="134" y="131"/>
                </a:lnTo>
                <a:lnTo>
                  <a:pt x="26" y="131"/>
                </a:lnTo>
                <a:close/>
                <a:moveTo>
                  <a:pt x="214" y="26"/>
                </a:moveTo>
                <a:lnTo>
                  <a:pt x="186" y="106"/>
                </a:lnTo>
                <a:lnTo>
                  <a:pt x="295" y="107"/>
                </a:lnTo>
                <a:lnTo>
                  <a:pt x="295" y="26"/>
                </a:lnTo>
                <a:lnTo>
                  <a:pt x="214" y="26"/>
                </a:lnTo>
                <a:close/>
                <a:moveTo>
                  <a:pt x="479" y="26"/>
                </a:moveTo>
                <a:lnTo>
                  <a:pt x="507" y="106"/>
                </a:lnTo>
                <a:lnTo>
                  <a:pt x="613" y="106"/>
                </a:lnTo>
                <a:lnTo>
                  <a:pt x="557" y="26"/>
                </a:lnTo>
                <a:lnTo>
                  <a:pt x="479" y="26"/>
                </a:lnTo>
                <a:close/>
                <a:moveTo>
                  <a:pt x="81" y="26"/>
                </a:moveTo>
                <a:lnTo>
                  <a:pt x="30" y="106"/>
                </a:lnTo>
                <a:lnTo>
                  <a:pt x="134" y="106"/>
                </a:lnTo>
                <a:lnTo>
                  <a:pt x="161" y="26"/>
                </a:lnTo>
                <a:lnTo>
                  <a:pt x="81" y="26"/>
                </a:lnTo>
                <a:close/>
                <a:moveTo>
                  <a:pt x="427" y="25"/>
                </a:moveTo>
                <a:lnTo>
                  <a:pt x="346" y="26"/>
                </a:lnTo>
                <a:lnTo>
                  <a:pt x="346" y="106"/>
                </a:lnTo>
                <a:lnTo>
                  <a:pt x="350" y="106"/>
                </a:lnTo>
                <a:lnTo>
                  <a:pt x="361" y="106"/>
                </a:lnTo>
                <a:lnTo>
                  <a:pt x="379" y="106"/>
                </a:lnTo>
                <a:lnTo>
                  <a:pt x="398" y="106"/>
                </a:lnTo>
                <a:lnTo>
                  <a:pt x="416" y="106"/>
                </a:lnTo>
                <a:lnTo>
                  <a:pt x="433" y="106"/>
                </a:lnTo>
                <a:lnTo>
                  <a:pt x="447" y="106"/>
                </a:lnTo>
                <a:lnTo>
                  <a:pt x="452" y="106"/>
                </a:lnTo>
                <a:lnTo>
                  <a:pt x="427" y="25"/>
                </a:lnTo>
                <a:close/>
                <a:moveTo>
                  <a:pt x="58" y="0"/>
                </a:moveTo>
                <a:lnTo>
                  <a:pt x="579" y="0"/>
                </a:lnTo>
                <a:lnTo>
                  <a:pt x="639" y="106"/>
                </a:lnTo>
                <a:lnTo>
                  <a:pt x="639" y="135"/>
                </a:lnTo>
                <a:lnTo>
                  <a:pt x="636" y="156"/>
                </a:lnTo>
                <a:lnTo>
                  <a:pt x="631" y="174"/>
                </a:lnTo>
                <a:lnTo>
                  <a:pt x="622" y="187"/>
                </a:lnTo>
                <a:lnTo>
                  <a:pt x="612" y="198"/>
                </a:lnTo>
                <a:lnTo>
                  <a:pt x="600" y="204"/>
                </a:lnTo>
                <a:lnTo>
                  <a:pt x="588" y="209"/>
                </a:lnTo>
                <a:lnTo>
                  <a:pt x="576" y="212"/>
                </a:lnTo>
                <a:lnTo>
                  <a:pt x="567" y="213"/>
                </a:lnTo>
                <a:lnTo>
                  <a:pt x="562" y="215"/>
                </a:lnTo>
                <a:lnTo>
                  <a:pt x="559" y="215"/>
                </a:lnTo>
                <a:lnTo>
                  <a:pt x="538" y="212"/>
                </a:lnTo>
                <a:lnTo>
                  <a:pt x="521" y="206"/>
                </a:lnTo>
                <a:lnTo>
                  <a:pt x="507" y="196"/>
                </a:lnTo>
                <a:lnTo>
                  <a:pt x="498" y="186"/>
                </a:lnTo>
                <a:lnTo>
                  <a:pt x="490" y="174"/>
                </a:lnTo>
                <a:lnTo>
                  <a:pt x="486" y="162"/>
                </a:lnTo>
                <a:lnTo>
                  <a:pt x="483" y="151"/>
                </a:lnTo>
                <a:lnTo>
                  <a:pt x="482" y="141"/>
                </a:lnTo>
                <a:lnTo>
                  <a:pt x="482" y="135"/>
                </a:lnTo>
                <a:lnTo>
                  <a:pt x="481" y="134"/>
                </a:lnTo>
                <a:lnTo>
                  <a:pt x="479" y="155"/>
                </a:lnTo>
                <a:lnTo>
                  <a:pt x="473" y="172"/>
                </a:lnTo>
                <a:lnTo>
                  <a:pt x="464" y="186"/>
                </a:lnTo>
                <a:lnTo>
                  <a:pt x="453" y="195"/>
                </a:lnTo>
                <a:lnTo>
                  <a:pt x="440" y="203"/>
                </a:lnTo>
                <a:lnTo>
                  <a:pt x="428" y="208"/>
                </a:lnTo>
                <a:lnTo>
                  <a:pt x="418" y="211"/>
                </a:lnTo>
                <a:lnTo>
                  <a:pt x="409" y="212"/>
                </a:lnTo>
                <a:lnTo>
                  <a:pt x="402" y="212"/>
                </a:lnTo>
                <a:lnTo>
                  <a:pt x="399" y="213"/>
                </a:lnTo>
                <a:lnTo>
                  <a:pt x="377" y="211"/>
                </a:lnTo>
                <a:lnTo>
                  <a:pt x="360" y="204"/>
                </a:lnTo>
                <a:lnTo>
                  <a:pt x="346" y="196"/>
                </a:lnTo>
                <a:lnTo>
                  <a:pt x="337" y="186"/>
                </a:lnTo>
                <a:lnTo>
                  <a:pt x="329" y="174"/>
                </a:lnTo>
                <a:lnTo>
                  <a:pt x="324" y="162"/>
                </a:lnTo>
                <a:lnTo>
                  <a:pt x="321" y="152"/>
                </a:lnTo>
                <a:lnTo>
                  <a:pt x="320" y="143"/>
                </a:lnTo>
                <a:lnTo>
                  <a:pt x="318" y="137"/>
                </a:lnTo>
                <a:lnTo>
                  <a:pt x="318" y="135"/>
                </a:lnTo>
                <a:lnTo>
                  <a:pt x="317" y="156"/>
                </a:lnTo>
                <a:lnTo>
                  <a:pt x="310" y="174"/>
                </a:lnTo>
                <a:lnTo>
                  <a:pt x="303" y="187"/>
                </a:lnTo>
                <a:lnTo>
                  <a:pt x="292" y="196"/>
                </a:lnTo>
                <a:lnTo>
                  <a:pt x="280" y="204"/>
                </a:lnTo>
                <a:lnTo>
                  <a:pt x="269" y="208"/>
                </a:lnTo>
                <a:lnTo>
                  <a:pt x="258" y="211"/>
                </a:lnTo>
                <a:lnTo>
                  <a:pt x="250" y="212"/>
                </a:lnTo>
                <a:lnTo>
                  <a:pt x="244" y="213"/>
                </a:lnTo>
                <a:lnTo>
                  <a:pt x="242" y="213"/>
                </a:lnTo>
                <a:lnTo>
                  <a:pt x="220" y="211"/>
                </a:lnTo>
                <a:lnTo>
                  <a:pt x="202" y="204"/>
                </a:lnTo>
                <a:lnTo>
                  <a:pt x="187" y="195"/>
                </a:lnTo>
                <a:lnTo>
                  <a:pt x="178" y="185"/>
                </a:lnTo>
                <a:lnTo>
                  <a:pt x="170" y="173"/>
                </a:lnTo>
                <a:lnTo>
                  <a:pt x="165" y="161"/>
                </a:lnTo>
                <a:lnTo>
                  <a:pt x="163" y="151"/>
                </a:lnTo>
                <a:lnTo>
                  <a:pt x="161" y="141"/>
                </a:lnTo>
                <a:lnTo>
                  <a:pt x="161" y="135"/>
                </a:lnTo>
                <a:lnTo>
                  <a:pt x="161" y="134"/>
                </a:lnTo>
                <a:lnTo>
                  <a:pt x="159" y="155"/>
                </a:lnTo>
                <a:lnTo>
                  <a:pt x="152" y="172"/>
                </a:lnTo>
                <a:lnTo>
                  <a:pt x="144" y="186"/>
                </a:lnTo>
                <a:lnTo>
                  <a:pt x="132" y="195"/>
                </a:lnTo>
                <a:lnTo>
                  <a:pt x="121" y="203"/>
                </a:lnTo>
                <a:lnTo>
                  <a:pt x="109" y="208"/>
                </a:lnTo>
                <a:lnTo>
                  <a:pt x="98" y="211"/>
                </a:lnTo>
                <a:lnTo>
                  <a:pt x="89" y="212"/>
                </a:lnTo>
                <a:lnTo>
                  <a:pt x="83" y="212"/>
                </a:lnTo>
                <a:lnTo>
                  <a:pt x="81" y="213"/>
                </a:lnTo>
                <a:lnTo>
                  <a:pt x="58" y="211"/>
                </a:lnTo>
                <a:lnTo>
                  <a:pt x="41" y="206"/>
                </a:lnTo>
                <a:lnTo>
                  <a:pt x="26" y="196"/>
                </a:lnTo>
                <a:lnTo>
                  <a:pt x="16" y="186"/>
                </a:lnTo>
                <a:lnTo>
                  <a:pt x="9" y="174"/>
                </a:lnTo>
                <a:lnTo>
                  <a:pt x="5" y="161"/>
                </a:lnTo>
                <a:lnTo>
                  <a:pt x="3" y="151"/>
                </a:lnTo>
                <a:lnTo>
                  <a:pt x="1" y="141"/>
                </a:lnTo>
                <a:lnTo>
                  <a:pt x="1" y="135"/>
                </a:lnTo>
                <a:lnTo>
                  <a:pt x="1" y="134"/>
                </a:lnTo>
                <a:lnTo>
                  <a:pt x="1" y="106"/>
                </a:lnTo>
                <a:lnTo>
                  <a:pt x="5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0" name="Freeform 24"/>
          <p:cNvSpPr>
            <a:spLocks noChangeAspect="1" noEditPoints="1"/>
          </p:cNvSpPr>
          <p:nvPr/>
        </p:nvSpPr>
        <p:spPr bwMode="auto">
          <a:xfrm>
            <a:off x="6076962" y="2961319"/>
            <a:ext cx="1080000" cy="899729"/>
          </a:xfrm>
          <a:custGeom>
            <a:avLst/>
            <a:gdLst>
              <a:gd name="T0" fmla="*/ 456 w 665"/>
              <a:gd name="T1" fmla="*/ 507 h 554"/>
              <a:gd name="T2" fmla="*/ 478 w 665"/>
              <a:gd name="T3" fmla="*/ 467 h 554"/>
              <a:gd name="T4" fmla="*/ 359 w 665"/>
              <a:gd name="T5" fmla="*/ 499 h 554"/>
              <a:gd name="T6" fmla="*/ 398 w 665"/>
              <a:gd name="T7" fmla="*/ 477 h 554"/>
              <a:gd name="T8" fmla="*/ 267 w 665"/>
              <a:gd name="T9" fmla="*/ 487 h 554"/>
              <a:gd name="T10" fmla="*/ 312 w 665"/>
              <a:gd name="T11" fmla="*/ 487 h 554"/>
              <a:gd name="T12" fmla="*/ 182 w 665"/>
              <a:gd name="T13" fmla="*/ 477 h 554"/>
              <a:gd name="T14" fmla="*/ 220 w 665"/>
              <a:gd name="T15" fmla="*/ 499 h 554"/>
              <a:gd name="T16" fmla="*/ 501 w 665"/>
              <a:gd name="T17" fmla="*/ 380 h 554"/>
              <a:gd name="T18" fmla="*/ 524 w 665"/>
              <a:gd name="T19" fmla="*/ 418 h 554"/>
              <a:gd name="T20" fmla="*/ 423 w 665"/>
              <a:gd name="T21" fmla="*/ 376 h 554"/>
              <a:gd name="T22" fmla="*/ 423 w 665"/>
              <a:gd name="T23" fmla="*/ 422 h 554"/>
              <a:gd name="T24" fmla="*/ 423 w 665"/>
              <a:gd name="T25" fmla="*/ 376 h 554"/>
              <a:gd name="T26" fmla="*/ 324 w 665"/>
              <a:gd name="T27" fmla="*/ 418 h 554"/>
              <a:gd name="T28" fmla="*/ 346 w 665"/>
              <a:gd name="T29" fmla="*/ 380 h 554"/>
              <a:gd name="T30" fmla="*/ 227 w 665"/>
              <a:gd name="T31" fmla="*/ 410 h 554"/>
              <a:gd name="T32" fmla="*/ 266 w 665"/>
              <a:gd name="T33" fmla="*/ 388 h 554"/>
              <a:gd name="T34" fmla="*/ 135 w 665"/>
              <a:gd name="T35" fmla="*/ 399 h 554"/>
              <a:gd name="T36" fmla="*/ 180 w 665"/>
              <a:gd name="T37" fmla="*/ 399 h 554"/>
              <a:gd name="T38" fmla="*/ 537 w 665"/>
              <a:gd name="T39" fmla="*/ 299 h 554"/>
              <a:gd name="T40" fmla="*/ 576 w 665"/>
              <a:gd name="T41" fmla="*/ 322 h 554"/>
              <a:gd name="T42" fmla="*/ 456 w 665"/>
              <a:gd name="T43" fmla="*/ 291 h 554"/>
              <a:gd name="T44" fmla="*/ 480 w 665"/>
              <a:gd name="T45" fmla="*/ 330 h 554"/>
              <a:gd name="T46" fmla="*/ 379 w 665"/>
              <a:gd name="T47" fmla="*/ 288 h 554"/>
              <a:gd name="T48" fmla="*/ 379 w 665"/>
              <a:gd name="T49" fmla="*/ 333 h 554"/>
              <a:gd name="T50" fmla="*/ 379 w 665"/>
              <a:gd name="T51" fmla="*/ 288 h 554"/>
              <a:gd name="T52" fmla="*/ 279 w 665"/>
              <a:gd name="T53" fmla="*/ 330 h 554"/>
              <a:gd name="T54" fmla="*/ 302 w 665"/>
              <a:gd name="T55" fmla="*/ 291 h 554"/>
              <a:gd name="T56" fmla="*/ 182 w 665"/>
              <a:gd name="T57" fmla="*/ 322 h 554"/>
              <a:gd name="T58" fmla="*/ 220 w 665"/>
              <a:gd name="T59" fmla="*/ 299 h 554"/>
              <a:gd name="T60" fmla="*/ 91 w 665"/>
              <a:gd name="T61" fmla="*/ 310 h 554"/>
              <a:gd name="T62" fmla="*/ 135 w 665"/>
              <a:gd name="T63" fmla="*/ 310 h 554"/>
              <a:gd name="T64" fmla="*/ 533 w 665"/>
              <a:gd name="T65" fmla="*/ 530 h 554"/>
              <a:gd name="T66" fmla="*/ 158 w 665"/>
              <a:gd name="T67" fmla="*/ 554 h 554"/>
              <a:gd name="T68" fmla="*/ 23 w 665"/>
              <a:gd name="T69" fmla="*/ 244 h 554"/>
              <a:gd name="T70" fmla="*/ 159 w 665"/>
              <a:gd name="T71" fmla="*/ 169 h 554"/>
              <a:gd name="T72" fmla="*/ 223 w 665"/>
              <a:gd name="T73" fmla="*/ 199 h 554"/>
              <a:gd name="T74" fmla="*/ 282 w 665"/>
              <a:gd name="T75" fmla="*/ 143 h 554"/>
              <a:gd name="T76" fmla="*/ 367 w 665"/>
              <a:gd name="T77" fmla="*/ 155 h 554"/>
              <a:gd name="T78" fmla="*/ 446 w 665"/>
              <a:gd name="T79" fmla="*/ 199 h 554"/>
              <a:gd name="T80" fmla="*/ 482 w 665"/>
              <a:gd name="T81" fmla="*/ 182 h 554"/>
              <a:gd name="T82" fmla="*/ 659 w 665"/>
              <a:gd name="T83" fmla="*/ 143 h 554"/>
              <a:gd name="T84" fmla="*/ 665 w 665"/>
              <a:gd name="T85" fmla="*/ 199 h 554"/>
              <a:gd name="T86" fmla="*/ 643 w 665"/>
              <a:gd name="T87" fmla="*/ 221 h 554"/>
              <a:gd name="T88" fmla="*/ 3 w 665"/>
              <a:gd name="T89" fmla="*/ 211 h 554"/>
              <a:gd name="T90" fmla="*/ 7 w 665"/>
              <a:gd name="T91" fmla="*/ 140 h 554"/>
              <a:gd name="T92" fmla="*/ 379 w 665"/>
              <a:gd name="T93" fmla="*/ 0 h 554"/>
              <a:gd name="T94" fmla="*/ 468 w 665"/>
              <a:gd name="T95" fmla="*/ 156 h 554"/>
              <a:gd name="T96" fmla="*/ 423 w 665"/>
              <a:gd name="T97" fmla="*/ 178 h 554"/>
              <a:gd name="T98" fmla="*/ 334 w 665"/>
              <a:gd name="T99" fmla="*/ 16 h 554"/>
              <a:gd name="T100" fmla="*/ 290 w 665"/>
              <a:gd name="T101" fmla="*/ 0 h 554"/>
              <a:gd name="T102" fmla="*/ 245 w 665"/>
              <a:gd name="T103" fmla="*/ 156 h 554"/>
              <a:gd name="T104" fmla="*/ 190 w 665"/>
              <a:gd name="T105" fmla="*/ 177 h 554"/>
              <a:gd name="T106" fmla="*/ 248 w 665"/>
              <a:gd name="T107" fmla="*/ 16 h 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65" h="554">
                <a:moveTo>
                  <a:pt x="468" y="465"/>
                </a:moveTo>
                <a:lnTo>
                  <a:pt x="456" y="467"/>
                </a:lnTo>
                <a:lnTo>
                  <a:pt x="448" y="477"/>
                </a:lnTo>
                <a:lnTo>
                  <a:pt x="444" y="487"/>
                </a:lnTo>
                <a:lnTo>
                  <a:pt x="448" y="499"/>
                </a:lnTo>
                <a:lnTo>
                  <a:pt x="456" y="507"/>
                </a:lnTo>
                <a:lnTo>
                  <a:pt x="468" y="509"/>
                </a:lnTo>
                <a:lnTo>
                  <a:pt x="478" y="507"/>
                </a:lnTo>
                <a:lnTo>
                  <a:pt x="486" y="499"/>
                </a:lnTo>
                <a:lnTo>
                  <a:pt x="490" y="487"/>
                </a:lnTo>
                <a:lnTo>
                  <a:pt x="486" y="477"/>
                </a:lnTo>
                <a:lnTo>
                  <a:pt x="478" y="467"/>
                </a:lnTo>
                <a:lnTo>
                  <a:pt x="468" y="465"/>
                </a:lnTo>
                <a:close/>
                <a:moveTo>
                  <a:pt x="379" y="465"/>
                </a:moveTo>
                <a:lnTo>
                  <a:pt x="367" y="467"/>
                </a:lnTo>
                <a:lnTo>
                  <a:pt x="359" y="477"/>
                </a:lnTo>
                <a:lnTo>
                  <a:pt x="356" y="487"/>
                </a:lnTo>
                <a:lnTo>
                  <a:pt x="359" y="499"/>
                </a:lnTo>
                <a:lnTo>
                  <a:pt x="367" y="507"/>
                </a:lnTo>
                <a:lnTo>
                  <a:pt x="379" y="509"/>
                </a:lnTo>
                <a:lnTo>
                  <a:pt x="391" y="507"/>
                </a:lnTo>
                <a:lnTo>
                  <a:pt x="398" y="499"/>
                </a:lnTo>
                <a:lnTo>
                  <a:pt x="401" y="487"/>
                </a:lnTo>
                <a:lnTo>
                  <a:pt x="398" y="477"/>
                </a:lnTo>
                <a:lnTo>
                  <a:pt x="391" y="467"/>
                </a:lnTo>
                <a:lnTo>
                  <a:pt x="379" y="465"/>
                </a:lnTo>
                <a:close/>
                <a:moveTo>
                  <a:pt x="290" y="465"/>
                </a:moveTo>
                <a:lnTo>
                  <a:pt x="279" y="467"/>
                </a:lnTo>
                <a:lnTo>
                  <a:pt x="270" y="477"/>
                </a:lnTo>
                <a:lnTo>
                  <a:pt x="267" y="487"/>
                </a:lnTo>
                <a:lnTo>
                  <a:pt x="270" y="499"/>
                </a:lnTo>
                <a:lnTo>
                  <a:pt x="279" y="507"/>
                </a:lnTo>
                <a:lnTo>
                  <a:pt x="290" y="509"/>
                </a:lnTo>
                <a:lnTo>
                  <a:pt x="302" y="507"/>
                </a:lnTo>
                <a:lnTo>
                  <a:pt x="309" y="499"/>
                </a:lnTo>
                <a:lnTo>
                  <a:pt x="312" y="487"/>
                </a:lnTo>
                <a:lnTo>
                  <a:pt x="309" y="477"/>
                </a:lnTo>
                <a:lnTo>
                  <a:pt x="302" y="467"/>
                </a:lnTo>
                <a:lnTo>
                  <a:pt x="290" y="465"/>
                </a:lnTo>
                <a:close/>
                <a:moveTo>
                  <a:pt x="201" y="465"/>
                </a:moveTo>
                <a:lnTo>
                  <a:pt x="190" y="467"/>
                </a:lnTo>
                <a:lnTo>
                  <a:pt x="182" y="477"/>
                </a:lnTo>
                <a:lnTo>
                  <a:pt x="178" y="487"/>
                </a:lnTo>
                <a:lnTo>
                  <a:pt x="182" y="499"/>
                </a:lnTo>
                <a:lnTo>
                  <a:pt x="190" y="507"/>
                </a:lnTo>
                <a:lnTo>
                  <a:pt x="201" y="509"/>
                </a:lnTo>
                <a:lnTo>
                  <a:pt x="212" y="507"/>
                </a:lnTo>
                <a:lnTo>
                  <a:pt x="220" y="499"/>
                </a:lnTo>
                <a:lnTo>
                  <a:pt x="224" y="487"/>
                </a:lnTo>
                <a:lnTo>
                  <a:pt x="220" y="477"/>
                </a:lnTo>
                <a:lnTo>
                  <a:pt x="212" y="467"/>
                </a:lnTo>
                <a:lnTo>
                  <a:pt x="201" y="465"/>
                </a:lnTo>
                <a:close/>
                <a:moveTo>
                  <a:pt x="512" y="376"/>
                </a:moveTo>
                <a:lnTo>
                  <a:pt x="501" y="380"/>
                </a:lnTo>
                <a:lnTo>
                  <a:pt x="493" y="388"/>
                </a:lnTo>
                <a:lnTo>
                  <a:pt x="490" y="399"/>
                </a:lnTo>
                <a:lnTo>
                  <a:pt x="493" y="410"/>
                </a:lnTo>
                <a:lnTo>
                  <a:pt x="501" y="418"/>
                </a:lnTo>
                <a:lnTo>
                  <a:pt x="512" y="422"/>
                </a:lnTo>
                <a:lnTo>
                  <a:pt x="524" y="418"/>
                </a:lnTo>
                <a:lnTo>
                  <a:pt x="532" y="410"/>
                </a:lnTo>
                <a:lnTo>
                  <a:pt x="535" y="399"/>
                </a:lnTo>
                <a:lnTo>
                  <a:pt x="532" y="388"/>
                </a:lnTo>
                <a:lnTo>
                  <a:pt x="524" y="380"/>
                </a:lnTo>
                <a:lnTo>
                  <a:pt x="512" y="376"/>
                </a:lnTo>
                <a:close/>
                <a:moveTo>
                  <a:pt x="423" y="376"/>
                </a:moveTo>
                <a:lnTo>
                  <a:pt x="413" y="380"/>
                </a:lnTo>
                <a:lnTo>
                  <a:pt x="404" y="388"/>
                </a:lnTo>
                <a:lnTo>
                  <a:pt x="401" y="399"/>
                </a:lnTo>
                <a:lnTo>
                  <a:pt x="404" y="410"/>
                </a:lnTo>
                <a:lnTo>
                  <a:pt x="413" y="418"/>
                </a:lnTo>
                <a:lnTo>
                  <a:pt x="423" y="422"/>
                </a:lnTo>
                <a:lnTo>
                  <a:pt x="435" y="418"/>
                </a:lnTo>
                <a:lnTo>
                  <a:pt x="443" y="410"/>
                </a:lnTo>
                <a:lnTo>
                  <a:pt x="446" y="399"/>
                </a:lnTo>
                <a:lnTo>
                  <a:pt x="443" y="388"/>
                </a:lnTo>
                <a:lnTo>
                  <a:pt x="435" y="380"/>
                </a:lnTo>
                <a:lnTo>
                  <a:pt x="423" y="376"/>
                </a:lnTo>
                <a:close/>
                <a:moveTo>
                  <a:pt x="336" y="376"/>
                </a:moveTo>
                <a:lnTo>
                  <a:pt x="324" y="380"/>
                </a:lnTo>
                <a:lnTo>
                  <a:pt x="316" y="388"/>
                </a:lnTo>
                <a:lnTo>
                  <a:pt x="312" y="399"/>
                </a:lnTo>
                <a:lnTo>
                  <a:pt x="316" y="410"/>
                </a:lnTo>
                <a:lnTo>
                  <a:pt x="324" y="418"/>
                </a:lnTo>
                <a:lnTo>
                  <a:pt x="336" y="422"/>
                </a:lnTo>
                <a:lnTo>
                  <a:pt x="346" y="418"/>
                </a:lnTo>
                <a:lnTo>
                  <a:pt x="354" y="410"/>
                </a:lnTo>
                <a:lnTo>
                  <a:pt x="358" y="399"/>
                </a:lnTo>
                <a:lnTo>
                  <a:pt x="354" y="388"/>
                </a:lnTo>
                <a:lnTo>
                  <a:pt x="346" y="380"/>
                </a:lnTo>
                <a:lnTo>
                  <a:pt x="336" y="376"/>
                </a:lnTo>
                <a:close/>
                <a:moveTo>
                  <a:pt x="247" y="376"/>
                </a:moveTo>
                <a:lnTo>
                  <a:pt x="235" y="380"/>
                </a:lnTo>
                <a:lnTo>
                  <a:pt x="227" y="388"/>
                </a:lnTo>
                <a:lnTo>
                  <a:pt x="224" y="399"/>
                </a:lnTo>
                <a:lnTo>
                  <a:pt x="227" y="410"/>
                </a:lnTo>
                <a:lnTo>
                  <a:pt x="235" y="418"/>
                </a:lnTo>
                <a:lnTo>
                  <a:pt x="247" y="422"/>
                </a:lnTo>
                <a:lnTo>
                  <a:pt x="258" y="418"/>
                </a:lnTo>
                <a:lnTo>
                  <a:pt x="266" y="410"/>
                </a:lnTo>
                <a:lnTo>
                  <a:pt x="269" y="399"/>
                </a:lnTo>
                <a:lnTo>
                  <a:pt x="266" y="388"/>
                </a:lnTo>
                <a:lnTo>
                  <a:pt x="258" y="380"/>
                </a:lnTo>
                <a:lnTo>
                  <a:pt x="247" y="376"/>
                </a:lnTo>
                <a:close/>
                <a:moveTo>
                  <a:pt x="158" y="376"/>
                </a:moveTo>
                <a:lnTo>
                  <a:pt x="146" y="380"/>
                </a:lnTo>
                <a:lnTo>
                  <a:pt x="138" y="388"/>
                </a:lnTo>
                <a:lnTo>
                  <a:pt x="135" y="399"/>
                </a:lnTo>
                <a:lnTo>
                  <a:pt x="138" y="410"/>
                </a:lnTo>
                <a:lnTo>
                  <a:pt x="146" y="418"/>
                </a:lnTo>
                <a:lnTo>
                  <a:pt x="158" y="422"/>
                </a:lnTo>
                <a:lnTo>
                  <a:pt x="169" y="418"/>
                </a:lnTo>
                <a:lnTo>
                  <a:pt x="177" y="410"/>
                </a:lnTo>
                <a:lnTo>
                  <a:pt x="180" y="399"/>
                </a:lnTo>
                <a:lnTo>
                  <a:pt x="177" y="388"/>
                </a:lnTo>
                <a:lnTo>
                  <a:pt x="169" y="380"/>
                </a:lnTo>
                <a:lnTo>
                  <a:pt x="158" y="376"/>
                </a:lnTo>
                <a:close/>
                <a:moveTo>
                  <a:pt x="557" y="288"/>
                </a:moveTo>
                <a:lnTo>
                  <a:pt x="545" y="291"/>
                </a:lnTo>
                <a:lnTo>
                  <a:pt x="537" y="299"/>
                </a:lnTo>
                <a:lnTo>
                  <a:pt x="535" y="310"/>
                </a:lnTo>
                <a:lnTo>
                  <a:pt x="537" y="322"/>
                </a:lnTo>
                <a:lnTo>
                  <a:pt x="545" y="330"/>
                </a:lnTo>
                <a:lnTo>
                  <a:pt x="557" y="333"/>
                </a:lnTo>
                <a:lnTo>
                  <a:pt x="569" y="330"/>
                </a:lnTo>
                <a:lnTo>
                  <a:pt x="576" y="322"/>
                </a:lnTo>
                <a:lnTo>
                  <a:pt x="579" y="310"/>
                </a:lnTo>
                <a:lnTo>
                  <a:pt x="576" y="299"/>
                </a:lnTo>
                <a:lnTo>
                  <a:pt x="569" y="291"/>
                </a:lnTo>
                <a:lnTo>
                  <a:pt x="557" y="288"/>
                </a:lnTo>
                <a:close/>
                <a:moveTo>
                  <a:pt x="468" y="288"/>
                </a:moveTo>
                <a:lnTo>
                  <a:pt x="456" y="291"/>
                </a:lnTo>
                <a:lnTo>
                  <a:pt x="448" y="299"/>
                </a:lnTo>
                <a:lnTo>
                  <a:pt x="446" y="310"/>
                </a:lnTo>
                <a:lnTo>
                  <a:pt x="448" y="322"/>
                </a:lnTo>
                <a:lnTo>
                  <a:pt x="456" y="330"/>
                </a:lnTo>
                <a:lnTo>
                  <a:pt x="468" y="333"/>
                </a:lnTo>
                <a:lnTo>
                  <a:pt x="480" y="330"/>
                </a:lnTo>
                <a:lnTo>
                  <a:pt x="487" y="322"/>
                </a:lnTo>
                <a:lnTo>
                  <a:pt x="490" y="310"/>
                </a:lnTo>
                <a:lnTo>
                  <a:pt x="487" y="299"/>
                </a:lnTo>
                <a:lnTo>
                  <a:pt x="480" y="291"/>
                </a:lnTo>
                <a:lnTo>
                  <a:pt x="468" y="288"/>
                </a:lnTo>
                <a:close/>
                <a:moveTo>
                  <a:pt x="379" y="288"/>
                </a:moveTo>
                <a:lnTo>
                  <a:pt x="368" y="291"/>
                </a:lnTo>
                <a:lnTo>
                  <a:pt x="360" y="299"/>
                </a:lnTo>
                <a:lnTo>
                  <a:pt x="356" y="310"/>
                </a:lnTo>
                <a:lnTo>
                  <a:pt x="360" y="322"/>
                </a:lnTo>
                <a:lnTo>
                  <a:pt x="368" y="330"/>
                </a:lnTo>
                <a:lnTo>
                  <a:pt x="379" y="333"/>
                </a:lnTo>
                <a:lnTo>
                  <a:pt x="391" y="330"/>
                </a:lnTo>
                <a:lnTo>
                  <a:pt x="398" y="322"/>
                </a:lnTo>
                <a:lnTo>
                  <a:pt x="402" y="310"/>
                </a:lnTo>
                <a:lnTo>
                  <a:pt x="398" y="299"/>
                </a:lnTo>
                <a:lnTo>
                  <a:pt x="391" y="291"/>
                </a:lnTo>
                <a:lnTo>
                  <a:pt x="379" y="288"/>
                </a:lnTo>
                <a:close/>
                <a:moveTo>
                  <a:pt x="291" y="288"/>
                </a:moveTo>
                <a:lnTo>
                  <a:pt x="279" y="291"/>
                </a:lnTo>
                <a:lnTo>
                  <a:pt x="271" y="299"/>
                </a:lnTo>
                <a:lnTo>
                  <a:pt x="269" y="310"/>
                </a:lnTo>
                <a:lnTo>
                  <a:pt x="271" y="322"/>
                </a:lnTo>
                <a:lnTo>
                  <a:pt x="279" y="330"/>
                </a:lnTo>
                <a:lnTo>
                  <a:pt x="291" y="333"/>
                </a:lnTo>
                <a:lnTo>
                  <a:pt x="302" y="330"/>
                </a:lnTo>
                <a:lnTo>
                  <a:pt x="311" y="322"/>
                </a:lnTo>
                <a:lnTo>
                  <a:pt x="313" y="310"/>
                </a:lnTo>
                <a:lnTo>
                  <a:pt x="311" y="299"/>
                </a:lnTo>
                <a:lnTo>
                  <a:pt x="302" y="291"/>
                </a:lnTo>
                <a:lnTo>
                  <a:pt x="291" y="288"/>
                </a:lnTo>
                <a:close/>
                <a:moveTo>
                  <a:pt x="201" y="288"/>
                </a:moveTo>
                <a:lnTo>
                  <a:pt x="190" y="291"/>
                </a:lnTo>
                <a:lnTo>
                  <a:pt x="182" y="299"/>
                </a:lnTo>
                <a:lnTo>
                  <a:pt x="178" y="310"/>
                </a:lnTo>
                <a:lnTo>
                  <a:pt x="182" y="322"/>
                </a:lnTo>
                <a:lnTo>
                  <a:pt x="190" y="330"/>
                </a:lnTo>
                <a:lnTo>
                  <a:pt x="201" y="333"/>
                </a:lnTo>
                <a:lnTo>
                  <a:pt x="212" y="330"/>
                </a:lnTo>
                <a:lnTo>
                  <a:pt x="220" y="322"/>
                </a:lnTo>
                <a:lnTo>
                  <a:pt x="224" y="310"/>
                </a:lnTo>
                <a:lnTo>
                  <a:pt x="220" y="299"/>
                </a:lnTo>
                <a:lnTo>
                  <a:pt x="212" y="291"/>
                </a:lnTo>
                <a:lnTo>
                  <a:pt x="201" y="288"/>
                </a:lnTo>
                <a:close/>
                <a:moveTo>
                  <a:pt x="113" y="288"/>
                </a:moveTo>
                <a:lnTo>
                  <a:pt x="101" y="291"/>
                </a:lnTo>
                <a:lnTo>
                  <a:pt x="93" y="299"/>
                </a:lnTo>
                <a:lnTo>
                  <a:pt x="91" y="310"/>
                </a:lnTo>
                <a:lnTo>
                  <a:pt x="93" y="322"/>
                </a:lnTo>
                <a:lnTo>
                  <a:pt x="101" y="330"/>
                </a:lnTo>
                <a:lnTo>
                  <a:pt x="113" y="333"/>
                </a:lnTo>
                <a:lnTo>
                  <a:pt x="123" y="330"/>
                </a:lnTo>
                <a:lnTo>
                  <a:pt x="133" y="322"/>
                </a:lnTo>
                <a:lnTo>
                  <a:pt x="135" y="310"/>
                </a:lnTo>
                <a:lnTo>
                  <a:pt x="133" y="299"/>
                </a:lnTo>
                <a:lnTo>
                  <a:pt x="123" y="291"/>
                </a:lnTo>
                <a:lnTo>
                  <a:pt x="113" y="288"/>
                </a:lnTo>
                <a:close/>
                <a:moveTo>
                  <a:pt x="23" y="244"/>
                </a:moveTo>
                <a:lnTo>
                  <a:pt x="646" y="245"/>
                </a:lnTo>
                <a:lnTo>
                  <a:pt x="533" y="530"/>
                </a:lnTo>
                <a:lnTo>
                  <a:pt x="529" y="542"/>
                </a:lnTo>
                <a:lnTo>
                  <a:pt x="523" y="549"/>
                </a:lnTo>
                <a:lnTo>
                  <a:pt x="516" y="552"/>
                </a:lnTo>
                <a:lnTo>
                  <a:pt x="512" y="554"/>
                </a:lnTo>
                <a:lnTo>
                  <a:pt x="510" y="554"/>
                </a:lnTo>
                <a:lnTo>
                  <a:pt x="158" y="554"/>
                </a:lnTo>
                <a:lnTo>
                  <a:pt x="147" y="551"/>
                </a:lnTo>
                <a:lnTo>
                  <a:pt x="140" y="546"/>
                </a:lnTo>
                <a:lnTo>
                  <a:pt x="137" y="539"/>
                </a:lnTo>
                <a:lnTo>
                  <a:pt x="135" y="534"/>
                </a:lnTo>
                <a:lnTo>
                  <a:pt x="134" y="532"/>
                </a:lnTo>
                <a:lnTo>
                  <a:pt x="23" y="244"/>
                </a:lnTo>
                <a:close/>
                <a:moveTo>
                  <a:pt x="24" y="134"/>
                </a:moveTo>
                <a:lnTo>
                  <a:pt x="156" y="134"/>
                </a:lnTo>
                <a:lnTo>
                  <a:pt x="156" y="156"/>
                </a:lnTo>
                <a:lnTo>
                  <a:pt x="156" y="157"/>
                </a:lnTo>
                <a:lnTo>
                  <a:pt x="156" y="162"/>
                </a:lnTo>
                <a:lnTo>
                  <a:pt x="159" y="169"/>
                </a:lnTo>
                <a:lnTo>
                  <a:pt x="161" y="178"/>
                </a:lnTo>
                <a:lnTo>
                  <a:pt x="167" y="186"/>
                </a:lnTo>
                <a:lnTo>
                  <a:pt x="173" y="192"/>
                </a:lnTo>
                <a:lnTo>
                  <a:pt x="184" y="198"/>
                </a:lnTo>
                <a:lnTo>
                  <a:pt x="198" y="199"/>
                </a:lnTo>
                <a:lnTo>
                  <a:pt x="223" y="199"/>
                </a:lnTo>
                <a:lnTo>
                  <a:pt x="240" y="196"/>
                </a:lnTo>
                <a:lnTo>
                  <a:pt x="253" y="189"/>
                </a:lnTo>
                <a:lnTo>
                  <a:pt x="264" y="178"/>
                </a:lnTo>
                <a:lnTo>
                  <a:pt x="271" y="166"/>
                </a:lnTo>
                <a:lnTo>
                  <a:pt x="278" y="153"/>
                </a:lnTo>
                <a:lnTo>
                  <a:pt x="282" y="143"/>
                </a:lnTo>
                <a:lnTo>
                  <a:pt x="283" y="136"/>
                </a:lnTo>
                <a:lnTo>
                  <a:pt x="284" y="134"/>
                </a:lnTo>
                <a:lnTo>
                  <a:pt x="360" y="134"/>
                </a:lnTo>
                <a:lnTo>
                  <a:pt x="362" y="136"/>
                </a:lnTo>
                <a:lnTo>
                  <a:pt x="363" y="144"/>
                </a:lnTo>
                <a:lnTo>
                  <a:pt x="367" y="155"/>
                </a:lnTo>
                <a:lnTo>
                  <a:pt x="372" y="166"/>
                </a:lnTo>
                <a:lnTo>
                  <a:pt x="381" y="178"/>
                </a:lnTo>
                <a:lnTo>
                  <a:pt x="392" y="190"/>
                </a:lnTo>
                <a:lnTo>
                  <a:pt x="406" y="196"/>
                </a:lnTo>
                <a:lnTo>
                  <a:pt x="423" y="199"/>
                </a:lnTo>
                <a:lnTo>
                  <a:pt x="446" y="199"/>
                </a:lnTo>
                <a:lnTo>
                  <a:pt x="447" y="200"/>
                </a:lnTo>
                <a:lnTo>
                  <a:pt x="452" y="199"/>
                </a:lnTo>
                <a:lnTo>
                  <a:pt x="459" y="198"/>
                </a:lnTo>
                <a:lnTo>
                  <a:pt x="468" y="195"/>
                </a:lnTo>
                <a:lnTo>
                  <a:pt x="476" y="190"/>
                </a:lnTo>
                <a:lnTo>
                  <a:pt x="482" y="182"/>
                </a:lnTo>
                <a:lnTo>
                  <a:pt x="487" y="172"/>
                </a:lnTo>
                <a:lnTo>
                  <a:pt x="489" y="156"/>
                </a:lnTo>
                <a:lnTo>
                  <a:pt x="489" y="134"/>
                </a:lnTo>
                <a:lnTo>
                  <a:pt x="645" y="134"/>
                </a:lnTo>
                <a:lnTo>
                  <a:pt x="652" y="136"/>
                </a:lnTo>
                <a:lnTo>
                  <a:pt x="659" y="143"/>
                </a:lnTo>
                <a:lnTo>
                  <a:pt x="663" y="151"/>
                </a:lnTo>
                <a:lnTo>
                  <a:pt x="664" y="160"/>
                </a:lnTo>
                <a:lnTo>
                  <a:pt x="665" y="169"/>
                </a:lnTo>
                <a:lnTo>
                  <a:pt x="665" y="175"/>
                </a:lnTo>
                <a:lnTo>
                  <a:pt x="665" y="178"/>
                </a:lnTo>
                <a:lnTo>
                  <a:pt x="665" y="199"/>
                </a:lnTo>
                <a:lnTo>
                  <a:pt x="664" y="209"/>
                </a:lnTo>
                <a:lnTo>
                  <a:pt x="659" y="215"/>
                </a:lnTo>
                <a:lnTo>
                  <a:pt x="654" y="219"/>
                </a:lnTo>
                <a:lnTo>
                  <a:pt x="648" y="221"/>
                </a:lnTo>
                <a:lnTo>
                  <a:pt x="645" y="221"/>
                </a:lnTo>
                <a:lnTo>
                  <a:pt x="643" y="221"/>
                </a:lnTo>
                <a:lnTo>
                  <a:pt x="624" y="221"/>
                </a:lnTo>
                <a:lnTo>
                  <a:pt x="46" y="221"/>
                </a:lnTo>
                <a:lnTo>
                  <a:pt x="23" y="221"/>
                </a:lnTo>
                <a:lnTo>
                  <a:pt x="12" y="220"/>
                </a:lnTo>
                <a:lnTo>
                  <a:pt x="6" y="216"/>
                </a:lnTo>
                <a:lnTo>
                  <a:pt x="3" y="211"/>
                </a:lnTo>
                <a:lnTo>
                  <a:pt x="2" y="206"/>
                </a:lnTo>
                <a:lnTo>
                  <a:pt x="0" y="202"/>
                </a:lnTo>
                <a:lnTo>
                  <a:pt x="2" y="199"/>
                </a:lnTo>
                <a:lnTo>
                  <a:pt x="2" y="156"/>
                </a:lnTo>
                <a:lnTo>
                  <a:pt x="3" y="145"/>
                </a:lnTo>
                <a:lnTo>
                  <a:pt x="7" y="140"/>
                </a:lnTo>
                <a:lnTo>
                  <a:pt x="12" y="136"/>
                </a:lnTo>
                <a:lnTo>
                  <a:pt x="17" y="134"/>
                </a:lnTo>
                <a:lnTo>
                  <a:pt x="23" y="134"/>
                </a:lnTo>
                <a:lnTo>
                  <a:pt x="24" y="134"/>
                </a:lnTo>
                <a:close/>
                <a:moveTo>
                  <a:pt x="356" y="0"/>
                </a:moveTo>
                <a:lnTo>
                  <a:pt x="379" y="0"/>
                </a:lnTo>
                <a:lnTo>
                  <a:pt x="381" y="1"/>
                </a:lnTo>
                <a:lnTo>
                  <a:pt x="387" y="4"/>
                </a:lnTo>
                <a:lnTo>
                  <a:pt x="393" y="9"/>
                </a:lnTo>
                <a:lnTo>
                  <a:pt x="398" y="16"/>
                </a:lnTo>
                <a:lnTo>
                  <a:pt x="401" y="22"/>
                </a:lnTo>
                <a:lnTo>
                  <a:pt x="468" y="156"/>
                </a:lnTo>
                <a:lnTo>
                  <a:pt x="466" y="162"/>
                </a:lnTo>
                <a:lnTo>
                  <a:pt x="465" y="169"/>
                </a:lnTo>
                <a:lnTo>
                  <a:pt x="463" y="173"/>
                </a:lnTo>
                <a:lnTo>
                  <a:pt x="456" y="177"/>
                </a:lnTo>
                <a:lnTo>
                  <a:pt x="446" y="178"/>
                </a:lnTo>
                <a:lnTo>
                  <a:pt x="423" y="178"/>
                </a:lnTo>
                <a:lnTo>
                  <a:pt x="418" y="175"/>
                </a:lnTo>
                <a:lnTo>
                  <a:pt x="411" y="172"/>
                </a:lnTo>
                <a:lnTo>
                  <a:pt x="405" y="165"/>
                </a:lnTo>
                <a:lnTo>
                  <a:pt x="401" y="156"/>
                </a:lnTo>
                <a:lnTo>
                  <a:pt x="334" y="22"/>
                </a:lnTo>
                <a:lnTo>
                  <a:pt x="334" y="16"/>
                </a:lnTo>
                <a:lnTo>
                  <a:pt x="336" y="9"/>
                </a:lnTo>
                <a:lnTo>
                  <a:pt x="339" y="4"/>
                </a:lnTo>
                <a:lnTo>
                  <a:pt x="346" y="1"/>
                </a:lnTo>
                <a:lnTo>
                  <a:pt x="356" y="0"/>
                </a:lnTo>
                <a:close/>
                <a:moveTo>
                  <a:pt x="267" y="0"/>
                </a:moveTo>
                <a:lnTo>
                  <a:pt x="290" y="0"/>
                </a:lnTo>
                <a:lnTo>
                  <a:pt x="300" y="1"/>
                </a:lnTo>
                <a:lnTo>
                  <a:pt x="307" y="4"/>
                </a:lnTo>
                <a:lnTo>
                  <a:pt x="311" y="9"/>
                </a:lnTo>
                <a:lnTo>
                  <a:pt x="312" y="16"/>
                </a:lnTo>
                <a:lnTo>
                  <a:pt x="312" y="22"/>
                </a:lnTo>
                <a:lnTo>
                  <a:pt x="245" y="156"/>
                </a:lnTo>
                <a:lnTo>
                  <a:pt x="241" y="165"/>
                </a:lnTo>
                <a:lnTo>
                  <a:pt x="235" y="172"/>
                </a:lnTo>
                <a:lnTo>
                  <a:pt x="228" y="175"/>
                </a:lnTo>
                <a:lnTo>
                  <a:pt x="223" y="178"/>
                </a:lnTo>
                <a:lnTo>
                  <a:pt x="201" y="178"/>
                </a:lnTo>
                <a:lnTo>
                  <a:pt x="190" y="177"/>
                </a:lnTo>
                <a:lnTo>
                  <a:pt x="184" y="173"/>
                </a:lnTo>
                <a:lnTo>
                  <a:pt x="181" y="169"/>
                </a:lnTo>
                <a:lnTo>
                  <a:pt x="180" y="162"/>
                </a:lnTo>
                <a:lnTo>
                  <a:pt x="178" y="156"/>
                </a:lnTo>
                <a:lnTo>
                  <a:pt x="245" y="22"/>
                </a:lnTo>
                <a:lnTo>
                  <a:pt x="248" y="16"/>
                </a:lnTo>
                <a:lnTo>
                  <a:pt x="253" y="9"/>
                </a:lnTo>
                <a:lnTo>
                  <a:pt x="260" y="4"/>
                </a:lnTo>
                <a:lnTo>
                  <a:pt x="265" y="1"/>
                </a:lnTo>
                <a:lnTo>
                  <a:pt x="26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1" name="Freeform 25"/>
          <p:cNvSpPr>
            <a:spLocks noChangeAspect="1" noEditPoints="1"/>
          </p:cNvSpPr>
          <p:nvPr/>
        </p:nvSpPr>
        <p:spPr bwMode="auto">
          <a:xfrm>
            <a:off x="7725308" y="2960948"/>
            <a:ext cx="1080000" cy="894857"/>
          </a:xfrm>
          <a:custGeom>
            <a:avLst/>
            <a:gdLst>
              <a:gd name="T0" fmla="*/ 597 w 665"/>
              <a:gd name="T1" fmla="*/ 526 h 551"/>
              <a:gd name="T2" fmla="*/ 580 w 665"/>
              <a:gd name="T3" fmla="*/ 549 h 551"/>
              <a:gd name="T4" fmla="*/ 93 w 665"/>
              <a:gd name="T5" fmla="*/ 551 h 551"/>
              <a:gd name="T6" fmla="*/ 72 w 665"/>
              <a:gd name="T7" fmla="*/ 535 h 551"/>
              <a:gd name="T8" fmla="*/ 45 w 665"/>
              <a:gd name="T9" fmla="*/ 253 h 551"/>
              <a:gd name="T10" fmla="*/ 161 w 665"/>
              <a:gd name="T11" fmla="*/ 161 h 551"/>
              <a:gd name="T12" fmla="*/ 162 w 665"/>
              <a:gd name="T13" fmla="*/ 175 h 551"/>
              <a:gd name="T14" fmla="*/ 179 w 665"/>
              <a:gd name="T15" fmla="*/ 199 h 551"/>
              <a:gd name="T16" fmla="*/ 229 w 665"/>
              <a:gd name="T17" fmla="*/ 207 h 551"/>
              <a:gd name="T18" fmla="*/ 272 w 665"/>
              <a:gd name="T19" fmla="*/ 185 h 551"/>
              <a:gd name="T20" fmla="*/ 290 w 665"/>
              <a:gd name="T21" fmla="*/ 148 h 551"/>
              <a:gd name="T22" fmla="*/ 371 w 665"/>
              <a:gd name="T23" fmla="*/ 137 h 551"/>
              <a:gd name="T24" fmla="*/ 378 w 665"/>
              <a:gd name="T25" fmla="*/ 160 h 551"/>
              <a:gd name="T26" fmla="*/ 404 w 665"/>
              <a:gd name="T27" fmla="*/ 196 h 551"/>
              <a:gd name="T28" fmla="*/ 459 w 665"/>
              <a:gd name="T29" fmla="*/ 207 h 551"/>
              <a:gd name="T30" fmla="*/ 474 w 665"/>
              <a:gd name="T31" fmla="*/ 206 h 551"/>
              <a:gd name="T32" fmla="*/ 498 w 665"/>
              <a:gd name="T33" fmla="*/ 189 h 551"/>
              <a:gd name="T34" fmla="*/ 505 w 665"/>
              <a:gd name="T35" fmla="*/ 139 h 551"/>
              <a:gd name="T36" fmla="*/ 658 w 665"/>
              <a:gd name="T37" fmla="*/ 148 h 551"/>
              <a:gd name="T38" fmla="*/ 665 w 665"/>
              <a:gd name="T39" fmla="*/ 175 h 551"/>
              <a:gd name="T40" fmla="*/ 665 w 665"/>
              <a:gd name="T41" fmla="*/ 207 h 551"/>
              <a:gd name="T42" fmla="*/ 653 w 665"/>
              <a:gd name="T43" fmla="*/ 227 h 551"/>
              <a:gd name="T44" fmla="*/ 641 w 665"/>
              <a:gd name="T45" fmla="*/ 229 h 551"/>
              <a:gd name="T46" fmla="*/ 5 w 665"/>
              <a:gd name="T47" fmla="*/ 224 h 551"/>
              <a:gd name="T48" fmla="*/ 0 w 665"/>
              <a:gd name="T49" fmla="*/ 208 h 551"/>
              <a:gd name="T50" fmla="*/ 2 w 665"/>
              <a:gd name="T51" fmla="*/ 151 h 551"/>
              <a:gd name="T52" fmla="*/ 18 w 665"/>
              <a:gd name="T53" fmla="*/ 139 h 551"/>
              <a:gd name="T54" fmla="*/ 368 w 665"/>
              <a:gd name="T55" fmla="*/ 0 h 551"/>
              <a:gd name="T56" fmla="*/ 399 w 665"/>
              <a:gd name="T57" fmla="*/ 5 h 551"/>
              <a:gd name="T58" fmla="*/ 413 w 665"/>
              <a:gd name="T59" fmla="*/ 24 h 551"/>
              <a:gd name="T60" fmla="*/ 480 w 665"/>
              <a:gd name="T61" fmla="*/ 174 h 551"/>
              <a:gd name="T62" fmla="*/ 459 w 665"/>
              <a:gd name="T63" fmla="*/ 183 h 551"/>
              <a:gd name="T64" fmla="*/ 425 w 665"/>
              <a:gd name="T65" fmla="*/ 178 h 551"/>
              <a:gd name="T66" fmla="*/ 344 w 665"/>
              <a:gd name="T67" fmla="*/ 24 h 551"/>
              <a:gd name="T68" fmla="*/ 351 w 665"/>
              <a:gd name="T69" fmla="*/ 5 h 551"/>
              <a:gd name="T70" fmla="*/ 276 w 665"/>
              <a:gd name="T71" fmla="*/ 0 h 551"/>
              <a:gd name="T72" fmla="*/ 316 w 665"/>
              <a:gd name="T73" fmla="*/ 5 h 551"/>
              <a:gd name="T74" fmla="*/ 322 w 665"/>
              <a:gd name="T75" fmla="*/ 24 h 551"/>
              <a:gd name="T76" fmla="*/ 242 w 665"/>
              <a:gd name="T77" fmla="*/ 178 h 551"/>
              <a:gd name="T78" fmla="*/ 207 w 665"/>
              <a:gd name="T79" fmla="*/ 183 h 551"/>
              <a:gd name="T80" fmla="*/ 186 w 665"/>
              <a:gd name="T81" fmla="*/ 174 h 551"/>
              <a:gd name="T82" fmla="*/ 252 w 665"/>
              <a:gd name="T83" fmla="*/ 24 h 551"/>
              <a:gd name="T84" fmla="*/ 268 w 665"/>
              <a:gd name="T85" fmla="*/ 5 h 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5" h="551">
                <a:moveTo>
                  <a:pt x="45" y="253"/>
                </a:moveTo>
                <a:lnTo>
                  <a:pt x="620" y="253"/>
                </a:lnTo>
                <a:lnTo>
                  <a:pt x="597" y="526"/>
                </a:lnTo>
                <a:lnTo>
                  <a:pt x="591" y="538"/>
                </a:lnTo>
                <a:lnTo>
                  <a:pt x="586" y="546"/>
                </a:lnTo>
                <a:lnTo>
                  <a:pt x="580" y="549"/>
                </a:lnTo>
                <a:lnTo>
                  <a:pt x="574" y="550"/>
                </a:lnTo>
                <a:lnTo>
                  <a:pt x="573" y="550"/>
                </a:lnTo>
                <a:lnTo>
                  <a:pt x="93" y="551"/>
                </a:lnTo>
                <a:lnTo>
                  <a:pt x="82" y="549"/>
                </a:lnTo>
                <a:lnTo>
                  <a:pt x="76" y="542"/>
                </a:lnTo>
                <a:lnTo>
                  <a:pt x="72" y="535"/>
                </a:lnTo>
                <a:lnTo>
                  <a:pt x="69" y="530"/>
                </a:lnTo>
                <a:lnTo>
                  <a:pt x="69" y="528"/>
                </a:lnTo>
                <a:lnTo>
                  <a:pt x="45" y="253"/>
                </a:lnTo>
                <a:close/>
                <a:moveTo>
                  <a:pt x="25" y="137"/>
                </a:moveTo>
                <a:lnTo>
                  <a:pt x="161" y="137"/>
                </a:lnTo>
                <a:lnTo>
                  <a:pt x="161" y="161"/>
                </a:lnTo>
                <a:lnTo>
                  <a:pt x="161" y="162"/>
                </a:lnTo>
                <a:lnTo>
                  <a:pt x="161" y="168"/>
                </a:lnTo>
                <a:lnTo>
                  <a:pt x="162" y="175"/>
                </a:lnTo>
                <a:lnTo>
                  <a:pt x="166" y="183"/>
                </a:lnTo>
                <a:lnTo>
                  <a:pt x="171" y="192"/>
                </a:lnTo>
                <a:lnTo>
                  <a:pt x="179" y="199"/>
                </a:lnTo>
                <a:lnTo>
                  <a:pt x="189" y="204"/>
                </a:lnTo>
                <a:lnTo>
                  <a:pt x="204" y="207"/>
                </a:lnTo>
                <a:lnTo>
                  <a:pt x="229" y="207"/>
                </a:lnTo>
                <a:lnTo>
                  <a:pt x="247" y="203"/>
                </a:lnTo>
                <a:lnTo>
                  <a:pt x="260" y="195"/>
                </a:lnTo>
                <a:lnTo>
                  <a:pt x="272" y="185"/>
                </a:lnTo>
                <a:lnTo>
                  <a:pt x="280" y="172"/>
                </a:lnTo>
                <a:lnTo>
                  <a:pt x="286" y="160"/>
                </a:lnTo>
                <a:lnTo>
                  <a:pt x="290" y="148"/>
                </a:lnTo>
                <a:lnTo>
                  <a:pt x="292" y="141"/>
                </a:lnTo>
                <a:lnTo>
                  <a:pt x="293" y="137"/>
                </a:lnTo>
                <a:lnTo>
                  <a:pt x="371" y="137"/>
                </a:lnTo>
                <a:lnTo>
                  <a:pt x="373" y="141"/>
                </a:lnTo>
                <a:lnTo>
                  <a:pt x="374" y="149"/>
                </a:lnTo>
                <a:lnTo>
                  <a:pt x="378" y="160"/>
                </a:lnTo>
                <a:lnTo>
                  <a:pt x="385" y="173"/>
                </a:lnTo>
                <a:lnTo>
                  <a:pt x="392" y="185"/>
                </a:lnTo>
                <a:lnTo>
                  <a:pt x="404" y="196"/>
                </a:lnTo>
                <a:lnTo>
                  <a:pt x="419" y="204"/>
                </a:lnTo>
                <a:lnTo>
                  <a:pt x="437" y="207"/>
                </a:lnTo>
                <a:lnTo>
                  <a:pt x="459" y="207"/>
                </a:lnTo>
                <a:lnTo>
                  <a:pt x="462" y="207"/>
                </a:lnTo>
                <a:lnTo>
                  <a:pt x="467" y="207"/>
                </a:lnTo>
                <a:lnTo>
                  <a:pt x="474" y="206"/>
                </a:lnTo>
                <a:lnTo>
                  <a:pt x="483" y="202"/>
                </a:lnTo>
                <a:lnTo>
                  <a:pt x="491" y="196"/>
                </a:lnTo>
                <a:lnTo>
                  <a:pt x="498" y="189"/>
                </a:lnTo>
                <a:lnTo>
                  <a:pt x="504" y="177"/>
                </a:lnTo>
                <a:lnTo>
                  <a:pt x="505" y="161"/>
                </a:lnTo>
                <a:lnTo>
                  <a:pt x="505" y="139"/>
                </a:lnTo>
                <a:lnTo>
                  <a:pt x="642" y="139"/>
                </a:lnTo>
                <a:lnTo>
                  <a:pt x="652" y="141"/>
                </a:lnTo>
                <a:lnTo>
                  <a:pt x="658" y="148"/>
                </a:lnTo>
                <a:lnTo>
                  <a:pt x="662" y="156"/>
                </a:lnTo>
                <a:lnTo>
                  <a:pt x="663" y="166"/>
                </a:lnTo>
                <a:lnTo>
                  <a:pt x="665" y="175"/>
                </a:lnTo>
                <a:lnTo>
                  <a:pt x="665" y="181"/>
                </a:lnTo>
                <a:lnTo>
                  <a:pt x="665" y="183"/>
                </a:lnTo>
                <a:lnTo>
                  <a:pt x="665" y="207"/>
                </a:lnTo>
                <a:lnTo>
                  <a:pt x="662" y="216"/>
                </a:lnTo>
                <a:lnTo>
                  <a:pt x="658" y="223"/>
                </a:lnTo>
                <a:lnTo>
                  <a:pt x="653" y="227"/>
                </a:lnTo>
                <a:lnTo>
                  <a:pt x="648" y="229"/>
                </a:lnTo>
                <a:lnTo>
                  <a:pt x="644" y="229"/>
                </a:lnTo>
                <a:lnTo>
                  <a:pt x="641" y="229"/>
                </a:lnTo>
                <a:lnTo>
                  <a:pt x="23" y="229"/>
                </a:lnTo>
                <a:lnTo>
                  <a:pt x="13" y="228"/>
                </a:lnTo>
                <a:lnTo>
                  <a:pt x="5" y="224"/>
                </a:lnTo>
                <a:lnTo>
                  <a:pt x="2" y="219"/>
                </a:lnTo>
                <a:lnTo>
                  <a:pt x="1" y="212"/>
                </a:lnTo>
                <a:lnTo>
                  <a:pt x="0" y="208"/>
                </a:lnTo>
                <a:lnTo>
                  <a:pt x="0" y="207"/>
                </a:lnTo>
                <a:lnTo>
                  <a:pt x="0" y="161"/>
                </a:lnTo>
                <a:lnTo>
                  <a:pt x="2" y="151"/>
                </a:lnTo>
                <a:lnTo>
                  <a:pt x="6" y="144"/>
                </a:lnTo>
                <a:lnTo>
                  <a:pt x="13" y="140"/>
                </a:lnTo>
                <a:lnTo>
                  <a:pt x="18" y="139"/>
                </a:lnTo>
                <a:lnTo>
                  <a:pt x="22" y="137"/>
                </a:lnTo>
                <a:lnTo>
                  <a:pt x="25" y="137"/>
                </a:lnTo>
                <a:close/>
                <a:moveTo>
                  <a:pt x="368" y="0"/>
                </a:moveTo>
                <a:lnTo>
                  <a:pt x="390" y="0"/>
                </a:lnTo>
                <a:lnTo>
                  <a:pt x="392" y="1"/>
                </a:lnTo>
                <a:lnTo>
                  <a:pt x="399" y="5"/>
                </a:lnTo>
                <a:lnTo>
                  <a:pt x="405" y="9"/>
                </a:lnTo>
                <a:lnTo>
                  <a:pt x="411" y="16"/>
                </a:lnTo>
                <a:lnTo>
                  <a:pt x="413" y="24"/>
                </a:lnTo>
                <a:lnTo>
                  <a:pt x="483" y="161"/>
                </a:lnTo>
                <a:lnTo>
                  <a:pt x="481" y="168"/>
                </a:lnTo>
                <a:lnTo>
                  <a:pt x="480" y="174"/>
                </a:lnTo>
                <a:lnTo>
                  <a:pt x="477" y="179"/>
                </a:lnTo>
                <a:lnTo>
                  <a:pt x="471" y="183"/>
                </a:lnTo>
                <a:lnTo>
                  <a:pt x="459" y="183"/>
                </a:lnTo>
                <a:lnTo>
                  <a:pt x="437" y="183"/>
                </a:lnTo>
                <a:lnTo>
                  <a:pt x="432" y="182"/>
                </a:lnTo>
                <a:lnTo>
                  <a:pt x="425" y="178"/>
                </a:lnTo>
                <a:lnTo>
                  <a:pt x="417" y="170"/>
                </a:lnTo>
                <a:lnTo>
                  <a:pt x="413" y="161"/>
                </a:lnTo>
                <a:lnTo>
                  <a:pt x="344" y="24"/>
                </a:lnTo>
                <a:lnTo>
                  <a:pt x="345" y="16"/>
                </a:lnTo>
                <a:lnTo>
                  <a:pt x="347" y="9"/>
                </a:lnTo>
                <a:lnTo>
                  <a:pt x="351" y="5"/>
                </a:lnTo>
                <a:lnTo>
                  <a:pt x="357" y="1"/>
                </a:lnTo>
                <a:lnTo>
                  <a:pt x="368" y="0"/>
                </a:lnTo>
                <a:close/>
                <a:moveTo>
                  <a:pt x="276" y="0"/>
                </a:moveTo>
                <a:lnTo>
                  <a:pt x="298" y="0"/>
                </a:lnTo>
                <a:lnTo>
                  <a:pt x="309" y="1"/>
                </a:lnTo>
                <a:lnTo>
                  <a:pt x="316" y="5"/>
                </a:lnTo>
                <a:lnTo>
                  <a:pt x="319" y="9"/>
                </a:lnTo>
                <a:lnTo>
                  <a:pt x="322" y="16"/>
                </a:lnTo>
                <a:lnTo>
                  <a:pt x="322" y="24"/>
                </a:lnTo>
                <a:lnTo>
                  <a:pt x="252" y="161"/>
                </a:lnTo>
                <a:lnTo>
                  <a:pt x="248" y="170"/>
                </a:lnTo>
                <a:lnTo>
                  <a:pt x="242" y="178"/>
                </a:lnTo>
                <a:lnTo>
                  <a:pt x="234" y="182"/>
                </a:lnTo>
                <a:lnTo>
                  <a:pt x="230" y="183"/>
                </a:lnTo>
                <a:lnTo>
                  <a:pt x="207" y="183"/>
                </a:lnTo>
                <a:lnTo>
                  <a:pt x="196" y="183"/>
                </a:lnTo>
                <a:lnTo>
                  <a:pt x="189" y="179"/>
                </a:lnTo>
                <a:lnTo>
                  <a:pt x="186" y="174"/>
                </a:lnTo>
                <a:lnTo>
                  <a:pt x="184" y="168"/>
                </a:lnTo>
                <a:lnTo>
                  <a:pt x="184" y="161"/>
                </a:lnTo>
                <a:lnTo>
                  <a:pt x="252" y="24"/>
                </a:lnTo>
                <a:lnTo>
                  <a:pt x="255" y="16"/>
                </a:lnTo>
                <a:lnTo>
                  <a:pt x="260" y="9"/>
                </a:lnTo>
                <a:lnTo>
                  <a:pt x="268" y="5"/>
                </a:lnTo>
                <a:lnTo>
                  <a:pt x="273" y="1"/>
                </a:lnTo>
                <a:lnTo>
                  <a:pt x="27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" name="Freeform 26"/>
          <p:cNvSpPr>
            <a:spLocks noChangeAspect="1" noEditPoints="1"/>
          </p:cNvSpPr>
          <p:nvPr/>
        </p:nvSpPr>
        <p:spPr bwMode="auto">
          <a:xfrm>
            <a:off x="1100572" y="4689140"/>
            <a:ext cx="1080000" cy="795362"/>
          </a:xfrm>
          <a:custGeom>
            <a:avLst/>
            <a:gdLst>
              <a:gd name="T0" fmla="*/ 525 w 664"/>
              <a:gd name="T1" fmla="*/ 453 h 489"/>
              <a:gd name="T2" fmla="*/ 547 w 664"/>
              <a:gd name="T3" fmla="*/ 475 h 489"/>
              <a:gd name="T4" fmla="*/ 567 w 664"/>
              <a:gd name="T5" fmla="*/ 448 h 489"/>
              <a:gd name="T6" fmla="*/ 183 w 664"/>
              <a:gd name="T7" fmla="*/ 432 h 489"/>
              <a:gd name="T8" fmla="*/ 170 w 664"/>
              <a:gd name="T9" fmla="*/ 464 h 489"/>
              <a:gd name="T10" fmla="*/ 200 w 664"/>
              <a:gd name="T11" fmla="*/ 473 h 489"/>
              <a:gd name="T12" fmla="*/ 204 w 664"/>
              <a:gd name="T13" fmla="*/ 438 h 489"/>
              <a:gd name="T14" fmla="*/ 374 w 664"/>
              <a:gd name="T15" fmla="*/ 432 h 489"/>
              <a:gd name="T16" fmla="*/ 374 w 664"/>
              <a:gd name="T17" fmla="*/ 468 h 489"/>
              <a:gd name="T18" fmla="*/ 405 w 664"/>
              <a:gd name="T19" fmla="*/ 468 h 489"/>
              <a:gd name="T20" fmla="*/ 402 w 664"/>
              <a:gd name="T21" fmla="*/ 431 h 489"/>
              <a:gd name="T22" fmla="*/ 94 w 664"/>
              <a:gd name="T23" fmla="*/ 393 h 489"/>
              <a:gd name="T24" fmla="*/ 97 w 664"/>
              <a:gd name="T25" fmla="*/ 431 h 489"/>
              <a:gd name="T26" fmla="*/ 126 w 664"/>
              <a:gd name="T27" fmla="*/ 426 h 489"/>
              <a:gd name="T28" fmla="*/ 123 w 664"/>
              <a:gd name="T29" fmla="*/ 392 h 489"/>
              <a:gd name="T30" fmla="*/ 533 w 664"/>
              <a:gd name="T31" fmla="*/ 390 h 489"/>
              <a:gd name="T32" fmla="*/ 537 w 664"/>
              <a:gd name="T33" fmla="*/ 418 h 489"/>
              <a:gd name="T34" fmla="*/ 563 w 664"/>
              <a:gd name="T35" fmla="*/ 407 h 489"/>
              <a:gd name="T36" fmla="*/ 546 w 664"/>
              <a:gd name="T37" fmla="*/ 385 h 489"/>
              <a:gd name="T38" fmla="*/ 171 w 664"/>
              <a:gd name="T39" fmla="*/ 403 h 489"/>
              <a:gd name="T40" fmla="*/ 194 w 664"/>
              <a:gd name="T41" fmla="*/ 419 h 489"/>
              <a:gd name="T42" fmla="*/ 204 w 664"/>
              <a:gd name="T43" fmla="*/ 394 h 489"/>
              <a:gd name="T44" fmla="*/ 495 w 664"/>
              <a:gd name="T45" fmla="*/ 389 h 489"/>
              <a:gd name="T46" fmla="*/ 480 w 664"/>
              <a:gd name="T47" fmla="*/ 415 h 489"/>
              <a:gd name="T48" fmla="*/ 477 w 664"/>
              <a:gd name="T49" fmla="*/ 486 h 489"/>
              <a:gd name="T50" fmla="*/ 446 w 664"/>
              <a:gd name="T51" fmla="*/ 462 h 489"/>
              <a:gd name="T52" fmla="*/ 475 w 664"/>
              <a:gd name="T53" fmla="*/ 473 h 489"/>
              <a:gd name="T54" fmla="*/ 484 w 664"/>
              <a:gd name="T55" fmla="*/ 436 h 489"/>
              <a:gd name="T56" fmla="*/ 450 w 664"/>
              <a:gd name="T57" fmla="*/ 431 h 489"/>
              <a:gd name="T58" fmla="*/ 301 w 664"/>
              <a:gd name="T59" fmla="*/ 392 h 489"/>
              <a:gd name="T60" fmla="*/ 263 w 664"/>
              <a:gd name="T61" fmla="*/ 485 h 489"/>
              <a:gd name="T62" fmla="*/ 234 w 664"/>
              <a:gd name="T63" fmla="*/ 372 h 489"/>
              <a:gd name="T64" fmla="*/ 141 w 664"/>
              <a:gd name="T65" fmla="*/ 444 h 489"/>
              <a:gd name="T66" fmla="*/ 79 w 664"/>
              <a:gd name="T67" fmla="*/ 469 h 489"/>
              <a:gd name="T68" fmla="*/ 102 w 664"/>
              <a:gd name="T69" fmla="*/ 475 h 489"/>
              <a:gd name="T70" fmla="*/ 131 w 664"/>
              <a:gd name="T71" fmla="*/ 434 h 489"/>
              <a:gd name="T72" fmla="*/ 84 w 664"/>
              <a:gd name="T73" fmla="*/ 438 h 489"/>
              <a:gd name="T74" fmla="*/ 109 w 664"/>
              <a:gd name="T75" fmla="*/ 371 h 489"/>
              <a:gd name="T76" fmla="*/ 575 w 664"/>
              <a:gd name="T77" fmla="*/ 413 h 489"/>
              <a:gd name="T78" fmla="*/ 580 w 664"/>
              <a:gd name="T79" fmla="*/ 445 h 489"/>
              <a:gd name="T80" fmla="*/ 522 w 664"/>
              <a:gd name="T81" fmla="*/ 479 h 489"/>
              <a:gd name="T82" fmla="*/ 524 w 664"/>
              <a:gd name="T83" fmla="*/ 428 h 489"/>
              <a:gd name="T84" fmla="*/ 517 w 664"/>
              <a:gd name="T85" fmla="*/ 390 h 489"/>
              <a:gd name="T86" fmla="*/ 217 w 664"/>
              <a:gd name="T87" fmla="*/ 389 h 489"/>
              <a:gd name="T88" fmla="*/ 212 w 664"/>
              <a:gd name="T89" fmla="*/ 428 h 489"/>
              <a:gd name="T90" fmla="*/ 204 w 664"/>
              <a:gd name="T91" fmla="*/ 485 h 489"/>
              <a:gd name="T92" fmla="*/ 157 w 664"/>
              <a:gd name="T93" fmla="*/ 441 h 489"/>
              <a:gd name="T94" fmla="*/ 161 w 664"/>
              <a:gd name="T95" fmla="*/ 415 h 489"/>
              <a:gd name="T96" fmla="*/ 390 w 664"/>
              <a:gd name="T97" fmla="*/ 369 h 489"/>
              <a:gd name="T98" fmla="*/ 405 w 664"/>
              <a:gd name="T99" fmla="*/ 392 h 489"/>
              <a:gd name="T100" fmla="*/ 373 w 664"/>
              <a:gd name="T101" fmla="*/ 396 h 489"/>
              <a:gd name="T102" fmla="*/ 391 w 664"/>
              <a:gd name="T103" fmla="*/ 414 h 489"/>
              <a:gd name="T104" fmla="*/ 403 w 664"/>
              <a:gd name="T105" fmla="*/ 485 h 489"/>
              <a:gd name="T106" fmla="*/ 355 w 664"/>
              <a:gd name="T107" fmla="*/ 417 h 489"/>
              <a:gd name="T108" fmla="*/ 664 w 664"/>
              <a:gd name="T109" fmla="*/ 0 h 489"/>
              <a:gd name="T110" fmla="*/ 428 w 664"/>
              <a:gd name="T111" fmla="*/ 345 h 489"/>
              <a:gd name="T112" fmla="*/ 546 w 664"/>
              <a:gd name="T113" fmla="*/ 0 h 489"/>
              <a:gd name="T114" fmla="*/ 497 w 664"/>
              <a:gd name="T115" fmla="*/ 345 h 489"/>
              <a:gd name="T116" fmla="*/ 309 w 664"/>
              <a:gd name="T117" fmla="*/ 0 h 489"/>
              <a:gd name="T118" fmla="*/ 212 w 664"/>
              <a:gd name="T119" fmla="*/ 0 h 489"/>
              <a:gd name="T120" fmla="*/ 71 w 664"/>
              <a:gd name="T121" fmla="*/ 345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64" h="489">
                <a:moveTo>
                  <a:pt x="546" y="432"/>
                </a:moveTo>
                <a:lnTo>
                  <a:pt x="541" y="432"/>
                </a:lnTo>
                <a:lnTo>
                  <a:pt x="535" y="435"/>
                </a:lnTo>
                <a:lnTo>
                  <a:pt x="531" y="438"/>
                </a:lnTo>
                <a:lnTo>
                  <a:pt x="528" y="443"/>
                </a:lnTo>
                <a:lnTo>
                  <a:pt x="526" y="448"/>
                </a:lnTo>
                <a:lnTo>
                  <a:pt x="525" y="453"/>
                </a:lnTo>
                <a:lnTo>
                  <a:pt x="526" y="460"/>
                </a:lnTo>
                <a:lnTo>
                  <a:pt x="528" y="464"/>
                </a:lnTo>
                <a:lnTo>
                  <a:pt x="530" y="469"/>
                </a:lnTo>
                <a:lnTo>
                  <a:pt x="534" y="472"/>
                </a:lnTo>
                <a:lnTo>
                  <a:pt x="537" y="473"/>
                </a:lnTo>
                <a:lnTo>
                  <a:pt x="542" y="474"/>
                </a:lnTo>
                <a:lnTo>
                  <a:pt x="547" y="475"/>
                </a:lnTo>
                <a:lnTo>
                  <a:pt x="552" y="474"/>
                </a:lnTo>
                <a:lnTo>
                  <a:pt x="558" y="473"/>
                </a:lnTo>
                <a:lnTo>
                  <a:pt x="562" y="470"/>
                </a:lnTo>
                <a:lnTo>
                  <a:pt x="564" y="466"/>
                </a:lnTo>
                <a:lnTo>
                  <a:pt x="567" y="461"/>
                </a:lnTo>
                <a:lnTo>
                  <a:pt x="567" y="455"/>
                </a:lnTo>
                <a:lnTo>
                  <a:pt x="567" y="448"/>
                </a:lnTo>
                <a:lnTo>
                  <a:pt x="564" y="441"/>
                </a:lnTo>
                <a:lnTo>
                  <a:pt x="562" y="438"/>
                </a:lnTo>
                <a:lnTo>
                  <a:pt x="556" y="435"/>
                </a:lnTo>
                <a:lnTo>
                  <a:pt x="551" y="432"/>
                </a:lnTo>
                <a:lnTo>
                  <a:pt x="546" y="432"/>
                </a:lnTo>
                <a:close/>
                <a:moveTo>
                  <a:pt x="189" y="432"/>
                </a:moveTo>
                <a:lnTo>
                  <a:pt x="183" y="432"/>
                </a:lnTo>
                <a:lnTo>
                  <a:pt x="178" y="435"/>
                </a:lnTo>
                <a:lnTo>
                  <a:pt x="174" y="438"/>
                </a:lnTo>
                <a:lnTo>
                  <a:pt x="171" y="443"/>
                </a:lnTo>
                <a:lnTo>
                  <a:pt x="169" y="448"/>
                </a:lnTo>
                <a:lnTo>
                  <a:pt x="169" y="453"/>
                </a:lnTo>
                <a:lnTo>
                  <a:pt x="169" y="460"/>
                </a:lnTo>
                <a:lnTo>
                  <a:pt x="170" y="464"/>
                </a:lnTo>
                <a:lnTo>
                  <a:pt x="174" y="469"/>
                </a:lnTo>
                <a:lnTo>
                  <a:pt x="177" y="472"/>
                </a:lnTo>
                <a:lnTo>
                  <a:pt x="181" y="473"/>
                </a:lnTo>
                <a:lnTo>
                  <a:pt x="185" y="474"/>
                </a:lnTo>
                <a:lnTo>
                  <a:pt x="190" y="475"/>
                </a:lnTo>
                <a:lnTo>
                  <a:pt x="195" y="474"/>
                </a:lnTo>
                <a:lnTo>
                  <a:pt x="200" y="473"/>
                </a:lnTo>
                <a:lnTo>
                  <a:pt x="204" y="470"/>
                </a:lnTo>
                <a:lnTo>
                  <a:pt x="207" y="466"/>
                </a:lnTo>
                <a:lnTo>
                  <a:pt x="209" y="461"/>
                </a:lnTo>
                <a:lnTo>
                  <a:pt x="209" y="455"/>
                </a:lnTo>
                <a:lnTo>
                  <a:pt x="209" y="448"/>
                </a:lnTo>
                <a:lnTo>
                  <a:pt x="207" y="441"/>
                </a:lnTo>
                <a:lnTo>
                  <a:pt x="204" y="438"/>
                </a:lnTo>
                <a:lnTo>
                  <a:pt x="200" y="435"/>
                </a:lnTo>
                <a:lnTo>
                  <a:pt x="195" y="432"/>
                </a:lnTo>
                <a:lnTo>
                  <a:pt x="189" y="432"/>
                </a:lnTo>
                <a:close/>
                <a:moveTo>
                  <a:pt x="389" y="426"/>
                </a:moveTo>
                <a:lnTo>
                  <a:pt x="384" y="427"/>
                </a:lnTo>
                <a:lnTo>
                  <a:pt x="378" y="428"/>
                </a:lnTo>
                <a:lnTo>
                  <a:pt x="374" y="432"/>
                </a:lnTo>
                <a:lnTo>
                  <a:pt x="372" y="435"/>
                </a:lnTo>
                <a:lnTo>
                  <a:pt x="370" y="440"/>
                </a:lnTo>
                <a:lnTo>
                  <a:pt x="369" y="444"/>
                </a:lnTo>
                <a:lnTo>
                  <a:pt x="368" y="451"/>
                </a:lnTo>
                <a:lnTo>
                  <a:pt x="369" y="457"/>
                </a:lnTo>
                <a:lnTo>
                  <a:pt x="370" y="462"/>
                </a:lnTo>
                <a:lnTo>
                  <a:pt x="374" y="468"/>
                </a:lnTo>
                <a:lnTo>
                  <a:pt x="378" y="472"/>
                </a:lnTo>
                <a:lnTo>
                  <a:pt x="384" y="474"/>
                </a:lnTo>
                <a:lnTo>
                  <a:pt x="389" y="475"/>
                </a:lnTo>
                <a:lnTo>
                  <a:pt x="394" y="474"/>
                </a:lnTo>
                <a:lnTo>
                  <a:pt x="398" y="473"/>
                </a:lnTo>
                <a:lnTo>
                  <a:pt x="402" y="470"/>
                </a:lnTo>
                <a:lnTo>
                  <a:pt x="405" y="468"/>
                </a:lnTo>
                <a:lnTo>
                  <a:pt x="407" y="462"/>
                </a:lnTo>
                <a:lnTo>
                  <a:pt x="408" y="457"/>
                </a:lnTo>
                <a:lnTo>
                  <a:pt x="408" y="451"/>
                </a:lnTo>
                <a:lnTo>
                  <a:pt x="408" y="444"/>
                </a:lnTo>
                <a:lnTo>
                  <a:pt x="407" y="439"/>
                </a:lnTo>
                <a:lnTo>
                  <a:pt x="405" y="434"/>
                </a:lnTo>
                <a:lnTo>
                  <a:pt x="402" y="431"/>
                </a:lnTo>
                <a:lnTo>
                  <a:pt x="398" y="428"/>
                </a:lnTo>
                <a:lnTo>
                  <a:pt x="394" y="427"/>
                </a:lnTo>
                <a:lnTo>
                  <a:pt x="389" y="426"/>
                </a:lnTo>
                <a:close/>
                <a:moveTo>
                  <a:pt x="109" y="386"/>
                </a:moveTo>
                <a:lnTo>
                  <a:pt x="103" y="386"/>
                </a:lnTo>
                <a:lnTo>
                  <a:pt x="98" y="389"/>
                </a:lnTo>
                <a:lnTo>
                  <a:pt x="94" y="393"/>
                </a:lnTo>
                <a:lnTo>
                  <a:pt x="92" y="398"/>
                </a:lnTo>
                <a:lnTo>
                  <a:pt x="89" y="403"/>
                </a:lnTo>
                <a:lnTo>
                  <a:pt x="89" y="411"/>
                </a:lnTo>
                <a:lnTo>
                  <a:pt x="89" y="418"/>
                </a:lnTo>
                <a:lnTo>
                  <a:pt x="92" y="423"/>
                </a:lnTo>
                <a:lnTo>
                  <a:pt x="94" y="428"/>
                </a:lnTo>
                <a:lnTo>
                  <a:pt x="97" y="431"/>
                </a:lnTo>
                <a:lnTo>
                  <a:pt x="99" y="434"/>
                </a:lnTo>
                <a:lnTo>
                  <a:pt x="103" y="435"/>
                </a:lnTo>
                <a:lnTo>
                  <a:pt x="109" y="435"/>
                </a:lnTo>
                <a:lnTo>
                  <a:pt x="114" y="434"/>
                </a:lnTo>
                <a:lnTo>
                  <a:pt x="118" y="432"/>
                </a:lnTo>
                <a:lnTo>
                  <a:pt x="123" y="430"/>
                </a:lnTo>
                <a:lnTo>
                  <a:pt x="126" y="426"/>
                </a:lnTo>
                <a:lnTo>
                  <a:pt x="127" y="422"/>
                </a:lnTo>
                <a:lnTo>
                  <a:pt x="128" y="417"/>
                </a:lnTo>
                <a:lnTo>
                  <a:pt x="128" y="410"/>
                </a:lnTo>
                <a:lnTo>
                  <a:pt x="128" y="405"/>
                </a:lnTo>
                <a:lnTo>
                  <a:pt x="127" y="400"/>
                </a:lnTo>
                <a:lnTo>
                  <a:pt x="126" y="396"/>
                </a:lnTo>
                <a:lnTo>
                  <a:pt x="123" y="392"/>
                </a:lnTo>
                <a:lnTo>
                  <a:pt x="119" y="389"/>
                </a:lnTo>
                <a:lnTo>
                  <a:pt x="114" y="386"/>
                </a:lnTo>
                <a:lnTo>
                  <a:pt x="109" y="386"/>
                </a:lnTo>
                <a:close/>
                <a:moveTo>
                  <a:pt x="546" y="385"/>
                </a:moveTo>
                <a:lnTo>
                  <a:pt x="541" y="386"/>
                </a:lnTo>
                <a:lnTo>
                  <a:pt x="535" y="388"/>
                </a:lnTo>
                <a:lnTo>
                  <a:pt x="533" y="390"/>
                </a:lnTo>
                <a:lnTo>
                  <a:pt x="530" y="394"/>
                </a:lnTo>
                <a:lnTo>
                  <a:pt x="529" y="398"/>
                </a:lnTo>
                <a:lnTo>
                  <a:pt x="529" y="403"/>
                </a:lnTo>
                <a:lnTo>
                  <a:pt x="529" y="409"/>
                </a:lnTo>
                <a:lnTo>
                  <a:pt x="530" y="413"/>
                </a:lnTo>
                <a:lnTo>
                  <a:pt x="534" y="415"/>
                </a:lnTo>
                <a:lnTo>
                  <a:pt x="537" y="418"/>
                </a:lnTo>
                <a:lnTo>
                  <a:pt x="542" y="419"/>
                </a:lnTo>
                <a:lnTo>
                  <a:pt x="546" y="420"/>
                </a:lnTo>
                <a:lnTo>
                  <a:pt x="551" y="419"/>
                </a:lnTo>
                <a:lnTo>
                  <a:pt x="555" y="418"/>
                </a:lnTo>
                <a:lnTo>
                  <a:pt x="559" y="415"/>
                </a:lnTo>
                <a:lnTo>
                  <a:pt x="562" y="411"/>
                </a:lnTo>
                <a:lnTo>
                  <a:pt x="563" y="407"/>
                </a:lnTo>
                <a:lnTo>
                  <a:pt x="563" y="402"/>
                </a:lnTo>
                <a:lnTo>
                  <a:pt x="563" y="398"/>
                </a:lnTo>
                <a:lnTo>
                  <a:pt x="562" y="394"/>
                </a:lnTo>
                <a:lnTo>
                  <a:pt x="559" y="390"/>
                </a:lnTo>
                <a:lnTo>
                  <a:pt x="555" y="388"/>
                </a:lnTo>
                <a:lnTo>
                  <a:pt x="551" y="386"/>
                </a:lnTo>
                <a:lnTo>
                  <a:pt x="546" y="385"/>
                </a:lnTo>
                <a:close/>
                <a:moveTo>
                  <a:pt x="189" y="385"/>
                </a:moveTo>
                <a:lnTo>
                  <a:pt x="183" y="386"/>
                </a:lnTo>
                <a:lnTo>
                  <a:pt x="178" y="388"/>
                </a:lnTo>
                <a:lnTo>
                  <a:pt x="175" y="390"/>
                </a:lnTo>
                <a:lnTo>
                  <a:pt x="173" y="394"/>
                </a:lnTo>
                <a:lnTo>
                  <a:pt x="171" y="398"/>
                </a:lnTo>
                <a:lnTo>
                  <a:pt x="171" y="403"/>
                </a:lnTo>
                <a:lnTo>
                  <a:pt x="171" y="409"/>
                </a:lnTo>
                <a:lnTo>
                  <a:pt x="174" y="413"/>
                </a:lnTo>
                <a:lnTo>
                  <a:pt x="177" y="415"/>
                </a:lnTo>
                <a:lnTo>
                  <a:pt x="181" y="418"/>
                </a:lnTo>
                <a:lnTo>
                  <a:pt x="185" y="419"/>
                </a:lnTo>
                <a:lnTo>
                  <a:pt x="189" y="420"/>
                </a:lnTo>
                <a:lnTo>
                  <a:pt x="194" y="419"/>
                </a:lnTo>
                <a:lnTo>
                  <a:pt x="199" y="418"/>
                </a:lnTo>
                <a:lnTo>
                  <a:pt x="202" y="415"/>
                </a:lnTo>
                <a:lnTo>
                  <a:pt x="204" y="411"/>
                </a:lnTo>
                <a:lnTo>
                  <a:pt x="206" y="407"/>
                </a:lnTo>
                <a:lnTo>
                  <a:pt x="207" y="402"/>
                </a:lnTo>
                <a:lnTo>
                  <a:pt x="206" y="398"/>
                </a:lnTo>
                <a:lnTo>
                  <a:pt x="204" y="394"/>
                </a:lnTo>
                <a:lnTo>
                  <a:pt x="202" y="390"/>
                </a:lnTo>
                <a:lnTo>
                  <a:pt x="199" y="388"/>
                </a:lnTo>
                <a:lnTo>
                  <a:pt x="194" y="386"/>
                </a:lnTo>
                <a:lnTo>
                  <a:pt x="189" y="385"/>
                </a:lnTo>
                <a:close/>
                <a:moveTo>
                  <a:pt x="444" y="372"/>
                </a:moveTo>
                <a:lnTo>
                  <a:pt x="495" y="372"/>
                </a:lnTo>
                <a:lnTo>
                  <a:pt x="495" y="389"/>
                </a:lnTo>
                <a:lnTo>
                  <a:pt x="453" y="389"/>
                </a:lnTo>
                <a:lnTo>
                  <a:pt x="449" y="419"/>
                </a:lnTo>
                <a:lnTo>
                  <a:pt x="452" y="417"/>
                </a:lnTo>
                <a:lnTo>
                  <a:pt x="456" y="415"/>
                </a:lnTo>
                <a:lnTo>
                  <a:pt x="461" y="414"/>
                </a:lnTo>
                <a:lnTo>
                  <a:pt x="469" y="413"/>
                </a:lnTo>
                <a:lnTo>
                  <a:pt x="480" y="415"/>
                </a:lnTo>
                <a:lnTo>
                  <a:pt x="492" y="423"/>
                </a:lnTo>
                <a:lnTo>
                  <a:pt x="499" y="434"/>
                </a:lnTo>
                <a:lnTo>
                  <a:pt x="501" y="448"/>
                </a:lnTo>
                <a:lnTo>
                  <a:pt x="499" y="462"/>
                </a:lnTo>
                <a:lnTo>
                  <a:pt x="492" y="475"/>
                </a:lnTo>
                <a:lnTo>
                  <a:pt x="486" y="482"/>
                </a:lnTo>
                <a:lnTo>
                  <a:pt x="477" y="486"/>
                </a:lnTo>
                <a:lnTo>
                  <a:pt x="465" y="487"/>
                </a:lnTo>
                <a:lnTo>
                  <a:pt x="453" y="486"/>
                </a:lnTo>
                <a:lnTo>
                  <a:pt x="442" y="479"/>
                </a:lnTo>
                <a:lnTo>
                  <a:pt x="436" y="470"/>
                </a:lnTo>
                <a:lnTo>
                  <a:pt x="432" y="456"/>
                </a:lnTo>
                <a:lnTo>
                  <a:pt x="445" y="456"/>
                </a:lnTo>
                <a:lnTo>
                  <a:pt x="446" y="462"/>
                </a:lnTo>
                <a:lnTo>
                  <a:pt x="449" y="466"/>
                </a:lnTo>
                <a:lnTo>
                  <a:pt x="452" y="470"/>
                </a:lnTo>
                <a:lnTo>
                  <a:pt x="456" y="473"/>
                </a:lnTo>
                <a:lnTo>
                  <a:pt x="461" y="474"/>
                </a:lnTo>
                <a:lnTo>
                  <a:pt x="466" y="475"/>
                </a:lnTo>
                <a:lnTo>
                  <a:pt x="471" y="474"/>
                </a:lnTo>
                <a:lnTo>
                  <a:pt x="475" y="473"/>
                </a:lnTo>
                <a:lnTo>
                  <a:pt x="479" y="470"/>
                </a:lnTo>
                <a:lnTo>
                  <a:pt x="482" y="468"/>
                </a:lnTo>
                <a:lnTo>
                  <a:pt x="486" y="461"/>
                </a:lnTo>
                <a:lnTo>
                  <a:pt x="487" y="456"/>
                </a:lnTo>
                <a:lnTo>
                  <a:pt x="487" y="449"/>
                </a:lnTo>
                <a:lnTo>
                  <a:pt x="487" y="443"/>
                </a:lnTo>
                <a:lnTo>
                  <a:pt x="484" y="436"/>
                </a:lnTo>
                <a:lnTo>
                  <a:pt x="482" y="431"/>
                </a:lnTo>
                <a:lnTo>
                  <a:pt x="477" y="428"/>
                </a:lnTo>
                <a:lnTo>
                  <a:pt x="471" y="426"/>
                </a:lnTo>
                <a:lnTo>
                  <a:pt x="466" y="426"/>
                </a:lnTo>
                <a:lnTo>
                  <a:pt x="459" y="426"/>
                </a:lnTo>
                <a:lnTo>
                  <a:pt x="454" y="428"/>
                </a:lnTo>
                <a:lnTo>
                  <a:pt x="450" y="431"/>
                </a:lnTo>
                <a:lnTo>
                  <a:pt x="446" y="436"/>
                </a:lnTo>
                <a:lnTo>
                  <a:pt x="436" y="435"/>
                </a:lnTo>
                <a:lnTo>
                  <a:pt x="444" y="372"/>
                </a:lnTo>
                <a:close/>
                <a:moveTo>
                  <a:pt x="234" y="372"/>
                </a:moveTo>
                <a:lnTo>
                  <a:pt x="304" y="372"/>
                </a:lnTo>
                <a:lnTo>
                  <a:pt x="304" y="388"/>
                </a:lnTo>
                <a:lnTo>
                  <a:pt x="301" y="392"/>
                </a:lnTo>
                <a:lnTo>
                  <a:pt x="296" y="398"/>
                </a:lnTo>
                <a:lnTo>
                  <a:pt x="292" y="406"/>
                </a:lnTo>
                <a:lnTo>
                  <a:pt x="278" y="434"/>
                </a:lnTo>
                <a:lnTo>
                  <a:pt x="272" y="447"/>
                </a:lnTo>
                <a:lnTo>
                  <a:pt x="268" y="460"/>
                </a:lnTo>
                <a:lnTo>
                  <a:pt x="266" y="470"/>
                </a:lnTo>
                <a:lnTo>
                  <a:pt x="263" y="485"/>
                </a:lnTo>
                <a:lnTo>
                  <a:pt x="249" y="485"/>
                </a:lnTo>
                <a:lnTo>
                  <a:pt x="257" y="453"/>
                </a:lnTo>
                <a:lnTo>
                  <a:pt x="270" y="422"/>
                </a:lnTo>
                <a:lnTo>
                  <a:pt x="280" y="403"/>
                </a:lnTo>
                <a:lnTo>
                  <a:pt x="289" y="389"/>
                </a:lnTo>
                <a:lnTo>
                  <a:pt x="234" y="389"/>
                </a:lnTo>
                <a:lnTo>
                  <a:pt x="234" y="372"/>
                </a:lnTo>
                <a:close/>
                <a:moveTo>
                  <a:pt x="109" y="371"/>
                </a:moveTo>
                <a:lnTo>
                  <a:pt x="122" y="373"/>
                </a:lnTo>
                <a:lnTo>
                  <a:pt x="132" y="383"/>
                </a:lnTo>
                <a:lnTo>
                  <a:pt x="139" y="396"/>
                </a:lnTo>
                <a:lnTo>
                  <a:pt x="143" y="409"/>
                </a:lnTo>
                <a:lnTo>
                  <a:pt x="143" y="426"/>
                </a:lnTo>
                <a:lnTo>
                  <a:pt x="141" y="444"/>
                </a:lnTo>
                <a:lnTo>
                  <a:pt x="137" y="461"/>
                </a:lnTo>
                <a:lnTo>
                  <a:pt x="131" y="475"/>
                </a:lnTo>
                <a:lnTo>
                  <a:pt x="120" y="485"/>
                </a:lnTo>
                <a:lnTo>
                  <a:pt x="107" y="487"/>
                </a:lnTo>
                <a:lnTo>
                  <a:pt x="94" y="486"/>
                </a:lnTo>
                <a:lnTo>
                  <a:pt x="85" y="479"/>
                </a:lnTo>
                <a:lnTo>
                  <a:pt x="79" y="469"/>
                </a:lnTo>
                <a:lnTo>
                  <a:pt x="77" y="457"/>
                </a:lnTo>
                <a:lnTo>
                  <a:pt x="90" y="457"/>
                </a:lnTo>
                <a:lnTo>
                  <a:pt x="90" y="462"/>
                </a:lnTo>
                <a:lnTo>
                  <a:pt x="92" y="468"/>
                </a:lnTo>
                <a:lnTo>
                  <a:pt x="94" y="472"/>
                </a:lnTo>
                <a:lnTo>
                  <a:pt x="98" y="474"/>
                </a:lnTo>
                <a:lnTo>
                  <a:pt x="102" y="475"/>
                </a:lnTo>
                <a:lnTo>
                  <a:pt x="106" y="475"/>
                </a:lnTo>
                <a:lnTo>
                  <a:pt x="113" y="475"/>
                </a:lnTo>
                <a:lnTo>
                  <a:pt x="118" y="473"/>
                </a:lnTo>
                <a:lnTo>
                  <a:pt x="122" y="468"/>
                </a:lnTo>
                <a:lnTo>
                  <a:pt x="126" y="460"/>
                </a:lnTo>
                <a:lnTo>
                  <a:pt x="128" y="449"/>
                </a:lnTo>
                <a:lnTo>
                  <a:pt x="131" y="434"/>
                </a:lnTo>
                <a:lnTo>
                  <a:pt x="128" y="438"/>
                </a:lnTo>
                <a:lnTo>
                  <a:pt x="124" y="441"/>
                </a:lnTo>
                <a:lnTo>
                  <a:pt x="120" y="444"/>
                </a:lnTo>
                <a:lnTo>
                  <a:pt x="114" y="447"/>
                </a:lnTo>
                <a:lnTo>
                  <a:pt x="107" y="447"/>
                </a:lnTo>
                <a:lnTo>
                  <a:pt x="94" y="444"/>
                </a:lnTo>
                <a:lnTo>
                  <a:pt x="84" y="438"/>
                </a:lnTo>
                <a:lnTo>
                  <a:pt x="79" y="426"/>
                </a:lnTo>
                <a:lnTo>
                  <a:pt x="76" y="411"/>
                </a:lnTo>
                <a:lnTo>
                  <a:pt x="79" y="397"/>
                </a:lnTo>
                <a:lnTo>
                  <a:pt x="84" y="385"/>
                </a:lnTo>
                <a:lnTo>
                  <a:pt x="90" y="377"/>
                </a:lnTo>
                <a:lnTo>
                  <a:pt x="98" y="372"/>
                </a:lnTo>
                <a:lnTo>
                  <a:pt x="109" y="371"/>
                </a:lnTo>
                <a:close/>
                <a:moveTo>
                  <a:pt x="546" y="369"/>
                </a:moveTo>
                <a:lnTo>
                  <a:pt x="559" y="372"/>
                </a:lnTo>
                <a:lnTo>
                  <a:pt x="568" y="379"/>
                </a:lnTo>
                <a:lnTo>
                  <a:pt x="575" y="389"/>
                </a:lnTo>
                <a:lnTo>
                  <a:pt x="577" y="401"/>
                </a:lnTo>
                <a:lnTo>
                  <a:pt x="576" y="407"/>
                </a:lnTo>
                <a:lnTo>
                  <a:pt x="575" y="413"/>
                </a:lnTo>
                <a:lnTo>
                  <a:pt x="572" y="418"/>
                </a:lnTo>
                <a:lnTo>
                  <a:pt x="568" y="422"/>
                </a:lnTo>
                <a:lnTo>
                  <a:pt x="564" y="426"/>
                </a:lnTo>
                <a:lnTo>
                  <a:pt x="569" y="428"/>
                </a:lnTo>
                <a:lnTo>
                  <a:pt x="573" y="432"/>
                </a:lnTo>
                <a:lnTo>
                  <a:pt x="577" y="438"/>
                </a:lnTo>
                <a:lnTo>
                  <a:pt x="580" y="445"/>
                </a:lnTo>
                <a:lnTo>
                  <a:pt x="580" y="453"/>
                </a:lnTo>
                <a:lnTo>
                  <a:pt x="579" y="466"/>
                </a:lnTo>
                <a:lnTo>
                  <a:pt x="572" y="478"/>
                </a:lnTo>
                <a:lnTo>
                  <a:pt x="560" y="485"/>
                </a:lnTo>
                <a:lnTo>
                  <a:pt x="546" y="487"/>
                </a:lnTo>
                <a:lnTo>
                  <a:pt x="533" y="486"/>
                </a:lnTo>
                <a:lnTo>
                  <a:pt x="522" y="479"/>
                </a:lnTo>
                <a:lnTo>
                  <a:pt x="514" y="468"/>
                </a:lnTo>
                <a:lnTo>
                  <a:pt x="512" y="453"/>
                </a:lnTo>
                <a:lnTo>
                  <a:pt x="512" y="447"/>
                </a:lnTo>
                <a:lnTo>
                  <a:pt x="513" y="441"/>
                </a:lnTo>
                <a:lnTo>
                  <a:pt x="516" y="436"/>
                </a:lnTo>
                <a:lnTo>
                  <a:pt x="520" y="432"/>
                </a:lnTo>
                <a:lnTo>
                  <a:pt x="524" y="428"/>
                </a:lnTo>
                <a:lnTo>
                  <a:pt x="529" y="426"/>
                </a:lnTo>
                <a:lnTo>
                  <a:pt x="524" y="423"/>
                </a:lnTo>
                <a:lnTo>
                  <a:pt x="521" y="419"/>
                </a:lnTo>
                <a:lnTo>
                  <a:pt x="517" y="415"/>
                </a:lnTo>
                <a:lnTo>
                  <a:pt x="516" y="410"/>
                </a:lnTo>
                <a:lnTo>
                  <a:pt x="516" y="403"/>
                </a:lnTo>
                <a:lnTo>
                  <a:pt x="517" y="390"/>
                </a:lnTo>
                <a:lnTo>
                  <a:pt x="524" y="379"/>
                </a:lnTo>
                <a:lnTo>
                  <a:pt x="533" y="372"/>
                </a:lnTo>
                <a:lnTo>
                  <a:pt x="546" y="369"/>
                </a:lnTo>
                <a:close/>
                <a:moveTo>
                  <a:pt x="190" y="369"/>
                </a:moveTo>
                <a:lnTo>
                  <a:pt x="202" y="372"/>
                </a:lnTo>
                <a:lnTo>
                  <a:pt x="212" y="379"/>
                </a:lnTo>
                <a:lnTo>
                  <a:pt x="217" y="389"/>
                </a:lnTo>
                <a:lnTo>
                  <a:pt x="220" y="401"/>
                </a:lnTo>
                <a:lnTo>
                  <a:pt x="220" y="407"/>
                </a:lnTo>
                <a:lnTo>
                  <a:pt x="217" y="413"/>
                </a:lnTo>
                <a:lnTo>
                  <a:pt x="215" y="418"/>
                </a:lnTo>
                <a:lnTo>
                  <a:pt x="212" y="422"/>
                </a:lnTo>
                <a:lnTo>
                  <a:pt x="207" y="426"/>
                </a:lnTo>
                <a:lnTo>
                  <a:pt x="212" y="428"/>
                </a:lnTo>
                <a:lnTo>
                  <a:pt x="217" y="432"/>
                </a:lnTo>
                <a:lnTo>
                  <a:pt x="220" y="438"/>
                </a:lnTo>
                <a:lnTo>
                  <a:pt x="223" y="445"/>
                </a:lnTo>
                <a:lnTo>
                  <a:pt x="224" y="453"/>
                </a:lnTo>
                <a:lnTo>
                  <a:pt x="221" y="466"/>
                </a:lnTo>
                <a:lnTo>
                  <a:pt x="215" y="478"/>
                </a:lnTo>
                <a:lnTo>
                  <a:pt x="204" y="485"/>
                </a:lnTo>
                <a:lnTo>
                  <a:pt x="190" y="487"/>
                </a:lnTo>
                <a:lnTo>
                  <a:pt x="175" y="486"/>
                </a:lnTo>
                <a:lnTo>
                  <a:pt x="165" y="479"/>
                </a:lnTo>
                <a:lnTo>
                  <a:pt x="157" y="468"/>
                </a:lnTo>
                <a:lnTo>
                  <a:pt x="154" y="453"/>
                </a:lnTo>
                <a:lnTo>
                  <a:pt x="156" y="447"/>
                </a:lnTo>
                <a:lnTo>
                  <a:pt x="157" y="441"/>
                </a:lnTo>
                <a:lnTo>
                  <a:pt x="160" y="436"/>
                </a:lnTo>
                <a:lnTo>
                  <a:pt x="162" y="432"/>
                </a:lnTo>
                <a:lnTo>
                  <a:pt x="166" y="428"/>
                </a:lnTo>
                <a:lnTo>
                  <a:pt x="171" y="426"/>
                </a:lnTo>
                <a:lnTo>
                  <a:pt x="168" y="423"/>
                </a:lnTo>
                <a:lnTo>
                  <a:pt x="164" y="419"/>
                </a:lnTo>
                <a:lnTo>
                  <a:pt x="161" y="415"/>
                </a:lnTo>
                <a:lnTo>
                  <a:pt x="158" y="410"/>
                </a:lnTo>
                <a:lnTo>
                  <a:pt x="158" y="403"/>
                </a:lnTo>
                <a:lnTo>
                  <a:pt x="160" y="390"/>
                </a:lnTo>
                <a:lnTo>
                  <a:pt x="166" y="379"/>
                </a:lnTo>
                <a:lnTo>
                  <a:pt x="177" y="372"/>
                </a:lnTo>
                <a:lnTo>
                  <a:pt x="190" y="369"/>
                </a:lnTo>
                <a:close/>
                <a:moveTo>
                  <a:pt x="390" y="369"/>
                </a:moveTo>
                <a:lnTo>
                  <a:pt x="405" y="372"/>
                </a:lnTo>
                <a:lnTo>
                  <a:pt x="414" y="380"/>
                </a:lnTo>
                <a:lnTo>
                  <a:pt x="419" y="390"/>
                </a:lnTo>
                <a:lnTo>
                  <a:pt x="420" y="402"/>
                </a:lnTo>
                <a:lnTo>
                  <a:pt x="407" y="402"/>
                </a:lnTo>
                <a:lnTo>
                  <a:pt x="406" y="397"/>
                </a:lnTo>
                <a:lnTo>
                  <a:pt x="405" y="392"/>
                </a:lnTo>
                <a:lnTo>
                  <a:pt x="401" y="388"/>
                </a:lnTo>
                <a:lnTo>
                  <a:pt x="397" y="386"/>
                </a:lnTo>
                <a:lnTo>
                  <a:pt x="390" y="385"/>
                </a:lnTo>
                <a:lnTo>
                  <a:pt x="385" y="386"/>
                </a:lnTo>
                <a:lnTo>
                  <a:pt x="381" y="388"/>
                </a:lnTo>
                <a:lnTo>
                  <a:pt x="377" y="392"/>
                </a:lnTo>
                <a:lnTo>
                  <a:pt x="373" y="396"/>
                </a:lnTo>
                <a:lnTo>
                  <a:pt x="369" y="409"/>
                </a:lnTo>
                <a:lnTo>
                  <a:pt x="367" y="427"/>
                </a:lnTo>
                <a:lnTo>
                  <a:pt x="370" y="423"/>
                </a:lnTo>
                <a:lnTo>
                  <a:pt x="373" y="419"/>
                </a:lnTo>
                <a:lnTo>
                  <a:pt x="378" y="417"/>
                </a:lnTo>
                <a:lnTo>
                  <a:pt x="384" y="414"/>
                </a:lnTo>
                <a:lnTo>
                  <a:pt x="391" y="414"/>
                </a:lnTo>
                <a:lnTo>
                  <a:pt x="403" y="415"/>
                </a:lnTo>
                <a:lnTo>
                  <a:pt x="412" y="422"/>
                </a:lnTo>
                <a:lnTo>
                  <a:pt x="420" y="434"/>
                </a:lnTo>
                <a:lnTo>
                  <a:pt x="423" y="449"/>
                </a:lnTo>
                <a:lnTo>
                  <a:pt x="420" y="464"/>
                </a:lnTo>
                <a:lnTo>
                  <a:pt x="414" y="475"/>
                </a:lnTo>
                <a:lnTo>
                  <a:pt x="403" y="485"/>
                </a:lnTo>
                <a:lnTo>
                  <a:pt x="389" y="487"/>
                </a:lnTo>
                <a:lnTo>
                  <a:pt x="376" y="485"/>
                </a:lnTo>
                <a:lnTo>
                  <a:pt x="364" y="475"/>
                </a:lnTo>
                <a:lnTo>
                  <a:pt x="359" y="466"/>
                </a:lnTo>
                <a:lnTo>
                  <a:pt x="355" y="453"/>
                </a:lnTo>
                <a:lnTo>
                  <a:pt x="353" y="436"/>
                </a:lnTo>
                <a:lnTo>
                  <a:pt x="355" y="417"/>
                </a:lnTo>
                <a:lnTo>
                  <a:pt x="359" y="401"/>
                </a:lnTo>
                <a:lnTo>
                  <a:pt x="364" y="388"/>
                </a:lnTo>
                <a:lnTo>
                  <a:pt x="370" y="379"/>
                </a:lnTo>
                <a:lnTo>
                  <a:pt x="380" y="372"/>
                </a:lnTo>
                <a:lnTo>
                  <a:pt x="390" y="369"/>
                </a:lnTo>
                <a:close/>
                <a:moveTo>
                  <a:pt x="617" y="0"/>
                </a:moveTo>
                <a:lnTo>
                  <a:pt x="664" y="0"/>
                </a:lnTo>
                <a:lnTo>
                  <a:pt x="664" y="489"/>
                </a:lnTo>
                <a:lnTo>
                  <a:pt x="617" y="489"/>
                </a:lnTo>
                <a:lnTo>
                  <a:pt x="617" y="0"/>
                </a:lnTo>
                <a:close/>
                <a:moveTo>
                  <a:pt x="428" y="0"/>
                </a:moveTo>
                <a:lnTo>
                  <a:pt x="450" y="0"/>
                </a:lnTo>
                <a:lnTo>
                  <a:pt x="450" y="345"/>
                </a:lnTo>
                <a:lnTo>
                  <a:pt x="428" y="345"/>
                </a:lnTo>
                <a:lnTo>
                  <a:pt x="428" y="0"/>
                </a:lnTo>
                <a:close/>
                <a:moveTo>
                  <a:pt x="0" y="0"/>
                </a:moveTo>
                <a:lnTo>
                  <a:pt x="46" y="0"/>
                </a:lnTo>
                <a:lnTo>
                  <a:pt x="46" y="489"/>
                </a:lnTo>
                <a:lnTo>
                  <a:pt x="0" y="489"/>
                </a:lnTo>
                <a:lnTo>
                  <a:pt x="0" y="0"/>
                </a:lnTo>
                <a:close/>
                <a:moveTo>
                  <a:pt x="546" y="0"/>
                </a:moveTo>
                <a:lnTo>
                  <a:pt x="593" y="0"/>
                </a:lnTo>
                <a:lnTo>
                  <a:pt x="593" y="345"/>
                </a:lnTo>
                <a:lnTo>
                  <a:pt x="546" y="345"/>
                </a:lnTo>
                <a:lnTo>
                  <a:pt x="546" y="0"/>
                </a:lnTo>
                <a:close/>
                <a:moveTo>
                  <a:pt x="475" y="0"/>
                </a:moveTo>
                <a:lnTo>
                  <a:pt x="497" y="0"/>
                </a:lnTo>
                <a:lnTo>
                  <a:pt x="497" y="345"/>
                </a:lnTo>
                <a:lnTo>
                  <a:pt x="475" y="345"/>
                </a:lnTo>
                <a:lnTo>
                  <a:pt x="475" y="0"/>
                </a:lnTo>
                <a:close/>
                <a:moveTo>
                  <a:pt x="309" y="0"/>
                </a:moveTo>
                <a:lnTo>
                  <a:pt x="378" y="0"/>
                </a:lnTo>
                <a:lnTo>
                  <a:pt x="378" y="345"/>
                </a:lnTo>
                <a:lnTo>
                  <a:pt x="309" y="345"/>
                </a:lnTo>
                <a:lnTo>
                  <a:pt x="309" y="0"/>
                </a:lnTo>
                <a:close/>
                <a:moveTo>
                  <a:pt x="237" y="0"/>
                </a:moveTo>
                <a:lnTo>
                  <a:pt x="261" y="0"/>
                </a:lnTo>
                <a:lnTo>
                  <a:pt x="261" y="345"/>
                </a:lnTo>
                <a:lnTo>
                  <a:pt x="237" y="345"/>
                </a:lnTo>
                <a:lnTo>
                  <a:pt x="237" y="0"/>
                </a:lnTo>
                <a:close/>
                <a:moveTo>
                  <a:pt x="143" y="0"/>
                </a:moveTo>
                <a:lnTo>
                  <a:pt x="212" y="0"/>
                </a:lnTo>
                <a:lnTo>
                  <a:pt x="212" y="345"/>
                </a:lnTo>
                <a:lnTo>
                  <a:pt x="143" y="345"/>
                </a:lnTo>
                <a:lnTo>
                  <a:pt x="143" y="0"/>
                </a:lnTo>
                <a:close/>
                <a:moveTo>
                  <a:pt x="71" y="0"/>
                </a:moveTo>
                <a:lnTo>
                  <a:pt x="94" y="0"/>
                </a:lnTo>
                <a:lnTo>
                  <a:pt x="94" y="345"/>
                </a:lnTo>
                <a:lnTo>
                  <a:pt x="71" y="345"/>
                </a:lnTo>
                <a:lnTo>
                  <a:pt x="7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3" name="Freeform 27"/>
          <p:cNvSpPr>
            <a:spLocks noChangeAspect="1" noEditPoints="1"/>
          </p:cNvSpPr>
          <p:nvPr/>
        </p:nvSpPr>
        <p:spPr bwMode="auto">
          <a:xfrm>
            <a:off x="2756876" y="4725144"/>
            <a:ext cx="1080000" cy="766085"/>
          </a:xfrm>
          <a:custGeom>
            <a:avLst/>
            <a:gdLst>
              <a:gd name="T0" fmla="*/ 452 w 664"/>
              <a:gd name="T1" fmla="*/ 353 h 471"/>
              <a:gd name="T2" fmla="*/ 477 w 664"/>
              <a:gd name="T3" fmla="*/ 372 h 471"/>
              <a:gd name="T4" fmla="*/ 487 w 664"/>
              <a:gd name="T5" fmla="*/ 343 h 471"/>
              <a:gd name="T6" fmla="*/ 246 w 664"/>
              <a:gd name="T7" fmla="*/ 335 h 471"/>
              <a:gd name="T8" fmla="*/ 242 w 664"/>
              <a:gd name="T9" fmla="*/ 365 h 471"/>
              <a:gd name="T10" fmla="*/ 273 w 664"/>
              <a:gd name="T11" fmla="*/ 363 h 471"/>
              <a:gd name="T12" fmla="*/ 261 w 664"/>
              <a:gd name="T13" fmla="*/ 332 h 471"/>
              <a:gd name="T14" fmla="*/ 456 w 664"/>
              <a:gd name="T15" fmla="*/ 304 h 471"/>
              <a:gd name="T16" fmla="*/ 470 w 664"/>
              <a:gd name="T17" fmla="*/ 322 h 471"/>
              <a:gd name="T18" fmla="*/ 486 w 664"/>
              <a:gd name="T19" fmla="*/ 301 h 471"/>
              <a:gd name="T20" fmla="*/ 174 w 664"/>
              <a:gd name="T21" fmla="*/ 293 h 471"/>
              <a:gd name="T22" fmla="*/ 170 w 664"/>
              <a:gd name="T23" fmla="*/ 328 h 471"/>
              <a:gd name="T24" fmla="*/ 198 w 664"/>
              <a:gd name="T25" fmla="*/ 327 h 471"/>
              <a:gd name="T26" fmla="*/ 193 w 664"/>
              <a:gd name="T27" fmla="*/ 293 h 471"/>
              <a:gd name="T28" fmla="*/ 242 w 664"/>
              <a:gd name="T29" fmla="*/ 298 h 471"/>
              <a:gd name="T30" fmla="*/ 252 w 664"/>
              <a:gd name="T31" fmla="*/ 321 h 471"/>
              <a:gd name="T32" fmla="*/ 273 w 664"/>
              <a:gd name="T33" fmla="*/ 305 h 471"/>
              <a:gd name="T34" fmla="*/ 426 w 664"/>
              <a:gd name="T35" fmla="*/ 283 h 471"/>
              <a:gd name="T36" fmla="*/ 401 w 664"/>
              <a:gd name="T37" fmla="*/ 315 h 471"/>
              <a:gd name="T38" fmla="*/ 413 w 664"/>
              <a:gd name="T39" fmla="*/ 381 h 471"/>
              <a:gd name="T40" fmla="*/ 380 w 664"/>
              <a:gd name="T41" fmla="*/ 355 h 471"/>
              <a:gd name="T42" fmla="*/ 403 w 664"/>
              <a:gd name="T43" fmla="*/ 372 h 471"/>
              <a:gd name="T44" fmla="*/ 418 w 664"/>
              <a:gd name="T45" fmla="*/ 343 h 471"/>
              <a:gd name="T46" fmla="*/ 389 w 664"/>
              <a:gd name="T47" fmla="*/ 330 h 471"/>
              <a:gd name="T48" fmla="*/ 360 w 664"/>
              <a:gd name="T49" fmla="*/ 292 h 471"/>
              <a:gd name="T50" fmla="*/ 322 w 664"/>
              <a:gd name="T51" fmla="*/ 380 h 471"/>
              <a:gd name="T52" fmla="*/ 297 w 664"/>
              <a:gd name="T53" fmla="*/ 281 h 471"/>
              <a:gd name="T54" fmla="*/ 498 w 664"/>
              <a:gd name="T55" fmla="*/ 300 h 471"/>
              <a:gd name="T56" fmla="*/ 492 w 664"/>
              <a:gd name="T57" fmla="*/ 330 h 471"/>
              <a:gd name="T58" fmla="*/ 485 w 664"/>
              <a:gd name="T59" fmla="*/ 381 h 471"/>
              <a:gd name="T60" fmla="*/ 441 w 664"/>
              <a:gd name="T61" fmla="*/ 342 h 471"/>
              <a:gd name="T62" fmla="*/ 445 w 664"/>
              <a:gd name="T63" fmla="*/ 318 h 471"/>
              <a:gd name="T64" fmla="*/ 460 w 664"/>
              <a:gd name="T65" fmla="*/ 283 h 471"/>
              <a:gd name="T66" fmla="*/ 214 w 664"/>
              <a:gd name="T67" fmla="*/ 311 h 471"/>
              <a:gd name="T68" fmla="*/ 176 w 664"/>
              <a:gd name="T69" fmla="*/ 382 h 471"/>
              <a:gd name="T70" fmla="*/ 167 w 664"/>
              <a:gd name="T71" fmla="*/ 355 h 471"/>
              <a:gd name="T72" fmla="*/ 187 w 664"/>
              <a:gd name="T73" fmla="*/ 370 h 471"/>
              <a:gd name="T74" fmla="*/ 194 w 664"/>
              <a:gd name="T75" fmla="*/ 343 h 471"/>
              <a:gd name="T76" fmla="*/ 156 w 664"/>
              <a:gd name="T77" fmla="*/ 326 h 471"/>
              <a:gd name="T78" fmla="*/ 262 w 664"/>
              <a:gd name="T79" fmla="*/ 279 h 471"/>
              <a:gd name="T80" fmla="*/ 283 w 664"/>
              <a:gd name="T81" fmla="*/ 310 h 471"/>
              <a:gd name="T82" fmla="*/ 284 w 664"/>
              <a:gd name="T83" fmla="*/ 338 h 471"/>
              <a:gd name="T84" fmla="*/ 245 w 664"/>
              <a:gd name="T85" fmla="*/ 381 h 471"/>
              <a:gd name="T86" fmla="*/ 232 w 664"/>
              <a:gd name="T87" fmla="*/ 332 h 471"/>
              <a:gd name="T88" fmla="*/ 228 w 664"/>
              <a:gd name="T89" fmla="*/ 306 h 471"/>
              <a:gd name="T90" fmla="*/ 257 w 664"/>
              <a:gd name="T91" fmla="*/ 279 h 471"/>
              <a:gd name="T92" fmla="*/ 428 w 664"/>
              <a:gd name="T93" fmla="*/ 86 h 471"/>
              <a:gd name="T94" fmla="*/ 85 w 664"/>
              <a:gd name="T95" fmla="*/ 385 h 471"/>
              <a:gd name="T96" fmla="*/ 364 w 664"/>
              <a:gd name="T97" fmla="*/ 85 h 471"/>
              <a:gd name="T98" fmla="*/ 321 w 664"/>
              <a:gd name="T99" fmla="*/ 255 h 471"/>
              <a:gd name="T100" fmla="*/ 214 w 664"/>
              <a:gd name="T101" fmla="*/ 85 h 471"/>
              <a:gd name="T102" fmla="*/ 42 w 664"/>
              <a:gd name="T103" fmla="*/ 428 h 471"/>
              <a:gd name="T104" fmla="*/ 661 w 664"/>
              <a:gd name="T105" fmla="*/ 10 h 471"/>
              <a:gd name="T106" fmla="*/ 652 w 664"/>
              <a:gd name="T107" fmla="*/ 469 h 471"/>
              <a:gd name="T108" fmla="*/ 3 w 664"/>
              <a:gd name="T109" fmla="*/ 10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64" h="471">
                <a:moveTo>
                  <a:pt x="470" y="334"/>
                </a:moveTo>
                <a:lnTo>
                  <a:pt x="465" y="334"/>
                </a:lnTo>
                <a:lnTo>
                  <a:pt x="461" y="336"/>
                </a:lnTo>
                <a:lnTo>
                  <a:pt x="457" y="339"/>
                </a:lnTo>
                <a:lnTo>
                  <a:pt x="455" y="343"/>
                </a:lnTo>
                <a:lnTo>
                  <a:pt x="453" y="347"/>
                </a:lnTo>
                <a:lnTo>
                  <a:pt x="452" y="353"/>
                </a:lnTo>
                <a:lnTo>
                  <a:pt x="453" y="357"/>
                </a:lnTo>
                <a:lnTo>
                  <a:pt x="455" y="363"/>
                </a:lnTo>
                <a:lnTo>
                  <a:pt x="457" y="366"/>
                </a:lnTo>
                <a:lnTo>
                  <a:pt x="461" y="369"/>
                </a:lnTo>
                <a:lnTo>
                  <a:pt x="465" y="372"/>
                </a:lnTo>
                <a:lnTo>
                  <a:pt x="472" y="372"/>
                </a:lnTo>
                <a:lnTo>
                  <a:pt x="477" y="372"/>
                </a:lnTo>
                <a:lnTo>
                  <a:pt x="481" y="370"/>
                </a:lnTo>
                <a:lnTo>
                  <a:pt x="485" y="368"/>
                </a:lnTo>
                <a:lnTo>
                  <a:pt x="487" y="364"/>
                </a:lnTo>
                <a:lnTo>
                  <a:pt x="489" y="359"/>
                </a:lnTo>
                <a:lnTo>
                  <a:pt x="490" y="353"/>
                </a:lnTo>
                <a:lnTo>
                  <a:pt x="489" y="347"/>
                </a:lnTo>
                <a:lnTo>
                  <a:pt x="487" y="343"/>
                </a:lnTo>
                <a:lnTo>
                  <a:pt x="485" y="339"/>
                </a:lnTo>
                <a:lnTo>
                  <a:pt x="481" y="336"/>
                </a:lnTo>
                <a:lnTo>
                  <a:pt x="475" y="334"/>
                </a:lnTo>
                <a:lnTo>
                  <a:pt x="470" y="334"/>
                </a:lnTo>
                <a:close/>
                <a:moveTo>
                  <a:pt x="256" y="332"/>
                </a:moveTo>
                <a:lnTo>
                  <a:pt x="250" y="332"/>
                </a:lnTo>
                <a:lnTo>
                  <a:pt x="246" y="335"/>
                </a:lnTo>
                <a:lnTo>
                  <a:pt x="242" y="338"/>
                </a:lnTo>
                <a:lnTo>
                  <a:pt x="240" y="342"/>
                </a:lnTo>
                <a:lnTo>
                  <a:pt x="239" y="345"/>
                </a:lnTo>
                <a:lnTo>
                  <a:pt x="237" y="352"/>
                </a:lnTo>
                <a:lnTo>
                  <a:pt x="239" y="356"/>
                </a:lnTo>
                <a:lnTo>
                  <a:pt x="240" y="361"/>
                </a:lnTo>
                <a:lnTo>
                  <a:pt x="242" y="365"/>
                </a:lnTo>
                <a:lnTo>
                  <a:pt x="246" y="368"/>
                </a:lnTo>
                <a:lnTo>
                  <a:pt x="250" y="370"/>
                </a:lnTo>
                <a:lnTo>
                  <a:pt x="257" y="370"/>
                </a:lnTo>
                <a:lnTo>
                  <a:pt x="262" y="370"/>
                </a:lnTo>
                <a:lnTo>
                  <a:pt x="266" y="369"/>
                </a:lnTo>
                <a:lnTo>
                  <a:pt x="270" y="366"/>
                </a:lnTo>
                <a:lnTo>
                  <a:pt x="273" y="363"/>
                </a:lnTo>
                <a:lnTo>
                  <a:pt x="274" y="357"/>
                </a:lnTo>
                <a:lnTo>
                  <a:pt x="275" y="352"/>
                </a:lnTo>
                <a:lnTo>
                  <a:pt x="274" y="345"/>
                </a:lnTo>
                <a:lnTo>
                  <a:pt x="273" y="342"/>
                </a:lnTo>
                <a:lnTo>
                  <a:pt x="270" y="338"/>
                </a:lnTo>
                <a:lnTo>
                  <a:pt x="266" y="335"/>
                </a:lnTo>
                <a:lnTo>
                  <a:pt x="261" y="332"/>
                </a:lnTo>
                <a:lnTo>
                  <a:pt x="256" y="332"/>
                </a:lnTo>
                <a:close/>
                <a:moveTo>
                  <a:pt x="470" y="292"/>
                </a:moveTo>
                <a:lnTo>
                  <a:pt x="465" y="292"/>
                </a:lnTo>
                <a:lnTo>
                  <a:pt x="461" y="293"/>
                </a:lnTo>
                <a:lnTo>
                  <a:pt x="458" y="296"/>
                </a:lnTo>
                <a:lnTo>
                  <a:pt x="457" y="300"/>
                </a:lnTo>
                <a:lnTo>
                  <a:pt x="456" y="304"/>
                </a:lnTo>
                <a:lnTo>
                  <a:pt x="455" y="308"/>
                </a:lnTo>
                <a:lnTo>
                  <a:pt x="456" y="311"/>
                </a:lnTo>
                <a:lnTo>
                  <a:pt x="457" y="315"/>
                </a:lnTo>
                <a:lnTo>
                  <a:pt x="460" y="318"/>
                </a:lnTo>
                <a:lnTo>
                  <a:pt x="462" y="321"/>
                </a:lnTo>
                <a:lnTo>
                  <a:pt x="466" y="322"/>
                </a:lnTo>
                <a:lnTo>
                  <a:pt x="470" y="322"/>
                </a:lnTo>
                <a:lnTo>
                  <a:pt x="475" y="322"/>
                </a:lnTo>
                <a:lnTo>
                  <a:pt x="479" y="321"/>
                </a:lnTo>
                <a:lnTo>
                  <a:pt x="482" y="318"/>
                </a:lnTo>
                <a:lnTo>
                  <a:pt x="485" y="314"/>
                </a:lnTo>
                <a:lnTo>
                  <a:pt x="486" y="310"/>
                </a:lnTo>
                <a:lnTo>
                  <a:pt x="486" y="306"/>
                </a:lnTo>
                <a:lnTo>
                  <a:pt x="486" y="301"/>
                </a:lnTo>
                <a:lnTo>
                  <a:pt x="482" y="296"/>
                </a:lnTo>
                <a:lnTo>
                  <a:pt x="479" y="293"/>
                </a:lnTo>
                <a:lnTo>
                  <a:pt x="475" y="292"/>
                </a:lnTo>
                <a:lnTo>
                  <a:pt x="470" y="292"/>
                </a:lnTo>
                <a:close/>
                <a:moveTo>
                  <a:pt x="184" y="291"/>
                </a:moveTo>
                <a:lnTo>
                  <a:pt x="178" y="292"/>
                </a:lnTo>
                <a:lnTo>
                  <a:pt x="174" y="293"/>
                </a:lnTo>
                <a:lnTo>
                  <a:pt x="170" y="297"/>
                </a:lnTo>
                <a:lnTo>
                  <a:pt x="168" y="301"/>
                </a:lnTo>
                <a:lnTo>
                  <a:pt x="167" y="306"/>
                </a:lnTo>
                <a:lnTo>
                  <a:pt x="167" y="313"/>
                </a:lnTo>
                <a:lnTo>
                  <a:pt x="167" y="319"/>
                </a:lnTo>
                <a:lnTo>
                  <a:pt x="168" y="325"/>
                </a:lnTo>
                <a:lnTo>
                  <a:pt x="170" y="328"/>
                </a:lnTo>
                <a:lnTo>
                  <a:pt x="173" y="332"/>
                </a:lnTo>
                <a:lnTo>
                  <a:pt x="178" y="334"/>
                </a:lnTo>
                <a:lnTo>
                  <a:pt x="184" y="335"/>
                </a:lnTo>
                <a:lnTo>
                  <a:pt x="189" y="334"/>
                </a:lnTo>
                <a:lnTo>
                  <a:pt x="193" y="332"/>
                </a:lnTo>
                <a:lnTo>
                  <a:pt x="197" y="330"/>
                </a:lnTo>
                <a:lnTo>
                  <a:pt x="198" y="327"/>
                </a:lnTo>
                <a:lnTo>
                  <a:pt x="201" y="323"/>
                </a:lnTo>
                <a:lnTo>
                  <a:pt x="202" y="318"/>
                </a:lnTo>
                <a:lnTo>
                  <a:pt x="202" y="313"/>
                </a:lnTo>
                <a:lnTo>
                  <a:pt x="201" y="306"/>
                </a:lnTo>
                <a:lnTo>
                  <a:pt x="199" y="300"/>
                </a:lnTo>
                <a:lnTo>
                  <a:pt x="197" y="296"/>
                </a:lnTo>
                <a:lnTo>
                  <a:pt x="193" y="293"/>
                </a:lnTo>
                <a:lnTo>
                  <a:pt x="189" y="291"/>
                </a:lnTo>
                <a:lnTo>
                  <a:pt x="184" y="291"/>
                </a:lnTo>
                <a:close/>
                <a:moveTo>
                  <a:pt x="256" y="291"/>
                </a:moveTo>
                <a:lnTo>
                  <a:pt x="250" y="291"/>
                </a:lnTo>
                <a:lnTo>
                  <a:pt x="246" y="292"/>
                </a:lnTo>
                <a:lnTo>
                  <a:pt x="244" y="294"/>
                </a:lnTo>
                <a:lnTo>
                  <a:pt x="242" y="298"/>
                </a:lnTo>
                <a:lnTo>
                  <a:pt x="241" y="302"/>
                </a:lnTo>
                <a:lnTo>
                  <a:pt x="240" y="306"/>
                </a:lnTo>
                <a:lnTo>
                  <a:pt x="241" y="310"/>
                </a:lnTo>
                <a:lnTo>
                  <a:pt x="242" y="314"/>
                </a:lnTo>
                <a:lnTo>
                  <a:pt x="245" y="317"/>
                </a:lnTo>
                <a:lnTo>
                  <a:pt x="248" y="319"/>
                </a:lnTo>
                <a:lnTo>
                  <a:pt x="252" y="321"/>
                </a:lnTo>
                <a:lnTo>
                  <a:pt x="256" y="321"/>
                </a:lnTo>
                <a:lnTo>
                  <a:pt x="261" y="321"/>
                </a:lnTo>
                <a:lnTo>
                  <a:pt x="265" y="319"/>
                </a:lnTo>
                <a:lnTo>
                  <a:pt x="267" y="317"/>
                </a:lnTo>
                <a:lnTo>
                  <a:pt x="270" y="313"/>
                </a:lnTo>
                <a:lnTo>
                  <a:pt x="271" y="309"/>
                </a:lnTo>
                <a:lnTo>
                  <a:pt x="273" y="305"/>
                </a:lnTo>
                <a:lnTo>
                  <a:pt x="271" y="300"/>
                </a:lnTo>
                <a:lnTo>
                  <a:pt x="267" y="294"/>
                </a:lnTo>
                <a:lnTo>
                  <a:pt x="265" y="292"/>
                </a:lnTo>
                <a:lnTo>
                  <a:pt x="261" y="291"/>
                </a:lnTo>
                <a:lnTo>
                  <a:pt x="256" y="291"/>
                </a:lnTo>
                <a:close/>
                <a:moveTo>
                  <a:pt x="379" y="283"/>
                </a:moveTo>
                <a:lnTo>
                  <a:pt x="426" y="283"/>
                </a:lnTo>
                <a:lnTo>
                  <a:pt x="426" y="294"/>
                </a:lnTo>
                <a:lnTo>
                  <a:pt x="386" y="294"/>
                </a:lnTo>
                <a:lnTo>
                  <a:pt x="383" y="322"/>
                </a:lnTo>
                <a:lnTo>
                  <a:pt x="386" y="319"/>
                </a:lnTo>
                <a:lnTo>
                  <a:pt x="389" y="318"/>
                </a:lnTo>
                <a:lnTo>
                  <a:pt x="394" y="317"/>
                </a:lnTo>
                <a:lnTo>
                  <a:pt x="401" y="315"/>
                </a:lnTo>
                <a:lnTo>
                  <a:pt x="413" y="318"/>
                </a:lnTo>
                <a:lnTo>
                  <a:pt x="422" y="325"/>
                </a:lnTo>
                <a:lnTo>
                  <a:pt x="428" y="335"/>
                </a:lnTo>
                <a:lnTo>
                  <a:pt x="430" y="347"/>
                </a:lnTo>
                <a:lnTo>
                  <a:pt x="428" y="361"/>
                </a:lnTo>
                <a:lnTo>
                  <a:pt x="422" y="373"/>
                </a:lnTo>
                <a:lnTo>
                  <a:pt x="413" y="381"/>
                </a:lnTo>
                <a:lnTo>
                  <a:pt x="397" y="383"/>
                </a:lnTo>
                <a:lnTo>
                  <a:pt x="390" y="382"/>
                </a:lnTo>
                <a:lnTo>
                  <a:pt x="384" y="380"/>
                </a:lnTo>
                <a:lnTo>
                  <a:pt x="377" y="377"/>
                </a:lnTo>
                <a:lnTo>
                  <a:pt x="371" y="368"/>
                </a:lnTo>
                <a:lnTo>
                  <a:pt x="368" y="355"/>
                </a:lnTo>
                <a:lnTo>
                  <a:pt x="380" y="355"/>
                </a:lnTo>
                <a:lnTo>
                  <a:pt x="381" y="360"/>
                </a:lnTo>
                <a:lnTo>
                  <a:pt x="383" y="364"/>
                </a:lnTo>
                <a:lnTo>
                  <a:pt x="385" y="368"/>
                </a:lnTo>
                <a:lnTo>
                  <a:pt x="389" y="370"/>
                </a:lnTo>
                <a:lnTo>
                  <a:pt x="393" y="372"/>
                </a:lnTo>
                <a:lnTo>
                  <a:pt x="398" y="372"/>
                </a:lnTo>
                <a:lnTo>
                  <a:pt x="403" y="372"/>
                </a:lnTo>
                <a:lnTo>
                  <a:pt x="407" y="370"/>
                </a:lnTo>
                <a:lnTo>
                  <a:pt x="410" y="368"/>
                </a:lnTo>
                <a:lnTo>
                  <a:pt x="413" y="365"/>
                </a:lnTo>
                <a:lnTo>
                  <a:pt x="417" y="360"/>
                </a:lnTo>
                <a:lnTo>
                  <a:pt x="418" y="355"/>
                </a:lnTo>
                <a:lnTo>
                  <a:pt x="418" y="349"/>
                </a:lnTo>
                <a:lnTo>
                  <a:pt x="418" y="343"/>
                </a:lnTo>
                <a:lnTo>
                  <a:pt x="415" y="338"/>
                </a:lnTo>
                <a:lnTo>
                  <a:pt x="413" y="332"/>
                </a:lnTo>
                <a:lnTo>
                  <a:pt x="409" y="330"/>
                </a:lnTo>
                <a:lnTo>
                  <a:pt x="403" y="328"/>
                </a:lnTo>
                <a:lnTo>
                  <a:pt x="398" y="327"/>
                </a:lnTo>
                <a:lnTo>
                  <a:pt x="393" y="328"/>
                </a:lnTo>
                <a:lnTo>
                  <a:pt x="389" y="330"/>
                </a:lnTo>
                <a:lnTo>
                  <a:pt x="385" y="332"/>
                </a:lnTo>
                <a:lnTo>
                  <a:pt x="381" y="336"/>
                </a:lnTo>
                <a:lnTo>
                  <a:pt x="372" y="336"/>
                </a:lnTo>
                <a:lnTo>
                  <a:pt x="379" y="283"/>
                </a:lnTo>
                <a:close/>
                <a:moveTo>
                  <a:pt x="297" y="281"/>
                </a:moveTo>
                <a:lnTo>
                  <a:pt x="360" y="281"/>
                </a:lnTo>
                <a:lnTo>
                  <a:pt x="360" y="292"/>
                </a:lnTo>
                <a:lnTo>
                  <a:pt x="356" y="296"/>
                </a:lnTo>
                <a:lnTo>
                  <a:pt x="352" y="301"/>
                </a:lnTo>
                <a:lnTo>
                  <a:pt x="348" y="308"/>
                </a:lnTo>
                <a:lnTo>
                  <a:pt x="335" y="334"/>
                </a:lnTo>
                <a:lnTo>
                  <a:pt x="328" y="357"/>
                </a:lnTo>
                <a:lnTo>
                  <a:pt x="325" y="366"/>
                </a:lnTo>
                <a:lnTo>
                  <a:pt x="322" y="380"/>
                </a:lnTo>
                <a:lnTo>
                  <a:pt x="311" y="380"/>
                </a:lnTo>
                <a:lnTo>
                  <a:pt x="317" y="351"/>
                </a:lnTo>
                <a:lnTo>
                  <a:pt x="329" y="322"/>
                </a:lnTo>
                <a:lnTo>
                  <a:pt x="338" y="306"/>
                </a:lnTo>
                <a:lnTo>
                  <a:pt x="347" y="293"/>
                </a:lnTo>
                <a:lnTo>
                  <a:pt x="297" y="293"/>
                </a:lnTo>
                <a:lnTo>
                  <a:pt x="297" y="281"/>
                </a:lnTo>
                <a:close/>
                <a:moveTo>
                  <a:pt x="472" y="280"/>
                </a:moveTo>
                <a:lnTo>
                  <a:pt x="477" y="280"/>
                </a:lnTo>
                <a:lnTo>
                  <a:pt x="482" y="283"/>
                </a:lnTo>
                <a:lnTo>
                  <a:pt x="487" y="284"/>
                </a:lnTo>
                <a:lnTo>
                  <a:pt x="491" y="288"/>
                </a:lnTo>
                <a:lnTo>
                  <a:pt x="495" y="293"/>
                </a:lnTo>
                <a:lnTo>
                  <a:pt x="498" y="300"/>
                </a:lnTo>
                <a:lnTo>
                  <a:pt x="499" y="305"/>
                </a:lnTo>
                <a:lnTo>
                  <a:pt x="498" y="311"/>
                </a:lnTo>
                <a:lnTo>
                  <a:pt x="496" y="317"/>
                </a:lnTo>
                <a:lnTo>
                  <a:pt x="494" y="321"/>
                </a:lnTo>
                <a:lnTo>
                  <a:pt x="491" y="325"/>
                </a:lnTo>
                <a:lnTo>
                  <a:pt x="487" y="327"/>
                </a:lnTo>
                <a:lnTo>
                  <a:pt x="492" y="330"/>
                </a:lnTo>
                <a:lnTo>
                  <a:pt x="495" y="334"/>
                </a:lnTo>
                <a:lnTo>
                  <a:pt x="499" y="339"/>
                </a:lnTo>
                <a:lnTo>
                  <a:pt x="502" y="345"/>
                </a:lnTo>
                <a:lnTo>
                  <a:pt x="502" y="352"/>
                </a:lnTo>
                <a:lnTo>
                  <a:pt x="499" y="364"/>
                </a:lnTo>
                <a:lnTo>
                  <a:pt x="494" y="374"/>
                </a:lnTo>
                <a:lnTo>
                  <a:pt x="485" y="381"/>
                </a:lnTo>
                <a:lnTo>
                  <a:pt x="472" y="383"/>
                </a:lnTo>
                <a:lnTo>
                  <a:pt x="458" y="382"/>
                </a:lnTo>
                <a:lnTo>
                  <a:pt x="449" y="376"/>
                </a:lnTo>
                <a:lnTo>
                  <a:pt x="443" y="366"/>
                </a:lnTo>
                <a:lnTo>
                  <a:pt x="440" y="352"/>
                </a:lnTo>
                <a:lnTo>
                  <a:pt x="440" y="347"/>
                </a:lnTo>
                <a:lnTo>
                  <a:pt x="441" y="342"/>
                </a:lnTo>
                <a:lnTo>
                  <a:pt x="444" y="338"/>
                </a:lnTo>
                <a:lnTo>
                  <a:pt x="447" y="334"/>
                </a:lnTo>
                <a:lnTo>
                  <a:pt x="451" y="330"/>
                </a:lnTo>
                <a:lnTo>
                  <a:pt x="456" y="327"/>
                </a:lnTo>
                <a:lnTo>
                  <a:pt x="451" y="325"/>
                </a:lnTo>
                <a:lnTo>
                  <a:pt x="448" y="322"/>
                </a:lnTo>
                <a:lnTo>
                  <a:pt x="445" y="318"/>
                </a:lnTo>
                <a:lnTo>
                  <a:pt x="444" y="313"/>
                </a:lnTo>
                <a:lnTo>
                  <a:pt x="443" y="308"/>
                </a:lnTo>
                <a:lnTo>
                  <a:pt x="444" y="301"/>
                </a:lnTo>
                <a:lnTo>
                  <a:pt x="447" y="294"/>
                </a:lnTo>
                <a:lnTo>
                  <a:pt x="451" y="288"/>
                </a:lnTo>
                <a:lnTo>
                  <a:pt x="455" y="285"/>
                </a:lnTo>
                <a:lnTo>
                  <a:pt x="460" y="283"/>
                </a:lnTo>
                <a:lnTo>
                  <a:pt x="465" y="281"/>
                </a:lnTo>
                <a:lnTo>
                  <a:pt x="472" y="280"/>
                </a:lnTo>
                <a:close/>
                <a:moveTo>
                  <a:pt x="184" y="279"/>
                </a:moveTo>
                <a:lnTo>
                  <a:pt x="195" y="281"/>
                </a:lnTo>
                <a:lnTo>
                  <a:pt x="204" y="288"/>
                </a:lnTo>
                <a:lnTo>
                  <a:pt x="211" y="298"/>
                </a:lnTo>
                <a:lnTo>
                  <a:pt x="214" y="311"/>
                </a:lnTo>
                <a:lnTo>
                  <a:pt x="215" y="326"/>
                </a:lnTo>
                <a:lnTo>
                  <a:pt x="214" y="343"/>
                </a:lnTo>
                <a:lnTo>
                  <a:pt x="210" y="359"/>
                </a:lnTo>
                <a:lnTo>
                  <a:pt x="203" y="372"/>
                </a:lnTo>
                <a:lnTo>
                  <a:pt x="194" y="380"/>
                </a:lnTo>
                <a:lnTo>
                  <a:pt x="182" y="382"/>
                </a:lnTo>
                <a:lnTo>
                  <a:pt x="176" y="382"/>
                </a:lnTo>
                <a:lnTo>
                  <a:pt x="170" y="381"/>
                </a:lnTo>
                <a:lnTo>
                  <a:pt x="167" y="378"/>
                </a:lnTo>
                <a:lnTo>
                  <a:pt x="163" y="374"/>
                </a:lnTo>
                <a:lnTo>
                  <a:pt x="159" y="369"/>
                </a:lnTo>
                <a:lnTo>
                  <a:pt x="156" y="363"/>
                </a:lnTo>
                <a:lnTo>
                  <a:pt x="155" y="355"/>
                </a:lnTo>
                <a:lnTo>
                  <a:pt x="167" y="355"/>
                </a:lnTo>
                <a:lnTo>
                  <a:pt x="168" y="360"/>
                </a:lnTo>
                <a:lnTo>
                  <a:pt x="169" y="364"/>
                </a:lnTo>
                <a:lnTo>
                  <a:pt x="170" y="368"/>
                </a:lnTo>
                <a:lnTo>
                  <a:pt x="174" y="369"/>
                </a:lnTo>
                <a:lnTo>
                  <a:pt x="177" y="372"/>
                </a:lnTo>
                <a:lnTo>
                  <a:pt x="182" y="372"/>
                </a:lnTo>
                <a:lnTo>
                  <a:pt x="187" y="370"/>
                </a:lnTo>
                <a:lnTo>
                  <a:pt x="191" y="368"/>
                </a:lnTo>
                <a:lnTo>
                  <a:pt x="195" y="364"/>
                </a:lnTo>
                <a:lnTo>
                  <a:pt x="201" y="352"/>
                </a:lnTo>
                <a:lnTo>
                  <a:pt x="203" y="334"/>
                </a:lnTo>
                <a:lnTo>
                  <a:pt x="201" y="338"/>
                </a:lnTo>
                <a:lnTo>
                  <a:pt x="198" y="340"/>
                </a:lnTo>
                <a:lnTo>
                  <a:pt x="194" y="343"/>
                </a:lnTo>
                <a:lnTo>
                  <a:pt x="189" y="345"/>
                </a:lnTo>
                <a:lnTo>
                  <a:pt x="182" y="345"/>
                </a:lnTo>
                <a:lnTo>
                  <a:pt x="176" y="345"/>
                </a:lnTo>
                <a:lnTo>
                  <a:pt x="170" y="343"/>
                </a:lnTo>
                <a:lnTo>
                  <a:pt x="167" y="340"/>
                </a:lnTo>
                <a:lnTo>
                  <a:pt x="161" y="336"/>
                </a:lnTo>
                <a:lnTo>
                  <a:pt x="156" y="326"/>
                </a:lnTo>
                <a:lnTo>
                  <a:pt x="155" y="313"/>
                </a:lnTo>
                <a:lnTo>
                  <a:pt x="156" y="301"/>
                </a:lnTo>
                <a:lnTo>
                  <a:pt x="161" y="289"/>
                </a:lnTo>
                <a:lnTo>
                  <a:pt x="170" y="281"/>
                </a:lnTo>
                <a:lnTo>
                  <a:pt x="184" y="279"/>
                </a:lnTo>
                <a:close/>
                <a:moveTo>
                  <a:pt x="257" y="279"/>
                </a:moveTo>
                <a:lnTo>
                  <a:pt x="262" y="279"/>
                </a:lnTo>
                <a:lnTo>
                  <a:pt x="267" y="281"/>
                </a:lnTo>
                <a:lnTo>
                  <a:pt x="273" y="283"/>
                </a:lnTo>
                <a:lnTo>
                  <a:pt x="276" y="287"/>
                </a:lnTo>
                <a:lnTo>
                  <a:pt x="280" y="292"/>
                </a:lnTo>
                <a:lnTo>
                  <a:pt x="283" y="298"/>
                </a:lnTo>
                <a:lnTo>
                  <a:pt x="284" y="304"/>
                </a:lnTo>
                <a:lnTo>
                  <a:pt x="283" y="310"/>
                </a:lnTo>
                <a:lnTo>
                  <a:pt x="282" y="315"/>
                </a:lnTo>
                <a:lnTo>
                  <a:pt x="279" y="319"/>
                </a:lnTo>
                <a:lnTo>
                  <a:pt x="276" y="323"/>
                </a:lnTo>
                <a:lnTo>
                  <a:pt x="273" y="326"/>
                </a:lnTo>
                <a:lnTo>
                  <a:pt x="278" y="328"/>
                </a:lnTo>
                <a:lnTo>
                  <a:pt x="282" y="332"/>
                </a:lnTo>
                <a:lnTo>
                  <a:pt x="284" y="338"/>
                </a:lnTo>
                <a:lnTo>
                  <a:pt x="287" y="344"/>
                </a:lnTo>
                <a:lnTo>
                  <a:pt x="287" y="351"/>
                </a:lnTo>
                <a:lnTo>
                  <a:pt x="286" y="363"/>
                </a:lnTo>
                <a:lnTo>
                  <a:pt x="279" y="373"/>
                </a:lnTo>
                <a:lnTo>
                  <a:pt x="270" y="380"/>
                </a:lnTo>
                <a:lnTo>
                  <a:pt x="257" y="382"/>
                </a:lnTo>
                <a:lnTo>
                  <a:pt x="245" y="381"/>
                </a:lnTo>
                <a:lnTo>
                  <a:pt x="235" y="374"/>
                </a:lnTo>
                <a:lnTo>
                  <a:pt x="228" y="365"/>
                </a:lnTo>
                <a:lnTo>
                  <a:pt x="225" y="351"/>
                </a:lnTo>
                <a:lnTo>
                  <a:pt x="225" y="345"/>
                </a:lnTo>
                <a:lnTo>
                  <a:pt x="227" y="340"/>
                </a:lnTo>
                <a:lnTo>
                  <a:pt x="229" y="336"/>
                </a:lnTo>
                <a:lnTo>
                  <a:pt x="232" y="332"/>
                </a:lnTo>
                <a:lnTo>
                  <a:pt x="236" y="328"/>
                </a:lnTo>
                <a:lnTo>
                  <a:pt x="241" y="326"/>
                </a:lnTo>
                <a:lnTo>
                  <a:pt x="237" y="323"/>
                </a:lnTo>
                <a:lnTo>
                  <a:pt x="233" y="321"/>
                </a:lnTo>
                <a:lnTo>
                  <a:pt x="231" y="317"/>
                </a:lnTo>
                <a:lnTo>
                  <a:pt x="229" y="311"/>
                </a:lnTo>
                <a:lnTo>
                  <a:pt x="228" y="306"/>
                </a:lnTo>
                <a:lnTo>
                  <a:pt x="229" y="300"/>
                </a:lnTo>
                <a:lnTo>
                  <a:pt x="232" y="293"/>
                </a:lnTo>
                <a:lnTo>
                  <a:pt x="236" y="287"/>
                </a:lnTo>
                <a:lnTo>
                  <a:pt x="240" y="284"/>
                </a:lnTo>
                <a:lnTo>
                  <a:pt x="245" y="281"/>
                </a:lnTo>
                <a:lnTo>
                  <a:pt x="250" y="279"/>
                </a:lnTo>
                <a:lnTo>
                  <a:pt x="257" y="279"/>
                </a:lnTo>
                <a:close/>
                <a:moveTo>
                  <a:pt x="472" y="86"/>
                </a:moveTo>
                <a:lnTo>
                  <a:pt x="513" y="86"/>
                </a:lnTo>
                <a:lnTo>
                  <a:pt x="513" y="256"/>
                </a:lnTo>
                <a:lnTo>
                  <a:pt x="472" y="256"/>
                </a:lnTo>
                <a:lnTo>
                  <a:pt x="472" y="86"/>
                </a:lnTo>
                <a:close/>
                <a:moveTo>
                  <a:pt x="407" y="86"/>
                </a:moveTo>
                <a:lnTo>
                  <a:pt x="428" y="86"/>
                </a:lnTo>
                <a:lnTo>
                  <a:pt x="428" y="256"/>
                </a:lnTo>
                <a:lnTo>
                  <a:pt x="407" y="256"/>
                </a:lnTo>
                <a:lnTo>
                  <a:pt x="407" y="86"/>
                </a:lnTo>
                <a:close/>
                <a:moveTo>
                  <a:pt x="85" y="85"/>
                </a:moveTo>
                <a:lnTo>
                  <a:pt x="127" y="85"/>
                </a:lnTo>
                <a:lnTo>
                  <a:pt x="127" y="385"/>
                </a:lnTo>
                <a:lnTo>
                  <a:pt x="85" y="385"/>
                </a:lnTo>
                <a:lnTo>
                  <a:pt x="85" y="85"/>
                </a:lnTo>
                <a:close/>
                <a:moveTo>
                  <a:pt x="536" y="85"/>
                </a:moveTo>
                <a:lnTo>
                  <a:pt x="576" y="85"/>
                </a:lnTo>
                <a:lnTo>
                  <a:pt x="576" y="385"/>
                </a:lnTo>
                <a:lnTo>
                  <a:pt x="536" y="385"/>
                </a:lnTo>
                <a:lnTo>
                  <a:pt x="536" y="85"/>
                </a:lnTo>
                <a:close/>
                <a:moveTo>
                  <a:pt x="364" y="85"/>
                </a:moveTo>
                <a:lnTo>
                  <a:pt x="384" y="85"/>
                </a:lnTo>
                <a:lnTo>
                  <a:pt x="384" y="256"/>
                </a:lnTo>
                <a:lnTo>
                  <a:pt x="364" y="256"/>
                </a:lnTo>
                <a:lnTo>
                  <a:pt x="364" y="85"/>
                </a:lnTo>
                <a:close/>
                <a:moveTo>
                  <a:pt x="300" y="85"/>
                </a:moveTo>
                <a:lnTo>
                  <a:pt x="321" y="85"/>
                </a:lnTo>
                <a:lnTo>
                  <a:pt x="321" y="255"/>
                </a:lnTo>
                <a:lnTo>
                  <a:pt x="300" y="255"/>
                </a:lnTo>
                <a:lnTo>
                  <a:pt x="300" y="85"/>
                </a:lnTo>
                <a:close/>
                <a:moveTo>
                  <a:pt x="214" y="85"/>
                </a:moveTo>
                <a:lnTo>
                  <a:pt x="278" y="85"/>
                </a:lnTo>
                <a:lnTo>
                  <a:pt x="278" y="256"/>
                </a:lnTo>
                <a:lnTo>
                  <a:pt x="214" y="256"/>
                </a:lnTo>
                <a:lnTo>
                  <a:pt x="214" y="85"/>
                </a:lnTo>
                <a:close/>
                <a:moveTo>
                  <a:pt x="149" y="85"/>
                </a:moveTo>
                <a:lnTo>
                  <a:pt x="170" y="85"/>
                </a:lnTo>
                <a:lnTo>
                  <a:pt x="170" y="255"/>
                </a:lnTo>
                <a:lnTo>
                  <a:pt x="149" y="255"/>
                </a:lnTo>
                <a:lnTo>
                  <a:pt x="149" y="85"/>
                </a:lnTo>
                <a:close/>
                <a:moveTo>
                  <a:pt x="42" y="42"/>
                </a:moveTo>
                <a:lnTo>
                  <a:pt x="42" y="428"/>
                </a:lnTo>
                <a:lnTo>
                  <a:pt x="621" y="428"/>
                </a:lnTo>
                <a:lnTo>
                  <a:pt x="621" y="42"/>
                </a:lnTo>
                <a:lnTo>
                  <a:pt x="42" y="42"/>
                </a:lnTo>
                <a:close/>
                <a:moveTo>
                  <a:pt x="21" y="0"/>
                </a:moveTo>
                <a:lnTo>
                  <a:pt x="643" y="0"/>
                </a:lnTo>
                <a:lnTo>
                  <a:pt x="653" y="3"/>
                </a:lnTo>
                <a:lnTo>
                  <a:pt x="661" y="10"/>
                </a:lnTo>
                <a:lnTo>
                  <a:pt x="664" y="21"/>
                </a:lnTo>
                <a:lnTo>
                  <a:pt x="664" y="449"/>
                </a:lnTo>
                <a:lnTo>
                  <a:pt x="664" y="452"/>
                </a:lnTo>
                <a:lnTo>
                  <a:pt x="664" y="455"/>
                </a:lnTo>
                <a:lnTo>
                  <a:pt x="661" y="459"/>
                </a:lnTo>
                <a:lnTo>
                  <a:pt x="659" y="465"/>
                </a:lnTo>
                <a:lnTo>
                  <a:pt x="652" y="469"/>
                </a:lnTo>
                <a:lnTo>
                  <a:pt x="643" y="471"/>
                </a:lnTo>
                <a:lnTo>
                  <a:pt x="21" y="471"/>
                </a:lnTo>
                <a:lnTo>
                  <a:pt x="11" y="467"/>
                </a:lnTo>
                <a:lnTo>
                  <a:pt x="3" y="461"/>
                </a:lnTo>
                <a:lnTo>
                  <a:pt x="0" y="449"/>
                </a:lnTo>
                <a:lnTo>
                  <a:pt x="0" y="21"/>
                </a:lnTo>
                <a:lnTo>
                  <a:pt x="3" y="10"/>
                </a:lnTo>
                <a:lnTo>
                  <a:pt x="11" y="3"/>
                </a:lnTo>
                <a:lnTo>
                  <a:pt x="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4" name="Freeform 28"/>
          <p:cNvSpPr>
            <a:spLocks noChangeAspect="1" noEditPoints="1"/>
          </p:cNvSpPr>
          <p:nvPr/>
        </p:nvSpPr>
        <p:spPr bwMode="auto">
          <a:xfrm>
            <a:off x="4413060" y="4703028"/>
            <a:ext cx="1080000" cy="742196"/>
          </a:xfrm>
          <a:custGeom>
            <a:avLst/>
            <a:gdLst>
              <a:gd name="T0" fmla="*/ 503 w 665"/>
              <a:gd name="T1" fmla="*/ 351 h 457"/>
              <a:gd name="T2" fmla="*/ 487 w 665"/>
              <a:gd name="T3" fmla="*/ 376 h 457"/>
              <a:gd name="T4" fmla="*/ 462 w 665"/>
              <a:gd name="T5" fmla="*/ 355 h 457"/>
              <a:gd name="T6" fmla="*/ 252 w 665"/>
              <a:gd name="T7" fmla="*/ 333 h 457"/>
              <a:gd name="T8" fmla="*/ 271 w 665"/>
              <a:gd name="T9" fmla="*/ 360 h 457"/>
              <a:gd name="T10" fmla="*/ 241 w 665"/>
              <a:gd name="T11" fmla="*/ 372 h 457"/>
              <a:gd name="T12" fmla="*/ 238 w 665"/>
              <a:gd name="T13" fmla="*/ 339 h 457"/>
              <a:gd name="T14" fmla="*/ 494 w 665"/>
              <a:gd name="T15" fmla="*/ 295 h 457"/>
              <a:gd name="T16" fmla="*/ 491 w 665"/>
              <a:gd name="T17" fmla="*/ 321 h 457"/>
              <a:gd name="T18" fmla="*/ 465 w 665"/>
              <a:gd name="T19" fmla="*/ 312 h 457"/>
              <a:gd name="T20" fmla="*/ 481 w 665"/>
              <a:gd name="T21" fmla="*/ 290 h 457"/>
              <a:gd name="T22" fmla="*/ 194 w 665"/>
              <a:gd name="T23" fmla="*/ 312 h 457"/>
              <a:gd name="T24" fmla="*/ 174 w 665"/>
              <a:gd name="T25" fmla="*/ 335 h 457"/>
              <a:gd name="T26" fmla="*/ 153 w 665"/>
              <a:gd name="T27" fmla="*/ 313 h 457"/>
              <a:gd name="T28" fmla="*/ 176 w 665"/>
              <a:gd name="T29" fmla="*/ 288 h 457"/>
              <a:gd name="T30" fmla="*/ 269 w 665"/>
              <a:gd name="T31" fmla="*/ 305 h 457"/>
              <a:gd name="T32" fmla="*/ 248 w 665"/>
              <a:gd name="T33" fmla="*/ 321 h 457"/>
              <a:gd name="T34" fmla="*/ 237 w 665"/>
              <a:gd name="T35" fmla="*/ 297 h 457"/>
              <a:gd name="T36" fmla="*/ 386 w 665"/>
              <a:gd name="T37" fmla="*/ 338 h 457"/>
              <a:gd name="T38" fmla="*/ 419 w 665"/>
              <a:gd name="T39" fmla="*/ 334 h 457"/>
              <a:gd name="T40" fmla="*/ 418 w 665"/>
              <a:gd name="T41" fmla="*/ 372 h 457"/>
              <a:gd name="T42" fmla="*/ 388 w 665"/>
              <a:gd name="T43" fmla="*/ 368 h 457"/>
              <a:gd name="T44" fmla="*/ 392 w 665"/>
              <a:gd name="T45" fmla="*/ 386 h 457"/>
              <a:gd name="T46" fmla="*/ 439 w 665"/>
              <a:gd name="T47" fmla="*/ 350 h 457"/>
              <a:gd name="T48" fmla="*/ 392 w 665"/>
              <a:gd name="T49" fmla="*/ 320 h 457"/>
              <a:gd name="T50" fmla="*/ 469 w 665"/>
              <a:gd name="T51" fmla="*/ 279 h 457"/>
              <a:gd name="T52" fmla="*/ 453 w 665"/>
              <a:gd name="T53" fmla="*/ 318 h 457"/>
              <a:gd name="T54" fmla="*/ 452 w 665"/>
              <a:gd name="T55" fmla="*/ 339 h 457"/>
              <a:gd name="T56" fmla="*/ 482 w 665"/>
              <a:gd name="T57" fmla="*/ 390 h 457"/>
              <a:gd name="T58" fmla="*/ 511 w 665"/>
              <a:gd name="T59" fmla="*/ 335 h 457"/>
              <a:gd name="T60" fmla="*/ 511 w 665"/>
              <a:gd name="T61" fmla="*/ 317 h 457"/>
              <a:gd name="T62" fmla="*/ 482 w 665"/>
              <a:gd name="T63" fmla="*/ 276 h 457"/>
              <a:gd name="T64" fmla="*/ 313 w 665"/>
              <a:gd name="T65" fmla="*/ 366 h 457"/>
              <a:gd name="T66" fmla="*/ 337 w 665"/>
              <a:gd name="T67" fmla="*/ 334 h 457"/>
              <a:gd name="T68" fmla="*/ 174 w 665"/>
              <a:gd name="T69" fmla="*/ 275 h 457"/>
              <a:gd name="T70" fmla="*/ 156 w 665"/>
              <a:gd name="T71" fmla="*/ 343 h 457"/>
              <a:gd name="T72" fmla="*/ 197 w 665"/>
              <a:gd name="T73" fmla="*/ 335 h 457"/>
              <a:gd name="T74" fmla="*/ 164 w 665"/>
              <a:gd name="T75" fmla="*/ 373 h 457"/>
              <a:gd name="T76" fmla="*/ 145 w 665"/>
              <a:gd name="T77" fmla="*/ 372 h 457"/>
              <a:gd name="T78" fmla="*/ 207 w 665"/>
              <a:gd name="T79" fmla="*/ 345 h 457"/>
              <a:gd name="T80" fmla="*/ 253 w 665"/>
              <a:gd name="T81" fmla="*/ 274 h 457"/>
              <a:gd name="T82" fmla="*/ 223 w 665"/>
              <a:gd name="T83" fmla="*/ 312 h 457"/>
              <a:gd name="T84" fmla="*/ 225 w 665"/>
              <a:gd name="T85" fmla="*/ 333 h 457"/>
              <a:gd name="T86" fmla="*/ 240 w 665"/>
              <a:gd name="T87" fmla="*/ 385 h 457"/>
              <a:gd name="T88" fmla="*/ 284 w 665"/>
              <a:gd name="T89" fmla="*/ 339 h 457"/>
              <a:gd name="T90" fmla="*/ 279 w 665"/>
              <a:gd name="T91" fmla="*/ 320 h 457"/>
              <a:gd name="T92" fmla="*/ 274 w 665"/>
              <a:gd name="T93" fmla="*/ 284 h 457"/>
              <a:gd name="T94" fmla="*/ 549 w 665"/>
              <a:gd name="T95" fmla="*/ 68 h 457"/>
              <a:gd name="T96" fmla="*/ 297 w 665"/>
              <a:gd name="T97" fmla="*/ 250 h 457"/>
              <a:gd name="T98" fmla="*/ 275 w 665"/>
              <a:gd name="T99" fmla="*/ 68 h 457"/>
              <a:gd name="T100" fmla="*/ 482 w 665"/>
              <a:gd name="T101" fmla="*/ 67 h 457"/>
              <a:gd name="T102" fmla="*/ 436 w 665"/>
              <a:gd name="T103" fmla="*/ 252 h 457"/>
              <a:gd name="T104" fmla="*/ 70 w 665"/>
              <a:gd name="T105" fmla="*/ 67 h 457"/>
              <a:gd name="T106" fmla="*/ 663 w 665"/>
              <a:gd name="T107" fmla="*/ 447 h 457"/>
              <a:gd name="T108" fmla="*/ 0 w 665"/>
              <a:gd name="T109" fmla="*/ 24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65" h="457">
                <a:moveTo>
                  <a:pt x="482" y="334"/>
                </a:moveTo>
                <a:lnTo>
                  <a:pt x="487" y="335"/>
                </a:lnTo>
                <a:lnTo>
                  <a:pt x="492" y="337"/>
                </a:lnTo>
                <a:lnTo>
                  <a:pt x="496" y="341"/>
                </a:lnTo>
                <a:lnTo>
                  <a:pt x="499" y="343"/>
                </a:lnTo>
                <a:lnTo>
                  <a:pt x="502" y="347"/>
                </a:lnTo>
                <a:lnTo>
                  <a:pt x="503" y="351"/>
                </a:lnTo>
                <a:lnTo>
                  <a:pt x="504" y="356"/>
                </a:lnTo>
                <a:lnTo>
                  <a:pt x="503" y="360"/>
                </a:lnTo>
                <a:lnTo>
                  <a:pt x="502" y="364"/>
                </a:lnTo>
                <a:lnTo>
                  <a:pt x="499" y="368"/>
                </a:lnTo>
                <a:lnTo>
                  <a:pt x="496" y="371"/>
                </a:lnTo>
                <a:lnTo>
                  <a:pt x="492" y="373"/>
                </a:lnTo>
                <a:lnTo>
                  <a:pt x="487" y="376"/>
                </a:lnTo>
                <a:lnTo>
                  <a:pt x="482" y="376"/>
                </a:lnTo>
                <a:lnTo>
                  <a:pt x="475" y="376"/>
                </a:lnTo>
                <a:lnTo>
                  <a:pt x="470" y="373"/>
                </a:lnTo>
                <a:lnTo>
                  <a:pt x="466" y="369"/>
                </a:lnTo>
                <a:lnTo>
                  <a:pt x="464" y="366"/>
                </a:lnTo>
                <a:lnTo>
                  <a:pt x="462" y="360"/>
                </a:lnTo>
                <a:lnTo>
                  <a:pt x="462" y="355"/>
                </a:lnTo>
                <a:lnTo>
                  <a:pt x="462" y="350"/>
                </a:lnTo>
                <a:lnTo>
                  <a:pt x="464" y="345"/>
                </a:lnTo>
                <a:lnTo>
                  <a:pt x="468" y="341"/>
                </a:lnTo>
                <a:lnTo>
                  <a:pt x="471" y="337"/>
                </a:lnTo>
                <a:lnTo>
                  <a:pt x="475" y="335"/>
                </a:lnTo>
                <a:lnTo>
                  <a:pt x="482" y="334"/>
                </a:lnTo>
                <a:close/>
                <a:moveTo>
                  <a:pt x="252" y="333"/>
                </a:moveTo>
                <a:lnTo>
                  <a:pt x="258" y="334"/>
                </a:lnTo>
                <a:lnTo>
                  <a:pt x="262" y="335"/>
                </a:lnTo>
                <a:lnTo>
                  <a:pt x="266" y="339"/>
                </a:lnTo>
                <a:lnTo>
                  <a:pt x="270" y="343"/>
                </a:lnTo>
                <a:lnTo>
                  <a:pt x="271" y="348"/>
                </a:lnTo>
                <a:lnTo>
                  <a:pt x="272" y="355"/>
                </a:lnTo>
                <a:lnTo>
                  <a:pt x="271" y="360"/>
                </a:lnTo>
                <a:lnTo>
                  <a:pt x="270" y="366"/>
                </a:lnTo>
                <a:lnTo>
                  <a:pt x="267" y="369"/>
                </a:lnTo>
                <a:lnTo>
                  <a:pt x="263" y="372"/>
                </a:lnTo>
                <a:lnTo>
                  <a:pt x="258" y="375"/>
                </a:lnTo>
                <a:lnTo>
                  <a:pt x="253" y="375"/>
                </a:lnTo>
                <a:lnTo>
                  <a:pt x="246" y="373"/>
                </a:lnTo>
                <a:lnTo>
                  <a:pt x="241" y="372"/>
                </a:lnTo>
                <a:lnTo>
                  <a:pt x="237" y="368"/>
                </a:lnTo>
                <a:lnTo>
                  <a:pt x="235" y="364"/>
                </a:lnTo>
                <a:lnTo>
                  <a:pt x="233" y="359"/>
                </a:lnTo>
                <a:lnTo>
                  <a:pt x="232" y="354"/>
                </a:lnTo>
                <a:lnTo>
                  <a:pt x="233" y="348"/>
                </a:lnTo>
                <a:lnTo>
                  <a:pt x="235" y="343"/>
                </a:lnTo>
                <a:lnTo>
                  <a:pt x="238" y="339"/>
                </a:lnTo>
                <a:lnTo>
                  <a:pt x="242" y="335"/>
                </a:lnTo>
                <a:lnTo>
                  <a:pt x="246" y="334"/>
                </a:lnTo>
                <a:lnTo>
                  <a:pt x="252" y="333"/>
                </a:lnTo>
                <a:close/>
                <a:moveTo>
                  <a:pt x="481" y="290"/>
                </a:moveTo>
                <a:lnTo>
                  <a:pt x="486" y="291"/>
                </a:lnTo>
                <a:lnTo>
                  <a:pt x="491" y="292"/>
                </a:lnTo>
                <a:lnTo>
                  <a:pt x="494" y="295"/>
                </a:lnTo>
                <a:lnTo>
                  <a:pt x="496" y="299"/>
                </a:lnTo>
                <a:lnTo>
                  <a:pt x="498" y="303"/>
                </a:lnTo>
                <a:lnTo>
                  <a:pt x="499" y="307"/>
                </a:lnTo>
                <a:lnTo>
                  <a:pt x="498" y="311"/>
                </a:lnTo>
                <a:lnTo>
                  <a:pt x="496" y="314"/>
                </a:lnTo>
                <a:lnTo>
                  <a:pt x="494" y="318"/>
                </a:lnTo>
                <a:lnTo>
                  <a:pt x="491" y="321"/>
                </a:lnTo>
                <a:lnTo>
                  <a:pt x="486" y="322"/>
                </a:lnTo>
                <a:lnTo>
                  <a:pt x="482" y="324"/>
                </a:lnTo>
                <a:lnTo>
                  <a:pt x="477" y="322"/>
                </a:lnTo>
                <a:lnTo>
                  <a:pt x="473" y="321"/>
                </a:lnTo>
                <a:lnTo>
                  <a:pt x="470" y="318"/>
                </a:lnTo>
                <a:lnTo>
                  <a:pt x="466" y="316"/>
                </a:lnTo>
                <a:lnTo>
                  <a:pt x="465" y="312"/>
                </a:lnTo>
                <a:lnTo>
                  <a:pt x="465" y="307"/>
                </a:lnTo>
                <a:lnTo>
                  <a:pt x="465" y="303"/>
                </a:lnTo>
                <a:lnTo>
                  <a:pt x="466" y="299"/>
                </a:lnTo>
                <a:lnTo>
                  <a:pt x="469" y="295"/>
                </a:lnTo>
                <a:lnTo>
                  <a:pt x="471" y="292"/>
                </a:lnTo>
                <a:lnTo>
                  <a:pt x="475" y="291"/>
                </a:lnTo>
                <a:lnTo>
                  <a:pt x="481" y="290"/>
                </a:lnTo>
                <a:close/>
                <a:moveTo>
                  <a:pt x="176" y="288"/>
                </a:moveTo>
                <a:lnTo>
                  <a:pt x="180" y="290"/>
                </a:lnTo>
                <a:lnTo>
                  <a:pt x="185" y="291"/>
                </a:lnTo>
                <a:lnTo>
                  <a:pt x="189" y="295"/>
                </a:lnTo>
                <a:lnTo>
                  <a:pt x="191" y="299"/>
                </a:lnTo>
                <a:lnTo>
                  <a:pt x="194" y="305"/>
                </a:lnTo>
                <a:lnTo>
                  <a:pt x="194" y="312"/>
                </a:lnTo>
                <a:lnTo>
                  <a:pt x="194" y="318"/>
                </a:lnTo>
                <a:lnTo>
                  <a:pt x="193" y="324"/>
                </a:lnTo>
                <a:lnTo>
                  <a:pt x="190" y="328"/>
                </a:lnTo>
                <a:lnTo>
                  <a:pt x="187" y="330"/>
                </a:lnTo>
                <a:lnTo>
                  <a:pt x="183" y="334"/>
                </a:lnTo>
                <a:lnTo>
                  <a:pt x="180" y="335"/>
                </a:lnTo>
                <a:lnTo>
                  <a:pt x="174" y="335"/>
                </a:lnTo>
                <a:lnTo>
                  <a:pt x="169" y="335"/>
                </a:lnTo>
                <a:lnTo>
                  <a:pt x="164" y="333"/>
                </a:lnTo>
                <a:lnTo>
                  <a:pt x="160" y="330"/>
                </a:lnTo>
                <a:lnTo>
                  <a:pt x="159" y="326"/>
                </a:lnTo>
                <a:lnTo>
                  <a:pt x="156" y="322"/>
                </a:lnTo>
                <a:lnTo>
                  <a:pt x="155" y="318"/>
                </a:lnTo>
                <a:lnTo>
                  <a:pt x="153" y="313"/>
                </a:lnTo>
                <a:lnTo>
                  <a:pt x="155" y="308"/>
                </a:lnTo>
                <a:lnTo>
                  <a:pt x="156" y="303"/>
                </a:lnTo>
                <a:lnTo>
                  <a:pt x="159" y="299"/>
                </a:lnTo>
                <a:lnTo>
                  <a:pt x="161" y="295"/>
                </a:lnTo>
                <a:lnTo>
                  <a:pt x="165" y="292"/>
                </a:lnTo>
                <a:lnTo>
                  <a:pt x="169" y="290"/>
                </a:lnTo>
                <a:lnTo>
                  <a:pt x="176" y="288"/>
                </a:lnTo>
                <a:close/>
                <a:moveTo>
                  <a:pt x="252" y="288"/>
                </a:moveTo>
                <a:lnTo>
                  <a:pt x="257" y="290"/>
                </a:lnTo>
                <a:lnTo>
                  <a:pt x="261" y="291"/>
                </a:lnTo>
                <a:lnTo>
                  <a:pt x="265" y="294"/>
                </a:lnTo>
                <a:lnTo>
                  <a:pt x="267" y="297"/>
                </a:lnTo>
                <a:lnTo>
                  <a:pt x="269" y="301"/>
                </a:lnTo>
                <a:lnTo>
                  <a:pt x="269" y="305"/>
                </a:lnTo>
                <a:lnTo>
                  <a:pt x="269" y="309"/>
                </a:lnTo>
                <a:lnTo>
                  <a:pt x="267" y="313"/>
                </a:lnTo>
                <a:lnTo>
                  <a:pt x="265" y="317"/>
                </a:lnTo>
                <a:lnTo>
                  <a:pt x="261" y="320"/>
                </a:lnTo>
                <a:lnTo>
                  <a:pt x="257" y="321"/>
                </a:lnTo>
                <a:lnTo>
                  <a:pt x="252" y="321"/>
                </a:lnTo>
                <a:lnTo>
                  <a:pt x="248" y="321"/>
                </a:lnTo>
                <a:lnTo>
                  <a:pt x="244" y="320"/>
                </a:lnTo>
                <a:lnTo>
                  <a:pt x="240" y="317"/>
                </a:lnTo>
                <a:lnTo>
                  <a:pt x="237" y="314"/>
                </a:lnTo>
                <a:lnTo>
                  <a:pt x="236" y="311"/>
                </a:lnTo>
                <a:lnTo>
                  <a:pt x="235" y="305"/>
                </a:lnTo>
                <a:lnTo>
                  <a:pt x="236" y="301"/>
                </a:lnTo>
                <a:lnTo>
                  <a:pt x="237" y="297"/>
                </a:lnTo>
                <a:lnTo>
                  <a:pt x="238" y="294"/>
                </a:lnTo>
                <a:lnTo>
                  <a:pt x="242" y="291"/>
                </a:lnTo>
                <a:lnTo>
                  <a:pt x="246" y="290"/>
                </a:lnTo>
                <a:lnTo>
                  <a:pt x="252" y="288"/>
                </a:lnTo>
                <a:close/>
                <a:moveTo>
                  <a:pt x="382" y="276"/>
                </a:moveTo>
                <a:lnTo>
                  <a:pt x="376" y="338"/>
                </a:lnTo>
                <a:lnTo>
                  <a:pt x="386" y="338"/>
                </a:lnTo>
                <a:lnTo>
                  <a:pt x="389" y="334"/>
                </a:lnTo>
                <a:lnTo>
                  <a:pt x="394" y="330"/>
                </a:lnTo>
                <a:lnTo>
                  <a:pt x="398" y="329"/>
                </a:lnTo>
                <a:lnTo>
                  <a:pt x="405" y="328"/>
                </a:lnTo>
                <a:lnTo>
                  <a:pt x="410" y="329"/>
                </a:lnTo>
                <a:lnTo>
                  <a:pt x="415" y="330"/>
                </a:lnTo>
                <a:lnTo>
                  <a:pt x="419" y="334"/>
                </a:lnTo>
                <a:lnTo>
                  <a:pt x="423" y="339"/>
                </a:lnTo>
                <a:lnTo>
                  <a:pt x="424" y="345"/>
                </a:lnTo>
                <a:lnTo>
                  <a:pt x="426" y="351"/>
                </a:lnTo>
                <a:lnTo>
                  <a:pt x="424" y="358"/>
                </a:lnTo>
                <a:lnTo>
                  <a:pt x="423" y="363"/>
                </a:lnTo>
                <a:lnTo>
                  <a:pt x="420" y="368"/>
                </a:lnTo>
                <a:lnTo>
                  <a:pt x="418" y="372"/>
                </a:lnTo>
                <a:lnTo>
                  <a:pt x="414" y="375"/>
                </a:lnTo>
                <a:lnTo>
                  <a:pt x="409" y="376"/>
                </a:lnTo>
                <a:lnTo>
                  <a:pt x="405" y="376"/>
                </a:lnTo>
                <a:lnTo>
                  <a:pt x="399" y="376"/>
                </a:lnTo>
                <a:lnTo>
                  <a:pt x="394" y="373"/>
                </a:lnTo>
                <a:lnTo>
                  <a:pt x="390" y="371"/>
                </a:lnTo>
                <a:lnTo>
                  <a:pt x="388" y="368"/>
                </a:lnTo>
                <a:lnTo>
                  <a:pt x="385" y="363"/>
                </a:lnTo>
                <a:lnTo>
                  <a:pt x="385" y="358"/>
                </a:lnTo>
                <a:lnTo>
                  <a:pt x="372" y="358"/>
                </a:lnTo>
                <a:lnTo>
                  <a:pt x="375" y="371"/>
                </a:lnTo>
                <a:lnTo>
                  <a:pt x="382" y="381"/>
                </a:lnTo>
                <a:lnTo>
                  <a:pt x="386" y="384"/>
                </a:lnTo>
                <a:lnTo>
                  <a:pt x="392" y="386"/>
                </a:lnTo>
                <a:lnTo>
                  <a:pt x="397" y="389"/>
                </a:lnTo>
                <a:lnTo>
                  <a:pt x="403" y="390"/>
                </a:lnTo>
                <a:lnTo>
                  <a:pt x="414" y="388"/>
                </a:lnTo>
                <a:lnTo>
                  <a:pt x="423" y="384"/>
                </a:lnTo>
                <a:lnTo>
                  <a:pt x="430" y="376"/>
                </a:lnTo>
                <a:lnTo>
                  <a:pt x="436" y="364"/>
                </a:lnTo>
                <a:lnTo>
                  <a:pt x="439" y="350"/>
                </a:lnTo>
                <a:lnTo>
                  <a:pt x="436" y="337"/>
                </a:lnTo>
                <a:lnTo>
                  <a:pt x="430" y="325"/>
                </a:lnTo>
                <a:lnTo>
                  <a:pt x="419" y="318"/>
                </a:lnTo>
                <a:lnTo>
                  <a:pt x="406" y="316"/>
                </a:lnTo>
                <a:lnTo>
                  <a:pt x="399" y="317"/>
                </a:lnTo>
                <a:lnTo>
                  <a:pt x="394" y="318"/>
                </a:lnTo>
                <a:lnTo>
                  <a:pt x="392" y="320"/>
                </a:lnTo>
                <a:lnTo>
                  <a:pt x="388" y="322"/>
                </a:lnTo>
                <a:lnTo>
                  <a:pt x="392" y="288"/>
                </a:lnTo>
                <a:lnTo>
                  <a:pt x="432" y="288"/>
                </a:lnTo>
                <a:lnTo>
                  <a:pt x="432" y="276"/>
                </a:lnTo>
                <a:lnTo>
                  <a:pt x="382" y="276"/>
                </a:lnTo>
                <a:close/>
                <a:moveTo>
                  <a:pt x="482" y="276"/>
                </a:moveTo>
                <a:lnTo>
                  <a:pt x="469" y="279"/>
                </a:lnTo>
                <a:lnTo>
                  <a:pt x="460" y="287"/>
                </a:lnTo>
                <a:lnTo>
                  <a:pt x="456" y="291"/>
                </a:lnTo>
                <a:lnTo>
                  <a:pt x="453" y="296"/>
                </a:lnTo>
                <a:lnTo>
                  <a:pt x="452" y="301"/>
                </a:lnTo>
                <a:lnTo>
                  <a:pt x="451" y="307"/>
                </a:lnTo>
                <a:lnTo>
                  <a:pt x="452" y="313"/>
                </a:lnTo>
                <a:lnTo>
                  <a:pt x="453" y="318"/>
                </a:lnTo>
                <a:lnTo>
                  <a:pt x="456" y="322"/>
                </a:lnTo>
                <a:lnTo>
                  <a:pt x="458" y="325"/>
                </a:lnTo>
                <a:lnTo>
                  <a:pt x="462" y="326"/>
                </a:lnTo>
                <a:lnTo>
                  <a:pt x="465" y="328"/>
                </a:lnTo>
                <a:lnTo>
                  <a:pt x="460" y="331"/>
                </a:lnTo>
                <a:lnTo>
                  <a:pt x="456" y="334"/>
                </a:lnTo>
                <a:lnTo>
                  <a:pt x="452" y="339"/>
                </a:lnTo>
                <a:lnTo>
                  <a:pt x="449" y="343"/>
                </a:lnTo>
                <a:lnTo>
                  <a:pt x="448" y="348"/>
                </a:lnTo>
                <a:lnTo>
                  <a:pt x="448" y="355"/>
                </a:lnTo>
                <a:lnTo>
                  <a:pt x="451" y="369"/>
                </a:lnTo>
                <a:lnTo>
                  <a:pt x="457" y="380"/>
                </a:lnTo>
                <a:lnTo>
                  <a:pt x="469" y="388"/>
                </a:lnTo>
                <a:lnTo>
                  <a:pt x="482" y="390"/>
                </a:lnTo>
                <a:lnTo>
                  <a:pt x="496" y="386"/>
                </a:lnTo>
                <a:lnTo>
                  <a:pt x="508" y="379"/>
                </a:lnTo>
                <a:lnTo>
                  <a:pt x="515" y="368"/>
                </a:lnTo>
                <a:lnTo>
                  <a:pt x="516" y="355"/>
                </a:lnTo>
                <a:lnTo>
                  <a:pt x="516" y="347"/>
                </a:lnTo>
                <a:lnTo>
                  <a:pt x="513" y="341"/>
                </a:lnTo>
                <a:lnTo>
                  <a:pt x="511" y="335"/>
                </a:lnTo>
                <a:lnTo>
                  <a:pt x="507" y="333"/>
                </a:lnTo>
                <a:lnTo>
                  <a:pt x="503" y="330"/>
                </a:lnTo>
                <a:lnTo>
                  <a:pt x="499" y="328"/>
                </a:lnTo>
                <a:lnTo>
                  <a:pt x="503" y="326"/>
                </a:lnTo>
                <a:lnTo>
                  <a:pt x="505" y="324"/>
                </a:lnTo>
                <a:lnTo>
                  <a:pt x="508" y="321"/>
                </a:lnTo>
                <a:lnTo>
                  <a:pt x="511" y="317"/>
                </a:lnTo>
                <a:lnTo>
                  <a:pt x="512" y="311"/>
                </a:lnTo>
                <a:lnTo>
                  <a:pt x="513" y="305"/>
                </a:lnTo>
                <a:lnTo>
                  <a:pt x="512" y="297"/>
                </a:lnTo>
                <a:lnTo>
                  <a:pt x="509" y="292"/>
                </a:lnTo>
                <a:lnTo>
                  <a:pt x="505" y="286"/>
                </a:lnTo>
                <a:lnTo>
                  <a:pt x="495" y="279"/>
                </a:lnTo>
                <a:lnTo>
                  <a:pt x="482" y="276"/>
                </a:lnTo>
                <a:close/>
                <a:moveTo>
                  <a:pt x="296" y="275"/>
                </a:moveTo>
                <a:lnTo>
                  <a:pt x="296" y="288"/>
                </a:lnTo>
                <a:lnTo>
                  <a:pt x="350" y="288"/>
                </a:lnTo>
                <a:lnTo>
                  <a:pt x="339" y="304"/>
                </a:lnTo>
                <a:lnTo>
                  <a:pt x="330" y="322"/>
                </a:lnTo>
                <a:lnTo>
                  <a:pt x="321" y="343"/>
                </a:lnTo>
                <a:lnTo>
                  <a:pt x="313" y="366"/>
                </a:lnTo>
                <a:lnTo>
                  <a:pt x="309" y="386"/>
                </a:lnTo>
                <a:lnTo>
                  <a:pt x="322" y="386"/>
                </a:lnTo>
                <a:lnTo>
                  <a:pt x="325" y="376"/>
                </a:lnTo>
                <a:lnTo>
                  <a:pt x="326" y="367"/>
                </a:lnTo>
                <a:lnTo>
                  <a:pt x="329" y="360"/>
                </a:lnTo>
                <a:lnTo>
                  <a:pt x="331" y="347"/>
                </a:lnTo>
                <a:lnTo>
                  <a:pt x="337" y="334"/>
                </a:lnTo>
                <a:lnTo>
                  <a:pt x="351" y="308"/>
                </a:lnTo>
                <a:lnTo>
                  <a:pt x="355" y="300"/>
                </a:lnTo>
                <a:lnTo>
                  <a:pt x="360" y="295"/>
                </a:lnTo>
                <a:lnTo>
                  <a:pt x="363" y="290"/>
                </a:lnTo>
                <a:lnTo>
                  <a:pt x="363" y="275"/>
                </a:lnTo>
                <a:lnTo>
                  <a:pt x="296" y="275"/>
                </a:lnTo>
                <a:close/>
                <a:moveTo>
                  <a:pt x="174" y="275"/>
                </a:moveTo>
                <a:lnTo>
                  <a:pt x="160" y="278"/>
                </a:lnTo>
                <a:lnTo>
                  <a:pt x="149" y="287"/>
                </a:lnTo>
                <a:lnTo>
                  <a:pt x="143" y="300"/>
                </a:lnTo>
                <a:lnTo>
                  <a:pt x="142" y="313"/>
                </a:lnTo>
                <a:lnTo>
                  <a:pt x="143" y="328"/>
                </a:lnTo>
                <a:lnTo>
                  <a:pt x="149" y="338"/>
                </a:lnTo>
                <a:lnTo>
                  <a:pt x="156" y="343"/>
                </a:lnTo>
                <a:lnTo>
                  <a:pt x="164" y="347"/>
                </a:lnTo>
                <a:lnTo>
                  <a:pt x="173" y="347"/>
                </a:lnTo>
                <a:lnTo>
                  <a:pt x="180" y="347"/>
                </a:lnTo>
                <a:lnTo>
                  <a:pt x="186" y="345"/>
                </a:lnTo>
                <a:lnTo>
                  <a:pt x="190" y="342"/>
                </a:lnTo>
                <a:lnTo>
                  <a:pt x="193" y="339"/>
                </a:lnTo>
                <a:lnTo>
                  <a:pt x="197" y="335"/>
                </a:lnTo>
                <a:lnTo>
                  <a:pt x="193" y="355"/>
                </a:lnTo>
                <a:lnTo>
                  <a:pt x="187" y="367"/>
                </a:lnTo>
                <a:lnTo>
                  <a:pt x="183" y="372"/>
                </a:lnTo>
                <a:lnTo>
                  <a:pt x="178" y="375"/>
                </a:lnTo>
                <a:lnTo>
                  <a:pt x="173" y="376"/>
                </a:lnTo>
                <a:lnTo>
                  <a:pt x="168" y="375"/>
                </a:lnTo>
                <a:lnTo>
                  <a:pt x="164" y="373"/>
                </a:lnTo>
                <a:lnTo>
                  <a:pt x="161" y="371"/>
                </a:lnTo>
                <a:lnTo>
                  <a:pt x="159" y="367"/>
                </a:lnTo>
                <a:lnTo>
                  <a:pt x="157" y="363"/>
                </a:lnTo>
                <a:lnTo>
                  <a:pt x="156" y="358"/>
                </a:lnTo>
                <a:lnTo>
                  <a:pt x="143" y="358"/>
                </a:lnTo>
                <a:lnTo>
                  <a:pt x="143" y="366"/>
                </a:lnTo>
                <a:lnTo>
                  <a:pt x="145" y="372"/>
                </a:lnTo>
                <a:lnTo>
                  <a:pt x="149" y="379"/>
                </a:lnTo>
                <a:lnTo>
                  <a:pt x="160" y="385"/>
                </a:lnTo>
                <a:lnTo>
                  <a:pt x="173" y="389"/>
                </a:lnTo>
                <a:lnTo>
                  <a:pt x="186" y="385"/>
                </a:lnTo>
                <a:lnTo>
                  <a:pt x="195" y="376"/>
                </a:lnTo>
                <a:lnTo>
                  <a:pt x="203" y="362"/>
                </a:lnTo>
                <a:lnTo>
                  <a:pt x="207" y="345"/>
                </a:lnTo>
                <a:lnTo>
                  <a:pt x="208" y="326"/>
                </a:lnTo>
                <a:lnTo>
                  <a:pt x="207" y="311"/>
                </a:lnTo>
                <a:lnTo>
                  <a:pt x="203" y="297"/>
                </a:lnTo>
                <a:lnTo>
                  <a:pt x="197" y="286"/>
                </a:lnTo>
                <a:lnTo>
                  <a:pt x="187" y="278"/>
                </a:lnTo>
                <a:lnTo>
                  <a:pt x="174" y="275"/>
                </a:lnTo>
                <a:close/>
                <a:moveTo>
                  <a:pt x="253" y="274"/>
                </a:moveTo>
                <a:lnTo>
                  <a:pt x="240" y="278"/>
                </a:lnTo>
                <a:lnTo>
                  <a:pt x="231" y="284"/>
                </a:lnTo>
                <a:lnTo>
                  <a:pt x="227" y="290"/>
                </a:lnTo>
                <a:lnTo>
                  <a:pt x="224" y="295"/>
                </a:lnTo>
                <a:lnTo>
                  <a:pt x="223" y="300"/>
                </a:lnTo>
                <a:lnTo>
                  <a:pt x="221" y="305"/>
                </a:lnTo>
                <a:lnTo>
                  <a:pt x="223" y="312"/>
                </a:lnTo>
                <a:lnTo>
                  <a:pt x="224" y="317"/>
                </a:lnTo>
                <a:lnTo>
                  <a:pt x="227" y="321"/>
                </a:lnTo>
                <a:lnTo>
                  <a:pt x="229" y="324"/>
                </a:lnTo>
                <a:lnTo>
                  <a:pt x="232" y="325"/>
                </a:lnTo>
                <a:lnTo>
                  <a:pt x="236" y="326"/>
                </a:lnTo>
                <a:lnTo>
                  <a:pt x="231" y="329"/>
                </a:lnTo>
                <a:lnTo>
                  <a:pt x="225" y="333"/>
                </a:lnTo>
                <a:lnTo>
                  <a:pt x="223" y="337"/>
                </a:lnTo>
                <a:lnTo>
                  <a:pt x="220" y="342"/>
                </a:lnTo>
                <a:lnTo>
                  <a:pt x="219" y="347"/>
                </a:lnTo>
                <a:lnTo>
                  <a:pt x="219" y="354"/>
                </a:lnTo>
                <a:lnTo>
                  <a:pt x="221" y="368"/>
                </a:lnTo>
                <a:lnTo>
                  <a:pt x="229" y="379"/>
                </a:lnTo>
                <a:lnTo>
                  <a:pt x="240" y="385"/>
                </a:lnTo>
                <a:lnTo>
                  <a:pt x="253" y="389"/>
                </a:lnTo>
                <a:lnTo>
                  <a:pt x="267" y="385"/>
                </a:lnTo>
                <a:lnTo>
                  <a:pt x="279" y="377"/>
                </a:lnTo>
                <a:lnTo>
                  <a:pt x="286" y="366"/>
                </a:lnTo>
                <a:lnTo>
                  <a:pt x="287" y="352"/>
                </a:lnTo>
                <a:lnTo>
                  <a:pt x="287" y="346"/>
                </a:lnTo>
                <a:lnTo>
                  <a:pt x="284" y="339"/>
                </a:lnTo>
                <a:lnTo>
                  <a:pt x="280" y="334"/>
                </a:lnTo>
                <a:lnTo>
                  <a:pt x="278" y="331"/>
                </a:lnTo>
                <a:lnTo>
                  <a:pt x="274" y="329"/>
                </a:lnTo>
                <a:lnTo>
                  <a:pt x="270" y="326"/>
                </a:lnTo>
                <a:lnTo>
                  <a:pt x="272" y="325"/>
                </a:lnTo>
                <a:lnTo>
                  <a:pt x="276" y="322"/>
                </a:lnTo>
                <a:lnTo>
                  <a:pt x="279" y="320"/>
                </a:lnTo>
                <a:lnTo>
                  <a:pt x="282" y="314"/>
                </a:lnTo>
                <a:lnTo>
                  <a:pt x="283" y="309"/>
                </a:lnTo>
                <a:lnTo>
                  <a:pt x="284" y="304"/>
                </a:lnTo>
                <a:lnTo>
                  <a:pt x="283" y="299"/>
                </a:lnTo>
                <a:lnTo>
                  <a:pt x="280" y="294"/>
                </a:lnTo>
                <a:lnTo>
                  <a:pt x="278" y="288"/>
                </a:lnTo>
                <a:lnTo>
                  <a:pt x="274" y="284"/>
                </a:lnTo>
                <a:lnTo>
                  <a:pt x="265" y="278"/>
                </a:lnTo>
                <a:lnTo>
                  <a:pt x="253" y="274"/>
                </a:lnTo>
                <a:close/>
                <a:moveTo>
                  <a:pt x="549" y="68"/>
                </a:moveTo>
                <a:lnTo>
                  <a:pt x="549" y="389"/>
                </a:lnTo>
                <a:lnTo>
                  <a:pt x="597" y="389"/>
                </a:lnTo>
                <a:lnTo>
                  <a:pt x="597" y="68"/>
                </a:lnTo>
                <a:lnTo>
                  <a:pt x="549" y="68"/>
                </a:lnTo>
                <a:close/>
                <a:moveTo>
                  <a:pt x="367" y="68"/>
                </a:moveTo>
                <a:lnTo>
                  <a:pt x="367" y="252"/>
                </a:lnTo>
                <a:lnTo>
                  <a:pt x="390" y="252"/>
                </a:lnTo>
                <a:lnTo>
                  <a:pt x="390" y="68"/>
                </a:lnTo>
                <a:lnTo>
                  <a:pt x="367" y="68"/>
                </a:lnTo>
                <a:close/>
                <a:moveTo>
                  <a:pt x="297" y="68"/>
                </a:moveTo>
                <a:lnTo>
                  <a:pt x="297" y="250"/>
                </a:lnTo>
                <a:lnTo>
                  <a:pt x="321" y="250"/>
                </a:lnTo>
                <a:lnTo>
                  <a:pt x="321" y="68"/>
                </a:lnTo>
                <a:lnTo>
                  <a:pt x="297" y="68"/>
                </a:lnTo>
                <a:close/>
                <a:moveTo>
                  <a:pt x="207" y="68"/>
                </a:moveTo>
                <a:lnTo>
                  <a:pt x="207" y="250"/>
                </a:lnTo>
                <a:lnTo>
                  <a:pt x="275" y="250"/>
                </a:lnTo>
                <a:lnTo>
                  <a:pt x="275" y="68"/>
                </a:lnTo>
                <a:lnTo>
                  <a:pt x="207" y="68"/>
                </a:lnTo>
                <a:close/>
                <a:moveTo>
                  <a:pt x="136" y="68"/>
                </a:moveTo>
                <a:lnTo>
                  <a:pt x="136" y="250"/>
                </a:lnTo>
                <a:lnTo>
                  <a:pt x="161" y="250"/>
                </a:lnTo>
                <a:lnTo>
                  <a:pt x="161" y="68"/>
                </a:lnTo>
                <a:lnTo>
                  <a:pt x="136" y="68"/>
                </a:lnTo>
                <a:close/>
                <a:moveTo>
                  <a:pt x="482" y="67"/>
                </a:moveTo>
                <a:lnTo>
                  <a:pt x="482" y="250"/>
                </a:lnTo>
                <a:lnTo>
                  <a:pt x="528" y="250"/>
                </a:lnTo>
                <a:lnTo>
                  <a:pt x="528" y="67"/>
                </a:lnTo>
                <a:lnTo>
                  <a:pt x="482" y="67"/>
                </a:lnTo>
                <a:close/>
                <a:moveTo>
                  <a:pt x="413" y="67"/>
                </a:moveTo>
                <a:lnTo>
                  <a:pt x="413" y="252"/>
                </a:lnTo>
                <a:lnTo>
                  <a:pt x="436" y="252"/>
                </a:lnTo>
                <a:lnTo>
                  <a:pt x="436" y="67"/>
                </a:lnTo>
                <a:lnTo>
                  <a:pt x="413" y="67"/>
                </a:lnTo>
                <a:close/>
                <a:moveTo>
                  <a:pt x="70" y="67"/>
                </a:moveTo>
                <a:lnTo>
                  <a:pt x="70" y="388"/>
                </a:lnTo>
                <a:lnTo>
                  <a:pt x="115" y="388"/>
                </a:lnTo>
                <a:lnTo>
                  <a:pt x="115" y="67"/>
                </a:lnTo>
                <a:lnTo>
                  <a:pt x="70" y="67"/>
                </a:lnTo>
                <a:close/>
                <a:moveTo>
                  <a:pt x="24" y="0"/>
                </a:moveTo>
                <a:lnTo>
                  <a:pt x="642" y="0"/>
                </a:lnTo>
                <a:lnTo>
                  <a:pt x="653" y="3"/>
                </a:lnTo>
                <a:lnTo>
                  <a:pt x="663" y="12"/>
                </a:lnTo>
                <a:lnTo>
                  <a:pt x="665" y="24"/>
                </a:lnTo>
                <a:lnTo>
                  <a:pt x="665" y="435"/>
                </a:lnTo>
                <a:lnTo>
                  <a:pt x="663" y="447"/>
                </a:lnTo>
                <a:lnTo>
                  <a:pt x="653" y="455"/>
                </a:lnTo>
                <a:lnTo>
                  <a:pt x="642" y="457"/>
                </a:lnTo>
                <a:lnTo>
                  <a:pt x="24" y="457"/>
                </a:lnTo>
                <a:lnTo>
                  <a:pt x="12" y="455"/>
                </a:lnTo>
                <a:lnTo>
                  <a:pt x="4" y="447"/>
                </a:lnTo>
                <a:lnTo>
                  <a:pt x="0" y="435"/>
                </a:lnTo>
                <a:lnTo>
                  <a:pt x="0" y="24"/>
                </a:lnTo>
                <a:lnTo>
                  <a:pt x="4" y="12"/>
                </a:lnTo>
                <a:lnTo>
                  <a:pt x="12" y="3"/>
                </a:lnTo>
                <a:lnTo>
                  <a:pt x="2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5" name="Freeform 29"/>
          <p:cNvSpPr>
            <a:spLocks noChangeAspect="1" noEditPoints="1"/>
          </p:cNvSpPr>
          <p:nvPr/>
        </p:nvSpPr>
        <p:spPr bwMode="auto">
          <a:xfrm>
            <a:off x="6069124" y="4534126"/>
            <a:ext cx="1089833" cy="1080000"/>
          </a:xfrm>
          <a:custGeom>
            <a:avLst/>
            <a:gdLst>
              <a:gd name="T0" fmla="*/ 541 w 665"/>
              <a:gd name="T1" fmla="*/ 562 h 659"/>
              <a:gd name="T2" fmla="*/ 562 w 665"/>
              <a:gd name="T3" fmla="*/ 605 h 659"/>
              <a:gd name="T4" fmla="*/ 541 w 665"/>
              <a:gd name="T5" fmla="*/ 648 h 659"/>
              <a:gd name="T6" fmla="*/ 493 w 665"/>
              <a:gd name="T7" fmla="*/ 655 h 659"/>
              <a:gd name="T8" fmla="*/ 459 w 665"/>
              <a:gd name="T9" fmla="*/ 622 h 659"/>
              <a:gd name="T10" fmla="*/ 466 w 665"/>
              <a:gd name="T11" fmla="*/ 574 h 659"/>
              <a:gd name="T12" fmla="*/ 510 w 665"/>
              <a:gd name="T13" fmla="*/ 553 h 659"/>
              <a:gd name="T14" fmla="*/ 250 w 665"/>
              <a:gd name="T15" fmla="*/ 562 h 659"/>
              <a:gd name="T16" fmla="*/ 271 w 665"/>
              <a:gd name="T17" fmla="*/ 604 h 659"/>
              <a:gd name="T18" fmla="*/ 250 w 665"/>
              <a:gd name="T19" fmla="*/ 647 h 659"/>
              <a:gd name="T20" fmla="*/ 202 w 665"/>
              <a:gd name="T21" fmla="*/ 655 h 659"/>
              <a:gd name="T22" fmla="*/ 169 w 665"/>
              <a:gd name="T23" fmla="*/ 621 h 659"/>
              <a:gd name="T24" fmla="*/ 176 w 665"/>
              <a:gd name="T25" fmla="*/ 572 h 659"/>
              <a:gd name="T26" fmla="*/ 218 w 665"/>
              <a:gd name="T27" fmla="*/ 553 h 659"/>
              <a:gd name="T28" fmla="*/ 159 w 665"/>
              <a:gd name="T29" fmla="*/ 198 h 659"/>
              <a:gd name="T30" fmla="*/ 168 w 665"/>
              <a:gd name="T31" fmla="*/ 304 h 659"/>
              <a:gd name="T32" fmla="*/ 562 w 665"/>
              <a:gd name="T33" fmla="*/ 317 h 659"/>
              <a:gd name="T34" fmla="*/ 588 w 665"/>
              <a:gd name="T35" fmla="*/ 291 h 659"/>
              <a:gd name="T36" fmla="*/ 575 w 665"/>
              <a:gd name="T37" fmla="*/ 189 h 659"/>
              <a:gd name="T38" fmla="*/ 61 w 665"/>
              <a:gd name="T39" fmla="*/ 0 h 659"/>
              <a:gd name="T40" fmla="*/ 74 w 665"/>
              <a:gd name="T41" fmla="*/ 2 h 659"/>
              <a:gd name="T42" fmla="*/ 114 w 665"/>
              <a:gd name="T43" fmla="*/ 19 h 659"/>
              <a:gd name="T44" fmla="*/ 126 w 665"/>
              <a:gd name="T45" fmla="*/ 46 h 659"/>
              <a:gd name="T46" fmla="*/ 138 w 665"/>
              <a:gd name="T47" fmla="*/ 108 h 659"/>
              <a:gd name="T48" fmla="*/ 643 w 665"/>
              <a:gd name="T49" fmla="*/ 114 h 659"/>
              <a:gd name="T50" fmla="*/ 662 w 665"/>
              <a:gd name="T51" fmla="*/ 142 h 659"/>
              <a:gd name="T52" fmla="*/ 665 w 665"/>
              <a:gd name="T53" fmla="*/ 157 h 659"/>
              <a:gd name="T54" fmla="*/ 658 w 665"/>
              <a:gd name="T55" fmla="*/ 373 h 659"/>
              <a:gd name="T56" fmla="*/ 630 w 665"/>
              <a:gd name="T57" fmla="*/ 393 h 659"/>
              <a:gd name="T58" fmla="*/ 614 w 665"/>
              <a:gd name="T59" fmla="*/ 396 h 659"/>
              <a:gd name="T60" fmla="*/ 582 w 665"/>
              <a:gd name="T61" fmla="*/ 449 h 659"/>
              <a:gd name="T62" fmla="*/ 600 w 665"/>
              <a:gd name="T63" fmla="*/ 449 h 659"/>
              <a:gd name="T64" fmla="*/ 612 w 665"/>
              <a:gd name="T65" fmla="*/ 472 h 659"/>
              <a:gd name="T66" fmla="*/ 608 w 665"/>
              <a:gd name="T67" fmla="*/ 516 h 659"/>
              <a:gd name="T68" fmla="*/ 590 w 665"/>
              <a:gd name="T69" fmla="*/ 527 h 659"/>
              <a:gd name="T70" fmla="*/ 125 w 665"/>
              <a:gd name="T71" fmla="*/ 523 h 659"/>
              <a:gd name="T72" fmla="*/ 110 w 665"/>
              <a:gd name="T73" fmla="*/ 494 h 659"/>
              <a:gd name="T74" fmla="*/ 103 w 665"/>
              <a:gd name="T75" fmla="*/ 436 h 659"/>
              <a:gd name="T76" fmla="*/ 87 w 665"/>
              <a:gd name="T77" fmla="*/ 339 h 659"/>
              <a:gd name="T78" fmla="*/ 70 w 665"/>
              <a:gd name="T79" fmla="*/ 231 h 659"/>
              <a:gd name="T80" fmla="*/ 54 w 665"/>
              <a:gd name="T81" fmla="*/ 136 h 659"/>
              <a:gd name="T82" fmla="*/ 45 w 665"/>
              <a:gd name="T83" fmla="*/ 83 h 659"/>
              <a:gd name="T84" fmla="*/ 3 w 665"/>
              <a:gd name="T85" fmla="*/ 55 h 659"/>
              <a:gd name="T86" fmla="*/ 23 w 665"/>
              <a:gd name="T87" fmla="*/ 13 h 659"/>
              <a:gd name="T88" fmla="*/ 51 w 665"/>
              <a:gd name="T89" fmla="*/ 0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5" h="659">
                <a:moveTo>
                  <a:pt x="510" y="553"/>
                </a:moveTo>
                <a:lnTo>
                  <a:pt x="525" y="555"/>
                </a:lnTo>
                <a:lnTo>
                  <a:pt x="541" y="562"/>
                </a:lnTo>
                <a:lnTo>
                  <a:pt x="552" y="574"/>
                </a:lnTo>
                <a:lnTo>
                  <a:pt x="559" y="588"/>
                </a:lnTo>
                <a:lnTo>
                  <a:pt x="562" y="605"/>
                </a:lnTo>
                <a:lnTo>
                  <a:pt x="559" y="622"/>
                </a:lnTo>
                <a:lnTo>
                  <a:pt x="552" y="636"/>
                </a:lnTo>
                <a:lnTo>
                  <a:pt x="541" y="648"/>
                </a:lnTo>
                <a:lnTo>
                  <a:pt x="525" y="655"/>
                </a:lnTo>
                <a:lnTo>
                  <a:pt x="510" y="659"/>
                </a:lnTo>
                <a:lnTo>
                  <a:pt x="493" y="655"/>
                </a:lnTo>
                <a:lnTo>
                  <a:pt x="477" y="648"/>
                </a:lnTo>
                <a:lnTo>
                  <a:pt x="466" y="636"/>
                </a:lnTo>
                <a:lnTo>
                  <a:pt x="459" y="622"/>
                </a:lnTo>
                <a:lnTo>
                  <a:pt x="456" y="605"/>
                </a:lnTo>
                <a:lnTo>
                  <a:pt x="459" y="588"/>
                </a:lnTo>
                <a:lnTo>
                  <a:pt x="466" y="574"/>
                </a:lnTo>
                <a:lnTo>
                  <a:pt x="477" y="562"/>
                </a:lnTo>
                <a:lnTo>
                  <a:pt x="493" y="555"/>
                </a:lnTo>
                <a:lnTo>
                  <a:pt x="510" y="553"/>
                </a:lnTo>
                <a:close/>
                <a:moveTo>
                  <a:pt x="218" y="553"/>
                </a:moveTo>
                <a:lnTo>
                  <a:pt x="235" y="555"/>
                </a:lnTo>
                <a:lnTo>
                  <a:pt x="250" y="562"/>
                </a:lnTo>
                <a:lnTo>
                  <a:pt x="261" y="572"/>
                </a:lnTo>
                <a:lnTo>
                  <a:pt x="269" y="587"/>
                </a:lnTo>
                <a:lnTo>
                  <a:pt x="271" y="604"/>
                </a:lnTo>
                <a:lnTo>
                  <a:pt x="269" y="621"/>
                </a:lnTo>
                <a:lnTo>
                  <a:pt x="261" y="635"/>
                </a:lnTo>
                <a:lnTo>
                  <a:pt x="250" y="647"/>
                </a:lnTo>
                <a:lnTo>
                  <a:pt x="235" y="655"/>
                </a:lnTo>
                <a:lnTo>
                  <a:pt x="218" y="657"/>
                </a:lnTo>
                <a:lnTo>
                  <a:pt x="202" y="655"/>
                </a:lnTo>
                <a:lnTo>
                  <a:pt x="188" y="647"/>
                </a:lnTo>
                <a:lnTo>
                  <a:pt x="176" y="635"/>
                </a:lnTo>
                <a:lnTo>
                  <a:pt x="169" y="621"/>
                </a:lnTo>
                <a:lnTo>
                  <a:pt x="167" y="604"/>
                </a:lnTo>
                <a:lnTo>
                  <a:pt x="169" y="587"/>
                </a:lnTo>
                <a:lnTo>
                  <a:pt x="176" y="572"/>
                </a:lnTo>
                <a:lnTo>
                  <a:pt x="188" y="562"/>
                </a:lnTo>
                <a:lnTo>
                  <a:pt x="202" y="555"/>
                </a:lnTo>
                <a:lnTo>
                  <a:pt x="218" y="553"/>
                </a:lnTo>
                <a:close/>
                <a:moveTo>
                  <a:pt x="181" y="185"/>
                </a:moveTo>
                <a:lnTo>
                  <a:pt x="168" y="189"/>
                </a:lnTo>
                <a:lnTo>
                  <a:pt x="159" y="198"/>
                </a:lnTo>
                <a:lnTo>
                  <a:pt x="155" y="211"/>
                </a:lnTo>
                <a:lnTo>
                  <a:pt x="165" y="291"/>
                </a:lnTo>
                <a:lnTo>
                  <a:pt x="168" y="304"/>
                </a:lnTo>
                <a:lnTo>
                  <a:pt x="178" y="313"/>
                </a:lnTo>
                <a:lnTo>
                  <a:pt x="192" y="317"/>
                </a:lnTo>
                <a:lnTo>
                  <a:pt x="562" y="317"/>
                </a:lnTo>
                <a:lnTo>
                  <a:pt x="575" y="313"/>
                </a:lnTo>
                <a:lnTo>
                  <a:pt x="584" y="304"/>
                </a:lnTo>
                <a:lnTo>
                  <a:pt x="588" y="291"/>
                </a:lnTo>
                <a:lnTo>
                  <a:pt x="588" y="211"/>
                </a:lnTo>
                <a:lnTo>
                  <a:pt x="584" y="198"/>
                </a:lnTo>
                <a:lnTo>
                  <a:pt x="575" y="189"/>
                </a:lnTo>
                <a:lnTo>
                  <a:pt x="562" y="185"/>
                </a:lnTo>
                <a:lnTo>
                  <a:pt x="181" y="185"/>
                </a:lnTo>
                <a:close/>
                <a:moveTo>
                  <a:pt x="61" y="0"/>
                </a:moveTo>
                <a:lnTo>
                  <a:pt x="67" y="0"/>
                </a:lnTo>
                <a:lnTo>
                  <a:pt x="72" y="2"/>
                </a:lnTo>
                <a:lnTo>
                  <a:pt x="74" y="2"/>
                </a:lnTo>
                <a:lnTo>
                  <a:pt x="92" y="4"/>
                </a:lnTo>
                <a:lnTo>
                  <a:pt x="105" y="11"/>
                </a:lnTo>
                <a:lnTo>
                  <a:pt x="114" y="19"/>
                </a:lnTo>
                <a:lnTo>
                  <a:pt x="121" y="28"/>
                </a:lnTo>
                <a:lnTo>
                  <a:pt x="125" y="38"/>
                </a:lnTo>
                <a:lnTo>
                  <a:pt x="126" y="46"/>
                </a:lnTo>
                <a:lnTo>
                  <a:pt x="127" y="51"/>
                </a:lnTo>
                <a:lnTo>
                  <a:pt x="127" y="54"/>
                </a:lnTo>
                <a:lnTo>
                  <a:pt x="138" y="108"/>
                </a:lnTo>
                <a:lnTo>
                  <a:pt x="614" y="106"/>
                </a:lnTo>
                <a:lnTo>
                  <a:pt x="631" y="109"/>
                </a:lnTo>
                <a:lnTo>
                  <a:pt x="643" y="114"/>
                </a:lnTo>
                <a:lnTo>
                  <a:pt x="652" y="123"/>
                </a:lnTo>
                <a:lnTo>
                  <a:pt x="658" y="132"/>
                </a:lnTo>
                <a:lnTo>
                  <a:pt x="662" y="142"/>
                </a:lnTo>
                <a:lnTo>
                  <a:pt x="664" y="150"/>
                </a:lnTo>
                <a:lnTo>
                  <a:pt x="665" y="155"/>
                </a:lnTo>
                <a:lnTo>
                  <a:pt x="665" y="157"/>
                </a:lnTo>
                <a:lnTo>
                  <a:pt x="665" y="345"/>
                </a:lnTo>
                <a:lnTo>
                  <a:pt x="663" y="360"/>
                </a:lnTo>
                <a:lnTo>
                  <a:pt x="658" y="373"/>
                </a:lnTo>
                <a:lnTo>
                  <a:pt x="648" y="383"/>
                </a:lnTo>
                <a:lnTo>
                  <a:pt x="639" y="389"/>
                </a:lnTo>
                <a:lnTo>
                  <a:pt x="630" y="393"/>
                </a:lnTo>
                <a:lnTo>
                  <a:pt x="622" y="394"/>
                </a:lnTo>
                <a:lnTo>
                  <a:pt x="617" y="396"/>
                </a:lnTo>
                <a:lnTo>
                  <a:pt x="614" y="396"/>
                </a:lnTo>
                <a:lnTo>
                  <a:pt x="171" y="396"/>
                </a:lnTo>
                <a:lnTo>
                  <a:pt x="181" y="449"/>
                </a:lnTo>
                <a:lnTo>
                  <a:pt x="582" y="449"/>
                </a:lnTo>
                <a:lnTo>
                  <a:pt x="588" y="448"/>
                </a:lnTo>
                <a:lnTo>
                  <a:pt x="595" y="448"/>
                </a:lnTo>
                <a:lnTo>
                  <a:pt x="600" y="449"/>
                </a:lnTo>
                <a:lnTo>
                  <a:pt x="605" y="453"/>
                </a:lnTo>
                <a:lnTo>
                  <a:pt x="609" y="460"/>
                </a:lnTo>
                <a:lnTo>
                  <a:pt x="612" y="472"/>
                </a:lnTo>
                <a:lnTo>
                  <a:pt x="613" y="489"/>
                </a:lnTo>
                <a:lnTo>
                  <a:pt x="612" y="506"/>
                </a:lnTo>
                <a:lnTo>
                  <a:pt x="608" y="516"/>
                </a:lnTo>
                <a:lnTo>
                  <a:pt x="603" y="523"/>
                </a:lnTo>
                <a:lnTo>
                  <a:pt x="596" y="525"/>
                </a:lnTo>
                <a:lnTo>
                  <a:pt x="590" y="527"/>
                </a:lnTo>
                <a:lnTo>
                  <a:pt x="582" y="527"/>
                </a:lnTo>
                <a:lnTo>
                  <a:pt x="138" y="527"/>
                </a:lnTo>
                <a:lnTo>
                  <a:pt x="125" y="523"/>
                </a:lnTo>
                <a:lnTo>
                  <a:pt x="116" y="513"/>
                </a:lnTo>
                <a:lnTo>
                  <a:pt x="112" y="499"/>
                </a:lnTo>
                <a:lnTo>
                  <a:pt x="110" y="494"/>
                </a:lnTo>
                <a:lnTo>
                  <a:pt x="109" y="481"/>
                </a:lnTo>
                <a:lnTo>
                  <a:pt x="106" y="461"/>
                </a:lnTo>
                <a:lnTo>
                  <a:pt x="103" y="436"/>
                </a:lnTo>
                <a:lnTo>
                  <a:pt x="97" y="407"/>
                </a:lnTo>
                <a:lnTo>
                  <a:pt x="92" y="375"/>
                </a:lnTo>
                <a:lnTo>
                  <a:pt x="87" y="339"/>
                </a:lnTo>
                <a:lnTo>
                  <a:pt x="82" y="304"/>
                </a:lnTo>
                <a:lnTo>
                  <a:pt x="75" y="267"/>
                </a:lnTo>
                <a:lnTo>
                  <a:pt x="70" y="231"/>
                </a:lnTo>
                <a:lnTo>
                  <a:pt x="63" y="197"/>
                </a:lnTo>
                <a:lnTo>
                  <a:pt x="58" y="165"/>
                </a:lnTo>
                <a:lnTo>
                  <a:pt x="54" y="136"/>
                </a:lnTo>
                <a:lnTo>
                  <a:pt x="50" y="113"/>
                </a:lnTo>
                <a:lnTo>
                  <a:pt x="48" y="95"/>
                </a:lnTo>
                <a:lnTo>
                  <a:pt x="45" y="83"/>
                </a:lnTo>
                <a:lnTo>
                  <a:pt x="45" y="79"/>
                </a:lnTo>
                <a:lnTo>
                  <a:pt x="0" y="79"/>
                </a:lnTo>
                <a:lnTo>
                  <a:pt x="3" y="55"/>
                </a:lnTo>
                <a:lnTo>
                  <a:pt x="7" y="37"/>
                </a:lnTo>
                <a:lnTo>
                  <a:pt x="15" y="24"/>
                </a:lnTo>
                <a:lnTo>
                  <a:pt x="23" y="13"/>
                </a:lnTo>
                <a:lnTo>
                  <a:pt x="32" y="7"/>
                </a:lnTo>
                <a:lnTo>
                  <a:pt x="42" y="3"/>
                </a:lnTo>
                <a:lnTo>
                  <a:pt x="51" y="0"/>
                </a:lnTo>
                <a:lnTo>
                  <a:pt x="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" name="Freeform 30"/>
          <p:cNvSpPr>
            <a:spLocks noChangeAspect="1" noEditPoints="1"/>
          </p:cNvSpPr>
          <p:nvPr/>
        </p:nvSpPr>
        <p:spPr bwMode="auto">
          <a:xfrm>
            <a:off x="7725308" y="4581128"/>
            <a:ext cx="1080000" cy="1021534"/>
          </a:xfrm>
          <a:custGeom>
            <a:avLst/>
            <a:gdLst>
              <a:gd name="T0" fmla="*/ 538 w 665"/>
              <a:gd name="T1" fmla="*/ 562 h 629"/>
              <a:gd name="T2" fmla="*/ 505 w 665"/>
              <a:gd name="T3" fmla="*/ 626 h 629"/>
              <a:gd name="T4" fmla="*/ 441 w 665"/>
              <a:gd name="T5" fmla="*/ 593 h 629"/>
              <a:gd name="T6" fmla="*/ 472 w 665"/>
              <a:gd name="T7" fmla="*/ 530 h 629"/>
              <a:gd name="T8" fmla="*/ 254 w 665"/>
              <a:gd name="T9" fmla="*/ 547 h 629"/>
              <a:gd name="T10" fmla="*/ 242 w 665"/>
              <a:gd name="T11" fmla="*/ 618 h 629"/>
              <a:gd name="T12" fmla="*/ 172 w 665"/>
              <a:gd name="T13" fmla="*/ 608 h 629"/>
              <a:gd name="T14" fmla="*/ 183 w 665"/>
              <a:gd name="T15" fmla="*/ 537 h 629"/>
              <a:gd name="T16" fmla="*/ 543 w 665"/>
              <a:gd name="T17" fmla="*/ 265 h 629"/>
              <a:gd name="T18" fmla="*/ 564 w 665"/>
              <a:gd name="T19" fmla="*/ 328 h 629"/>
              <a:gd name="T20" fmla="*/ 614 w 665"/>
              <a:gd name="T21" fmla="*/ 278 h 629"/>
              <a:gd name="T22" fmla="*/ 464 w 665"/>
              <a:gd name="T23" fmla="*/ 253 h 629"/>
              <a:gd name="T24" fmla="*/ 442 w 665"/>
              <a:gd name="T25" fmla="*/ 314 h 629"/>
              <a:gd name="T26" fmla="*/ 510 w 665"/>
              <a:gd name="T27" fmla="*/ 314 h 629"/>
              <a:gd name="T28" fmla="*/ 489 w 665"/>
              <a:gd name="T29" fmla="*/ 253 h 629"/>
              <a:gd name="T30" fmla="*/ 339 w 665"/>
              <a:gd name="T31" fmla="*/ 278 h 629"/>
              <a:gd name="T32" fmla="*/ 388 w 665"/>
              <a:gd name="T33" fmla="*/ 328 h 629"/>
              <a:gd name="T34" fmla="*/ 411 w 665"/>
              <a:gd name="T35" fmla="*/ 265 h 629"/>
              <a:gd name="T36" fmla="*/ 251 w 665"/>
              <a:gd name="T37" fmla="*/ 256 h 629"/>
              <a:gd name="T38" fmla="*/ 251 w 665"/>
              <a:gd name="T39" fmla="*/ 324 h 629"/>
              <a:gd name="T40" fmla="*/ 314 w 665"/>
              <a:gd name="T41" fmla="*/ 303 h 629"/>
              <a:gd name="T42" fmla="*/ 264 w 665"/>
              <a:gd name="T43" fmla="*/ 253 h 629"/>
              <a:gd name="T44" fmla="*/ 163 w 665"/>
              <a:gd name="T45" fmla="*/ 303 h 629"/>
              <a:gd name="T46" fmla="*/ 201 w 665"/>
              <a:gd name="T47" fmla="*/ 324 h 629"/>
              <a:gd name="T48" fmla="*/ 201 w 665"/>
              <a:gd name="T49" fmla="*/ 256 h 629"/>
              <a:gd name="T50" fmla="*/ 543 w 665"/>
              <a:gd name="T51" fmla="*/ 165 h 629"/>
              <a:gd name="T52" fmla="*/ 564 w 665"/>
              <a:gd name="T53" fmla="*/ 227 h 629"/>
              <a:gd name="T54" fmla="*/ 614 w 665"/>
              <a:gd name="T55" fmla="*/ 177 h 629"/>
              <a:gd name="T56" fmla="*/ 464 w 665"/>
              <a:gd name="T57" fmla="*/ 152 h 629"/>
              <a:gd name="T58" fmla="*/ 442 w 665"/>
              <a:gd name="T59" fmla="*/ 215 h 629"/>
              <a:gd name="T60" fmla="*/ 510 w 665"/>
              <a:gd name="T61" fmla="*/ 215 h 629"/>
              <a:gd name="T62" fmla="*/ 489 w 665"/>
              <a:gd name="T63" fmla="*/ 152 h 629"/>
              <a:gd name="T64" fmla="*/ 339 w 665"/>
              <a:gd name="T65" fmla="*/ 177 h 629"/>
              <a:gd name="T66" fmla="*/ 388 w 665"/>
              <a:gd name="T67" fmla="*/ 227 h 629"/>
              <a:gd name="T68" fmla="*/ 411 w 665"/>
              <a:gd name="T69" fmla="*/ 165 h 629"/>
              <a:gd name="T70" fmla="*/ 251 w 665"/>
              <a:gd name="T71" fmla="*/ 156 h 629"/>
              <a:gd name="T72" fmla="*/ 251 w 665"/>
              <a:gd name="T73" fmla="*/ 224 h 629"/>
              <a:gd name="T74" fmla="*/ 314 w 665"/>
              <a:gd name="T75" fmla="*/ 202 h 629"/>
              <a:gd name="T76" fmla="*/ 264 w 665"/>
              <a:gd name="T77" fmla="*/ 152 h 629"/>
              <a:gd name="T78" fmla="*/ 138 w 665"/>
              <a:gd name="T79" fmla="*/ 202 h 629"/>
              <a:gd name="T80" fmla="*/ 201 w 665"/>
              <a:gd name="T81" fmla="*/ 224 h 629"/>
              <a:gd name="T82" fmla="*/ 201 w 665"/>
              <a:gd name="T83" fmla="*/ 156 h 629"/>
              <a:gd name="T84" fmla="*/ 91 w 665"/>
              <a:gd name="T85" fmla="*/ 9 h 629"/>
              <a:gd name="T86" fmla="*/ 123 w 665"/>
              <a:gd name="T87" fmla="*/ 67 h 629"/>
              <a:gd name="T88" fmla="*/ 631 w 665"/>
              <a:gd name="T89" fmla="*/ 104 h 629"/>
              <a:gd name="T90" fmla="*/ 663 w 665"/>
              <a:gd name="T91" fmla="*/ 146 h 629"/>
              <a:gd name="T92" fmla="*/ 657 w 665"/>
              <a:gd name="T93" fmla="*/ 356 h 629"/>
              <a:gd name="T94" fmla="*/ 618 w 665"/>
              <a:gd name="T95" fmla="*/ 376 h 629"/>
              <a:gd name="T96" fmla="*/ 624 w 665"/>
              <a:gd name="T97" fmla="*/ 431 h 629"/>
              <a:gd name="T98" fmla="*/ 632 w 665"/>
              <a:gd name="T99" fmla="*/ 489 h 629"/>
              <a:gd name="T100" fmla="*/ 127 w 665"/>
              <a:gd name="T101" fmla="*/ 489 h 629"/>
              <a:gd name="T102" fmla="*/ 114 w 665"/>
              <a:gd name="T103" fmla="*/ 434 h 629"/>
              <a:gd name="T104" fmla="*/ 90 w 665"/>
              <a:gd name="T105" fmla="*/ 295 h 629"/>
              <a:gd name="T106" fmla="*/ 63 w 665"/>
              <a:gd name="T107" fmla="*/ 132 h 629"/>
              <a:gd name="T108" fmla="*/ 0 w 665"/>
              <a:gd name="T109" fmla="*/ 76 h 629"/>
              <a:gd name="T110" fmla="*/ 36 w 665"/>
              <a:gd name="T111" fmla="*/ 7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5" h="629">
                <a:moveTo>
                  <a:pt x="489" y="528"/>
                </a:moveTo>
                <a:lnTo>
                  <a:pt x="505" y="530"/>
                </a:lnTo>
                <a:lnTo>
                  <a:pt x="519" y="537"/>
                </a:lnTo>
                <a:lnTo>
                  <a:pt x="530" y="547"/>
                </a:lnTo>
                <a:lnTo>
                  <a:pt x="538" y="562"/>
                </a:lnTo>
                <a:lnTo>
                  <a:pt x="540" y="578"/>
                </a:lnTo>
                <a:lnTo>
                  <a:pt x="538" y="593"/>
                </a:lnTo>
                <a:lnTo>
                  <a:pt x="530" y="608"/>
                </a:lnTo>
                <a:lnTo>
                  <a:pt x="519" y="619"/>
                </a:lnTo>
                <a:lnTo>
                  <a:pt x="505" y="626"/>
                </a:lnTo>
                <a:lnTo>
                  <a:pt x="489" y="629"/>
                </a:lnTo>
                <a:lnTo>
                  <a:pt x="472" y="626"/>
                </a:lnTo>
                <a:lnTo>
                  <a:pt x="459" y="619"/>
                </a:lnTo>
                <a:lnTo>
                  <a:pt x="447" y="608"/>
                </a:lnTo>
                <a:lnTo>
                  <a:pt x="441" y="593"/>
                </a:lnTo>
                <a:lnTo>
                  <a:pt x="438" y="578"/>
                </a:lnTo>
                <a:lnTo>
                  <a:pt x="441" y="562"/>
                </a:lnTo>
                <a:lnTo>
                  <a:pt x="447" y="547"/>
                </a:lnTo>
                <a:lnTo>
                  <a:pt x="459" y="537"/>
                </a:lnTo>
                <a:lnTo>
                  <a:pt x="472" y="530"/>
                </a:lnTo>
                <a:lnTo>
                  <a:pt x="489" y="528"/>
                </a:lnTo>
                <a:close/>
                <a:moveTo>
                  <a:pt x="212" y="528"/>
                </a:moveTo>
                <a:lnTo>
                  <a:pt x="227" y="530"/>
                </a:lnTo>
                <a:lnTo>
                  <a:pt x="242" y="537"/>
                </a:lnTo>
                <a:lnTo>
                  <a:pt x="254" y="547"/>
                </a:lnTo>
                <a:lnTo>
                  <a:pt x="260" y="561"/>
                </a:lnTo>
                <a:lnTo>
                  <a:pt x="263" y="578"/>
                </a:lnTo>
                <a:lnTo>
                  <a:pt x="260" y="593"/>
                </a:lnTo>
                <a:lnTo>
                  <a:pt x="254" y="608"/>
                </a:lnTo>
                <a:lnTo>
                  <a:pt x="242" y="618"/>
                </a:lnTo>
                <a:lnTo>
                  <a:pt x="227" y="625"/>
                </a:lnTo>
                <a:lnTo>
                  <a:pt x="212" y="627"/>
                </a:lnTo>
                <a:lnTo>
                  <a:pt x="196" y="625"/>
                </a:lnTo>
                <a:lnTo>
                  <a:pt x="183" y="618"/>
                </a:lnTo>
                <a:lnTo>
                  <a:pt x="172" y="608"/>
                </a:lnTo>
                <a:lnTo>
                  <a:pt x="165" y="593"/>
                </a:lnTo>
                <a:lnTo>
                  <a:pt x="162" y="578"/>
                </a:lnTo>
                <a:lnTo>
                  <a:pt x="165" y="561"/>
                </a:lnTo>
                <a:lnTo>
                  <a:pt x="172" y="547"/>
                </a:lnTo>
                <a:lnTo>
                  <a:pt x="183" y="537"/>
                </a:lnTo>
                <a:lnTo>
                  <a:pt x="196" y="530"/>
                </a:lnTo>
                <a:lnTo>
                  <a:pt x="212" y="528"/>
                </a:lnTo>
                <a:close/>
                <a:moveTo>
                  <a:pt x="564" y="253"/>
                </a:moveTo>
                <a:lnTo>
                  <a:pt x="551" y="256"/>
                </a:lnTo>
                <a:lnTo>
                  <a:pt x="543" y="265"/>
                </a:lnTo>
                <a:lnTo>
                  <a:pt x="539" y="278"/>
                </a:lnTo>
                <a:lnTo>
                  <a:pt x="539" y="303"/>
                </a:lnTo>
                <a:lnTo>
                  <a:pt x="543" y="314"/>
                </a:lnTo>
                <a:lnTo>
                  <a:pt x="551" y="324"/>
                </a:lnTo>
                <a:lnTo>
                  <a:pt x="564" y="328"/>
                </a:lnTo>
                <a:lnTo>
                  <a:pt x="589" y="328"/>
                </a:lnTo>
                <a:lnTo>
                  <a:pt x="602" y="324"/>
                </a:lnTo>
                <a:lnTo>
                  <a:pt x="611" y="314"/>
                </a:lnTo>
                <a:lnTo>
                  <a:pt x="614" y="303"/>
                </a:lnTo>
                <a:lnTo>
                  <a:pt x="614" y="278"/>
                </a:lnTo>
                <a:lnTo>
                  <a:pt x="611" y="265"/>
                </a:lnTo>
                <a:lnTo>
                  <a:pt x="602" y="256"/>
                </a:lnTo>
                <a:lnTo>
                  <a:pt x="589" y="253"/>
                </a:lnTo>
                <a:lnTo>
                  <a:pt x="564" y="253"/>
                </a:lnTo>
                <a:close/>
                <a:moveTo>
                  <a:pt x="464" y="253"/>
                </a:moveTo>
                <a:lnTo>
                  <a:pt x="451" y="256"/>
                </a:lnTo>
                <a:lnTo>
                  <a:pt x="442" y="265"/>
                </a:lnTo>
                <a:lnTo>
                  <a:pt x="438" y="278"/>
                </a:lnTo>
                <a:lnTo>
                  <a:pt x="438" y="303"/>
                </a:lnTo>
                <a:lnTo>
                  <a:pt x="442" y="314"/>
                </a:lnTo>
                <a:lnTo>
                  <a:pt x="451" y="324"/>
                </a:lnTo>
                <a:lnTo>
                  <a:pt x="464" y="328"/>
                </a:lnTo>
                <a:lnTo>
                  <a:pt x="489" y="328"/>
                </a:lnTo>
                <a:lnTo>
                  <a:pt x="501" y="324"/>
                </a:lnTo>
                <a:lnTo>
                  <a:pt x="510" y="314"/>
                </a:lnTo>
                <a:lnTo>
                  <a:pt x="514" y="303"/>
                </a:lnTo>
                <a:lnTo>
                  <a:pt x="514" y="278"/>
                </a:lnTo>
                <a:lnTo>
                  <a:pt x="510" y="265"/>
                </a:lnTo>
                <a:lnTo>
                  <a:pt x="501" y="256"/>
                </a:lnTo>
                <a:lnTo>
                  <a:pt x="489" y="253"/>
                </a:lnTo>
                <a:lnTo>
                  <a:pt x="464" y="253"/>
                </a:lnTo>
                <a:close/>
                <a:moveTo>
                  <a:pt x="364" y="253"/>
                </a:moveTo>
                <a:lnTo>
                  <a:pt x="351" y="256"/>
                </a:lnTo>
                <a:lnTo>
                  <a:pt x="343" y="265"/>
                </a:lnTo>
                <a:lnTo>
                  <a:pt x="339" y="278"/>
                </a:lnTo>
                <a:lnTo>
                  <a:pt x="339" y="303"/>
                </a:lnTo>
                <a:lnTo>
                  <a:pt x="343" y="314"/>
                </a:lnTo>
                <a:lnTo>
                  <a:pt x="351" y="324"/>
                </a:lnTo>
                <a:lnTo>
                  <a:pt x="364" y="328"/>
                </a:lnTo>
                <a:lnTo>
                  <a:pt x="388" y="328"/>
                </a:lnTo>
                <a:lnTo>
                  <a:pt x="402" y="324"/>
                </a:lnTo>
                <a:lnTo>
                  <a:pt x="411" y="314"/>
                </a:lnTo>
                <a:lnTo>
                  <a:pt x="413" y="303"/>
                </a:lnTo>
                <a:lnTo>
                  <a:pt x="413" y="278"/>
                </a:lnTo>
                <a:lnTo>
                  <a:pt x="411" y="265"/>
                </a:lnTo>
                <a:lnTo>
                  <a:pt x="402" y="256"/>
                </a:lnTo>
                <a:lnTo>
                  <a:pt x="388" y="253"/>
                </a:lnTo>
                <a:lnTo>
                  <a:pt x="364" y="253"/>
                </a:lnTo>
                <a:close/>
                <a:moveTo>
                  <a:pt x="264" y="253"/>
                </a:moveTo>
                <a:lnTo>
                  <a:pt x="251" y="256"/>
                </a:lnTo>
                <a:lnTo>
                  <a:pt x="242" y="265"/>
                </a:lnTo>
                <a:lnTo>
                  <a:pt x="238" y="278"/>
                </a:lnTo>
                <a:lnTo>
                  <a:pt x="238" y="303"/>
                </a:lnTo>
                <a:lnTo>
                  <a:pt x="242" y="314"/>
                </a:lnTo>
                <a:lnTo>
                  <a:pt x="251" y="324"/>
                </a:lnTo>
                <a:lnTo>
                  <a:pt x="264" y="328"/>
                </a:lnTo>
                <a:lnTo>
                  <a:pt x="289" y="328"/>
                </a:lnTo>
                <a:lnTo>
                  <a:pt x="301" y="324"/>
                </a:lnTo>
                <a:lnTo>
                  <a:pt x="310" y="314"/>
                </a:lnTo>
                <a:lnTo>
                  <a:pt x="314" y="303"/>
                </a:lnTo>
                <a:lnTo>
                  <a:pt x="314" y="278"/>
                </a:lnTo>
                <a:lnTo>
                  <a:pt x="310" y="265"/>
                </a:lnTo>
                <a:lnTo>
                  <a:pt x="301" y="256"/>
                </a:lnTo>
                <a:lnTo>
                  <a:pt x="289" y="253"/>
                </a:lnTo>
                <a:lnTo>
                  <a:pt x="264" y="253"/>
                </a:lnTo>
                <a:close/>
                <a:moveTo>
                  <a:pt x="188" y="253"/>
                </a:moveTo>
                <a:lnTo>
                  <a:pt x="175" y="256"/>
                </a:lnTo>
                <a:lnTo>
                  <a:pt x="166" y="265"/>
                </a:lnTo>
                <a:lnTo>
                  <a:pt x="163" y="278"/>
                </a:lnTo>
                <a:lnTo>
                  <a:pt x="163" y="303"/>
                </a:lnTo>
                <a:lnTo>
                  <a:pt x="166" y="314"/>
                </a:lnTo>
                <a:lnTo>
                  <a:pt x="175" y="324"/>
                </a:lnTo>
                <a:lnTo>
                  <a:pt x="188" y="328"/>
                </a:lnTo>
                <a:lnTo>
                  <a:pt x="188" y="328"/>
                </a:lnTo>
                <a:lnTo>
                  <a:pt x="201" y="324"/>
                </a:lnTo>
                <a:lnTo>
                  <a:pt x="210" y="314"/>
                </a:lnTo>
                <a:lnTo>
                  <a:pt x="213" y="303"/>
                </a:lnTo>
                <a:lnTo>
                  <a:pt x="213" y="278"/>
                </a:lnTo>
                <a:lnTo>
                  <a:pt x="210" y="265"/>
                </a:lnTo>
                <a:lnTo>
                  <a:pt x="201" y="256"/>
                </a:lnTo>
                <a:lnTo>
                  <a:pt x="188" y="253"/>
                </a:lnTo>
                <a:lnTo>
                  <a:pt x="188" y="253"/>
                </a:lnTo>
                <a:close/>
                <a:moveTo>
                  <a:pt x="564" y="152"/>
                </a:moveTo>
                <a:lnTo>
                  <a:pt x="551" y="156"/>
                </a:lnTo>
                <a:lnTo>
                  <a:pt x="543" y="165"/>
                </a:lnTo>
                <a:lnTo>
                  <a:pt x="539" y="177"/>
                </a:lnTo>
                <a:lnTo>
                  <a:pt x="539" y="202"/>
                </a:lnTo>
                <a:lnTo>
                  <a:pt x="543" y="215"/>
                </a:lnTo>
                <a:lnTo>
                  <a:pt x="551" y="224"/>
                </a:lnTo>
                <a:lnTo>
                  <a:pt x="564" y="227"/>
                </a:lnTo>
                <a:lnTo>
                  <a:pt x="589" y="227"/>
                </a:lnTo>
                <a:lnTo>
                  <a:pt x="602" y="224"/>
                </a:lnTo>
                <a:lnTo>
                  <a:pt x="611" y="215"/>
                </a:lnTo>
                <a:lnTo>
                  <a:pt x="614" y="202"/>
                </a:lnTo>
                <a:lnTo>
                  <a:pt x="614" y="177"/>
                </a:lnTo>
                <a:lnTo>
                  <a:pt x="611" y="165"/>
                </a:lnTo>
                <a:lnTo>
                  <a:pt x="602" y="156"/>
                </a:lnTo>
                <a:lnTo>
                  <a:pt x="589" y="152"/>
                </a:lnTo>
                <a:lnTo>
                  <a:pt x="564" y="152"/>
                </a:lnTo>
                <a:close/>
                <a:moveTo>
                  <a:pt x="464" y="152"/>
                </a:moveTo>
                <a:lnTo>
                  <a:pt x="451" y="156"/>
                </a:lnTo>
                <a:lnTo>
                  <a:pt x="442" y="165"/>
                </a:lnTo>
                <a:lnTo>
                  <a:pt x="438" y="177"/>
                </a:lnTo>
                <a:lnTo>
                  <a:pt x="438" y="202"/>
                </a:lnTo>
                <a:lnTo>
                  <a:pt x="442" y="215"/>
                </a:lnTo>
                <a:lnTo>
                  <a:pt x="451" y="224"/>
                </a:lnTo>
                <a:lnTo>
                  <a:pt x="464" y="227"/>
                </a:lnTo>
                <a:lnTo>
                  <a:pt x="489" y="227"/>
                </a:lnTo>
                <a:lnTo>
                  <a:pt x="501" y="224"/>
                </a:lnTo>
                <a:lnTo>
                  <a:pt x="510" y="215"/>
                </a:lnTo>
                <a:lnTo>
                  <a:pt x="514" y="202"/>
                </a:lnTo>
                <a:lnTo>
                  <a:pt x="514" y="177"/>
                </a:lnTo>
                <a:lnTo>
                  <a:pt x="510" y="165"/>
                </a:lnTo>
                <a:lnTo>
                  <a:pt x="501" y="156"/>
                </a:lnTo>
                <a:lnTo>
                  <a:pt x="489" y="152"/>
                </a:lnTo>
                <a:lnTo>
                  <a:pt x="464" y="152"/>
                </a:lnTo>
                <a:close/>
                <a:moveTo>
                  <a:pt x="364" y="152"/>
                </a:moveTo>
                <a:lnTo>
                  <a:pt x="351" y="156"/>
                </a:lnTo>
                <a:lnTo>
                  <a:pt x="343" y="165"/>
                </a:lnTo>
                <a:lnTo>
                  <a:pt x="339" y="177"/>
                </a:lnTo>
                <a:lnTo>
                  <a:pt x="339" y="202"/>
                </a:lnTo>
                <a:lnTo>
                  <a:pt x="343" y="215"/>
                </a:lnTo>
                <a:lnTo>
                  <a:pt x="351" y="224"/>
                </a:lnTo>
                <a:lnTo>
                  <a:pt x="364" y="227"/>
                </a:lnTo>
                <a:lnTo>
                  <a:pt x="388" y="227"/>
                </a:lnTo>
                <a:lnTo>
                  <a:pt x="402" y="224"/>
                </a:lnTo>
                <a:lnTo>
                  <a:pt x="411" y="215"/>
                </a:lnTo>
                <a:lnTo>
                  <a:pt x="413" y="202"/>
                </a:lnTo>
                <a:lnTo>
                  <a:pt x="413" y="177"/>
                </a:lnTo>
                <a:lnTo>
                  <a:pt x="411" y="165"/>
                </a:lnTo>
                <a:lnTo>
                  <a:pt x="402" y="156"/>
                </a:lnTo>
                <a:lnTo>
                  <a:pt x="388" y="152"/>
                </a:lnTo>
                <a:lnTo>
                  <a:pt x="364" y="152"/>
                </a:lnTo>
                <a:close/>
                <a:moveTo>
                  <a:pt x="264" y="152"/>
                </a:moveTo>
                <a:lnTo>
                  <a:pt x="251" y="156"/>
                </a:lnTo>
                <a:lnTo>
                  <a:pt x="242" y="165"/>
                </a:lnTo>
                <a:lnTo>
                  <a:pt x="238" y="177"/>
                </a:lnTo>
                <a:lnTo>
                  <a:pt x="238" y="202"/>
                </a:lnTo>
                <a:lnTo>
                  <a:pt x="242" y="215"/>
                </a:lnTo>
                <a:lnTo>
                  <a:pt x="251" y="224"/>
                </a:lnTo>
                <a:lnTo>
                  <a:pt x="264" y="227"/>
                </a:lnTo>
                <a:lnTo>
                  <a:pt x="289" y="227"/>
                </a:lnTo>
                <a:lnTo>
                  <a:pt x="301" y="224"/>
                </a:lnTo>
                <a:lnTo>
                  <a:pt x="310" y="215"/>
                </a:lnTo>
                <a:lnTo>
                  <a:pt x="314" y="202"/>
                </a:lnTo>
                <a:lnTo>
                  <a:pt x="314" y="177"/>
                </a:lnTo>
                <a:lnTo>
                  <a:pt x="310" y="165"/>
                </a:lnTo>
                <a:lnTo>
                  <a:pt x="301" y="156"/>
                </a:lnTo>
                <a:lnTo>
                  <a:pt x="289" y="152"/>
                </a:lnTo>
                <a:lnTo>
                  <a:pt x="264" y="152"/>
                </a:lnTo>
                <a:close/>
                <a:moveTo>
                  <a:pt x="163" y="152"/>
                </a:moveTo>
                <a:lnTo>
                  <a:pt x="150" y="156"/>
                </a:lnTo>
                <a:lnTo>
                  <a:pt x="142" y="165"/>
                </a:lnTo>
                <a:lnTo>
                  <a:pt x="138" y="177"/>
                </a:lnTo>
                <a:lnTo>
                  <a:pt x="138" y="202"/>
                </a:lnTo>
                <a:lnTo>
                  <a:pt x="142" y="215"/>
                </a:lnTo>
                <a:lnTo>
                  <a:pt x="150" y="224"/>
                </a:lnTo>
                <a:lnTo>
                  <a:pt x="163" y="227"/>
                </a:lnTo>
                <a:lnTo>
                  <a:pt x="188" y="227"/>
                </a:lnTo>
                <a:lnTo>
                  <a:pt x="201" y="224"/>
                </a:lnTo>
                <a:lnTo>
                  <a:pt x="210" y="215"/>
                </a:lnTo>
                <a:lnTo>
                  <a:pt x="213" y="202"/>
                </a:lnTo>
                <a:lnTo>
                  <a:pt x="213" y="177"/>
                </a:lnTo>
                <a:lnTo>
                  <a:pt x="210" y="165"/>
                </a:lnTo>
                <a:lnTo>
                  <a:pt x="201" y="156"/>
                </a:lnTo>
                <a:lnTo>
                  <a:pt x="188" y="152"/>
                </a:lnTo>
                <a:lnTo>
                  <a:pt x="163" y="152"/>
                </a:lnTo>
                <a:close/>
                <a:moveTo>
                  <a:pt x="63" y="0"/>
                </a:moveTo>
                <a:lnTo>
                  <a:pt x="78" y="3"/>
                </a:lnTo>
                <a:lnTo>
                  <a:pt x="91" y="9"/>
                </a:lnTo>
                <a:lnTo>
                  <a:pt x="102" y="20"/>
                </a:lnTo>
                <a:lnTo>
                  <a:pt x="110" y="32"/>
                </a:lnTo>
                <a:lnTo>
                  <a:pt x="116" y="45"/>
                </a:lnTo>
                <a:lnTo>
                  <a:pt x="120" y="57"/>
                </a:lnTo>
                <a:lnTo>
                  <a:pt x="123" y="67"/>
                </a:lnTo>
                <a:lnTo>
                  <a:pt x="124" y="74"/>
                </a:lnTo>
                <a:lnTo>
                  <a:pt x="125" y="76"/>
                </a:lnTo>
                <a:lnTo>
                  <a:pt x="136" y="102"/>
                </a:lnTo>
                <a:lnTo>
                  <a:pt x="616" y="102"/>
                </a:lnTo>
                <a:lnTo>
                  <a:pt x="631" y="104"/>
                </a:lnTo>
                <a:lnTo>
                  <a:pt x="642" y="110"/>
                </a:lnTo>
                <a:lnTo>
                  <a:pt x="652" y="118"/>
                </a:lnTo>
                <a:lnTo>
                  <a:pt x="657" y="127"/>
                </a:lnTo>
                <a:lnTo>
                  <a:pt x="661" y="138"/>
                </a:lnTo>
                <a:lnTo>
                  <a:pt x="663" y="146"/>
                </a:lnTo>
                <a:lnTo>
                  <a:pt x="663" y="152"/>
                </a:lnTo>
                <a:lnTo>
                  <a:pt x="663" y="153"/>
                </a:lnTo>
                <a:lnTo>
                  <a:pt x="665" y="328"/>
                </a:lnTo>
                <a:lnTo>
                  <a:pt x="662" y="343"/>
                </a:lnTo>
                <a:lnTo>
                  <a:pt x="657" y="356"/>
                </a:lnTo>
                <a:lnTo>
                  <a:pt x="649" y="364"/>
                </a:lnTo>
                <a:lnTo>
                  <a:pt x="640" y="369"/>
                </a:lnTo>
                <a:lnTo>
                  <a:pt x="631" y="373"/>
                </a:lnTo>
                <a:lnTo>
                  <a:pt x="623" y="375"/>
                </a:lnTo>
                <a:lnTo>
                  <a:pt x="618" y="376"/>
                </a:lnTo>
                <a:lnTo>
                  <a:pt x="615" y="376"/>
                </a:lnTo>
                <a:lnTo>
                  <a:pt x="163" y="377"/>
                </a:lnTo>
                <a:lnTo>
                  <a:pt x="176" y="427"/>
                </a:lnTo>
                <a:lnTo>
                  <a:pt x="614" y="427"/>
                </a:lnTo>
                <a:lnTo>
                  <a:pt x="624" y="431"/>
                </a:lnTo>
                <a:lnTo>
                  <a:pt x="632" y="441"/>
                </a:lnTo>
                <a:lnTo>
                  <a:pt x="637" y="453"/>
                </a:lnTo>
                <a:lnTo>
                  <a:pt x="639" y="465"/>
                </a:lnTo>
                <a:lnTo>
                  <a:pt x="637" y="477"/>
                </a:lnTo>
                <a:lnTo>
                  <a:pt x="632" y="489"/>
                </a:lnTo>
                <a:lnTo>
                  <a:pt x="624" y="499"/>
                </a:lnTo>
                <a:lnTo>
                  <a:pt x="614" y="503"/>
                </a:lnTo>
                <a:lnTo>
                  <a:pt x="141" y="503"/>
                </a:lnTo>
                <a:lnTo>
                  <a:pt x="133" y="499"/>
                </a:lnTo>
                <a:lnTo>
                  <a:pt x="127" y="489"/>
                </a:lnTo>
                <a:lnTo>
                  <a:pt x="121" y="477"/>
                </a:lnTo>
                <a:lnTo>
                  <a:pt x="117" y="464"/>
                </a:lnTo>
                <a:lnTo>
                  <a:pt x="116" y="453"/>
                </a:lnTo>
                <a:lnTo>
                  <a:pt x="116" y="447"/>
                </a:lnTo>
                <a:lnTo>
                  <a:pt x="114" y="434"/>
                </a:lnTo>
                <a:lnTo>
                  <a:pt x="111" y="414"/>
                </a:lnTo>
                <a:lnTo>
                  <a:pt x="107" y="389"/>
                </a:lnTo>
                <a:lnTo>
                  <a:pt x="102" y="360"/>
                </a:lnTo>
                <a:lnTo>
                  <a:pt x="97" y="329"/>
                </a:lnTo>
                <a:lnTo>
                  <a:pt x="90" y="295"/>
                </a:lnTo>
                <a:lnTo>
                  <a:pt x="85" y="259"/>
                </a:lnTo>
                <a:lnTo>
                  <a:pt x="78" y="225"/>
                </a:lnTo>
                <a:lnTo>
                  <a:pt x="73" y="191"/>
                </a:lnTo>
                <a:lnTo>
                  <a:pt x="68" y="161"/>
                </a:lnTo>
                <a:lnTo>
                  <a:pt x="63" y="132"/>
                </a:lnTo>
                <a:lnTo>
                  <a:pt x="59" y="109"/>
                </a:lnTo>
                <a:lnTo>
                  <a:pt x="55" y="92"/>
                </a:lnTo>
                <a:lnTo>
                  <a:pt x="53" y="80"/>
                </a:lnTo>
                <a:lnTo>
                  <a:pt x="52" y="75"/>
                </a:lnTo>
                <a:lnTo>
                  <a:pt x="0" y="76"/>
                </a:lnTo>
                <a:lnTo>
                  <a:pt x="2" y="53"/>
                </a:lnTo>
                <a:lnTo>
                  <a:pt x="8" y="36"/>
                </a:lnTo>
                <a:lnTo>
                  <a:pt x="17" y="23"/>
                </a:lnTo>
                <a:lnTo>
                  <a:pt x="26" y="13"/>
                </a:lnTo>
                <a:lnTo>
                  <a:pt x="36" y="7"/>
                </a:lnTo>
                <a:lnTo>
                  <a:pt x="47" y="3"/>
                </a:lnTo>
                <a:lnTo>
                  <a:pt x="55" y="2"/>
                </a:lnTo>
                <a:lnTo>
                  <a:pt x="60" y="0"/>
                </a:lnTo>
                <a:lnTo>
                  <a:pt x="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20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3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e-Commerce #2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Cart 3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Shopping Cart 4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Creditcard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7" name="Freeform 31"/>
          <p:cNvSpPr>
            <a:spLocks noChangeAspect="1" noEditPoints="1"/>
          </p:cNvSpPr>
          <p:nvPr/>
        </p:nvSpPr>
        <p:spPr bwMode="auto">
          <a:xfrm>
            <a:off x="1064568" y="1336089"/>
            <a:ext cx="1080000" cy="832771"/>
          </a:xfrm>
          <a:custGeom>
            <a:avLst/>
            <a:gdLst>
              <a:gd name="T0" fmla="*/ 283 w 664"/>
              <a:gd name="T1" fmla="*/ 508 h 512"/>
              <a:gd name="T2" fmla="*/ 247 w 664"/>
              <a:gd name="T3" fmla="*/ 426 h 512"/>
              <a:gd name="T4" fmla="*/ 542 w 664"/>
              <a:gd name="T5" fmla="*/ 499 h 512"/>
              <a:gd name="T6" fmla="*/ 479 w 664"/>
              <a:gd name="T7" fmla="*/ 435 h 512"/>
              <a:gd name="T8" fmla="*/ 521 w 664"/>
              <a:gd name="T9" fmla="*/ 309 h 512"/>
              <a:gd name="T10" fmla="*/ 442 w 664"/>
              <a:gd name="T11" fmla="*/ 267 h 512"/>
              <a:gd name="T12" fmla="*/ 423 w 664"/>
              <a:gd name="T13" fmla="*/ 301 h 512"/>
              <a:gd name="T14" fmla="*/ 399 w 664"/>
              <a:gd name="T15" fmla="*/ 290 h 512"/>
              <a:gd name="T16" fmla="*/ 365 w 664"/>
              <a:gd name="T17" fmla="*/ 270 h 512"/>
              <a:gd name="T18" fmla="*/ 309 w 664"/>
              <a:gd name="T19" fmla="*/ 312 h 512"/>
              <a:gd name="T20" fmla="*/ 254 w 664"/>
              <a:gd name="T21" fmla="*/ 270 h 512"/>
              <a:gd name="T22" fmla="*/ 220 w 664"/>
              <a:gd name="T23" fmla="*/ 290 h 512"/>
              <a:gd name="T24" fmla="*/ 529 w 664"/>
              <a:gd name="T25" fmla="*/ 235 h 512"/>
              <a:gd name="T26" fmla="*/ 509 w 664"/>
              <a:gd name="T27" fmla="*/ 201 h 512"/>
              <a:gd name="T28" fmla="*/ 432 w 664"/>
              <a:gd name="T29" fmla="*/ 242 h 512"/>
              <a:gd name="T30" fmla="*/ 390 w 664"/>
              <a:gd name="T31" fmla="*/ 208 h 512"/>
              <a:gd name="T32" fmla="*/ 376 w 664"/>
              <a:gd name="T33" fmla="*/ 245 h 512"/>
              <a:gd name="T34" fmla="*/ 321 w 664"/>
              <a:gd name="T35" fmla="*/ 203 h 512"/>
              <a:gd name="T36" fmla="*/ 287 w 664"/>
              <a:gd name="T37" fmla="*/ 223 h 512"/>
              <a:gd name="T38" fmla="*/ 262 w 664"/>
              <a:gd name="T39" fmla="*/ 235 h 512"/>
              <a:gd name="T40" fmla="*/ 243 w 664"/>
              <a:gd name="T41" fmla="*/ 201 h 512"/>
              <a:gd name="T42" fmla="*/ 554 w 664"/>
              <a:gd name="T43" fmla="*/ 176 h 512"/>
              <a:gd name="T44" fmla="*/ 558 w 664"/>
              <a:gd name="T45" fmla="*/ 142 h 512"/>
              <a:gd name="T46" fmla="*/ 521 w 664"/>
              <a:gd name="T47" fmla="*/ 177 h 512"/>
              <a:gd name="T48" fmla="*/ 185 w 664"/>
              <a:gd name="T49" fmla="*/ 135 h 512"/>
              <a:gd name="T50" fmla="*/ 200 w 664"/>
              <a:gd name="T51" fmla="*/ 172 h 512"/>
              <a:gd name="T52" fmla="*/ 187 w 664"/>
              <a:gd name="T53" fmla="*/ 147 h 512"/>
              <a:gd name="T54" fmla="*/ 454 w 664"/>
              <a:gd name="T55" fmla="*/ 176 h 512"/>
              <a:gd name="T56" fmla="*/ 376 w 664"/>
              <a:gd name="T57" fmla="*/ 134 h 512"/>
              <a:gd name="T58" fmla="*/ 357 w 664"/>
              <a:gd name="T59" fmla="*/ 168 h 512"/>
              <a:gd name="T60" fmla="*/ 333 w 664"/>
              <a:gd name="T61" fmla="*/ 156 h 512"/>
              <a:gd name="T62" fmla="*/ 298 w 664"/>
              <a:gd name="T63" fmla="*/ 136 h 512"/>
              <a:gd name="T64" fmla="*/ 243 w 664"/>
              <a:gd name="T65" fmla="*/ 178 h 512"/>
              <a:gd name="T66" fmla="*/ 575 w 664"/>
              <a:gd name="T67" fmla="*/ 91 h 512"/>
              <a:gd name="T68" fmla="*/ 509 w 664"/>
              <a:gd name="T69" fmla="*/ 68 h 512"/>
              <a:gd name="T70" fmla="*/ 490 w 664"/>
              <a:gd name="T71" fmla="*/ 102 h 512"/>
              <a:gd name="T72" fmla="*/ 466 w 664"/>
              <a:gd name="T73" fmla="*/ 91 h 512"/>
              <a:gd name="T74" fmla="*/ 432 w 664"/>
              <a:gd name="T75" fmla="*/ 72 h 512"/>
              <a:gd name="T76" fmla="*/ 376 w 664"/>
              <a:gd name="T77" fmla="*/ 114 h 512"/>
              <a:gd name="T78" fmla="*/ 321 w 664"/>
              <a:gd name="T79" fmla="*/ 72 h 512"/>
              <a:gd name="T80" fmla="*/ 287 w 664"/>
              <a:gd name="T81" fmla="*/ 91 h 512"/>
              <a:gd name="T82" fmla="*/ 199 w 664"/>
              <a:gd name="T83" fmla="*/ 97 h 512"/>
              <a:gd name="T84" fmla="*/ 178 w 664"/>
              <a:gd name="T85" fmla="*/ 84 h 512"/>
              <a:gd name="T86" fmla="*/ 262 w 664"/>
              <a:gd name="T87" fmla="*/ 100 h 512"/>
              <a:gd name="T88" fmla="*/ 243 w 664"/>
              <a:gd name="T89" fmla="*/ 66 h 512"/>
              <a:gd name="T90" fmla="*/ 114 w 664"/>
              <a:gd name="T91" fmla="*/ 3 h 512"/>
              <a:gd name="T92" fmla="*/ 199 w 664"/>
              <a:gd name="T93" fmla="*/ 334 h 512"/>
              <a:gd name="T94" fmla="*/ 639 w 664"/>
              <a:gd name="T95" fmla="*/ 88 h 512"/>
              <a:gd name="T96" fmla="*/ 662 w 664"/>
              <a:gd name="T97" fmla="*/ 134 h 512"/>
              <a:gd name="T98" fmla="*/ 635 w 664"/>
              <a:gd name="T99" fmla="*/ 259 h 512"/>
              <a:gd name="T100" fmla="*/ 603 w 664"/>
              <a:gd name="T101" fmla="*/ 397 h 512"/>
              <a:gd name="T102" fmla="*/ 130 w 664"/>
              <a:gd name="T103" fmla="*/ 342 h 512"/>
              <a:gd name="T104" fmla="*/ 89 w 664"/>
              <a:gd name="T105" fmla="*/ 119 h 512"/>
              <a:gd name="T106" fmla="*/ 3 w 664"/>
              <a:gd name="T107" fmla="*/ 53 h 512"/>
              <a:gd name="T108" fmla="*/ 12 w 664"/>
              <a:gd name="T109" fmla="*/ 3 h 512"/>
              <a:gd name="T110" fmla="*/ 22 w 664"/>
              <a:gd name="T111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4" h="512">
                <a:moveTo>
                  <a:pt x="264" y="423"/>
                </a:moveTo>
                <a:lnTo>
                  <a:pt x="283" y="426"/>
                </a:lnTo>
                <a:lnTo>
                  <a:pt x="297" y="435"/>
                </a:lnTo>
                <a:lnTo>
                  <a:pt x="306" y="449"/>
                </a:lnTo>
                <a:lnTo>
                  <a:pt x="310" y="466"/>
                </a:lnTo>
                <a:lnTo>
                  <a:pt x="306" y="483"/>
                </a:lnTo>
                <a:lnTo>
                  <a:pt x="297" y="498"/>
                </a:lnTo>
                <a:lnTo>
                  <a:pt x="283" y="508"/>
                </a:lnTo>
                <a:lnTo>
                  <a:pt x="264" y="512"/>
                </a:lnTo>
                <a:lnTo>
                  <a:pt x="247" y="508"/>
                </a:lnTo>
                <a:lnTo>
                  <a:pt x="233" y="498"/>
                </a:lnTo>
                <a:lnTo>
                  <a:pt x="224" y="483"/>
                </a:lnTo>
                <a:lnTo>
                  <a:pt x="221" y="466"/>
                </a:lnTo>
                <a:lnTo>
                  <a:pt x="224" y="449"/>
                </a:lnTo>
                <a:lnTo>
                  <a:pt x="233" y="435"/>
                </a:lnTo>
                <a:lnTo>
                  <a:pt x="247" y="426"/>
                </a:lnTo>
                <a:lnTo>
                  <a:pt x="264" y="423"/>
                </a:lnTo>
                <a:close/>
                <a:moveTo>
                  <a:pt x="511" y="423"/>
                </a:moveTo>
                <a:lnTo>
                  <a:pt x="528" y="426"/>
                </a:lnTo>
                <a:lnTo>
                  <a:pt x="542" y="435"/>
                </a:lnTo>
                <a:lnTo>
                  <a:pt x="552" y="449"/>
                </a:lnTo>
                <a:lnTo>
                  <a:pt x="555" y="468"/>
                </a:lnTo>
                <a:lnTo>
                  <a:pt x="552" y="485"/>
                </a:lnTo>
                <a:lnTo>
                  <a:pt x="542" y="499"/>
                </a:lnTo>
                <a:lnTo>
                  <a:pt x="528" y="508"/>
                </a:lnTo>
                <a:lnTo>
                  <a:pt x="511" y="512"/>
                </a:lnTo>
                <a:lnTo>
                  <a:pt x="494" y="508"/>
                </a:lnTo>
                <a:lnTo>
                  <a:pt x="479" y="499"/>
                </a:lnTo>
                <a:lnTo>
                  <a:pt x="469" y="485"/>
                </a:lnTo>
                <a:lnTo>
                  <a:pt x="466" y="468"/>
                </a:lnTo>
                <a:lnTo>
                  <a:pt x="469" y="449"/>
                </a:lnTo>
                <a:lnTo>
                  <a:pt x="479" y="435"/>
                </a:lnTo>
                <a:lnTo>
                  <a:pt x="494" y="426"/>
                </a:lnTo>
                <a:lnTo>
                  <a:pt x="511" y="423"/>
                </a:lnTo>
                <a:close/>
                <a:moveTo>
                  <a:pt x="509" y="267"/>
                </a:moveTo>
                <a:lnTo>
                  <a:pt x="521" y="270"/>
                </a:lnTo>
                <a:lnTo>
                  <a:pt x="529" y="278"/>
                </a:lnTo>
                <a:lnTo>
                  <a:pt x="531" y="290"/>
                </a:lnTo>
                <a:lnTo>
                  <a:pt x="529" y="301"/>
                </a:lnTo>
                <a:lnTo>
                  <a:pt x="521" y="309"/>
                </a:lnTo>
                <a:lnTo>
                  <a:pt x="509" y="312"/>
                </a:lnTo>
                <a:lnTo>
                  <a:pt x="499" y="309"/>
                </a:lnTo>
                <a:lnTo>
                  <a:pt x="490" y="301"/>
                </a:lnTo>
                <a:lnTo>
                  <a:pt x="487" y="290"/>
                </a:lnTo>
                <a:lnTo>
                  <a:pt x="490" y="278"/>
                </a:lnTo>
                <a:lnTo>
                  <a:pt x="499" y="270"/>
                </a:lnTo>
                <a:lnTo>
                  <a:pt x="509" y="267"/>
                </a:lnTo>
                <a:close/>
                <a:moveTo>
                  <a:pt x="442" y="267"/>
                </a:moveTo>
                <a:lnTo>
                  <a:pt x="454" y="270"/>
                </a:lnTo>
                <a:lnTo>
                  <a:pt x="462" y="278"/>
                </a:lnTo>
                <a:lnTo>
                  <a:pt x="466" y="290"/>
                </a:lnTo>
                <a:lnTo>
                  <a:pt x="462" y="301"/>
                </a:lnTo>
                <a:lnTo>
                  <a:pt x="454" y="309"/>
                </a:lnTo>
                <a:lnTo>
                  <a:pt x="442" y="312"/>
                </a:lnTo>
                <a:lnTo>
                  <a:pt x="432" y="309"/>
                </a:lnTo>
                <a:lnTo>
                  <a:pt x="423" y="301"/>
                </a:lnTo>
                <a:lnTo>
                  <a:pt x="420" y="290"/>
                </a:lnTo>
                <a:lnTo>
                  <a:pt x="423" y="278"/>
                </a:lnTo>
                <a:lnTo>
                  <a:pt x="432" y="270"/>
                </a:lnTo>
                <a:lnTo>
                  <a:pt x="442" y="267"/>
                </a:lnTo>
                <a:close/>
                <a:moveTo>
                  <a:pt x="376" y="267"/>
                </a:moveTo>
                <a:lnTo>
                  <a:pt x="387" y="270"/>
                </a:lnTo>
                <a:lnTo>
                  <a:pt x="395" y="278"/>
                </a:lnTo>
                <a:lnTo>
                  <a:pt x="399" y="290"/>
                </a:lnTo>
                <a:lnTo>
                  <a:pt x="395" y="301"/>
                </a:lnTo>
                <a:lnTo>
                  <a:pt x="387" y="309"/>
                </a:lnTo>
                <a:lnTo>
                  <a:pt x="376" y="312"/>
                </a:lnTo>
                <a:lnTo>
                  <a:pt x="365" y="309"/>
                </a:lnTo>
                <a:lnTo>
                  <a:pt x="357" y="301"/>
                </a:lnTo>
                <a:lnTo>
                  <a:pt x="353" y="290"/>
                </a:lnTo>
                <a:lnTo>
                  <a:pt x="357" y="278"/>
                </a:lnTo>
                <a:lnTo>
                  <a:pt x="365" y="270"/>
                </a:lnTo>
                <a:lnTo>
                  <a:pt x="376" y="267"/>
                </a:lnTo>
                <a:close/>
                <a:moveTo>
                  <a:pt x="309" y="267"/>
                </a:moveTo>
                <a:lnTo>
                  <a:pt x="321" y="270"/>
                </a:lnTo>
                <a:lnTo>
                  <a:pt x="329" y="278"/>
                </a:lnTo>
                <a:lnTo>
                  <a:pt x="333" y="290"/>
                </a:lnTo>
                <a:lnTo>
                  <a:pt x="329" y="301"/>
                </a:lnTo>
                <a:lnTo>
                  <a:pt x="321" y="309"/>
                </a:lnTo>
                <a:lnTo>
                  <a:pt x="309" y="312"/>
                </a:lnTo>
                <a:lnTo>
                  <a:pt x="298" y="309"/>
                </a:lnTo>
                <a:lnTo>
                  <a:pt x="291" y="301"/>
                </a:lnTo>
                <a:lnTo>
                  <a:pt x="287" y="290"/>
                </a:lnTo>
                <a:lnTo>
                  <a:pt x="291" y="278"/>
                </a:lnTo>
                <a:lnTo>
                  <a:pt x="298" y="270"/>
                </a:lnTo>
                <a:lnTo>
                  <a:pt x="309" y="267"/>
                </a:lnTo>
                <a:close/>
                <a:moveTo>
                  <a:pt x="243" y="267"/>
                </a:moveTo>
                <a:lnTo>
                  <a:pt x="254" y="270"/>
                </a:lnTo>
                <a:lnTo>
                  <a:pt x="262" y="278"/>
                </a:lnTo>
                <a:lnTo>
                  <a:pt x="266" y="290"/>
                </a:lnTo>
                <a:lnTo>
                  <a:pt x="262" y="301"/>
                </a:lnTo>
                <a:lnTo>
                  <a:pt x="254" y="309"/>
                </a:lnTo>
                <a:lnTo>
                  <a:pt x="243" y="312"/>
                </a:lnTo>
                <a:lnTo>
                  <a:pt x="232" y="309"/>
                </a:lnTo>
                <a:lnTo>
                  <a:pt x="224" y="301"/>
                </a:lnTo>
                <a:lnTo>
                  <a:pt x="220" y="290"/>
                </a:lnTo>
                <a:lnTo>
                  <a:pt x="224" y="278"/>
                </a:lnTo>
                <a:lnTo>
                  <a:pt x="232" y="270"/>
                </a:lnTo>
                <a:lnTo>
                  <a:pt x="243" y="267"/>
                </a:lnTo>
                <a:close/>
                <a:moveTo>
                  <a:pt x="509" y="201"/>
                </a:moveTo>
                <a:lnTo>
                  <a:pt x="521" y="203"/>
                </a:lnTo>
                <a:lnTo>
                  <a:pt x="529" y="211"/>
                </a:lnTo>
                <a:lnTo>
                  <a:pt x="531" y="223"/>
                </a:lnTo>
                <a:lnTo>
                  <a:pt x="529" y="235"/>
                </a:lnTo>
                <a:lnTo>
                  <a:pt x="521" y="242"/>
                </a:lnTo>
                <a:lnTo>
                  <a:pt x="509" y="245"/>
                </a:lnTo>
                <a:lnTo>
                  <a:pt x="499" y="242"/>
                </a:lnTo>
                <a:lnTo>
                  <a:pt x="490" y="235"/>
                </a:lnTo>
                <a:lnTo>
                  <a:pt x="487" y="223"/>
                </a:lnTo>
                <a:lnTo>
                  <a:pt x="490" y="211"/>
                </a:lnTo>
                <a:lnTo>
                  <a:pt x="499" y="203"/>
                </a:lnTo>
                <a:lnTo>
                  <a:pt x="509" y="201"/>
                </a:lnTo>
                <a:close/>
                <a:moveTo>
                  <a:pt x="442" y="201"/>
                </a:moveTo>
                <a:lnTo>
                  <a:pt x="454" y="203"/>
                </a:lnTo>
                <a:lnTo>
                  <a:pt x="462" y="211"/>
                </a:lnTo>
                <a:lnTo>
                  <a:pt x="466" y="223"/>
                </a:lnTo>
                <a:lnTo>
                  <a:pt x="462" y="235"/>
                </a:lnTo>
                <a:lnTo>
                  <a:pt x="454" y="242"/>
                </a:lnTo>
                <a:lnTo>
                  <a:pt x="442" y="245"/>
                </a:lnTo>
                <a:lnTo>
                  <a:pt x="432" y="242"/>
                </a:lnTo>
                <a:lnTo>
                  <a:pt x="423" y="235"/>
                </a:lnTo>
                <a:lnTo>
                  <a:pt x="420" y="223"/>
                </a:lnTo>
                <a:lnTo>
                  <a:pt x="423" y="211"/>
                </a:lnTo>
                <a:lnTo>
                  <a:pt x="432" y="203"/>
                </a:lnTo>
                <a:lnTo>
                  <a:pt x="442" y="201"/>
                </a:lnTo>
                <a:close/>
                <a:moveTo>
                  <a:pt x="376" y="201"/>
                </a:moveTo>
                <a:lnTo>
                  <a:pt x="384" y="203"/>
                </a:lnTo>
                <a:lnTo>
                  <a:pt x="390" y="208"/>
                </a:lnTo>
                <a:lnTo>
                  <a:pt x="394" y="215"/>
                </a:lnTo>
                <a:lnTo>
                  <a:pt x="398" y="220"/>
                </a:lnTo>
                <a:lnTo>
                  <a:pt x="399" y="223"/>
                </a:lnTo>
                <a:lnTo>
                  <a:pt x="398" y="225"/>
                </a:lnTo>
                <a:lnTo>
                  <a:pt x="394" y="231"/>
                </a:lnTo>
                <a:lnTo>
                  <a:pt x="390" y="237"/>
                </a:lnTo>
                <a:lnTo>
                  <a:pt x="384" y="244"/>
                </a:lnTo>
                <a:lnTo>
                  <a:pt x="376" y="245"/>
                </a:lnTo>
                <a:lnTo>
                  <a:pt x="365" y="242"/>
                </a:lnTo>
                <a:lnTo>
                  <a:pt x="357" y="235"/>
                </a:lnTo>
                <a:lnTo>
                  <a:pt x="353" y="223"/>
                </a:lnTo>
                <a:lnTo>
                  <a:pt x="357" y="211"/>
                </a:lnTo>
                <a:lnTo>
                  <a:pt x="365" y="203"/>
                </a:lnTo>
                <a:lnTo>
                  <a:pt x="376" y="201"/>
                </a:lnTo>
                <a:close/>
                <a:moveTo>
                  <a:pt x="309" y="201"/>
                </a:moveTo>
                <a:lnTo>
                  <a:pt x="321" y="203"/>
                </a:lnTo>
                <a:lnTo>
                  <a:pt x="329" y="211"/>
                </a:lnTo>
                <a:lnTo>
                  <a:pt x="333" y="223"/>
                </a:lnTo>
                <a:lnTo>
                  <a:pt x="329" y="235"/>
                </a:lnTo>
                <a:lnTo>
                  <a:pt x="321" y="242"/>
                </a:lnTo>
                <a:lnTo>
                  <a:pt x="309" y="245"/>
                </a:lnTo>
                <a:lnTo>
                  <a:pt x="298" y="242"/>
                </a:lnTo>
                <a:lnTo>
                  <a:pt x="291" y="235"/>
                </a:lnTo>
                <a:lnTo>
                  <a:pt x="287" y="223"/>
                </a:lnTo>
                <a:lnTo>
                  <a:pt x="291" y="211"/>
                </a:lnTo>
                <a:lnTo>
                  <a:pt x="298" y="203"/>
                </a:lnTo>
                <a:lnTo>
                  <a:pt x="309" y="201"/>
                </a:lnTo>
                <a:close/>
                <a:moveTo>
                  <a:pt x="243" y="201"/>
                </a:moveTo>
                <a:lnTo>
                  <a:pt x="254" y="203"/>
                </a:lnTo>
                <a:lnTo>
                  <a:pt x="262" y="211"/>
                </a:lnTo>
                <a:lnTo>
                  <a:pt x="266" y="223"/>
                </a:lnTo>
                <a:lnTo>
                  <a:pt x="262" y="235"/>
                </a:lnTo>
                <a:lnTo>
                  <a:pt x="254" y="242"/>
                </a:lnTo>
                <a:lnTo>
                  <a:pt x="243" y="245"/>
                </a:lnTo>
                <a:lnTo>
                  <a:pt x="232" y="242"/>
                </a:lnTo>
                <a:lnTo>
                  <a:pt x="224" y="235"/>
                </a:lnTo>
                <a:lnTo>
                  <a:pt x="220" y="223"/>
                </a:lnTo>
                <a:lnTo>
                  <a:pt x="224" y="211"/>
                </a:lnTo>
                <a:lnTo>
                  <a:pt x="232" y="203"/>
                </a:lnTo>
                <a:lnTo>
                  <a:pt x="243" y="201"/>
                </a:lnTo>
                <a:close/>
                <a:moveTo>
                  <a:pt x="571" y="135"/>
                </a:moveTo>
                <a:lnTo>
                  <a:pt x="568" y="142"/>
                </a:lnTo>
                <a:lnTo>
                  <a:pt x="566" y="152"/>
                </a:lnTo>
                <a:lnTo>
                  <a:pt x="562" y="163"/>
                </a:lnTo>
                <a:lnTo>
                  <a:pt x="560" y="172"/>
                </a:lnTo>
                <a:lnTo>
                  <a:pt x="559" y="176"/>
                </a:lnTo>
                <a:lnTo>
                  <a:pt x="555" y="176"/>
                </a:lnTo>
                <a:lnTo>
                  <a:pt x="554" y="176"/>
                </a:lnTo>
                <a:lnTo>
                  <a:pt x="552" y="173"/>
                </a:lnTo>
                <a:lnTo>
                  <a:pt x="552" y="172"/>
                </a:lnTo>
                <a:lnTo>
                  <a:pt x="552" y="169"/>
                </a:lnTo>
                <a:lnTo>
                  <a:pt x="552" y="167"/>
                </a:lnTo>
                <a:lnTo>
                  <a:pt x="554" y="163"/>
                </a:lnTo>
                <a:lnTo>
                  <a:pt x="554" y="157"/>
                </a:lnTo>
                <a:lnTo>
                  <a:pt x="555" y="150"/>
                </a:lnTo>
                <a:lnTo>
                  <a:pt x="558" y="142"/>
                </a:lnTo>
                <a:lnTo>
                  <a:pt x="563" y="136"/>
                </a:lnTo>
                <a:lnTo>
                  <a:pt x="571" y="135"/>
                </a:lnTo>
                <a:close/>
                <a:moveTo>
                  <a:pt x="509" y="135"/>
                </a:moveTo>
                <a:lnTo>
                  <a:pt x="521" y="138"/>
                </a:lnTo>
                <a:lnTo>
                  <a:pt x="529" y="147"/>
                </a:lnTo>
                <a:lnTo>
                  <a:pt x="531" y="157"/>
                </a:lnTo>
                <a:lnTo>
                  <a:pt x="529" y="169"/>
                </a:lnTo>
                <a:lnTo>
                  <a:pt x="521" y="177"/>
                </a:lnTo>
                <a:lnTo>
                  <a:pt x="509" y="181"/>
                </a:lnTo>
                <a:lnTo>
                  <a:pt x="499" y="177"/>
                </a:lnTo>
                <a:lnTo>
                  <a:pt x="490" y="169"/>
                </a:lnTo>
                <a:lnTo>
                  <a:pt x="487" y="157"/>
                </a:lnTo>
                <a:lnTo>
                  <a:pt x="490" y="147"/>
                </a:lnTo>
                <a:lnTo>
                  <a:pt x="499" y="138"/>
                </a:lnTo>
                <a:lnTo>
                  <a:pt x="509" y="135"/>
                </a:lnTo>
                <a:close/>
                <a:moveTo>
                  <a:pt x="185" y="135"/>
                </a:moveTo>
                <a:lnTo>
                  <a:pt x="192" y="136"/>
                </a:lnTo>
                <a:lnTo>
                  <a:pt x="196" y="142"/>
                </a:lnTo>
                <a:lnTo>
                  <a:pt x="199" y="150"/>
                </a:lnTo>
                <a:lnTo>
                  <a:pt x="199" y="157"/>
                </a:lnTo>
                <a:lnTo>
                  <a:pt x="199" y="163"/>
                </a:lnTo>
                <a:lnTo>
                  <a:pt x="199" y="167"/>
                </a:lnTo>
                <a:lnTo>
                  <a:pt x="200" y="169"/>
                </a:lnTo>
                <a:lnTo>
                  <a:pt x="200" y="172"/>
                </a:lnTo>
                <a:lnTo>
                  <a:pt x="199" y="174"/>
                </a:lnTo>
                <a:lnTo>
                  <a:pt x="198" y="176"/>
                </a:lnTo>
                <a:lnTo>
                  <a:pt x="195" y="177"/>
                </a:lnTo>
                <a:lnTo>
                  <a:pt x="191" y="177"/>
                </a:lnTo>
                <a:lnTo>
                  <a:pt x="190" y="164"/>
                </a:lnTo>
                <a:lnTo>
                  <a:pt x="189" y="155"/>
                </a:lnTo>
                <a:lnTo>
                  <a:pt x="187" y="150"/>
                </a:lnTo>
                <a:lnTo>
                  <a:pt x="187" y="147"/>
                </a:lnTo>
                <a:lnTo>
                  <a:pt x="186" y="142"/>
                </a:lnTo>
                <a:lnTo>
                  <a:pt x="185" y="135"/>
                </a:lnTo>
                <a:close/>
                <a:moveTo>
                  <a:pt x="442" y="134"/>
                </a:moveTo>
                <a:lnTo>
                  <a:pt x="454" y="136"/>
                </a:lnTo>
                <a:lnTo>
                  <a:pt x="462" y="146"/>
                </a:lnTo>
                <a:lnTo>
                  <a:pt x="466" y="156"/>
                </a:lnTo>
                <a:lnTo>
                  <a:pt x="462" y="168"/>
                </a:lnTo>
                <a:lnTo>
                  <a:pt x="454" y="176"/>
                </a:lnTo>
                <a:lnTo>
                  <a:pt x="442" y="178"/>
                </a:lnTo>
                <a:lnTo>
                  <a:pt x="432" y="176"/>
                </a:lnTo>
                <a:lnTo>
                  <a:pt x="423" y="168"/>
                </a:lnTo>
                <a:lnTo>
                  <a:pt x="420" y="156"/>
                </a:lnTo>
                <a:lnTo>
                  <a:pt x="423" y="146"/>
                </a:lnTo>
                <a:lnTo>
                  <a:pt x="432" y="136"/>
                </a:lnTo>
                <a:lnTo>
                  <a:pt x="442" y="134"/>
                </a:lnTo>
                <a:close/>
                <a:moveTo>
                  <a:pt x="376" y="134"/>
                </a:moveTo>
                <a:lnTo>
                  <a:pt x="387" y="136"/>
                </a:lnTo>
                <a:lnTo>
                  <a:pt x="395" y="146"/>
                </a:lnTo>
                <a:lnTo>
                  <a:pt x="399" y="156"/>
                </a:lnTo>
                <a:lnTo>
                  <a:pt x="395" y="168"/>
                </a:lnTo>
                <a:lnTo>
                  <a:pt x="387" y="176"/>
                </a:lnTo>
                <a:lnTo>
                  <a:pt x="376" y="178"/>
                </a:lnTo>
                <a:lnTo>
                  <a:pt x="365" y="176"/>
                </a:lnTo>
                <a:lnTo>
                  <a:pt x="357" y="168"/>
                </a:lnTo>
                <a:lnTo>
                  <a:pt x="353" y="156"/>
                </a:lnTo>
                <a:lnTo>
                  <a:pt x="357" y="146"/>
                </a:lnTo>
                <a:lnTo>
                  <a:pt x="365" y="136"/>
                </a:lnTo>
                <a:lnTo>
                  <a:pt x="376" y="134"/>
                </a:lnTo>
                <a:close/>
                <a:moveTo>
                  <a:pt x="309" y="134"/>
                </a:moveTo>
                <a:lnTo>
                  <a:pt x="321" y="136"/>
                </a:lnTo>
                <a:lnTo>
                  <a:pt x="329" y="146"/>
                </a:lnTo>
                <a:lnTo>
                  <a:pt x="333" y="156"/>
                </a:lnTo>
                <a:lnTo>
                  <a:pt x="329" y="168"/>
                </a:lnTo>
                <a:lnTo>
                  <a:pt x="321" y="176"/>
                </a:lnTo>
                <a:lnTo>
                  <a:pt x="309" y="178"/>
                </a:lnTo>
                <a:lnTo>
                  <a:pt x="298" y="176"/>
                </a:lnTo>
                <a:lnTo>
                  <a:pt x="291" y="168"/>
                </a:lnTo>
                <a:lnTo>
                  <a:pt x="287" y="156"/>
                </a:lnTo>
                <a:lnTo>
                  <a:pt x="291" y="146"/>
                </a:lnTo>
                <a:lnTo>
                  <a:pt x="298" y="136"/>
                </a:lnTo>
                <a:lnTo>
                  <a:pt x="309" y="134"/>
                </a:lnTo>
                <a:close/>
                <a:moveTo>
                  <a:pt x="243" y="134"/>
                </a:moveTo>
                <a:lnTo>
                  <a:pt x="254" y="136"/>
                </a:lnTo>
                <a:lnTo>
                  <a:pt x="262" y="146"/>
                </a:lnTo>
                <a:lnTo>
                  <a:pt x="266" y="156"/>
                </a:lnTo>
                <a:lnTo>
                  <a:pt x="262" y="168"/>
                </a:lnTo>
                <a:lnTo>
                  <a:pt x="254" y="176"/>
                </a:lnTo>
                <a:lnTo>
                  <a:pt x="243" y="178"/>
                </a:lnTo>
                <a:lnTo>
                  <a:pt x="232" y="176"/>
                </a:lnTo>
                <a:lnTo>
                  <a:pt x="224" y="168"/>
                </a:lnTo>
                <a:lnTo>
                  <a:pt x="220" y="156"/>
                </a:lnTo>
                <a:lnTo>
                  <a:pt x="224" y="146"/>
                </a:lnTo>
                <a:lnTo>
                  <a:pt x="232" y="136"/>
                </a:lnTo>
                <a:lnTo>
                  <a:pt x="243" y="134"/>
                </a:lnTo>
                <a:close/>
                <a:moveTo>
                  <a:pt x="576" y="68"/>
                </a:moveTo>
                <a:lnTo>
                  <a:pt x="575" y="91"/>
                </a:lnTo>
                <a:lnTo>
                  <a:pt x="576" y="114"/>
                </a:lnTo>
                <a:lnTo>
                  <a:pt x="564" y="110"/>
                </a:lnTo>
                <a:lnTo>
                  <a:pt x="556" y="102"/>
                </a:lnTo>
                <a:lnTo>
                  <a:pt x="554" y="91"/>
                </a:lnTo>
                <a:lnTo>
                  <a:pt x="556" y="80"/>
                </a:lnTo>
                <a:lnTo>
                  <a:pt x="564" y="72"/>
                </a:lnTo>
                <a:lnTo>
                  <a:pt x="576" y="68"/>
                </a:lnTo>
                <a:close/>
                <a:moveTo>
                  <a:pt x="509" y="68"/>
                </a:moveTo>
                <a:lnTo>
                  <a:pt x="521" y="72"/>
                </a:lnTo>
                <a:lnTo>
                  <a:pt x="529" y="80"/>
                </a:lnTo>
                <a:lnTo>
                  <a:pt x="531" y="91"/>
                </a:lnTo>
                <a:lnTo>
                  <a:pt x="529" y="102"/>
                </a:lnTo>
                <a:lnTo>
                  <a:pt x="521" y="110"/>
                </a:lnTo>
                <a:lnTo>
                  <a:pt x="509" y="114"/>
                </a:lnTo>
                <a:lnTo>
                  <a:pt x="499" y="110"/>
                </a:lnTo>
                <a:lnTo>
                  <a:pt x="490" y="102"/>
                </a:lnTo>
                <a:lnTo>
                  <a:pt x="487" y="91"/>
                </a:lnTo>
                <a:lnTo>
                  <a:pt x="490" y="80"/>
                </a:lnTo>
                <a:lnTo>
                  <a:pt x="499" y="72"/>
                </a:lnTo>
                <a:lnTo>
                  <a:pt x="509" y="68"/>
                </a:lnTo>
                <a:close/>
                <a:moveTo>
                  <a:pt x="442" y="68"/>
                </a:moveTo>
                <a:lnTo>
                  <a:pt x="454" y="72"/>
                </a:lnTo>
                <a:lnTo>
                  <a:pt x="462" y="80"/>
                </a:lnTo>
                <a:lnTo>
                  <a:pt x="466" y="91"/>
                </a:lnTo>
                <a:lnTo>
                  <a:pt x="462" y="102"/>
                </a:lnTo>
                <a:lnTo>
                  <a:pt x="454" y="110"/>
                </a:lnTo>
                <a:lnTo>
                  <a:pt x="442" y="114"/>
                </a:lnTo>
                <a:lnTo>
                  <a:pt x="432" y="110"/>
                </a:lnTo>
                <a:lnTo>
                  <a:pt x="423" y="102"/>
                </a:lnTo>
                <a:lnTo>
                  <a:pt x="420" y="91"/>
                </a:lnTo>
                <a:lnTo>
                  <a:pt x="423" y="80"/>
                </a:lnTo>
                <a:lnTo>
                  <a:pt x="432" y="72"/>
                </a:lnTo>
                <a:lnTo>
                  <a:pt x="442" y="68"/>
                </a:lnTo>
                <a:close/>
                <a:moveTo>
                  <a:pt x="376" y="68"/>
                </a:moveTo>
                <a:lnTo>
                  <a:pt x="387" y="72"/>
                </a:lnTo>
                <a:lnTo>
                  <a:pt x="395" y="80"/>
                </a:lnTo>
                <a:lnTo>
                  <a:pt x="399" y="91"/>
                </a:lnTo>
                <a:lnTo>
                  <a:pt x="395" y="102"/>
                </a:lnTo>
                <a:lnTo>
                  <a:pt x="387" y="110"/>
                </a:lnTo>
                <a:lnTo>
                  <a:pt x="376" y="114"/>
                </a:lnTo>
                <a:lnTo>
                  <a:pt x="365" y="110"/>
                </a:lnTo>
                <a:lnTo>
                  <a:pt x="357" y="102"/>
                </a:lnTo>
                <a:lnTo>
                  <a:pt x="353" y="91"/>
                </a:lnTo>
                <a:lnTo>
                  <a:pt x="357" y="80"/>
                </a:lnTo>
                <a:lnTo>
                  <a:pt x="365" y="72"/>
                </a:lnTo>
                <a:lnTo>
                  <a:pt x="376" y="68"/>
                </a:lnTo>
                <a:close/>
                <a:moveTo>
                  <a:pt x="309" y="68"/>
                </a:moveTo>
                <a:lnTo>
                  <a:pt x="321" y="72"/>
                </a:lnTo>
                <a:lnTo>
                  <a:pt x="329" y="80"/>
                </a:lnTo>
                <a:lnTo>
                  <a:pt x="333" y="91"/>
                </a:lnTo>
                <a:lnTo>
                  <a:pt x="329" y="102"/>
                </a:lnTo>
                <a:lnTo>
                  <a:pt x="321" y="110"/>
                </a:lnTo>
                <a:lnTo>
                  <a:pt x="309" y="114"/>
                </a:lnTo>
                <a:lnTo>
                  <a:pt x="298" y="110"/>
                </a:lnTo>
                <a:lnTo>
                  <a:pt x="291" y="102"/>
                </a:lnTo>
                <a:lnTo>
                  <a:pt x="287" y="91"/>
                </a:lnTo>
                <a:lnTo>
                  <a:pt x="291" y="80"/>
                </a:lnTo>
                <a:lnTo>
                  <a:pt x="298" y="72"/>
                </a:lnTo>
                <a:lnTo>
                  <a:pt x="309" y="68"/>
                </a:lnTo>
                <a:close/>
                <a:moveTo>
                  <a:pt x="177" y="68"/>
                </a:moveTo>
                <a:lnTo>
                  <a:pt x="187" y="72"/>
                </a:lnTo>
                <a:lnTo>
                  <a:pt x="196" y="80"/>
                </a:lnTo>
                <a:lnTo>
                  <a:pt x="199" y="91"/>
                </a:lnTo>
                <a:lnTo>
                  <a:pt x="199" y="97"/>
                </a:lnTo>
                <a:lnTo>
                  <a:pt x="196" y="102"/>
                </a:lnTo>
                <a:lnTo>
                  <a:pt x="194" y="106"/>
                </a:lnTo>
                <a:lnTo>
                  <a:pt x="191" y="109"/>
                </a:lnTo>
                <a:lnTo>
                  <a:pt x="186" y="110"/>
                </a:lnTo>
                <a:lnTo>
                  <a:pt x="181" y="112"/>
                </a:lnTo>
                <a:lnTo>
                  <a:pt x="178" y="97"/>
                </a:lnTo>
                <a:lnTo>
                  <a:pt x="178" y="88"/>
                </a:lnTo>
                <a:lnTo>
                  <a:pt x="178" y="84"/>
                </a:lnTo>
                <a:lnTo>
                  <a:pt x="178" y="80"/>
                </a:lnTo>
                <a:lnTo>
                  <a:pt x="178" y="76"/>
                </a:lnTo>
                <a:lnTo>
                  <a:pt x="177" y="68"/>
                </a:lnTo>
                <a:close/>
                <a:moveTo>
                  <a:pt x="243" y="66"/>
                </a:moveTo>
                <a:lnTo>
                  <a:pt x="254" y="68"/>
                </a:lnTo>
                <a:lnTo>
                  <a:pt x="262" y="78"/>
                </a:lnTo>
                <a:lnTo>
                  <a:pt x="266" y="88"/>
                </a:lnTo>
                <a:lnTo>
                  <a:pt x="262" y="100"/>
                </a:lnTo>
                <a:lnTo>
                  <a:pt x="254" y="108"/>
                </a:lnTo>
                <a:lnTo>
                  <a:pt x="243" y="112"/>
                </a:lnTo>
                <a:lnTo>
                  <a:pt x="232" y="108"/>
                </a:lnTo>
                <a:lnTo>
                  <a:pt x="224" y="100"/>
                </a:lnTo>
                <a:lnTo>
                  <a:pt x="220" y="88"/>
                </a:lnTo>
                <a:lnTo>
                  <a:pt x="224" y="78"/>
                </a:lnTo>
                <a:lnTo>
                  <a:pt x="232" y="68"/>
                </a:lnTo>
                <a:lnTo>
                  <a:pt x="243" y="66"/>
                </a:lnTo>
                <a:close/>
                <a:moveTo>
                  <a:pt x="31" y="0"/>
                </a:moveTo>
                <a:lnTo>
                  <a:pt x="45" y="0"/>
                </a:lnTo>
                <a:lnTo>
                  <a:pt x="59" y="0"/>
                </a:lnTo>
                <a:lnTo>
                  <a:pt x="73" y="0"/>
                </a:lnTo>
                <a:lnTo>
                  <a:pt x="86" y="0"/>
                </a:lnTo>
                <a:lnTo>
                  <a:pt x="94" y="0"/>
                </a:lnTo>
                <a:lnTo>
                  <a:pt x="98" y="0"/>
                </a:lnTo>
                <a:lnTo>
                  <a:pt x="114" y="3"/>
                </a:lnTo>
                <a:lnTo>
                  <a:pt x="124" y="7"/>
                </a:lnTo>
                <a:lnTo>
                  <a:pt x="132" y="15"/>
                </a:lnTo>
                <a:lnTo>
                  <a:pt x="137" y="23"/>
                </a:lnTo>
                <a:lnTo>
                  <a:pt x="141" y="30"/>
                </a:lnTo>
                <a:lnTo>
                  <a:pt x="143" y="38"/>
                </a:lnTo>
                <a:lnTo>
                  <a:pt x="143" y="42"/>
                </a:lnTo>
                <a:lnTo>
                  <a:pt x="143" y="45"/>
                </a:lnTo>
                <a:lnTo>
                  <a:pt x="199" y="334"/>
                </a:lnTo>
                <a:lnTo>
                  <a:pt x="556" y="334"/>
                </a:lnTo>
                <a:lnTo>
                  <a:pt x="602" y="110"/>
                </a:lnTo>
                <a:lnTo>
                  <a:pt x="606" y="100"/>
                </a:lnTo>
                <a:lnTo>
                  <a:pt x="613" y="92"/>
                </a:lnTo>
                <a:lnTo>
                  <a:pt x="621" y="88"/>
                </a:lnTo>
                <a:lnTo>
                  <a:pt x="627" y="87"/>
                </a:lnTo>
                <a:lnTo>
                  <a:pt x="634" y="88"/>
                </a:lnTo>
                <a:lnTo>
                  <a:pt x="639" y="88"/>
                </a:lnTo>
                <a:lnTo>
                  <a:pt x="640" y="88"/>
                </a:lnTo>
                <a:lnTo>
                  <a:pt x="651" y="91"/>
                </a:lnTo>
                <a:lnTo>
                  <a:pt x="657" y="96"/>
                </a:lnTo>
                <a:lnTo>
                  <a:pt x="661" y="104"/>
                </a:lnTo>
                <a:lnTo>
                  <a:pt x="664" y="112"/>
                </a:lnTo>
                <a:lnTo>
                  <a:pt x="664" y="121"/>
                </a:lnTo>
                <a:lnTo>
                  <a:pt x="664" y="129"/>
                </a:lnTo>
                <a:lnTo>
                  <a:pt x="662" y="134"/>
                </a:lnTo>
                <a:lnTo>
                  <a:pt x="662" y="135"/>
                </a:lnTo>
                <a:lnTo>
                  <a:pt x="661" y="139"/>
                </a:lnTo>
                <a:lnTo>
                  <a:pt x="660" y="150"/>
                </a:lnTo>
                <a:lnTo>
                  <a:pt x="656" y="165"/>
                </a:lnTo>
                <a:lnTo>
                  <a:pt x="651" y="185"/>
                </a:lnTo>
                <a:lnTo>
                  <a:pt x="645" y="208"/>
                </a:lnTo>
                <a:lnTo>
                  <a:pt x="640" y="233"/>
                </a:lnTo>
                <a:lnTo>
                  <a:pt x="635" y="259"/>
                </a:lnTo>
                <a:lnTo>
                  <a:pt x="628" y="286"/>
                </a:lnTo>
                <a:lnTo>
                  <a:pt x="623" y="311"/>
                </a:lnTo>
                <a:lnTo>
                  <a:pt x="619" y="334"/>
                </a:lnTo>
                <a:lnTo>
                  <a:pt x="615" y="354"/>
                </a:lnTo>
                <a:lnTo>
                  <a:pt x="613" y="368"/>
                </a:lnTo>
                <a:lnTo>
                  <a:pt x="611" y="379"/>
                </a:lnTo>
                <a:lnTo>
                  <a:pt x="610" y="389"/>
                </a:lnTo>
                <a:lnTo>
                  <a:pt x="603" y="397"/>
                </a:lnTo>
                <a:lnTo>
                  <a:pt x="593" y="401"/>
                </a:lnTo>
                <a:lnTo>
                  <a:pt x="158" y="401"/>
                </a:lnTo>
                <a:lnTo>
                  <a:pt x="147" y="397"/>
                </a:lnTo>
                <a:lnTo>
                  <a:pt x="139" y="389"/>
                </a:lnTo>
                <a:lnTo>
                  <a:pt x="136" y="379"/>
                </a:lnTo>
                <a:lnTo>
                  <a:pt x="135" y="372"/>
                </a:lnTo>
                <a:lnTo>
                  <a:pt x="134" y="360"/>
                </a:lnTo>
                <a:lnTo>
                  <a:pt x="130" y="342"/>
                </a:lnTo>
                <a:lnTo>
                  <a:pt x="126" y="320"/>
                </a:lnTo>
                <a:lnTo>
                  <a:pt x="120" y="294"/>
                </a:lnTo>
                <a:lnTo>
                  <a:pt x="115" y="265"/>
                </a:lnTo>
                <a:lnTo>
                  <a:pt x="110" y="235"/>
                </a:lnTo>
                <a:lnTo>
                  <a:pt x="105" y="203"/>
                </a:lnTo>
                <a:lnTo>
                  <a:pt x="99" y="173"/>
                </a:lnTo>
                <a:lnTo>
                  <a:pt x="94" y="146"/>
                </a:lnTo>
                <a:lnTo>
                  <a:pt x="89" y="119"/>
                </a:lnTo>
                <a:lnTo>
                  <a:pt x="85" y="98"/>
                </a:lnTo>
                <a:lnTo>
                  <a:pt x="81" y="81"/>
                </a:lnTo>
                <a:lnTo>
                  <a:pt x="80" y="71"/>
                </a:lnTo>
                <a:lnTo>
                  <a:pt x="79" y="67"/>
                </a:lnTo>
                <a:lnTo>
                  <a:pt x="24" y="67"/>
                </a:lnTo>
                <a:lnTo>
                  <a:pt x="13" y="66"/>
                </a:lnTo>
                <a:lnTo>
                  <a:pt x="7" y="61"/>
                </a:lnTo>
                <a:lnTo>
                  <a:pt x="3" y="53"/>
                </a:lnTo>
                <a:lnTo>
                  <a:pt x="0" y="45"/>
                </a:lnTo>
                <a:lnTo>
                  <a:pt x="0" y="36"/>
                </a:lnTo>
                <a:lnTo>
                  <a:pt x="0" y="28"/>
                </a:lnTo>
                <a:lnTo>
                  <a:pt x="0" y="23"/>
                </a:lnTo>
                <a:lnTo>
                  <a:pt x="0" y="20"/>
                </a:lnTo>
                <a:lnTo>
                  <a:pt x="3" y="11"/>
                </a:lnTo>
                <a:lnTo>
                  <a:pt x="7" y="6"/>
                </a:lnTo>
                <a:lnTo>
                  <a:pt x="12" y="3"/>
                </a:lnTo>
                <a:lnTo>
                  <a:pt x="17" y="2"/>
                </a:lnTo>
                <a:lnTo>
                  <a:pt x="21" y="2"/>
                </a:lnTo>
                <a:lnTo>
                  <a:pt x="25" y="2"/>
                </a:lnTo>
                <a:lnTo>
                  <a:pt x="25" y="2"/>
                </a:lnTo>
                <a:lnTo>
                  <a:pt x="24" y="2"/>
                </a:lnTo>
                <a:lnTo>
                  <a:pt x="21" y="2"/>
                </a:lnTo>
                <a:lnTo>
                  <a:pt x="18" y="0"/>
                </a:lnTo>
                <a:lnTo>
                  <a:pt x="22" y="0"/>
                </a:lnTo>
                <a:lnTo>
                  <a:pt x="3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8" name="Freeform 32"/>
          <p:cNvSpPr>
            <a:spLocks noChangeAspect="1" noEditPoints="1"/>
          </p:cNvSpPr>
          <p:nvPr/>
        </p:nvSpPr>
        <p:spPr bwMode="auto">
          <a:xfrm>
            <a:off x="2769778" y="1199311"/>
            <a:ext cx="1053976" cy="1080000"/>
          </a:xfrm>
          <a:custGeom>
            <a:avLst/>
            <a:gdLst>
              <a:gd name="T0" fmla="*/ 550 w 648"/>
              <a:gd name="T1" fmla="*/ 612 h 664"/>
              <a:gd name="T2" fmla="*/ 482 w 648"/>
              <a:gd name="T3" fmla="*/ 661 h 664"/>
              <a:gd name="T4" fmla="*/ 457 w 648"/>
              <a:gd name="T5" fmla="*/ 582 h 664"/>
              <a:gd name="T6" fmla="*/ 246 w 648"/>
              <a:gd name="T7" fmla="*/ 571 h 664"/>
              <a:gd name="T8" fmla="*/ 246 w 648"/>
              <a:gd name="T9" fmla="*/ 654 h 664"/>
              <a:gd name="T10" fmla="*/ 168 w 648"/>
              <a:gd name="T11" fmla="*/ 627 h 664"/>
              <a:gd name="T12" fmla="*/ 216 w 648"/>
              <a:gd name="T13" fmla="*/ 561 h 664"/>
              <a:gd name="T14" fmla="*/ 558 w 648"/>
              <a:gd name="T15" fmla="*/ 354 h 664"/>
              <a:gd name="T16" fmla="*/ 584 w 648"/>
              <a:gd name="T17" fmla="*/ 309 h 664"/>
              <a:gd name="T18" fmla="*/ 472 w 648"/>
              <a:gd name="T19" fmla="*/ 345 h 664"/>
              <a:gd name="T20" fmla="*/ 516 w 648"/>
              <a:gd name="T21" fmla="*/ 318 h 664"/>
              <a:gd name="T22" fmla="*/ 392 w 648"/>
              <a:gd name="T23" fmla="*/ 331 h 664"/>
              <a:gd name="T24" fmla="*/ 443 w 648"/>
              <a:gd name="T25" fmla="*/ 331 h 664"/>
              <a:gd name="T26" fmla="*/ 318 w 648"/>
              <a:gd name="T27" fmla="*/ 318 h 664"/>
              <a:gd name="T28" fmla="*/ 363 w 648"/>
              <a:gd name="T29" fmla="*/ 345 h 664"/>
              <a:gd name="T30" fmla="*/ 252 w 648"/>
              <a:gd name="T31" fmla="*/ 309 h 664"/>
              <a:gd name="T32" fmla="*/ 278 w 648"/>
              <a:gd name="T33" fmla="*/ 354 h 664"/>
              <a:gd name="T34" fmla="*/ 187 w 648"/>
              <a:gd name="T35" fmla="*/ 305 h 664"/>
              <a:gd name="T36" fmla="*/ 187 w 648"/>
              <a:gd name="T37" fmla="*/ 358 h 664"/>
              <a:gd name="T38" fmla="*/ 187 w 648"/>
              <a:gd name="T39" fmla="*/ 305 h 664"/>
              <a:gd name="T40" fmla="*/ 558 w 648"/>
              <a:gd name="T41" fmla="*/ 278 h 664"/>
              <a:gd name="T42" fmla="*/ 584 w 648"/>
              <a:gd name="T43" fmla="*/ 232 h 664"/>
              <a:gd name="T44" fmla="*/ 472 w 648"/>
              <a:gd name="T45" fmla="*/ 267 h 664"/>
              <a:gd name="T46" fmla="*/ 516 w 648"/>
              <a:gd name="T47" fmla="*/ 241 h 664"/>
              <a:gd name="T48" fmla="*/ 392 w 648"/>
              <a:gd name="T49" fmla="*/ 254 h 664"/>
              <a:gd name="T50" fmla="*/ 443 w 648"/>
              <a:gd name="T51" fmla="*/ 254 h 664"/>
              <a:gd name="T52" fmla="*/ 318 w 648"/>
              <a:gd name="T53" fmla="*/ 241 h 664"/>
              <a:gd name="T54" fmla="*/ 363 w 648"/>
              <a:gd name="T55" fmla="*/ 267 h 664"/>
              <a:gd name="T56" fmla="*/ 252 w 648"/>
              <a:gd name="T57" fmla="*/ 232 h 664"/>
              <a:gd name="T58" fmla="*/ 278 w 648"/>
              <a:gd name="T59" fmla="*/ 278 h 664"/>
              <a:gd name="T60" fmla="*/ 187 w 648"/>
              <a:gd name="T61" fmla="*/ 229 h 664"/>
              <a:gd name="T62" fmla="*/ 187 w 648"/>
              <a:gd name="T63" fmla="*/ 280 h 664"/>
              <a:gd name="T64" fmla="*/ 187 w 648"/>
              <a:gd name="T65" fmla="*/ 229 h 664"/>
              <a:gd name="T66" fmla="*/ 558 w 648"/>
              <a:gd name="T67" fmla="*/ 201 h 664"/>
              <a:gd name="T68" fmla="*/ 584 w 648"/>
              <a:gd name="T69" fmla="*/ 156 h 664"/>
              <a:gd name="T70" fmla="*/ 472 w 648"/>
              <a:gd name="T71" fmla="*/ 191 h 664"/>
              <a:gd name="T72" fmla="*/ 516 w 648"/>
              <a:gd name="T73" fmla="*/ 165 h 664"/>
              <a:gd name="T74" fmla="*/ 392 w 648"/>
              <a:gd name="T75" fmla="*/ 178 h 664"/>
              <a:gd name="T76" fmla="*/ 443 w 648"/>
              <a:gd name="T77" fmla="*/ 178 h 664"/>
              <a:gd name="T78" fmla="*/ 318 w 648"/>
              <a:gd name="T79" fmla="*/ 165 h 664"/>
              <a:gd name="T80" fmla="*/ 363 w 648"/>
              <a:gd name="T81" fmla="*/ 191 h 664"/>
              <a:gd name="T82" fmla="*/ 252 w 648"/>
              <a:gd name="T83" fmla="*/ 156 h 664"/>
              <a:gd name="T84" fmla="*/ 278 w 648"/>
              <a:gd name="T85" fmla="*/ 201 h 664"/>
              <a:gd name="T86" fmla="*/ 187 w 648"/>
              <a:gd name="T87" fmla="*/ 152 h 664"/>
              <a:gd name="T88" fmla="*/ 187 w 648"/>
              <a:gd name="T89" fmla="*/ 205 h 664"/>
              <a:gd name="T90" fmla="*/ 187 w 648"/>
              <a:gd name="T91" fmla="*/ 152 h 664"/>
              <a:gd name="T92" fmla="*/ 114 w 648"/>
              <a:gd name="T93" fmla="*/ 43 h 664"/>
              <a:gd name="T94" fmla="*/ 596 w 648"/>
              <a:gd name="T95" fmla="*/ 101 h 664"/>
              <a:gd name="T96" fmla="*/ 647 w 648"/>
              <a:gd name="T97" fmla="*/ 144 h 664"/>
              <a:gd name="T98" fmla="*/ 633 w 648"/>
              <a:gd name="T99" fmla="*/ 394 h 664"/>
              <a:gd name="T100" fmla="*/ 165 w 648"/>
              <a:gd name="T101" fmla="*/ 407 h 664"/>
              <a:gd name="T102" fmla="*/ 623 w 648"/>
              <a:gd name="T103" fmla="*/ 495 h 664"/>
              <a:gd name="T104" fmla="*/ 132 w 648"/>
              <a:gd name="T105" fmla="*/ 532 h 664"/>
              <a:gd name="T106" fmla="*/ 113 w 648"/>
              <a:gd name="T107" fmla="*/ 465 h 664"/>
              <a:gd name="T108" fmla="*/ 87 w 648"/>
              <a:gd name="T109" fmla="*/ 292 h 664"/>
              <a:gd name="T110" fmla="*/ 58 w 648"/>
              <a:gd name="T111" fmla="*/ 106 h 664"/>
              <a:gd name="T112" fmla="*/ 7 w 648"/>
              <a:gd name="T113" fmla="*/ 34 h 664"/>
              <a:gd name="T114" fmla="*/ 58 w 648"/>
              <a:gd name="T115" fmla="*/ 0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48" h="664">
                <a:moveTo>
                  <a:pt x="499" y="561"/>
                </a:moveTo>
                <a:lnTo>
                  <a:pt x="515" y="563"/>
                </a:lnTo>
                <a:lnTo>
                  <a:pt x="529" y="571"/>
                </a:lnTo>
                <a:lnTo>
                  <a:pt x="541" y="582"/>
                </a:lnTo>
                <a:lnTo>
                  <a:pt x="547" y="596"/>
                </a:lnTo>
                <a:lnTo>
                  <a:pt x="550" y="612"/>
                </a:lnTo>
                <a:lnTo>
                  <a:pt x="547" y="629"/>
                </a:lnTo>
                <a:lnTo>
                  <a:pt x="541" y="643"/>
                </a:lnTo>
                <a:lnTo>
                  <a:pt x="529" y="654"/>
                </a:lnTo>
                <a:lnTo>
                  <a:pt x="515" y="661"/>
                </a:lnTo>
                <a:lnTo>
                  <a:pt x="499" y="664"/>
                </a:lnTo>
                <a:lnTo>
                  <a:pt x="482" y="661"/>
                </a:lnTo>
                <a:lnTo>
                  <a:pt x="468" y="654"/>
                </a:lnTo>
                <a:lnTo>
                  <a:pt x="457" y="643"/>
                </a:lnTo>
                <a:lnTo>
                  <a:pt x="449" y="629"/>
                </a:lnTo>
                <a:lnTo>
                  <a:pt x="447" y="612"/>
                </a:lnTo>
                <a:lnTo>
                  <a:pt x="449" y="596"/>
                </a:lnTo>
                <a:lnTo>
                  <a:pt x="457" y="582"/>
                </a:lnTo>
                <a:lnTo>
                  <a:pt x="468" y="571"/>
                </a:lnTo>
                <a:lnTo>
                  <a:pt x="482" y="563"/>
                </a:lnTo>
                <a:lnTo>
                  <a:pt x="499" y="561"/>
                </a:lnTo>
                <a:close/>
                <a:moveTo>
                  <a:pt x="216" y="561"/>
                </a:moveTo>
                <a:lnTo>
                  <a:pt x="232" y="563"/>
                </a:lnTo>
                <a:lnTo>
                  <a:pt x="246" y="571"/>
                </a:lnTo>
                <a:lnTo>
                  <a:pt x="258" y="582"/>
                </a:lnTo>
                <a:lnTo>
                  <a:pt x="265" y="595"/>
                </a:lnTo>
                <a:lnTo>
                  <a:pt x="267" y="612"/>
                </a:lnTo>
                <a:lnTo>
                  <a:pt x="265" y="627"/>
                </a:lnTo>
                <a:lnTo>
                  <a:pt x="258" y="642"/>
                </a:lnTo>
                <a:lnTo>
                  <a:pt x="246" y="654"/>
                </a:lnTo>
                <a:lnTo>
                  <a:pt x="232" y="660"/>
                </a:lnTo>
                <a:lnTo>
                  <a:pt x="216" y="663"/>
                </a:lnTo>
                <a:lnTo>
                  <a:pt x="199" y="660"/>
                </a:lnTo>
                <a:lnTo>
                  <a:pt x="186" y="654"/>
                </a:lnTo>
                <a:lnTo>
                  <a:pt x="174" y="642"/>
                </a:lnTo>
                <a:lnTo>
                  <a:pt x="168" y="627"/>
                </a:lnTo>
                <a:lnTo>
                  <a:pt x="165" y="612"/>
                </a:lnTo>
                <a:lnTo>
                  <a:pt x="168" y="595"/>
                </a:lnTo>
                <a:lnTo>
                  <a:pt x="174" y="582"/>
                </a:lnTo>
                <a:lnTo>
                  <a:pt x="186" y="571"/>
                </a:lnTo>
                <a:lnTo>
                  <a:pt x="199" y="563"/>
                </a:lnTo>
                <a:lnTo>
                  <a:pt x="216" y="561"/>
                </a:lnTo>
                <a:close/>
                <a:moveTo>
                  <a:pt x="571" y="305"/>
                </a:moveTo>
                <a:lnTo>
                  <a:pt x="558" y="309"/>
                </a:lnTo>
                <a:lnTo>
                  <a:pt x="549" y="318"/>
                </a:lnTo>
                <a:lnTo>
                  <a:pt x="545" y="331"/>
                </a:lnTo>
                <a:lnTo>
                  <a:pt x="549" y="345"/>
                </a:lnTo>
                <a:lnTo>
                  <a:pt x="558" y="354"/>
                </a:lnTo>
                <a:lnTo>
                  <a:pt x="571" y="358"/>
                </a:lnTo>
                <a:lnTo>
                  <a:pt x="584" y="354"/>
                </a:lnTo>
                <a:lnTo>
                  <a:pt x="593" y="345"/>
                </a:lnTo>
                <a:lnTo>
                  <a:pt x="597" y="331"/>
                </a:lnTo>
                <a:lnTo>
                  <a:pt x="593" y="318"/>
                </a:lnTo>
                <a:lnTo>
                  <a:pt x="584" y="309"/>
                </a:lnTo>
                <a:lnTo>
                  <a:pt x="571" y="305"/>
                </a:lnTo>
                <a:close/>
                <a:moveTo>
                  <a:pt x="494" y="305"/>
                </a:moveTo>
                <a:lnTo>
                  <a:pt x="481" y="309"/>
                </a:lnTo>
                <a:lnTo>
                  <a:pt x="472" y="318"/>
                </a:lnTo>
                <a:lnTo>
                  <a:pt x="468" y="331"/>
                </a:lnTo>
                <a:lnTo>
                  <a:pt x="472" y="345"/>
                </a:lnTo>
                <a:lnTo>
                  <a:pt x="481" y="354"/>
                </a:lnTo>
                <a:lnTo>
                  <a:pt x="494" y="358"/>
                </a:lnTo>
                <a:lnTo>
                  <a:pt x="507" y="354"/>
                </a:lnTo>
                <a:lnTo>
                  <a:pt x="516" y="345"/>
                </a:lnTo>
                <a:lnTo>
                  <a:pt x="520" y="331"/>
                </a:lnTo>
                <a:lnTo>
                  <a:pt x="516" y="318"/>
                </a:lnTo>
                <a:lnTo>
                  <a:pt x="507" y="309"/>
                </a:lnTo>
                <a:lnTo>
                  <a:pt x="494" y="305"/>
                </a:lnTo>
                <a:close/>
                <a:moveTo>
                  <a:pt x="418" y="305"/>
                </a:moveTo>
                <a:lnTo>
                  <a:pt x="405" y="309"/>
                </a:lnTo>
                <a:lnTo>
                  <a:pt x="396" y="318"/>
                </a:lnTo>
                <a:lnTo>
                  <a:pt x="392" y="331"/>
                </a:lnTo>
                <a:lnTo>
                  <a:pt x="396" y="345"/>
                </a:lnTo>
                <a:lnTo>
                  <a:pt x="405" y="354"/>
                </a:lnTo>
                <a:lnTo>
                  <a:pt x="418" y="358"/>
                </a:lnTo>
                <a:lnTo>
                  <a:pt x="431" y="354"/>
                </a:lnTo>
                <a:lnTo>
                  <a:pt x="440" y="345"/>
                </a:lnTo>
                <a:lnTo>
                  <a:pt x="443" y="331"/>
                </a:lnTo>
                <a:lnTo>
                  <a:pt x="440" y="318"/>
                </a:lnTo>
                <a:lnTo>
                  <a:pt x="431" y="309"/>
                </a:lnTo>
                <a:lnTo>
                  <a:pt x="418" y="305"/>
                </a:lnTo>
                <a:close/>
                <a:moveTo>
                  <a:pt x="341" y="305"/>
                </a:moveTo>
                <a:lnTo>
                  <a:pt x="328" y="309"/>
                </a:lnTo>
                <a:lnTo>
                  <a:pt x="318" y="318"/>
                </a:lnTo>
                <a:lnTo>
                  <a:pt x="314" y="331"/>
                </a:lnTo>
                <a:lnTo>
                  <a:pt x="318" y="345"/>
                </a:lnTo>
                <a:lnTo>
                  <a:pt x="328" y="354"/>
                </a:lnTo>
                <a:lnTo>
                  <a:pt x="341" y="358"/>
                </a:lnTo>
                <a:lnTo>
                  <a:pt x="354" y="354"/>
                </a:lnTo>
                <a:lnTo>
                  <a:pt x="363" y="345"/>
                </a:lnTo>
                <a:lnTo>
                  <a:pt x="367" y="331"/>
                </a:lnTo>
                <a:lnTo>
                  <a:pt x="363" y="318"/>
                </a:lnTo>
                <a:lnTo>
                  <a:pt x="354" y="309"/>
                </a:lnTo>
                <a:lnTo>
                  <a:pt x="341" y="305"/>
                </a:lnTo>
                <a:close/>
                <a:moveTo>
                  <a:pt x="265" y="305"/>
                </a:moveTo>
                <a:lnTo>
                  <a:pt x="252" y="309"/>
                </a:lnTo>
                <a:lnTo>
                  <a:pt x="241" y="318"/>
                </a:lnTo>
                <a:lnTo>
                  <a:pt x="239" y="331"/>
                </a:lnTo>
                <a:lnTo>
                  <a:pt x="241" y="345"/>
                </a:lnTo>
                <a:lnTo>
                  <a:pt x="252" y="354"/>
                </a:lnTo>
                <a:lnTo>
                  <a:pt x="265" y="358"/>
                </a:lnTo>
                <a:lnTo>
                  <a:pt x="278" y="354"/>
                </a:lnTo>
                <a:lnTo>
                  <a:pt x="287" y="345"/>
                </a:lnTo>
                <a:lnTo>
                  <a:pt x="290" y="331"/>
                </a:lnTo>
                <a:lnTo>
                  <a:pt x="287" y="318"/>
                </a:lnTo>
                <a:lnTo>
                  <a:pt x="278" y="309"/>
                </a:lnTo>
                <a:lnTo>
                  <a:pt x="265" y="305"/>
                </a:lnTo>
                <a:close/>
                <a:moveTo>
                  <a:pt x="187" y="305"/>
                </a:moveTo>
                <a:lnTo>
                  <a:pt x="174" y="309"/>
                </a:lnTo>
                <a:lnTo>
                  <a:pt x="165" y="318"/>
                </a:lnTo>
                <a:lnTo>
                  <a:pt x="161" y="331"/>
                </a:lnTo>
                <a:lnTo>
                  <a:pt x="165" y="345"/>
                </a:lnTo>
                <a:lnTo>
                  <a:pt x="174" y="354"/>
                </a:lnTo>
                <a:lnTo>
                  <a:pt x="187" y="358"/>
                </a:lnTo>
                <a:lnTo>
                  <a:pt x="201" y="354"/>
                </a:lnTo>
                <a:lnTo>
                  <a:pt x="210" y="345"/>
                </a:lnTo>
                <a:lnTo>
                  <a:pt x="214" y="331"/>
                </a:lnTo>
                <a:lnTo>
                  <a:pt x="210" y="318"/>
                </a:lnTo>
                <a:lnTo>
                  <a:pt x="201" y="309"/>
                </a:lnTo>
                <a:lnTo>
                  <a:pt x="187" y="305"/>
                </a:lnTo>
                <a:close/>
                <a:moveTo>
                  <a:pt x="571" y="229"/>
                </a:moveTo>
                <a:lnTo>
                  <a:pt x="558" y="232"/>
                </a:lnTo>
                <a:lnTo>
                  <a:pt x="549" y="241"/>
                </a:lnTo>
                <a:lnTo>
                  <a:pt x="545" y="254"/>
                </a:lnTo>
                <a:lnTo>
                  <a:pt x="549" y="267"/>
                </a:lnTo>
                <a:lnTo>
                  <a:pt x="558" y="278"/>
                </a:lnTo>
                <a:lnTo>
                  <a:pt x="571" y="280"/>
                </a:lnTo>
                <a:lnTo>
                  <a:pt x="584" y="278"/>
                </a:lnTo>
                <a:lnTo>
                  <a:pt x="593" y="267"/>
                </a:lnTo>
                <a:lnTo>
                  <a:pt x="597" y="254"/>
                </a:lnTo>
                <a:lnTo>
                  <a:pt x="593" y="241"/>
                </a:lnTo>
                <a:lnTo>
                  <a:pt x="584" y="232"/>
                </a:lnTo>
                <a:lnTo>
                  <a:pt x="571" y="229"/>
                </a:lnTo>
                <a:close/>
                <a:moveTo>
                  <a:pt x="494" y="229"/>
                </a:moveTo>
                <a:lnTo>
                  <a:pt x="481" y="232"/>
                </a:lnTo>
                <a:lnTo>
                  <a:pt x="472" y="241"/>
                </a:lnTo>
                <a:lnTo>
                  <a:pt x="468" y="254"/>
                </a:lnTo>
                <a:lnTo>
                  <a:pt x="472" y="267"/>
                </a:lnTo>
                <a:lnTo>
                  <a:pt x="481" y="278"/>
                </a:lnTo>
                <a:lnTo>
                  <a:pt x="494" y="280"/>
                </a:lnTo>
                <a:lnTo>
                  <a:pt x="507" y="278"/>
                </a:lnTo>
                <a:lnTo>
                  <a:pt x="516" y="267"/>
                </a:lnTo>
                <a:lnTo>
                  <a:pt x="520" y="254"/>
                </a:lnTo>
                <a:lnTo>
                  <a:pt x="516" y="241"/>
                </a:lnTo>
                <a:lnTo>
                  <a:pt x="507" y="232"/>
                </a:lnTo>
                <a:lnTo>
                  <a:pt x="494" y="229"/>
                </a:lnTo>
                <a:close/>
                <a:moveTo>
                  <a:pt x="418" y="229"/>
                </a:moveTo>
                <a:lnTo>
                  <a:pt x="405" y="232"/>
                </a:lnTo>
                <a:lnTo>
                  <a:pt x="396" y="241"/>
                </a:lnTo>
                <a:lnTo>
                  <a:pt x="392" y="254"/>
                </a:lnTo>
                <a:lnTo>
                  <a:pt x="396" y="267"/>
                </a:lnTo>
                <a:lnTo>
                  <a:pt x="405" y="278"/>
                </a:lnTo>
                <a:lnTo>
                  <a:pt x="418" y="280"/>
                </a:lnTo>
                <a:lnTo>
                  <a:pt x="431" y="278"/>
                </a:lnTo>
                <a:lnTo>
                  <a:pt x="440" y="267"/>
                </a:lnTo>
                <a:lnTo>
                  <a:pt x="443" y="254"/>
                </a:lnTo>
                <a:lnTo>
                  <a:pt x="440" y="241"/>
                </a:lnTo>
                <a:lnTo>
                  <a:pt x="431" y="232"/>
                </a:lnTo>
                <a:lnTo>
                  <a:pt x="418" y="229"/>
                </a:lnTo>
                <a:close/>
                <a:moveTo>
                  <a:pt x="341" y="229"/>
                </a:moveTo>
                <a:lnTo>
                  <a:pt x="328" y="232"/>
                </a:lnTo>
                <a:lnTo>
                  <a:pt x="318" y="241"/>
                </a:lnTo>
                <a:lnTo>
                  <a:pt x="314" y="254"/>
                </a:lnTo>
                <a:lnTo>
                  <a:pt x="318" y="267"/>
                </a:lnTo>
                <a:lnTo>
                  <a:pt x="328" y="278"/>
                </a:lnTo>
                <a:lnTo>
                  <a:pt x="341" y="280"/>
                </a:lnTo>
                <a:lnTo>
                  <a:pt x="354" y="278"/>
                </a:lnTo>
                <a:lnTo>
                  <a:pt x="363" y="267"/>
                </a:lnTo>
                <a:lnTo>
                  <a:pt x="367" y="254"/>
                </a:lnTo>
                <a:lnTo>
                  <a:pt x="363" y="241"/>
                </a:lnTo>
                <a:lnTo>
                  <a:pt x="354" y="232"/>
                </a:lnTo>
                <a:lnTo>
                  <a:pt x="341" y="229"/>
                </a:lnTo>
                <a:close/>
                <a:moveTo>
                  <a:pt x="265" y="229"/>
                </a:moveTo>
                <a:lnTo>
                  <a:pt x="252" y="232"/>
                </a:lnTo>
                <a:lnTo>
                  <a:pt x="241" y="241"/>
                </a:lnTo>
                <a:lnTo>
                  <a:pt x="239" y="254"/>
                </a:lnTo>
                <a:lnTo>
                  <a:pt x="241" y="267"/>
                </a:lnTo>
                <a:lnTo>
                  <a:pt x="252" y="278"/>
                </a:lnTo>
                <a:lnTo>
                  <a:pt x="265" y="280"/>
                </a:lnTo>
                <a:lnTo>
                  <a:pt x="278" y="278"/>
                </a:lnTo>
                <a:lnTo>
                  <a:pt x="287" y="267"/>
                </a:lnTo>
                <a:lnTo>
                  <a:pt x="290" y="254"/>
                </a:lnTo>
                <a:lnTo>
                  <a:pt x="287" y="241"/>
                </a:lnTo>
                <a:lnTo>
                  <a:pt x="278" y="232"/>
                </a:lnTo>
                <a:lnTo>
                  <a:pt x="265" y="229"/>
                </a:lnTo>
                <a:close/>
                <a:moveTo>
                  <a:pt x="187" y="229"/>
                </a:moveTo>
                <a:lnTo>
                  <a:pt x="174" y="232"/>
                </a:lnTo>
                <a:lnTo>
                  <a:pt x="165" y="241"/>
                </a:lnTo>
                <a:lnTo>
                  <a:pt x="161" y="254"/>
                </a:lnTo>
                <a:lnTo>
                  <a:pt x="165" y="267"/>
                </a:lnTo>
                <a:lnTo>
                  <a:pt x="174" y="278"/>
                </a:lnTo>
                <a:lnTo>
                  <a:pt x="187" y="280"/>
                </a:lnTo>
                <a:lnTo>
                  <a:pt x="201" y="278"/>
                </a:lnTo>
                <a:lnTo>
                  <a:pt x="210" y="267"/>
                </a:lnTo>
                <a:lnTo>
                  <a:pt x="214" y="254"/>
                </a:lnTo>
                <a:lnTo>
                  <a:pt x="210" y="241"/>
                </a:lnTo>
                <a:lnTo>
                  <a:pt x="201" y="232"/>
                </a:lnTo>
                <a:lnTo>
                  <a:pt x="187" y="229"/>
                </a:lnTo>
                <a:close/>
                <a:moveTo>
                  <a:pt x="571" y="152"/>
                </a:moveTo>
                <a:lnTo>
                  <a:pt x="558" y="156"/>
                </a:lnTo>
                <a:lnTo>
                  <a:pt x="549" y="165"/>
                </a:lnTo>
                <a:lnTo>
                  <a:pt x="545" y="178"/>
                </a:lnTo>
                <a:lnTo>
                  <a:pt x="549" y="191"/>
                </a:lnTo>
                <a:lnTo>
                  <a:pt x="558" y="201"/>
                </a:lnTo>
                <a:lnTo>
                  <a:pt x="571" y="205"/>
                </a:lnTo>
                <a:lnTo>
                  <a:pt x="584" y="201"/>
                </a:lnTo>
                <a:lnTo>
                  <a:pt x="593" y="191"/>
                </a:lnTo>
                <a:lnTo>
                  <a:pt x="597" y="178"/>
                </a:lnTo>
                <a:lnTo>
                  <a:pt x="593" y="165"/>
                </a:lnTo>
                <a:lnTo>
                  <a:pt x="584" y="156"/>
                </a:lnTo>
                <a:lnTo>
                  <a:pt x="571" y="152"/>
                </a:lnTo>
                <a:close/>
                <a:moveTo>
                  <a:pt x="494" y="152"/>
                </a:moveTo>
                <a:lnTo>
                  <a:pt x="481" y="156"/>
                </a:lnTo>
                <a:lnTo>
                  <a:pt x="472" y="165"/>
                </a:lnTo>
                <a:lnTo>
                  <a:pt x="468" y="178"/>
                </a:lnTo>
                <a:lnTo>
                  <a:pt x="472" y="191"/>
                </a:lnTo>
                <a:lnTo>
                  <a:pt x="481" y="201"/>
                </a:lnTo>
                <a:lnTo>
                  <a:pt x="494" y="205"/>
                </a:lnTo>
                <a:lnTo>
                  <a:pt x="507" y="201"/>
                </a:lnTo>
                <a:lnTo>
                  <a:pt x="516" y="191"/>
                </a:lnTo>
                <a:lnTo>
                  <a:pt x="520" y="178"/>
                </a:lnTo>
                <a:lnTo>
                  <a:pt x="516" y="165"/>
                </a:lnTo>
                <a:lnTo>
                  <a:pt x="507" y="156"/>
                </a:lnTo>
                <a:lnTo>
                  <a:pt x="494" y="152"/>
                </a:lnTo>
                <a:close/>
                <a:moveTo>
                  <a:pt x="418" y="152"/>
                </a:moveTo>
                <a:lnTo>
                  <a:pt x="405" y="156"/>
                </a:lnTo>
                <a:lnTo>
                  <a:pt x="396" y="165"/>
                </a:lnTo>
                <a:lnTo>
                  <a:pt x="392" y="178"/>
                </a:lnTo>
                <a:lnTo>
                  <a:pt x="396" y="191"/>
                </a:lnTo>
                <a:lnTo>
                  <a:pt x="405" y="201"/>
                </a:lnTo>
                <a:lnTo>
                  <a:pt x="418" y="205"/>
                </a:lnTo>
                <a:lnTo>
                  <a:pt x="431" y="201"/>
                </a:lnTo>
                <a:lnTo>
                  <a:pt x="440" y="191"/>
                </a:lnTo>
                <a:lnTo>
                  <a:pt x="443" y="178"/>
                </a:lnTo>
                <a:lnTo>
                  <a:pt x="440" y="165"/>
                </a:lnTo>
                <a:lnTo>
                  <a:pt x="431" y="156"/>
                </a:lnTo>
                <a:lnTo>
                  <a:pt x="418" y="152"/>
                </a:lnTo>
                <a:close/>
                <a:moveTo>
                  <a:pt x="341" y="152"/>
                </a:moveTo>
                <a:lnTo>
                  <a:pt x="328" y="156"/>
                </a:lnTo>
                <a:lnTo>
                  <a:pt x="318" y="165"/>
                </a:lnTo>
                <a:lnTo>
                  <a:pt x="314" y="178"/>
                </a:lnTo>
                <a:lnTo>
                  <a:pt x="318" y="191"/>
                </a:lnTo>
                <a:lnTo>
                  <a:pt x="328" y="201"/>
                </a:lnTo>
                <a:lnTo>
                  <a:pt x="341" y="205"/>
                </a:lnTo>
                <a:lnTo>
                  <a:pt x="354" y="201"/>
                </a:lnTo>
                <a:lnTo>
                  <a:pt x="363" y="191"/>
                </a:lnTo>
                <a:lnTo>
                  <a:pt x="367" y="178"/>
                </a:lnTo>
                <a:lnTo>
                  <a:pt x="363" y="165"/>
                </a:lnTo>
                <a:lnTo>
                  <a:pt x="354" y="156"/>
                </a:lnTo>
                <a:lnTo>
                  <a:pt x="341" y="152"/>
                </a:lnTo>
                <a:close/>
                <a:moveTo>
                  <a:pt x="265" y="152"/>
                </a:moveTo>
                <a:lnTo>
                  <a:pt x="252" y="156"/>
                </a:lnTo>
                <a:lnTo>
                  <a:pt x="241" y="165"/>
                </a:lnTo>
                <a:lnTo>
                  <a:pt x="239" y="178"/>
                </a:lnTo>
                <a:lnTo>
                  <a:pt x="241" y="191"/>
                </a:lnTo>
                <a:lnTo>
                  <a:pt x="252" y="201"/>
                </a:lnTo>
                <a:lnTo>
                  <a:pt x="265" y="205"/>
                </a:lnTo>
                <a:lnTo>
                  <a:pt x="278" y="201"/>
                </a:lnTo>
                <a:lnTo>
                  <a:pt x="287" y="191"/>
                </a:lnTo>
                <a:lnTo>
                  <a:pt x="290" y="178"/>
                </a:lnTo>
                <a:lnTo>
                  <a:pt x="287" y="165"/>
                </a:lnTo>
                <a:lnTo>
                  <a:pt x="278" y="156"/>
                </a:lnTo>
                <a:lnTo>
                  <a:pt x="265" y="152"/>
                </a:lnTo>
                <a:close/>
                <a:moveTo>
                  <a:pt x="187" y="152"/>
                </a:moveTo>
                <a:lnTo>
                  <a:pt x="174" y="156"/>
                </a:lnTo>
                <a:lnTo>
                  <a:pt x="165" y="165"/>
                </a:lnTo>
                <a:lnTo>
                  <a:pt x="161" y="178"/>
                </a:lnTo>
                <a:lnTo>
                  <a:pt x="165" y="191"/>
                </a:lnTo>
                <a:lnTo>
                  <a:pt x="174" y="201"/>
                </a:lnTo>
                <a:lnTo>
                  <a:pt x="187" y="205"/>
                </a:lnTo>
                <a:lnTo>
                  <a:pt x="201" y="201"/>
                </a:lnTo>
                <a:lnTo>
                  <a:pt x="210" y="191"/>
                </a:lnTo>
                <a:lnTo>
                  <a:pt x="214" y="178"/>
                </a:lnTo>
                <a:lnTo>
                  <a:pt x="210" y="165"/>
                </a:lnTo>
                <a:lnTo>
                  <a:pt x="201" y="156"/>
                </a:lnTo>
                <a:lnTo>
                  <a:pt x="187" y="152"/>
                </a:lnTo>
                <a:close/>
                <a:moveTo>
                  <a:pt x="60" y="0"/>
                </a:moveTo>
                <a:lnTo>
                  <a:pt x="76" y="3"/>
                </a:lnTo>
                <a:lnTo>
                  <a:pt x="89" y="9"/>
                </a:lnTo>
                <a:lnTo>
                  <a:pt x="100" y="20"/>
                </a:lnTo>
                <a:lnTo>
                  <a:pt x="108" y="32"/>
                </a:lnTo>
                <a:lnTo>
                  <a:pt x="114" y="43"/>
                </a:lnTo>
                <a:lnTo>
                  <a:pt x="119" y="55"/>
                </a:lnTo>
                <a:lnTo>
                  <a:pt x="122" y="66"/>
                </a:lnTo>
                <a:lnTo>
                  <a:pt x="123" y="72"/>
                </a:lnTo>
                <a:lnTo>
                  <a:pt x="123" y="75"/>
                </a:lnTo>
                <a:lnTo>
                  <a:pt x="135" y="101"/>
                </a:lnTo>
                <a:lnTo>
                  <a:pt x="596" y="101"/>
                </a:lnTo>
                <a:lnTo>
                  <a:pt x="612" y="104"/>
                </a:lnTo>
                <a:lnTo>
                  <a:pt x="623" y="109"/>
                </a:lnTo>
                <a:lnTo>
                  <a:pt x="633" y="117"/>
                </a:lnTo>
                <a:lnTo>
                  <a:pt x="639" y="127"/>
                </a:lnTo>
                <a:lnTo>
                  <a:pt x="644" y="136"/>
                </a:lnTo>
                <a:lnTo>
                  <a:pt x="647" y="144"/>
                </a:lnTo>
                <a:lnTo>
                  <a:pt x="648" y="150"/>
                </a:lnTo>
                <a:lnTo>
                  <a:pt x="648" y="152"/>
                </a:lnTo>
                <a:lnTo>
                  <a:pt x="648" y="356"/>
                </a:lnTo>
                <a:lnTo>
                  <a:pt x="646" y="373"/>
                </a:lnTo>
                <a:lnTo>
                  <a:pt x="640" y="385"/>
                </a:lnTo>
                <a:lnTo>
                  <a:pt x="633" y="394"/>
                </a:lnTo>
                <a:lnTo>
                  <a:pt x="623" y="400"/>
                </a:lnTo>
                <a:lnTo>
                  <a:pt x="614" y="403"/>
                </a:lnTo>
                <a:lnTo>
                  <a:pt x="606" y="405"/>
                </a:lnTo>
                <a:lnTo>
                  <a:pt x="601" y="406"/>
                </a:lnTo>
                <a:lnTo>
                  <a:pt x="599" y="406"/>
                </a:lnTo>
                <a:lnTo>
                  <a:pt x="165" y="407"/>
                </a:lnTo>
                <a:lnTo>
                  <a:pt x="176" y="458"/>
                </a:lnTo>
                <a:lnTo>
                  <a:pt x="597" y="458"/>
                </a:lnTo>
                <a:lnTo>
                  <a:pt x="608" y="462"/>
                </a:lnTo>
                <a:lnTo>
                  <a:pt x="616" y="472"/>
                </a:lnTo>
                <a:lnTo>
                  <a:pt x="621" y="483"/>
                </a:lnTo>
                <a:lnTo>
                  <a:pt x="623" y="495"/>
                </a:lnTo>
                <a:lnTo>
                  <a:pt x="621" y="508"/>
                </a:lnTo>
                <a:lnTo>
                  <a:pt x="616" y="521"/>
                </a:lnTo>
                <a:lnTo>
                  <a:pt x="608" y="532"/>
                </a:lnTo>
                <a:lnTo>
                  <a:pt x="597" y="536"/>
                </a:lnTo>
                <a:lnTo>
                  <a:pt x="140" y="536"/>
                </a:lnTo>
                <a:lnTo>
                  <a:pt x="132" y="532"/>
                </a:lnTo>
                <a:lnTo>
                  <a:pt x="126" y="521"/>
                </a:lnTo>
                <a:lnTo>
                  <a:pt x="121" y="508"/>
                </a:lnTo>
                <a:lnTo>
                  <a:pt x="117" y="495"/>
                </a:lnTo>
                <a:lnTo>
                  <a:pt x="115" y="485"/>
                </a:lnTo>
                <a:lnTo>
                  <a:pt x="114" y="478"/>
                </a:lnTo>
                <a:lnTo>
                  <a:pt x="113" y="465"/>
                </a:lnTo>
                <a:lnTo>
                  <a:pt x="110" y="447"/>
                </a:lnTo>
                <a:lnTo>
                  <a:pt x="106" y="422"/>
                </a:lnTo>
                <a:lnTo>
                  <a:pt x="102" y="394"/>
                </a:lnTo>
                <a:lnTo>
                  <a:pt x="97" y="362"/>
                </a:lnTo>
                <a:lnTo>
                  <a:pt x="92" y="328"/>
                </a:lnTo>
                <a:lnTo>
                  <a:pt x="87" y="292"/>
                </a:lnTo>
                <a:lnTo>
                  <a:pt x="81" y="257"/>
                </a:lnTo>
                <a:lnTo>
                  <a:pt x="75" y="222"/>
                </a:lnTo>
                <a:lnTo>
                  <a:pt x="70" y="189"/>
                </a:lnTo>
                <a:lnTo>
                  <a:pt x="66" y="157"/>
                </a:lnTo>
                <a:lnTo>
                  <a:pt x="60" y="130"/>
                </a:lnTo>
                <a:lnTo>
                  <a:pt x="58" y="106"/>
                </a:lnTo>
                <a:lnTo>
                  <a:pt x="54" y="89"/>
                </a:lnTo>
                <a:lnTo>
                  <a:pt x="53" y="78"/>
                </a:lnTo>
                <a:lnTo>
                  <a:pt x="53" y="74"/>
                </a:lnTo>
                <a:lnTo>
                  <a:pt x="0" y="74"/>
                </a:lnTo>
                <a:lnTo>
                  <a:pt x="2" y="51"/>
                </a:lnTo>
                <a:lnTo>
                  <a:pt x="7" y="34"/>
                </a:lnTo>
                <a:lnTo>
                  <a:pt x="15" y="21"/>
                </a:lnTo>
                <a:lnTo>
                  <a:pt x="25" y="12"/>
                </a:lnTo>
                <a:lnTo>
                  <a:pt x="34" y="7"/>
                </a:lnTo>
                <a:lnTo>
                  <a:pt x="45" y="3"/>
                </a:lnTo>
                <a:lnTo>
                  <a:pt x="53" y="0"/>
                </a:lnTo>
                <a:lnTo>
                  <a:pt x="58" y="0"/>
                </a:lnTo>
                <a:lnTo>
                  <a:pt x="6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9" name="Freeform 33"/>
          <p:cNvSpPr>
            <a:spLocks noChangeAspect="1" noEditPoints="1"/>
          </p:cNvSpPr>
          <p:nvPr/>
        </p:nvSpPr>
        <p:spPr bwMode="auto">
          <a:xfrm>
            <a:off x="4412940" y="1390660"/>
            <a:ext cx="1080000" cy="742196"/>
          </a:xfrm>
          <a:custGeom>
            <a:avLst/>
            <a:gdLst>
              <a:gd name="T0" fmla="*/ 187 w 665"/>
              <a:gd name="T1" fmla="*/ 415 h 457"/>
              <a:gd name="T2" fmla="*/ 84 w 665"/>
              <a:gd name="T3" fmla="*/ 374 h 457"/>
              <a:gd name="T4" fmla="*/ 375 w 665"/>
              <a:gd name="T5" fmla="*/ 373 h 457"/>
              <a:gd name="T6" fmla="*/ 271 w 665"/>
              <a:gd name="T7" fmla="*/ 353 h 457"/>
              <a:gd name="T8" fmla="*/ 125 w 665"/>
              <a:gd name="T9" fmla="*/ 436 h 457"/>
              <a:gd name="T10" fmla="*/ 125 w 665"/>
              <a:gd name="T11" fmla="*/ 207 h 457"/>
              <a:gd name="T12" fmla="*/ 223 w 665"/>
              <a:gd name="T13" fmla="*/ 222 h 457"/>
              <a:gd name="T14" fmla="*/ 229 w 665"/>
              <a:gd name="T15" fmla="*/ 145 h 457"/>
              <a:gd name="T16" fmla="*/ 105 w 665"/>
              <a:gd name="T17" fmla="*/ 161 h 457"/>
              <a:gd name="T18" fmla="*/ 145 w 665"/>
              <a:gd name="T19" fmla="*/ 173 h 457"/>
              <a:gd name="T20" fmla="*/ 227 w 665"/>
              <a:gd name="T21" fmla="*/ 114 h 457"/>
              <a:gd name="T22" fmla="*/ 42 w 665"/>
              <a:gd name="T23" fmla="*/ 124 h 457"/>
              <a:gd name="T24" fmla="*/ 621 w 665"/>
              <a:gd name="T25" fmla="*/ 153 h 457"/>
              <a:gd name="T26" fmla="*/ 618 w 665"/>
              <a:gd name="T27" fmla="*/ 187 h 457"/>
              <a:gd name="T28" fmla="*/ 563 w 665"/>
              <a:gd name="T29" fmla="*/ 273 h 457"/>
              <a:gd name="T30" fmla="*/ 563 w 665"/>
              <a:gd name="T31" fmla="*/ 229 h 457"/>
              <a:gd name="T32" fmla="*/ 504 w 665"/>
              <a:gd name="T33" fmla="*/ 222 h 457"/>
              <a:gd name="T34" fmla="*/ 528 w 665"/>
              <a:gd name="T35" fmla="*/ 170 h 457"/>
              <a:gd name="T36" fmla="*/ 602 w 665"/>
              <a:gd name="T37" fmla="*/ 148 h 457"/>
              <a:gd name="T38" fmla="*/ 568 w 665"/>
              <a:gd name="T39" fmla="*/ 146 h 457"/>
              <a:gd name="T40" fmla="*/ 519 w 665"/>
              <a:gd name="T41" fmla="*/ 156 h 457"/>
              <a:gd name="T42" fmla="*/ 528 w 665"/>
              <a:gd name="T43" fmla="*/ 115 h 457"/>
              <a:gd name="T44" fmla="*/ 564 w 665"/>
              <a:gd name="T45" fmla="*/ 114 h 457"/>
              <a:gd name="T46" fmla="*/ 588 w 665"/>
              <a:gd name="T47" fmla="*/ 112 h 457"/>
              <a:gd name="T48" fmla="*/ 601 w 665"/>
              <a:gd name="T49" fmla="*/ 101 h 457"/>
              <a:gd name="T50" fmla="*/ 508 w 665"/>
              <a:gd name="T51" fmla="*/ 103 h 457"/>
              <a:gd name="T52" fmla="*/ 526 w 665"/>
              <a:gd name="T53" fmla="*/ 80 h 457"/>
              <a:gd name="T54" fmla="*/ 528 w 665"/>
              <a:gd name="T55" fmla="*/ 102 h 457"/>
              <a:gd name="T56" fmla="*/ 516 w 665"/>
              <a:gd name="T57" fmla="*/ 85 h 457"/>
              <a:gd name="T58" fmla="*/ 560 w 665"/>
              <a:gd name="T59" fmla="*/ 93 h 457"/>
              <a:gd name="T60" fmla="*/ 545 w 665"/>
              <a:gd name="T61" fmla="*/ 73 h 457"/>
              <a:gd name="T62" fmla="*/ 419 w 665"/>
              <a:gd name="T63" fmla="*/ 74 h 457"/>
              <a:gd name="T64" fmla="*/ 447 w 665"/>
              <a:gd name="T65" fmla="*/ 87 h 457"/>
              <a:gd name="T66" fmla="*/ 445 w 665"/>
              <a:gd name="T67" fmla="*/ 114 h 457"/>
              <a:gd name="T68" fmla="*/ 439 w 665"/>
              <a:gd name="T69" fmla="*/ 104 h 457"/>
              <a:gd name="T70" fmla="*/ 433 w 665"/>
              <a:gd name="T71" fmla="*/ 112 h 457"/>
              <a:gd name="T72" fmla="*/ 416 w 665"/>
              <a:gd name="T73" fmla="*/ 137 h 457"/>
              <a:gd name="T74" fmla="*/ 415 w 665"/>
              <a:gd name="T75" fmla="*/ 161 h 457"/>
              <a:gd name="T76" fmla="*/ 393 w 665"/>
              <a:gd name="T77" fmla="*/ 149 h 457"/>
              <a:gd name="T78" fmla="*/ 385 w 665"/>
              <a:gd name="T79" fmla="*/ 180 h 457"/>
              <a:gd name="T80" fmla="*/ 416 w 665"/>
              <a:gd name="T81" fmla="*/ 179 h 457"/>
              <a:gd name="T82" fmla="*/ 457 w 665"/>
              <a:gd name="T83" fmla="*/ 200 h 457"/>
              <a:gd name="T84" fmla="*/ 444 w 665"/>
              <a:gd name="T85" fmla="*/ 237 h 457"/>
              <a:gd name="T86" fmla="*/ 432 w 665"/>
              <a:gd name="T87" fmla="*/ 271 h 457"/>
              <a:gd name="T88" fmla="*/ 427 w 665"/>
              <a:gd name="T89" fmla="*/ 297 h 457"/>
              <a:gd name="T90" fmla="*/ 410 w 665"/>
              <a:gd name="T91" fmla="*/ 269 h 457"/>
              <a:gd name="T92" fmla="*/ 392 w 665"/>
              <a:gd name="T93" fmla="*/ 242 h 457"/>
              <a:gd name="T94" fmla="*/ 371 w 665"/>
              <a:gd name="T95" fmla="*/ 217 h 457"/>
              <a:gd name="T96" fmla="*/ 375 w 665"/>
              <a:gd name="T97" fmla="*/ 188 h 457"/>
              <a:gd name="T98" fmla="*/ 358 w 665"/>
              <a:gd name="T99" fmla="*/ 159 h 457"/>
              <a:gd name="T100" fmla="*/ 418 w 665"/>
              <a:gd name="T101" fmla="*/ 63 h 457"/>
              <a:gd name="T102" fmla="*/ 482 w 665"/>
              <a:gd name="T103" fmla="*/ 60 h 457"/>
              <a:gd name="T104" fmla="*/ 470 w 665"/>
              <a:gd name="T105" fmla="*/ 90 h 457"/>
              <a:gd name="T106" fmla="*/ 468 w 665"/>
              <a:gd name="T107" fmla="*/ 44 h 457"/>
              <a:gd name="T108" fmla="*/ 344 w 665"/>
              <a:gd name="T109" fmla="*/ 238 h 457"/>
              <a:gd name="T110" fmla="*/ 631 w 665"/>
              <a:gd name="T111" fmla="*/ 238 h 457"/>
              <a:gd name="T112" fmla="*/ 602 w 665"/>
              <a:gd name="T113" fmla="*/ 0 h 457"/>
              <a:gd name="T114" fmla="*/ 63 w 665"/>
              <a:gd name="T115" fmla="*/ 457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65" h="457">
                <a:moveTo>
                  <a:pt x="250" y="395"/>
                </a:moveTo>
                <a:lnTo>
                  <a:pt x="250" y="415"/>
                </a:lnTo>
                <a:lnTo>
                  <a:pt x="228" y="415"/>
                </a:lnTo>
                <a:lnTo>
                  <a:pt x="228" y="436"/>
                </a:lnTo>
                <a:lnTo>
                  <a:pt x="291" y="436"/>
                </a:lnTo>
                <a:lnTo>
                  <a:pt x="291" y="415"/>
                </a:lnTo>
                <a:lnTo>
                  <a:pt x="270" y="415"/>
                </a:lnTo>
                <a:lnTo>
                  <a:pt x="270" y="395"/>
                </a:lnTo>
                <a:lnTo>
                  <a:pt x="250" y="395"/>
                </a:lnTo>
                <a:close/>
                <a:moveTo>
                  <a:pt x="166" y="395"/>
                </a:moveTo>
                <a:lnTo>
                  <a:pt x="187" y="395"/>
                </a:lnTo>
                <a:lnTo>
                  <a:pt x="187" y="415"/>
                </a:lnTo>
                <a:lnTo>
                  <a:pt x="166" y="415"/>
                </a:lnTo>
                <a:lnTo>
                  <a:pt x="166" y="395"/>
                </a:lnTo>
                <a:close/>
                <a:moveTo>
                  <a:pt x="520" y="374"/>
                </a:moveTo>
                <a:lnTo>
                  <a:pt x="541" y="374"/>
                </a:lnTo>
                <a:lnTo>
                  <a:pt x="541" y="415"/>
                </a:lnTo>
                <a:lnTo>
                  <a:pt x="520" y="415"/>
                </a:lnTo>
                <a:lnTo>
                  <a:pt x="520" y="374"/>
                </a:lnTo>
                <a:close/>
                <a:moveTo>
                  <a:pt x="84" y="374"/>
                </a:moveTo>
                <a:lnTo>
                  <a:pt x="105" y="374"/>
                </a:lnTo>
                <a:lnTo>
                  <a:pt x="105" y="395"/>
                </a:lnTo>
                <a:lnTo>
                  <a:pt x="84" y="395"/>
                </a:lnTo>
                <a:lnTo>
                  <a:pt x="84" y="374"/>
                </a:lnTo>
                <a:close/>
                <a:moveTo>
                  <a:pt x="436" y="353"/>
                </a:moveTo>
                <a:lnTo>
                  <a:pt x="436" y="434"/>
                </a:lnTo>
                <a:lnTo>
                  <a:pt x="457" y="434"/>
                </a:lnTo>
                <a:lnTo>
                  <a:pt x="457" y="353"/>
                </a:lnTo>
                <a:lnTo>
                  <a:pt x="436" y="353"/>
                </a:lnTo>
                <a:close/>
                <a:moveTo>
                  <a:pt x="499" y="353"/>
                </a:moveTo>
                <a:lnTo>
                  <a:pt x="499" y="436"/>
                </a:lnTo>
                <a:lnTo>
                  <a:pt x="560" y="436"/>
                </a:lnTo>
                <a:lnTo>
                  <a:pt x="560" y="353"/>
                </a:lnTo>
                <a:lnTo>
                  <a:pt x="499" y="353"/>
                </a:lnTo>
                <a:close/>
                <a:moveTo>
                  <a:pt x="375" y="353"/>
                </a:moveTo>
                <a:lnTo>
                  <a:pt x="375" y="373"/>
                </a:lnTo>
                <a:lnTo>
                  <a:pt x="333" y="373"/>
                </a:lnTo>
                <a:lnTo>
                  <a:pt x="333" y="415"/>
                </a:lnTo>
                <a:lnTo>
                  <a:pt x="375" y="415"/>
                </a:lnTo>
                <a:lnTo>
                  <a:pt x="375" y="436"/>
                </a:lnTo>
                <a:lnTo>
                  <a:pt x="396" y="436"/>
                </a:lnTo>
                <a:lnTo>
                  <a:pt x="396" y="353"/>
                </a:lnTo>
                <a:lnTo>
                  <a:pt x="375" y="353"/>
                </a:lnTo>
                <a:close/>
                <a:moveTo>
                  <a:pt x="271" y="353"/>
                </a:moveTo>
                <a:lnTo>
                  <a:pt x="271" y="395"/>
                </a:lnTo>
                <a:lnTo>
                  <a:pt x="291" y="395"/>
                </a:lnTo>
                <a:lnTo>
                  <a:pt x="291" y="353"/>
                </a:lnTo>
                <a:lnTo>
                  <a:pt x="271" y="353"/>
                </a:lnTo>
                <a:close/>
                <a:moveTo>
                  <a:pt x="145" y="353"/>
                </a:moveTo>
                <a:lnTo>
                  <a:pt x="145" y="436"/>
                </a:lnTo>
                <a:lnTo>
                  <a:pt x="208" y="436"/>
                </a:lnTo>
                <a:lnTo>
                  <a:pt x="208" y="374"/>
                </a:lnTo>
                <a:lnTo>
                  <a:pt x="187" y="374"/>
                </a:lnTo>
                <a:lnTo>
                  <a:pt x="187" y="353"/>
                </a:lnTo>
                <a:lnTo>
                  <a:pt x="145" y="353"/>
                </a:lnTo>
                <a:close/>
                <a:moveTo>
                  <a:pt x="63" y="352"/>
                </a:moveTo>
                <a:lnTo>
                  <a:pt x="63" y="395"/>
                </a:lnTo>
                <a:lnTo>
                  <a:pt x="84" y="395"/>
                </a:lnTo>
                <a:lnTo>
                  <a:pt x="84" y="436"/>
                </a:lnTo>
                <a:lnTo>
                  <a:pt x="125" y="436"/>
                </a:lnTo>
                <a:lnTo>
                  <a:pt x="125" y="352"/>
                </a:lnTo>
                <a:lnTo>
                  <a:pt x="63" y="352"/>
                </a:lnTo>
                <a:close/>
                <a:moveTo>
                  <a:pt x="125" y="207"/>
                </a:moveTo>
                <a:lnTo>
                  <a:pt x="42" y="208"/>
                </a:lnTo>
                <a:lnTo>
                  <a:pt x="43" y="213"/>
                </a:lnTo>
                <a:lnTo>
                  <a:pt x="45" y="218"/>
                </a:lnTo>
                <a:lnTo>
                  <a:pt x="49" y="222"/>
                </a:lnTo>
                <a:lnTo>
                  <a:pt x="53" y="226"/>
                </a:lnTo>
                <a:lnTo>
                  <a:pt x="58" y="228"/>
                </a:lnTo>
                <a:lnTo>
                  <a:pt x="63" y="229"/>
                </a:lnTo>
                <a:lnTo>
                  <a:pt x="126" y="229"/>
                </a:lnTo>
                <a:lnTo>
                  <a:pt x="125" y="207"/>
                </a:lnTo>
                <a:close/>
                <a:moveTo>
                  <a:pt x="229" y="187"/>
                </a:moveTo>
                <a:lnTo>
                  <a:pt x="161" y="187"/>
                </a:lnTo>
                <a:lnTo>
                  <a:pt x="159" y="191"/>
                </a:lnTo>
                <a:lnTo>
                  <a:pt x="156" y="192"/>
                </a:lnTo>
                <a:lnTo>
                  <a:pt x="153" y="195"/>
                </a:lnTo>
                <a:lnTo>
                  <a:pt x="149" y="199"/>
                </a:lnTo>
                <a:lnTo>
                  <a:pt x="145" y="201"/>
                </a:lnTo>
                <a:lnTo>
                  <a:pt x="145" y="229"/>
                </a:lnTo>
                <a:lnTo>
                  <a:pt x="208" y="229"/>
                </a:lnTo>
                <a:lnTo>
                  <a:pt x="214" y="228"/>
                </a:lnTo>
                <a:lnTo>
                  <a:pt x="219" y="226"/>
                </a:lnTo>
                <a:lnTo>
                  <a:pt x="223" y="222"/>
                </a:lnTo>
                <a:lnTo>
                  <a:pt x="227" y="218"/>
                </a:lnTo>
                <a:lnTo>
                  <a:pt x="228" y="213"/>
                </a:lnTo>
                <a:lnTo>
                  <a:pt x="229" y="208"/>
                </a:lnTo>
                <a:lnTo>
                  <a:pt x="229" y="187"/>
                </a:lnTo>
                <a:close/>
                <a:moveTo>
                  <a:pt x="83" y="166"/>
                </a:moveTo>
                <a:lnTo>
                  <a:pt x="42" y="167"/>
                </a:lnTo>
                <a:lnTo>
                  <a:pt x="42" y="187"/>
                </a:lnTo>
                <a:lnTo>
                  <a:pt x="83" y="187"/>
                </a:lnTo>
                <a:lnTo>
                  <a:pt x="89" y="187"/>
                </a:lnTo>
                <a:lnTo>
                  <a:pt x="85" y="176"/>
                </a:lnTo>
                <a:lnTo>
                  <a:pt x="83" y="166"/>
                </a:lnTo>
                <a:close/>
                <a:moveTo>
                  <a:pt x="229" y="145"/>
                </a:moveTo>
                <a:lnTo>
                  <a:pt x="160" y="145"/>
                </a:lnTo>
                <a:lnTo>
                  <a:pt x="163" y="152"/>
                </a:lnTo>
                <a:lnTo>
                  <a:pt x="165" y="158"/>
                </a:lnTo>
                <a:lnTo>
                  <a:pt x="165" y="166"/>
                </a:lnTo>
                <a:lnTo>
                  <a:pt x="229" y="166"/>
                </a:lnTo>
                <a:lnTo>
                  <a:pt x="229" y="145"/>
                </a:lnTo>
                <a:close/>
                <a:moveTo>
                  <a:pt x="125" y="145"/>
                </a:moveTo>
                <a:lnTo>
                  <a:pt x="119" y="146"/>
                </a:lnTo>
                <a:lnTo>
                  <a:pt x="114" y="148"/>
                </a:lnTo>
                <a:lnTo>
                  <a:pt x="110" y="152"/>
                </a:lnTo>
                <a:lnTo>
                  <a:pt x="106" y="156"/>
                </a:lnTo>
                <a:lnTo>
                  <a:pt x="105" y="161"/>
                </a:lnTo>
                <a:lnTo>
                  <a:pt x="104" y="166"/>
                </a:lnTo>
                <a:lnTo>
                  <a:pt x="105" y="173"/>
                </a:lnTo>
                <a:lnTo>
                  <a:pt x="106" y="176"/>
                </a:lnTo>
                <a:lnTo>
                  <a:pt x="110" y="182"/>
                </a:lnTo>
                <a:lnTo>
                  <a:pt x="114" y="184"/>
                </a:lnTo>
                <a:lnTo>
                  <a:pt x="119" y="187"/>
                </a:lnTo>
                <a:lnTo>
                  <a:pt x="125" y="187"/>
                </a:lnTo>
                <a:lnTo>
                  <a:pt x="131" y="187"/>
                </a:lnTo>
                <a:lnTo>
                  <a:pt x="135" y="184"/>
                </a:lnTo>
                <a:lnTo>
                  <a:pt x="140" y="182"/>
                </a:lnTo>
                <a:lnTo>
                  <a:pt x="143" y="176"/>
                </a:lnTo>
                <a:lnTo>
                  <a:pt x="145" y="173"/>
                </a:lnTo>
                <a:lnTo>
                  <a:pt x="145" y="166"/>
                </a:lnTo>
                <a:lnTo>
                  <a:pt x="145" y="161"/>
                </a:lnTo>
                <a:lnTo>
                  <a:pt x="143" y="156"/>
                </a:lnTo>
                <a:lnTo>
                  <a:pt x="140" y="152"/>
                </a:lnTo>
                <a:lnTo>
                  <a:pt x="135" y="148"/>
                </a:lnTo>
                <a:lnTo>
                  <a:pt x="131" y="146"/>
                </a:lnTo>
                <a:lnTo>
                  <a:pt x="125" y="145"/>
                </a:lnTo>
                <a:close/>
                <a:moveTo>
                  <a:pt x="145" y="104"/>
                </a:moveTo>
                <a:lnTo>
                  <a:pt x="145" y="124"/>
                </a:lnTo>
                <a:lnTo>
                  <a:pt x="229" y="124"/>
                </a:lnTo>
                <a:lnTo>
                  <a:pt x="228" y="119"/>
                </a:lnTo>
                <a:lnTo>
                  <a:pt x="227" y="114"/>
                </a:lnTo>
                <a:lnTo>
                  <a:pt x="223" y="110"/>
                </a:lnTo>
                <a:lnTo>
                  <a:pt x="219" y="107"/>
                </a:lnTo>
                <a:lnTo>
                  <a:pt x="214" y="104"/>
                </a:lnTo>
                <a:lnTo>
                  <a:pt x="208" y="104"/>
                </a:lnTo>
                <a:lnTo>
                  <a:pt x="145" y="104"/>
                </a:lnTo>
                <a:close/>
                <a:moveTo>
                  <a:pt x="63" y="104"/>
                </a:moveTo>
                <a:lnTo>
                  <a:pt x="58" y="104"/>
                </a:lnTo>
                <a:lnTo>
                  <a:pt x="53" y="107"/>
                </a:lnTo>
                <a:lnTo>
                  <a:pt x="49" y="110"/>
                </a:lnTo>
                <a:lnTo>
                  <a:pt x="45" y="114"/>
                </a:lnTo>
                <a:lnTo>
                  <a:pt x="43" y="119"/>
                </a:lnTo>
                <a:lnTo>
                  <a:pt x="42" y="124"/>
                </a:lnTo>
                <a:lnTo>
                  <a:pt x="42" y="145"/>
                </a:lnTo>
                <a:lnTo>
                  <a:pt x="88" y="145"/>
                </a:lnTo>
                <a:lnTo>
                  <a:pt x="97" y="135"/>
                </a:lnTo>
                <a:lnTo>
                  <a:pt x="110" y="127"/>
                </a:lnTo>
                <a:lnTo>
                  <a:pt x="125" y="124"/>
                </a:lnTo>
                <a:lnTo>
                  <a:pt x="125" y="104"/>
                </a:lnTo>
                <a:lnTo>
                  <a:pt x="63" y="104"/>
                </a:lnTo>
                <a:close/>
                <a:moveTo>
                  <a:pt x="604" y="103"/>
                </a:moveTo>
                <a:lnTo>
                  <a:pt x="608" y="114"/>
                </a:lnTo>
                <a:lnTo>
                  <a:pt x="613" y="127"/>
                </a:lnTo>
                <a:lnTo>
                  <a:pt x="618" y="140"/>
                </a:lnTo>
                <a:lnTo>
                  <a:pt x="621" y="153"/>
                </a:lnTo>
                <a:lnTo>
                  <a:pt x="622" y="163"/>
                </a:lnTo>
                <a:lnTo>
                  <a:pt x="621" y="170"/>
                </a:lnTo>
                <a:lnTo>
                  <a:pt x="618" y="169"/>
                </a:lnTo>
                <a:lnTo>
                  <a:pt x="617" y="169"/>
                </a:lnTo>
                <a:lnTo>
                  <a:pt x="615" y="167"/>
                </a:lnTo>
                <a:lnTo>
                  <a:pt x="597" y="167"/>
                </a:lnTo>
                <a:lnTo>
                  <a:pt x="608" y="180"/>
                </a:lnTo>
                <a:lnTo>
                  <a:pt x="609" y="182"/>
                </a:lnTo>
                <a:lnTo>
                  <a:pt x="610" y="183"/>
                </a:lnTo>
                <a:lnTo>
                  <a:pt x="612" y="184"/>
                </a:lnTo>
                <a:lnTo>
                  <a:pt x="614" y="186"/>
                </a:lnTo>
                <a:lnTo>
                  <a:pt x="618" y="187"/>
                </a:lnTo>
                <a:lnTo>
                  <a:pt x="621" y="188"/>
                </a:lnTo>
                <a:lnTo>
                  <a:pt x="617" y="209"/>
                </a:lnTo>
                <a:lnTo>
                  <a:pt x="610" y="228"/>
                </a:lnTo>
                <a:lnTo>
                  <a:pt x="602" y="243"/>
                </a:lnTo>
                <a:lnTo>
                  <a:pt x="592" y="258"/>
                </a:lnTo>
                <a:lnTo>
                  <a:pt x="583" y="268"/>
                </a:lnTo>
                <a:lnTo>
                  <a:pt x="575" y="276"/>
                </a:lnTo>
                <a:lnTo>
                  <a:pt x="570" y="281"/>
                </a:lnTo>
                <a:lnTo>
                  <a:pt x="568" y="283"/>
                </a:lnTo>
                <a:lnTo>
                  <a:pt x="564" y="280"/>
                </a:lnTo>
                <a:lnTo>
                  <a:pt x="563" y="276"/>
                </a:lnTo>
                <a:lnTo>
                  <a:pt x="563" y="273"/>
                </a:lnTo>
                <a:lnTo>
                  <a:pt x="563" y="271"/>
                </a:lnTo>
                <a:lnTo>
                  <a:pt x="564" y="269"/>
                </a:lnTo>
                <a:lnTo>
                  <a:pt x="564" y="269"/>
                </a:lnTo>
                <a:lnTo>
                  <a:pt x="566" y="258"/>
                </a:lnTo>
                <a:lnTo>
                  <a:pt x="567" y="239"/>
                </a:lnTo>
                <a:lnTo>
                  <a:pt x="567" y="239"/>
                </a:lnTo>
                <a:lnTo>
                  <a:pt x="567" y="238"/>
                </a:lnTo>
                <a:lnTo>
                  <a:pt x="567" y="237"/>
                </a:lnTo>
                <a:lnTo>
                  <a:pt x="567" y="234"/>
                </a:lnTo>
                <a:lnTo>
                  <a:pt x="566" y="231"/>
                </a:lnTo>
                <a:lnTo>
                  <a:pt x="564" y="230"/>
                </a:lnTo>
                <a:lnTo>
                  <a:pt x="563" y="229"/>
                </a:lnTo>
                <a:lnTo>
                  <a:pt x="560" y="228"/>
                </a:lnTo>
                <a:lnTo>
                  <a:pt x="557" y="226"/>
                </a:lnTo>
                <a:lnTo>
                  <a:pt x="554" y="228"/>
                </a:lnTo>
                <a:lnTo>
                  <a:pt x="549" y="229"/>
                </a:lnTo>
                <a:lnTo>
                  <a:pt x="540" y="231"/>
                </a:lnTo>
                <a:lnTo>
                  <a:pt x="534" y="233"/>
                </a:lnTo>
                <a:lnTo>
                  <a:pt x="532" y="234"/>
                </a:lnTo>
                <a:lnTo>
                  <a:pt x="526" y="235"/>
                </a:lnTo>
                <a:lnTo>
                  <a:pt x="517" y="235"/>
                </a:lnTo>
                <a:lnTo>
                  <a:pt x="511" y="234"/>
                </a:lnTo>
                <a:lnTo>
                  <a:pt x="505" y="229"/>
                </a:lnTo>
                <a:lnTo>
                  <a:pt x="504" y="222"/>
                </a:lnTo>
                <a:lnTo>
                  <a:pt x="503" y="214"/>
                </a:lnTo>
                <a:lnTo>
                  <a:pt x="504" y="207"/>
                </a:lnTo>
                <a:lnTo>
                  <a:pt x="504" y="201"/>
                </a:lnTo>
                <a:lnTo>
                  <a:pt x="504" y="199"/>
                </a:lnTo>
                <a:lnTo>
                  <a:pt x="504" y="192"/>
                </a:lnTo>
                <a:lnTo>
                  <a:pt x="505" y="188"/>
                </a:lnTo>
                <a:lnTo>
                  <a:pt x="505" y="186"/>
                </a:lnTo>
                <a:lnTo>
                  <a:pt x="507" y="183"/>
                </a:lnTo>
                <a:lnTo>
                  <a:pt x="507" y="178"/>
                </a:lnTo>
                <a:lnTo>
                  <a:pt x="509" y="173"/>
                </a:lnTo>
                <a:lnTo>
                  <a:pt x="517" y="171"/>
                </a:lnTo>
                <a:lnTo>
                  <a:pt x="528" y="170"/>
                </a:lnTo>
                <a:lnTo>
                  <a:pt x="538" y="171"/>
                </a:lnTo>
                <a:lnTo>
                  <a:pt x="546" y="173"/>
                </a:lnTo>
                <a:lnTo>
                  <a:pt x="549" y="173"/>
                </a:lnTo>
                <a:lnTo>
                  <a:pt x="559" y="178"/>
                </a:lnTo>
                <a:lnTo>
                  <a:pt x="567" y="179"/>
                </a:lnTo>
                <a:lnTo>
                  <a:pt x="574" y="179"/>
                </a:lnTo>
                <a:lnTo>
                  <a:pt x="576" y="175"/>
                </a:lnTo>
                <a:lnTo>
                  <a:pt x="579" y="173"/>
                </a:lnTo>
                <a:lnTo>
                  <a:pt x="580" y="170"/>
                </a:lnTo>
                <a:lnTo>
                  <a:pt x="580" y="169"/>
                </a:lnTo>
                <a:lnTo>
                  <a:pt x="601" y="157"/>
                </a:lnTo>
                <a:lnTo>
                  <a:pt x="602" y="148"/>
                </a:lnTo>
                <a:lnTo>
                  <a:pt x="592" y="135"/>
                </a:lnTo>
                <a:lnTo>
                  <a:pt x="575" y="127"/>
                </a:lnTo>
                <a:lnTo>
                  <a:pt x="575" y="127"/>
                </a:lnTo>
                <a:lnTo>
                  <a:pt x="574" y="128"/>
                </a:lnTo>
                <a:lnTo>
                  <a:pt x="571" y="129"/>
                </a:lnTo>
                <a:lnTo>
                  <a:pt x="570" y="131"/>
                </a:lnTo>
                <a:lnTo>
                  <a:pt x="568" y="133"/>
                </a:lnTo>
                <a:lnTo>
                  <a:pt x="567" y="136"/>
                </a:lnTo>
                <a:lnTo>
                  <a:pt x="567" y="140"/>
                </a:lnTo>
                <a:lnTo>
                  <a:pt x="570" y="144"/>
                </a:lnTo>
                <a:lnTo>
                  <a:pt x="570" y="144"/>
                </a:lnTo>
                <a:lnTo>
                  <a:pt x="568" y="146"/>
                </a:lnTo>
                <a:lnTo>
                  <a:pt x="568" y="149"/>
                </a:lnTo>
                <a:lnTo>
                  <a:pt x="567" y="152"/>
                </a:lnTo>
                <a:lnTo>
                  <a:pt x="566" y="153"/>
                </a:lnTo>
                <a:lnTo>
                  <a:pt x="563" y="154"/>
                </a:lnTo>
                <a:lnTo>
                  <a:pt x="560" y="154"/>
                </a:lnTo>
                <a:lnTo>
                  <a:pt x="549" y="132"/>
                </a:lnTo>
                <a:lnTo>
                  <a:pt x="547" y="135"/>
                </a:lnTo>
                <a:lnTo>
                  <a:pt x="545" y="141"/>
                </a:lnTo>
                <a:lnTo>
                  <a:pt x="541" y="148"/>
                </a:lnTo>
                <a:lnTo>
                  <a:pt x="534" y="153"/>
                </a:lnTo>
                <a:lnTo>
                  <a:pt x="526" y="156"/>
                </a:lnTo>
                <a:lnTo>
                  <a:pt x="519" y="156"/>
                </a:lnTo>
                <a:lnTo>
                  <a:pt x="512" y="154"/>
                </a:lnTo>
                <a:lnTo>
                  <a:pt x="509" y="153"/>
                </a:lnTo>
                <a:lnTo>
                  <a:pt x="508" y="150"/>
                </a:lnTo>
                <a:lnTo>
                  <a:pt x="508" y="144"/>
                </a:lnTo>
                <a:lnTo>
                  <a:pt x="508" y="135"/>
                </a:lnTo>
                <a:lnTo>
                  <a:pt x="509" y="125"/>
                </a:lnTo>
                <a:lnTo>
                  <a:pt x="513" y="120"/>
                </a:lnTo>
                <a:lnTo>
                  <a:pt x="528" y="121"/>
                </a:lnTo>
                <a:lnTo>
                  <a:pt x="528" y="121"/>
                </a:lnTo>
                <a:lnTo>
                  <a:pt x="528" y="120"/>
                </a:lnTo>
                <a:lnTo>
                  <a:pt x="528" y="119"/>
                </a:lnTo>
                <a:lnTo>
                  <a:pt x="528" y="115"/>
                </a:lnTo>
                <a:lnTo>
                  <a:pt x="528" y="111"/>
                </a:lnTo>
                <a:lnTo>
                  <a:pt x="529" y="110"/>
                </a:lnTo>
                <a:lnTo>
                  <a:pt x="530" y="108"/>
                </a:lnTo>
                <a:lnTo>
                  <a:pt x="532" y="107"/>
                </a:lnTo>
                <a:lnTo>
                  <a:pt x="533" y="107"/>
                </a:lnTo>
                <a:lnTo>
                  <a:pt x="534" y="107"/>
                </a:lnTo>
                <a:lnTo>
                  <a:pt x="537" y="107"/>
                </a:lnTo>
                <a:lnTo>
                  <a:pt x="541" y="106"/>
                </a:lnTo>
                <a:lnTo>
                  <a:pt x="546" y="104"/>
                </a:lnTo>
                <a:lnTo>
                  <a:pt x="551" y="108"/>
                </a:lnTo>
                <a:lnTo>
                  <a:pt x="557" y="112"/>
                </a:lnTo>
                <a:lnTo>
                  <a:pt x="564" y="114"/>
                </a:lnTo>
                <a:lnTo>
                  <a:pt x="567" y="114"/>
                </a:lnTo>
                <a:lnTo>
                  <a:pt x="570" y="112"/>
                </a:lnTo>
                <a:lnTo>
                  <a:pt x="571" y="111"/>
                </a:lnTo>
                <a:lnTo>
                  <a:pt x="572" y="111"/>
                </a:lnTo>
                <a:lnTo>
                  <a:pt x="572" y="110"/>
                </a:lnTo>
                <a:lnTo>
                  <a:pt x="575" y="108"/>
                </a:lnTo>
                <a:lnTo>
                  <a:pt x="576" y="107"/>
                </a:lnTo>
                <a:lnTo>
                  <a:pt x="580" y="106"/>
                </a:lnTo>
                <a:lnTo>
                  <a:pt x="583" y="107"/>
                </a:lnTo>
                <a:lnTo>
                  <a:pt x="585" y="108"/>
                </a:lnTo>
                <a:lnTo>
                  <a:pt x="587" y="110"/>
                </a:lnTo>
                <a:lnTo>
                  <a:pt x="588" y="112"/>
                </a:lnTo>
                <a:lnTo>
                  <a:pt x="589" y="114"/>
                </a:lnTo>
                <a:lnTo>
                  <a:pt x="589" y="114"/>
                </a:lnTo>
                <a:lnTo>
                  <a:pt x="605" y="116"/>
                </a:lnTo>
                <a:lnTo>
                  <a:pt x="605" y="115"/>
                </a:lnTo>
                <a:lnTo>
                  <a:pt x="604" y="112"/>
                </a:lnTo>
                <a:lnTo>
                  <a:pt x="604" y="108"/>
                </a:lnTo>
                <a:lnTo>
                  <a:pt x="604" y="103"/>
                </a:lnTo>
                <a:close/>
                <a:moveTo>
                  <a:pt x="600" y="97"/>
                </a:moveTo>
                <a:lnTo>
                  <a:pt x="601" y="98"/>
                </a:lnTo>
                <a:lnTo>
                  <a:pt x="602" y="101"/>
                </a:lnTo>
                <a:lnTo>
                  <a:pt x="604" y="103"/>
                </a:lnTo>
                <a:lnTo>
                  <a:pt x="601" y="101"/>
                </a:lnTo>
                <a:lnTo>
                  <a:pt x="598" y="98"/>
                </a:lnTo>
                <a:lnTo>
                  <a:pt x="597" y="98"/>
                </a:lnTo>
                <a:lnTo>
                  <a:pt x="600" y="97"/>
                </a:lnTo>
                <a:close/>
                <a:moveTo>
                  <a:pt x="504" y="93"/>
                </a:moveTo>
                <a:lnTo>
                  <a:pt x="507" y="94"/>
                </a:lnTo>
                <a:lnTo>
                  <a:pt x="509" y="95"/>
                </a:lnTo>
                <a:lnTo>
                  <a:pt x="509" y="97"/>
                </a:lnTo>
                <a:lnTo>
                  <a:pt x="509" y="98"/>
                </a:lnTo>
                <a:lnTo>
                  <a:pt x="509" y="101"/>
                </a:lnTo>
                <a:lnTo>
                  <a:pt x="509" y="102"/>
                </a:lnTo>
                <a:lnTo>
                  <a:pt x="508" y="103"/>
                </a:lnTo>
                <a:lnTo>
                  <a:pt x="508" y="103"/>
                </a:lnTo>
                <a:lnTo>
                  <a:pt x="505" y="103"/>
                </a:lnTo>
                <a:lnTo>
                  <a:pt x="504" y="103"/>
                </a:lnTo>
                <a:lnTo>
                  <a:pt x="502" y="102"/>
                </a:lnTo>
                <a:lnTo>
                  <a:pt x="500" y="99"/>
                </a:lnTo>
                <a:lnTo>
                  <a:pt x="499" y="98"/>
                </a:lnTo>
                <a:lnTo>
                  <a:pt x="499" y="97"/>
                </a:lnTo>
                <a:lnTo>
                  <a:pt x="499" y="94"/>
                </a:lnTo>
                <a:lnTo>
                  <a:pt x="502" y="94"/>
                </a:lnTo>
                <a:lnTo>
                  <a:pt x="503" y="93"/>
                </a:lnTo>
                <a:lnTo>
                  <a:pt x="504" y="93"/>
                </a:lnTo>
                <a:close/>
                <a:moveTo>
                  <a:pt x="526" y="78"/>
                </a:moveTo>
                <a:lnTo>
                  <a:pt x="526" y="80"/>
                </a:lnTo>
                <a:lnTo>
                  <a:pt x="526" y="81"/>
                </a:lnTo>
                <a:lnTo>
                  <a:pt x="526" y="82"/>
                </a:lnTo>
                <a:lnTo>
                  <a:pt x="525" y="85"/>
                </a:lnTo>
                <a:lnTo>
                  <a:pt x="525" y="87"/>
                </a:lnTo>
                <a:lnTo>
                  <a:pt x="524" y="89"/>
                </a:lnTo>
                <a:lnTo>
                  <a:pt x="524" y="91"/>
                </a:lnTo>
                <a:lnTo>
                  <a:pt x="524" y="93"/>
                </a:lnTo>
                <a:lnTo>
                  <a:pt x="524" y="95"/>
                </a:lnTo>
                <a:lnTo>
                  <a:pt x="525" y="98"/>
                </a:lnTo>
                <a:lnTo>
                  <a:pt x="528" y="101"/>
                </a:lnTo>
                <a:lnTo>
                  <a:pt x="529" y="102"/>
                </a:lnTo>
                <a:lnTo>
                  <a:pt x="528" y="102"/>
                </a:lnTo>
                <a:lnTo>
                  <a:pt x="526" y="102"/>
                </a:lnTo>
                <a:lnTo>
                  <a:pt x="525" y="102"/>
                </a:lnTo>
                <a:lnTo>
                  <a:pt x="523" y="102"/>
                </a:lnTo>
                <a:lnTo>
                  <a:pt x="520" y="101"/>
                </a:lnTo>
                <a:lnTo>
                  <a:pt x="517" y="99"/>
                </a:lnTo>
                <a:lnTo>
                  <a:pt x="516" y="99"/>
                </a:lnTo>
                <a:lnTo>
                  <a:pt x="515" y="97"/>
                </a:lnTo>
                <a:lnTo>
                  <a:pt x="515" y="94"/>
                </a:lnTo>
                <a:lnTo>
                  <a:pt x="515" y="91"/>
                </a:lnTo>
                <a:lnTo>
                  <a:pt x="515" y="89"/>
                </a:lnTo>
                <a:lnTo>
                  <a:pt x="516" y="86"/>
                </a:lnTo>
                <a:lnTo>
                  <a:pt x="516" y="85"/>
                </a:lnTo>
                <a:lnTo>
                  <a:pt x="517" y="84"/>
                </a:lnTo>
                <a:lnTo>
                  <a:pt x="519" y="82"/>
                </a:lnTo>
                <a:lnTo>
                  <a:pt x="521" y="80"/>
                </a:lnTo>
                <a:lnTo>
                  <a:pt x="525" y="78"/>
                </a:lnTo>
                <a:lnTo>
                  <a:pt x="526" y="78"/>
                </a:lnTo>
                <a:close/>
                <a:moveTo>
                  <a:pt x="546" y="60"/>
                </a:moveTo>
                <a:lnTo>
                  <a:pt x="550" y="60"/>
                </a:lnTo>
                <a:lnTo>
                  <a:pt x="555" y="63"/>
                </a:lnTo>
                <a:lnTo>
                  <a:pt x="563" y="68"/>
                </a:lnTo>
                <a:lnTo>
                  <a:pt x="571" y="76"/>
                </a:lnTo>
                <a:lnTo>
                  <a:pt x="566" y="86"/>
                </a:lnTo>
                <a:lnTo>
                  <a:pt x="560" y="93"/>
                </a:lnTo>
                <a:lnTo>
                  <a:pt x="554" y="97"/>
                </a:lnTo>
                <a:lnTo>
                  <a:pt x="550" y="97"/>
                </a:lnTo>
                <a:lnTo>
                  <a:pt x="549" y="97"/>
                </a:lnTo>
                <a:lnTo>
                  <a:pt x="549" y="97"/>
                </a:lnTo>
                <a:lnTo>
                  <a:pt x="547" y="97"/>
                </a:lnTo>
                <a:lnTo>
                  <a:pt x="545" y="97"/>
                </a:lnTo>
                <a:lnTo>
                  <a:pt x="543" y="95"/>
                </a:lnTo>
                <a:lnTo>
                  <a:pt x="541" y="94"/>
                </a:lnTo>
                <a:lnTo>
                  <a:pt x="540" y="93"/>
                </a:lnTo>
                <a:lnTo>
                  <a:pt x="538" y="90"/>
                </a:lnTo>
                <a:lnTo>
                  <a:pt x="538" y="87"/>
                </a:lnTo>
                <a:lnTo>
                  <a:pt x="545" y="73"/>
                </a:lnTo>
                <a:lnTo>
                  <a:pt x="545" y="72"/>
                </a:lnTo>
                <a:lnTo>
                  <a:pt x="545" y="70"/>
                </a:lnTo>
                <a:lnTo>
                  <a:pt x="545" y="68"/>
                </a:lnTo>
                <a:lnTo>
                  <a:pt x="546" y="64"/>
                </a:lnTo>
                <a:lnTo>
                  <a:pt x="546" y="60"/>
                </a:lnTo>
                <a:close/>
                <a:moveTo>
                  <a:pt x="427" y="59"/>
                </a:moveTo>
                <a:lnTo>
                  <a:pt x="430" y="73"/>
                </a:lnTo>
                <a:lnTo>
                  <a:pt x="430" y="73"/>
                </a:lnTo>
                <a:lnTo>
                  <a:pt x="427" y="73"/>
                </a:lnTo>
                <a:lnTo>
                  <a:pt x="424" y="74"/>
                </a:lnTo>
                <a:lnTo>
                  <a:pt x="422" y="74"/>
                </a:lnTo>
                <a:lnTo>
                  <a:pt x="419" y="74"/>
                </a:lnTo>
                <a:lnTo>
                  <a:pt x="416" y="74"/>
                </a:lnTo>
                <a:lnTo>
                  <a:pt x="415" y="76"/>
                </a:lnTo>
                <a:lnTo>
                  <a:pt x="415" y="76"/>
                </a:lnTo>
                <a:lnTo>
                  <a:pt x="416" y="77"/>
                </a:lnTo>
                <a:lnTo>
                  <a:pt x="419" y="78"/>
                </a:lnTo>
                <a:lnTo>
                  <a:pt x="422" y="80"/>
                </a:lnTo>
                <a:lnTo>
                  <a:pt x="428" y="81"/>
                </a:lnTo>
                <a:lnTo>
                  <a:pt x="435" y="81"/>
                </a:lnTo>
                <a:lnTo>
                  <a:pt x="440" y="82"/>
                </a:lnTo>
                <a:lnTo>
                  <a:pt x="443" y="84"/>
                </a:lnTo>
                <a:lnTo>
                  <a:pt x="445" y="85"/>
                </a:lnTo>
                <a:lnTo>
                  <a:pt x="447" y="87"/>
                </a:lnTo>
                <a:lnTo>
                  <a:pt x="448" y="90"/>
                </a:lnTo>
                <a:lnTo>
                  <a:pt x="448" y="93"/>
                </a:lnTo>
                <a:lnTo>
                  <a:pt x="449" y="94"/>
                </a:lnTo>
                <a:lnTo>
                  <a:pt x="451" y="97"/>
                </a:lnTo>
                <a:lnTo>
                  <a:pt x="452" y="98"/>
                </a:lnTo>
                <a:lnTo>
                  <a:pt x="454" y="99"/>
                </a:lnTo>
                <a:lnTo>
                  <a:pt x="454" y="101"/>
                </a:lnTo>
                <a:lnTo>
                  <a:pt x="453" y="103"/>
                </a:lnTo>
                <a:lnTo>
                  <a:pt x="452" y="106"/>
                </a:lnTo>
                <a:lnTo>
                  <a:pt x="449" y="108"/>
                </a:lnTo>
                <a:lnTo>
                  <a:pt x="448" y="111"/>
                </a:lnTo>
                <a:lnTo>
                  <a:pt x="445" y="114"/>
                </a:lnTo>
                <a:lnTo>
                  <a:pt x="444" y="115"/>
                </a:lnTo>
                <a:lnTo>
                  <a:pt x="443" y="116"/>
                </a:lnTo>
                <a:lnTo>
                  <a:pt x="441" y="116"/>
                </a:lnTo>
                <a:lnTo>
                  <a:pt x="440" y="115"/>
                </a:lnTo>
                <a:lnTo>
                  <a:pt x="439" y="112"/>
                </a:lnTo>
                <a:lnTo>
                  <a:pt x="437" y="111"/>
                </a:lnTo>
                <a:lnTo>
                  <a:pt x="437" y="108"/>
                </a:lnTo>
                <a:lnTo>
                  <a:pt x="437" y="108"/>
                </a:lnTo>
                <a:lnTo>
                  <a:pt x="437" y="108"/>
                </a:lnTo>
                <a:lnTo>
                  <a:pt x="437" y="107"/>
                </a:lnTo>
                <a:lnTo>
                  <a:pt x="439" y="106"/>
                </a:lnTo>
                <a:lnTo>
                  <a:pt x="439" y="104"/>
                </a:lnTo>
                <a:lnTo>
                  <a:pt x="437" y="103"/>
                </a:lnTo>
                <a:lnTo>
                  <a:pt x="435" y="102"/>
                </a:lnTo>
                <a:lnTo>
                  <a:pt x="432" y="102"/>
                </a:lnTo>
                <a:lnTo>
                  <a:pt x="430" y="103"/>
                </a:lnTo>
                <a:lnTo>
                  <a:pt x="428" y="104"/>
                </a:lnTo>
                <a:lnTo>
                  <a:pt x="428" y="106"/>
                </a:lnTo>
                <a:lnTo>
                  <a:pt x="428" y="107"/>
                </a:lnTo>
                <a:lnTo>
                  <a:pt x="428" y="108"/>
                </a:lnTo>
                <a:lnTo>
                  <a:pt x="430" y="110"/>
                </a:lnTo>
                <a:lnTo>
                  <a:pt x="431" y="110"/>
                </a:lnTo>
                <a:lnTo>
                  <a:pt x="432" y="111"/>
                </a:lnTo>
                <a:lnTo>
                  <a:pt x="433" y="112"/>
                </a:lnTo>
                <a:lnTo>
                  <a:pt x="433" y="115"/>
                </a:lnTo>
                <a:lnTo>
                  <a:pt x="433" y="116"/>
                </a:lnTo>
                <a:lnTo>
                  <a:pt x="432" y="119"/>
                </a:lnTo>
                <a:lnTo>
                  <a:pt x="432" y="123"/>
                </a:lnTo>
                <a:lnTo>
                  <a:pt x="431" y="127"/>
                </a:lnTo>
                <a:lnTo>
                  <a:pt x="428" y="132"/>
                </a:lnTo>
                <a:lnTo>
                  <a:pt x="427" y="135"/>
                </a:lnTo>
                <a:lnTo>
                  <a:pt x="424" y="137"/>
                </a:lnTo>
                <a:lnTo>
                  <a:pt x="422" y="137"/>
                </a:lnTo>
                <a:lnTo>
                  <a:pt x="419" y="137"/>
                </a:lnTo>
                <a:lnTo>
                  <a:pt x="418" y="137"/>
                </a:lnTo>
                <a:lnTo>
                  <a:pt x="416" y="137"/>
                </a:lnTo>
                <a:lnTo>
                  <a:pt x="416" y="137"/>
                </a:lnTo>
                <a:lnTo>
                  <a:pt x="418" y="140"/>
                </a:lnTo>
                <a:lnTo>
                  <a:pt x="419" y="141"/>
                </a:lnTo>
                <a:lnTo>
                  <a:pt x="420" y="145"/>
                </a:lnTo>
                <a:lnTo>
                  <a:pt x="422" y="148"/>
                </a:lnTo>
                <a:lnTo>
                  <a:pt x="422" y="152"/>
                </a:lnTo>
                <a:lnTo>
                  <a:pt x="420" y="156"/>
                </a:lnTo>
                <a:lnTo>
                  <a:pt x="420" y="159"/>
                </a:lnTo>
                <a:lnTo>
                  <a:pt x="420" y="161"/>
                </a:lnTo>
                <a:lnTo>
                  <a:pt x="419" y="162"/>
                </a:lnTo>
                <a:lnTo>
                  <a:pt x="418" y="162"/>
                </a:lnTo>
                <a:lnTo>
                  <a:pt x="415" y="161"/>
                </a:lnTo>
                <a:lnTo>
                  <a:pt x="413" y="159"/>
                </a:lnTo>
                <a:lnTo>
                  <a:pt x="410" y="157"/>
                </a:lnTo>
                <a:lnTo>
                  <a:pt x="407" y="154"/>
                </a:lnTo>
                <a:lnTo>
                  <a:pt x="406" y="152"/>
                </a:lnTo>
                <a:lnTo>
                  <a:pt x="405" y="149"/>
                </a:lnTo>
                <a:lnTo>
                  <a:pt x="403" y="148"/>
                </a:lnTo>
                <a:lnTo>
                  <a:pt x="402" y="148"/>
                </a:lnTo>
                <a:lnTo>
                  <a:pt x="401" y="148"/>
                </a:lnTo>
                <a:lnTo>
                  <a:pt x="399" y="148"/>
                </a:lnTo>
                <a:lnTo>
                  <a:pt x="398" y="148"/>
                </a:lnTo>
                <a:lnTo>
                  <a:pt x="396" y="148"/>
                </a:lnTo>
                <a:lnTo>
                  <a:pt x="393" y="149"/>
                </a:lnTo>
                <a:lnTo>
                  <a:pt x="390" y="149"/>
                </a:lnTo>
                <a:lnTo>
                  <a:pt x="388" y="149"/>
                </a:lnTo>
                <a:lnTo>
                  <a:pt x="386" y="149"/>
                </a:lnTo>
                <a:lnTo>
                  <a:pt x="385" y="148"/>
                </a:lnTo>
                <a:lnTo>
                  <a:pt x="379" y="154"/>
                </a:lnTo>
                <a:lnTo>
                  <a:pt x="376" y="161"/>
                </a:lnTo>
                <a:lnTo>
                  <a:pt x="377" y="169"/>
                </a:lnTo>
                <a:lnTo>
                  <a:pt x="380" y="175"/>
                </a:lnTo>
                <a:lnTo>
                  <a:pt x="382" y="180"/>
                </a:lnTo>
                <a:lnTo>
                  <a:pt x="384" y="182"/>
                </a:lnTo>
                <a:lnTo>
                  <a:pt x="384" y="179"/>
                </a:lnTo>
                <a:lnTo>
                  <a:pt x="385" y="180"/>
                </a:lnTo>
                <a:lnTo>
                  <a:pt x="386" y="182"/>
                </a:lnTo>
                <a:lnTo>
                  <a:pt x="389" y="182"/>
                </a:lnTo>
                <a:lnTo>
                  <a:pt x="392" y="182"/>
                </a:lnTo>
                <a:lnTo>
                  <a:pt x="396" y="182"/>
                </a:lnTo>
                <a:lnTo>
                  <a:pt x="398" y="180"/>
                </a:lnTo>
                <a:lnTo>
                  <a:pt x="399" y="180"/>
                </a:lnTo>
                <a:lnTo>
                  <a:pt x="402" y="179"/>
                </a:lnTo>
                <a:lnTo>
                  <a:pt x="405" y="178"/>
                </a:lnTo>
                <a:lnTo>
                  <a:pt x="407" y="178"/>
                </a:lnTo>
                <a:lnTo>
                  <a:pt x="411" y="178"/>
                </a:lnTo>
                <a:lnTo>
                  <a:pt x="414" y="178"/>
                </a:lnTo>
                <a:lnTo>
                  <a:pt x="416" y="179"/>
                </a:lnTo>
                <a:lnTo>
                  <a:pt x="416" y="182"/>
                </a:lnTo>
                <a:lnTo>
                  <a:pt x="419" y="184"/>
                </a:lnTo>
                <a:lnTo>
                  <a:pt x="422" y="186"/>
                </a:lnTo>
                <a:lnTo>
                  <a:pt x="426" y="188"/>
                </a:lnTo>
                <a:lnTo>
                  <a:pt x="430" y="190"/>
                </a:lnTo>
                <a:lnTo>
                  <a:pt x="433" y="191"/>
                </a:lnTo>
                <a:lnTo>
                  <a:pt x="436" y="192"/>
                </a:lnTo>
                <a:lnTo>
                  <a:pt x="440" y="193"/>
                </a:lnTo>
                <a:lnTo>
                  <a:pt x="444" y="193"/>
                </a:lnTo>
                <a:lnTo>
                  <a:pt x="448" y="195"/>
                </a:lnTo>
                <a:lnTo>
                  <a:pt x="453" y="197"/>
                </a:lnTo>
                <a:lnTo>
                  <a:pt x="457" y="200"/>
                </a:lnTo>
                <a:lnTo>
                  <a:pt x="458" y="203"/>
                </a:lnTo>
                <a:lnTo>
                  <a:pt x="458" y="205"/>
                </a:lnTo>
                <a:lnTo>
                  <a:pt x="457" y="209"/>
                </a:lnTo>
                <a:lnTo>
                  <a:pt x="456" y="212"/>
                </a:lnTo>
                <a:lnTo>
                  <a:pt x="454" y="214"/>
                </a:lnTo>
                <a:lnTo>
                  <a:pt x="452" y="217"/>
                </a:lnTo>
                <a:lnTo>
                  <a:pt x="452" y="220"/>
                </a:lnTo>
                <a:lnTo>
                  <a:pt x="451" y="222"/>
                </a:lnTo>
                <a:lnTo>
                  <a:pt x="449" y="225"/>
                </a:lnTo>
                <a:lnTo>
                  <a:pt x="448" y="229"/>
                </a:lnTo>
                <a:lnTo>
                  <a:pt x="445" y="233"/>
                </a:lnTo>
                <a:lnTo>
                  <a:pt x="444" y="237"/>
                </a:lnTo>
                <a:lnTo>
                  <a:pt x="443" y="241"/>
                </a:lnTo>
                <a:lnTo>
                  <a:pt x="440" y="243"/>
                </a:lnTo>
                <a:lnTo>
                  <a:pt x="439" y="245"/>
                </a:lnTo>
                <a:lnTo>
                  <a:pt x="436" y="247"/>
                </a:lnTo>
                <a:lnTo>
                  <a:pt x="433" y="250"/>
                </a:lnTo>
                <a:lnTo>
                  <a:pt x="432" y="251"/>
                </a:lnTo>
                <a:lnTo>
                  <a:pt x="431" y="254"/>
                </a:lnTo>
                <a:lnTo>
                  <a:pt x="431" y="255"/>
                </a:lnTo>
                <a:lnTo>
                  <a:pt x="430" y="267"/>
                </a:lnTo>
                <a:lnTo>
                  <a:pt x="431" y="267"/>
                </a:lnTo>
                <a:lnTo>
                  <a:pt x="431" y="268"/>
                </a:lnTo>
                <a:lnTo>
                  <a:pt x="432" y="271"/>
                </a:lnTo>
                <a:lnTo>
                  <a:pt x="433" y="273"/>
                </a:lnTo>
                <a:lnTo>
                  <a:pt x="435" y="275"/>
                </a:lnTo>
                <a:lnTo>
                  <a:pt x="436" y="277"/>
                </a:lnTo>
                <a:lnTo>
                  <a:pt x="436" y="279"/>
                </a:lnTo>
                <a:lnTo>
                  <a:pt x="436" y="283"/>
                </a:lnTo>
                <a:lnTo>
                  <a:pt x="435" y="285"/>
                </a:lnTo>
                <a:lnTo>
                  <a:pt x="435" y="289"/>
                </a:lnTo>
                <a:lnTo>
                  <a:pt x="433" y="293"/>
                </a:lnTo>
                <a:lnTo>
                  <a:pt x="432" y="296"/>
                </a:lnTo>
                <a:lnTo>
                  <a:pt x="432" y="297"/>
                </a:lnTo>
                <a:lnTo>
                  <a:pt x="432" y="298"/>
                </a:lnTo>
                <a:lnTo>
                  <a:pt x="427" y="297"/>
                </a:lnTo>
                <a:lnTo>
                  <a:pt x="424" y="296"/>
                </a:lnTo>
                <a:lnTo>
                  <a:pt x="422" y="293"/>
                </a:lnTo>
                <a:lnTo>
                  <a:pt x="419" y="290"/>
                </a:lnTo>
                <a:lnTo>
                  <a:pt x="418" y="288"/>
                </a:lnTo>
                <a:lnTo>
                  <a:pt x="418" y="286"/>
                </a:lnTo>
                <a:lnTo>
                  <a:pt x="416" y="285"/>
                </a:lnTo>
                <a:lnTo>
                  <a:pt x="415" y="284"/>
                </a:lnTo>
                <a:lnTo>
                  <a:pt x="415" y="283"/>
                </a:lnTo>
                <a:lnTo>
                  <a:pt x="415" y="280"/>
                </a:lnTo>
                <a:lnTo>
                  <a:pt x="414" y="276"/>
                </a:lnTo>
                <a:lnTo>
                  <a:pt x="413" y="273"/>
                </a:lnTo>
                <a:lnTo>
                  <a:pt x="410" y="269"/>
                </a:lnTo>
                <a:lnTo>
                  <a:pt x="407" y="267"/>
                </a:lnTo>
                <a:lnTo>
                  <a:pt x="405" y="264"/>
                </a:lnTo>
                <a:lnTo>
                  <a:pt x="403" y="262"/>
                </a:lnTo>
                <a:lnTo>
                  <a:pt x="402" y="259"/>
                </a:lnTo>
                <a:lnTo>
                  <a:pt x="399" y="256"/>
                </a:lnTo>
                <a:lnTo>
                  <a:pt x="399" y="254"/>
                </a:lnTo>
                <a:lnTo>
                  <a:pt x="398" y="250"/>
                </a:lnTo>
                <a:lnTo>
                  <a:pt x="398" y="248"/>
                </a:lnTo>
                <a:lnTo>
                  <a:pt x="397" y="247"/>
                </a:lnTo>
                <a:lnTo>
                  <a:pt x="394" y="245"/>
                </a:lnTo>
                <a:lnTo>
                  <a:pt x="393" y="243"/>
                </a:lnTo>
                <a:lnTo>
                  <a:pt x="392" y="242"/>
                </a:lnTo>
                <a:lnTo>
                  <a:pt x="390" y="242"/>
                </a:lnTo>
                <a:lnTo>
                  <a:pt x="390" y="242"/>
                </a:lnTo>
                <a:lnTo>
                  <a:pt x="388" y="241"/>
                </a:lnTo>
                <a:lnTo>
                  <a:pt x="385" y="239"/>
                </a:lnTo>
                <a:lnTo>
                  <a:pt x="382" y="238"/>
                </a:lnTo>
                <a:lnTo>
                  <a:pt x="379" y="235"/>
                </a:lnTo>
                <a:lnTo>
                  <a:pt x="376" y="234"/>
                </a:lnTo>
                <a:lnTo>
                  <a:pt x="375" y="233"/>
                </a:lnTo>
                <a:lnTo>
                  <a:pt x="373" y="230"/>
                </a:lnTo>
                <a:lnTo>
                  <a:pt x="372" y="226"/>
                </a:lnTo>
                <a:lnTo>
                  <a:pt x="372" y="222"/>
                </a:lnTo>
                <a:lnTo>
                  <a:pt x="371" y="217"/>
                </a:lnTo>
                <a:lnTo>
                  <a:pt x="369" y="213"/>
                </a:lnTo>
                <a:lnTo>
                  <a:pt x="369" y="211"/>
                </a:lnTo>
                <a:lnTo>
                  <a:pt x="371" y="207"/>
                </a:lnTo>
                <a:lnTo>
                  <a:pt x="371" y="203"/>
                </a:lnTo>
                <a:lnTo>
                  <a:pt x="372" y="200"/>
                </a:lnTo>
                <a:lnTo>
                  <a:pt x="372" y="197"/>
                </a:lnTo>
                <a:lnTo>
                  <a:pt x="372" y="196"/>
                </a:lnTo>
                <a:lnTo>
                  <a:pt x="372" y="196"/>
                </a:lnTo>
                <a:lnTo>
                  <a:pt x="373" y="195"/>
                </a:lnTo>
                <a:lnTo>
                  <a:pt x="375" y="192"/>
                </a:lnTo>
                <a:lnTo>
                  <a:pt x="376" y="191"/>
                </a:lnTo>
                <a:lnTo>
                  <a:pt x="375" y="188"/>
                </a:lnTo>
                <a:lnTo>
                  <a:pt x="372" y="186"/>
                </a:lnTo>
                <a:lnTo>
                  <a:pt x="371" y="183"/>
                </a:lnTo>
                <a:lnTo>
                  <a:pt x="371" y="179"/>
                </a:lnTo>
                <a:lnTo>
                  <a:pt x="371" y="178"/>
                </a:lnTo>
                <a:lnTo>
                  <a:pt x="369" y="176"/>
                </a:lnTo>
                <a:lnTo>
                  <a:pt x="364" y="170"/>
                </a:lnTo>
                <a:lnTo>
                  <a:pt x="363" y="169"/>
                </a:lnTo>
                <a:lnTo>
                  <a:pt x="363" y="167"/>
                </a:lnTo>
                <a:lnTo>
                  <a:pt x="361" y="166"/>
                </a:lnTo>
                <a:lnTo>
                  <a:pt x="360" y="163"/>
                </a:lnTo>
                <a:lnTo>
                  <a:pt x="359" y="161"/>
                </a:lnTo>
                <a:lnTo>
                  <a:pt x="358" y="159"/>
                </a:lnTo>
                <a:lnTo>
                  <a:pt x="358" y="156"/>
                </a:lnTo>
                <a:lnTo>
                  <a:pt x="359" y="153"/>
                </a:lnTo>
                <a:lnTo>
                  <a:pt x="359" y="150"/>
                </a:lnTo>
                <a:lnTo>
                  <a:pt x="359" y="146"/>
                </a:lnTo>
                <a:lnTo>
                  <a:pt x="359" y="144"/>
                </a:lnTo>
                <a:lnTo>
                  <a:pt x="358" y="140"/>
                </a:lnTo>
                <a:lnTo>
                  <a:pt x="358" y="137"/>
                </a:lnTo>
                <a:lnTo>
                  <a:pt x="369" y="112"/>
                </a:lnTo>
                <a:lnTo>
                  <a:pt x="382" y="94"/>
                </a:lnTo>
                <a:lnTo>
                  <a:pt x="396" y="80"/>
                </a:lnTo>
                <a:lnTo>
                  <a:pt x="407" y="69"/>
                </a:lnTo>
                <a:lnTo>
                  <a:pt x="418" y="63"/>
                </a:lnTo>
                <a:lnTo>
                  <a:pt x="424" y="60"/>
                </a:lnTo>
                <a:lnTo>
                  <a:pt x="427" y="59"/>
                </a:lnTo>
                <a:close/>
                <a:moveTo>
                  <a:pt x="481" y="43"/>
                </a:moveTo>
                <a:lnTo>
                  <a:pt x="490" y="44"/>
                </a:lnTo>
                <a:lnTo>
                  <a:pt x="494" y="46"/>
                </a:lnTo>
                <a:lnTo>
                  <a:pt x="492" y="48"/>
                </a:lnTo>
                <a:lnTo>
                  <a:pt x="490" y="49"/>
                </a:lnTo>
                <a:lnTo>
                  <a:pt x="487" y="51"/>
                </a:lnTo>
                <a:lnTo>
                  <a:pt x="485" y="52"/>
                </a:lnTo>
                <a:lnTo>
                  <a:pt x="483" y="55"/>
                </a:lnTo>
                <a:lnTo>
                  <a:pt x="483" y="57"/>
                </a:lnTo>
                <a:lnTo>
                  <a:pt x="482" y="60"/>
                </a:lnTo>
                <a:lnTo>
                  <a:pt x="481" y="64"/>
                </a:lnTo>
                <a:lnTo>
                  <a:pt x="478" y="67"/>
                </a:lnTo>
                <a:lnTo>
                  <a:pt x="475" y="69"/>
                </a:lnTo>
                <a:lnTo>
                  <a:pt x="474" y="72"/>
                </a:lnTo>
                <a:lnTo>
                  <a:pt x="473" y="74"/>
                </a:lnTo>
                <a:lnTo>
                  <a:pt x="473" y="76"/>
                </a:lnTo>
                <a:lnTo>
                  <a:pt x="473" y="77"/>
                </a:lnTo>
                <a:lnTo>
                  <a:pt x="473" y="80"/>
                </a:lnTo>
                <a:lnTo>
                  <a:pt x="473" y="82"/>
                </a:lnTo>
                <a:lnTo>
                  <a:pt x="473" y="85"/>
                </a:lnTo>
                <a:lnTo>
                  <a:pt x="471" y="87"/>
                </a:lnTo>
                <a:lnTo>
                  <a:pt x="470" y="90"/>
                </a:lnTo>
                <a:lnTo>
                  <a:pt x="469" y="91"/>
                </a:lnTo>
                <a:lnTo>
                  <a:pt x="468" y="93"/>
                </a:lnTo>
                <a:lnTo>
                  <a:pt x="465" y="91"/>
                </a:lnTo>
                <a:lnTo>
                  <a:pt x="462" y="90"/>
                </a:lnTo>
                <a:lnTo>
                  <a:pt x="456" y="81"/>
                </a:lnTo>
                <a:lnTo>
                  <a:pt x="449" y="73"/>
                </a:lnTo>
                <a:lnTo>
                  <a:pt x="445" y="65"/>
                </a:lnTo>
                <a:lnTo>
                  <a:pt x="444" y="59"/>
                </a:lnTo>
                <a:lnTo>
                  <a:pt x="444" y="56"/>
                </a:lnTo>
                <a:lnTo>
                  <a:pt x="444" y="53"/>
                </a:lnTo>
                <a:lnTo>
                  <a:pt x="456" y="47"/>
                </a:lnTo>
                <a:lnTo>
                  <a:pt x="468" y="44"/>
                </a:lnTo>
                <a:lnTo>
                  <a:pt x="481" y="43"/>
                </a:lnTo>
                <a:close/>
                <a:moveTo>
                  <a:pt x="488" y="22"/>
                </a:moveTo>
                <a:lnTo>
                  <a:pt x="457" y="25"/>
                </a:lnTo>
                <a:lnTo>
                  <a:pt x="427" y="34"/>
                </a:lnTo>
                <a:lnTo>
                  <a:pt x="401" y="48"/>
                </a:lnTo>
                <a:lnTo>
                  <a:pt x="379" y="68"/>
                </a:lnTo>
                <a:lnTo>
                  <a:pt x="359" y="90"/>
                </a:lnTo>
                <a:lnTo>
                  <a:pt x="344" y="116"/>
                </a:lnTo>
                <a:lnTo>
                  <a:pt x="335" y="146"/>
                </a:lnTo>
                <a:lnTo>
                  <a:pt x="333" y="178"/>
                </a:lnTo>
                <a:lnTo>
                  <a:pt x="335" y="209"/>
                </a:lnTo>
                <a:lnTo>
                  <a:pt x="344" y="238"/>
                </a:lnTo>
                <a:lnTo>
                  <a:pt x="359" y="264"/>
                </a:lnTo>
                <a:lnTo>
                  <a:pt x="379" y="288"/>
                </a:lnTo>
                <a:lnTo>
                  <a:pt x="401" y="306"/>
                </a:lnTo>
                <a:lnTo>
                  <a:pt x="427" y="320"/>
                </a:lnTo>
                <a:lnTo>
                  <a:pt x="457" y="330"/>
                </a:lnTo>
                <a:lnTo>
                  <a:pt x="488" y="332"/>
                </a:lnTo>
                <a:lnTo>
                  <a:pt x="520" y="330"/>
                </a:lnTo>
                <a:lnTo>
                  <a:pt x="549" y="320"/>
                </a:lnTo>
                <a:lnTo>
                  <a:pt x="575" y="306"/>
                </a:lnTo>
                <a:lnTo>
                  <a:pt x="598" y="288"/>
                </a:lnTo>
                <a:lnTo>
                  <a:pt x="617" y="264"/>
                </a:lnTo>
                <a:lnTo>
                  <a:pt x="631" y="238"/>
                </a:lnTo>
                <a:lnTo>
                  <a:pt x="640" y="209"/>
                </a:lnTo>
                <a:lnTo>
                  <a:pt x="643" y="178"/>
                </a:lnTo>
                <a:lnTo>
                  <a:pt x="640" y="146"/>
                </a:lnTo>
                <a:lnTo>
                  <a:pt x="632" y="116"/>
                </a:lnTo>
                <a:lnTo>
                  <a:pt x="618" y="90"/>
                </a:lnTo>
                <a:lnTo>
                  <a:pt x="600" y="68"/>
                </a:lnTo>
                <a:lnTo>
                  <a:pt x="577" y="48"/>
                </a:lnTo>
                <a:lnTo>
                  <a:pt x="551" y="34"/>
                </a:lnTo>
                <a:lnTo>
                  <a:pt x="521" y="25"/>
                </a:lnTo>
                <a:lnTo>
                  <a:pt x="488" y="22"/>
                </a:lnTo>
                <a:close/>
                <a:moveTo>
                  <a:pt x="63" y="0"/>
                </a:moveTo>
                <a:lnTo>
                  <a:pt x="602" y="0"/>
                </a:lnTo>
                <a:lnTo>
                  <a:pt x="622" y="4"/>
                </a:lnTo>
                <a:lnTo>
                  <a:pt x="639" y="12"/>
                </a:lnTo>
                <a:lnTo>
                  <a:pt x="653" y="26"/>
                </a:lnTo>
                <a:lnTo>
                  <a:pt x="663" y="43"/>
                </a:lnTo>
                <a:lnTo>
                  <a:pt x="665" y="63"/>
                </a:lnTo>
                <a:lnTo>
                  <a:pt x="665" y="395"/>
                </a:lnTo>
                <a:lnTo>
                  <a:pt x="663" y="415"/>
                </a:lnTo>
                <a:lnTo>
                  <a:pt x="653" y="432"/>
                </a:lnTo>
                <a:lnTo>
                  <a:pt x="639" y="445"/>
                </a:lnTo>
                <a:lnTo>
                  <a:pt x="622" y="454"/>
                </a:lnTo>
                <a:lnTo>
                  <a:pt x="602" y="457"/>
                </a:lnTo>
                <a:lnTo>
                  <a:pt x="63" y="457"/>
                </a:lnTo>
                <a:lnTo>
                  <a:pt x="43" y="454"/>
                </a:lnTo>
                <a:lnTo>
                  <a:pt x="26" y="445"/>
                </a:lnTo>
                <a:lnTo>
                  <a:pt x="13" y="432"/>
                </a:lnTo>
                <a:lnTo>
                  <a:pt x="4" y="415"/>
                </a:lnTo>
                <a:lnTo>
                  <a:pt x="0" y="395"/>
                </a:lnTo>
                <a:lnTo>
                  <a:pt x="0" y="63"/>
                </a:lnTo>
                <a:lnTo>
                  <a:pt x="4" y="43"/>
                </a:lnTo>
                <a:lnTo>
                  <a:pt x="13" y="26"/>
                </a:lnTo>
                <a:lnTo>
                  <a:pt x="26" y="12"/>
                </a:lnTo>
                <a:lnTo>
                  <a:pt x="43" y="4"/>
                </a:lnTo>
                <a:lnTo>
                  <a:pt x="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21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68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Users &amp; User-</a:t>
            </a:r>
            <a:r>
              <a:rPr kumimoji="1"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ettes</a:t>
            </a:r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#1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auto">
          <a:xfrm>
            <a:off x="6386997" y="1170844"/>
            <a:ext cx="438211" cy="1080000"/>
          </a:xfrm>
          <a:custGeom>
            <a:avLst/>
            <a:gdLst>
              <a:gd name="T0" fmla="*/ 52 w 381"/>
              <a:gd name="T1" fmla="*/ 206 h 939"/>
              <a:gd name="T2" fmla="*/ 341 w 381"/>
              <a:gd name="T3" fmla="*/ 207 h 939"/>
              <a:gd name="T4" fmla="*/ 368 w 381"/>
              <a:gd name="T5" fmla="*/ 220 h 939"/>
              <a:gd name="T6" fmla="*/ 380 w 381"/>
              <a:gd name="T7" fmla="*/ 232 h 939"/>
              <a:gd name="T8" fmla="*/ 381 w 381"/>
              <a:gd name="T9" fmla="*/ 501 h 939"/>
              <a:gd name="T10" fmla="*/ 380 w 381"/>
              <a:gd name="T11" fmla="*/ 508 h 939"/>
              <a:gd name="T12" fmla="*/ 373 w 381"/>
              <a:gd name="T13" fmla="*/ 521 h 939"/>
              <a:gd name="T14" fmla="*/ 354 w 381"/>
              <a:gd name="T15" fmla="*/ 529 h 939"/>
              <a:gd name="T16" fmla="*/ 329 w 381"/>
              <a:gd name="T17" fmla="*/ 521 h 939"/>
              <a:gd name="T18" fmla="*/ 323 w 381"/>
              <a:gd name="T19" fmla="*/ 508 h 939"/>
              <a:gd name="T20" fmla="*/ 324 w 381"/>
              <a:gd name="T21" fmla="*/ 499 h 939"/>
              <a:gd name="T22" fmla="*/ 315 w 381"/>
              <a:gd name="T23" fmla="*/ 326 h 939"/>
              <a:gd name="T24" fmla="*/ 302 w 381"/>
              <a:gd name="T25" fmla="*/ 324 h 939"/>
              <a:gd name="T26" fmla="*/ 294 w 381"/>
              <a:gd name="T27" fmla="*/ 336 h 939"/>
              <a:gd name="T28" fmla="*/ 294 w 381"/>
              <a:gd name="T29" fmla="*/ 912 h 939"/>
              <a:gd name="T30" fmla="*/ 284 w 381"/>
              <a:gd name="T31" fmla="*/ 933 h 939"/>
              <a:gd name="T32" fmla="*/ 268 w 381"/>
              <a:gd name="T33" fmla="*/ 939 h 939"/>
              <a:gd name="T34" fmla="*/ 235 w 381"/>
              <a:gd name="T35" fmla="*/ 939 h 939"/>
              <a:gd name="T36" fmla="*/ 214 w 381"/>
              <a:gd name="T37" fmla="*/ 933 h 939"/>
              <a:gd name="T38" fmla="*/ 206 w 381"/>
              <a:gd name="T39" fmla="*/ 920 h 939"/>
              <a:gd name="T40" fmla="*/ 206 w 381"/>
              <a:gd name="T41" fmla="*/ 912 h 939"/>
              <a:gd name="T42" fmla="*/ 204 w 381"/>
              <a:gd name="T43" fmla="*/ 641 h 939"/>
              <a:gd name="T44" fmla="*/ 198 w 381"/>
              <a:gd name="T45" fmla="*/ 634 h 939"/>
              <a:gd name="T46" fmla="*/ 193 w 381"/>
              <a:gd name="T47" fmla="*/ 631 h 939"/>
              <a:gd name="T48" fmla="*/ 187 w 381"/>
              <a:gd name="T49" fmla="*/ 631 h 939"/>
              <a:gd name="T50" fmla="*/ 180 w 381"/>
              <a:gd name="T51" fmla="*/ 636 h 939"/>
              <a:gd name="T52" fmla="*/ 177 w 381"/>
              <a:gd name="T53" fmla="*/ 641 h 939"/>
              <a:gd name="T54" fmla="*/ 175 w 381"/>
              <a:gd name="T55" fmla="*/ 644 h 939"/>
              <a:gd name="T56" fmla="*/ 175 w 381"/>
              <a:gd name="T57" fmla="*/ 910 h 939"/>
              <a:gd name="T58" fmla="*/ 169 w 381"/>
              <a:gd name="T59" fmla="*/ 931 h 939"/>
              <a:gd name="T60" fmla="*/ 154 w 381"/>
              <a:gd name="T61" fmla="*/ 937 h 939"/>
              <a:gd name="T62" fmla="*/ 146 w 381"/>
              <a:gd name="T63" fmla="*/ 939 h 939"/>
              <a:gd name="T64" fmla="*/ 104 w 381"/>
              <a:gd name="T65" fmla="*/ 936 h 939"/>
              <a:gd name="T66" fmla="*/ 91 w 381"/>
              <a:gd name="T67" fmla="*/ 924 h 939"/>
              <a:gd name="T68" fmla="*/ 88 w 381"/>
              <a:gd name="T69" fmla="*/ 912 h 939"/>
              <a:gd name="T70" fmla="*/ 88 w 381"/>
              <a:gd name="T71" fmla="*/ 340 h 939"/>
              <a:gd name="T72" fmla="*/ 76 w 381"/>
              <a:gd name="T73" fmla="*/ 323 h 939"/>
              <a:gd name="T74" fmla="*/ 66 w 381"/>
              <a:gd name="T75" fmla="*/ 328 h 939"/>
              <a:gd name="T76" fmla="*/ 60 w 381"/>
              <a:gd name="T77" fmla="*/ 336 h 939"/>
              <a:gd name="T78" fmla="*/ 58 w 381"/>
              <a:gd name="T79" fmla="*/ 499 h 939"/>
              <a:gd name="T80" fmla="*/ 50 w 381"/>
              <a:gd name="T81" fmla="*/ 519 h 939"/>
              <a:gd name="T82" fmla="*/ 36 w 381"/>
              <a:gd name="T83" fmla="*/ 527 h 939"/>
              <a:gd name="T84" fmla="*/ 28 w 381"/>
              <a:gd name="T85" fmla="*/ 527 h 939"/>
              <a:gd name="T86" fmla="*/ 6 w 381"/>
              <a:gd name="T87" fmla="*/ 517 h 939"/>
              <a:gd name="T88" fmla="*/ 0 w 381"/>
              <a:gd name="T89" fmla="*/ 503 h 939"/>
              <a:gd name="T90" fmla="*/ 0 w 381"/>
              <a:gd name="T91" fmla="*/ 235 h 939"/>
              <a:gd name="T92" fmla="*/ 19 w 381"/>
              <a:gd name="T93" fmla="*/ 212 h 939"/>
              <a:gd name="T94" fmla="*/ 41 w 381"/>
              <a:gd name="T95" fmla="*/ 206 h 939"/>
              <a:gd name="T96" fmla="*/ 187 w 381"/>
              <a:gd name="T97" fmla="*/ 0 h 939"/>
              <a:gd name="T98" fmla="*/ 238 w 381"/>
              <a:gd name="T99" fmla="*/ 18 h 939"/>
              <a:gd name="T100" fmla="*/ 271 w 381"/>
              <a:gd name="T101" fmla="*/ 60 h 939"/>
              <a:gd name="T102" fmla="*/ 271 w 381"/>
              <a:gd name="T103" fmla="*/ 117 h 939"/>
              <a:gd name="T104" fmla="*/ 238 w 381"/>
              <a:gd name="T105" fmla="*/ 159 h 939"/>
              <a:gd name="T106" fmla="*/ 187 w 381"/>
              <a:gd name="T107" fmla="*/ 177 h 939"/>
              <a:gd name="T108" fmla="*/ 135 w 381"/>
              <a:gd name="T109" fmla="*/ 159 h 939"/>
              <a:gd name="T110" fmla="*/ 104 w 381"/>
              <a:gd name="T111" fmla="*/ 117 h 939"/>
              <a:gd name="T112" fmla="*/ 104 w 381"/>
              <a:gd name="T113" fmla="*/ 60 h 939"/>
              <a:gd name="T114" fmla="*/ 135 w 381"/>
              <a:gd name="T115" fmla="*/ 18 h 939"/>
              <a:gd name="T116" fmla="*/ 187 w 381"/>
              <a:gd name="T117" fmla="*/ 0 h 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81" h="939">
                <a:moveTo>
                  <a:pt x="49" y="206"/>
                </a:moveTo>
                <a:lnTo>
                  <a:pt x="52" y="206"/>
                </a:lnTo>
                <a:lnTo>
                  <a:pt x="319" y="206"/>
                </a:lnTo>
                <a:lnTo>
                  <a:pt x="341" y="207"/>
                </a:lnTo>
                <a:lnTo>
                  <a:pt x="357" y="212"/>
                </a:lnTo>
                <a:lnTo>
                  <a:pt x="368" y="220"/>
                </a:lnTo>
                <a:lnTo>
                  <a:pt x="376" y="227"/>
                </a:lnTo>
                <a:lnTo>
                  <a:pt x="380" y="232"/>
                </a:lnTo>
                <a:lnTo>
                  <a:pt x="381" y="235"/>
                </a:lnTo>
                <a:lnTo>
                  <a:pt x="381" y="501"/>
                </a:lnTo>
                <a:lnTo>
                  <a:pt x="381" y="503"/>
                </a:lnTo>
                <a:lnTo>
                  <a:pt x="380" y="508"/>
                </a:lnTo>
                <a:lnTo>
                  <a:pt x="378" y="514"/>
                </a:lnTo>
                <a:lnTo>
                  <a:pt x="373" y="521"/>
                </a:lnTo>
                <a:lnTo>
                  <a:pt x="365" y="525"/>
                </a:lnTo>
                <a:lnTo>
                  <a:pt x="354" y="529"/>
                </a:lnTo>
                <a:lnTo>
                  <a:pt x="339" y="525"/>
                </a:lnTo>
                <a:lnTo>
                  <a:pt x="329" y="521"/>
                </a:lnTo>
                <a:lnTo>
                  <a:pt x="324" y="514"/>
                </a:lnTo>
                <a:lnTo>
                  <a:pt x="323" y="508"/>
                </a:lnTo>
                <a:lnTo>
                  <a:pt x="323" y="503"/>
                </a:lnTo>
                <a:lnTo>
                  <a:pt x="324" y="499"/>
                </a:lnTo>
                <a:lnTo>
                  <a:pt x="323" y="337"/>
                </a:lnTo>
                <a:lnTo>
                  <a:pt x="315" y="326"/>
                </a:lnTo>
                <a:lnTo>
                  <a:pt x="307" y="323"/>
                </a:lnTo>
                <a:lnTo>
                  <a:pt x="302" y="324"/>
                </a:lnTo>
                <a:lnTo>
                  <a:pt x="297" y="331"/>
                </a:lnTo>
                <a:lnTo>
                  <a:pt x="294" y="336"/>
                </a:lnTo>
                <a:lnTo>
                  <a:pt x="294" y="337"/>
                </a:lnTo>
                <a:lnTo>
                  <a:pt x="294" y="912"/>
                </a:lnTo>
                <a:lnTo>
                  <a:pt x="290" y="924"/>
                </a:lnTo>
                <a:lnTo>
                  <a:pt x="284" y="933"/>
                </a:lnTo>
                <a:lnTo>
                  <a:pt x="274" y="936"/>
                </a:lnTo>
                <a:lnTo>
                  <a:pt x="268" y="939"/>
                </a:lnTo>
                <a:lnTo>
                  <a:pt x="264" y="939"/>
                </a:lnTo>
                <a:lnTo>
                  <a:pt x="235" y="939"/>
                </a:lnTo>
                <a:lnTo>
                  <a:pt x="222" y="937"/>
                </a:lnTo>
                <a:lnTo>
                  <a:pt x="214" y="933"/>
                </a:lnTo>
                <a:lnTo>
                  <a:pt x="209" y="926"/>
                </a:lnTo>
                <a:lnTo>
                  <a:pt x="206" y="920"/>
                </a:lnTo>
                <a:lnTo>
                  <a:pt x="206" y="915"/>
                </a:lnTo>
                <a:lnTo>
                  <a:pt x="206" y="912"/>
                </a:lnTo>
                <a:lnTo>
                  <a:pt x="206" y="645"/>
                </a:lnTo>
                <a:lnTo>
                  <a:pt x="204" y="641"/>
                </a:lnTo>
                <a:lnTo>
                  <a:pt x="201" y="637"/>
                </a:lnTo>
                <a:lnTo>
                  <a:pt x="198" y="634"/>
                </a:lnTo>
                <a:lnTo>
                  <a:pt x="195" y="632"/>
                </a:lnTo>
                <a:lnTo>
                  <a:pt x="193" y="631"/>
                </a:lnTo>
                <a:lnTo>
                  <a:pt x="191" y="631"/>
                </a:lnTo>
                <a:lnTo>
                  <a:pt x="187" y="631"/>
                </a:lnTo>
                <a:lnTo>
                  <a:pt x="183" y="632"/>
                </a:lnTo>
                <a:lnTo>
                  <a:pt x="180" y="636"/>
                </a:lnTo>
                <a:lnTo>
                  <a:pt x="178" y="637"/>
                </a:lnTo>
                <a:lnTo>
                  <a:pt x="177" y="641"/>
                </a:lnTo>
                <a:lnTo>
                  <a:pt x="175" y="642"/>
                </a:lnTo>
                <a:lnTo>
                  <a:pt x="175" y="644"/>
                </a:lnTo>
                <a:lnTo>
                  <a:pt x="175" y="645"/>
                </a:lnTo>
                <a:lnTo>
                  <a:pt x="175" y="910"/>
                </a:lnTo>
                <a:lnTo>
                  <a:pt x="174" y="921"/>
                </a:lnTo>
                <a:lnTo>
                  <a:pt x="169" y="931"/>
                </a:lnTo>
                <a:lnTo>
                  <a:pt x="161" y="936"/>
                </a:lnTo>
                <a:lnTo>
                  <a:pt x="154" y="937"/>
                </a:lnTo>
                <a:lnTo>
                  <a:pt x="149" y="939"/>
                </a:lnTo>
                <a:lnTo>
                  <a:pt x="146" y="939"/>
                </a:lnTo>
                <a:lnTo>
                  <a:pt x="117" y="939"/>
                </a:lnTo>
                <a:lnTo>
                  <a:pt x="104" y="936"/>
                </a:lnTo>
                <a:lnTo>
                  <a:pt x="96" y="931"/>
                </a:lnTo>
                <a:lnTo>
                  <a:pt x="91" y="924"/>
                </a:lnTo>
                <a:lnTo>
                  <a:pt x="89" y="916"/>
                </a:lnTo>
                <a:lnTo>
                  <a:pt x="88" y="912"/>
                </a:lnTo>
                <a:lnTo>
                  <a:pt x="88" y="910"/>
                </a:lnTo>
                <a:lnTo>
                  <a:pt x="88" y="340"/>
                </a:lnTo>
                <a:lnTo>
                  <a:pt x="83" y="328"/>
                </a:lnTo>
                <a:lnTo>
                  <a:pt x="76" y="323"/>
                </a:lnTo>
                <a:lnTo>
                  <a:pt x="71" y="323"/>
                </a:lnTo>
                <a:lnTo>
                  <a:pt x="66" y="328"/>
                </a:lnTo>
                <a:lnTo>
                  <a:pt x="62" y="332"/>
                </a:lnTo>
                <a:lnTo>
                  <a:pt x="60" y="336"/>
                </a:lnTo>
                <a:lnTo>
                  <a:pt x="58" y="339"/>
                </a:lnTo>
                <a:lnTo>
                  <a:pt x="58" y="499"/>
                </a:lnTo>
                <a:lnTo>
                  <a:pt x="57" y="511"/>
                </a:lnTo>
                <a:lnTo>
                  <a:pt x="50" y="519"/>
                </a:lnTo>
                <a:lnTo>
                  <a:pt x="44" y="524"/>
                </a:lnTo>
                <a:lnTo>
                  <a:pt x="36" y="527"/>
                </a:lnTo>
                <a:lnTo>
                  <a:pt x="31" y="527"/>
                </a:lnTo>
                <a:lnTo>
                  <a:pt x="28" y="527"/>
                </a:lnTo>
                <a:lnTo>
                  <a:pt x="15" y="525"/>
                </a:lnTo>
                <a:lnTo>
                  <a:pt x="6" y="517"/>
                </a:lnTo>
                <a:lnTo>
                  <a:pt x="2" y="509"/>
                </a:lnTo>
                <a:lnTo>
                  <a:pt x="0" y="503"/>
                </a:lnTo>
                <a:lnTo>
                  <a:pt x="0" y="501"/>
                </a:lnTo>
                <a:lnTo>
                  <a:pt x="0" y="235"/>
                </a:lnTo>
                <a:lnTo>
                  <a:pt x="8" y="220"/>
                </a:lnTo>
                <a:lnTo>
                  <a:pt x="19" y="212"/>
                </a:lnTo>
                <a:lnTo>
                  <a:pt x="31" y="207"/>
                </a:lnTo>
                <a:lnTo>
                  <a:pt x="41" y="206"/>
                </a:lnTo>
                <a:lnTo>
                  <a:pt x="49" y="206"/>
                </a:lnTo>
                <a:close/>
                <a:moveTo>
                  <a:pt x="187" y="0"/>
                </a:moveTo>
                <a:lnTo>
                  <a:pt x="214" y="5"/>
                </a:lnTo>
                <a:lnTo>
                  <a:pt x="238" y="18"/>
                </a:lnTo>
                <a:lnTo>
                  <a:pt x="258" y="36"/>
                </a:lnTo>
                <a:lnTo>
                  <a:pt x="271" y="60"/>
                </a:lnTo>
                <a:lnTo>
                  <a:pt x="276" y="87"/>
                </a:lnTo>
                <a:lnTo>
                  <a:pt x="271" y="117"/>
                </a:lnTo>
                <a:lnTo>
                  <a:pt x="258" y="139"/>
                </a:lnTo>
                <a:lnTo>
                  <a:pt x="238" y="159"/>
                </a:lnTo>
                <a:lnTo>
                  <a:pt x="214" y="172"/>
                </a:lnTo>
                <a:lnTo>
                  <a:pt x="187" y="177"/>
                </a:lnTo>
                <a:lnTo>
                  <a:pt x="159" y="172"/>
                </a:lnTo>
                <a:lnTo>
                  <a:pt x="135" y="159"/>
                </a:lnTo>
                <a:lnTo>
                  <a:pt x="117" y="139"/>
                </a:lnTo>
                <a:lnTo>
                  <a:pt x="104" y="117"/>
                </a:lnTo>
                <a:lnTo>
                  <a:pt x="101" y="87"/>
                </a:lnTo>
                <a:lnTo>
                  <a:pt x="104" y="60"/>
                </a:lnTo>
                <a:lnTo>
                  <a:pt x="117" y="36"/>
                </a:lnTo>
                <a:lnTo>
                  <a:pt x="135" y="18"/>
                </a:lnTo>
                <a:lnTo>
                  <a:pt x="159" y="5"/>
                </a:lnTo>
                <a:lnTo>
                  <a:pt x="18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7"/>
          <p:cNvSpPr>
            <a:spLocks noChangeAspect="1" noEditPoints="1"/>
          </p:cNvSpPr>
          <p:nvPr/>
        </p:nvSpPr>
        <p:spPr bwMode="auto">
          <a:xfrm>
            <a:off x="7977336" y="1170844"/>
            <a:ext cx="537125" cy="1080000"/>
          </a:xfrm>
          <a:custGeom>
            <a:avLst/>
            <a:gdLst>
              <a:gd name="T0" fmla="*/ 318 w 467"/>
              <a:gd name="T1" fmla="*/ 206 h 939"/>
              <a:gd name="T2" fmla="*/ 357 w 467"/>
              <a:gd name="T3" fmla="*/ 224 h 939"/>
              <a:gd name="T4" fmla="*/ 464 w 467"/>
              <a:gd name="T5" fmla="*/ 474 h 939"/>
              <a:gd name="T6" fmla="*/ 461 w 467"/>
              <a:gd name="T7" fmla="*/ 514 h 939"/>
              <a:gd name="T8" fmla="*/ 442 w 467"/>
              <a:gd name="T9" fmla="*/ 525 h 939"/>
              <a:gd name="T10" fmla="*/ 417 w 467"/>
              <a:gd name="T11" fmla="*/ 514 h 939"/>
              <a:gd name="T12" fmla="*/ 403 w 467"/>
              <a:gd name="T13" fmla="*/ 490 h 939"/>
              <a:gd name="T14" fmla="*/ 320 w 467"/>
              <a:gd name="T15" fmla="*/ 323 h 939"/>
              <a:gd name="T16" fmla="*/ 310 w 467"/>
              <a:gd name="T17" fmla="*/ 332 h 939"/>
              <a:gd name="T18" fmla="*/ 388 w 467"/>
              <a:gd name="T19" fmla="*/ 587 h 939"/>
              <a:gd name="T20" fmla="*/ 390 w 467"/>
              <a:gd name="T21" fmla="*/ 615 h 939"/>
              <a:gd name="T22" fmla="*/ 382 w 467"/>
              <a:gd name="T23" fmla="*/ 616 h 939"/>
              <a:gd name="T24" fmla="*/ 320 w 467"/>
              <a:gd name="T25" fmla="*/ 923 h 939"/>
              <a:gd name="T26" fmla="*/ 300 w 467"/>
              <a:gd name="T27" fmla="*/ 937 h 939"/>
              <a:gd name="T28" fmla="*/ 266 w 467"/>
              <a:gd name="T29" fmla="*/ 939 h 939"/>
              <a:gd name="T30" fmla="*/ 239 w 467"/>
              <a:gd name="T31" fmla="*/ 924 h 939"/>
              <a:gd name="T32" fmla="*/ 234 w 467"/>
              <a:gd name="T33" fmla="*/ 910 h 939"/>
              <a:gd name="T34" fmla="*/ 232 w 467"/>
              <a:gd name="T35" fmla="*/ 623 h 939"/>
              <a:gd name="T36" fmla="*/ 224 w 467"/>
              <a:gd name="T37" fmla="*/ 616 h 939"/>
              <a:gd name="T38" fmla="*/ 219 w 467"/>
              <a:gd name="T39" fmla="*/ 616 h 939"/>
              <a:gd name="T40" fmla="*/ 206 w 467"/>
              <a:gd name="T41" fmla="*/ 621 h 939"/>
              <a:gd name="T42" fmla="*/ 205 w 467"/>
              <a:gd name="T43" fmla="*/ 629 h 939"/>
              <a:gd name="T44" fmla="*/ 205 w 467"/>
              <a:gd name="T45" fmla="*/ 912 h 939"/>
              <a:gd name="T46" fmla="*/ 190 w 467"/>
              <a:gd name="T47" fmla="*/ 937 h 939"/>
              <a:gd name="T48" fmla="*/ 176 w 467"/>
              <a:gd name="T49" fmla="*/ 939 h 939"/>
              <a:gd name="T50" fmla="*/ 124 w 467"/>
              <a:gd name="T51" fmla="*/ 933 h 939"/>
              <a:gd name="T52" fmla="*/ 117 w 467"/>
              <a:gd name="T53" fmla="*/ 915 h 939"/>
              <a:gd name="T54" fmla="*/ 54 w 467"/>
              <a:gd name="T55" fmla="*/ 616 h 939"/>
              <a:gd name="T56" fmla="*/ 44 w 467"/>
              <a:gd name="T57" fmla="*/ 602 h 939"/>
              <a:gd name="T58" fmla="*/ 54 w 467"/>
              <a:gd name="T59" fmla="*/ 582 h 939"/>
              <a:gd name="T60" fmla="*/ 143 w 467"/>
              <a:gd name="T61" fmla="*/ 328 h 939"/>
              <a:gd name="T62" fmla="*/ 127 w 467"/>
              <a:gd name="T63" fmla="*/ 328 h 939"/>
              <a:gd name="T64" fmla="*/ 117 w 467"/>
              <a:gd name="T65" fmla="*/ 339 h 939"/>
              <a:gd name="T66" fmla="*/ 43 w 467"/>
              <a:gd name="T67" fmla="*/ 524 h 939"/>
              <a:gd name="T68" fmla="*/ 23 w 467"/>
              <a:gd name="T69" fmla="*/ 530 h 939"/>
              <a:gd name="T70" fmla="*/ 0 w 467"/>
              <a:gd name="T71" fmla="*/ 504 h 939"/>
              <a:gd name="T72" fmla="*/ 4 w 467"/>
              <a:gd name="T73" fmla="*/ 477 h 939"/>
              <a:gd name="T74" fmla="*/ 96 w 467"/>
              <a:gd name="T75" fmla="*/ 222 h 939"/>
              <a:gd name="T76" fmla="*/ 129 w 467"/>
              <a:gd name="T77" fmla="*/ 206 h 939"/>
              <a:gd name="T78" fmla="*/ 249 w 467"/>
              <a:gd name="T79" fmla="*/ 5 h 939"/>
              <a:gd name="T80" fmla="*/ 305 w 467"/>
              <a:gd name="T81" fmla="*/ 60 h 939"/>
              <a:gd name="T82" fmla="*/ 292 w 467"/>
              <a:gd name="T83" fmla="*/ 139 h 939"/>
              <a:gd name="T84" fmla="*/ 221 w 467"/>
              <a:gd name="T85" fmla="*/ 177 h 939"/>
              <a:gd name="T86" fmla="*/ 151 w 467"/>
              <a:gd name="T87" fmla="*/ 139 h 939"/>
              <a:gd name="T88" fmla="*/ 138 w 467"/>
              <a:gd name="T89" fmla="*/ 60 h 939"/>
              <a:gd name="T90" fmla="*/ 193 w 467"/>
              <a:gd name="T91" fmla="*/ 5 h 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67" h="939">
                <a:moveTo>
                  <a:pt x="137" y="206"/>
                </a:moveTo>
                <a:lnTo>
                  <a:pt x="140" y="206"/>
                </a:lnTo>
                <a:lnTo>
                  <a:pt x="318" y="206"/>
                </a:lnTo>
                <a:lnTo>
                  <a:pt x="336" y="209"/>
                </a:lnTo>
                <a:lnTo>
                  <a:pt x="349" y="216"/>
                </a:lnTo>
                <a:lnTo>
                  <a:pt x="357" y="224"/>
                </a:lnTo>
                <a:lnTo>
                  <a:pt x="362" y="232"/>
                </a:lnTo>
                <a:lnTo>
                  <a:pt x="364" y="235"/>
                </a:lnTo>
                <a:lnTo>
                  <a:pt x="464" y="474"/>
                </a:lnTo>
                <a:lnTo>
                  <a:pt x="467" y="490"/>
                </a:lnTo>
                <a:lnTo>
                  <a:pt x="466" y="504"/>
                </a:lnTo>
                <a:lnTo>
                  <a:pt x="461" y="514"/>
                </a:lnTo>
                <a:lnTo>
                  <a:pt x="455" y="521"/>
                </a:lnTo>
                <a:lnTo>
                  <a:pt x="448" y="524"/>
                </a:lnTo>
                <a:lnTo>
                  <a:pt x="442" y="525"/>
                </a:lnTo>
                <a:lnTo>
                  <a:pt x="440" y="527"/>
                </a:lnTo>
                <a:lnTo>
                  <a:pt x="427" y="524"/>
                </a:lnTo>
                <a:lnTo>
                  <a:pt x="417" y="514"/>
                </a:lnTo>
                <a:lnTo>
                  <a:pt x="409" y="504"/>
                </a:lnTo>
                <a:lnTo>
                  <a:pt x="404" y="495"/>
                </a:lnTo>
                <a:lnTo>
                  <a:pt x="403" y="490"/>
                </a:lnTo>
                <a:lnTo>
                  <a:pt x="336" y="337"/>
                </a:lnTo>
                <a:lnTo>
                  <a:pt x="328" y="326"/>
                </a:lnTo>
                <a:lnTo>
                  <a:pt x="320" y="323"/>
                </a:lnTo>
                <a:lnTo>
                  <a:pt x="315" y="324"/>
                </a:lnTo>
                <a:lnTo>
                  <a:pt x="312" y="328"/>
                </a:lnTo>
                <a:lnTo>
                  <a:pt x="310" y="332"/>
                </a:lnTo>
                <a:lnTo>
                  <a:pt x="309" y="337"/>
                </a:lnTo>
                <a:lnTo>
                  <a:pt x="309" y="339"/>
                </a:lnTo>
                <a:lnTo>
                  <a:pt x="388" y="587"/>
                </a:lnTo>
                <a:lnTo>
                  <a:pt x="393" y="602"/>
                </a:lnTo>
                <a:lnTo>
                  <a:pt x="393" y="610"/>
                </a:lnTo>
                <a:lnTo>
                  <a:pt x="390" y="615"/>
                </a:lnTo>
                <a:lnTo>
                  <a:pt x="386" y="616"/>
                </a:lnTo>
                <a:lnTo>
                  <a:pt x="383" y="616"/>
                </a:lnTo>
                <a:lnTo>
                  <a:pt x="382" y="616"/>
                </a:lnTo>
                <a:lnTo>
                  <a:pt x="322" y="616"/>
                </a:lnTo>
                <a:lnTo>
                  <a:pt x="322" y="910"/>
                </a:lnTo>
                <a:lnTo>
                  <a:pt x="320" y="923"/>
                </a:lnTo>
                <a:lnTo>
                  <a:pt x="313" y="931"/>
                </a:lnTo>
                <a:lnTo>
                  <a:pt x="307" y="936"/>
                </a:lnTo>
                <a:lnTo>
                  <a:pt x="300" y="937"/>
                </a:lnTo>
                <a:lnTo>
                  <a:pt x="294" y="939"/>
                </a:lnTo>
                <a:lnTo>
                  <a:pt x="292" y="939"/>
                </a:lnTo>
                <a:lnTo>
                  <a:pt x="266" y="939"/>
                </a:lnTo>
                <a:lnTo>
                  <a:pt x="253" y="936"/>
                </a:lnTo>
                <a:lnTo>
                  <a:pt x="244" y="931"/>
                </a:lnTo>
                <a:lnTo>
                  <a:pt x="239" y="924"/>
                </a:lnTo>
                <a:lnTo>
                  <a:pt x="236" y="918"/>
                </a:lnTo>
                <a:lnTo>
                  <a:pt x="236" y="913"/>
                </a:lnTo>
                <a:lnTo>
                  <a:pt x="234" y="910"/>
                </a:lnTo>
                <a:lnTo>
                  <a:pt x="234" y="631"/>
                </a:lnTo>
                <a:lnTo>
                  <a:pt x="234" y="626"/>
                </a:lnTo>
                <a:lnTo>
                  <a:pt x="232" y="623"/>
                </a:lnTo>
                <a:lnTo>
                  <a:pt x="229" y="620"/>
                </a:lnTo>
                <a:lnTo>
                  <a:pt x="227" y="618"/>
                </a:lnTo>
                <a:lnTo>
                  <a:pt x="224" y="616"/>
                </a:lnTo>
                <a:lnTo>
                  <a:pt x="221" y="616"/>
                </a:lnTo>
                <a:lnTo>
                  <a:pt x="219" y="616"/>
                </a:lnTo>
                <a:lnTo>
                  <a:pt x="219" y="616"/>
                </a:lnTo>
                <a:lnTo>
                  <a:pt x="213" y="616"/>
                </a:lnTo>
                <a:lnTo>
                  <a:pt x="210" y="618"/>
                </a:lnTo>
                <a:lnTo>
                  <a:pt x="206" y="621"/>
                </a:lnTo>
                <a:lnTo>
                  <a:pt x="205" y="624"/>
                </a:lnTo>
                <a:lnTo>
                  <a:pt x="205" y="626"/>
                </a:lnTo>
                <a:lnTo>
                  <a:pt x="205" y="629"/>
                </a:lnTo>
                <a:lnTo>
                  <a:pt x="205" y="631"/>
                </a:lnTo>
                <a:lnTo>
                  <a:pt x="205" y="631"/>
                </a:lnTo>
                <a:lnTo>
                  <a:pt x="205" y="912"/>
                </a:lnTo>
                <a:lnTo>
                  <a:pt x="201" y="924"/>
                </a:lnTo>
                <a:lnTo>
                  <a:pt x="197" y="933"/>
                </a:lnTo>
                <a:lnTo>
                  <a:pt x="190" y="937"/>
                </a:lnTo>
                <a:lnTo>
                  <a:pt x="184" y="939"/>
                </a:lnTo>
                <a:lnTo>
                  <a:pt x="179" y="939"/>
                </a:lnTo>
                <a:lnTo>
                  <a:pt x="176" y="939"/>
                </a:lnTo>
                <a:lnTo>
                  <a:pt x="145" y="939"/>
                </a:lnTo>
                <a:lnTo>
                  <a:pt x="132" y="937"/>
                </a:lnTo>
                <a:lnTo>
                  <a:pt x="124" y="933"/>
                </a:lnTo>
                <a:lnTo>
                  <a:pt x="120" y="926"/>
                </a:lnTo>
                <a:lnTo>
                  <a:pt x="117" y="920"/>
                </a:lnTo>
                <a:lnTo>
                  <a:pt x="117" y="915"/>
                </a:lnTo>
                <a:lnTo>
                  <a:pt x="117" y="912"/>
                </a:lnTo>
                <a:lnTo>
                  <a:pt x="117" y="615"/>
                </a:lnTo>
                <a:lnTo>
                  <a:pt x="54" y="616"/>
                </a:lnTo>
                <a:lnTo>
                  <a:pt x="46" y="613"/>
                </a:lnTo>
                <a:lnTo>
                  <a:pt x="44" y="608"/>
                </a:lnTo>
                <a:lnTo>
                  <a:pt x="44" y="602"/>
                </a:lnTo>
                <a:lnTo>
                  <a:pt x="47" y="594"/>
                </a:lnTo>
                <a:lnTo>
                  <a:pt x="51" y="587"/>
                </a:lnTo>
                <a:lnTo>
                  <a:pt x="54" y="582"/>
                </a:lnTo>
                <a:lnTo>
                  <a:pt x="56" y="581"/>
                </a:lnTo>
                <a:lnTo>
                  <a:pt x="146" y="339"/>
                </a:lnTo>
                <a:lnTo>
                  <a:pt x="143" y="328"/>
                </a:lnTo>
                <a:lnTo>
                  <a:pt x="138" y="323"/>
                </a:lnTo>
                <a:lnTo>
                  <a:pt x="132" y="323"/>
                </a:lnTo>
                <a:lnTo>
                  <a:pt x="127" y="328"/>
                </a:lnTo>
                <a:lnTo>
                  <a:pt x="122" y="332"/>
                </a:lnTo>
                <a:lnTo>
                  <a:pt x="119" y="337"/>
                </a:lnTo>
                <a:lnTo>
                  <a:pt x="117" y="339"/>
                </a:lnTo>
                <a:lnTo>
                  <a:pt x="64" y="498"/>
                </a:lnTo>
                <a:lnTo>
                  <a:pt x="52" y="514"/>
                </a:lnTo>
                <a:lnTo>
                  <a:pt x="43" y="524"/>
                </a:lnTo>
                <a:lnTo>
                  <a:pt x="33" y="529"/>
                </a:lnTo>
                <a:lnTo>
                  <a:pt x="26" y="530"/>
                </a:lnTo>
                <a:lnTo>
                  <a:pt x="23" y="530"/>
                </a:lnTo>
                <a:lnTo>
                  <a:pt x="10" y="524"/>
                </a:lnTo>
                <a:lnTo>
                  <a:pt x="4" y="516"/>
                </a:lnTo>
                <a:lnTo>
                  <a:pt x="0" y="504"/>
                </a:lnTo>
                <a:lnTo>
                  <a:pt x="0" y="493"/>
                </a:lnTo>
                <a:lnTo>
                  <a:pt x="2" y="483"/>
                </a:lnTo>
                <a:lnTo>
                  <a:pt x="4" y="477"/>
                </a:lnTo>
                <a:lnTo>
                  <a:pt x="4" y="474"/>
                </a:lnTo>
                <a:lnTo>
                  <a:pt x="88" y="235"/>
                </a:lnTo>
                <a:lnTo>
                  <a:pt x="96" y="222"/>
                </a:lnTo>
                <a:lnTo>
                  <a:pt x="106" y="212"/>
                </a:lnTo>
                <a:lnTo>
                  <a:pt x="117" y="207"/>
                </a:lnTo>
                <a:lnTo>
                  <a:pt x="129" y="206"/>
                </a:lnTo>
                <a:lnTo>
                  <a:pt x="137" y="206"/>
                </a:lnTo>
                <a:close/>
                <a:moveTo>
                  <a:pt x="221" y="0"/>
                </a:moveTo>
                <a:lnTo>
                  <a:pt x="249" y="5"/>
                </a:lnTo>
                <a:lnTo>
                  <a:pt x="273" y="18"/>
                </a:lnTo>
                <a:lnTo>
                  <a:pt x="292" y="36"/>
                </a:lnTo>
                <a:lnTo>
                  <a:pt x="305" y="60"/>
                </a:lnTo>
                <a:lnTo>
                  <a:pt x="310" y="87"/>
                </a:lnTo>
                <a:lnTo>
                  <a:pt x="305" y="117"/>
                </a:lnTo>
                <a:lnTo>
                  <a:pt x="292" y="139"/>
                </a:lnTo>
                <a:lnTo>
                  <a:pt x="273" y="159"/>
                </a:lnTo>
                <a:lnTo>
                  <a:pt x="249" y="172"/>
                </a:lnTo>
                <a:lnTo>
                  <a:pt x="221" y="177"/>
                </a:lnTo>
                <a:lnTo>
                  <a:pt x="193" y="172"/>
                </a:lnTo>
                <a:lnTo>
                  <a:pt x="169" y="159"/>
                </a:lnTo>
                <a:lnTo>
                  <a:pt x="151" y="139"/>
                </a:lnTo>
                <a:lnTo>
                  <a:pt x="138" y="117"/>
                </a:lnTo>
                <a:lnTo>
                  <a:pt x="135" y="87"/>
                </a:lnTo>
                <a:lnTo>
                  <a:pt x="138" y="60"/>
                </a:lnTo>
                <a:lnTo>
                  <a:pt x="151" y="36"/>
                </a:lnTo>
                <a:lnTo>
                  <a:pt x="169" y="18"/>
                </a:lnTo>
                <a:lnTo>
                  <a:pt x="193" y="5"/>
                </a:lnTo>
                <a:lnTo>
                  <a:pt x="2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8"/>
          <p:cNvSpPr>
            <a:spLocks noChangeAspect="1"/>
          </p:cNvSpPr>
          <p:nvPr/>
        </p:nvSpPr>
        <p:spPr bwMode="auto">
          <a:xfrm>
            <a:off x="1097795" y="2870279"/>
            <a:ext cx="1080000" cy="1098722"/>
          </a:xfrm>
          <a:custGeom>
            <a:avLst/>
            <a:gdLst>
              <a:gd name="T0" fmla="*/ 516 w 923"/>
              <a:gd name="T1" fmla="*/ 11 h 939"/>
              <a:gd name="T2" fmla="*/ 548 w 923"/>
              <a:gd name="T3" fmla="*/ 44 h 939"/>
              <a:gd name="T4" fmla="*/ 576 w 923"/>
              <a:gd name="T5" fmla="*/ 47 h 939"/>
              <a:gd name="T6" fmla="*/ 615 w 923"/>
              <a:gd name="T7" fmla="*/ 50 h 939"/>
              <a:gd name="T8" fmla="*/ 654 w 923"/>
              <a:gd name="T9" fmla="*/ 81 h 939"/>
              <a:gd name="T10" fmla="*/ 664 w 923"/>
              <a:gd name="T11" fmla="*/ 130 h 939"/>
              <a:gd name="T12" fmla="*/ 667 w 923"/>
              <a:gd name="T13" fmla="*/ 175 h 939"/>
              <a:gd name="T14" fmla="*/ 667 w 923"/>
              <a:gd name="T15" fmla="*/ 253 h 939"/>
              <a:gd name="T16" fmla="*/ 664 w 923"/>
              <a:gd name="T17" fmla="*/ 282 h 939"/>
              <a:gd name="T18" fmla="*/ 668 w 923"/>
              <a:gd name="T19" fmla="*/ 289 h 939"/>
              <a:gd name="T20" fmla="*/ 673 w 923"/>
              <a:gd name="T21" fmla="*/ 289 h 939"/>
              <a:gd name="T22" fmla="*/ 685 w 923"/>
              <a:gd name="T23" fmla="*/ 292 h 939"/>
              <a:gd name="T24" fmla="*/ 698 w 923"/>
              <a:gd name="T25" fmla="*/ 329 h 939"/>
              <a:gd name="T26" fmla="*/ 699 w 923"/>
              <a:gd name="T27" fmla="*/ 375 h 939"/>
              <a:gd name="T28" fmla="*/ 693 w 923"/>
              <a:gd name="T29" fmla="*/ 399 h 939"/>
              <a:gd name="T30" fmla="*/ 662 w 923"/>
              <a:gd name="T31" fmla="*/ 425 h 939"/>
              <a:gd name="T32" fmla="*/ 621 w 923"/>
              <a:gd name="T33" fmla="*/ 483 h 939"/>
              <a:gd name="T34" fmla="*/ 584 w 923"/>
              <a:gd name="T35" fmla="*/ 529 h 939"/>
              <a:gd name="T36" fmla="*/ 574 w 923"/>
              <a:gd name="T37" fmla="*/ 542 h 939"/>
              <a:gd name="T38" fmla="*/ 573 w 923"/>
              <a:gd name="T39" fmla="*/ 585 h 939"/>
              <a:gd name="T40" fmla="*/ 571 w 923"/>
              <a:gd name="T41" fmla="*/ 607 h 939"/>
              <a:gd name="T42" fmla="*/ 579 w 923"/>
              <a:gd name="T43" fmla="*/ 639 h 939"/>
              <a:gd name="T44" fmla="*/ 625 w 923"/>
              <a:gd name="T45" fmla="*/ 678 h 939"/>
              <a:gd name="T46" fmla="*/ 733 w 923"/>
              <a:gd name="T47" fmla="*/ 702 h 939"/>
              <a:gd name="T48" fmla="*/ 822 w 923"/>
              <a:gd name="T49" fmla="*/ 733 h 939"/>
              <a:gd name="T50" fmla="*/ 870 w 923"/>
              <a:gd name="T51" fmla="*/ 769 h 939"/>
              <a:gd name="T52" fmla="*/ 897 w 923"/>
              <a:gd name="T53" fmla="*/ 801 h 939"/>
              <a:gd name="T54" fmla="*/ 915 w 923"/>
              <a:gd name="T55" fmla="*/ 873 h 939"/>
              <a:gd name="T56" fmla="*/ 921 w 923"/>
              <a:gd name="T57" fmla="*/ 934 h 939"/>
              <a:gd name="T58" fmla="*/ 0 w 923"/>
              <a:gd name="T59" fmla="*/ 933 h 939"/>
              <a:gd name="T60" fmla="*/ 2 w 923"/>
              <a:gd name="T61" fmla="*/ 873 h 939"/>
              <a:gd name="T62" fmla="*/ 16 w 923"/>
              <a:gd name="T63" fmla="*/ 801 h 939"/>
              <a:gd name="T64" fmla="*/ 46 w 923"/>
              <a:gd name="T65" fmla="*/ 769 h 939"/>
              <a:gd name="T66" fmla="*/ 91 w 923"/>
              <a:gd name="T67" fmla="*/ 733 h 939"/>
              <a:gd name="T68" fmla="*/ 179 w 923"/>
              <a:gd name="T69" fmla="*/ 702 h 939"/>
              <a:gd name="T70" fmla="*/ 286 w 923"/>
              <a:gd name="T71" fmla="*/ 678 h 939"/>
              <a:gd name="T72" fmla="*/ 334 w 923"/>
              <a:gd name="T73" fmla="*/ 645 h 939"/>
              <a:gd name="T74" fmla="*/ 347 w 923"/>
              <a:gd name="T75" fmla="*/ 613 h 939"/>
              <a:gd name="T76" fmla="*/ 351 w 923"/>
              <a:gd name="T77" fmla="*/ 600 h 939"/>
              <a:gd name="T78" fmla="*/ 349 w 923"/>
              <a:gd name="T79" fmla="*/ 550 h 939"/>
              <a:gd name="T80" fmla="*/ 346 w 923"/>
              <a:gd name="T81" fmla="*/ 532 h 939"/>
              <a:gd name="T82" fmla="*/ 310 w 923"/>
              <a:gd name="T83" fmla="*/ 501 h 939"/>
              <a:gd name="T84" fmla="*/ 269 w 923"/>
              <a:gd name="T85" fmla="*/ 438 h 939"/>
              <a:gd name="T86" fmla="*/ 232 w 923"/>
              <a:gd name="T87" fmla="*/ 413 h 939"/>
              <a:gd name="T88" fmla="*/ 226 w 923"/>
              <a:gd name="T89" fmla="*/ 384 h 939"/>
              <a:gd name="T90" fmla="*/ 222 w 923"/>
              <a:gd name="T91" fmla="*/ 358 h 939"/>
              <a:gd name="T92" fmla="*/ 224 w 923"/>
              <a:gd name="T93" fmla="*/ 313 h 939"/>
              <a:gd name="T94" fmla="*/ 242 w 923"/>
              <a:gd name="T95" fmla="*/ 289 h 939"/>
              <a:gd name="T96" fmla="*/ 245 w 923"/>
              <a:gd name="T97" fmla="*/ 289 h 939"/>
              <a:gd name="T98" fmla="*/ 252 w 923"/>
              <a:gd name="T99" fmla="*/ 284 h 939"/>
              <a:gd name="T100" fmla="*/ 255 w 923"/>
              <a:gd name="T101" fmla="*/ 272 h 939"/>
              <a:gd name="T102" fmla="*/ 253 w 923"/>
              <a:gd name="T103" fmla="*/ 212 h 939"/>
              <a:gd name="T104" fmla="*/ 256 w 923"/>
              <a:gd name="T105" fmla="*/ 136 h 939"/>
              <a:gd name="T106" fmla="*/ 269 w 923"/>
              <a:gd name="T107" fmla="*/ 87 h 939"/>
              <a:gd name="T108" fmla="*/ 308 w 923"/>
              <a:gd name="T109" fmla="*/ 42 h 939"/>
              <a:gd name="T110" fmla="*/ 359 w 923"/>
              <a:gd name="T111" fmla="*/ 29 h 939"/>
              <a:gd name="T112" fmla="*/ 368 w 923"/>
              <a:gd name="T113" fmla="*/ 31 h 939"/>
              <a:gd name="T114" fmla="*/ 385 w 923"/>
              <a:gd name="T115" fmla="*/ 29 h 939"/>
              <a:gd name="T116" fmla="*/ 406 w 923"/>
              <a:gd name="T117" fmla="*/ 16 h 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23" h="939">
                <a:moveTo>
                  <a:pt x="488" y="0"/>
                </a:moveTo>
                <a:lnTo>
                  <a:pt x="503" y="3"/>
                </a:lnTo>
                <a:lnTo>
                  <a:pt x="516" y="11"/>
                </a:lnTo>
                <a:lnTo>
                  <a:pt x="529" y="23"/>
                </a:lnTo>
                <a:lnTo>
                  <a:pt x="539" y="34"/>
                </a:lnTo>
                <a:lnTo>
                  <a:pt x="548" y="44"/>
                </a:lnTo>
                <a:lnTo>
                  <a:pt x="558" y="47"/>
                </a:lnTo>
                <a:lnTo>
                  <a:pt x="566" y="48"/>
                </a:lnTo>
                <a:lnTo>
                  <a:pt x="576" y="47"/>
                </a:lnTo>
                <a:lnTo>
                  <a:pt x="584" y="47"/>
                </a:lnTo>
                <a:lnTo>
                  <a:pt x="597" y="47"/>
                </a:lnTo>
                <a:lnTo>
                  <a:pt x="615" y="50"/>
                </a:lnTo>
                <a:lnTo>
                  <a:pt x="633" y="57"/>
                </a:lnTo>
                <a:lnTo>
                  <a:pt x="644" y="66"/>
                </a:lnTo>
                <a:lnTo>
                  <a:pt x="654" y="81"/>
                </a:lnTo>
                <a:lnTo>
                  <a:pt x="659" y="97"/>
                </a:lnTo>
                <a:lnTo>
                  <a:pt x="662" y="113"/>
                </a:lnTo>
                <a:lnTo>
                  <a:pt x="664" y="130"/>
                </a:lnTo>
                <a:lnTo>
                  <a:pt x="665" y="144"/>
                </a:lnTo>
                <a:lnTo>
                  <a:pt x="665" y="156"/>
                </a:lnTo>
                <a:lnTo>
                  <a:pt x="667" y="175"/>
                </a:lnTo>
                <a:lnTo>
                  <a:pt x="668" y="201"/>
                </a:lnTo>
                <a:lnTo>
                  <a:pt x="668" y="229"/>
                </a:lnTo>
                <a:lnTo>
                  <a:pt x="667" y="253"/>
                </a:lnTo>
                <a:lnTo>
                  <a:pt x="665" y="272"/>
                </a:lnTo>
                <a:lnTo>
                  <a:pt x="664" y="277"/>
                </a:lnTo>
                <a:lnTo>
                  <a:pt x="664" y="282"/>
                </a:lnTo>
                <a:lnTo>
                  <a:pt x="665" y="285"/>
                </a:lnTo>
                <a:lnTo>
                  <a:pt x="667" y="287"/>
                </a:lnTo>
                <a:lnTo>
                  <a:pt x="668" y="289"/>
                </a:lnTo>
                <a:lnTo>
                  <a:pt x="670" y="289"/>
                </a:lnTo>
                <a:lnTo>
                  <a:pt x="672" y="289"/>
                </a:lnTo>
                <a:lnTo>
                  <a:pt x="673" y="289"/>
                </a:lnTo>
                <a:lnTo>
                  <a:pt x="675" y="289"/>
                </a:lnTo>
                <a:lnTo>
                  <a:pt x="675" y="289"/>
                </a:lnTo>
                <a:lnTo>
                  <a:pt x="685" y="292"/>
                </a:lnTo>
                <a:lnTo>
                  <a:pt x="691" y="302"/>
                </a:lnTo>
                <a:lnTo>
                  <a:pt x="696" y="315"/>
                </a:lnTo>
                <a:lnTo>
                  <a:pt x="698" y="329"/>
                </a:lnTo>
                <a:lnTo>
                  <a:pt x="699" y="345"/>
                </a:lnTo>
                <a:lnTo>
                  <a:pt x="699" y="362"/>
                </a:lnTo>
                <a:lnTo>
                  <a:pt x="699" y="375"/>
                </a:lnTo>
                <a:lnTo>
                  <a:pt x="698" y="383"/>
                </a:lnTo>
                <a:lnTo>
                  <a:pt x="698" y="386"/>
                </a:lnTo>
                <a:lnTo>
                  <a:pt x="693" y="399"/>
                </a:lnTo>
                <a:lnTo>
                  <a:pt x="686" y="409"/>
                </a:lnTo>
                <a:lnTo>
                  <a:pt x="677" y="417"/>
                </a:lnTo>
                <a:lnTo>
                  <a:pt x="662" y="425"/>
                </a:lnTo>
                <a:lnTo>
                  <a:pt x="644" y="436"/>
                </a:lnTo>
                <a:lnTo>
                  <a:pt x="634" y="462"/>
                </a:lnTo>
                <a:lnTo>
                  <a:pt x="621" y="483"/>
                </a:lnTo>
                <a:lnTo>
                  <a:pt x="607" y="503"/>
                </a:lnTo>
                <a:lnTo>
                  <a:pt x="595" y="517"/>
                </a:lnTo>
                <a:lnTo>
                  <a:pt x="584" y="529"/>
                </a:lnTo>
                <a:lnTo>
                  <a:pt x="576" y="535"/>
                </a:lnTo>
                <a:lnTo>
                  <a:pt x="574" y="537"/>
                </a:lnTo>
                <a:lnTo>
                  <a:pt x="574" y="542"/>
                </a:lnTo>
                <a:lnTo>
                  <a:pt x="573" y="555"/>
                </a:lnTo>
                <a:lnTo>
                  <a:pt x="573" y="571"/>
                </a:lnTo>
                <a:lnTo>
                  <a:pt x="573" y="585"/>
                </a:lnTo>
                <a:lnTo>
                  <a:pt x="573" y="595"/>
                </a:lnTo>
                <a:lnTo>
                  <a:pt x="573" y="598"/>
                </a:lnTo>
                <a:lnTo>
                  <a:pt x="571" y="607"/>
                </a:lnTo>
                <a:lnTo>
                  <a:pt x="571" y="615"/>
                </a:lnTo>
                <a:lnTo>
                  <a:pt x="574" y="628"/>
                </a:lnTo>
                <a:lnTo>
                  <a:pt x="579" y="639"/>
                </a:lnTo>
                <a:lnTo>
                  <a:pt x="589" y="652"/>
                </a:lnTo>
                <a:lnTo>
                  <a:pt x="604" y="665"/>
                </a:lnTo>
                <a:lnTo>
                  <a:pt x="625" y="678"/>
                </a:lnTo>
                <a:lnTo>
                  <a:pt x="652" y="688"/>
                </a:lnTo>
                <a:lnTo>
                  <a:pt x="690" y="694"/>
                </a:lnTo>
                <a:lnTo>
                  <a:pt x="733" y="702"/>
                </a:lnTo>
                <a:lnTo>
                  <a:pt x="769" y="712"/>
                </a:lnTo>
                <a:lnTo>
                  <a:pt x="798" y="722"/>
                </a:lnTo>
                <a:lnTo>
                  <a:pt x="822" y="733"/>
                </a:lnTo>
                <a:lnTo>
                  <a:pt x="842" y="746"/>
                </a:lnTo>
                <a:lnTo>
                  <a:pt x="857" y="757"/>
                </a:lnTo>
                <a:lnTo>
                  <a:pt x="870" y="769"/>
                </a:lnTo>
                <a:lnTo>
                  <a:pt x="879" y="778"/>
                </a:lnTo>
                <a:lnTo>
                  <a:pt x="889" y="788"/>
                </a:lnTo>
                <a:lnTo>
                  <a:pt x="897" y="801"/>
                </a:lnTo>
                <a:lnTo>
                  <a:pt x="905" y="822"/>
                </a:lnTo>
                <a:lnTo>
                  <a:pt x="912" y="847"/>
                </a:lnTo>
                <a:lnTo>
                  <a:pt x="915" y="873"/>
                </a:lnTo>
                <a:lnTo>
                  <a:pt x="918" y="899"/>
                </a:lnTo>
                <a:lnTo>
                  <a:pt x="921" y="920"/>
                </a:lnTo>
                <a:lnTo>
                  <a:pt x="921" y="934"/>
                </a:lnTo>
                <a:lnTo>
                  <a:pt x="923" y="939"/>
                </a:lnTo>
                <a:lnTo>
                  <a:pt x="0" y="939"/>
                </a:lnTo>
                <a:lnTo>
                  <a:pt x="0" y="933"/>
                </a:lnTo>
                <a:lnTo>
                  <a:pt x="0" y="920"/>
                </a:lnTo>
                <a:lnTo>
                  <a:pt x="0" y="899"/>
                </a:lnTo>
                <a:lnTo>
                  <a:pt x="2" y="873"/>
                </a:lnTo>
                <a:lnTo>
                  <a:pt x="5" y="847"/>
                </a:lnTo>
                <a:lnTo>
                  <a:pt x="10" y="822"/>
                </a:lnTo>
                <a:lnTo>
                  <a:pt x="16" y="801"/>
                </a:lnTo>
                <a:lnTo>
                  <a:pt x="26" y="788"/>
                </a:lnTo>
                <a:lnTo>
                  <a:pt x="34" y="778"/>
                </a:lnTo>
                <a:lnTo>
                  <a:pt x="46" y="769"/>
                </a:lnTo>
                <a:lnTo>
                  <a:pt x="57" y="757"/>
                </a:lnTo>
                <a:lnTo>
                  <a:pt x="72" y="746"/>
                </a:lnTo>
                <a:lnTo>
                  <a:pt x="91" y="733"/>
                </a:lnTo>
                <a:lnTo>
                  <a:pt x="114" y="722"/>
                </a:lnTo>
                <a:lnTo>
                  <a:pt x="143" y="712"/>
                </a:lnTo>
                <a:lnTo>
                  <a:pt x="179" y="702"/>
                </a:lnTo>
                <a:lnTo>
                  <a:pt x="222" y="694"/>
                </a:lnTo>
                <a:lnTo>
                  <a:pt x="258" y="688"/>
                </a:lnTo>
                <a:lnTo>
                  <a:pt x="286" y="678"/>
                </a:lnTo>
                <a:lnTo>
                  <a:pt x="307" y="668"/>
                </a:lnTo>
                <a:lnTo>
                  <a:pt x="323" y="657"/>
                </a:lnTo>
                <a:lnTo>
                  <a:pt x="334" y="645"/>
                </a:lnTo>
                <a:lnTo>
                  <a:pt x="341" y="632"/>
                </a:lnTo>
                <a:lnTo>
                  <a:pt x="346" y="623"/>
                </a:lnTo>
                <a:lnTo>
                  <a:pt x="347" y="613"/>
                </a:lnTo>
                <a:lnTo>
                  <a:pt x="349" y="607"/>
                </a:lnTo>
                <a:lnTo>
                  <a:pt x="349" y="602"/>
                </a:lnTo>
                <a:lnTo>
                  <a:pt x="351" y="600"/>
                </a:lnTo>
                <a:lnTo>
                  <a:pt x="349" y="582"/>
                </a:lnTo>
                <a:lnTo>
                  <a:pt x="349" y="564"/>
                </a:lnTo>
                <a:lnTo>
                  <a:pt x="349" y="550"/>
                </a:lnTo>
                <a:lnTo>
                  <a:pt x="349" y="538"/>
                </a:lnTo>
                <a:lnTo>
                  <a:pt x="349" y="534"/>
                </a:lnTo>
                <a:lnTo>
                  <a:pt x="346" y="532"/>
                </a:lnTo>
                <a:lnTo>
                  <a:pt x="338" y="525"/>
                </a:lnTo>
                <a:lnTo>
                  <a:pt x="325" y="516"/>
                </a:lnTo>
                <a:lnTo>
                  <a:pt x="310" y="501"/>
                </a:lnTo>
                <a:lnTo>
                  <a:pt x="295" y="485"/>
                </a:lnTo>
                <a:lnTo>
                  <a:pt x="281" y="464"/>
                </a:lnTo>
                <a:lnTo>
                  <a:pt x="269" y="438"/>
                </a:lnTo>
                <a:lnTo>
                  <a:pt x="250" y="430"/>
                </a:lnTo>
                <a:lnTo>
                  <a:pt x="239" y="422"/>
                </a:lnTo>
                <a:lnTo>
                  <a:pt x="232" y="413"/>
                </a:lnTo>
                <a:lnTo>
                  <a:pt x="229" y="404"/>
                </a:lnTo>
                <a:lnTo>
                  <a:pt x="227" y="394"/>
                </a:lnTo>
                <a:lnTo>
                  <a:pt x="226" y="384"/>
                </a:lnTo>
                <a:lnTo>
                  <a:pt x="224" y="381"/>
                </a:lnTo>
                <a:lnTo>
                  <a:pt x="224" y="371"/>
                </a:lnTo>
                <a:lnTo>
                  <a:pt x="222" y="358"/>
                </a:lnTo>
                <a:lnTo>
                  <a:pt x="222" y="344"/>
                </a:lnTo>
                <a:lnTo>
                  <a:pt x="222" y="328"/>
                </a:lnTo>
                <a:lnTo>
                  <a:pt x="224" y="313"/>
                </a:lnTo>
                <a:lnTo>
                  <a:pt x="227" y="300"/>
                </a:lnTo>
                <a:lnTo>
                  <a:pt x="234" y="292"/>
                </a:lnTo>
                <a:lnTo>
                  <a:pt x="242" y="289"/>
                </a:lnTo>
                <a:lnTo>
                  <a:pt x="242" y="289"/>
                </a:lnTo>
                <a:lnTo>
                  <a:pt x="244" y="289"/>
                </a:lnTo>
                <a:lnTo>
                  <a:pt x="245" y="289"/>
                </a:lnTo>
                <a:lnTo>
                  <a:pt x="248" y="287"/>
                </a:lnTo>
                <a:lnTo>
                  <a:pt x="250" y="285"/>
                </a:lnTo>
                <a:lnTo>
                  <a:pt x="252" y="284"/>
                </a:lnTo>
                <a:lnTo>
                  <a:pt x="255" y="280"/>
                </a:lnTo>
                <a:lnTo>
                  <a:pt x="255" y="277"/>
                </a:lnTo>
                <a:lnTo>
                  <a:pt x="255" y="272"/>
                </a:lnTo>
                <a:lnTo>
                  <a:pt x="255" y="266"/>
                </a:lnTo>
                <a:lnTo>
                  <a:pt x="253" y="242"/>
                </a:lnTo>
                <a:lnTo>
                  <a:pt x="253" y="212"/>
                </a:lnTo>
                <a:lnTo>
                  <a:pt x="253" y="182"/>
                </a:lnTo>
                <a:lnTo>
                  <a:pt x="255" y="156"/>
                </a:lnTo>
                <a:lnTo>
                  <a:pt x="256" y="136"/>
                </a:lnTo>
                <a:lnTo>
                  <a:pt x="258" y="123"/>
                </a:lnTo>
                <a:lnTo>
                  <a:pt x="263" y="107"/>
                </a:lnTo>
                <a:lnTo>
                  <a:pt x="269" y="87"/>
                </a:lnTo>
                <a:lnTo>
                  <a:pt x="279" y="70"/>
                </a:lnTo>
                <a:lnTo>
                  <a:pt x="292" y="53"/>
                </a:lnTo>
                <a:lnTo>
                  <a:pt x="308" y="42"/>
                </a:lnTo>
                <a:lnTo>
                  <a:pt x="329" y="34"/>
                </a:lnTo>
                <a:lnTo>
                  <a:pt x="347" y="31"/>
                </a:lnTo>
                <a:lnTo>
                  <a:pt x="359" y="29"/>
                </a:lnTo>
                <a:lnTo>
                  <a:pt x="364" y="29"/>
                </a:lnTo>
                <a:lnTo>
                  <a:pt x="367" y="31"/>
                </a:lnTo>
                <a:lnTo>
                  <a:pt x="368" y="31"/>
                </a:lnTo>
                <a:lnTo>
                  <a:pt x="372" y="32"/>
                </a:lnTo>
                <a:lnTo>
                  <a:pt x="376" y="31"/>
                </a:lnTo>
                <a:lnTo>
                  <a:pt x="385" y="29"/>
                </a:lnTo>
                <a:lnTo>
                  <a:pt x="391" y="24"/>
                </a:lnTo>
                <a:lnTo>
                  <a:pt x="398" y="19"/>
                </a:lnTo>
                <a:lnTo>
                  <a:pt x="406" y="16"/>
                </a:lnTo>
                <a:lnTo>
                  <a:pt x="422" y="14"/>
                </a:lnTo>
                <a:lnTo>
                  <a:pt x="48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9"/>
          <p:cNvSpPr>
            <a:spLocks noChangeAspect="1" noEditPoints="1"/>
          </p:cNvSpPr>
          <p:nvPr/>
        </p:nvSpPr>
        <p:spPr bwMode="auto">
          <a:xfrm>
            <a:off x="2767591" y="2990852"/>
            <a:ext cx="1080000" cy="848818"/>
          </a:xfrm>
          <a:custGeom>
            <a:avLst/>
            <a:gdLst>
              <a:gd name="T0" fmla="*/ 726 w 939"/>
              <a:gd name="T1" fmla="*/ 204 h 738"/>
              <a:gd name="T2" fmla="*/ 739 w 939"/>
              <a:gd name="T3" fmla="*/ 206 h 738"/>
              <a:gd name="T4" fmla="*/ 754 w 939"/>
              <a:gd name="T5" fmla="*/ 207 h 738"/>
              <a:gd name="T6" fmla="*/ 781 w 939"/>
              <a:gd name="T7" fmla="*/ 261 h 738"/>
              <a:gd name="T8" fmla="*/ 781 w 939"/>
              <a:gd name="T9" fmla="*/ 342 h 738"/>
              <a:gd name="T10" fmla="*/ 785 w 939"/>
              <a:gd name="T11" fmla="*/ 353 h 738"/>
              <a:gd name="T12" fmla="*/ 803 w 939"/>
              <a:gd name="T13" fmla="*/ 365 h 738"/>
              <a:gd name="T14" fmla="*/ 809 w 939"/>
              <a:gd name="T15" fmla="*/ 412 h 738"/>
              <a:gd name="T16" fmla="*/ 775 w 939"/>
              <a:gd name="T17" fmla="*/ 459 h 738"/>
              <a:gd name="T18" fmla="*/ 723 w 939"/>
              <a:gd name="T19" fmla="*/ 503 h 738"/>
              <a:gd name="T20" fmla="*/ 723 w 939"/>
              <a:gd name="T21" fmla="*/ 542 h 738"/>
              <a:gd name="T22" fmla="*/ 775 w 939"/>
              <a:gd name="T23" fmla="*/ 590 h 738"/>
              <a:gd name="T24" fmla="*/ 893 w 939"/>
              <a:gd name="T25" fmla="*/ 629 h 738"/>
              <a:gd name="T26" fmla="*/ 932 w 939"/>
              <a:gd name="T27" fmla="*/ 683 h 738"/>
              <a:gd name="T28" fmla="*/ 710 w 939"/>
              <a:gd name="T29" fmla="*/ 736 h 738"/>
              <a:gd name="T30" fmla="*/ 697 w 939"/>
              <a:gd name="T31" fmla="*/ 642 h 738"/>
              <a:gd name="T32" fmla="*/ 608 w 939"/>
              <a:gd name="T33" fmla="*/ 543 h 738"/>
              <a:gd name="T34" fmla="*/ 608 w 939"/>
              <a:gd name="T35" fmla="*/ 498 h 738"/>
              <a:gd name="T36" fmla="*/ 559 w 939"/>
              <a:gd name="T37" fmla="*/ 443 h 738"/>
              <a:gd name="T38" fmla="*/ 533 w 939"/>
              <a:gd name="T39" fmla="*/ 410 h 738"/>
              <a:gd name="T40" fmla="*/ 537 w 939"/>
              <a:gd name="T41" fmla="*/ 363 h 738"/>
              <a:gd name="T42" fmla="*/ 553 w 939"/>
              <a:gd name="T43" fmla="*/ 352 h 738"/>
              <a:gd name="T44" fmla="*/ 561 w 939"/>
              <a:gd name="T45" fmla="*/ 339 h 738"/>
              <a:gd name="T46" fmla="*/ 563 w 939"/>
              <a:gd name="T47" fmla="*/ 250 h 738"/>
              <a:gd name="T48" fmla="*/ 600 w 939"/>
              <a:gd name="T49" fmla="*/ 198 h 738"/>
              <a:gd name="T50" fmla="*/ 619 w 939"/>
              <a:gd name="T51" fmla="*/ 193 h 738"/>
              <a:gd name="T52" fmla="*/ 621 w 939"/>
              <a:gd name="T53" fmla="*/ 193 h 738"/>
              <a:gd name="T54" fmla="*/ 650 w 939"/>
              <a:gd name="T55" fmla="*/ 185 h 738"/>
              <a:gd name="T56" fmla="*/ 399 w 939"/>
              <a:gd name="T57" fmla="*/ 27 h 738"/>
              <a:gd name="T58" fmla="*/ 438 w 939"/>
              <a:gd name="T59" fmla="*/ 40 h 738"/>
              <a:gd name="T60" fmla="*/ 493 w 939"/>
              <a:gd name="T61" fmla="*/ 73 h 738"/>
              <a:gd name="T62" fmla="*/ 501 w 939"/>
              <a:gd name="T63" fmla="*/ 141 h 738"/>
              <a:gd name="T64" fmla="*/ 499 w 939"/>
              <a:gd name="T65" fmla="*/ 220 h 738"/>
              <a:gd name="T66" fmla="*/ 506 w 939"/>
              <a:gd name="T67" fmla="*/ 230 h 738"/>
              <a:gd name="T68" fmla="*/ 525 w 939"/>
              <a:gd name="T69" fmla="*/ 243 h 738"/>
              <a:gd name="T70" fmla="*/ 530 w 939"/>
              <a:gd name="T71" fmla="*/ 302 h 738"/>
              <a:gd name="T72" fmla="*/ 485 w 939"/>
              <a:gd name="T73" fmla="*/ 345 h 738"/>
              <a:gd name="T74" fmla="*/ 425 w 939"/>
              <a:gd name="T75" fmla="*/ 422 h 738"/>
              <a:gd name="T76" fmla="*/ 413 w 939"/>
              <a:gd name="T77" fmla="*/ 459 h 738"/>
              <a:gd name="T78" fmla="*/ 415 w 939"/>
              <a:gd name="T79" fmla="*/ 496 h 738"/>
              <a:gd name="T80" fmla="*/ 473 w 939"/>
              <a:gd name="T81" fmla="*/ 542 h 738"/>
              <a:gd name="T82" fmla="*/ 613 w 939"/>
              <a:gd name="T83" fmla="*/ 584 h 738"/>
              <a:gd name="T84" fmla="*/ 663 w 939"/>
              <a:gd name="T85" fmla="*/ 634 h 738"/>
              <a:gd name="T86" fmla="*/ 679 w 939"/>
              <a:gd name="T87" fmla="*/ 733 h 738"/>
              <a:gd name="T88" fmla="*/ 1 w 939"/>
              <a:gd name="T89" fmla="*/ 699 h 738"/>
              <a:gd name="T90" fmla="*/ 27 w 939"/>
              <a:gd name="T91" fmla="*/ 613 h 738"/>
              <a:gd name="T92" fmla="*/ 95 w 939"/>
              <a:gd name="T93" fmla="*/ 564 h 738"/>
              <a:gd name="T94" fmla="*/ 238 w 939"/>
              <a:gd name="T95" fmla="*/ 522 h 738"/>
              <a:gd name="T96" fmla="*/ 266 w 939"/>
              <a:gd name="T97" fmla="*/ 475 h 738"/>
              <a:gd name="T98" fmla="*/ 264 w 939"/>
              <a:gd name="T99" fmla="*/ 420 h 738"/>
              <a:gd name="T100" fmla="*/ 211 w 939"/>
              <a:gd name="T101" fmla="*/ 383 h 738"/>
              <a:gd name="T102" fmla="*/ 157 w 939"/>
              <a:gd name="T103" fmla="*/ 323 h 738"/>
              <a:gd name="T104" fmla="*/ 151 w 939"/>
              <a:gd name="T105" fmla="*/ 279 h 738"/>
              <a:gd name="T106" fmla="*/ 167 w 939"/>
              <a:gd name="T107" fmla="*/ 229 h 738"/>
              <a:gd name="T108" fmla="*/ 175 w 939"/>
              <a:gd name="T109" fmla="*/ 225 h 738"/>
              <a:gd name="T110" fmla="*/ 178 w 939"/>
              <a:gd name="T111" fmla="*/ 191 h 738"/>
              <a:gd name="T112" fmla="*/ 181 w 939"/>
              <a:gd name="T113" fmla="*/ 94 h 738"/>
              <a:gd name="T114" fmla="*/ 237 w 939"/>
              <a:gd name="T115" fmla="*/ 26 h 738"/>
              <a:gd name="T116" fmla="*/ 271 w 939"/>
              <a:gd name="T117" fmla="*/ 21 h 738"/>
              <a:gd name="T118" fmla="*/ 298 w 939"/>
              <a:gd name="T119" fmla="*/ 11 h 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39" h="738">
                <a:moveTo>
                  <a:pt x="691" y="177"/>
                </a:moveTo>
                <a:lnTo>
                  <a:pt x="700" y="180"/>
                </a:lnTo>
                <a:lnTo>
                  <a:pt x="710" y="186"/>
                </a:lnTo>
                <a:lnTo>
                  <a:pt x="718" y="196"/>
                </a:lnTo>
                <a:lnTo>
                  <a:pt x="726" y="204"/>
                </a:lnTo>
                <a:lnTo>
                  <a:pt x="733" y="207"/>
                </a:lnTo>
                <a:lnTo>
                  <a:pt x="734" y="207"/>
                </a:lnTo>
                <a:lnTo>
                  <a:pt x="736" y="207"/>
                </a:lnTo>
                <a:lnTo>
                  <a:pt x="738" y="207"/>
                </a:lnTo>
                <a:lnTo>
                  <a:pt x="739" y="206"/>
                </a:lnTo>
                <a:lnTo>
                  <a:pt x="739" y="206"/>
                </a:lnTo>
                <a:lnTo>
                  <a:pt x="741" y="206"/>
                </a:lnTo>
                <a:lnTo>
                  <a:pt x="744" y="206"/>
                </a:lnTo>
                <a:lnTo>
                  <a:pt x="747" y="206"/>
                </a:lnTo>
                <a:lnTo>
                  <a:pt x="754" y="207"/>
                </a:lnTo>
                <a:lnTo>
                  <a:pt x="767" y="212"/>
                </a:lnTo>
                <a:lnTo>
                  <a:pt x="775" y="222"/>
                </a:lnTo>
                <a:lnTo>
                  <a:pt x="778" y="235"/>
                </a:lnTo>
                <a:lnTo>
                  <a:pt x="780" y="248"/>
                </a:lnTo>
                <a:lnTo>
                  <a:pt x="781" y="261"/>
                </a:lnTo>
                <a:lnTo>
                  <a:pt x="781" y="271"/>
                </a:lnTo>
                <a:lnTo>
                  <a:pt x="781" y="285"/>
                </a:lnTo>
                <a:lnTo>
                  <a:pt x="783" y="305"/>
                </a:lnTo>
                <a:lnTo>
                  <a:pt x="783" y="324"/>
                </a:lnTo>
                <a:lnTo>
                  <a:pt x="781" y="342"/>
                </a:lnTo>
                <a:lnTo>
                  <a:pt x="781" y="347"/>
                </a:lnTo>
                <a:lnTo>
                  <a:pt x="781" y="350"/>
                </a:lnTo>
                <a:lnTo>
                  <a:pt x="783" y="352"/>
                </a:lnTo>
                <a:lnTo>
                  <a:pt x="785" y="353"/>
                </a:lnTo>
                <a:lnTo>
                  <a:pt x="785" y="353"/>
                </a:lnTo>
                <a:lnTo>
                  <a:pt x="786" y="353"/>
                </a:lnTo>
                <a:lnTo>
                  <a:pt x="788" y="353"/>
                </a:lnTo>
                <a:lnTo>
                  <a:pt x="788" y="353"/>
                </a:lnTo>
                <a:lnTo>
                  <a:pt x="796" y="357"/>
                </a:lnTo>
                <a:lnTo>
                  <a:pt x="803" y="365"/>
                </a:lnTo>
                <a:lnTo>
                  <a:pt x="806" y="376"/>
                </a:lnTo>
                <a:lnTo>
                  <a:pt x="807" y="389"/>
                </a:lnTo>
                <a:lnTo>
                  <a:pt x="809" y="401"/>
                </a:lnTo>
                <a:lnTo>
                  <a:pt x="809" y="409"/>
                </a:lnTo>
                <a:lnTo>
                  <a:pt x="809" y="412"/>
                </a:lnTo>
                <a:lnTo>
                  <a:pt x="807" y="420"/>
                </a:lnTo>
                <a:lnTo>
                  <a:pt x="803" y="426"/>
                </a:lnTo>
                <a:lnTo>
                  <a:pt x="796" y="433"/>
                </a:lnTo>
                <a:lnTo>
                  <a:pt x="783" y="441"/>
                </a:lnTo>
                <a:lnTo>
                  <a:pt x="775" y="459"/>
                </a:lnTo>
                <a:lnTo>
                  <a:pt x="762" y="474"/>
                </a:lnTo>
                <a:lnTo>
                  <a:pt x="749" y="486"/>
                </a:lnTo>
                <a:lnTo>
                  <a:pt x="736" y="495"/>
                </a:lnTo>
                <a:lnTo>
                  <a:pt x="728" y="501"/>
                </a:lnTo>
                <a:lnTo>
                  <a:pt x="723" y="503"/>
                </a:lnTo>
                <a:lnTo>
                  <a:pt x="723" y="508"/>
                </a:lnTo>
                <a:lnTo>
                  <a:pt x="723" y="517"/>
                </a:lnTo>
                <a:lnTo>
                  <a:pt x="723" y="529"/>
                </a:lnTo>
                <a:lnTo>
                  <a:pt x="723" y="538"/>
                </a:lnTo>
                <a:lnTo>
                  <a:pt x="723" y="542"/>
                </a:lnTo>
                <a:lnTo>
                  <a:pt x="726" y="550"/>
                </a:lnTo>
                <a:lnTo>
                  <a:pt x="733" y="559"/>
                </a:lnTo>
                <a:lnTo>
                  <a:pt x="741" y="571"/>
                </a:lnTo>
                <a:lnTo>
                  <a:pt x="756" y="582"/>
                </a:lnTo>
                <a:lnTo>
                  <a:pt x="775" y="590"/>
                </a:lnTo>
                <a:lnTo>
                  <a:pt x="803" y="597"/>
                </a:lnTo>
                <a:lnTo>
                  <a:pt x="835" y="603"/>
                </a:lnTo>
                <a:lnTo>
                  <a:pt x="861" y="611"/>
                </a:lnTo>
                <a:lnTo>
                  <a:pt x="879" y="620"/>
                </a:lnTo>
                <a:lnTo>
                  <a:pt x="893" y="629"/>
                </a:lnTo>
                <a:lnTo>
                  <a:pt x="905" y="637"/>
                </a:lnTo>
                <a:lnTo>
                  <a:pt x="913" y="647"/>
                </a:lnTo>
                <a:lnTo>
                  <a:pt x="919" y="654"/>
                </a:lnTo>
                <a:lnTo>
                  <a:pt x="926" y="665"/>
                </a:lnTo>
                <a:lnTo>
                  <a:pt x="932" y="683"/>
                </a:lnTo>
                <a:lnTo>
                  <a:pt x="936" y="701"/>
                </a:lnTo>
                <a:lnTo>
                  <a:pt x="937" y="718"/>
                </a:lnTo>
                <a:lnTo>
                  <a:pt x="939" y="731"/>
                </a:lnTo>
                <a:lnTo>
                  <a:pt x="939" y="736"/>
                </a:lnTo>
                <a:lnTo>
                  <a:pt x="710" y="736"/>
                </a:lnTo>
                <a:lnTo>
                  <a:pt x="710" y="731"/>
                </a:lnTo>
                <a:lnTo>
                  <a:pt x="709" y="718"/>
                </a:lnTo>
                <a:lnTo>
                  <a:pt x="707" y="697"/>
                </a:lnTo>
                <a:lnTo>
                  <a:pt x="704" y="671"/>
                </a:lnTo>
                <a:lnTo>
                  <a:pt x="697" y="642"/>
                </a:lnTo>
                <a:lnTo>
                  <a:pt x="687" y="610"/>
                </a:lnTo>
                <a:lnTo>
                  <a:pt x="670" y="585"/>
                </a:lnTo>
                <a:lnTo>
                  <a:pt x="652" y="569"/>
                </a:lnTo>
                <a:lnTo>
                  <a:pt x="631" y="556"/>
                </a:lnTo>
                <a:lnTo>
                  <a:pt x="608" y="543"/>
                </a:lnTo>
                <a:lnTo>
                  <a:pt x="608" y="529"/>
                </a:lnTo>
                <a:lnTo>
                  <a:pt x="608" y="514"/>
                </a:lnTo>
                <a:lnTo>
                  <a:pt x="610" y="504"/>
                </a:lnTo>
                <a:lnTo>
                  <a:pt x="611" y="499"/>
                </a:lnTo>
                <a:lnTo>
                  <a:pt x="608" y="498"/>
                </a:lnTo>
                <a:lnTo>
                  <a:pt x="600" y="493"/>
                </a:lnTo>
                <a:lnTo>
                  <a:pt x="590" y="485"/>
                </a:lnTo>
                <a:lnTo>
                  <a:pt x="579" y="474"/>
                </a:lnTo>
                <a:lnTo>
                  <a:pt x="567" y="461"/>
                </a:lnTo>
                <a:lnTo>
                  <a:pt x="559" y="443"/>
                </a:lnTo>
                <a:lnTo>
                  <a:pt x="546" y="436"/>
                </a:lnTo>
                <a:lnTo>
                  <a:pt x="540" y="430"/>
                </a:lnTo>
                <a:lnTo>
                  <a:pt x="535" y="425"/>
                </a:lnTo>
                <a:lnTo>
                  <a:pt x="533" y="418"/>
                </a:lnTo>
                <a:lnTo>
                  <a:pt x="533" y="410"/>
                </a:lnTo>
                <a:lnTo>
                  <a:pt x="533" y="407"/>
                </a:lnTo>
                <a:lnTo>
                  <a:pt x="532" y="399"/>
                </a:lnTo>
                <a:lnTo>
                  <a:pt x="533" y="388"/>
                </a:lnTo>
                <a:lnTo>
                  <a:pt x="533" y="375"/>
                </a:lnTo>
                <a:lnTo>
                  <a:pt x="537" y="363"/>
                </a:lnTo>
                <a:lnTo>
                  <a:pt x="540" y="355"/>
                </a:lnTo>
                <a:lnTo>
                  <a:pt x="546" y="352"/>
                </a:lnTo>
                <a:lnTo>
                  <a:pt x="548" y="352"/>
                </a:lnTo>
                <a:lnTo>
                  <a:pt x="550" y="352"/>
                </a:lnTo>
                <a:lnTo>
                  <a:pt x="553" y="352"/>
                </a:lnTo>
                <a:lnTo>
                  <a:pt x="556" y="350"/>
                </a:lnTo>
                <a:lnTo>
                  <a:pt x="558" y="349"/>
                </a:lnTo>
                <a:lnTo>
                  <a:pt x="561" y="347"/>
                </a:lnTo>
                <a:lnTo>
                  <a:pt x="561" y="344"/>
                </a:lnTo>
                <a:lnTo>
                  <a:pt x="561" y="339"/>
                </a:lnTo>
                <a:lnTo>
                  <a:pt x="561" y="319"/>
                </a:lnTo>
                <a:lnTo>
                  <a:pt x="561" y="297"/>
                </a:lnTo>
                <a:lnTo>
                  <a:pt x="561" y="274"/>
                </a:lnTo>
                <a:lnTo>
                  <a:pt x="563" y="258"/>
                </a:lnTo>
                <a:lnTo>
                  <a:pt x="563" y="250"/>
                </a:lnTo>
                <a:lnTo>
                  <a:pt x="566" y="237"/>
                </a:lnTo>
                <a:lnTo>
                  <a:pt x="569" y="225"/>
                </a:lnTo>
                <a:lnTo>
                  <a:pt x="576" y="212"/>
                </a:lnTo>
                <a:lnTo>
                  <a:pt x="585" y="203"/>
                </a:lnTo>
                <a:lnTo>
                  <a:pt x="600" y="198"/>
                </a:lnTo>
                <a:lnTo>
                  <a:pt x="606" y="196"/>
                </a:lnTo>
                <a:lnTo>
                  <a:pt x="611" y="194"/>
                </a:lnTo>
                <a:lnTo>
                  <a:pt x="616" y="194"/>
                </a:lnTo>
                <a:lnTo>
                  <a:pt x="618" y="194"/>
                </a:lnTo>
                <a:lnTo>
                  <a:pt x="619" y="193"/>
                </a:lnTo>
                <a:lnTo>
                  <a:pt x="619" y="193"/>
                </a:lnTo>
                <a:lnTo>
                  <a:pt x="619" y="193"/>
                </a:lnTo>
                <a:lnTo>
                  <a:pt x="619" y="193"/>
                </a:lnTo>
                <a:lnTo>
                  <a:pt x="619" y="193"/>
                </a:lnTo>
                <a:lnTo>
                  <a:pt x="621" y="193"/>
                </a:lnTo>
                <a:lnTo>
                  <a:pt x="623" y="193"/>
                </a:lnTo>
                <a:lnTo>
                  <a:pt x="629" y="191"/>
                </a:lnTo>
                <a:lnTo>
                  <a:pt x="632" y="188"/>
                </a:lnTo>
                <a:lnTo>
                  <a:pt x="639" y="186"/>
                </a:lnTo>
                <a:lnTo>
                  <a:pt x="650" y="185"/>
                </a:lnTo>
                <a:lnTo>
                  <a:pt x="691" y="177"/>
                </a:lnTo>
                <a:close/>
                <a:moveTo>
                  <a:pt x="361" y="0"/>
                </a:moveTo>
                <a:lnTo>
                  <a:pt x="376" y="5"/>
                </a:lnTo>
                <a:lnTo>
                  <a:pt x="389" y="14"/>
                </a:lnTo>
                <a:lnTo>
                  <a:pt x="399" y="27"/>
                </a:lnTo>
                <a:lnTo>
                  <a:pt x="408" y="39"/>
                </a:lnTo>
                <a:lnTo>
                  <a:pt x="417" y="44"/>
                </a:lnTo>
                <a:lnTo>
                  <a:pt x="425" y="44"/>
                </a:lnTo>
                <a:lnTo>
                  <a:pt x="431" y="42"/>
                </a:lnTo>
                <a:lnTo>
                  <a:pt x="438" y="40"/>
                </a:lnTo>
                <a:lnTo>
                  <a:pt x="447" y="40"/>
                </a:lnTo>
                <a:lnTo>
                  <a:pt x="462" y="42"/>
                </a:lnTo>
                <a:lnTo>
                  <a:pt x="477" y="48"/>
                </a:lnTo>
                <a:lnTo>
                  <a:pt x="486" y="58"/>
                </a:lnTo>
                <a:lnTo>
                  <a:pt x="493" y="73"/>
                </a:lnTo>
                <a:lnTo>
                  <a:pt x="496" y="87"/>
                </a:lnTo>
                <a:lnTo>
                  <a:pt x="498" y="102"/>
                </a:lnTo>
                <a:lnTo>
                  <a:pt x="499" y="115"/>
                </a:lnTo>
                <a:lnTo>
                  <a:pt x="499" y="125"/>
                </a:lnTo>
                <a:lnTo>
                  <a:pt x="501" y="141"/>
                </a:lnTo>
                <a:lnTo>
                  <a:pt x="501" y="160"/>
                </a:lnTo>
                <a:lnTo>
                  <a:pt x="503" y="182"/>
                </a:lnTo>
                <a:lnTo>
                  <a:pt x="503" y="201"/>
                </a:lnTo>
                <a:lnTo>
                  <a:pt x="501" y="216"/>
                </a:lnTo>
                <a:lnTo>
                  <a:pt x="499" y="220"/>
                </a:lnTo>
                <a:lnTo>
                  <a:pt x="501" y="224"/>
                </a:lnTo>
                <a:lnTo>
                  <a:pt x="501" y="227"/>
                </a:lnTo>
                <a:lnTo>
                  <a:pt x="503" y="229"/>
                </a:lnTo>
                <a:lnTo>
                  <a:pt x="504" y="230"/>
                </a:lnTo>
                <a:lnTo>
                  <a:pt x="506" y="230"/>
                </a:lnTo>
                <a:lnTo>
                  <a:pt x="507" y="230"/>
                </a:lnTo>
                <a:lnTo>
                  <a:pt x="509" y="230"/>
                </a:lnTo>
                <a:lnTo>
                  <a:pt x="509" y="230"/>
                </a:lnTo>
                <a:lnTo>
                  <a:pt x="519" y="233"/>
                </a:lnTo>
                <a:lnTo>
                  <a:pt x="525" y="243"/>
                </a:lnTo>
                <a:lnTo>
                  <a:pt x="528" y="255"/>
                </a:lnTo>
                <a:lnTo>
                  <a:pt x="530" y="267"/>
                </a:lnTo>
                <a:lnTo>
                  <a:pt x="530" y="282"/>
                </a:lnTo>
                <a:lnTo>
                  <a:pt x="530" y="293"/>
                </a:lnTo>
                <a:lnTo>
                  <a:pt x="530" y="302"/>
                </a:lnTo>
                <a:lnTo>
                  <a:pt x="528" y="305"/>
                </a:lnTo>
                <a:lnTo>
                  <a:pt x="524" y="318"/>
                </a:lnTo>
                <a:lnTo>
                  <a:pt x="516" y="326"/>
                </a:lnTo>
                <a:lnTo>
                  <a:pt x="503" y="334"/>
                </a:lnTo>
                <a:lnTo>
                  <a:pt x="485" y="345"/>
                </a:lnTo>
                <a:lnTo>
                  <a:pt x="477" y="365"/>
                </a:lnTo>
                <a:lnTo>
                  <a:pt x="464" y="383"/>
                </a:lnTo>
                <a:lnTo>
                  <a:pt x="449" y="399"/>
                </a:lnTo>
                <a:lnTo>
                  <a:pt x="436" y="412"/>
                </a:lnTo>
                <a:lnTo>
                  <a:pt x="425" y="422"/>
                </a:lnTo>
                <a:lnTo>
                  <a:pt x="417" y="428"/>
                </a:lnTo>
                <a:lnTo>
                  <a:pt x="413" y="430"/>
                </a:lnTo>
                <a:lnTo>
                  <a:pt x="413" y="435"/>
                </a:lnTo>
                <a:lnTo>
                  <a:pt x="413" y="446"/>
                </a:lnTo>
                <a:lnTo>
                  <a:pt x="413" y="459"/>
                </a:lnTo>
                <a:lnTo>
                  <a:pt x="412" y="472"/>
                </a:lnTo>
                <a:lnTo>
                  <a:pt x="412" y="480"/>
                </a:lnTo>
                <a:lnTo>
                  <a:pt x="412" y="483"/>
                </a:lnTo>
                <a:lnTo>
                  <a:pt x="413" y="488"/>
                </a:lnTo>
                <a:lnTo>
                  <a:pt x="415" y="496"/>
                </a:lnTo>
                <a:lnTo>
                  <a:pt x="418" y="506"/>
                </a:lnTo>
                <a:lnTo>
                  <a:pt x="425" y="516"/>
                </a:lnTo>
                <a:lnTo>
                  <a:pt x="436" y="525"/>
                </a:lnTo>
                <a:lnTo>
                  <a:pt x="452" y="535"/>
                </a:lnTo>
                <a:lnTo>
                  <a:pt x="473" y="542"/>
                </a:lnTo>
                <a:lnTo>
                  <a:pt x="503" y="548"/>
                </a:lnTo>
                <a:lnTo>
                  <a:pt x="540" y="556"/>
                </a:lnTo>
                <a:lnTo>
                  <a:pt x="571" y="564"/>
                </a:lnTo>
                <a:lnTo>
                  <a:pt x="595" y="574"/>
                </a:lnTo>
                <a:lnTo>
                  <a:pt x="613" y="584"/>
                </a:lnTo>
                <a:lnTo>
                  <a:pt x="627" y="594"/>
                </a:lnTo>
                <a:lnTo>
                  <a:pt x="639" y="605"/>
                </a:lnTo>
                <a:lnTo>
                  <a:pt x="647" y="613"/>
                </a:lnTo>
                <a:lnTo>
                  <a:pt x="655" y="621"/>
                </a:lnTo>
                <a:lnTo>
                  <a:pt x="663" y="634"/>
                </a:lnTo>
                <a:lnTo>
                  <a:pt x="670" y="654"/>
                </a:lnTo>
                <a:lnTo>
                  <a:pt x="673" y="676"/>
                </a:lnTo>
                <a:lnTo>
                  <a:pt x="676" y="699"/>
                </a:lnTo>
                <a:lnTo>
                  <a:pt x="678" y="718"/>
                </a:lnTo>
                <a:lnTo>
                  <a:pt x="679" y="733"/>
                </a:lnTo>
                <a:lnTo>
                  <a:pt x="679" y="738"/>
                </a:lnTo>
                <a:lnTo>
                  <a:pt x="0" y="738"/>
                </a:lnTo>
                <a:lnTo>
                  <a:pt x="0" y="733"/>
                </a:lnTo>
                <a:lnTo>
                  <a:pt x="0" y="718"/>
                </a:lnTo>
                <a:lnTo>
                  <a:pt x="1" y="699"/>
                </a:lnTo>
                <a:lnTo>
                  <a:pt x="3" y="676"/>
                </a:lnTo>
                <a:lnTo>
                  <a:pt x="6" y="654"/>
                </a:lnTo>
                <a:lnTo>
                  <a:pt x="13" y="634"/>
                </a:lnTo>
                <a:lnTo>
                  <a:pt x="19" y="621"/>
                </a:lnTo>
                <a:lnTo>
                  <a:pt x="27" y="613"/>
                </a:lnTo>
                <a:lnTo>
                  <a:pt x="35" y="605"/>
                </a:lnTo>
                <a:lnTo>
                  <a:pt x="45" y="594"/>
                </a:lnTo>
                <a:lnTo>
                  <a:pt x="57" y="584"/>
                </a:lnTo>
                <a:lnTo>
                  <a:pt x="73" y="574"/>
                </a:lnTo>
                <a:lnTo>
                  <a:pt x="95" y="564"/>
                </a:lnTo>
                <a:lnTo>
                  <a:pt x="125" y="556"/>
                </a:lnTo>
                <a:lnTo>
                  <a:pt x="162" y="548"/>
                </a:lnTo>
                <a:lnTo>
                  <a:pt x="196" y="542"/>
                </a:lnTo>
                <a:lnTo>
                  <a:pt x="220" y="532"/>
                </a:lnTo>
                <a:lnTo>
                  <a:pt x="238" y="522"/>
                </a:lnTo>
                <a:lnTo>
                  <a:pt x="251" y="511"/>
                </a:lnTo>
                <a:lnTo>
                  <a:pt x="259" y="499"/>
                </a:lnTo>
                <a:lnTo>
                  <a:pt x="263" y="490"/>
                </a:lnTo>
                <a:lnTo>
                  <a:pt x="266" y="482"/>
                </a:lnTo>
                <a:lnTo>
                  <a:pt x="266" y="475"/>
                </a:lnTo>
                <a:lnTo>
                  <a:pt x="267" y="475"/>
                </a:lnTo>
                <a:lnTo>
                  <a:pt x="266" y="456"/>
                </a:lnTo>
                <a:lnTo>
                  <a:pt x="266" y="439"/>
                </a:lnTo>
                <a:lnTo>
                  <a:pt x="264" y="425"/>
                </a:lnTo>
                <a:lnTo>
                  <a:pt x="264" y="420"/>
                </a:lnTo>
                <a:lnTo>
                  <a:pt x="261" y="418"/>
                </a:lnTo>
                <a:lnTo>
                  <a:pt x="253" y="413"/>
                </a:lnTo>
                <a:lnTo>
                  <a:pt x="240" y="407"/>
                </a:lnTo>
                <a:lnTo>
                  <a:pt x="225" y="396"/>
                </a:lnTo>
                <a:lnTo>
                  <a:pt x="211" y="383"/>
                </a:lnTo>
                <a:lnTo>
                  <a:pt x="198" y="366"/>
                </a:lnTo>
                <a:lnTo>
                  <a:pt x="188" y="347"/>
                </a:lnTo>
                <a:lnTo>
                  <a:pt x="172" y="339"/>
                </a:lnTo>
                <a:lnTo>
                  <a:pt x="162" y="331"/>
                </a:lnTo>
                <a:lnTo>
                  <a:pt x="157" y="323"/>
                </a:lnTo>
                <a:lnTo>
                  <a:pt x="155" y="315"/>
                </a:lnTo>
                <a:lnTo>
                  <a:pt x="154" y="303"/>
                </a:lnTo>
                <a:lnTo>
                  <a:pt x="152" y="300"/>
                </a:lnTo>
                <a:lnTo>
                  <a:pt x="152" y="292"/>
                </a:lnTo>
                <a:lnTo>
                  <a:pt x="151" y="279"/>
                </a:lnTo>
                <a:lnTo>
                  <a:pt x="151" y="266"/>
                </a:lnTo>
                <a:lnTo>
                  <a:pt x="152" y="251"/>
                </a:lnTo>
                <a:lnTo>
                  <a:pt x="154" y="240"/>
                </a:lnTo>
                <a:lnTo>
                  <a:pt x="159" y="232"/>
                </a:lnTo>
                <a:lnTo>
                  <a:pt x="167" y="229"/>
                </a:lnTo>
                <a:lnTo>
                  <a:pt x="167" y="229"/>
                </a:lnTo>
                <a:lnTo>
                  <a:pt x="168" y="229"/>
                </a:lnTo>
                <a:lnTo>
                  <a:pt x="170" y="229"/>
                </a:lnTo>
                <a:lnTo>
                  <a:pt x="173" y="227"/>
                </a:lnTo>
                <a:lnTo>
                  <a:pt x="175" y="225"/>
                </a:lnTo>
                <a:lnTo>
                  <a:pt x="177" y="224"/>
                </a:lnTo>
                <a:lnTo>
                  <a:pt x="178" y="220"/>
                </a:lnTo>
                <a:lnTo>
                  <a:pt x="180" y="217"/>
                </a:lnTo>
                <a:lnTo>
                  <a:pt x="178" y="211"/>
                </a:lnTo>
                <a:lnTo>
                  <a:pt x="178" y="191"/>
                </a:lnTo>
                <a:lnTo>
                  <a:pt x="178" y="167"/>
                </a:lnTo>
                <a:lnTo>
                  <a:pt x="178" y="143"/>
                </a:lnTo>
                <a:lnTo>
                  <a:pt x="178" y="121"/>
                </a:lnTo>
                <a:lnTo>
                  <a:pt x="180" y="107"/>
                </a:lnTo>
                <a:lnTo>
                  <a:pt x="181" y="94"/>
                </a:lnTo>
                <a:lnTo>
                  <a:pt x="186" y="79"/>
                </a:lnTo>
                <a:lnTo>
                  <a:pt x="193" y="61"/>
                </a:lnTo>
                <a:lnTo>
                  <a:pt x="204" y="47"/>
                </a:lnTo>
                <a:lnTo>
                  <a:pt x="219" y="34"/>
                </a:lnTo>
                <a:lnTo>
                  <a:pt x="237" y="26"/>
                </a:lnTo>
                <a:lnTo>
                  <a:pt x="253" y="24"/>
                </a:lnTo>
                <a:lnTo>
                  <a:pt x="261" y="23"/>
                </a:lnTo>
                <a:lnTo>
                  <a:pt x="266" y="21"/>
                </a:lnTo>
                <a:lnTo>
                  <a:pt x="267" y="21"/>
                </a:lnTo>
                <a:lnTo>
                  <a:pt x="271" y="21"/>
                </a:lnTo>
                <a:lnTo>
                  <a:pt x="274" y="21"/>
                </a:lnTo>
                <a:lnTo>
                  <a:pt x="280" y="19"/>
                </a:lnTo>
                <a:lnTo>
                  <a:pt x="285" y="16"/>
                </a:lnTo>
                <a:lnTo>
                  <a:pt x="290" y="14"/>
                </a:lnTo>
                <a:lnTo>
                  <a:pt x="298" y="11"/>
                </a:lnTo>
                <a:lnTo>
                  <a:pt x="310" y="11"/>
                </a:lnTo>
                <a:lnTo>
                  <a:pt x="3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Freeform 10"/>
          <p:cNvSpPr>
            <a:spLocks noChangeAspect="1" noEditPoints="1"/>
          </p:cNvSpPr>
          <p:nvPr/>
        </p:nvSpPr>
        <p:spPr bwMode="auto">
          <a:xfrm>
            <a:off x="4393715" y="3097755"/>
            <a:ext cx="1080000" cy="662492"/>
          </a:xfrm>
          <a:custGeom>
            <a:avLst/>
            <a:gdLst>
              <a:gd name="T0" fmla="*/ 764 w 939"/>
              <a:gd name="T1" fmla="*/ 157 h 576"/>
              <a:gd name="T2" fmla="*/ 782 w 939"/>
              <a:gd name="T3" fmla="*/ 162 h 576"/>
              <a:gd name="T4" fmla="*/ 790 w 939"/>
              <a:gd name="T5" fmla="*/ 243 h 576"/>
              <a:gd name="T6" fmla="*/ 796 w 939"/>
              <a:gd name="T7" fmla="*/ 263 h 576"/>
              <a:gd name="T8" fmla="*/ 804 w 939"/>
              <a:gd name="T9" fmla="*/ 305 h 576"/>
              <a:gd name="T10" fmla="*/ 803 w 939"/>
              <a:gd name="T11" fmla="*/ 323 h 576"/>
              <a:gd name="T12" fmla="*/ 762 w 939"/>
              <a:gd name="T13" fmla="*/ 371 h 576"/>
              <a:gd name="T14" fmla="*/ 761 w 939"/>
              <a:gd name="T15" fmla="*/ 397 h 576"/>
              <a:gd name="T16" fmla="*/ 838 w 939"/>
              <a:gd name="T17" fmla="*/ 444 h 576"/>
              <a:gd name="T18" fmla="*/ 920 w 939"/>
              <a:gd name="T19" fmla="*/ 508 h 576"/>
              <a:gd name="T20" fmla="*/ 736 w 939"/>
              <a:gd name="T21" fmla="*/ 571 h 576"/>
              <a:gd name="T22" fmla="*/ 718 w 939"/>
              <a:gd name="T23" fmla="*/ 448 h 576"/>
              <a:gd name="T24" fmla="*/ 671 w 939"/>
              <a:gd name="T25" fmla="*/ 365 h 576"/>
              <a:gd name="T26" fmla="*/ 634 w 939"/>
              <a:gd name="T27" fmla="*/ 316 h 576"/>
              <a:gd name="T28" fmla="*/ 631 w 939"/>
              <a:gd name="T29" fmla="*/ 282 h 576"/>
              <a:gd name="T30" fmla="*/ 644 w 939"/>
              <a:gd name="T31" fmla="*/ 256 h 576"/>
              <a:gd name="T32" fmla="*/ 642 w 939"/>
              <a:gd name="T33" fmla="*/ 186 h 576"/>
              <a:gd name="T34" fmla="*/ 675 w 939"/>
              <a:gd name="T35" fmla="*/ 154 h 576"/>
              <a:gd name="T36" fmla="*/ 684 w 939"/>
              <a:gd name="T37" fmla="*/ 152 h 576"/>
              <a:gd name="T38" fmla="*/ 730 w 939"/>
              <a:gd name="T39" fmla="*/ 143 h 576"/>
              <a:gd name="T40" fmla="*/ 250 w 939"/>
              <a:gd name="T41" fmla="*/ 151 h 576"/>
              <a:gd name="T42" fmla="*/ 259 w 939"/>
              <a:gd name="T43" fmla="*/ 154 h 576"/>
              <a:gd name="T44" fmla="*/ 293 w 939"/>
              <a:gd name="T45" fmla="*/ 178 h 576"/>
              <a:gd name="T46" fmla="*/ 293 w 939"/>
              <a:gd name="T47" fmla="*/ 256 h 576"/>
              <a:gd name="T48" fmla="*/ 310 w 939"/>
              <a:gd name="T49" fmla="*/ 282 h 576"/>
              <a:gd name="T50" fmla="*/ 308 w 939"/>
              <a:gd name="T51" fmla="*/ 316 h 576"/>
              <a:gd name="T52" fmla="*/ 268 w 939"/>
              <a:gd name="T53" fmla="*/ 365 h 576"/>
              <a:gd name="T54" fmla="*/ 221 w 939"/>
              <a:gd name="T55" fmla="*/ 448 h 576"/>
              <a:gd name="T56" fmla="*/ 204 w 939"/>
              <a:gd name="T57" fmla="*/ 576 h 576"/>
              <a:gd name="T58" fmla="*/ 28 w 939"/>
              <a:gd name="T59" fmla="*/ 493 h 576"/>
              <a:gd name="T60" fmla="*/ 128 w 939"/>
              <a:gd name="T61" fmla="*/ 438 h 576"/>
              <a:gd name="T62" fmla="*/ 175 w 939"/>
              <a:gd name="T63" fmla="*/ 396 h 576"/>
              <a:gd name="T64" fmla="*/ 177 w 939"/>
              <a:gd name="T65" fmla="*/ 370 h 576"/>
              <a:gd name="T66" fmla="*/ 131 w 939"/>
              <a:gd name="T67" fmla="*/ 313 h 576"/>
              <a:gd name="T68" fmla="*/ 144 w 939"/>
              <a:gd name="T69" fmla="*/ 263 h 576"/>
              <a:gd name="T70" fmla="*/ 149 w 939"/>
              <a:gd name="T71" fmla="*/ 255 h 576"/>
              <a:gd name="T72" fmla="*/ 152 w 939"/>
              <a:gd name="T73" fmla="*/ 172 h 576"/>
              <a:gd name="T74" fmla="*/ 177 w 939"/>
              <a:gd name="T75" fmla="*/ 157 h 576"/>
              <a:gd name="T76" fmla="*/ 209 w 939"/>
              <a:gd name="T77" fmla="*/ 143 h 576"/>
              <a:gd name="T78" fmla="*/ 534 w 939"/>
              <a:gd name="T79" fmla="*/ 37 h 576"/>
              <a:gd name="T80" fmla="*/ 585 w 939"/>
              <a:gd name="T81" fmla="*/ 76 h 576"/>
              <a:gd name="T82" fmla="*/ 585 w 939"/>
              <a:gd name="T83" fmla="*/ 167 h 576"/>
              <a:gd name="T84" fmla="*/ 600 w 939"/>
              <a:gd name="T85" fmla="*/ 178 h 576"/>
              <a:gd name="T86" fmla="*/ 602 w 939"/>
              <a:gd name="T87" fmla="*/ 243 h 576"/>
              <a:gd name="T88" fmla="*/ 530 w 939"/>
              <a:gd name="T89" fmla="*/ 311 h 576"/>
              <a:gd name="T90" fmla="*/ 527 w 939"/>
              <a:gd name="T91" fmla="*/ 355 h 576"/>
              <a:gd name="T92" fmla="*/ 618 w 939"/>
              <a:gd name="T93" fmla="*/ 409 h 576"/>
              <a:gd name="T94" fmla="*/ 694 w 939"/>
              <a:gd name="T95" fmla="*/ 465 h 576"/>
              <a:gd name="T96" fmla="*/ 704 w 939"/>
              <a:gd name="T97" fmla="*/ 576 h 576"/>
              <a:gd name="T98" fmla="*/ 242 w 939"/>
              <a:gd name="T99" fmla="*/ 472 h 576"/>
              <a:gd name="T100" fmla="*/ 313 w 939"/>
              <a:gd name="T101" fmla="*/ 409 h 576"/>
              <a:gd name="T102" fmla="*/ 410 w 939"/>
              <a:gd name="T103" fmla="*/ 355 h 576"/>
              <a:gd name="T104" fmla="*/ 405 w 939"/>
              <a:gd name="T105" fmla="*/ 310 h 576"/>
              <a:gd name="T106" fmla="*/ 329 w 939"/>
              <a:gd name="T107" fmla="*/ 243 h 576"/>
              <a:gd name="T108" fmla="*/ 326 w 939"/>
              <a:gd name="T109" fmla="*/ 183 h 576"/>
              <a:gd name="T110" fmla="*/ 347 w 939"/>
              <a:gd name="T111" fmla="*/ 170 h 576"/>
              <a:gd name="T112" fmla="*/ 355 w 939"/>
              <a:gd name="T113" fmla="*/ 84 h 576"/>
              <a:gd name="T114" fmla="*/ 417 w 939"/>
              <a:gd name="T115" fmla="*/ 24 h 576"/>
              <a:gd name="T116" fmla="*/ 433 w 939"/>
              <a:gd name="T117" fmla="*/ 19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39" h="576">
                <a:moveTo>
                  <a:pt x="730" y="143"/>
                </a:moveTo>
                <a:lnTo>
                  <a:pt x="743" y="146"/>
                </a:lnTo>
                <a:lnTo>
                  <a:pt x="752" y="154"/>
                </a:lnTo>
                <a:lnTo>
                  <a:pt x="761" y="157"/>
                </a:lnTo>
                <a:lnTo>
                  <a:pt x="762" y="157"/>
                </a:lnTo>
                <a:lnTo>
                  <a:pt x="764" y="157"/>
                </a:lnTo>
                <a:lnTo>
                  <a:pt x="764" y="157"/>
                </a:lnTo>
                <a:lnTo>
                  <a:pt x="762" y="157"/>
                </a:lnTo>
                <a:lnTo>
                  <a:pt x="762" y="157"/>
                </a:lnTo>
                <a:lnTo>
                  <a:pt x="762" y="157"/>
                </a:lnTo>
                <a:lnTo>
                  <a:pt x="764" y="156"/>
                </a:lnTo>
                <a:lnTo>
                  <a:pt x="765" y="157"/>
                </a:lnTo>
                <a:lnTo>
                  <a:pt x="770" y="157"/>
                </a:lnTo>
                <a:lnTo>
                  <a:pt x="782" y="162"/>
                </a:lnTo>
                <a:lnTo>
                  <a:pt x="787" y="172"/>
                </a:lnTo>
                <a:lnTo>
                  <a:pt x="790" y="183"/>
                </a:lnTo>
                <a:lnTo>
                  <a:pt x="790" y="194"/>
                </a:lnTo>
                <a:lnTo>
                  <a:pt x="791" y="203"/>
                </a:lnTo>
                <a:lnTo>
                  <a:pt x="791" y="214"/>
                </a:lnTo>
                <a:lnTo>
                  <a:pt x="791" y="229"/>
                </a:lnTo>
                <a:lnTo>
                  <a:pt x="790" y="243"/>
                </a:lnTo>
                <a:lnTo>
                  <a:pt x="788" y="255"/>
                </a:lnTo>
                <a:lnTo>
                  <a:pt x="788" y="258"/>
                </a:lnTo>
                <a:lnTo>
                  <a:pt x="790" y="261"/>
                </a:lnTo>
                <a:lnTo>
                  <a:pt x="791" y="263"/>
                </a:lnTo>
                <a:lnTo>
                  <a:pt x="793" y="263"/>
                </a:lnTo>
                <a:lnTo>
                  <a:pt x="795" y="263"/>
                </a:lnTo>
                <a:lnTo>
                  <a:pt x="796" y="263"/>
                </a:lnTo>
                <a:lnTo>
                  <a:pt x="798" y="263"/>
                </a:lnTo>
                <a:lnTo>
                  <a:pt x="803" y="264"/>
                </a:lnTo>
                <a:lnTo>
                  <a:pt x="804" y="271"/>
                </a:lnTo>
                <a:lnTo>
                  <a:pt x="806" y="280"/>
                </a:lnTo>
                <a:lnTo>
                  <a:pt x="806" y="292"/>
                </a:lnTo>
                <a:lnTo>
                  <a:pt x="804" y="302"/>
                </a:lnTo>
                <a:lnTo>
                  <a:pt x="804" y="305"/>
                </a:lnTo>
                <a:lnTo>
                  <a:pt x="804" y="308"/>
                </a:lnTo>
                <a:lnTo>
                  <a:pt x="804" y="311"/>
                </a:lnTo>
                <a:lnTo>
                  <a:pt x="804" y="313"/>
                </a:lnTo>
                <a:lnTo>
                  <a:pt x="806" y="316"/>
                </a:lnTo>
                <a:lnTo>
                  <a:pt x="806" y="318"/>
                </a:lnTo>
                <a:lnTo>
                  <a:pt x="804" y="319"/>
                </a:lnTo>
                <a:lnTo>
                  <a:pt x="803" y="323"/>
                </a:lnTo>
                <a:lnTo>
                  <a:pt x="798" y="326"/>
                </a:lnTo>
                <a:lnTo>
                  <a:pt x="791" y="340"/>
                </a:lnTo>
                <a:lnTo>
                  <a:pt x="782" y="353"/>
                </a:lnTo>
                <a:lnTo>
                  <a:pt x="772" y="362"/>
                </a:lnTo>
                <a:lnTo>
                  <a:pt x="765" y="368"/>
                </a:lnTo>
                <a:lnTo>
                  <a:pt x="762" y="370"/>
                </a:lnTo>
                <a:lnTo>
                  <a:pt x="762" y="371"/>
                </a:lnTo>
                <a:lnTo>
                  <a:pt x="762" y="375"/>
                </a:lnTo>
                <a:lnTo>
                  <a:pt x="762" y="378"/>
                </a:lnTo>
                <a:lnTo>
                  <a:pt x="762" y="383"/>
                </a:lnTo>
                <a:lnTo>
                  <a:pt x="761" y="388"/>
                </a:lnTo>
                <a:lnTo>
                  <a:pt x="761" y="392"/>
                </a:lnTo>
                <a:lnTo>
                  <a:pt x="761" y="396"/>
                </a:lnTo>
                <a:lnTo>
                  <a:pt x="761" y="397"/>
                </a:lnTo>
                <a:lnTo>
                  <a:pt x="761" y="404"/>
                </a:lnTo>
                <a:lnTo>
                  <a:pt x="761" y="410"/>
                </a:lnTo>
                <a:lnTo>
                  <a:pt x="765" y="418"/>
                </a:lnTo>
                <a:lnTo>
                  <a:pt x="774" y="426"/>
                </a:lnTo>
                <a:lnTo>
                  <a:pt x="788" y="433"/>
                </a:lnTo>
                <a:lnTo>
                  <a:pt x="811" y="438"/>
                </a:lnTo>
                <a:lnTo>
                  <a:pt x="838" y="444"/>
                </a:lnTo>
                <a:lnTo>
                  <a:pt x="858" y="451"/>
                </a:lnTo>
                <a:lnTo>
                  <a:pt x="872" y="457"/>
                </a:lnTo>
                <a:lnTo>
                  <a:pt x="882" y="465"/>
                </a:lnTo>
                <a:lnTo>
                  <a:pt x="889" y="472"/>
                </a:lnTo>
                <a:lnTo>
                  <a:pt x="895" y="478"/>
                </a:lnTo>
                <a:lnTo>
                  <a:pt x="910" y="491"/>
                </a:lnTo>
                <a:lnTo>
                  <a:pt x="920" y="508"/>
                </a:lnTo>
                <a:lnTo>
                  <a:pt x="928" y="525"/>
                </a:lnTo>
                <a:lnTo>
                  <a:pt x="932" y="543"/>
                </a:lnTo>
                <a:lnTo>
                  <a:pt x="937" y="559"/>
                </a:lnTo>
                <a:lnTo>
                  <a:pt x="939" y="571"/>
                </a:lnTo>
                <a:lnTo>
                  <a:pt x="939" y="576"/>
                </a:lnTo>
                <a:lnTo>
                  <a:pt x="736" y="576"/>
                </a:lnTo>
                <a:lnTo>
                  <a:pt x="736" y="571"/>
                </a:lnTo>
                <a:lnTo>
                  <a:pt x="736" y="558"/>
                </a:lnTo>
                <a:lnTo>
                  <a:pt x="735" y="540"/>
                </a:lnTo>
                <a:lnTo>
                  <a:pt x="735" y="519"/>
                </a:lnTo>
                <a:lnTo>
                  <a:pt x="731" y="496"/>
                </a:lnTo>
                <a:lnTo>
                  <a:pt x="730" y="475"/>
                </a:lnTo>
                <a:lnTo>
                  <a:pt x="725" y="459"/>
                </a:lnTo>
                <a:lnTo>
                  <a:pt x="718" y="448"/>
                </a:lnTo>
                <a:lnTo>
                  <a:pt x="707" y="430"/>
                </a:lnTo>
                <a:lnTo>
                  <a:pt x="694" y="413"/>
                </a:lnTo>
                <a:lnTo>
                  <a:pt x="675" y="399"/>
                </a:lnTo>
                <a:lnTo>
                  <a:pt x="675" y="386"/>
                </a:lnTo>
                <a:lnTo>
                  <a:pt x="673" y="373"/>
                </a:lnTo>
                <a:lnTo>
                  <a:pt x="673" y="368"/>
                </a:lnTo>
                <a:lnTo>
                  <a:pt x="671" y="365"/>
                </a:lnTo>
                <a:lnTo>
                  <a:pt x="665" y="357"/>
                </a:lnTo>
                <a:lnTo>
                  <a:pt x="657" y="345"/>
                </a:lnTo>
                <a:lnTo>
                  <a:pt x="649" y="328"/>
                </a:lnTo>
                <a:lnTo>
                  <a:pt x="642" y="324"/>
                </a:lnTo>
                <a:lnTo>
                  <a:pt x="639" y="321"/>
                </a:lnTo>
                <a:lnTo>
                  <a:pt x="636" y="319"/>
                </a:lnTo>
                <a:lnTo>
                  <a:pt x="634" y="316"/>
                </a:lnTo>
                <a:lnTo>
                  <a:pt x="632" y="313"/>
                </a:lnTo>
                <a:lnTo>
                  <a:pt x="632" y="310"/>
                </a:lnTo>
                <a:lnTo>
                  <a:pt x="632" y="306"/>
                </a:lnTo>
                <a:lnTo>
                  <a:pt x="632" y="303"/>
                </a:lnTo>
                <a:lnTo>
                  <a:pt x="631" y="300"/>
                </a:lnTo>
                <a:lnTo>
                  <a:pt x="631" y="292"/>
                </a:lnTo>
                <a:lnTo>
                  <a:pt x="631" y="282"/>
                </a:lnTo>
                <a:lnTo>
                  <a:pt x="631" y="272"/>
                </a:lnTo>
                <a:lnTo>
                  <a:pt x="634" y="264"/>
                </a:lnTo>
                <a:lnTo>
                  <a:pt x="639" y="263"/>
                </a:lnTo>
                <a:lnTo>
                  <a:pt x="641" y="261"/>
                </a:lnTo>
                <a:lnTo>
                  <a:pt x="641" y="261"/>
                </a:lnTo>
                <a:lnTo>
                  <a:pt x="642" y="259"/>
                </a:lnTo>
                <a:lnTo>
                  <a:pt x="644" y="256"/>
                </a:lnTo>
                <a:lnTo>
                  <a:pt x="645" y="253"/>
                </a:lnTo>
                <a:lnTo>
                  <a:pt x="645" y="248"/>
                </a:lnTo>
                <a:lnTo>
                  <a:pt x="644" y="235"/>
                </a:lnTo>
                <a:lnTo>
                  <a:pt x="642" y="219"/>
                </a:lnTo>
                <a:lnTo>
                  <a:pt x="642" y="206"/>
                </a:lnTo>
                <a:lnTo>
                  <a:pt x="642" y="194"/>
                </a:lnTo>
                <a:lnTo>
                  <a:pt x="642" y="186"/>
                </a:lnTo>
                <a:lnTo>
                  <a:pt x="644" y="178"/>
                </a:lnTo>
                <a:lnTo>
                  <a:pt x="645" y="169"/>
                </a:lnTo>
                <a:lnTo>
                  <a:pt x="650" y="160"/>
                </a:lnTo>
                <a:lnTo>
                  <a:pt x="662" y="156"/>
                </a:lnTo>
                <a:lnTo>
                  <a:pt x="668" y="156"/>
                </a:lnTo>
                <a:lnTo>
                  <a:pt x="671" y="154"/>
                </a:lnTo>
                <a:lnTo>
                  <a:pt x="675" y="154"/>
                </a:lnTo>
                <a:lnTo>
                  <a:pt x="676" y="154"/>
                </a:lnTo>
                <a:lnTo>
                  <a:pt x="678" y="152"/>
                </a:lnTo>
                <a:lnTo>
                  <a:pt x="678" y="152"/>
                </a:lnTo>
                <a:lnTo>
                  <a:pt x="679" y="152"/>
                </a:lnTo>
                <a:lnTo>
                  <a:pt x="679" y="152"/>
                </a:lnTo>
                <a:lnTo>
                  <a:pt x="683" y="152"/>
                </a:lnTo>
                <a:lnTo>
                  <a:pt x="684" y="152"/>
                </a:lnTo>
                <a:lnTo>
                  <a:pt x="686" y="151"/>
                </a:lnTo>
                <a:lnTo>
                  <a:pt x="688" y="151"/>
                </a:lnTo>
                <a:lnTo>
                  <a:pt x="691" y="149"/>
                </a:lnTo>
                <a:lnTo>
                  <a:pt x="692" y="147"/>
                </a:lnTo>
                <a:lnTo>
                  <a:pt x="696" y="147"/>
                </a:lnTo>
                <a:lnTo>
                  <a:pt x="701" y="147"/>
                </a:lnTo>
                <a:lnTo>
                  <a:pt x="730" y="143"/>
                </a:lnTo>
                <a:close/>
                <a:moveTo>
                  <a:pt x="209" y="143"/>
                </a:moveTo>
                <a:lnTo>
                  <a:pt x="238" y="147"/>
                </a:lnTo>
                <a:lnTo>
                  <a:pt x="243" y="147"/>
                </a:lnTo>
                <a:lnTo>
                  <a:pt x="246" y="147"/>
                </a:lnTo>
                <a:lnTo>
                  <a:pt x="248" y="149"/>
                </a:lnTo>
                <a:lnTo>
                  <a:pt x="250" y="151"/>
                </a:lnTo>
                <a:lnTo>
                  <a:pt x="250" y="151"/>
                </a:lnTo>
                <a:lnTo>
                  <a:pt x="251" y="152"/>
                </a:lnTo>
                <a:lnTo>
                  <a:pt x="255" y="152"/>
                </a:lnTo>
                <a:lnTo>
                  <a:pt x="256" y="152"/>
                </a:lnTo>
                <a:lnTo>
                  <a:pt x="258" y="152"/>
                </a:lnTo>
                <a:lnTo>
                  <a:pt x="258" y="152"/>
                </a:lnTo>
                <a:lnTo>
                  <a:pt x="259" y="152"/>
                </a:lnTo>
                <a:lnTo>
                  <a:pt x="259" y="154"/>
                </a:lnTo>
                <a:lnTo>
                  <a:pt x="261" y="154"/>
                </a:lnTo>
                <a:lnTo>
                  <a:pt x="264" y="154"/>
                </a:lnTo>
                <a:lnTo>
                  <a:pt x="269" y="156"/>
                </a:lnTo>
                <a:lnTo>
                  <a:pt x="276" y="156"/>
                </a:lnTo>
                <a:lnTo>
                  <a:pt x="285" y="160"/>
                </a:lnTo>
                <a:lnTo>
                  <a:pt x="292" y="169"/>
                </a:lnTo>
                <a:lnTo>
                  <a:pt x="293" y="178"/>
                </a:lnTo>
                <a:lnTo>
                  <a:pt x="293" y="186"/>
                </a:lnTo>
                <a:lnTo>
                  <a:pt x="293" y="194"/>
                </a:lnTo>
                <a:lnTo>
                  <a:pt x="293" y="209"/>
                </a:lnTo>
                <a:lnTo>
                  <a:pt x="293" y="230"/>
                </a:lnTo>
                <a:lnTo>
                  <a:pt x="293" y="248"/>
                </a:lnTo>
                <a:lnTo>
                  <a:pt x="292" y="253"/>
                </a:lnTo>
                <a:lnTo>
                  <a:pt x="293" y="256"/>
                </a:lnTo>
                <a:lnTo>
                  <a:pt x="297" y="259"/>
                </a:lnTo>
                <a:lnTo>
                  <a:pt x="298" y="261"/>
                </a:lnTo>
                <a:lnTo>
                  <a:pt x="300" y="261"/>
                </a:lnTo>
                <a:lnTo>
                  <a:pt x="302" y="263"/>
                </a:lnTo>
                <a:lnTo>
                  <a:pt x="306" y="264"/>
                </a:lnTo>
                <a:lnTo>
                  <a:pt x="310" y="272"/>
                </a:lnTo>
                <a:lnTo>
                  <a:pt x="310" y="282"/>
                </a:lnTo>
                <a:lnTo>
                  <a:pt x="310" y="292"/>
                </a:lnTo>
                <a:lnTo>
                  <a:pt x="310" y="300"/>
                </a:lnTo>
                <a:lnTo>
                  <a:pt x="310" y="303"/>
                </a:lnTo>
                <a:lnTo>
                  <a:pt x="308" y="306"/>
                </a:lnTo>
                <a:lnTo>
                  <a:pt x="308" y="310"/>
                </a:lnTo>
                <a:lnTo>
                  <a:pt x="308" y="313"/>
                </a:lnTo>
                <a:lnTo>
                  <a:pt x="308" y="316"/>
                </a:lnTo>
                <a:lnTo>
                  <a:pt x="306" y="319"/>
                </a:lnTo>
                <a:lnTo>
                  <a:pt x="305" y="321"/>
                </a:lnTo>
                <a:lnTo>
                  <a:pt x="300" y="324"/>
                </a:lnTo>
                <a:lnTo>
                  <a:pt x="293" y="328"/>
                </a:lnTo>
                <a:lnTo>
                  <a:pt x="285" y="345"/>
                </a:lnTo>
                <a:lnTo>
                  <a:pt x="276" y="357"/>
                </a:lnTo>
                <a:lnTo>
                  <a:pt x="268" y="365"/>
                </a:lnTo>
                <a:lnTo>
                  <a:pt x="264" y="368"/>
                </a:lnTo>
                <a:lnTo>
                  <a:pt x="264" y="373"/>
                </a:lnTo>
                <a:lnTo>
                  <a:pt x="264" y="386"/>
                </a:lnTo>
                <a:lnTo>
                  <a:pt x="264" y="399"/>
                </a:lnTo>
                <a:lnTo>
                  <a:pt x="245" y="413"/>
                </a:lnTo>
                <a:lnTo>
                  <a:pt x="232" y="430"/>
                </a:lnTo>
                <a:lnTo>
                  <a:pt x="221" y="448"/>
                </a:lnTo>
                <a:lnTo>
                  <a:pt x="214" y="469"/>
                </a:lnTo>
                <a:lnTo>
                  <a:pt x="209" y="493"/>
                </a:lnTo>
                <a:lnTo>
                  <a:pt x="206" y="517"/>
                </a:lnTo>
                <a:lnTo>
                  <a:pt x="204" y="540"/>
                </a:lnTo>
                <a:lnTo>
                  <a:pt x="204" y="558"/>
                </a:lnTo>
                <a:lnTo>
                  <a:pt x="204" y="571"/>
                </a:lnTo>
                <a:lnTo>
                  <a:pt x="204" y="576"/>
                </a:lnTo>
                <a:lnTo>
                  <a:pt x="0" y="576"/>
                </a:lnTo>
                <a:lnTo>
                  <a:pt x="0" y="571"/>
                </a:lnTo>
                <a:lnTo>
                  <a:pt x="0" y="561"/>
                </a:lnTo>
                <a:lnTo>
                  <a:pt x="3" y="545"/>
                </a:lnTo>
                <a:lnTo>
                  <a:pt x="8" y="527"/>
                </a:lnTo>
                <a:lnTo>
                  <a:pt x="15" y="509"/>
                </a:lnTo>
                <a:lnTo>
                  <a:pt x="28" y="493"/>
                </a:lnTo>
                <a:lnTo>
                  <a:pt x="44" y="478"/>
                </a:lnTo>
                <a:lnTo>
                  <a:pt x="50" y="472"/>
                </a:lnTo>
                <a:lnTo>
                  <a:pt x="57" y="465"/>
                </a:lnTo>
                <a:lnTo>
                  <a:pt x="66" y="457"/>
                </a:lnTo>
                <a:lnTo>
                  <a:pt x="81" y="451"/>
                </a:lnTo>
                <a:lnTo>
                  <a:pt x="100" y="444"/>
                </a:lnTo>
                <a:lnTo>
                  <a:pt x="128" y="438"/>
                </a:lnTo>
                <a:lnTo>
                  <a:pt x="148" y="433"/>
                </a:lnTo>
                <a:lnTo>
                  <a:pt x="160" y="426"/>
                </a:lnTo>
                <a:lnTo>
                  <a:pt x="169" y="418"/>
                </a:lnTo>
                <a:lnTo>
                  <a:pt x="173" y="410"/>
                </a:lnTo>
                <a:lnTo>
                  <a:pt x="175" y="404"/>
                </a:lnTo>
                <a:lnTo>
                  <a:pt x="175" y="397"/>
                </a:lnTo>
                <a:lnTo>
                  <a:pt x="175" y="396"/>
                </a:lnTo>
                <a:lnTo>
                  <a:pt x="175" y="392"/>
                </a:lnTo>
                <a:lnTo>
                  <a:pt x="175" y="388"/>
                </a:lnTo>
                <a:lnTo>
                  <a:pt x="175" y="383"/>
                </a:lnTo>
                <a:lnTo>
                  <a:pt x="175" y="378"/>
                </a:lnTo>
                <a:lnTo>
                  <a:pt x="177" y="375"/>
                </a:lnTo>
                <a:lnTo>
                  <a:pt x="177" y="371"/>
                </a:lnTo>
                <a:lnTo>
                  <a:pt x="177" y="370"/>
                </a:lnTo>
                <a:lnTo>
                  <a:pt x="173" y="368"/>
                </a:lnTo>
                <a:lnTo>
                  <a:pt x="167" y="362"/>
                </a:lnTo>
                <a:lnTo>
                  <a:pt x="157" y="353"/>
                </a:lnTo>
                <a:lnTo>
                  <a:pt x="149" y="340"/>
                </a:lnTo>
                <a:lnTo>
                  <a:pt x="141" y="326"/>
                </a:lnTo>
                <a:lnTo>
                  <a:pt x="133" y="319"/>
                </a:lnTo>
                <a:lnTo>
                  <a:pt x="131" y="313"/>
                </a:lnTo>
                <a:lnTo>
                  <a:pt x="130" y="306"/>
                </a:lnTo>
                <a:lnTo>
                  <a:pt x="130" y="300"/>
                </a:lnTo>
                <a:lnTo>
                  <a:pt x="130" y="295"/>
                </a:lnTo>
                <a:lnTo>
                  <a:pt x="130" y="287"/>
                </a:lnTo>
                <a:lnTo>
                  <a:pt x="131" y="276"/>
                </a:lnTo>
                <a:lnTo>
                  <a:pt x="136" y="267"/>
                </a:lnTo>
                <a:lnTo>
                  <a:pt x="144" y="263"/>
                </a:lnTo>
                <a:lnTo>
                  <a:pt x="144" y="263"/>
                </a:lnTo>
                <a:lnTo>
                  <a:pt x="146" y="263"/>
                </a:lnTo>
                <a:lnTo>
                  <a:pt x="146" y="263"/>
                </a:lnTo>
                <a:lnTo>
                  <a:pt x="148" y="263"/>
                </a:lnTo>
                <a:lnTo>
                  <a:pt x="149" y="261"/>
                </a:lnTo>
                <a:lnTo>
                  <a:pt x="149" y="258"/>
                </a:lnTo>
                <a:lnTo>
                  <a:pt x="149" y="255"/>
                </a:lnTo>
                <a:lnTo>
                  <a:pt x="148" y="243"/>
                </a:lnTo>
                <a:lnTo>
                  <a:pt x="148" y="229"/>
                </a:lnTo>
                <a:lnTo>
                  <a:pt x="148" y="214"/>
                </a:lnTo>
                <a:lnTo>
                  <a:pt x="149" y="203"/>
                </a:lnTo>
                <a:lnTo>
                  <a:pt x="149" y="194"/>
                </a:lnTo>
                <a:lnTo>
                  <a:pt x="149" y="183"/>
                </a:lnTo>
                <a:lnTo>
                  <a:pt x="152" y="172"/>
                </a:lnTo>
                <a:lnTo>
                  <a:pt x="159" y="162"/>
                </a:lnTo>
                <a:lnTo>
                  <a:pt x="169" y="157"/>
                </a:lnTo>
                <a:lnTo>
                  <a:pt x="173" y="157"/>
                </a:lnTo>
                <a:lnTo>
                  <a:pt x="175" y="156"/>
                </a:lnTo>
                <a:lnTo>
                  <a:pt x="177" y="157"/>
                </a:lnTo>
                <a:lnTo>
                  <a:pt x="177" y="157"/>
                </a:lnTo>
                <a:lnTo>
                  <a:pt x="177" y="157"/>
                </a:lnTo>
                <a:lnTo>
                  <a:pt x="177" y="157"/>
                </a:lnTo>
                <a:lnTo>
                  <a:pt x="177" y="157"/>
                </a:lnTo>
                <a:lnTo>
                  <a:pt x="177" y="157"/>
                </a:lnTo>
                <a:lnTo>
                  <a:pt x="178" y="157"/>
                </a:lnTo>
                <a:lnTo>
                  <a:pt x="186" y="154"/>
                </a:lnTo>
                <a:lnTo>
                  <a:pt x="196" y="146"/>
                </a:lnTo>
                <a:lnTo>
                  <a:pt x="209" y="143"/>
                </a:lnTo>
                <a:close/>
                <a:moveTo>
                  <a:pt x="486" y="0"/>
                </a:moveTo>
                <a:lnTo>
                  <a:pt x="498" y="3"/>
                </a:lnTo>
                <a:lnTo>
                  <a:pt x="506" y="13"/>
                </a:lnTo>
                <a:lnTo>
                  <a:pt x="514" y="23"/>
                </a:lnTo>
                <a:lnTo>
                  <a:pt x="521" y="32"/>
                </a:lnTo>
                <a:lnTo>
                  <a:pt x="527" y="37"/>
                </a:lnTo>
                <a:lnTo>
                  <a:pt x="534" y="37"/>
                </a:lnTo>
                <a:lnTo>
                  <a:pt x="538" y="36"/>
                </a:lnTo>
                <a:lnTo>
                  <a:pt x="546" y="36"/>
                </a:lnTo>
                <a:lnTo>
                  <a:pt x="559" y="36"/>
                </a:lnTo>
                <a:lnTo>
                  <a:pt x="571" y="42"/>
                </a:lnTo>
                <a:lnTo>
                  <a:pt x="579" y="52"/>
                </a:lnTo>
                <a:lnTo>
                  <a:pt x="582" y="63"/>
                </a:lnTo>
                <a:lnTo>
                  <a:pt x="585" y="76"/>
                </a:lnTo>
                <a:lnTo>
                  <a:pt x="585" y="87"/>
                </a:lnTo>
                <a:lnTo>
                  <a:pt x="585" y="96"/>
                </a:lnTo>
                <a:lnTo>
                  <a:pt x="587" y="110"/>
                </a:lnTo>
                <a:lnTo>
                  <a:pt x="587" y="130"/>
                </a:lnTo>
                <a:lnTo>
                  <a:pt x="587" y="149"/>
                </a:lnTo>
                <a:lnTo>
                  <a:pt x="585" y="164"/>
                </a:lnTo>
                <a:lnTo>
                  <a:pt x="585" y="167"/>
                </a:lnTo>
                <a:lnTo>
                  <a:pt x="585" y="170"/>
                </a:lnTo>
                <a:lnTo>
                  <a:pt x="587" y="173"/>
                </a:lnTo>
                <a:lnTo>
                  <a:pt x="589" y="173"/>
                </a:lnTo>
                <a:lnTo>
                  <a:pt x="590" y="173"/>
                </a:lnTo>
                <a:lnTo>
                  <a:pt x="592" y="175"/>
                </a:lnTo>
                <a:lnTo>
                  <a:pt x="592" y="173"/>
                </a:lnTo>
                <a:lnTo>
                  <a:pt x="600" y="178"/>
                </a:lnTo>
                <a:lnTo>
                  <a:pt x="606" y="188"/>
                </a:lnTo>
                <a:lnTo>
                  <a:pt x="610" y="201"/>
                </a:lnTo>
                <a:lnTo>
                  <a:pt x="611" y="214"/>
                </a:lnTo>
                <a:lnTo>
                  <a:pt x="611" y="224"/>
                </a:lnTo>
                <a:lnTo>
                  <a:pt x="611" y="229"/>
                </a:lnTo>
                <a:lnTo>
                  <a:pt x="608" y="237"/>
                </a:lnTo>
                <a:lnTo>
                  <a:pt x="602" y="243"/>
                </a:lnTo>
                <a:lnTo>
                  <a:pt x="594" y="248"/>
                </a:lnTo>
                <a:lnTo>
                  <a:pt x="581" y="256"/>
                </a:lnTo>
                <a:lnTo>
                  <a:pt x="572" y="272"/>
                </a:lnTo>
                <a:lnTo>
                  <a:pt x="561" y="287"/>
                </a:lnTo>
                <a:lnTo>
                  <a:pt x="550" y="298"/>
                </a:lnTo>
                <a:lnTo>
                  <a:pt x="538" y="306"/>
                </a:lnTo>
                <a:lnTo>
                  <a:pt x="530" y="311"/>
                </a:lnTo>
                <a:lnTo>
                  <a:pt x="529" y="313"/>
                </a:lnTo>
                <a:lnTo>
                  <a:pt x="529" y="318"/>
                </a:lnTo>
                <a:lnTo>
                  <a:pt x="529" y="328"/>
                </a:lnTo>
                <a:lnTo>
                  <a:pt x="527" y="339"/>
                </a:lnTo>
                <a:lnTo>
                  <a:pt x="527" y="347"/>
                </a:lnTo>
                <a:lnTo>
                  <a:pt x="527" y="350"/>
                </a:lnTo>
                <a:lnTo>
                  <a:pt x="527" y="355"/>
                </a:lnTo>
                <a:lnTo>
                  <a:pt x="527" y="363"/>
                </a:lnTo>
                <a:lnTo>
                  <a:pt x="530" y="371"/>
                </a:lnTo>
                <a:lnTo>
                  <a:pt x="537" y="381"/>
                </a:lnTo>
                <a:lnTo>
                  <a:pt x="548" y="391"/>
                </a:lnTo>
                <a:lnTo>
                  <a:pt x="564" y="397"/>
                </a:lnTo>
                <a:lnTo>
                  <a:pt x="589" y="402"/>
                </a:lnTo>
                <a:lnTo>
                  <a:pt x="618" y="409"/>
                </a:lnTo>
                <a:lnTo>
                  <a:pt x="641" y="415"/>
                </a:lnTo>
                <a:lnTo>
                  <a:pt x="657" y="423"/>
                </a:lnTo>
                <a:lnTo>
                  <a:pt x="668" y="433"/>
                </a:lnTo>
                <a:lnTo>
                  <a:pt x="676" y="441"/>
                </a:lnTo>
                <a:lnTo>
                  <a:pt x="683" y="449"/>
                </a:lnTo>
                <a:lnTo>
                  <a:pt x="689" y="456"/>
                </a:lnTo>
                <a:lnTo>
                  <a:pt x="694" y="465"/>
                </a:lnTo>
                <a:lnTo>
                  <a:pt x="697" y="480"/>
                </a:lnTo>
                <a:lnTo>
                  <a:pt x="701" y="499"/>
                </a:lnTo>
                <a:lnTo>
                  <a:pt x="702" y="521"/>
                </a:lnTo>
                <a:lnTo>
                  <a:pt x="702" y="542"/>
                </a:lnTo>
                <a:lnTo>
                  <a:pt x="704" y="558"/>
                </a:lnTo>
                <a:lnTo>
                  <a:pt x="704" y="571"/>
                </a:lnTo>
                <a:lnTo>
                  <a:pt x="704" y="576"/>
                </a:lnTo>
                <a:lnTo>
                  <a:pt x="233" y="576"/>
                </a:lnTo>
                <a:lnTo>
                  <a:pt x="235" y="571"/>
                </a:lnTo>
                <a:lnTo>
                  <a:pt x="235" y="558"/>
                </a:lnTo>
                <a:lnTo>
                  <a:pt x="235" y="538"/>
                </a:lnTo>
                <a:lnTo>
                  <a:pt x="237" y="516"/>
                </a:lnTo>
                <a:lnTo>
                  <a:pt x="238" y="493"/>
                </a:lnTo>
                <a:lnTo>
                  <a:pt x="242" y="472"/>
                </a:lnTo>
                <a:lnTo>
                  <a:pt x="246" y="456"/>
                </a:lnTo>
                <a:lnTo>
                  <a:pt x="248" y="451"/>
                </a:lnTo>
                <a:lnTo>
                  <a:pt x="253" y="444"/>
                </a:lnTo>
                <a:lnTo>
                  <a:pt x="261" y="435"/>
                </a:lnTo>
                <a:lnTo>
                  <a:pt x="272" y="426"/>
                </a:lnTo>
                <a:lnTo>
                  <a:pt x="289" y="417"/>
                </a:lnTo>
                <a:lnTo>
                  <a:pt x="313" y="409"/>
                </a:lnTo>
                <a:lnTo>
                  <a:pt x="344" y="402"/>
                </a:lnTo>
                <a:lnTo>
                  <a:pt x="370" y="397"/>
                </a:lnTo>
                <a:lnTo>
                  <a:pt x="388" y="389"/>
                </a:lnTo>
                <a:lnTo>
                  <a:pt x="399" y="381"/>
                </a:lnTo>
                <a:lnTo>
                  <a:pt x="407" y="371"/>
                </a:lnTo>
                <a:lnTo>
                  <a:pt x="410" y="363"/>
                </a:lnTo>
                <a:lnTo>
                  <a:pt x="410" y="355"/>
                </a:lnTo>
                <a:lnTo>
                  <a:pt x="410" y="350"/>
                </a:lnTo>
                <a:lnTo>
                  <a:pt x="410" y="350"/>
                </a:lnTo>
                <a:lnTo>
                  <a:pt x="410" y="337"/>
                </a:lnTo>
                <a:lnTo>
                  <a:pt x="409" y="324"/>
                </a:lnTo>
                <a:lnTo>
                  <a:pt x="409" y="315"/>
                </a:lnTo>
                <a:lnTo>
                  <a:pt x="409" y="311"/>
                </a:lnTo>
                <a:lnTo>
                  <a:pt x="405" y="310"/>
                </a:lnTo>
                <a:lnTo>
                  <a:pt x="396" y="305"/>
                </a:lnTo>
                <a:lnTo>
                  <a:pt x="384" y="297"/>
                </a:lnTo>
                <a:lnTo>
                  <a:pt x="371" y="287"/>
                </a:lnTo>
                <a:lnTo>
                  <a:pt x="360" y="274"/>
                </a:lnTo>
                <a:lnTo>
                  <a:pt x="350" y="258"/>
                </a:lnTo>
                <a:lnTo>
                  <a:pt x="336" y="250"/>
                </a:lnTo>
                <a:lnTo>
                  <a:pt x="329" y="243"/>
                </a:lnTo>
                <a:lnTo>
                  <a:pt x="326" y="235"/>
                </a:lnTo>
                <a:lnTo>
                  <a:pt x="324" y="227"/>
                </a:lnTo>
                <a:lnTo>
                  <a:pt x="323" y="224"/>
                </a:lnTo>
                <a:lnTo>
                  <a:pt x="323" y="216"/>
                </a:lnTo>
                <a:lnTo>
                  <a:pt x="323" y="206"/>
                </a:lnTo>
                <a:lnTo>
                  <a:pt x="323" y="193"/>
                </a:lnTo>
                <a:lnTo>
                  <a:pt x="326" y="183"/>
                </a:lnTo>
                <a:lnTo>
                  <a:pt x="329" y="175"/>
                </a:lnTo>
                <a:lnTo>
                  <a:pt x="336" y="173"/>
                </a:lnTo>
                <a:lnTo>
                  <a:pt x="336" y="173"/>
                </a:lnTo>
                <a:lnTo>
                  <a:pt x="339" y="173"/>
                </a:lnTo>
                <a:lnTo>
                  <a:pt x="342" y="172"/>
                </a:lnTo>
                <a:lnTo>
                  <a:pt x="345" y="172"/>
                </a:lnTo>
                <a:lnTo>
                  <a:pt x="347" y="170"/>
                </a:lnTo>
                <a:lnTo>
                  <a:pt x="350" y="167"/>
                </a:lnTo>
                <a:lnTo>
                  <a:pt x="352" y="164"/>
                </a:lnTo>
                <a:lnTo>
                  <a:pt x="352" y="160"/>
                </a:lnTo>
                <a:lnTo>
                  <a:pt x="352" y="141"/>
                </a:lnTo>
                <a:lnTo>
                  <a:pt x="353" y="120"/>
                </a:lnTo>
                <a:lnTo>
                  <a:pt x="353" y="99"/>
                </a:lnTo>
                <a:lnTo>
                  <a:pt x="355" y="84"/>
                </a:lnTo>
                <a:lnTo>
                  <a:pt x="358" y="74"/>
                </a:lnTo>
                <a:lnTo>
                  <a:pt x="362" y="60"/>
                </a:lnTo>
                <a:lnTo>
                  <a:pt x="370" y="45"/>
                </a:lnTo>
                <a:lnTo>
                  <a:pt x="381" y="34"/>
                </a:lnTo>
                <a:lnTo>
                  <a:pt x="397" y="27"/>
                </a:lnTo>
                <a:lnTo>
                  <a:pt x="410" y="24"/>
                </a:lnTo>
                <a:lnTo>
                  <a:pt x="417" y="24"/>
                </a:lnTo>
                <a:lnTo>
                  <a:pt x="418" y="24"/>
                </a:lnTo>
                <a:lnTo>
                  <a:pt x="420" y="24"/>
                </a:lnTo>
                <a:lnTo>
                  <a:pt x="425" y="23"/>
                </a:lnTo>
                <a:lnTo>
                  <a:pt x="428" y="23"/>
                </a:lnTo>
                <a:lnTo>
                  <a:pt x="430" y="21"/>
                </a:lnTo>
                <a:lnTo>
                  <a:pt x="431" y="21"/>
                </a:lnTo>
                <a:lnTo>
                  <a:pt x="433" y="19"/>
                </a:lnTo>
                <a:lnTo>
                  <a:pt x="436" y="18"/>
                </a:lnTo>
                <a:lnTo>
                  <a:pt x="439" y="16"/>
                </a:lnTo>
                <a:lnTo>
                  <a:pt x="444" y="16"/>
                </a:lnTo>
                <a:lnTo>
                  <a:pt x="449" y="16"/>
                </a:lnTo>
                <a:lnTo>
                  <a:pt x="48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Freeform 11"/>
          <p:cNvSpPr>
            <a:spLocks noChangeAspect="1" noEditPoints="1"/>
          </p:cNvSpPr>
          <p:nvPr/>
        </p:nvSpPr>
        <p:spPr bwMode="auto">
          <a:xfrm>
            <a:off x="1310923" y="1170844"/>
            <a:ext cx="653745" cy="1080000"/>
          </a:xfrm>
          <a:custGeom>
            <a:avLst/>
            <a:gdLst>
              <a:gd name="T0" fmla="*/ 307 w 569"/>
              <a:gd name="T1" fmla="*/ 166 h 940"/>
              <a:gd name="T2" fmla="*/ 329 w 569"/>
              <a:gd name="T3" fmla="*/ 177 h 940"/>
              <a:gd name="T4" fmla="*/ 386 w 569"/>
              <a:gd name="T5" fmla="*/ 218 h 940"/>
              <a:gd name="T6" fmla="*/ 409 w 569"/>
              <a:gd name="T7" fmla="*/ 263 h 940"/>
              <a:gd name="T8" fmla="*/ 414 w 569"/>
              <a:gd name="T9" fmla="*/ 300 h 940"/>
              <a:gd name="T10" fmla="*/ 448 w 569"/>
              <a:gd name="T11" fmla="*/ 362 h 940"/>
              <a:gd name="T12" fmla="*/ 485 w 569"/>
              <a:gd name="T13" fmla="*/ 396 h 940"/>
              <a:gd name="T14" fmla="*/ 564 w 569"/>
              <a:gd name="T15" fmla="*/ 442 h 940"/>
              <a:gd name="T16" fmla="*/ 568 w 569"/>
              <a:gd name="T17" fmla="*/ 469 h 940"/>
              <a:gd name="T18" fmla="*/ 558 w 569"/>
              <a:gd name="T19" fmla="*/ 487 h 940"/>
              <a:gd name="T20" fmla="*/ 525 w 569"/>
              <a:gd name="T21" fmla="*/ 489 h 940"/>
              <a:gd name="T22" fmla="*/ 438 w 569"/>
              <a:gd name="T23" fmla="*/ 458 h 940"/>
              <a:gd name="T24" fmla="*/ 383 w 569"/>
              <a:gd name="T25" fmla="*/ 411 h 940"/>
              <a:gd name="T26" fmla="*/ 378 w 569"/>
              <a:gd name="T27" fmla="*/ 390 h 940"/>
              <a:gd name="T28" fmla="*/ 352 w 569"/>
              <a:gd name="T29" fmla="*/ 383 h 940"/>
              <a:gd name="T30" fmla="*/ 339 w 569"/>
              <a:gd name="T31" fmla="*/ 395 h 940"/>
              <a:gd name="T32" fmla="*/ 358 w 569"/>
              <a:gd name="T33" fmla="*/ 588 h 940"/>
              <a:gd name="T34" fmla="*/ 423 w 569"/>
              <a:gd name="T35" fmla="*/ 717 h 940"/>
              <a:gd name="T36" fmla="*/ 441 w 569"/>
              <a:gd name="T37" fmla="*/ 794 h 940"/>
              <a:gd name="T38" fmla="*/ 438 w 569"/>
              <a:gd name="T39" fmla="*/ 923 h 940"/>
              <a:gd name="T40" fmla="*/ 410 w 569"/>
              <a:gd name="T41" fmla="*/ 940 h 940"/>
              <a:gd name="T42" fmla="*/ 380 w 569"/>
              <a:gd name="T43" fmla="*/ 938 h 940"/>
              <a:gd name="T44" fmla="*/ 352 w 569"/>
              <a:gd name="T45" fmla="*/ 922 h 940"/>
              <a:gd name="T46" fmla="*/ 350 w 569"/>
              <a:gd name="T47" fmla="*/ 909 h 940"/>
              <a:gd name="T48" fmla="*/ 342 w 569"/>
              <a:gd name="T49" fmla="*/ 792 h 940"/>
              <a:gd name="T50" fmla="*/ 331 w 569"/>
              <a:gd name="T51" fmla="*/ 745 h 940"/>
              <a:gd name="T52" fmla="*/ 242 w 569"/>
              <a:gd name="T53" fmla="*/ 649 h 940"/>
              <a:gd name="T54" fmla="*/ 217 w 569"/>
              <a:gd name="T55" fmla="*/ 672 h 940"/>
              <a:gd name="T56" fmla="*/ 206 w 569"/>
              <a:gd name="T57" fmla="*/ 696 h 940"/>
              <a:gd name="T58" fmla="*/ 71 w 569"/>
              <a:gd name="T59" fmla="*/ 933 h 940"/>
              <a:gd name="T60" fmla="*/ 37 w 569"/>
              <a:gd name="T61" fmla="*/ 940 h 940"/>
              <a:gd name="T62" fmla="*/ 6 w 569"/>
              <a:gd name="T63" fmla="*/ 922 h 940"/>
              <a:gd name="T64" fmla="*/ 0 w 569"/>
              <a:gd name="T65" fmla="*/ 899 h 940"/>
              <a:gd name="T66" fmla="*/ 8 w 569"/>
              <a:gd name="T67" fmla="*/ 870 h 940"/>
              <a:gd name="T68" fmla="*/ 138 w 569"/>
              <a:gd name="T69" fmla="*/ 573 h 940"/>
              <a:gd name="T70" fmla="*/ 144 w 569"/>
              <a:gd name="T71" fmla="*/ 396 h 940"/>
              <a:gd name="T72" fmla="*/ 172 w 569"/>
              <a:gd name="T73" fmla="*/ 333 h 940"/>
              <a:gd name="T74" fmla="*/ 196 w 569"/>
              <a:gd name="T75" fmla="*/ 294 h 940"/>
              <a:gd name="T76" fmla="*/ 196 w 569"/>
              <a:gd name="T77" fmla="*/ 276 h 940"/>
              <a:gd name="T78" fmla="*/ 178 w 569"/>
              <a:gd name="T79" fmla="*/ 279 h 940"/>
              <a:gd name="T80" fmla="*/ 141 w 569"/>
              <a:gd name="T81" fmla="*/ 307 h 940"/>
              <a:gd name="T82" fmla="*/ 107 w 569"/>
              <a:gd name="T83" fmla="*/ 335 h 940"/>
              <a:gd name="T84" fmla="*/ 101 w 569"/>
              <a:gd name="T85" fmla="*/ 481 h 940"/>
              <a:gd name="T86" fmla="*/ 68 w 569"/>
              <a:gd name="T87" fmla="*/ 497 h 940"/>
              <a:gd name="T88" fmla="*/ 49 w 569"/>
              <a:gd name="T89" fmla="*/ 489 h 940"/>
              <a:gd name="T90" fmla="*/ 45 w 569"/>
              <a:gd name="T91" fmla="*/ 466 h 940"/>
              <a:gd name="T92" fmla="*/ 45 w 569"/>
              <a:gd name="T93" fmla="*/ 443 h 940"/>
              <a:gd name="T94" fmla="*/ 45 w 569"/>
              <a:gd name="T95" fmla="*/ 367 h 940"/>
              <a:gd name="T96" fmla="*/ 45 w 569"/>
              <a:gd name="T97" fmla="*/ 294 h 940"/>
              <a:gd name="T98" fmla="*/ 55 w 569"/>
              <a:gd name="T99" fmla="*/ 263 h 940"/>
              <a:gd name="T100" fmla="*/ 71 w 569"/>
              <a:gd name="T101" fmla="*/ 249 h 940"/>
              <a:gd name="T102" fmla="*/ 371 w 569"/>
              <a:gd name="T103" fmla="*/ 0 h 940"/>
              <a:gd name="T104" fmla="*/ 435 w 569"/>
              <a:gd name="T105" fmla="*/ 33 h 940"/>
              <a:gd name="T106" fmla="*/ 446 w 569"/>
              <a:gd name="T107" fmla="*/ 104 h 940"/>
              <a:gd name="T108" fmla="*/ 396 w 569"/>
              <a:gd name="T109" fmla="*/ 153 h 940"/>
              <a:gd name="T110" fmla="*/ 326 w 569"/>
              <a:gd name="T111" fmla="*/ 143 h 940"/>
              <a:gd name="T112" fmla="*/ 294 w 569"/>
              <a:gd name="T113" fmla="*/ 80 h 940"/>
              <a:gd name="T114" fmla="*/ 326 w 569"/>
              <a:gd name="T115" fmla="*/ 17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69" h="940">
                <a:moveTo>
                  <a:pt x="272" y="161"/>
                </a:moveTo>
                <a:lnTo>
                  <a:pt x="290" y="163"/>
                </a:lnTo>
                <a:lnTo>
                  <a:pt x="307" y="166"/>
                </a:lnTo>
                <a:lnTo>
                  <a:pt x="318" y="171"/>
                </a:lnTo>
                <a:lnTo>
                  <a:pt x="326" y="176"/>
                </a:lnTo>
                <a:lnTo>
                  <a:pt x="329" y="177"/>
                </a:lnTo>
                <a:lnTo>
                  <a:pt x="352" y="189"/>
                </a:lnTo>
                <a:lnTo>
                  <a:pt x="371" y="202"/>
                </a:lnTo>
                <a:lnTo>
                  <a:pt x="386" y="218"/>
                </a:lnTo>
                <a:lnTo>
                  <a:pt x="396" y="236"/>
                </a:lnTo>
                <a:lnTo>
                  <a:pt x="404" y="250"/>
                </a:lnTo>
                <a:lnTo>
                  <a:pt x="409" y="263"/>
                </a:lnTo>
                <a:lnTo>
                  <a:pt x="410" y="273"/>
                </a:lnTo>
                <a:lnTo>
                  <a:pt x="412" y="276"/>
                </a:lnTo>
                <a:lnTo>
                  <a:pt x="414" y="300"/>
                </a:lnTo>
                <a:lnTo>
                  <a:pt x="422" y="323"/>
                </a:lnTo>
                <a:lnTo>
                  <a:pt x="435" y="344"/>
                </a:lnTo>
                <a:lnTo>
                  <a:pt x="448" y="362"/>
                </a:lnTo>
                <a:lnTo>
                  <a:pt x="462" y="377"/>
                </a:lnTo>
                <a:lnTo>
                  <a:pt x="475" y="388"/>
                </a:lnTo>
                <a:lnTo>
                  <a:pt x="485" y="396"/>
                </a:lnTo>
                <a:lnTo>
                  <a:pt x="488" y="398"/>
                </a:lnTo>
                <a:lnTo>
                  <a:pt x="556" y="437"/>
                </a:lnTo>
                <a:lnTo>
                  <a:pt x="564" y="442"/>
                </a:lnTo>
                <a:lnTo>
                  <a:pt x="569" y="450"/>
                </a:lnTo>
                <a:lnTo>
                  <a:pt x="569" y="459"/>
                </a:lnTo>
                <a:lnTo>
                  <a:pt x="568" y="469"/>
                </a:lnTo>
                <a:lnTo>
                  <a:pt x="564" y="476"/>
                </a:lnTo>
                <a:lnTo>
                  <a:pt x="564" y="477"/>
                </a:lnTo>
                <a:lnTo>
                  <a:pt x="558" y="487"/>
                </a:lnTo>
                <a:lnTo>
                  <a:pt x="548" y="490"/>
                </a:lnTo>
                <a:lnTo>
                  <a:pt x="537" y="490"/>
                </a:lnTo>
                <a:lnTo>
                  <a:pt x="525" y="489"/>
                </a:lnTo>
                <a:lnTo>
                  <a:pt x="517" y="487"/>
                </a:lnTo>
                <a:lnTo>
                  <a:pt x="514" y="485"/>
                </a:lnTo>
                <a:lnTo>
                  <a:pt x="438" y="458"/>
                </a:lnTo>
                <a:lnTo>
                  <a:pt x="410" y="440"/>
                </a:lnTo>
                <a:lnTo>
                  <a:pt x="394" y="424"/>
                </a:lnTo>
                <a:lnTo>
                  <a:pt x="383" y="411"/>
                </a:lnTo>
                <a:lnTo>
                  <a:pt x="378" y="399"/>
                </a:lnTo>
                <a:lnTo>
                  <a:pt x="378" y="393"/>
                </a:lnTo>
                <a:lnTo>
                  <a:pt x="378" y="390"/>
                </a:lnTo>
                <a:lnTo>
                  <a:pt x="370" y="383"/>
                </a:lnTo>
                <a:lnTo>
                  <a:pt x="360" y="382"/>
                </a:lnTo>
                <a:lnTo>
                  <a:pt x="352" y="383"/>
                </a:lnTo>
                <a:lnTo>
                  <a:pt x="345" y="388"/>
                </a:lnTo>
                <a:lnTo>
                  <a:pt x="341" y="393"/>
                </a:lnTo>
                <a:lnTo>
                  <a:pt x="339" y="395"/>
                </a:lnTo>
                <a:lnTo>
                  <a:pt x="319" y="502"/>
                </a:lnTo>
                <a:lnTo>
                  <a:pt x="319" y="539"/>
                </a:lnTo>
                <a:lnTo>
                  <a:pt x="358" y="588"/>
                </a:lnTo>
                <a:lnTo>
                  <a:pt x="388" y="635"/>
                </a:lnTo>
                <a:lnTo>
                  <a:pt x="409" y="678"/>
                </a:lnTo>
                <a:lnTo>
                  <a:pt x="423" y="717"/>
                </a:lnTo>
                <a:lnTo>
                  <a:pt x="433" y="751"/>
                </a:lnTo>
                <a:lnTo>
                  <a:pt x="438" y="776"/>
                </a:lnTo>
                <a:lnTo>
                  <a:pt x="441" y="794"/>
                </a:lnTo>
                <a:lnTo>
                  <a:pt x="441" y="799"/>
                </a:lnTo>
                <a:lnTo>
                  <a:pt x="441" y="910"/>
                </a:lnTo>
                <a:lnTo>
                  <a:pt x="438" y="923"/>
                </a:lnTo>
                <a:lnTo>
                  <a:pt x="430" y="932"/>
                </a:lnTo>
                <a:lnTo>
                  <a:pt x="420" y="936"/>
                </a:lnTo>
                <a:lnTo>
                  <a:pt x="410" y="940"/>
                </a:lnTo>
                <a:lnTo>
                  <a:pt x="404" y="940"/>
                </a:lnTo>
                <a:lnTo>
                  <a:pt x="401" y="940"/>
                </a:lnTo>
                <a:lnTo>
                  <a:pt x="380" y="938"/>
                </a:lnTo>
                <a:lnTo>
                  <a:pt x="365" y="933"/>
                </a:lnTo>
                <a:lnTo>
                  <a:pt x="357" y="928"/>
                </a:lnTo>
                <a:lnTo>
                  <a:pt x="352" y="922"/>
                </a:lnTo>
                <a:lnTo>
                  <a:pt x="350" y="915"/>
                </a:lnTo>
                <a:lnTo>
                  <a:pt x="350" y="910"/>
                </a:lnTo>
                <a:lnTo>
                  <a:pt x="350" y="909"/>
                </a:lnTo>
                <a:lnTo>
                  <a:pt x="349" y="862"/>
                </a:lnTo>
                <a:lnTo>
                  <a:pt x="345" y="823"/>
                </a:lnTo>
                <a:lnTo>
                  <a:pt x="342" y="792"/>
                </a:lnTo>
                <a:lnTo>
                  <a:pt x="337" y="769"/>
                </a:lnTo>
                <a:lnTo>
                  <a:pt x="334" y="753"/>
                </a:lnTo>
                <a:lnTo>
                  <a:pt x="331" y="745"/>
                </a:lnTo>
                <a:lnTo>
                  <a:pt x="329" y="742"/>
                </a:lnTo>
                <a:lnTo>
                  <a:pt x="251" y="654"/>
                </a:lnTo>
                <a:lnTo>
                  <a:pt x="242" y="649"/>
                </a:lnTo>
                <a:lnTo>
                  <a:pt x="234" y="653"/>
                </a:lnTo>
                <a:lnTo>
                  <a:pt x="224" y="662"/>
                </a:lnTo>
                <a:lnTo>
                  <a:pt x="217" y="672"/>
                </a:lnTo>
                <a:lnTo>
                  <a:pt x="211" y="683"/>
                </a:lnTo>
                <a:lnTo>
                  <a:pt x="208" y="691"/>
                </a:lnTo>
                <a:lnTo>
                  <a:pt x="206" y="696"/>
                </a:lnTo>
                <a:lnTo>
                  <a:pt x="94" y="907"/>
                </a:lnTo>
                <a:lnTo>
                  <a:pt x="84" y="923"/>
                </a:lnTo>
                <a:lnTo>
                  <a:pt x="71" y="933"/>
                </a:lnTo>
                <a:lnTo>
                  <a:pt x="57" y="938"/>
                </a:lnTo>
                <a:lnTo>
                  <a:pt x="45" y="940"/>
                </a:lnTo>
                <a:lnTo>
                  <a:pt x="37" y="940"/>
                </a:lnTo>
                <a:lnTo>
                  <a:pt x="34" y="940"/>
                </a:lnTo>
                <a:lnTo>
                  <a:pt x="18" y="932"/>
                </a:lnTo>
                <a:lnTo>
                  <a:pt x="6" y="922"/>
                </a:lnTo>
                <a:lnTo>
                  <a:pt x="2" y="910"/>
                </a:lnTo>
                <a:lnTo>
                  <a:pt x="0" y="899"/>
                </a:lnTo>
                <a:lnTo>
                  <a:pt x="0" y="899"/>
                </a:lnTo>
                <a:lnTo>
                  <a:pt x="2" y="888"/>
                </a:lnTo>
                <a:lnTo>
                  <a:pt x="5" y="878"/>
                </a:lnTo>
                <a:lnTo>
                  <a:pt x="8" y="870"/>
                </a:lnTo>
                <a:lnTo>
                  <a:pt x="11" y="863"/>
                </a:lnTo>
                <a:lnTo>
                  <a:pt x="11" y="862"/>
                </a:lnTo>
                <a:lnTo>
                  <a:pt x="138" y="573"/>
                </a:lnTo>
                <a:lnTo>
                  <a:pt x="138" y="437"/>
                </a:lnTo>
                <a:lnTo>
                  <a:pt x="139" y="417"/>
                </a:lnTo>
                <a:lnTo>
                  <a:pt x="144" y="396"/>
                </a:lnTo>
                <a:lnTo>
                  <a:pt x="152" y="373"/>
                </a:lnTo>
                <a:lnTo>
                  <a:pt x="162" y="352"/>
                </a:lnTo>
                <a:lnTo>
                  <a:pt x="172" y="333"/>
                </a:lnTo>
                <a:lnTo>
                  <a:pt x="182" y="317"/>
                </a:lnTo>
                <a:lnTo>
                  <a:pt x="190" y="304"/>
                </a:lnTo>
                <a:lnTo>
                  <a:pt x="196" y="294"/>
                </a:lnTo>
                <a:lnTo>
                  <a:pt x="198" y="291"/>
                </a:lnTo>
                <a:lnTo>
                  <a:pt x="199" y="281"/>
                </a:lnTo>
                <a:lnTo>
                  <a:pt x="196" y="276"/>
                </a:lnTo>
                <a:lnTo>
                  <a:pt x="190" y="275"/>
                </a:lnTo>
                <a:lnTo>
                  <a:pt x="183" y="276"/>
                </a:lnTo>
                <a:lnTo>
                  <a:pt x="178" y="279"/>
                </a:lnTo>
                <a:lnTo>
                  <a:pt x="174" y="283"/>
                </a:lnTo>
                <a:lnTo>
                  <a:pt x="170" y="284"/>
                </a:lnTo>
                <a:lnTo>
                  <a:pt x="141" y="307"/>
                </a:lnTo>
                <a:lnTo>
                  <a:pt x="123" y="320"/>
                </a:lnTo>
                <a:lnTo>
                  <a:pt x="112" y="330"/>
                </a:lnTo>
                <a:lnTo>
                  <a:pt x="107" y="335"/>
                </a:lnTo>
                <a:lnTo>
                  <a:pt x="105" y="336"/>
                </a:lnTo>
                <a:lnTo>
                  <a:pt x="104" y="472"/>
                </a:lnTo>
                <a:lnTo>
                  <a:pt x="101" y="481"/>
                </a:lnTo>
                <a:lnTo>
                  <a:pt x="91" y="487"/>
                </a:lnTo>
                <a:lnTo>
                  <a:pt x="78" y="492"/>
                </a:lnTo>
                <a:lnTo>
                  <a:pt x="68" y="497"/>
                </a:lnTo>
                <a:lnTo>
                  <a:pt x="65" y="498"/>
                </a:lnTo>
                <a:lnTo>
                  <a:pt x="55" y="495"/>
                </a:lnTo>
                <a:lnTo>
                  <a:pt x="49" y="489"/>
                </a:lnTo>
                <a:lnTo>
                  <a:pt x="45" y="481"/>
                </a:lnTo>
                <a:lnTo>
                  <a:pt x="45" y="472"/>
                </a:lnTo>
                <a:lnTo>
                  <a:pt x="45" y="466"/>
                </a:lnTo>
                <a:lnTo>
                  <a:pt x="45" y="463"/>
                </a:lnTo>
                <a:lnTo>
                  <a:pt x="45" y="458"/>
                </a:lnTo>
                <a:lnTo>
                  <a:pt x="45" y="443"/>
                </a:lnTo>
                <a:lnTo>
                  <a:pt x="45" y="421"/>
                </a:lnTo>
                <a:lnTo>
                  <a:pt x="45" y="395"/>
                </a:lnTo>
                <a:lnTo>
                  <a:pt x="45" y="367"/>
                </a:lnTo>
                <a:lnTo>
                  <a:pt x="45" y="338"/>
                </a:lnTo>
                <a:lnTo>
                  <a:pt x="45" y="313"/>
                </a:lnTo>
                <a:lnTo>
                  <a:pt x="45" y="294"/>
                </a:lnTo>
                <a:lnTo>
                  <a:pt x="45" y="284"/>
                </a:lnTo>
                <a:lnTo>
                  <a:pt x="49" y="273"/>
                </a:lnTo>
                <a:lnTo>
                  <a:pt x="55" y="263"/>
                </a:lnTo>
                <a:lnTo>
                  <a:pt x="63" y="255"/>
                </a:lnTo>
                <a:lnTo>
                  <a:pt x="70" y="250"/>
                </a:lnTo>
                <a:lnTo>
                  <a:pt x="71" y="249"/>
                </a:lnTo>
                <a:lnTo>
                  <a:pt x="253" y="166"/>
                </a:lnTo>
                <a:lnTo>
                  <a:pt x="272" y="161"/>
                </a:lnTo>
                <a:close/>
                <a:moveTo>
                  <a:pt x="371" y="0"/>
                </a:moveTo>
                <a:lnTo>
                  <a:pt x="396" y="5"/>
                </a:lnTo>
                <a:lnTo>
                  <a:pt x="417" y="17"/>
                </a:lnTo>
                <a:lnTo>
                  <a:pt x="435" y="33"/>
                </a:lnTo>
                <a:lnTo>
                  <a:pt x="446" y="54"/>
                </a:lnTo>
                <a:lnTo>
                  <a:pt x="449" y="80"/>
                </a:lnTo>
                <a:lnTo>
                  <a:pt x="446" y="104"/>
                </a:lnTo>
                <a:lnTo>
                  <a:pt x="435" y="125"/>
                </a:lnTo>
                <a:lnTo>
                  <a:pt x="417" y="143"/>
                </a:lnTo>
                <a:lnTo>
                  <a:pt x="396" y="153"/>
                </a:lnTo>
                <a:lnTo>
                  <a:pt x="371" y="158"/>
                </a:lnTo>
                <a:lnTo>
                  <a:pt x="347" y="153"/>
                </a:lnTo>
                <a:lnTo>
                  <a:pt x="326" y="143"/>
                </a:lnTo>
                <a:lnTo>
                  <a:pt x="308" y="125"/>
                </a:lnTo>
                <a:lnTo>
                  <a:pt x="297" y="104"/>
                </a:lnTo>
                <a:lnTo>
                  <a:pt x="294" y="80"/>
                </a:lnTo>
                <a:lnTo>
                  <a:pt x="297" y="54"/>
                </a:lnTo>
                <a:lnTo>
                  <a:pt x="308" y="33"/>
                </a:lnTo>
                <a:lnTo>
                  <a:pt x="326" y="17"/>
                </a:lnTo>
                <a:lnTo>
                  <a:pt x="347" y="5"/>
                </a:lnTo>
                <a:lnTo>
                  <a:pt x="37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0" name="Freeform 12"/>
          <p:cNvSpPr>
            <a:spLocks noChangeAspect="1" noEditPoints="1"/>
          </p:cNvSpPr>
          <p:nvPr/>
        </p:nvSpPr>
        <p:spPr bwMode="auto">
          <a:xfrm>
            <a:off x="2850314" y="1170844"/>
            <a:ext cx="914554" cy="1080000"/>
          </a:xfrm>
          <a:custGeom>
            <a:avLst/>
            <a:gdLst>
              <a:gd name="T0" fmla="*/ 497 w 796"/>
              <a:gd name="T1" fmla="*/ 198 h 940"/>
              <a:gd name="T2" fmla="*/ 567 w 796"/>
              <a:gd name="T3" fmla="*/ 236 h 940"/>
              <a:gd name="T4" fmla="*/ 591 w 796"/>
              <a:gd name="T5" fmla="*/ 270 h 940"/>
              <a:gd name="T6" fmla="*/ 669 w 796"/>
              <a:gd name="T7" fmla="*/ 335 h 940"/>
              <a:gd name="T8" fmla="*/ 713 w 796"/>
              <a:gd name="T9" fmla="*/ 361 h 940"/>
              <a:gd name="T10" fmla="*/ 791 w 796"/>
              <a:gd name="T11" fmla="*/ 378 h 940"/>
              <a:gd name="T12" fmla="*/ 796 w 796"/>
              <a:gd name="T13" fmla="*/ 399 h 940"/>
              <a:gd name="T14" fmla="*/ 770 w 796"/>
              <a:gd name="T15" fmla="*/ 435 h 940"/>
              <a:gd name="T16" fmla="*/ 677 w 796"/>
              <a:gd name="T17" fmla="*/ 438 h 940"/>
              <a:gd name="T18" fmla="*/ 572 w 796"/>
              <a:gd name="T19" fmla="*/ 367 h 940"/>
              <a:gd name="T20" fmla="*/ 543 w 796"/>
              <a:gd name="T21" fmla="*/ 348 h 940"/>
              <a:gd name="T22" fmla="*/ 522 w 796"/>
              <a:gd name="T23" fmla="*/ 361 h 940"/>
              <a:gd name="T24" fmla="*/ 640 w 796"/>
              <a:gd name="T25" fmla="*/ 909 h 940"/>
              <a:gd name="T26" fmla="*/ 608 w 796"/>
              <a:gd name="T27" fmla="*/ 936 h 940"/>
              <a:gd name="T28" fmla="*/ 564 w 796"/>
              <a:gd name="T29" fmla="*/ 933 h 940"/>
              <a:gd name="T30" fmla="*/ 543 w 796"/>
              <a:gd name="T31" fmla="*/ 904 h 940"/>
              <a:gd name="T32" fmla="*/ 506 w 796"/>
              <a:gd name="T33" fmla="*/ 834 h 940"/>
              <a:gd name="T34" fmla="*/ 442 w 796"/>
              <a:gd name="T35" fmla="*/ 719 h 940"/>
              <a:gd name="T36" fmla="*/ 395 w 796"/>
              <a:gd name="T37" fmla="*/ 631 h 940"/>
              <a:gd name="T38" fmla="*/ 376 w 796"/>
              <a:gd name="T39" fmla="*/ 614 h 940"/>
              <a:gd name="T40" fmla="*/ 361 w 796"/>
              <a:gd name="T41" fmla="*/ 674 h 940"/>
              <a:gd name="T42" fmla="*/ 358 w 796"/>
              <a:gd name="T43" fmla="*/ 719 h 940"/>
              <a:gd name="T44" fmla="*/ 351 w 796"/>
              <a:gd name="T45" fmla="*/ 766 h 940"/>
              <a:gd name="T46" fmla="*/ 321 w 796"/>
              <a:gd name="T47" fmla="*/ 815 h 940"/>
              <a:gd name="T48" fmla="*/ 8 w 796"/>
              <a:gd name="T49" fmla="*/ 797 h 940"/>
              <a:gd name="T50" fmla="*/ 0 w 796"/>
              <a:gd name="T51" fmla="*/ 768 h 940"/>
              <a:gd name="T52" fmla="*/ 27 w 796"/>
              <a:gd name="T53" fmla="*/ 726 h 940"/>
              <a:gd name="T54" fmla="*/ 53 w 796"/>
              <a:gd name="T55" fmla="*/ 721 h 940"/>
              <a:gd name="T56" fmla="*/ 118 w 796"/>
              <a:gd name="T57" fmla="*/ 721 h 940"/>
              <a:gd name="T58" fmla="*/ 243 w 796"/>
              <a:gd name="T59" fmla="*/ 721 h 940"/>
              <a:gd name="T60" fmla="*/ 266 w 796"/>
              <a:gd name="T61" fmla="*/ 691 h 940"/>
              <a:gd name="T62" fmla="*/ 280 w 796"/>
              <a:gd name="T63" fmla="*/ 421 h 940"/>
              <a:gd name="T64" fmla="*/ 327 w 796"/>
              <a:gd name="T65" fmla="*/ 326 h 940"/>
              <a:gd name="T66" fmla="*/ 345 w 796"/>
              <a:gd name="T67" fmla="*/ 294 h 940"/>
              <a:gd name="T68" fmla="*/ 340 w 796"/>
              <a:gd name="T69" fmla="*/ 284 h 940"/>
              <a:gd name="T70" fmla="*/ 330 w 796"/>
              <a:gd name="T71" fmla="*/ 283 h 940"/>
              <a:gd name="T72" fmla="*/ 251 w 796"/>
              <a:gd name="T73" fmla="*/ 284 h 940"/>
              <a:gd name="T74" fmla="*/ 230 w 796"/>
              <a:gd name="T75" fmla="*/ 307 h 940"/>
              <a:gd name="T76" fmla="*/ 116 w 796"/>
              <a:gd name="T77" fmla="*/ 440 h 940"/>
              <a:gd name="T78" fmla="*/ 82 w 796"/>
              <a:gd name="T79" fmla="*/ 432 h 940"/>
              <a:gd name="T80" fmla="*/ 81 w 796"/>
              <a:gd name="T81" fmla="*/ 396 h 940"/>
              <a:gd name="T82" fmla="*/ 189 w 796"/>
              <a:gd name="T83" fmla="*/ 219 h 940"/>
              <a:gd name="T84" fmla="*/ 223 w 796"/>
              <a:gd name="T85" fmla="*/ 189 h 940"/>
              <a:gd name="T86" fmla="*/ 609 w 796"/>
              <a:gd name="T87" fmla="*/ 33 h 940"/>
              <a:gd name="T88" fmla="*/ 609 w 796"/>
              <a:gd name="T89" fmla="*/ 125 h 940"/>
              <a:gd name="T90" fmla="*/ 520 w 796"/>
              <a:gd name="T91" fmla="*/ 153 h 940"/>
              <a:gd name="T92" fmla="*/ 467 w 796"/>
              <a:gd name="T93" fmla="*/ 80 h 940"/>
              <a:gd name="T94" fmla="*/ 520 w 796"/>
              <a:gd name="T95" fmla="*/ 5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96" h="940">
                <a:moveTo>
                  <a:pt x="223" y="189"/>
                </a:moveTo>
                <a:lnTo>
                  <a:pt x="426" y="190"/>
                </a:lnTo>
                <a:lnTo>
                  <a:pt x="465" y="192"/>
                </a:lnTo>
                <a:lnTo>
                  <a:pt x="497" y="198"/>
                </a:lnTo>
                <a:lnTo>
                  <a:pt x="523" y="206"/>
                </a:lnTo>
                <a:lnTo>
                  <a:pt x="543" y="216"/>
                </a:lnTo>
                <a:lnTo>
                  <a:pt x="557" y="226"/>
                </a:lnTo>
                <a:lnTo>
                  <a:pt x="567" y="236"/>
                </a:lnTo>
                <a:lnTo>
                  <a:pt x="574" y="244"/>
                </a:lnTo>
                <a:lnTo>
                  <a:pt x="577" y="250"/>
                </a:lnTo>
                <a:lnTo>
                  <a:pt x="577" y="252"/>
                </a:lnTo>
                <a:lnTo>
                  <a:pt x="591" y="270"/>
                </a:lnTo>
                <a:lnTo>
                  <a:pt x="609" y="288"/>
                </a:lnTo>
                <a:lnTo>
                  <a:pt x="629" y="305"/>
                </a:lnTo>
                <a:lnTo>
                  <a:pt x="650" y="320"/>
                </a:lnTo>
                <a:lnTo>
                  <a:pt x="669" y="335"/>
                </a:lnTo>
                <a:lnTo>
                  <a:pt x="687" y="346"/>
                </a:lnTo>
                <a:lnTo>
                  <a:pt x="700" y="354"/>
                </a:lnTo>
                <a:lnTo>
                  <a:pt x="710" y="359"/>
                </a:lnTo>
                <a:lnTo>
                  <a:pt x="713" y="361"/>
                </a:lnTo>
                <a:lnTo>
                  <a:pt x="755" y="362"/>
                </a:lnTo>
                <a:lnTo>
                  <a:pt x="773" y="364"/>
                </a:lnTo>
                <a:lnTo>
                  <a:pt x="784" y="370"/>
                </a:lnTo>
                <a:lnTo>
                  <a:pt x="791" y="378"/>
                </a:lnTo>
                <a:lnTo>
                  <a:pt x="794" y="385"/>
                </a:lnTo>
                <a:lnTo>
                  <a:pt x="796" y="393"/>
                </a:lnTo>
                <a:lnTo>
                  <a:pt x="796" y="398"/>
                </a:lnTo>
                <a:lnTo>
                  <a:pt x="796" y="399"/>
                </a:lnTo>
                <a:lnTo>
                  <a:pt x="794" y="414"/>
                </a:lnTo>
                <a:lnTo>
                  <a:pt x="788" y="425"/>
                </a:lnTo>
                <a:lnTo>
                  <a:pt x="780" y="432"/>
                </a:lnTo>
                <a:lnTo>
                  <a:pt x="770" y="435"/>
                </a:lnTo>
                <a:lnTo>
                  <a:pt x="762" y="438"/>
                </a:lnTo>
                <a:lnTo>
                  <a:pt x="757" y="438"/>
                </a:lnTo>
                <a:lnTo>
                  <a:pt x="754" y="438"/>
                </a:lnTo>
                <a:lnTo>
                  <a:pt x="677" y="438"/>
                </a:lnTo>
                <a:lnTo>
                  <a:pt x="640" y="417"/>
                </a:lnTo>
                <a:lnTo>
                  <a:pt x="609" y="398"/>
                </a:lnTo>
                <a:lnTo>
                  <a:pt x="587" y="380"/>
                </a:lnTo>
                <a:lnTo>
                  <a:pt x="572" y="367"/>
                </a:lnTo>
                <a:lnTo>
                  <a:pt x="564" y="359"/>
                </a:lnTo>
                <a:lnTo>
                  <a:pt x="561" y="357"/>
                </a:lnTo>
                <a:lnTo>
                  <a:pt x="553" y="349"/>
                </a:lnTo>
                <a:lnTo>
                  <a:pt x="543" y="348"/>
                </a:lnTo>
                <a:lnTo>
                  <a:pt x="535" y="349"/>
                </a:lnTo>
                <a:lnTo>
                  <a:pt x="528" y="354"/>
                </a:lnTo>
                <a:lnTo>
                  <a:pt x="523" y="359"/>
                </a:lnTo>
                <a:lnTo>
                  <a:pt x="522" y="361"/>
                </a:lnTo>
                <a:lnTo>
                  <a:pt x="468" y="484"/>
                </a:lnTo>
                <a:lnTo>
                  <a:pt x="468" y="523"/>
                </a:lnTo>
                <a:lnTo>
                  <a:pt x="640" y="896"/>
                </a:lnTo>
                <a:lnTo>
                  <a:pt x="640" y="909"/>
                </a:lnTo>
                <a:lnTo>
                  <a:pt x="635" y="919"/>
                </a:lnTo>
                <a:lnTo>
                  <a:pt x="627" y="927"/>
                </a:lnTo>
                <a:lnTo>
                  <a:pt x="617" y="933"/>
                </a:lnTo>
                <a:lnTo>
                  <a:pt x="608" y="936"/>
                </a:lnTo>
                <a:lnTo>
                  <a:pt x="601" y="940"/>
                </a:lnTo>
                <a:lnTo>
                  <a:pt x="598" y="940"/>
                </a:lnTo>
                <a:lnTo>
                  <a:pt x="579" y="938"/>
                </a:lnTo>
                <a:lnTo>
                  <a:pt x="564" y="933"/>
                </a:lnTo>
                <a:lnTo>
                  <a:pt x="554" y="925"/>
                </a:lnTo>
                <a:lnTo>
                  <a:pt x="548" y="917"/>
                </a:lnTo>
                <a:lnTo>
                  <a:pt x="544" y="909"/>
                </a:lnTo>
                <a:lnTo>
                  <a:pt x="543" y="904"/>
                </a:lnTo>
                <a:lnTo>
                  <a:pt x="541" y="901"/>
                </a:lnTo>
                <a:lnTo>
                  <a:pt x="531" y="883"/>
                </a:lnTo>
                <a:lnTo>
                  <a:pt x="519" y="860"/>
                </a:lnTo>
                <a:lnTo>
                  <a:pt x="506" y="834"/>
                </a:lnTo>
                <a:lnTo>
                  <a:pt x="489" y="807"/>
                </a:lnTo>
                <a:lnTo>
                  <a:pt x="473" y="777"/>
                </a:lnTo>
                <a:lnTo>
                  <a:pt x="457" y="748"/>
                </a:lnTo>
                <a:lnTo>
                  <a:pt x="442" y="719"/>
                </a:lnTo>
                <a:lnTo>
                  <a:pt x="428" y="691"/>
                </a:lnTo>
                <a:lnTo>
                  <a:pt x="415" y="667"/>
                </a:lnTo>
                <a:lnTo>
                  <a:pt x="403" y="648"/>
                </a:lnTo>
                <a:lnTo>
                  <a:pt x="395" y="631"/>
                </a:lnTo>
                <a:lnTo>
                  <a:pt x="389" y="620"/>
                </a:lnTo>
                <a:lnTo>
                  <a:pt x="387" y="617"/>
                </a:lnTo>
                <a:lnTo>
                  <a:pt x="381" y="612"/>
                </a:lnTo>
                <a:lnTo>
                  <a:pt x="376" y="614"/>
                </a:lnTo>
                <a:lnTo>
                  <a:pt x="371" y="623"/>
                </a:lnTo>
                <a:lnTo>
                  <a:pt x="368" y="638"/>
                </a:lnTo>
                <a:lnTo>
                  <a:pt x="364" y="656"/>
                </a:lnTo>
                <a:lnTo>
                  <a:pt x="361" y="674"/>
                </a:lnTo>
                <a:lnTo>
                  <a:pt x="361" y="690"/>
                </a:lnTo>
                <a:lnTo>
                  <a:pt x="360" y="706"/>
                </a:lnTo>
                <a:lnTo>
                  <a:pt x="360" y="716"/>
                </a:lnTo>
                <a:lnTo>
                  <a:pt x="358" y="719"/>
                </a:lnTo>
                <a:lnTo>
                  <a:pt x="358" y="724"/>
                </a:lnTo>
                <a:lnTo>
                  <a:pt x="358" y="734"/>
                </a:lnTo>
                <a:lnTo>
                  <a:pt x="355" y="748"/>
                </a:lnTo>
                <a:lnTo>
                  <a:pt x="351" y="766"/>
                </a:lnTo>
                <a:lnTo>
                  <a:pt x="347" y="784"/>
                </a:lnTo>
                <a:lnTo>
                  <a:pt x="340" y="799"/>
                </a:lnTo>
                <a:lnTo>
                  <a:pt x="330" y="810"/>
                </a:lnTo>
                <a:lnTo>
                  <a:pt x="321" y="815"/>
                </a:lnTo>
                <a:lnTo>
                  <a:pt x="51" y="815"/>
                </a:lnTo>
                <a:lnTo>
                  <a:pt x="32" y="811"/>
                </a:lnTo>
                <a:lnTo>
                  <a:pt x="17" y="805"/>
                </a:lnTo>
                <a:lnTo>
                  <a:pt x="8" y="797"/>
                </a:lnTo>
                <a:lnTo>
                  <a:pt x="3" y="787"/>
                </a:lnTo>
                <a:lnTo>
                  <a:pt x="0" y="777"/>
                </a:lnTo>
                <a:lnTo>
                  <a:pt x="0" y="771"/>
                </a:lnTo>
                <a:lnTo>
                  <a:pt x="0" y="768"/>
                </a:lnTo>
                <a:lnTo>
                  <a:pt x="1" y="751"/>
                </a:lnTo>
                <a:lnTo>
                  <a:pt x="8" y="740"/>
                </a:lnTo>
                <a:lnTo>
                  <a:pt x="16" y="732"/>
                </a:lnTo>
                <a:lnTo>
                  <a:pt x="27" y="726"/>
                </a:lnTo>
                <a:lnTo>
                  <a:pt x="37" y="722"/>
                </a:lnTo>
                <a:lnTo>
                  <a:pt x="45" y="722"/>
                </a:lnTo>
                <a:lnTo>
                  <a:pt x="51" y="721"/>
                </a:lnTo>
                <a:lnTo>
                  <a:pt x="53" y="721"/>
                </a:lnTo>
                <a:lnTo>
                  <a:pt x="58" y="721"/>
                </a:lnTo>
                <a:lnTo>
                  <a:pt x="73" y="721"/>
                </a:lnTo>
                <a:lnTo>
                  <a:pt x="92" y="721"/>
                </a:lnTo>
                <a:lnTo>
                  <a:pt x="118" y="721"/>
                </a:lnTo>
                <a:lnTo>
                  <a:pt x="147" y="721"/>
                </a:lnTo>
                <a:lnTo>
                  <a:pt x="180" y="721"/>
                </a:lnTo>
                <a:lnTo>
                  <a:pt x="210" y="721"/>
                </a:lnTo>
                <a:lnTo>
                  <a:pt x="243" y="721"/>
                </a:lnTo>
                <a:lnTo>
                  <a:pt x="254" y="716"/>
                </a:lnTo>
                <a:lnTo>
                  <a:pt x="261" y="708"/>
                </a:lnTo>
                <a:lnTo>
                  <a:pt x="264" y="700"/>
                </a:lnTo>
                <a:lnTo>
                  <a:pt x="266" y="691"/>
                </a:lnTo>
                <a:lnTo>
                  <a:pt x="266" y="688"/>
                </a:lnTo>
                <a:lnTo>
                  <a:pt x="264" y="477"/>
                </a:lnTo>
                <a:lnTo>
                  <a:pt x="270" y="448"/>
                </a:lnTo>
                <a:lnTo>
                  <a:pt x="280" y="421"/>
                </a:lnTo>
                <a:lnTo>
                  <a:pt x="291" y="393"/>
                </a:lnTo>
                <a:lnTo>
                  <a:pt x="303" y="369"/>
                </a:lnTo>
                <a:lnTo>
                  <a:pt x="316" y="346"/>
                </a:lnTo>
                <a:lnTo>
                  <a:pt x="327" y="326"/>
                </a:lnTo>
                <a:lnTo>
                  <a:pt x="335" y="312"/>
                </a:lnTo>
                <a:lnTo>
                  <a:pt x="342" y="302"/>
                </a:lnTo>
                <a:lnTo>
                  <a:pt x="343" y="299"/>
                </a:lnTo>
                <a:lnTo>
                  <a:pt x="345" y="294"/>
                </a:lnTo>
                <a:lnTo>
                  <a:pt x="345" y="289"/>
                </a:lnTo>
                <a:lnTo>
                  <a:pt x="345" y="288"/>
                </a:lnTo>
                <a:lnTo>
                  <a:pt x="343" y="286"/>
                </a:lnTo>
                <a:lnTo>
                  <a:pt x="340" y="284"/>
                </a:lnTo>
                <a:lnTo>
                  <a:pt x="337" y="283"/>
                </a:lnTo>
                <a:lnTo>
                  <a:pt x="335" y="283"/>
                </a:lnTo>
                <a:lnTo>
                  <a:pt x="332" y="283"/>
                </a:lnTo>
                <a:lnTo>
                  <a:pt x="330" y="283"/>
                </a:lnTo>
                <a:lnTo>
                  <a:pt x="329" y="283"/>
                </a:lnTo>
                <a:lnTo>
                  <a:pt x="327" y="283"/>
                </a:lnTo>
                <a:lnTo>
                  <a:pt x="262" y="283"/>
                </a:lnTo>
                <a:lnTo>
                  <a:pt x="251" y="284"/>
                </a:lnTo>
                <a:lnTo>
                  <a:pt x="243" y="291"/>
                </a:lnTo>
                <a:lnTo>
                  <a:pt x="235" y="297"/>
                </a:lnTo>
                <a:lnTo>
                  <a:pt x="231" y="304"/>
                </a:lnTo>
                <a:lnTo>
                  <a:pt x="230" y="307"/>
                </a:lnTo>
                <a:lnTo>
                  <a:pt x="152" y="414"/>
                </a:lnTo>
                <a:lnTo>
                  <a:pt x="139" y="429"/>
                </a:lnTo>
                <a:lnTo>
                  <a:pt x="126" y="437"/>
                </a:lnTo>
                <a:lnTo>
                  <a:pt x="116" y="440"/>
                </a:lnTo>
                <a:lnTo>
                  <a:pt x="108" y="440"/>
                </a:lnTo>
                <a:lnTo>
                  <a:pt x="105" y="440"/>
                </a:lnTo>
                <a:lnTo>
                  <a:pt x="90" y="437"/>
                </a:lnTo>
                <a:lnTo>
                  <a:pt x="82" y="432"/>
                </a:lnTo>
                <a:lnTo>
                  <a:pt x="77" y="424"/>
                </a:lnTo>
                <a:lnTo>
                  <a:pt x="77" y="414"/>
                </a:lnTo>
                <a:lnTo>
                  <a:pt x="79" y="404"/>
                </a:lnTo>
                <a:lnTo>
                  <a:pt x="81" y="396"/>
                </a:lnTo>
                <a:lnTo>
                  <a:pt x="82" y="391"/>
                </a:lnTo>
                <a:lnTo>
                  <a:pt x="84" y="388"/>
                </a:lnTo>
                <a:lnTo>
                  <a:pt x="188" y="224"/>
                </a:lnTo>
                <a:lnTo>
                  <a:pt x="189" y="219"/>
                </a:lnTo>
                <a:lnTo>
                  <a:pt x="196" y="211"/>
                </a:lnTo>
                <a:lnTo>
                  <a:pt x="204" y="200"/>
                </a:lnTo>
                <a:lnTo>
                  <a:pt x="212" y="192"/>
                </a:lnTo>
                <a:lnTo>
                  <a:pt x="223" y="189"/>
                </a:lnTo>
                <a:close/>
                <a:moveTo>
                  <a:pt x="546" y="0"/>
                </a:moveTo>
                <a:lnTo>
                  <a:pt x="570" y="5"/>
                </a:lnTo>
                <a:lnTo>
                  <a:pt x="591" y="17"/>
                </a:lnTo>
                <a:lnTo>
                  <a:pt x="609" y="33"/>
                </a:lnTo>
                <a:lnTo>
                  <a:pt x="619" y="54"/>
                </a:lnTo>
                <a:lnTo>
                  <a:pt x="624" y="80"/>
                </a:lnTo>
                <a:lnTo>
                  <a:pt x="619" y="104"/>
                </a:lnTo>
                <a:lnTo>
                  <a:pt x="609" y="125"/>
                </a:lnTo>
                <a:lnTo>
                  <a:pt x="591" y="143"/>
                </a:lnTo>
                <a:lnTo>
                  <a:pt x="570" y="153"/>
                </a:lnTo>
                <a:lnTo>
                  <a:pt x="546" y="158"/>
                </a:lnTo>
                <a:lnTo>
                  <a:pt x="520" y="153"/>
                </a:lnTo>
                <a:lnTo>
                  <a:pt x="499" y="143"/>
                </a:lnTo>
                <a:lnTo>
                  <a:pt x="483" y="125"/>
                </a:lnTo>
                <a:lnTo>
                  <a:pt x="471" y="104"/>
                </a:lnTo>
                <a:lnTo>
                  <a:pt x="467" y="80"/>
                </a:lnTo>
                <a:lnTo>
                  <a:pt x="471" y="54"/>
                </a:lnTo>
                <a:lnTo>
                  <a:pt x="483" y="33"/>
                </a:lnTo>
                <a:lnTo>
                  <a:pt x="499" y="17"/>
                </a:lnTo>
                <a:lnTo>
                  <a:pt x="520" y="5"/>
                </a:lnTo>
                <a:lnTo>
                  <a:pt x="54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1" name="Freeform 13"/>
          <p:cNvSpPr>
            <a:spLocks noChangeAspect="1" noEditPoints="1"/>
          </p:cNvSpPr>
          <p:nvPr/>
        </p:nvSpPr>
        <p:spPr bwMode="auto">
          <a:xfrm>
            <a:off x="4448944" y="1170844"/>
            <a:ext cx="944426" cy="1080000"/>
          </a:xfrm>
          <a:custGeom>
            <a:avLst/>
            <a:gdLst>
              <a:gd name="T0" fmla="*/ 645 w 822"/>
              <a:gd name="T1" fmla="*/ 148 h 940"/>
              <a:gd name="T2" fmla="*/ 564 w 822"/>
              <a:gd name="T3" fmla="*/ 202 h 940"/>
              <a:gd name="T4" fmla="*/ 545 w 822"/>
              <a:gd name="T5" fmla="*/ 106 h 940"/>
              <a:gd name="T6" fmla="*/ 741 w 822"/>
              <a:gd name="T7" fmla="*/ 2 h 940"/>
              <a:gd name="T8" fmla="*/ 801 w 822"/>
              <a:gd name="T9" fmla="*/ 30 h 940"/>
              <a:gd name="T10" fmla="*/ 821 w 822"/>
              <a:gd name="T11" fmla="*/ 777 h 940"/>
              <a:gd name="T12" fmla="*/ 795 w 822"/>
              <a:gd name="T13" fmla="*/ 834 h 940"/>
              <a:gd name="T14" fmla="*/ 712 w 822"/>
              <a:gd name="T15" fmla="*/ 927 h 940"/>
              <a:gd name="T16" fmla="*/ 21 w 822"/>
              <a:gd name="T17" fmla="*/ 940 h 940"/>
              <a:gd name="T18" fmla="*/ 6 w 822"/>
              <a:gd name="T19" fmla="*/ 940 h 940"/>
              <a:gd name="T20" fmla="*/ 0 w 822"/>
              <a:gd name="T21" fmla="*/ 930 h 940"/>
              <a:gd name="T22" fmla="*/ 21 w 822"/>
              <a:gd name="T23" fmla="*/ 906 h 940"/>
              <a:gd name="T24" fmla="*/ 91 w 822"/>
              <a:gd name="T25" fmla="*/ 823 h 940"/>
              <a:gd name="T26" fmla="*/ 141 w 822"/>
              <a:gd name="T27" fmla="*/ 764 h 940"/>
              <a:gd name="T28" fmla="*/ 157 w 822"/>
              <a:gd name="T29" fmla="*/ 860 h 940"/>
              <a:gd name="T30" fmla="*/ 161 w 822"/>
              <a:gd name="T31" fmla="*/ 883 h 940"/>
              <a:gd name="T32" fmla="*/ 676 w 822"/>
              <a:gd name="T33" fmla="*/ 875 h 940"/>
              <a:gd name="T34" fmla="*/ 749 w 822"/>
              <a:gd name="T35" fmla="*/ 790 h 940"/>
              <a:gd name="T36" fmla="*/ 702 w 822"/>
              <a:gd name="T37" fmla="*/ 442 h 940"/>
              <a:gd name="T38" fmla="*/ 607 w 822"/>
              <a:gd name="T39" fmla="*/ 380 h 940"/>
              <a:gd name="T40" fmla="*/ 574 w 822"/>
              <a:gd name="T41" fmla="*/ 380 h 940"/>
              <a:gd name="T42" fmla="*/ 671 w 822"/>
              <a:gd name="T43" fmla="*/ 815 h 940"/>
              <a:gd name="T44" fmla="*/ 623 w 822"/>
              <a:gd name="T45" fmla="*/ 834 h 940"/>
              <a:gd name="T46" fmla="*/ 589 w 822"/>
              <a:gd name="T47" fmla="*/ 805 h 940"/>
              <a:gd name="T48" fmla="*/ 527 w 822"/>
              <a:gd name="T49" fmla="*/ 690 h 940"/>
              <a:gd name="T50" fmla="*/ 467 w 822"/>
              <a:gd name="T51" fmla="*/ 580 h 940"/>
              <a:gd name="T52" fmla="*/ 441 w 822"/>
              <a:gd name="T53" fmla="*/ 575 h 940"/>
              <a:gd name="T54" fmla="*/ 425 w 822"/>
              <a:gd name="T55" fmla="*/ 648 h 940"/>
              <a:gd name="T56" fmla="*/ 423 w 822"/>
              <a:gd name="T57" fmla="*/ 693 h 940"/>
              <a:gd name="T58" fmla="*/ 193 w 822"/>
              <a:gd name="T59" fmla="*/ 735 h 940"/>
              <a:gd name="T60" fmla="*/ 149 w 822"/>
              <a:gd name="T61" fmla="*/ 701 h 940"/>
              <a:gd name="T62" fmla="*/ 165 w 822"/>
              <a:gd name="T63" fmla="*/ 656 h 940"/>
              <a:gd name="T64" fmla="*/ 199 w 822"/>
              <a:gd name="T65" fmla="*/ 646 h 940"/>
              <a:gd name="T66" fmla="*/ 331 w 822"/>
              <a:gd name="T67" fmla="*/ 648 h 940"/>
              <a:gd name="T68" fmla="*/ 350 w 822"/>
              <a:gd name="T69" fmla="*/ 633 h 940"/>
              <a:gd name="T70" fmla="*/ 354 w 822"/>
              <a:gd name="T71" fmla="*/ 477 h 940"/>
              <a:gd name="T72" fmla="*/ 399 w 822"/>
              <a:gd name="T73" fmla="*/ 365 h 940"/>
              <a:gd name="T74" fmla="*/ 427 w 822"/>
              <a:gd name="T75" fmla="*/ 320 h 940"/>
              <a:gd name="T76" fmla="*/ 414 w 822"/>
              <a:gd name="T77" fmla="*/ 310 h 940"/>
              <a:gd name="T78" fmla="*/ 386 w 822"/>
              <a:gd name="T79" fmla="*/ 310 h 940"/>
              <a:gd name="T80" fmla="*/ 282 w 822"/>
              <a:gd name="T81" fmla="*/ 434 h 940"/>
              <a:gd name="T82" fmla="*/ 238 w 822"/>
              <a:gd name="T83" fmla="*/ 434 h 940"/>
              <a:gd name="T84" fmla="*/ 240 w 822"/>
              <a:gd name="T85" fmla="*/ 399 h 940"/>
              <a:gd name="T86" fmla="*/ 281 w 822"/>
              <a:gd name="T87" fmla="*/ 335 h 940"/>
              <a:gd name="T88" fmla="*/ 321 w 822"/>
              <a:gd name="T89" fmla="*/ 266 h 940"/>
              <a:gd name="T90" fmla="*/ 491 w 822"/>
              <a:gd name="T91" fmla="*/ 237 h 940"/>
              <a:gd name="T92" fmla="*/ 605 w 822"/>
              <a:gd name="T93" fmla="*/ 273 h 940"/>
              <a:gd name="T94" fmla="*/ 650 w 822"/>
              <a:gd name="T95" fmla="*/ 323 h 940"/>
              <a:gd name="T96" fmla="*/ 728 w 822"/>
              <a:gd name="T97" fmla="*/ 382 h 940"/>
              <a:gd name="T98" fmla="*/ 762 w 822"/>
              <a:gd name="T99" fmla="*/ 81 h 940"/>
              <a:gd name="T100" fmla="*/ 232 w 822"/>
              <a:gd name="T101" fmla="*/ 60 h 940"/>
              <a:gd name="T102" fmla="*/ 208 w 822"/>
              <a:gd name="T103" fmla="*/ 77 h 940"/>
              <a:gd name="T104" fmla="*/ 148 w 822"/>
              <a:gd name="T105" fmla="*/ 86 h 940"/>
              <a:gd name="T106" fmla="*/ 161 w 822"/>
              <a:gd name="T107" fmla="*/ 31 h 940"/>
              <a:gd name="T108" fmla="*/ 731 w 822"/>
              <a:gd name="T109" fmla="*/ 0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22" h="940">
                <a:moveTo>
                  <a:pt x="587" y="90"/>
                </a:moveTo>
                <a:lnTo>
                  <a:pt x="610" y="94"/>
                </a:lnTo>
                <a:lnTo>
                  <a:pt x="629" y="106"/>
                </a:lnTo>
                <a:lnTo>
                  <a:pt x="641" y="125"/>
                </a:lnTo>
                <a:lnTo>
                  <a:pt x="645" y="148"/>
                </a:lnTo>
                <a:lnTo>
                  <a:pt x="641" y="171"/>
                </a:lnTo>
                <a:lnTo>
                  <a:pt x="629" y="190"/>
                </a:lnTo>
                <a:lnTo>
                  <a:pt x="610" y="202"/>
                </a:lnTo>
                <a:lnTo>
                  <a:pt x="587" y="206"/>
                </a:lnTo>
                <a:lnTo>
                  <a:pt x="564" y="202"/>
                </a:lnTo>
                <a:lnTo>
                  <a:pt x="545" y="190"/>
                </a:lnTo>
                <a:lnTo>
                  <a:pt x="534" y="171"/>
                </a:lnTo>
                <a:lnTo>
                  <a:pt x="529" y="148"/>
                </a:lnTo>
                <a:lnTo>
                  <a:pt x="534" y="125"/>
                </a:lnTo>
                <a:lnTo>
                  <a:pt x="545" y="106"/>
                </a:lnTo>
                <a:lnTo>
                  <a:pt x="564" y="94"/>
                </a:lnTo>
                <a:lnTo>
                  <a:pt x="587" y="90"/>
                </a:lnTo>
                <a:close/>
                <a:moveTo>
                  <a:pt x="731" y="0"/>
                </a:moveTo>
                <a:lnTo>
                  <a:pt x="735" y="0"/>
                </a:lnTo>
                <a:lnTo>
                  <a:pt x="741" y="2"/>
                </a:lnTo>
                <a:lnTo>
                  <a:pt x="751" y="4"/>
                </a:lnTo>
                <a:lnTo>
                  <a:pt x="764" y="7"/>
                </a:lnTo>
                <a:lnTo>
                  <a:pt x="777" y="12"/>
                </a:lnTo>
                <a:lnTo>
                  <a:pt x="790" y="18"/>
                </a:lnTo>
                <a:lnTo>
                  <a:pt x="801" y="30"/>
                </a:lnTo>
                <a:lnTo>
                  <a:pt x="813" y="44"/>
                </a:lnTo>
                <a:lnTo>
                  <a:pt x="819" y="62"/>
                </a:lnTo>
                <a:lnTo>
                  <a:pt x="821" y="86"/>
                </a:lnTo>
                <a:lnTo>
                  <a:pt x="821" y="776"/>
                </a:lnTo>
                <a:lnTo>
                  <a:pt x="821" y="777"/>
                </a:lnTo>
                <a:lnTo>
                  <a:pt x="822" y="782"/>
                </a:lnTo>
                <a:lnTo>
                  <a:pt x="821" y="790"/>
                </a:lnTo>
                <a:lnTo>
                  <a:pt x="816" y="802"/>
                </a:lnTo>
                <a:lnTo>
                  <a:pt x="808" y="816"/>
                </a:lnTo>
                <a:lnTo>
                  <a:pt x="795" y="834"/>
                </a:lnTo>
                <a:lnTo>
                  <a:pt x="775" y="855"/>
                </a:lnTo>
                <a:lnTo>
                  <a:pt x="728" y="915"/>
                </a:lnTo>
                <a:lnTo>
                  <a:pt x="725" y="917"/>
                </a:lnTo>
                <a:lnTo>
                  <a:pt x="720" y="922"/>
                </a:lnTo>
                <a:lnTo>
                  <a:pt x="712" y="927"/>
                </a:lnTo>
                <a:lnTo>
                  <a:pt x="702" y="933"/>
                </a:lnTo>
                <a:lnTo>
                  <a:pt x="693" y="938"/>
                </a:lnTo>
                <a:lnTo>
                  <a:pt x="684" y="940"/>
                </a:lnTo>
                <a:lnTo>
                  <a:pt x="21" y="940"/>
                </a:lnTo>
                <a:lnTo>
                  <a:pt x="21" y="940"/>
                </a:lnTo>
                <a:lnTo>
                  <a:pt x="19" y="940"/>
                </a:lnTo>
                <a:lnTo>
                  <a:pt x="16" y="940"/>
                </a:lnTo>
                <a:lnTo>
                  <a:pt x="13" y="940"/>
                </a:lnTo>
                <a:lnTo>
                  <a:pt x="10" y="940"/>
                </a:lnTo>
                <a:lnTo>
                  <a:pt x="6" y="940"/>
                </a:lnTo>
                <a:lnTo>
                  <a:pt x="5" y="938"/>
                </a:lnTo>
                <a:lnTo>
                  <a:pt x="2" y="936"/>
                </a:lnTo>
                <a:lnTo>
                  <a:pt x="0" y="935"/>
                </a:lnTo>
                <a:lnTo>
                  <a:pt x="0" y="933"/>
                </a:lnTo>
                <a:lnTo>
                  <a:pt x="0" y="930"/>
                </a:lnTo>
                <a:lnTo>
                  <a:pt x="2" y="925"/>
                </a:lnTo>
                <a:lnTo>
                  <a:pt x="5" y="922"/>
                </a:lnTo>
                <a:lnTo>
                  <a:pt x="11" y="915"/>
                </a:lnTo>
                <a:lnTo>
                  <a:pt x="15" y="912"/>
                </a:lnTo>
                <a:lnTo>
                  <a:pt x="21" y="906"/>
                </a:lnTo>
                <a:lnTo>
                  <a:pt x="31" y="893"/>
                </a:lnTo>
                <a:lnTo>
                  <a:pt x="44" y="878"/>
                </a:lnTo>
                <a:lnTo>
                  <a:pt x="60" y="860"/>
                </a:lnTo>
                <a:lnTo>
                  <a:pt x="75" y="841"/>
                </a:lnTo>
                <a:lnTo>
                  <a:pt x="91" y="823"/>
                </a:lnTo>
                <a:lnTo>
                  <a:pt x="107" y="805"/>
                </a:lnTo>
                <a:lnTo>
                  <a:pt x="120" y="789"/>
                </a:lnTo>
                <a:lnTo>
                  <a:pt x="131" y="777"/>
                </a:lnTo>
                <a:lnTo>
                  <a:pt x="138" y="768"/>
                </a:lnTo>
                <a:lnTo>
                  <a:pt x="141" y="764"/>
                </a:lnTo>
                <a:lnTo>
                  <a:pt x="206" y="764"/>
                </a:lnTo>
                <a:lnTo>
                  <a:pt x="206" y="811"/>
                </a:lnTo>
                <a:lnTo>
                  <a:pt x="162" y="854"/>
                </a:lnTo>
                <a:lnTo>
                  <a:pt x="161" y="855"/>
                </a:lnTo>
                <a:lnTo>
                  <a:pt x="157" y="860"/>
                </a:lnTo>
                <a:lnTo>
                  <a:pt x="152" y="865"/>
                </a:lnTo>
                <a:lnTo>
                  <a:pt x="148" y="872"/>
                </a:lnTo>
                <a:lnTo>
                  <a:pt x="148" y="876"/>
                </a:lnTo>
                <a:lnTo>
                  <a:pt x="151" y="881"/>
                </a:lnTo>
                <a:lnTo>
                  <a:pt x="161" y="883"/>
                </a:lnTo>
                <a:lnTo>
                  <a:pt x="642" y="881"/>
                </a:lnTo>
                <a:lnTo>
                  <a:pt x="645" y="881"/>
                </a:lnTo>
                <a:lnTo>
                  <a:pt x="652" y="881"/>
                </a:lnTo>
                <a:lnTo>
                  <a:pt x="662" y="880"/>
                </a:lnTo>
                <a:lnTo>
                  <a:pt x="676" y="875"/>
                </a:lnTo>
                <a:lnTo>
                  <a:pt x="691" y="863"/>
                </a:lnTo>
                <a:lnTo>
                  <a:pt x="735" y="808"/>
                </a:lnTo>
                <a:lnTo>
                  <a:pt x="736" y="807"/>
                </a:lnTo>
                <a:lnTo>
                  <a:pt x="743" y="800"/>
                </a:lnTo>
                <a:lnTo>
                  <a:pt x="749" y="790"/>
                </a:lnTo>
                <a:lnTo>
                  <a:pt x="756" y="777"/>
                </a:lnTo>
                <a:lnTo>
                  <a:pt x="762" y="763"/>
                </a:lnTo>
                <a:lnTo>
                  <a:pt x="764" y="745"/>
                </a:lnTo>
                <a:lnTo>
                  <a:pt x="762" y="442"/>
                </a:lnTo>
                <a:lnTo>
                  <a:pt x="702" y="442"/>
                </a:lnTo>
                <a:lnTo>
                  <a:pt x="671" y="424"/>
                </a:lnTo>
                <a:lnTo>
                  <a:pt x="645" y="408"/>
                </a:lnTo>
                <a:lnTo>
                  <a:pt x="628" y="395"/>
                </a:lnTo>
                <a:lnTo>
                  <a:pt x="615" y="385"/>
                </a:lnTo>
                <a:lnTo>
                  <a:pt x="607" y="380"/>
                </a:lnTo>
                <a:lnTo>
                  <a:pt x="605" y="377"/>
                </a:lnTo>
                <a:lnTo>
                  <a:pt x="597" y="370"/>
                </a:lnTo>
                <a:lnTo>
                  <a:pt x="587" y="370"/>
                </a:lnTo>
                <a:lnTo>
                  <a:pt x="579" y="375"/>
                </a:lnTo>
                <a:lnTo>
                  <a:pt x="574" y="380"/>
                </a:lnTo>
                <a:lnTo>
                  <a:pt x="573" y="382"/>
                </a:lnTo>
                <a:lnTo>
                  <a:pt x="529" y="484"/>
                </a:lnTo>
                <a:lnTo>
                  <a:pt x="529" y="516"/>
                </a:lnTo>
                <a:lnTo>
                  <a:pt x="675" y="800"/>
                </a:lnTo>
                <a:lnTo>
                  <a:pt x="671" y="815"/>
                </a:lnTo>
                <a:lnTo>
                  <a:pt x="662" y="824"/>
                </a:lnTo>
                <a:lnTo>
                  <a:pt x="652" y="831"/>
                </a:lnTo>
                <a:lnTo>
                  <a:pt x="644" y="836"/>
                </a:lnTo>
                <a:lnTo>
                  <a:pt x="639" y="837"/>
                </a:lnTo>
                <a:lnTo>
                  <a:pt x="623" y="834"/>
                </a:lnTo>
                <a:lnTo>
                  <a:pt x="610" y="829"/>
                </a:lnTo>
                <a:lnTo>
                  <a:pt x="600" y="821"/>
                </a:lnTo>
                <a:lnTo>
                  <a:pt x="594" y="813"/>
                </a:lnTo>
                <a:lnTo>
                  <a:pt x="590" y="807"/>
                </a:lnTo>
                <a:lnTo>
                  <a:pt x="589" y="805"/>
                </a:lnTo>
                <a:lnTo>
                  <a:pt x="579" y="787"/>
                </a:lnTo>
                <a:lnTo>
                  <a:pt x="568" y="766"/>
                </a:lnTo>
                <a:lnTo>
                  <a:pt x="555" y="743"/>
                </a:lnTo>
                <a:lnTo>
                  <a:pt x="540" y="717"/>
                </a:lnTo>
                <a:lnTo>
                  <a:pt x="527" y="690"/>
                </a:lnTo>
                <a:lnTo>
                  <a:pt x="512" y="664"/>
                </a:lnTo>
                <a:lnTo>
                  <a:pt x="498" y="638"/>
                </a:lnTo>
                <a:lnTo>
                  <a:pt x="487" y="615"/>
                </a:lnTo>
                <a:lnTo>
                  <a:pt x="475" y="596"/>
                </a:lnTo>
                <a:lnTo>
                  <a:pt x="467" y="580"/>
                </a:lnTo>
                <a:lnTo>
                  <a:pt x="462" y="570"/>
                </a:lnTo>
                <a:lnTo>
                  <a:pt x="459" y="567"/>
                </a:lnTo>
                <a:lnTo>
                  <a:pt x="452" y="562"/>
                </a:lnTo>
                <a:lnTo>
                  <a:pt x="448" y="565"/>
                </a:lnTo>
                <a:lnTo>
                  <a:pt x="441" y="575"/>
                </a:lnTo>
                <a:lnTo>
                  <a:pt x="436" y="589"/>
                </a:lnTo>
                <a:lnTo>
                  <a:pt x="433" y="605"/>
                </a:lnTo>
                <a:lnTo>
                  <a:pt x="430" y="623"/>
                </a:lnTo>
                <a:lnTo>
                  <a:pt x="427" y="638"/>
                </a:lnTo>
                <a:lnTo>
                  <a:pt x="425" y="648"/>
                </a:lnTo>
                <a:lnTo>
                  <a:pt x="425" y="651"/>
                </a:lnTo>
                <a:lnTo>
                  <a:pt x="425" y="656"/>
                </a:lnTo>
                <a:lnTo>
                  <a:pt x="425" y="664"/>
                </a:lnTo>
                <a:lnTo>
                  <a:pt x="425" y="678"/>
                </a:lnTo>
                <a:lnTo>
                  <a:pt x="423" y="693"/>
                </a:lnTo>
                <a:lnTo>
                  <a:pt x="422" y="708"/>
                </a:lnTo>
                <a:lnTo>
                  <a:pt x="417" y="721"/>
                </a:lnTo>
                <a:lnTo>
                  <a:pt x="409" y="730"/>
                </a:lnTo>
                <a:lnTo>
                  <a:pt x="399" y="734"/>
                </a:lnTo>
                <a:lnTo>
                  <a:pt x="193" y="735"/>
                </a:lnTo>
                <a:lnTo>
                  <a:pt x="177" y="732"/>
                </a:lnTo>
                <a:lnTo>
                  <a:pt x="164" y="727"/>
                </a:lnTo>
                <a:lnTo>
                  <a:pt x="156" y="719"/>
                </a:lnTo>
                <a:lnTo>
                  <a:pt x="151" y="709"/>
                </a:lnTo>
                <a:lnTo>
                  <a:pt x="149" y="701"/>
                </a:lnTo>
                <a:lnTo>
                  <a:pt x="148" y="695"/>
                </a:lnTo>
                <a:lnTo>
                  <a:pt x="148" y="693"/>
                </a:lnTo>
                <a:lnTo>
                  <a:pt x="149" y="675"/>
                </a:lnTo>
                <a:lnTo>
                  <a:pt x="156" y="664"/>
                </a:lnTo>
                <a:lnTo>
                  <a:pt x="165" y="656"/>
                </a:lnTo>
                <a:lnTo>
                  <a:pt x="175" y="651"/>
                </a:lnTo>
                <a:lnTo>
                  <a:pt x="185" y="648"/>
                </a:lnTo>
                <a:lnTo>
                  <a:pt x="191" y="648"/>
                </a:lnTo>
                <a:lnTo>
                  <a:pt x="193" y="646"/>
                </a:lnTo>
                <a:lnTo>
                  <a:pt x="199" y="646"/>
                </a:lnTo>
                <a:lnTo>
                  <a:pt x="214" y="648"/>
                </a:lnTo>
                <a:lnTo>
                  <a:pt x="237" y="648"/>
                </a:lnTo>
                <a:lnTo>
                  <a:pt x="264" y="648"/>
                </a:lnTo>
                <a:lnTo>
                  <a:pt x="297" y="648"/>
                </a:lnTo>
                <a:lnTo>
                  <a:pt x="331" y="648"/>
                </a:lnTo>
                <a:lnTo>
                  <a:pt x="336" y="646"/>
                </a:lnTo>
                <a:lnTo>
                  <a:pt x="342" y="643"/>
                </a:lnTo>
                <a:lnTo>
                  <a:pt x="345" y="640"/>
                </a:lnTo>
                <a:lnTo>
                  <a:pt x="349" y="636"/>
                </a:lnTo>
                <a:lnTo>
                  <a:pt x="350" y="633"/>
                </a:lnTo>
                <a:lnTo>
                  <a:pt x="352" y="630"/>
                </a:lnTo>
                <a:lnTo>
                  <a:pt x="352" y="627"/>
                </a:lnTo>
                <a:lnTo>
                  <a:pt x="352" y="625"/>
                </a:lnTo>
                <a:lnTo>
                  <a:pt x="352" y="625"/>
                </a:lnTo>
                <a:lnTo>
                  <a:pt x="354" y="477"/>
                </a:lnTo>
                <a:lnTo>
                  <a:pt x="358" y="455"/>
                </a:lnTo>
                <a:lnTo>
                  <a:pt x="367" y="430"/>
                </a:lnTo>
                <a:lnTo>
                  <a:pt x="376" y="408"/>
                </a:lnTo>
                <a:lnTo>
                  <a:pt x="388" y="385"/>
                </a:lnTo>
                <a:lnTo>
                  <a:pt x="399" y="365"/>
                </a:lnTo>
                <a:lnTo>
                  <a:pt x="410" y="349"/>
                </a:lnTo>
                <a:lnTo>
                  <a:pt x="418" y="336"/>
                </a:lnTo>
                <a:lnTo>
                  <a:pt x="425" y="326"/>
                </a:lnTo>
                <a:lnTo>
                  <a:pt x="427" y="325"/>
                </a:lnTo>
                <a:lnTo>
                  <a:pt x="427" y="320"/>
                </a:lnTo>
                <a:lnTo>
                  <a:pt x="427" y="317"/>
                </a:lnTo>
                <a:lnTo>
                  <a:pt x="423" y="313"/>
                </a:lnTo>
                <a:lnTo>
                  <a:pt x="420" y="312"/>
                </a:lnTo>
                <a:lnTo>
                  <a:pt x="417" y="310"/>
                </a:lnTo>
                <a:lnTo>
                  <a:pt x="414" y="310"/>
                </a:lnTo>
                <a:lnTo>
                  <a:pt x="410" y="309"/>
                </a:lnTo>
                <a:lnTo>
                  <a:pt x="407" y="309"/>
                </a:lnTo>
                <a:lnTo>
                  <a:pt x="405" y="309"/>
                </a:lnTo>
                <a:lnTo>
                  <a:pt x="404" y="309"/>
                </a:lnTo>
                <a:lnTo>
                  <a:pt x="386" y="310"/>
                </a:lnTo>
                <a:lnTo>
                  <a:pt x="368" y="322"/>
                </a:lnTo>
                <a:lnTo>
                  <a:pt x="358" y="331"/>
                </a:lnTo>
                <a:lnTo>
                  <a:pt x="357" y="336"/>
                </a:lnTo>
                <a:lnTo>
                  <a:pt x="294" y="421"/>
                </a:lnTo>
                <a:lnTo>
                  <a:pt x="282" y="434"/>
                </a:lnTo>
                <a:lnTo>
                  <a:pt x="269" y="440"/>
                </a:lnTo>
                <a:lnTo>
                  <a:pt x="261" y="442"/>
                </a:lnTo>
                <a:lnTo>
                  <a:pt x="256" y="442"/>
                </a:lnTo>
                <a:lnTo>
                  <a:pt x="245" y="440"/>
                </a:lnTo>
                <a:lnTo>
                  <a:pt x="238" y="434"/>
                </a:lnTo>
                <a:lnTo>
                  <a:pt x="235" y="425"/>
                </a:lnTo>
                <a:lnTo>
                  <a:pt x="235" y="416"/>
                </a:lnTo>
                <a:lnTo>
                  <a:pt x="237" y="408"/>
                </a:lnTo>
                <a:lnTo>
                  <a:pt x="240" y="401"/>
                </a:lnTo>
                <a:lnTo>
                  <a:pt x="240" y="399"/>
                </a:lnTo>
                <a:lnTo>
                  <a:pt x="243" y="396"/>
                </a:lnTo>
                <a:lnTo>
                  <a:pt x="248" y="386"/>
                </a:lnTo>
                <a:lnTo>
                  <a:pt x="258" y="372"/>
                </a:lnTo>
                <a:lnTo>
                  <a:pt x="269" y="354"/>
                </a:lnTo>
                <a:lnTo>
                  <a:pt x="281" y="335"/>
                </a:lnTo>
                <a:lnTo>
                  <a:pt x="292" y="315"/>
                </a:lnTo>
                <a:lnTo>
                  <a:pt x="303" y="296"/>
                </a:lnTo>
                <a:lnTo>
                  <a:pt x="313" y="281"/>
                </a:lnTo>
                <a:lnTo>
                  <a:pt x="319" y="271"/>
                </a:lnTo>
                <a:lnTo>
                  <a:pt x="321" y="266"/>
                </a:lnTo>
                <a:lnTo>
                  <a:pt x="334" y="249"/>
                </a:lnTo>
                <a:lnTo>
                  <a:pt x="344" y="240"/>
                </a:lnTo>
                <a:lnTo>
                  <a:pt x="352" y="237"/>
                </a:lnTo>
                <a:lnTo>
                  <a:pt x="354" y="237"/>
                </a:lnTo>
                <a:lnTo>
                  <a:pt x="491" y="237"/>
                </a:lnTo>
                <a:lnTo>
                  <a:pt x="525" y="239"/>
                </a:lnTo>
                <a:lnTo>
                  <a:pt x="555" y="245"/>
                </a:lnTo>
                <a:lnTo>
                  <a:pt x="576" y="253"/>
                </a:lnTo>
                <a:lnTo>
                  <a:pt x="594" y="263"/>
                </a:lnTo>
                <a:lnTo>
                  <a:pt x="605" y="273"/>
                </a:lnTo>
                <a:lnTo>
                  <a:pt x="613" y="281"/>
                </a:lnTo>
                <a:lnTo>
                  <a:pt x="618" y="288"/>
                </a:lnTo>
                <a:lnTo>
                  <a:pt x="620" y="291"/>
                </a:lnTo>
                <a:lnTo>
                  <a:pt x="633" y="307"/>
                </a:lnTo>
                <a:lnTo>
                  <a:pt x="650" y="323"/>
                </a:lnTo>
                <a:lnTo>
                  <a:pt x="668" y="339"/>
                </a:lnTo>
                <a:lnTo>
                  <a:pt x="688" y="354"/>
                </a:lnTo>
                <a:lnTo>
                  <a:pt x="705" y="365"/>
                </a:lnTo>
                <a:lnTo>
                  <a:pt x="718" y="375"/>
                </a:lnTo>
                <a:lnTo>
                  <a:pt x="728" y="382"/>
                </a:lnTo>
                <a:lnTo>
                  <a:pt x="733" y="383"/>
                </a:lnTo>
                <a:lnTo>
                  <a:pt x="762" y="383"/>
                </a:lnTo>
                <a:lnTo>
                  <a:pt x="764" y="88"/>
                </a:lnTo>
                <a:lnTo>
                  <a:pt x="764" y="86"/>
                </a:lnTo>
                <a:lnTo>
                  <a:pt x="762" y="81"/>
                </a:lnTo>
                <a:lnTo>
                  <a:pt x="759" y="73"/>
                </a:lnTo>
                <a:lnTo>
                  <a:pt x="754" y="67"/>
                </a:lnTo>
                <a:lnTo>
                  <a:pt x="746" y="62"/>
                </a:lnTo>
                <a:lnTo>
                  <a:pt x="733" y="60"/>
                </a:lnTo>
                <a:lnTo>
                  <a:pt x="232" y="60"/>
                </a:lnTo>
                <a:lnTo>
                  <a:pt x="230" y="60"/>
                </a:lnTo>
                <a:lnTo>
                  <a:pt x="225" y="60"/>
                </a:lnTo>
                <a:lnTo>
                  <a:pt x="219" y="64"/>
                </a:lnTo>
                <a:lnTo>
                  <a:pt x="212" y="69"/>
                </a:lnTo>
                <a:lnTo>
                  <a:pt x="208" y="77"/>
                </a:lnTo>
                <a:lnTo>
                  <a:pt x="206" y="91"/>
                </a:lnTo>
                <a:lnTo>
                  <a:pt x="206" y="618"/>
                </a:lnTo>
                <a:lnTo>
                  <a:pt x="148" y="618"/>
                </a:lnTo>
                <a:lnTo>
                  <a:pt x="148" y="88"/>
                </a:lnTo>
                <a:lnTo>
                  <a:pt x="148" y="86"/>
                </a:lnTo>
                <a:lnTo>
                  <a:pt x="148" y="78"/>
                </a:lnTo>
                <a:lnTo>
                  <a:pt x="148" y="70"/>
                </a:lnTo>
                <a:lnTo>
                  <a:pt x="149" y="57"/>
                </a:lnTo>
                <a:lnTo>
                  <a:pt x="154" y="44"/>
                </a:lnTo>
                <a:lnTo>
                  <a:pt x="161" y="31"/>
                </a:lnTo>
                <a:lnTo>
                  <a:pt x="170" y="20"/>
                </a:lnTo>
                <a:lnTo>
                  <a:pt x="185" y="10"/>
                </a:lnTo>
                <a:lnTo>
                  <a:pt x="204" y="4"/>
                </a:lnTo>
                <a:lnTo>
                  <a:pt x="230" y="2"/>
                </a:lnTo>
                <a:lnTo>
                  <a:pt x="73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2" name="Freeform 14"/>
          <p:cNvSpPr>
            <a:spLocks noChangeAspect="1" noEditPoints="1"/>
          </p:cNvSpPr>
          <p:nvPr/>
        </p:nvSpPr>
        <p:spPr bwMode="auto">
          <a:xfrm>
            <a:off x="6117229" y="2858626"/>
            <a:ext cx="977745" cy="1080000"/>
          </a:xfrm>
          <a:custGeom>
            <a:avLst/>
            <a:gdLst>
              <a:gd name="T0" fmla="*/ 384 w 851"/>
              <a:gd name="T1" fmla="*/ 850 h 940"/>
              <a:gd name="T2" fmla="*/ 485 w 851"/>
              <a:gd name="T3" fmla="*/ 12 h 940"/>
              <a:gd name="T4" fmla="*/ 522 w 851"/>
              <a:gd name="T5" fmla="*/ 46 h 940"/>
              <a:gd name="T6" fmla="*/ 555 w 851"/>
              <a:gd name="T7" fmla="*/ 42 h 940"/>
              <a:gd name="T8" fmla="*/ 605 w 851"/>
              <a:gd name="T9" fmla="*/ 73 h 940"/>
              <a:gd name="T10" fmla="*/ 615 w 851"/>
              <a:gd name="T11" fmla="*/ 130 h 940"/>
              <a:gd name="T12" fmla="*/ 616 w 851"/>
              <a:gd name="T13" fmla="*/ 205 h 940"/>
              <a:gd name="T14" fmla="*/ 613 w 851"/>
              <a:gd name="T15" fmla="*/ 253 h 940"/>
              <a:gd name="T16" fmla="*/ 620 w 851"/>
              <a:gd name="T17" fmla="*/ 260 h 940"/>
              <a:gd name="T18" fmla="*/ 633 w 851"/>
              <a:gd name="T19" fmla="*/ 263 h 940"/>
              <a:gd name="T20" fmla="*/ 645 w 851"/>
              <a:gd name="T21" fmla="*/ 312 h 940"/>
              <a:gd name="T22" fmla="*/ 641 w 851"/>
              <a:gd name="T23" fmla="*/ 347 h 940"/>
              <a:gd name="T24" fmla="*/ 618 w 851"/>
              <a:gd name="T25" fmla="*/ 383 h 940"/>
              <a:gd name="T26" fmla="*/ 563 w 851"/>
              <a:gd name="T27" fmla="*/ 455 h 940"/>
              <a:gd name="T28" fmla="*/ 527 w 851"/>
              <a:gd name="T29" fmla="*/ 487 h 940"/>
              <a:gd name="T30" fmla="*/ 527 w 851"/>
              <a:gd name="T31" fmla="*/ 532 h 940"/>
              <a:gd name="T32" fmla="*/ 529 w 851"/>
              <a:gd name="T33" fmla="*/ 560 h 940"/>
              <a:gd name="T34" fmla="*/ 564 w 851"/>
              <a:gd name="T35" fmla="*/ 605 h 940"/>
              <a:gd name="T36" fmla="*/ 688 w 851"/>
              <a:gd name="T37" fmla="*/ 641 h 940"/>
              <a:gd name="T38" fmla="*/ 793 w 851"/>
              <a:gd name="T39" fmla="*/ 685 h 940"/>
              <a:gd name="T40" fmla="*/ 835 w 851"/>
              <a:gd name="T41" fmla="*/ 730 h 940"/>
              <a:gd name="T42" fmla="*/ 850 w 851"/>
              <a:gd name="T43" fmla="*/ 815 h 940"/>
              <a:gd name="T44" fmla="*/ 477 w 851"/>
              <a:gd name="T45" fmla="*/ 850 h 940"/>
              <a:gd name="T46" fmla="*/ 459 w 851"/>
              <a:gd name="T47" fmla="*/ 579 h 940"/>
              <a:gd name="T48" fmla="*/ 444 w 851"/>
              <a:gd name="T49" fmla="*/ 588 h 940"/>
              <a:gd name="T50" fmla="*/ 396 w 851"/>
              <a:gd name="T51" fmla="*/ 583 h 940"/>
              <a:gd name="T52" fmla="*/ 389 w 851"/>
              <a:gd name="T53" fmla="*/ 568 h 940"/>
              <a:gd name="T54" fmla="*/ 389 w 851"/>
              <a:gd name="T55" fmla="*/ 560 h 940"/>
              <a:gd name="T56" fmla="*/ 0 w 851"/>
              <a:gd name="T57" fmla="*/ 852 h 940"/>
              <a:gd name="T58" fmla="*/ 6 w 851"/>
              <a:gd name="T59" fmla="*/ 794 h 940"/>
              <a:gd name="T60" fmla="*/ 31 w 851"/>
              <a:gd name="T61" fmla="*/ 719 h 940"/>
              <a:gd name="T62" fmla="*/ 83 w 851"/>
              <a:gd name="T63" fmla="*/ 674 h 940"/>
              <a:gd name="T64" fmla="*/ 214 w 851"/>
              <a:gd name="T65" fmla="*/ 633 h 940"/>
              <a:gd name="T66" fmla="*/ 313 w 851"/>
              <a:gd name="T67" fmla="*/ 592 h 940"/>
              <a:gd name="T68" fmla="*/ 337 w 851"/>
              <a:gd name="T69" fmla="*/ 552 h 940"/>
              <a:gd name="T70" fmla="*/ 339 w 851"/>
              <a:gd name="T71" fmla="*/ 511 h 940"/>
              <a:gd name="T72" fmla="*/ 334 w 851"/>
              <a:gd name="T73" fmla="*/ 480 h 940"/>
              <a:gd name="T74" fmla="*/ 285 w 851"/>
              <a:gd name="T75" fmla="*/ 438 h 940"/>
              <a:gd name="T76" fmla="*/ 234 w 851"/>
              <a:gd name="T77" fmla="*/ 380 h 940"/>
              <a:gd name="T78" fmla="*/ 222 w 851"/>
              <a:gd name="T79" fmla="*/ 346 h 940"/>
              <a:gd name="T80" fmla="*/ 219 w 851"/>
              <a:gd name="T81" fmla="*/ 302 h 940"/>
              <a:gd name="T82" fmla="*/ 237 w 851"/>
              <a:gd name="T83" fmla="*/ 258 h 940"/>
              <a:gd name="T84" fmla="*/ 243 w 851"/>
              <a:gd name="T85" fmla="*/ 257 h 940"/>
              <a:gd name="T86" fmla="*/ 253 w 851"/>
              <a:gd name="T87" fmla="*/ 248 h 940"/>
              <a:gd name="T88" fmla="*/ 250 w 851"/>
              <a:gd name="T89" fmla="*/ 188 h 940"/>
              <a:gd name="T90" fmla="*/ 251 w 851"/>
              <a:gd name="T91" fmla="*/ 109 h 940"/>
              <a:gd name="T92" fmla="*/ 279 w 851"/>
              <a:gd name="T93" fmla="*/ 47 h 940"/>
              <a:gd name="T94" fmla="*/ 337 w 851"/>
              <a:gd name="T95" fmla="*/ 23 h 940"/>
              <a:gd name="T96" fmla="*/ 350 w 851"/>
              <a:gd name="T97" fmla="*/ 21 h 940"/>
              <a:gd name="T98" fmla="*/ 375 w 851"/>
              <a:gd name="T99" fmla="*/ 13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51" h="940">
                <a:moveTo>
                  <a:pt x="477" y="850"/>
                </a:moveTo>
                <a:lnTo>
                  <a:pt x="441" y="940"/>
                </a:lnTo>
                <a:lnTo>
                  <a:pt x="420" y="940"/>
                </a:lnTo>
                <a:lnTo>
                  <a:pt x="384" y="850"/>
                </a:lnTo>
                <a:lnTo>
                  <a:pt x="477" y="850"/>
                </a:lnTo>
                <a:close/>
                <a:moveTo>
                  <a:pt x="457" y="0"/>
                </a:moveTo>
                <a:lnTo>
                  <a:pt x="472" y="4"/>
                </a:lnTo>
                <a:lnTo>
                  <a:pt x="485" y="12"/>
                </a:lnTo>
                <a:lnTo>
                  <a:pt x="495" y="23"/>
                </a:lnTo>
                <a:lnTo>
                  <a:pt x="506" y="33"/>
                </a:lnTo>
                <a:lnTo>
                  <a:pt x="514" y="42"/>
                </a:lnTo>
                <a:lnTo>
                  <a:pt x="522" y="46"/>
                </a:lnTo>
                <a:lnTo>
                  <a:pt x="530" y="46"/>
                </a:lnTo>
                <a:lnTo>
                  <a:pt x="537" y="46"/>
                </a:lnTo>
                <a:lnTo>
                  <a:pt x="545" y="44"/>
                </a:lnTo>
                <a:lnTo>
                  <a:pt x="555" y="42"/>
                </a:lnTo>
                <a:lnTo>
                  <a:pt x="571" y="46"/>
                </a:lnTo>
                <a:lnTo>
                  <a:pt x="587" y="51"/>
                </a:lnTo>
                <a:lnTo>
                  <a:pt x="598" y="60"/>
                </a:lnTo>
                <a:lnTo>
                  <a:pt x="605" y="73"/>
                </a:lnTo>
                <a:lnTo>
                  <a:pt x="610" y="88"/>
                </a:lnTo>
                <a:lnTo>
                  <a:pt x="613" y="102"/>
                </a:lnTo>
                <a:lnTo>
                  <a:pt x="613" y="117"/>
                </a:lnTo>
                <a:lnTo>
                  <a:pt x="615" y="130"/>
                </a:lnTo>
                <a:lnTo>
                  <a:pt x="615" y="140"/>
                </a:lnTo>
                <a:lnTo>
                  <a:pt x="616" y="158"/>
                </a:lnTo>
                <a:lnTo>
                  <a:pt x="616" y="180"/>
                </a:lnTo>
                <a:lnTo>
                  <a:pt x="616" y="205"/>
                </a:lnTo>
                <a:lnTo>
                  <a:pt x="616" y="226"/>
                </a:lnTo>
                <a:lnTo>
                  <a:pt x="615" y="242"/>
                </a:lnTo>
                <a:lnTo>
                  <a:pt x="613" y="248"/>
                </a:lnTo>
                <a:lnTo>
                  <a:pt x="613" y="253"/>
                </a:lnTo>
                <a:lnTo>
                  <a:pt x="615" y="257"/>
                </a:lnTo>
                <a:lnTo>
                  <a:pt x="616" y="258"/>
                </a:lnTo>
                <a:lnTo>
                  <a:pt x="618" y="260"/>
                </a:lnTo>
                <a:lnTo>
                  <a:pt x="620" y="260"/>
                </a:lnTo>
                <a:lnTo>
                  <a:pt x="621" y="260"/>
                </a:lnTo>
                <a:lnTo>
                  <a:pt x="623" y="260"/>
                </a:lnTo>
                <a:lnTo>
                  <a:pt x="624" y="260"/>
                </a:lnTo>
                <a:lnTo>
                  <a:pt x="633" y="263"/>
                </a:lnTo>
                <a:lnTo>
                  <a:pt x="639" y="271"/>
                </a:lnTo>
                <a:lnTo>
                  <a:pt x="644" y="283"/>
                </a:lnTo>
                <a:lnTo>
                  <a:pt x="645" y="297"/>
                </a:lnTo>
                <a:lnTo>
                  <a:pt x="645" y="312"/>
                </a:lnTo>
                <a:lnTo>
                  <a:pt x="644" y="325"/>
                </a:lnTo>
                <a:lnTo>
                  <a:pt x="642" y="336"/>
                </a:lnTo>
                <a:lnTo>
                  <a:pt x="642" y="344"/>
                </a:lnTo>
                <a:lnTo>
                  <a:pt x="641" y="347"/>
                </a:lnTo>
                <a:lnTo>
                  <a:pt x="637" y="360"/>
                </a:lnTo>
                <a:lnTo>
                  <a:pt x="634" y="369"/>
                </a:lnTo>
                <a:lnTo>
                  <a:pt x="628" y="375"/>
                </a:lnTo>
                <a:lnTo>
                  <a:pt x="618" y="383"/>
                </a:lnTo>
                <a:lnTo>
                  <a:pt x="602" y="394"/>
                </a:lnTo>
                <a:lnTo>
                  <a:pt x="590" y="417"/>
                </a:lnTo>
                <a:lnTo>
                  <a:pt x="577" y="438"/>
                </a:lnTo>
                <a:lnTo>
                  <a:pt x="563" y="455"/>
                </a:lnTo>
                <a:lnTo>
                  <a:pt x="550" y="469"/>
                </a:lnTo>
                <a:lnTo>
                  <a:pt x="538" y="479"/>
                </a:lnTo>
                <a:lnTo>
                  <a:pt x="530" y="485"/>
                </a:lnTo>
                <a:lnTo>
                  <a:pt x="527" y="487"/>
                </a:lnTo>
                <a:lnTo>
                  <a:pt x="527" y="492"/>
                </a:lnTo>
                <a:lnTo>
                  <a:pt x="527" y="503"/>
                </a:lnTo>
                <a:lnTo>
                  <a:pt x="527" y="518"/>
                </a:lnTo>
                <a:lnTo>
                  <a:pt x="527" y="532"/>
                </a:lnTo>
                <a:lnTo>
                  <a:pt x="527" y="540"/>
                </a:lnTo>
                <a:lnTo>
                  <a:pt x="527" y="544"/>
                </a:lnTo>
                <a:lnTo>
                  <a:pt x="527" y="550"/>
                </a:lnTo>
                <a:lnTo>
                  <a:pt x="529" y="560"/>
                </a:lnTo>
                <a:lnTo>
                  <a:pt x="532" y="570"/>
                </a:lnTo>
                <a:lnTo>
                  <a:pt x="538" y="581"/>
                </a:lnTo>
                <a:lnTo>
                  <a:pt x="550" y="594"/>
                </a:lnTo>
                <a:lnTo>
                  <a:pt x="564" y="605"/>
                </a:lnTo>
                <a:lnTo>
                  <a:pt x="584" y="617"/>
                </a:lnTo>
                <a:lnTo>
                  <a:pt x="610" y="625"/>
                </a:lnTo>
                <a:lnTo>
                  <a:pt x="644" y="633"/>
                </a:lnTo>
                <a:lnTo>
                  <a:pt x="688" y="641"/>
                </a:lnTo>
                <a:lnTo>
                  <a:pt x="725" y="651"/>
                </a:lnTo>
                <a:lnTo>
                  <a:pt x="753" y="662"/>
                </a:lnTo>
                <a:lnTo>
                  <a:pt x="775" y="674"/>
                </a:lnTo>
                <a:lnTo>
                  <a:pt x="793" y="685"/>
                </a:lnTo>
                <a:lnTo>
                  <a:pt x="806" y="698"/>
                </a:lnTo>
                <a:lnTo>
                  <a:pt x="817" y="709"/>
                </a:lnTo>
                <a:lnTo>
                  <a:pt x="827" y="719"/>
                </a:lnTo>
                <a:lnTo>
                  <a:pt x="835" y="730"/>
                </a:lnTo>
                <a:lnTo>
                  <a:pt x="842" y="748"/>
                </a:lnTo>
                <a:lnTo>
                  <a:pt x="845" y="771"/>
                </a:lnTo>
                <a:lnTo>
                  <a:pt x="848" y="794"/>
                </a:lnTo>
                <a:lnTo>
                  <a:pt x="850" y="815"/>
                </a:lnTo>
                <a:lnTo>
                  <a:pt x="851" y="832"/>
                </a:lnTo>
                <a:lnTo>
                  <a:pt x="851" y="845"/>
                </a:lnTo>
                <a:lnTo>
                  <a:pt x="851" y="850"/>
                </a:lnTo>
                <a:lnTo>
                  <a:pt x="477" y="850"/>
                </a:lnTo>
                <a:lnTo>
                  <a:pt x="514" y="763"/>
                </a:lnTo>
                <a:lnTo>
                  <a:pt x="464" y="555"/>
                </a:lnTo>
                <a:lnTo>
                  <a:pt x="462" y="571"/>
                </a:lnTo>
                <a:lnTo>
                  <a:pt x="459" y="579"/>
                </a:lnTo>
                <a:lnTo>
                  <a:pt x="454" y="586"/>
                </a:lnTo>
                <a:lnTo>
                  <a:pt x="449" y="588"/>
                </a:lnTo>
                <a:lnTo>
                  <a:pt x="446" y="588"/>
                </a:lnTo>
                <a:lnTo>
                  <a:pt x="444" y="588"/>
                </a:lnTo>
                <a:lnTo>
                  <a:pt x="412" y="588"/>
                </a:lnTo>
                <a:lnTo>
                  <a:pt x="405" y="586"/>
                </a:lnTo>
                <a:lnTo>
                  <a:pt x="399" y="584"/>
                </a:lnTo>
                <a:lnTo>
                  <a:pt x="396" y="583"/>
                </a:lnTo>
                <a:lnTo>
                  <a:pt x="392" y="579"/>
                </a:lnTo>
                <a:lnTo>
                  <a:pt x="391" y="576"/>
                </a:lnTo>
                <a:lnTo>
                  <a:pt x="389" y="571"/>
                </a:lnTo>
                <a:lnTo>
                  <a:pt x="389" y="568"/>
                </a:lnTo>
                <a:lnTo>
                  <a:pt x="389" y="565"/>
                </a:lnTo>
                <a:lnTo>
                  <a:pt x="389" y="563"/>
                </a:lnTo>
                <a:lnTo>
                  <a:pt x="389" y="560"/>
                </a:lnTo>
                <a:lnTo>
                  <a:pt x="389" y="560"/>
                </a:lnTo>
                <a:lnTo>
                  <a:pt x="389" y="563"/>
                </a:lnTo>
                <a:lnTo>
                  <a:pt x="350" y="763"/>
                </a:lnTo>
                <a:lnTo>
                  <a:pt x="384" y="850"/>
                </a:lnTo>
                <a:lnTo>
                  <a:pt x="0" y="852"/>
                </a:lnTo>
                <a:lnTo>
                  <a:pt x="0" y="847"/>
                </a:lnTo>
                <a:lnTo>
                  <a:pt x="2" y="834"/>
                </a:lnTo>
                <a:lnTo>
                  <a:pt x="3" y="816"/>
                </a:lnTo>
                <a:lnTo>
                  <a:pt x="6" y="794"/>
                </a:lnTo>
                <a:lnTo>
                  <a:pt x="11" y="771"/>
                </a:lnTo>
                <a:lnTo>
                  <a:pt x="16" y="750"/>
                </a:lnTo>
                <a:lnTo>
                  <a:pt x="23" y="730"/>
                </a:lnTo>
                <a:lnTo>
                  <a:pt x="31" y="719"/>
                </a:lnTo>
                <a:lnTo>
                  <a:pt x="41" y="709"/>
                </a:lnTo>
                <a:lnTo>
                  <a:pt x="52" y="698"/>
                </a:lnTo>
                <a:lnTo>
                  <a:pt x="65" y="685"/>
                </a:lnTo>
                <a:lnTo>
                  <a:pt x="83" y="674"/>
                </a:lnTo>
                <a:lnTo>
                  <a:pt x="104" y="662"/>
                </a:lnTo>
                <a:lnTo>
                  <a:pt x="133" y="651"/>
                </a:lnTo>
                <a:lnTo>
                  <a:pt x="169" y="641"/>
                </a:lnTo>
                <a:lnTo>
                  <a:pt x="214" y="633"/>
                </a:lnTo>
                <a:lnTo>
                  <a:pt x="248" y="625"/>
                </a:lnTo>
                <a:lnTo>
                  <a:pt x="277" y="615"/>
                </a:lnTo>
                <a:lnTo>
                  <a:pt x="298" y="604"/>
                </a:lnTo>
                <a:lnTo>
                  <a:pt x="313" y="592"/>
                </a:lnTo>
                <a:lnTo>
                  <a:pt x="324" y="581"/>
                </a:lnTo>
                <a:lnTo>
                  <a:pt x="331" y="570"/>
                </a:lnTo>
                <a:lnTo>
                  <a:pt x="336" y="560"/>
                </a:lnTo>
                <a:lnTo>
                  <a:pt x="337" y="552"/>
                </a:lnTo>
                <a:lnTo>
                  <a:pt x="339" y="547"/>
                </a:lnTo>
                <a:lnTo>
                  <a:pt x="341" y="545"/>
                </a:lnTo>
                <a:lnTo>
                  <a:pt x="339" y="529"/>
                </a:lnTo>
                <a:lnTo>
                  <a:pt x="339" y="511"/>
                </a:lnTo>
                <a:lnTo>
                  <a:pt x="337" y="497"/>
                </a:lnTo>
                <a:lnTo>
                  <a:pt x="337" y="487"/>
                </a:lnTo>
                <a:lnTo>
                  <a:pt x="337" y="482"/>
                </a:lnTo>
                <a:lnTo>
                  <a:pt x="334" y="480"/>
                </a:lnTo>
                <a:lnTo>
                  <a:pt x="326" y="476"/>
                </a:lnTo>
                <a:lnTo>
                  <a:pt x="313" y="466"/>
                </a:lnTo>
                <a:lnTo>
                  <a:pt x="300" y="455"/>
                </a:lnTo>
                <a:lnTo>
                  <a:pt x="285" y="438"/>
                </a:lnTo>
                <a:lnTo>
                  <a:pt x="272" y="419"/>
                </a:lnTo>
                <a:lnTo>
                  <a:pt x="263" y="396"/>
                </a:lnTo>
                <a:lnTo>
                  <a:pt x="245" y="388"/>
                </a:lnTo>
                <a:lnTo>
                  <a:pt x="234" y="380"/>
                </a:lnTo>
                <a:lnTo>
                  <a:pt x="227" y="372"/>
                </a:lnTo>
                <a:lnTo>
                  <a:pt x="224" y="365"/>
                </a:lnTo>
                <a:lnTo>
                  <a:pt x="224" y="356"/>
                </a:lnTo>
                <a:lnTo>
                  <a:pt x="222" y="346"/>
                </a:lnTo>
                <a:lnTo>
                  <a:pt x="221" y="343"/>
                </a:lnTo>
                <a:lnTo>
                  <a:pt x="221" y="331"/>
                </a:lnTo>
                <a:lnTo>
                  <a:pt x="219" y="318"/>
                </a:lnTo>
                <a:lnTo>
                  <a:pt x="219" y="302"/>
                </a:lnTo>
                <a:lnTo>
                  <a:pt x="221" y="286"/>
                </a:lnTo>
                <a:lnTo>
                  <a:pt x="222" y="271"/>
                </a:lnTo>
                <a:lnTo>
                  <a:pt x="229" y="261"/>
                </a:lnTo>
                <a:lnTo>
                  <a:pt x="237" y="258"/>
                </a:lnTo>
                <a:lnTo>
                  <a:pt x="238" y="258"/>
                </a:lnTo>
                <a:lnTo>
                  <a:pt x="240" y="258"/>
                </a:lnTo>
                <a:lnTo>
                  <a:pt x="242" y="258"/>
                </a:lnTo>
                <a:lnTo>
                  <a:pt x="243" y="257"/>
                </a:lnTo>
                <a:lnTo>
                  <a:pt x="247" y="255"/>
                </a:lnTo>
                <a:lnTo>
                  <a:pt x="250" y="253"/>
                </a:lnTo>
                <a:lnTo>
                  <a:pt x="251" y="252"/>
                </a:lnTo>
                <a:lnTo>
                  <a:pt x="253" y="248"/>
                </a:lnTo>
                <a:lnTo>
                  <a:pt x="253" y="244"/>
                </a:lnTo>
                <a:lnTo>
                  <a:pt x="253" y="237"/>
                </a:lnTo>
                <a:lnTo>
                  <a:pt x="251" y="214"/>
                </a:lnTo>
                <a:lnTo>
                  <a:pt x="250" y="188"/>
                </a:lnTo>
                <a:lnTo>
                  <a:pt x="250" y="163"/>
                </a:lnTo>
                <a:lnTo>
                  <a:pt x="250" y="140"/>
                </a:lnTo>
                <a:lnTo>
                  <a:pt x="250" y="122"/>
                </a:lnTo>
                <a:lnTo>
                  <a:pt x="251" y="109"/>
                </a:lnTo>
                <a:lnTo>
                  <a:pt x="255" y="94"/>
                </a:lnTo>
                <a:lnTo>
                  <a:pt x="259" y="78"/>
                </a:lnTo>
                <a:lnTo>
                  <a:pt x="268" y="62"/>
                </a:lnTo>
                <a:lnTo>
                  <a:pt x="279" y="47"/>
                </a:lnTo>
                <a:lnTo>
                  <a:pt x="292" y="34"/>
                </a:lnTo>
                <a:lnTo>
                  <a:pt x="311" y="28"/>
                </a:lnTo>
                <a:lnTo>
                  <a:pt x="328" y="25"/>
                </a:lnTo>
                <a:lnTo>
                  <a:pt x="337" y="23"/>
                </a:lnTo>
                <a:lnTo>
                  <a:pt x="344" y="23"/>
                </a:lnTo>
                <a:lnTo>
                  <a:pt x="347" y="21"/>
                </a:lnTo>
                <a:lnTo>
                  <a:pt x="349" y="21"/>
                </a:lnTo>
                <a:lnTo>
                  <a:pt x="350" y="21"/>
                </a:lnTo>
                <a:lnTo>
                  <a:pt x="355" y="21"/>
                </a:lnTo>
                <a:lnTo>
                  <a:pt x="363" y="20"/>
                </a:lnTo>
                <a:lnTo>
                  <a:pt x="368" y="17"/>
                </a:lnTo>
                <a:lnTo>
                  <a:pt x="375" y="13"/>
                </a:lnTo>
                <a:lnTo>
                  <a:pt x="383" y="12"/>
                </a:lnTo>
                <a:lnTo>
                  <a:pt x="396" y="10"/>
                </a:lnTo>
                <a:lnTo>
                  <a:pt x="45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15"/>
          <p:cNvSpPr>
            <a:spLocks noChangeAspect="1" noEditPoints="1"/>
          </p:cNvSpPr>
          <p:nvPr/>
        </p:nvSpPr>
        <p:spPr bwMode="auto">
          <a:xfrm>
            <a:off x="7753175" y="2889000"/>
            <a:ext cx="1042086" cy="1080000"/>
          </a:xfrm>
          <a:custGeom>
            <a:avLst/>
            <a:gdLst>
              <a:gd name="T0" fmla="*/ 321 w 907"/>
              <a:gd name="T1" fmla="*/ 315 h 940"/>
              <a:gd name="T2" fmla="*/ 235 w 907"/>
              <a:gd name="T3" fmla="*/ 346 h 940"/>
              <a:gd name="T4" fmla="*/ 167 w 907"/>
              <a:gd name="T5" fmla="*/ 403 h 940"/>
              <a:gd name="T6" fmla="*/ 122 w 907"/>
              <a:gd name="T7" fmla="*/ 480 h 940"/>
              <a:gd name="T8" fmla="*/ 104 w 907"/>
              <a:gd name="T9" fmla="*/ 571 h 940"/>
              <a:gd name="T10" fmla="*/ 122 w 907"/>
              <a:gd name="T11" fmla="*/ 664 h 940"/>
              <a:gd name="T12" fmla="*/ 167 w 907"/>
              <a:gd name="T13" fmla="*/ 742 h 940"/>
              <a:gd name="T14" fmla="*/ 235 w 907"/>
              <a:gd name="T15" fmla="*/ 800 h 940"/>
              <a:gd name="T16" fmla="*/ 321 w 907"/>
              <a:gd name="T17" fmla="*/ 831 h 940"/>
              <a:gd name="T18" fmla="*/ 415 w 907"/>
              <a:gd name="T19" fmla="*/ 831 h 940"/>
              <a:gd name="T20" fmla="*/ 500 w 907"/>
              <a:gd name="T21" fmla="*/ 800 h 940"/>
              <a:gd name="T22" fmla="*/ 568 w 907"/>
              <a:gd name="T23" fmla="*/ 742 h 940"/>
              <a:gd name="T24" fmla="*/ 613 w 907"/>
              <a:gd name="T25" fmla="*/ 664 h 940"/>
              <a:gd name="T26" fmla="*/ 628 w 907"/>
              <a:gd name="T27" fmla="*/ 571 h 940"/>
              <a:gd name="T28" fmla="*/ 613 w 907"/>
              <a:gd name="T29" fmla="*/ 480 h 940"/>
              <a:gd name="T30" fmla="*/ 568 w 907"/>
              <a:gd name="T31" fmla="*/ 403 h 940"/>
              <a:gd name="T32" fmla="*/ 500 w 907"/>
              <a:gd name="T33" fmla="*/ 346 h 940"/>
              <a:gd name="T34" fmla="*/ 415 w 907"/>
              <a:gd name="T35" fmla="*/ 315 h 940"/>
              <a:gd name="T36" fmla="*/ 558 w 907"/>
              <a:gd name="T37" fmla="*/ 0 h 940"/>
              <a:gd name="T38" fmla="*/ 835 w 907"/>
              <a:gd name="T39" fmla="*/ 0 h 940"/>
              <a:gd name="T40" fmla="*/ 856 w 907"/>
              <a:gd name="T41" fmla="*/ 5 h 940"/>
              <a:gd name="T42" fmla="*/ 882 w 907"/>
              <a:gd name="T43" fmla="*/ 20 h 940"/>
              <a:gd name="T44" fmla="*/ 903 w 907"/>
              <a:gd name="T45" fmla="*/ 49 h 940"/>
              <a:gd name="T46" fmla="*/ 907 w 907"/>
              <a:gd name="T47" fmla="*/ 346 h 940"/>
              <a:gd name="T48" fmla="*/ 897 w 907"/>
              <a:gd name="T49" fmla="*/ 370 h 940"/>
              <a:gd name="T50" fmla="*/ 881 w 907"/>
              <a:gd name="T51" fmla="*/ 378 h 940"/>
              <a:gd name="T52" fmla="*/ 871 w 907"/>
              <a:gd name="T53" fmla="*/ 380 h 940"/>
              <a:gd name="T54" fmla="*/ 829 w 907"/>
              <a:gd name="T55" fmla="*/ 380 h 940"/>
              <a:gd name="T56" fmla="*/ 814 w 907"/>
              <a:gd name="T57" fmla="*/ 375 h 940"/>
              <a:gd name="T58" fmla="*/ 803 w 907"/>
              <a:gd name="T59" fmla="*/ 359 h 940"/>
              <a:gd name="T60" fmla="*/ 803 w 907"/>
              <a:gd name="T61" fmla="*/ 169 h 940"/>
              <a:gd name="T62" fmla="*/ 790 w 907"/>
              <a:gd name="T63" fmla="*/ 180 h 940"/>
              <a:gd name="T64" fmla="*/ 759 w 907"/>
              <a:gd name="T65" fmla="*/ 208 h 940"/>
              <a:gd name="T66" fmla="*/ 719 w 907"/>
              <a:gd name="T67" fmla="*/ 244 h 940"/>
              <a:gd name="T68" fmla="*/ 680 w 907"/>
              <a:gd name="T69" fmla="*/ 283 h 940"/>
              <a:gd name="T70" fmla="*/ 649 w 907"/>
              <a:gd name="T71" fmla="*/ 317 h 940"/>
              <a:gd name="T72" fmla="*/ 670 w 907"/>
              <a:gd name="T73" fmla="*/ 370 h 940"/>
              <a:gd name="T74" fmla="*/ 715 w 907"/>
              <a:gd name="T75" fmla="*/ 466 h 940"/>
              <a:gd name="T76" fmla="*/ 733 w 907"/>
              <a:gd name="T77" fmla="*/ 573 h 940"/>
              <a:gd name="T78" fmla="*/ 714 w 907"/>
              <a:gd name="T79" fmla="*/ 688 h 940"/>
              <a:gd name="T80" fmla="*/ 662 w 907"/>
              <a:gd name="T81" fmla="*/ 789 h 940"/>
              <a:gd name="T82" fmla="*/ 582 w 907"/>
              <a:gd name="T83" fmla="*/ 868 h 940"/>
              <a:gd name="T84" fmla="*/ 482 w 907"/>
              <a:gd name="T85" fmla="*/ 920 h 940"/>
              <a:gd name="T86" fmla="*/ 367 w 907"/>
              <a:gd name="T87" fmla="*/ 940 h 940"/>
              <a:gd name="T88" fmla="*/ 250 w 907"/>
              <a:gd name="T89" fmla="*/ 920 h 940"/>
              <a:gd name="T90" fmla="*/ 149 w 907"/>
              <a:gd name="T91" fmla="*/ 868 h 940"/>
              <a:gd name="T92" fmla="*/ 70 w 907"/>
              <a:gd name="T93" fmla="*/ 789 h 940"/>
              <a:gd name="T94" fmla="*/ 18 w 907"/>
              <a:gd name="T95" fmla="*/ 688 h 940"/>
              <a:gd name="T96" fmla="*/ 0 w 907"/>
              <a:gd name="T97" fmla="*/ 573 h 940"/>
              <a:gd name="T98" fmla="*/ 18 w 907"/>
              <a:gd name="T99" fmla="*/ 458 h 940"/>
              <a:gd name="T100" fmla="*/ 70 w 907"/>
              <a:gd name="T101" fmla="*/ 357 h 940"/>
              <a:gd name="T102" fmla="*/ 149 w 907"/>
              <a:gd name="T103" fmla="*/ 279 h 940"/>
              <a:gd name="T104" fmla="*/ 250 w 907"/>
              <a:gd name="T105" fmla="*/ 227 h 940"/>
              <a:gd name="T106" fmla="*/ 367 w 907"/>
              <a:gd name="T107" fmla="*/ 208 h 940"/>
              <a:gd name="T108" fmla="*/ 469 w 907"/>
              <a:gd name="T109" fmla="*/ 223 h 940"/>
              <a:gd name="T110" fmla="*/ 561 w 907"/>
              <a:gd name="T111" fmla="*/ 263 h 940"/>
              <a:gd name="T112" fmla="*/ 560 w 907"/>
              <a:gd name="T113" fmla="*/ 102 h 940"/>
              <a:gd name="T114" fmla="*/ 547 w 907"/>
              <a:gd name="T115" fmla="*/ 98 h 940"/>
              <a:gd name="T116" fmla="*/ 527 w 907"/>
              <a:gd name="T117" fmla="*/ 81 h 940"/>
              <a:gd name="T118" fmla="*/ 524 w 907"/>
              <a:gd name="T119" fmla="*/ 34 h 940"/>
              <a:gd name="T120" fmla="*/ 526 w 907"/>
              <a:gd name="T121" fmla="*/ 26 h 940"/>
              <a:gd name="T122" fmla="*/ 537 w 907"/>
              <a:gd name="T123" fmla="*/ 8 h 940"/>
              <a:gd name="T124" fmla="*/ 558 w 907"/>
              <a:gd name="T125" fmla="*/ 0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07" h="940">
                <a:moveTo>
                  <a:pt x="368" y="312"/>
                </a:moveTo>
                <a:lnTo>
                  <a:pt x="321" y="315"/>
                </a:lnTo>
                <a:lnTo>
                  <a:pt x="276" y="328"/>
                </a:lnTo>
                <a:lnTo>
                  <a:pt x="235" y="346"/>
                </a:lnTo>
                <a:lnTo>
                  <a:pt x="198" y="372"/>
                </a:lnTo>
                <a:lnTo>
                  <a:pt x="167" y="403"/>
                </a:lnTo>
                <a:lnTo>
                  <a:pt x="141" y="440"/>
                </a:lnTo>
                <a:lnTo>
                  <a:pt x="122" y="480"/>
                </a:lnTo>
                <a:lnTo>
                  <a:pt x="109" y="524"/>
                </a:lnTo>
                <a:lnTo>
                  <a:pt x="104" y="571"/>
                </a:lnTo>
                <a:lnTo>
                  <a:pt x="109" y="620"/>
                </a:lnTo>
                <a:lnTo>
                  <a:pt x="122" y="664"/>
                </a:lnTo>
                <a:lnTo>
                  <a:pt x="141" y="704"/>
                </a:lnTo>
                <a:lnTo>
                  <a:pt x="167" y="742"/>
                </a:lnTo>
                <a:lnTo>
                  <a:pt x="198" y="774"/>
                </a:lnTo>
                <a:lnTo>
                  <a:pt x="235" y="800"/>
                </a:lnTo>
                <a:lnTo>
                  <a:pt x="276" y="820"/>
                </a:lnTo>
                <a:lnTo>
                  <a:pt x="321" y="831"/>
                </a:lnTo>
                <a:lnTo>
                  <a:pt x="368" y="836"/>
                </a:lnTo>
                <a:lnTo>
                  <a:pt x="415" y="831"/>
                </a:lnTo>
                <a:lnTo>
                  <a:pt x="459" y="820"/>
                </a:lnTo>
                <a:lnTo>
                  <a:pt x="500" y="800"/>
                </a:lnTo>
                <a:lnTo>
                  <a:pt x="537" y="774"/>
                </a:lnTo>
                <a:lnTo>
                  <a:pt x="568" y="742"/>
                </a:lnTo>
                <a:lnTo>
                  <a:pt x="594" y="704"/>
                </a:lnTo>
                <a:lnTo>
                  <a:pt x="613" y="664"/>
                </a:lnTo>
                <a:lnTo>
                  <a:pt x="624" y="620"/>
                </a:lnTo>
                <a:lnTo>
                  <a:pt x="628" y="571"/>
                </a:lnTo>
                <a:lnTo>
                  <a:pt x="624" y="524"/>
                </a:lnTo>
                <a:lnTo>
                  <a:pt x="613" y="480"/>
                </a:lnTo>
                <a:lnTo>
                  <a:pt x="594" y="440"/>
                </a:lnTo>
                <a:lnTo>
                  <a:pt x="568" y="403"/>
                </a:lnTo>
                <a:lnTo>
                  <a:pt x="537" y="372"/>
                </a:lnTo>
                <a:lnTo>
                  <a:pt x="500" y="346"/>
                </a:lnTo>
                <a:lnTo>
                  <a:pt x="459" y="328"/>
                </a:lnTo>
                <a:lnTo>
                  <a:pt x="415" y="315"/>
                </a:lnTo>
                <a:lnTo>
                  <a:pt x="368" y="312"/>
                </a:lnTo>
                <a:close/>
                <a:moveTo>
                  <a:pt x="558" y="0"/>
                </a:moveTo>
                <a:lnTo>
                  <a:pt x="832" y="0"/>
                </a:lnTo>
                <a:lnTo>
                  <a:pt x="835" y="0"/>
                </a:lnTo>
                <a:lnTo>
                  <a:pt x="843" y="2"/>
                </a:lnTo>
                <a:lnTo>
                  <a:pt x="856" y="5"/>
                </a:lnTo>
                <a:lnTo>
                  <a:pt x="869" y="10"/>
                </a:lnTo>
                <a:lnTo>
                  <a:pt x="882" y="20"/>
                </a:lnTo>
                <a:lnTo>
                  <a:pt x="895" y="31"/>
                </a:lnTo>
                <a:lnTo>
                  <a:pt x="903" y="49"/>
                </a:lnTo>
                <a:lnTo>
                  <a:pt x="907" y="70"/>
                </a:lnTo>
                <a:lnTo>
                  <a:pt x="907" y="346"/>
                </a:lnTo>
                <a:lnTo>
                  <a:pt x="903" y="360"/>
                </a:lnTo>
                <a:lnTo>
                  <a:pt x="897" y="370"/>
                </a:lnTo>
                <a:lnTo>
                  <a:pt x="889" y="375"/>
                </a:lnTo>
                <a:lnTo>
                  <a:pt x="881" y="378"/>
                </a:lnTo>
                <a:lnTo>
                  <a:pt x="873" y="380"/>
                </a:lnTo>
                <a:lnTo>
                  <a:pt x="871" y="380"/>
                </a:lnTo>
                <a:lnTo>
                  <a:pt x="830" y="382"/>
                </a:lnTo>
                <a:lnTo>
                  <a:pt x="829" y="380"/>
                </a:lnTo>
                <a:lnTo>
                  <a:pt x="822" y="378"/>
                </a:lnTo>
                <a:lnTo>
                  <a:pt x="814" y="375"/>
                </a:lnTo>
                <a:lnTo>
                  <a:pt x="808" y="369"/>
                </a:lnTo>
                <a:lnTo>
                  <a:pt x="803" y="359"/>
                </a:lnTo>
                <a:lnTo>
                  <a:pt x="803" y="346"/>
                </a:lnTo>
                <a:lnTo>
                  <a:pt x="803" y="169"/>
                </a:lnTo>
                <a:lnTo>
                  <a:pt x="800" y="172"/>
                </a:lnTo>
                <a:lnTo>
                  <a:pt x="790" y="180"/>
                </a:lnTo>
                <a:lnTo>
                  <a:pt x="777" y="192"/>
                </a:lnTo>
                <a:lnTo>
                  <a:pt x="759" y="208"/>
                </a:lnTo>
                <a:lnTo>
                  <a:pt x="740" y="224"/>
                </a:lnTo>
                <a:lnTo>
                  <a:pt x="719" y="244"/>
                </a:lnTo>
                <a:lnTo>
                  <a:pt x="699" y="263"/>
                </a:lnTo>
                <a:lnTo>
                  <a:pt x="680" y="283"/>
                </a:lnTo>
                <a:lnTo>
                  <a:pt x="662" y="300"/>
                </a:lnTo>
                <a:lnTo>
                  <a:pt x="649" y="317"/>
                </a:lnTo>
                <a:lnTo>
                  <a:pt x="639" y="330"/>
                </a:lnTo>
                <a:lnTo>
                  <a:pt x="670" y="370"/>
                </a:lnTo>
                <a:lnTo>
                  <a:pt x="696" y="416"/>
                </a:lnTo>
                <a:lnTo>
                  <a:pt x="715" y="466"/>
                </a:lnTo>
                <a:lnTo>
                  <a:pt x="728" y="518"/>
                </a:lnTo>
                <a:lnTo>
                  <a:pt x="733" y="573"/>
                </a:lnTo>
                <a:lnTo>
                  <a:pt x="728" y="633"/>
                </a:lnTo>
                <a:lnTo>
                  <a:pt x="714" y="688"/>
                </a:lnTo>
                <a:lnTo>
                  <a:pt x="691" y="742"/>
                </a:lnTo>
                <a:lnTo>
                  <a:pt x="662" y="789"/>
                </a:lnTo>
                <a:lnTo>
                  <a:pt x="624" y="832"/>
                </a:lnTo>
                <a:lnTo>
                  <a:pt x="582" y="868"/>
                </a:lnTo>
                <a:lnTo>
                  <a:pt x="534" y="899"/>
                </a:lnTo>
                <a:lnTo>
                  <a:pt x="482" y="920"/>
                </a:lnTo>
                <a:lnTo>
                  <a:pt x="425" y="935"/>
                </a:lnTo>
                <a:lnTo>
                  <a:pt x="367" y="940"/>
                </a:lnTo>
                <a:lnTo>
                  <a:pt x="307" y="935"/>
                </a:lnTo>
                <a:lnTo>
                  <a:pt x="250" y="920"/>
                </a:lnTo>
                <a:lnTo>
                  <a:pt x="198" y="899"/>
                </a:lnTo>
                <a:lnTo>
                  <a:pt x="149" y="868"/>
                </a:lnTo>
                <a:lnTo>
                  <a:pt x="107" y="832"/>
                </a:lnTo>
                <a:lnTo>
                  <a:pt x="70" y="789"/>
                </a:lnTo>
                <a:lnTo>
                  <a:pt x="41" y="742"/>
                </a:lnTo>
                <a:lnTo>
                  <a:pt x="18" y="688"/>
                </a:lnTo>
                <a:lnTo>
                  <a:pt x="5" y="633"/>
                </a:lnTo>
                <a:lnTo>
                  <a:pt x="0" y="573"/>
                </a:lnTo>
                <a:lnTo>
                  <a:pt x="5" y="513"/>
                </a:lnTo>
                <a:lnTo>
                  <a:pt x="18" y="458"/>
                </a:lnTo>
                <a:lnTo>
                  <a:pt x="41" y="406"/>
                </a:lnTo>
                <a:lnTo>
                  <a:pt x="70" y="357"/>
                </a:lnTo>
                <a:lnTo>
                  <a:pt x="107" y="315"/>
                </a:lnTo>
                <a:lnTo>
                  <a:pt x="149" y="279"/>
                </a:lnTo>
                <a:lnTo>
                  <a:pt x="198" y="248"/>
                </a:lnTo>
                <a:lnTo>
                  <a:pt x="250" y="227"/>
                </a:lnTo>
                <a:lnTo>
                  <a:pt x="307" y="213"/>
                </a:lnTo>
                <a:lnTo>
                  <a:pt x="367" y="208"/>
                </a:lnTo>
                <a:lnTo>
                  <a:pt x="419" y="213"/>
                </a:lnTo>
                <a:lnTo>
                  <a:pt x="469" y="223"/>
                </a:lnTo>
                <a:lnTo>
                  <a:pt x="517" y="240"/>
                </a:lnTo>
                <a:lnTo>
                  <a:pt x="561" y="263"/>
                </a:lnTo>
                <a:lnTo>
                  <a:pt x="740" y="102"/>
                </a:lnTo>
                <a:lnTo>
                  <a:pt x="560" y="102"/>
                </a:lnTo>
                <a:lnTo>
                  <a:pt x="556" y="101"/>
                </a:lnTo>
                <a:lnTo>
                  <a:pt x="547" y="98"/>
                </a:lnTo>
                <a:lnTo>
                  <a:pt x="537" y="91"/>
                </a:lnTo>
                <a:lnTo>
                  <a:pt x="527" y="81"/>
                </a:lnTo>
                <a:lnTo>
                  <a:pt x="524" y="67"/>
                </a:lnTo>
                <a:lnTo>
                  <a:pt x="524" y="34"/>
                </a:lnTo>
                <a:lnTo>
                  <a:pt x="524" y="31"/>
                </a:lnTo>
                <a:lnTo>
                  <a:pt x="526" y="26"/>
                </a:lnTo>
                <a:lnTo>
                  <a:pt x="530" y="17"/>
                </a:lnTo>
                <a:lnTo>
                  <a:pt x="537" y="8"/>
                </a:lnTo>
                <a:lnTo>
                  <a:pt x="545" y="2"/>
                </a:lnTo>
                <a:lnTo>
                  <a:pt x="55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16"/>
          <p:cNvSpPr>
            <a:spLocks noChangeAspect="1"/>
          </p:cNvSpPr>
          <p:nvPr/>
        </p:nvSpPr>
        <p:spPr bwMode="auto">
          <a:xfrm>
            <a:off x="1097795" y="4545244"/>
            <a:ext cx="1078851" cy="1080000"/>
          </a:xfrm>
          <a:custGeom>
            <a:avLst/>
            <a:gdLst>
              <a:gd name="T0" fmla="*/ 516 w 939"/>
              <a:gd name="T1" fmla="*/ 36 h 940"/>
              <a:gd name="T2" fmla="*/ 568 w 939"/>
              <a:gd name="T3" fmla="*/ 49 h 940"/>
              <a:gd name="T4" fmla="*/ 602 w 939"/>
              <a:gd name="T5" fmla="*/ 80 h 940"/>
              <a:gd name="T6" fmla="*/ 621 w 939"/>
              <a:gd name="T7" fmla="*/ 119 h 940"/>
              <a:gd name="T8" fmla="*/ 633 w 939"/>
              <a:gd name="T9" fmla="*/ 154 h 940"/>
              <a:gd name="T10" fmla="*/ 636 w 939"/>
              <a:gd name="T11" fmla="*/ 179 h 940"/>
              <a:gd name="T12" fmla="*/ 636 w 939"/>
              <a:gd name="T13" fmla="*/ 320 h 940"/>
              <a:gd name="T14" fmla="*/ 634 w 939"/>
              <a:gd name="T15" fmla="*/ 336 h 940"/>
              <a:gd name="T16" fmla="*/ 628 w 939"/>
              <a:gd name="T17" fmla="*/ 377 h 940"/>
              <a:gd name="T18" fmla="*/ 607 w 939"/>
              <a:gd name="T19" fmla="*/ 424 h 940"/>
              <a:gd name="T20" fmla="*/ 566 w 939"/>
              <a:gd name="T21" fmla="*/ 463 h 940"/>
              <a:gd name="T22" fmla="*/ 565 w 939"/>
              <a:gd name="T23" fmla="*/ 474 h 940"/>
              <a:gd name="T24" fmla="*/ 565 w 939"/>
              <a:gd name="T25" fmla="*/ 490 h 940"/>
              <a:gd name="T26" fmla="*/ 566 w 939"/>
              <a:gd name="T27" fmla="*/ 495 h 940"/>
              <a:gd name="T28" fmla="*/ 566 w 939"/>
              <a:gd name="T29" fmla="*/ 513 h 940"/>
              <a:gd name="T30" fmla="*/ 568 w 939"/>
              <a:gd name="T31" fmla="*/ 545 h 940"/>
              <a:gd name="T32" fmla="*/ 578 w 939"/>
              <a:gd name="T33" fmla="*/ 581 h 940"/>
              <a:gd name="T34" fmla="*/ 600 w 939"/>
              <a:gd name="T35" fmla="*/ 617 h 940"/>
              <a:gd name="T36" fmla="*/ 639 w 939"/>
              <a:gd name="T37" fmla="*/ 641 h 940"/>
              <a:gd name="T38" fmla="*/ 711 w 939"/>
              <a:gd name="T39" fmla="*/ 657 h 940"/>
              <a:gd name="T40" fmla="*/ 788 w 939"/>
              <a:gd name="T41" fmla="*/ 686 h 940"/>
              <a:gd name="T42" fmla="*/ 848 w 939"/>
              <a:gd name="T43" fmla="*/ 722 h 940"/>
              <a:gd name="T44" fmla="*/ 889 w 939"/>
              <a:gd name="T45" fmla="*/ 753 h 940"/>
              <a:gd name="T46" fmla="*/ 907 w 939"/>
              <a:gd name="T47" fmla="*/ 774 h 940"/>
              <a:gd name="T48" fmla="*/ 920 w 939"/>
              <a:gd name="T49" fmla="*/ 818 h 940"/>
              <a:gd name="T50" fmla="*/ 930 w 939"/>
              <a:gd name="T51" fmla="*/ 873 h 940"/>
              <a:gd name="T52" fmla="*/ 936 w 939"/>
              <a:gd name="T53" fmla="*/ 920 h 940"/>
              <a:gd name="T54" fmla="*/ 939 w 939"/>
              <a:gd name="T55" fmla="*/ 940 h 940"/>
              <a:gd name="T56" fmla="*/ 0 w 939"/>
              <a:gd name="T57" fmla="*/ 933 h 940"/>
              <a:gd name="T58" fmla="*/ 2 w 939"/>
              <a:gd name="T59" fmla="*/ 897 h 940"/>
              <a:gd name="T60" fmla="*/ 8 w 939"/>
              <a:gd name="T61" fmla="*/ 841 h 940"/>
              <a:gd name="T62" fmla="*/ 25 w 939"/>
              <a:gd name="T63" fmla="*/ 785 h 940"/>
              <a:gd name="T64" fmla="*/ 51 w 939"/>
              <a:gd name="T65" fmla="*/ 753 h 940"/>
              <a:gd name="T66" fmla="*/ 93 w 939"/>
              <a:gd name="T67" fmla="*/ 722 h 940"/>
              <a:gd name="T68" fmla="*/ 158 w 939"/>
              <a:gd name="T69" fmla="*/ 686 h 940"/>
              <a:gd name="T70" fmla="*/ 237 w 939"/>
              <a:gd name="T71" fmla="*/ 657 h 940"/>
              <a:gd name="T72" fmla="*/ 308 w 939"/>
              <a:gd name="T73" fmla="*/ 641 h 940"/>
              <a:gd name="T74" fmla="*/ 346 w 939"/>
              <a:gd name="T75" fmla="*/ 617 h 940"/>
              <a:gd name="T76" fmla="*/ 364 w 939"/>
              <a:gd name="T77" fmla="*/ 584 h 940"/>
              <a:gd name="T78" fmla="*/ 370 w 939"/>
              <a:gd name="T79" fmla="*/ 549 h 940"/>
              <a:gd name="T80" fmla="*/ 368 w 939"/>
              <a:gd name="T81" fmla="*/ 518 h 940"/>
              <a:gd name="T82" fmla="*/ 367 w 939"/>
              <a:gd name="T83" fmla="*/ 500 h 940"/>
              <a:gd name="T84" fmla="*/ 368 w 939"/>
              <a:gd name="T85" fmla="*/ 497 h 940"/>
              <a:gd name="T86" fmla="*/ 367 w 939"/>
              <a:gd name="T87" fmla="*/ 480 h 940"/>
              <a:gd name="T88" fmla="*/ 365 w 939"/>
              <a:gd name="T89" fmla="*/ 469 h 940"/>
              <a:gd name="T90" fmla="*/ 357 w 939"/>
              <a:gd name="T91" fmla="*/ 458 h 940"/>
              <a:gd name="T92" fmla="*/ 338 w 939"/>
              <a:gd name="T93" fmla="*/ 427 h 940"/>
              <a:gd name="T94" fmla="*/ 317 w 939"/>
              <a:gd name="T95" fmla="*/ 385 h 940"/>
              <a:gd name="T96" fmla="*/ 302 w 939"/>
              <a:gd name="T97" fmla="*/ 334 h 940"/>
              <a:gd name="T98" fmla="*/ 302 w 939"/>
              <a:gd name="T99" fmla="*/ 266 h 940"/>
              <a:gd name="T100" fmla="*/ 300 w 939"/>
              <a:gd name="T101" fmla="*/ 205 h 940"/>
              <a:gd name="T102" fmla="*/ 300 w 939"/>
              <a:gd name="T103" fmla="*/ 182 h 940"/>
              <a:gd name="T104" fmla="*/ 300 w 939"/>
              <a:gd name="T105" fmla="*/ 169 h 940"/>
              <a:gd name="T106" fmla="*/ 305 w 939"/>
              <a:gd name="T107" fmla="*/ 135 h 940"/>
              <a:gd name="T108" fmla="*/ 315 w 939"/>
              <a:gd name="T109" fmla="*/ 91 h 940"/>
              <a:gd name="T110" fmla="*/ 334 w 939"/>
              <a:gd name="T111" fmla="*/ 47 h 940"/>
              <a:gd name="T112" fmla="*/ 368 w 939"/>
              <a:gd name="T113" fmla="*/ 13 h 940"/>
              <a:gd name="T114" fmla="*/ 420 w 939"/>
              <a:gd name="T115" fmla="*/ 0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39" h="940">
                <a:moveTo>
                  <a:pt x="420" y="0"/>
                </a:moveTo>
                <a:lnTo>
                  <a:pt x="516" y="36"/>
                </a:lnTo>
                <a:lnTo>
                  <a:pt x="545" y="39"/>
                </a:lnTo>
                <a:lnTo>
                  <a:pt x="568" y="49"/>
                </a:lnTo>
                <a:lnTo>
                  <a:pt x="586" y="62"/>
                </a:lnTo>
                <a:lnTo>
                  <a:pt x="602" y="80"/>
                </a:lnTo>
                <a:lnTo>
                  <a:pt x="613" y="99"/>
                </a:lnTo>
                <a:lnTo>
                  <a:pt x="621" y="119"/>
                </a:lnTo>
                <a:lnTo>
                  <a:pt x="628" y="138"/>
                </a:lnTo>
                <a:lnTo>
                  <a:pt x="633" y="154"/>
                </a:lnTo>
                <a:lnTo>
                  <a:pt x="634" y="169"/>
                </a:lnTo>
                <a:lnTo>
                  <a:pt x="636" y="179"/>
                </a:lnTo>
                <a:lnTo>
                  <a:pt x="636" y="182"/>
                </a:lnTo>
                <a:lnTo>
                  <a:pt x="636" y="320"/>
                </a:lnTo>
                <a:lnTo>
                  <a:pt x="636" y="325"/>
                </a:lnTo>
                <a:lnTo>
                  <a:pt x="634" y="336"/>
                </a:lnTo>
                <a:lnTo>
                  <a:pt x="633" y="356"/>
                </a:lnTo>
                <a:lnTo>
                  <a:pt x="628" y="377"/>
                </a:lnTo>
                <a:lnTo>
                  <a:pt x="618" y="401"/>
                </a:lnTo>
                <a:lnTo>
                  <a:pt x="607" y="424"/>
                </a:lnTo>
                <a:lnTo>
                  <a:pt x="589" y="446"/>
                </a:lnTo>
                <a:lnTo>
                  <a:pt x="566" y="463"/>
                </a:lnTo>
                <a:lnTo>
                  <a:pt x="566" y="466"/>
                </a:lnTo>
                <a:lnTo>
                  <a:pt x="565" y="474"/>
                </a:lnTo>
                <a:lnTo>
                  <a:pt x="565" y="482"/>
                </a:lnTo>
                <a:lnTo>
                  <a:pt x="565" y="490"/>
                </a:lnTo>
                <a:lnTo>
                  <a:pt x="565" y="492"/>
                </a:lnTo>
                <a:lnTo>
                  <a:pt x="566" y="495"/>
                </a:lnTo>
                <a:lnTo>
                  <a:pt x="566" y="502"/>
                </a:lnTo>
                <a:lnTo>
                  <a:pt x="566" y="513"/>
                </a:lnTo>
                <a:lnTo>
                  <a:pt x="566" y="528"/>
                </a:lnTo>
                <a:lnTo>
                  <a:pt x="568" y="545"/>
                </a:lnTo>
                <a:lnTo>
                  <a:pt x="573" y="563"/>
                </a:lnTo>
                <a:lnTo>
                  <a:pt x="578" y="581"/>
                </a:lnTo>
                <a:lnTo>
                  <a:pt x="587" y="599"/>
                </a:lnTo>
                <a:lnTo>
                  <a:pt x="600" y="617"/>
                </a:lnTo>
                <a:lnTo>
                  <a:pt x="617" y="631"/>
                </a:lnTo>
                <a:lnTo>
                  <a:pt x="639" y="641"/>
                </a:lnTo>
                <a:lnTo>
                  <a:pt x="667" y="649"/>
                </a:lnTo>
                <a:lnTo>
                  <a:pt x="711" y="657"/>
                </a:lnTo>
                <a:lnTo>
                  <a:pt x="751" y="670"/>
                </a:lnTo>
                <a:lnTo>
                  <a:pt x="788" y="686"/>
                </a:lnTo>
                <a:lnTo>
                  <a:pt x="821" y="704"/>
                </a:lnTo>
                <a:lnTo>
                  <a:pt x="848" y="722"/>
                </a:lnTo>
                <a:lnTo>
                  <a:pt x="871" y="738"/>
                </a:lnTo>
                <a:lnTo>
                  <a:pt x="889" y="753"/>
                </a:lnTo>
                <a:lnTo>
                  <a:pt x="900" y="763"/>
                </a:lnTo>
                <a:lnTo>
                  <a:pt x="907" y="774"/>
                </a:lnTo>
                <a:lnTo>
                  <a:pt x="915" y="794"/>
                </a:lnTo>
                <a:lnTo>
                  <a:pt x="920" y="818"/>
                </a:lnTo>
                <a:lnTo>
                  <a:pt x="926" y="845"/>
                </a:lnTo>
                <a:lnTo>
                  <a:pt x="930" y="873"/>
                </a:lnTo>
                <a:lnTo>
                  <a:pt x="934" y="899"/>
                </a:lnTo>
                <a:lnTo>
                  <a:pt x="936" y="920"/>
                </a:lnTo>
                <a:lnTo>
                  <a:pt x="938" y="935"/>
                </a:lnTo>
                <a:lnTo>
                  <a:pt x="939" y="940"/>
                </a:lnTo>
                <a:lnTo>
                  <a:pt x="0" y="940"/>
                </a:lnTo>
                <a:lnTo>
                  <a:pt x="0" y="933"/>
                </a:lnTo>
                <a:lnTo>
                  <a:pt x="0" y="918"/>
                </a:lnTo>
                <a:lnTo>
                  <a:pt x="2" y="897"/>
                </a:lnTo>
                <a:lnTo>
                  <a:pt x="4" y="870"/>
                </a:lnTo>
                <a:lnTo>
                  <a:pt x="8" y="841"/>
                </a:lnTo>
                <a:lnTo>
                  <a:pt x="15" y="811"/>
                </a:lnTo>
                <a:lnTo>
                  <a:pt x="25" y="785"/>
                </a:lnTo>
                <a:lnTo>
                  <a:pt x="38" y="763"/>
                </a:lnTo>
                <a:lnTo>
                  <a:pt x="51" y="753"/>
                </a:lnTo>
                <a:lnTo>
                  <a:pt x="68" y="738"/>
                </a:lnTo>
                <a:lnTo>
                  <a:pt x="93" y="722"/>
                </a:lnTo>
                <a:lnTo>
                  <a:pt x="124" y="704"/>
                </a:lnTo>
                <a:lnTo>
                  <a:pt x="158" y="686"/>
                </a:lnTo>
                <a:lnTo>
                  <a:pt x="197" y="670"/>
                </a:lnTo>
                <a:lnTo>
                  <a:pt x="237" y="657"/>
                </a:lnTo>
                <a:lnTo>
                  <a:pt x="282" y="649"/>
                </a:lnTo>
                <a:lnTo>
                  <a:pt x="308" y="641"/>
                </a:lnTo>
                <a:lnTo>
                  <a:pt x="329" y="631"/>
                </a:lnTo>
                <a:lnTo>
                  <a:pt x="346" y="617"/>
                </a:lnTo>
                <a:lnTo>
                  <a:pt x="357" y="601"/>
                </a:lnTo>
                <a:lnTo>
                  <a:pt x="364" y="584"/>
                </a:lnTo>
                <a:lnTo>
                  <a:pt x="368" y="566"/>
                </a:lnTo>
                <a:lnTo>
                  <a:pt x="370" y="549"/>
                </a:lnTo>
                <a:lnTo>
                  <a:pt x="370" y="532"/>
                </a:lnTo>
                <a:lnTo>
                  <a:pt x="368" y="518"/>
                </a:lnTo>
                <a:lnTo>
                  <a:pt x="367" y="508"/>
                </a:lnTo>
                <a:lnTo>
                  <a:pt x="367" y="500"/>
                </a:lnTo>
                <a:lnTo>
                  <a:pt x="367" y="498"/>
                </a:lnTo>
                <a:lnTo>
                  <a:pt x="368" y="497"/>
                </a:lnTo>
                <a:lnTo>
                  <a:pt x="368" y="489"/>
                </a:lnTo>
                <a:lnTo>
                  <a:pt x="367" y="480"/>
                </a:lnTo>
                <a:lnTo>
                  <a:pt x="367" y="472"/>
                </a:lnTo>
                <a:lnTo>
                  <a:pt x="365" y="469"/>
                </a:lnTo>
                <a:lnTo>
                  <a:pt x="364" y="466"/>
                </a:lnTo>
                <a:lnTo>
                  <a:pt x="357" y="458"/>
                </a:lnTo>
                <a:lnTo>
                  <a:pt x="349" y="445"/>
                </a:lnTo>
                <a:lnTo>
                  <a:pt x="338" y="427"/>
                </a:lnTo>
                <a:lnTo>
                  <a:pt x="328" y="407"/>
                </a:lnTo>
                <a:lnTo>
                  <a:pt x="317" y="385"/>
                </a:lnTo>
                <a:lnTo>
                  <a:pt x="308" y="360"/>
                </a:lnTo>
                <a:lnTo>
                  <a:pt x="302" y="334"/>
                </a:lnTo>
                <a:lnTo>
                  <a:pt x="300" y="309"/>
                </a:lnTo>
                <a:lnTo>
                  <a:pt x="302" y="266"/>
                </a:lnTo>
                <a:lnTo>
                  <a:pt x="302" y="231"/>
                </a:lnTo>
                <a:lnTo>
                  <a:pt x="300" y="205"/>
                </a:lnTo>
                <a:lnTo>
                  <a:pt x="300" y="188"/>
                </a:lnTo>
                <a:lnTo>
                  <a:pt x="300" y="182"/>
                </a:lnTo>
                <a:lnTo>
                  <a:pt x="300" y="179"/>
                </a:lnTo>
                <a:lnTo>
                  <a:pt x="300" y="169"/>
                </a:lnTo>
                <a:lnTo>
                  <a:pt x="302" y="153"/>
                </a:lnTo>
                <a:lnTo>
                  <a:pt x="305" y="135"/>
                </a:lnTo>
                <a:lnTo>
                  <a:pt x="308" y="114"/>
                </a:lnTo>
                <a:lnTo>
                  <a:pt x="315" y="91"/>
                </a:lnTo>
                <a:lnTo>
                  <a:pt x="323" y="68"/>
                </a:lnTo>
                <a:lnTo>
                  <a:pt x="334" y="47"/>
                </a:lnTo>
                <a:lnTo>
                  <a:pt x="351" y="29"/>
                </a:lnTo>
                <a:lnTo>
                  <a:pt x="368" y="13"/>
                </a:lnTo>
                <a:lnTo>
                  <a:pt x="393" y="4"/>
                </a:lnTo>
                <a:lnTo>
                  <a:pt x="42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17"/>
          <p:cNvSpPr>
            <a:spLocks noChangeAspect="1" noEditPoints="1"/>
          </p:cNvSpPr>
          <p:nvPr/>
        </p:nvSpPr>
        <p:spPr bwMode="auto">
          <a:xfrm>
            <a:off x="2756876" y="4695340"/>
            <a:ext cx="1080000" cy="779808"/>
          </a:xfrm>
          <a:custGeom>
            <a:avLst/>
            <a:gdLst>
              <a:gd name="T0" fmla="*/ 720 w 939"/>
              <a:gd name="T1" fmla="*/ 125 h 678"/>
              <a:gd name="T2" fmla="*/ 760 w 939"/>
              <a:gd name="T3" fmla="*/ 185 h 678"/>
              <a:gd name="T4" fmla="*/ 762 w 939"/>
              <a:gd name="T5" fmla="*/ 310 h 678"/>
              <a:gd name="T6" fmla="*/ 726 w 939"/>
              <a:gd name="T7" fmla="*/ 378 h 678"/>
              <a:gd name="T8" fmla="*/ 707 w 939"/>
              <a:gd name="T9" fmla="*/ 399 h 678"/>
              <a:gd name="T10" fmla="*/ 707 w 939"/>
              <a:gd name="T11" fmla="*/ 409 h 678"/>
              <a:gd name="T12" fmla="*/ 710 w 939"/>
              <a:gd name="T13" fmla="*/ 445 h 678"/>
              <a:gd name="T14" fmla="*/ 747 w 939"/>
              <a:gd name="T15" fmla="*/ 497 h 678"/>
              <a:gd name="T16" fmla="*/ 861 w 939"/>
              <a:gd name="T17" fmla="*/ 537 h 678"/>
              <a:gd name="T18" fmla="*/ 915 w 939"/>
              <a:gd name="T19" fmla="*/ 579 h 678"/>
              <a:gd name="T20" fmla="*/ 934 w 939"/>
              <a:gd name="T21" fmla="*/ 648 h 678"/>
              <a:gd name="T22" fmla="*/ 709 w 939"/>
              <a:gd name="T23" fmla="*/ 677 h 678"/>
              <a:gd name="T24" fmla="*/ 707 w 939"/>
              <a:gd name="T25" fmla="*/ 618 h 678"/>
              <a:gd name="T26" fmla="*/ 692 w 939"/>
              <a:gd name="T27" fmla="*/ 542 h 678"/>
              <a:gd name="T28" fmla="*/ 660 w 939"/>
              <a:gd name="T29" fmla="*/ 515 h 678"/>
              <a:gd name="T30" fmla="*/ 590 w 939"/>
              <a:gd name="T31" fmla="*/ 451 h 678"/>
              <a:gd name="T32" fmla="*/ 589 w 939"/>
              <a:gd name="T33" fmla="*/ 414 h 678"/>
              <a:gd name="T34" fmla="*/ 589 w 939"/>
              <a:gd name="T35" fmla="*/ 403 h 678"/>
              <a:gd name="T36" fmla="*/ 585 w 939"/>
              <a:gd name="T37" fmla="*/ 394 h 678"/>
              <a:gd name="T38" fmla="*/ 550 w 939"/>
              <a:gd name="T39" fmla="*/ 351 h 678"/>
              <a:gd name="T40" fmla="*/ 532 w 939"/>
              <a:gd name="T41" fmla="*/ 276 h 678"/>
              <a:gd name="T42" fmla="*/ 532 w 939"/>
              <a:gd name="T43" fmla="*/ 205 h 678"/>
              <a:gd name="T44" fmla="*/ 538 w 939"/>
              <a:gd name="T45" fmla="*/ 171 h 678"/>
              <a:gd name="T46" fmla="*/ 580 w 939"/>
              <a:gd name="T47" fmla="*/ 102 h 678"/>
              <a:gd name="T48" fmla="*/ 374 w 939"/>
              <a:gd name="T49" fmla="*/ 29 h 678"/>
              <a:gd name="T50" fmla="*/ 446 w 939"/>
              <a:gd name="T51" fmla="*/ 72 h 678"/>
              <a:gd name="T52" fmla="*/ 469 w 939"/>
              <a:gd name="T53" fmla="*/ 127 h 678"/>
              <a:gd name="T54" fmla="*/ 465 w 939"/>
              <a:gd name="T55" fmla="*/ 245 h 678"/>
              <a:gd name="T56" fmla="*/ 430 w 939"/>
              <a:gd name="T57" fmla="*/ 318 h 678"/>
              <a:gd name="T58" fmla="*/ 409 w 939"/>
              <a:gd name="T59" fmla="*/ 341 h 678"/>
              <a:gd name="T60" fmla="*/ 409 w 939"/>
              <a:gd name="T61" fmla="*/ 354 h 678"/>
              <a:gd name="T62" fmla="*/ 410 w 939"/>
              <a:gd name="T63" fmla="*/ 375 h 678"/>
              <a:gd name="T64" fmla="*/ 428 w 939"/>
              <a:gd name="T65" fmla="*/ 437 h 678"/>
              <a:gd name="T66" fmla="*/ 519 w 939"/>
              <a:gd name="T67" fmla="*/ 476 h 678"/>
              <a:gd name="T68" fmla="*/ 626 w 939"/>
              <a:gd name="T69" fmla="*/ 529 h 678"/>
              <a:gd name="T70" fmla="*/ 662 w 939"/>
              <a:gd name="T71" fmla="*/ 576 h 678"/>
              <a:gd name="T72" fmla="*/ 676 w 939"/>
              <a:gd name="T73" fmla="*/ 661 h 678"/>
              <a:gd name="T74" fmla="*/ 0 w 939"/>
              <a:gd name="T75" fmla="*/ 674 h 678"/>
              <a:gd name="T76" fmla="*/ 10 w 939"/>
              <a:gd name="T77" fmla="*/ 591 h 678"/>
              <a:gd name="T78" fmla="*/ 55 w 939"/>
              <a:gd name="T79" fmla="*/ 529 h 678"/>
              <a:gd name="T80" fmla="*/ 168 w 939"/>
              <a:gd name="T81" fmla="*/ 476 h 678"/>
              <a:gd name="T82" fmla="*/ 250 w 939"/>
              <a:gd name="T83" fmla="*/ 440 h 678"/>
              <a:gd name="T84" fmla="*/ 266 w 939"/>
              <a:gd name="T85" fmla="*/ 380 h 678"/>
              <a:gd name="T86" fmla="*/ 266 w 939"/>
              <a:gd name="T87" fmla="*/ 359 h 678"/>
              <a:gd name="T88" fmla="*/ 266 w 939"/>
              <a:gd name="T89" fmla="*/ 344 h 678"/>
              <a:gd name="T90" fmla="*/ 263 w 939"/>
              <a:gd name="T91" fmla="*/ 334 h 678"/>
              <a:gd name="T92" fmla="*/ 225 w 939"/>
              <a:gd name="T93" fmla="*/ 283 h 678"/>
              <a:gd name="T94" fmla="*/ 207 w 939"/>
              <a:gd name="T95" fmla="*/ 190 h 678"/>
              <a:gd name="T96" fmla="*/ 206 w 939"/>
              <a:gd name="T97" fmla="*/ 130 h 678"/>
              <a:gd name="T98" fmla="*/ 216 w 939"/>
              <a:gd name="T99" fmla="*/ 85 h 678"/>
              <a:gd name="T100" fmla="*/ 261 w 939"/>
              <a:gd name="T101" fmla="*/ 13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39" h="678">
                <a:moveTo>
                  <a:pt x="621" y="88"/>
                </a:moveTo>
                <a:lnTo>
                  <a:pt x="679" y="111"/>
                </a:lnTo>
                <a:lnTo>
                  <a:pt x="702" y="115"/>
                </a:lnTo>
                <a:lnTo>
                  <a:pt x="720" y="125"/>
                </a:lnTo>
                <a:lnTo>
                  <a:pt x="734" y="140"/>
                </a:lnTo>
                <a:lnTo>
                  <a:pt x="746" y="156"/>
                </a:lnTo>
                <a:lnTo>
                  <a:pt x="754" y="172"/>
                </a:lnTo>
                <a:lnTo>
                  <a:pt x="760" y="185"/>
                </a:lnTo>
                <a:lnTo>
                  <a:pt x="762" y="197"/>
                </a:lnTo>
                <a:lnTo>
                  <a:pt x="764" y="200"/>
                </a:lnTo>
                <a:lnTo>
                  <a:pt x="764" y="307"/>
                </a:lnTo>
                <a:lnTo>
                  <a:pt x="762" y="310"/>
                </a:lnTo>
                <a:lnTo>
                  <a:pt x="759" y="323"/>
                </a:lnTo>
                <a:lnTo>
                  <a:pt x="751" y="341"/>
                </a:lnTo>
                <a:lnTo>
                  <a:pt x="741" y="359"/>
                </a:lnTo>
                <a:lnTo>
                  <a:pt x="726" y="378"/>
                </a:lnTo>
                <a:lnTo>
                  <a:pt x="707" y="393"/>
                </a:lnTo>
                <a:lnTo>
                  <a:pt x="707" y="393"/>
                </a:lnTo>
                <a:lnTo>
                  <a:pt x="707" y="396"/>
                </a:lnTo>
                <a:lnTo>
                  <a:pt x="707" y="399"/>
                </a:lnTo>
                <a:lnTo>
                  <a:pt x="705" y="403"/>
                </a:lnTo>
                <a:lnTo>
                  <a:pt x="705" y="407"/>
                </a:lnTo>
                <a:lnTo>
                  <a:pt x="705" y="409"/>
                </a:lnTo>
                <a:lnTo>
                  <a:pt x="707" y="409"/>
                </a:lnTo>
                <a:lnTo>
                  <a:pt x="707" y="412"/>
                </a:lnTo>
                <a:lnTo>
                  <a:pt x="707" y="420"/>
                </a:lnTo>
                <a:lnTo>
                  <a:pt x="707" y="430"/>
                </a:lnTo>
                <a:lnTo>
                  <a:pt x="710" y="445"/>
                </a:lnTo>
                <a:lnTo>
                  <a:pt x="713" y="459"/>
                </a:lnTo>
                <a:lnTo>
                  <a:pt x="722" y="474"/>
                </a:lnTo>
                <a:lnTo>
                  <a:pt x="731" y="487"/>
                </a:lnTo>
                <a:lnTo>
                  <a:pt x="747" y="497"/>
                </a:lnTo>
                <a:lnTo>
                  <a:pt x="769" y="503"/>
                </a:lnTo>
                <a:lnTo>
                  <a:pt x="803" y="511"/>
                </a:lnTo>
                <a:lnTo>
                  <a:pt x="833" y="523"/>
                </a:lnTo>
                <a:lnTo>
                  <a:pt x="861" y="537"/>
                </a:lnTo>
                <a:lnTo>
                  <a:pt x="882" y="550"/>
                </a:lnTo>
                <a:lnTo>
                  <a:pt x="898" y="563"/>
                </a:lnTo>
                <a:lnTo>
                  <a:pt x="908" y="571"/>
                </a:lnTo>
                <a:lnTo>
                  <a:pt x="915" y="579"/>
                </a:lnTo>
                <a:lnTo>
                  <a:pt x="919" y="594"/>
                </a:lnTo>
                <a:lnTo>
                  <a:pt x="924" y="610"/>
                </a:lnTo>
                <a:lnTo>
                  <a:pt x="929" y="630"/>
                </a:lnTo>
                <a:lnTo>
                  <a:pt x="934" y="648"/>
                </a:lnTo>
                <a:lnTo>
                  <a:pt x="937" y="662"/>
                </a:lnTo>
                <a:lnTo>
                  <a:pt x="939" y="674"/>
                </a:lnTo>
                <a:lnTo>
                  <a:pt x="939" y="677"/>
                </a:lnTo>
                <a:lnTo>
                  <a:pt x="709" y="677"/>
                </a:lnTo>
                <a:lnTo>
                  <a:pt x="709" y="672"/>
                </a:lnTo>
                <a:lnTo>
                  <a:pt x="709" y="659"/>
                </a:lnTo>
                <a:lnTo>
                  <a:pt x="709" y="641"/>
                </a:lnTo>
                <a:lnTo>
                  <a:pt x="707" y="618"/>
                </a:lnTo>
                <a:lnTo>
                  <a:pt x="705" y="596"/>
                </a:lnTo>
                <a:lnTo>
                  <a:pt x="702" y="573"/>
                </a:lnTo>
                <a:lnTo>
                  <a:pt x="697" y="555"/>
                </a:lnTo>
                <a:lnTo>
                  <a:pt x="692" y="542"/>
                </a:lnTo>
                <a:lnTo>
                  <a:pt x="687" y="537"/>
                </a:lnTo>
                <a:lnTo>
                  <a:pt x="683" y="532"/>
                </a:lnTo>
                <a:lnTo>
                  <a:pt x="673" y="524"/>
                </a:lnTo>
                <a:lnTo>
                  <a:pt x="660" y="515"/>
                </a:lnTo>
                <a:lnTo>
                  <a:pt x="642" y="503"/>
                </a:lnTo>
                <a:lnTo>
                  <a:pt x="618" y="487"/>
                </a:lnTo>
                <a:lnTo>
                  <a:pt x="587" y="466"/>
                </a:lnTo>
                <a:lnTo>
                  <a:pt x="590" y="451"/>
                </a:lnTo>
                <a:lnTo>
                  <a:pt x="590" y="437"/>
                </a:lnTo>
                <a:lnTo>
                  <a:pt x="590" y="424"/>
                </a:lnTo>
                <a:lnTo>
                  <a:pt x="589" y="416"/>
                </a:lnTo>
                <a:lnTo>
                  <a:pt x="589" y="414"/>
                </a:lnTo>
                <a:lnTo>
                  <a:pt x="590" y="412"/>
                </a:lnTo>
                <a:lnTo>
                  <a:pt x="590" y="411"/>
                </a:lnTo>
                <a:lnTo>
                  <a:pt x="590" y="407"/>
                </a:lnTo>
                <a:lnTo>
                  <a:pt x="589" y="403"/>
                </a:lnTo>
                <a:lnTo>
                  <a:pt x="589" y="399"/>
                </a:lnTo>
                <a:lnTo>
                  <a:pt x="589" y="398"/>
                </a:lnTo>
                <a:lnTo>
                  <a:pt x="589" y="396"/>
                </a:lnTo>
                <a:lnTo>
                  <a:pt x="585" y="394"/>
                </a:lnTo>
                <a:lnTo>
                  <a:pt x="579" y="388"/>
                </a:lnTo>
                <a:lnTo>
                  <a:pt x="571" y="378"/>
                </a:lnTo>
                <a:lnTo>
                  <a:pt x="559" y="365"/>
                </a:lnTo>
                <a:lnTo>
                  <a:pt x="550" y="351"/>
                </a:lnTo>
                <a:lnTo>
                  <a:pt x="540" y="334"/>
                </a:lnTo>
                <a:lnTo>
                  <a:pt x="533" y="317"/>
                </a:lnTo>
                <a:lnTo>
                  <a:pt x="532" y="299"/>
                </a:lnTo>
                <a:lnTo>
                  <a:pt x="532" y="276"/>
                </a:lnTo>
                <a:lnTo>
                  <a:pt x="532" y="253"/>
                </a:lnTo>
                <a:lnTo>
                  <a:pt x="532" y="232"/>
                </a:lnTo>
                <a:lnTo>
                  <a:pt x="532" y="216"/>
                </a:lnTo>
                <a:lnTo>
                  <a:pt x="532" y="205"/>
                </a:lnTo>
                <a:lnTo>
                  <a:pt x="532" y="200"/>
                </a:lnTo>
                <a:lnTo>
                  <a:pt x="532" y="197"/>
                </a:lnTo>
                <a:lnTo>
                  <a:pt x="535" y="185"/>
                </a:lnTo>
                <a:lnTo>
                  <a:pt x="538" y="171"/>
                </a:lnTo>
                <a:lnTo>
                  <a:pt x="545" y="153"/>
                </a:lnTo>
                <a:lnTo>
                  <a:pt x="553" y="135"/>
                </a:lnTo>
                <a:lnTo>
                  <a:pt x="566" y="117"/>
                </a:lnTo>
                <a:lnTo>
                  <a:pt x="580" y="102"/>
                </a:lnTo>
                <a:lnTo>
                  <a:pt x="598" y="93"/>
                </a:lnTo>
                <a:lnTo>
                  <a:pt x="621" y="88"/>
                </a:lnTo>
                <a:close/>
                <a:moveTo>
                  <a:pt x="305" y="0"/>
                </a:moveTo>
                <a:lnTo>
                  <a:pt x="374" y="29"/>
                </a:lnTo>
                <a:lnTo>
                  <a:pt x="399" y="33"/>
                </a:lnTo>
                <a:lnTo>
                  <a:pt x="418" y="42"/>
                </a:lnTo>
                <a:lnTo>
                  <a:pt x="434" y="55"/>
                </a:lnTo>
                <a:lnTo>
                  <a:pt x="446" y="72"/>
                </a:lnTo>
                <a:lnTo>
                  <a:pt x="456" y="88"/>
                </a:lnTo>
                <a:lnTo>
                  <a:pt x="462" y="104"/>
                </a:lnTo>
                <a:lnTo>
                  <a:pt x="465" y="117"/>
                </a:lnTo>
                <a:lnTo>
                  <a:pt x="469" y="127"/>
                </a:lnTo>
                <a:lnTo>
                  <a:pt x="469" y="130"/>
                </a:lnTo>
                <a:lnTo>
                  <a:pt x="469" y="229"/>
                </a:lnTo>
                <a:lnTo>
                  <a:pt x="469" y="234"/>
                </a:lnTo>
                <a:lnTo>
                  <a:pt x="465" y="245"/>
                </a:lnTo>
                <a:lnTo>
                  <a:pt x="462" y="261"/>
                </a:lnTo>
                <a:lnTo>
                  <a:pt x="454" y="281"/>
                </a:lnTo>
                <a:lnTo>
                  <a:pt x="444" y="300"/>
                </a:lnTo>
                <a:lnTo>
                  <a:pt x="430" y="318"/>
                </a:lnTo>
                <a:lnTo>
                  <a:pt x="410" y="333"/>
                </a:lnTo>
                <a:lnTo>
                  <a:pt x="410" y="334"/>
                </a:lnTo>
                <a:lnTo>
                  <a:pt x="410" y="336"/>
                </a:lnTo>
                <a:lnTo>
                  <a:pt x="409" y="341"/>
                </a:lnTo>
                <a:lnTo>
                  <a:pt x="409" y="344"/>
                </a:lnTo>
                <a:lnTo>
                  <a:pt x="409" y="347"/>
                </a:lnTo>
                <a:lnTo>
                  <a:pt x="409" y="352"/>
                </a:lnTo>
                <a:lnTo>
                  <a:pt x="409" y="354"/>
                </a:lnTo>
                <a:lnTo>
                  <a:pt x="409" y="354"/>
                </a:lnTo>
                <a:lnTo>
                  <a:pt x="410" y="357"/>
                </a:lnTo>
                <a:lnTo>
                  <a:pt x="410" y="364"/>
                </a:lnTo>
                <a:lnTo>
                  <a:pt x="410" y="375"/>
                </a:lnTo>
                <a:lnTo>
                  <a:pt x="410" y="390"/>
                </a:lnTo>
                <a:lnTo>
                  <a:pt x="413" y="406"/>
                </a:lnTo>
                <a:lnTo>
                  <a:pt x="420" y="422"/>
                </a:lnTo>
                <a:lnTo>
                  <a:pt x="428" y="437"/>
                </a:lnTo>
                <a:lnTo>
                  <a:pt x="441" y="450"/>
                </a:lnTo>
                <a:lnTo>
                  <a:pt x="459" y="461"/>
                </a:lnTo>
                <a:lnTo>
                  <a:pt x="481" y="467"/>
                </a:lnTo>
                <a:lnTo>
                  <a:pt x="519" y="476"/>
                </a:lnTo>
                <a:lnTo>
                  <a:pt x="551" y="487"/>
                </a:lnTo>
                <a:lnTo>
                  <a:pt x="580" y="500"/>
                </a:lnTo>
                <a:lnTo>
                  <a:pt x="605" y="515"/>
                </a:lnTo>
                <a:lnTo>
                  <a:pt x="626" y="529"/>
                </a:lnTo>
                <a:lnTo>
                  <a:pt x="642" y="540"/>
                </a:lnTo>
                <a:lnTo>
                  <a:pt x="652" y="550"/>
                </a:lnTo>
                <a:lnTo>
                  <a:pt x="657" y="560"/>
                </a:lnTo>
                <a:lnTo>
                  <a:pt x="662" y="576"/>
                </a:lnTo>
                <a:lnTo>
                  <a:pt x="666" y="597"/>
                </a:lnTo>
                <a:lnTo>
                  <a:pt x="670" y="620"/>
                </a:lnTo>
                <a:lnTo>
                  <a:pt x="673" y="641"/>
                </a:lnTo>
                <a:lnTo>
                  <a:pt x="676" y="661"/>
                </a:lnTo>
                <a:lnTo>
                  <a:pt x="676" y="674"/>
                </a:lnTo>
                <a:lnTo>
                  <a:pt x="678" y="678"/>
                </a:lnTo>
                <a:lnTo>
                  <a:pt x="0" y="678"/>
                </a:lnTo>
                <a:lnTo>
                  <a:pt x="0" y="674"/>
                </a:lnTo>
                <a:lnTo>
                  <a:pt x="1" y="659"/>
                </a:lnTo>
                <a:lnTo>
                  <a:pt x="1" y="639"/>
                </a:lnTo>
                <a:lnTo>
                  <a:pt x="5" y="617"/>
                </a:lnTo>
                <a:lnTo>
                  <a:pt x="10" y="591"/>
                </a:lnTo>
                <a:lnTo>
                  <a:pt x="18" y="568"/>
                </a:lnTo>
                <a:lnTo>
                  <a:pt x="27" y="550"/>
                </a:lnTo>
                <a:lnTo>
                  <a:pt x="39" y="540"/>
                </a:lnTo>
                <a:lnTo>
                  <a:pt x="55" y="529"/>
                </a:lnTo>
                <a:lnTo>
                  <a:pt x="76" y="515"/>
                </a:lnTo>
                <a:lnTo>
                  <a:pt x="104" y="500"/>
                </a:lnTo>
                <a:lnTo>
                  <a:pt x="134" y="487"/>
                </a:lnTo>
                <a:lnTo>
                  <a:pt x="168" y="476"/>
                </a:lnTo>
                <a:lnTo>
                  <a:pt x="204" y="467"/>
                </a:lnTo>
                <a:lnTo>
                  <a:pt x="224" y="463"/>
                </a:lnTo>
                <a:lnTo>
                  <a:pt x="238" y="453"/>
                </a:lnTo>
                <a:lnTo>
                  <a:pt x="250" y="440"/>
                </a:lnTo>
                <a:lnTo>
                  <a:pt x="258" y="425"/>
                </a:lnTo>
                <a:lnTo>
                  <a:pt x="261" y="409"/>
                </a:lnTo>
                <a:lnTo>
                  <a:pt x="264" y="394"/>
                </a:lnTo>
                <a:lnTo>
                  <a:pt x="266" y="380"/>
                </a:lnTo>
                <a:lnTo>
                  <a:pt x="266" y="369"/>
                </a:lnTo>
                <a:lnTo>
                  <a:pt x="266" y="360"/>
                </a:lnTo>
                <a:lnTo>
                  <a:pt x="266" y="359"/>
                </a:lnTo>
                <a:lnTo>
                  <a:pt x="266" y="359"/>
                </a:lnTo>
                <a:lnTo>
                  <a:pt x="267" y="356"/>
                </a:lnTo>
                <a:lnTo>
                  <a:pt x="266" y="352"/>
                </a:lnTo>
                <a:lnTo>
                  <a:pt x="266" y="349"/>
                </a:lnTo>
                <a:lnTo>
                  <a:pt x="266" y="344"/>
                </a:lnTo>
                <a:lnTo>
                  <a:pt x="266" y="341"/>
                </a:lnTo>
                <a:lnTo>
                  <a:pt x="264" y="339"/>
                </a:lnTo>
                <a:lnTo>
                  <a:pt x="264" y="338"/>
                </a:lnTo>
                <a:lnTo>
                  <a:pt x="263" y="334"/>
                </a:lnTo>
                <a:lnTo>
                  <a:pt x="256" y="328"/>
                </a:lnTo>
                <a:lnTo>
                  <a:pt x="246" y="315"/>
                </a:lnTo>
                <a:lnTo>
                  <a:pt x="235" y="300"/>
                </a:lnTo>
                <a:lnTo>
                  <a:pt x="225" y="283"/>
                </a:lnTo>
                <a:lnTo>
                  <a:pt x="216" y="263"/>
                </a:lnTo>
                <a:lnTo>
                  <a:pt x="209" y="242"/>
                </a:lnTo>
                <a:lnTo>
                  <a:pt x="206" y="221"/>
                </a:lnTo>
                <a:lnTo>
                  <a:pt x="207" y="190"/>
                </a:lnTo>
                <a:lnTo>
                  <a:pt x="207" y="166"/>
                </a:lnTo>
                <a:lnTo>
                  <a:pt x="207" y="146"/>
                </a:lnTo>
                <a:lnTo>
                  <a:pt x="207" y="135"/>
                </a:lnTo>
                <a:lnTo>
                  <a:pt x="206" y="130"/>
                </a:lnTo>
                <a:lnTo>
                  <a:pt x="207" y="127"/>
                </a:lnTo>
                <a:lnTo>
                  <a:pt x="207" y="117"/>
                </a:lnTo>
                <a:lnTo>
                  <a:pt x="211" y="102"/>
                </a:lnTo>
                <a:lnTo>
                  <a:pt x="216" y="85"/>
                </a:lnTo>
                <a:lnTo>
                  <a:pt x="222" y="65"/>
                </a:lnTo>
                <a:lnTo>
                  <a:pt x="232" y="46"/>
                </a:lnTo>
                <a:lnTo>
                  <a:pt x="245" y="28"/>
                </a:lnTo>
                <a:lnTo>
                  <a:pt x="261" y="13"/>
                </a:lnTo>
                <a:lnTo>
                  <a:pt x="280" y="4"/>
                </a:lnTo>
                <a:lnTo>
                  <a:pt x="3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8"/>
          <p:cNvSpPr>
            <a:spLocks noChangeAspect="1" noEditPoints="1"/>
          </p:cNvSpPr>
          <p:nvPr/>
        </p:nvSpPr>
        <p:spPr bwMode="auto">
          <a:xfrm>
            <a:off x="4393715" y="4739621"/>
            <a:ext cx="1080000" cy="691246"/>
          </a:xfrm>
          <a:custGeom>
            <a:avLst/>
            <a:gdLst>
              <a:gd name="T0" fmla="*/ 801 w 939"/>
              <a:gd name="T1" fmla="*/ 208 h 601"/>
              <a:gd name="T2" fmla="*/ 819 w 939"/>
              <a:gd name="T3" fmla="*/ 326 h 601"/>
              <a:gd name="T4" fmla="*/ 791 w 939"/>
              <a:gd name="T5" fmla="*/ 380 h 601"/>
              <a:gd name="T6" fmla="*/ 777 w 939"/>
              <a:gd name="T7" fmla="*/ 399 h 601"/>
              <a:gd name="T8" fmla="*/ 778 w 939"/>
              <a:gd name="T9" fmla="*/ 422 h 601"/>
              <a:gd name="T10" fmla="*/ 822 w 939"/>
              <a:gd name="T11" fmla="*/ 472 h 601"/>
              <a:gd name="T12" fmla="*/ 916 w 939"/>
              <a:gd name="T13" fmla="*/ 523 h 601"/>
              <a:gd name="T14" fmla="*/ 936 w 939"/>
              <a:gd name="T15" fmla="*/ 586 h 601"/>
              <a:gd name="T16" fmla="*/ 791 w 939"/>
              <a:gd name="T17" fmla="*/ 583 h 601"/>
              <a:gd name="T18" fmla="*/ 774 w 939"/>
              <a:gd name="T19" fmla="*/ 492 h 601"/>
              <a:gd name="T20" fmla="*/ 749 w 939"/>
              <a:gd name="T21" fmla="*/ 461 h 601"/>
              <a:gd name="T22" fmla="*/ 692 w 939"/>
              <a:gd name="T23" fmla="*/ 416 h 601"/>
              <a:gd name="T24" fmla="*/ 691 w 939"/>
              <a:gd name="T25" fmla="*/ 406 h 601"/>
              <a:gd name="T26" fmla="*/ 689 w 939"/>
              <a:gd name="T27" fmla="*/ 393 h 601"/>
              <a:gd name="T28" fmla="*/ 655 w 939"/>
              <a:gd name="T29" fmla="*/ 351 h 601"/>
              <a:gd name="T30" fmla="*/ 647 w 939"/>
              <a:gd name="T31" fmla="*/ 265 h 601"/>
              <a:gd name="T32" fmla="*/ 654 w 939"/>
              <a:gd name="T33" fmla="*/ 223 h 601"/>
              <a:gd name="T34" fmla="*/ 714 w 939"/>
              <a:gd name="T35" fmla="*/ 167 h 601"/>
              <a:gd name="T36" fmla="*/ 279 w 939"/>
              <a:gd name="T37" fmla="*/ 205 h 601"/>
              <a:gd name="T38" fmla="*/ 292 w 939"/>
              <a:gd name="T39" fmla="*/ 252 h 601"/>
              <a:gd name="T40" fmla="*/ 289 w 939"/>
              <a:gd name="T41" fmla="*/ 336 h 601"/>
              <a:gd name="T42" fmla="*/ 253 w 939"/>
              <a:gd name="T43" fmla="*/ 391 h 601"/>
              <a:gd name="T44" fmla="*/ 248 w 939"/>
              <a:gd name="T45" fmla="*/ 403 h 601"/>
              <a:gd name="T46" fmla="*/ 248 w 939"/>
              <a:gd name="T47" fmla="*/ 414 h 601"/>
              <a:gd name="T48" fmla="*/ 180 w 939"/>
              <a:gd name="T49" fmla="*/ 471 h 601"/>
              <a:gd name="T50" fmla="*/ 148 w 939"/>
              <a:gd name="T51" fmla="*/ 526 h 601"/>
              <a:gd name="T52" fmla="*/ 144 w 939"/>
              <a:gd name="T53" fmla="*/ 601 h 601"/>
              <a:gd name="T54" fmla="*/ 10 w 939"/>
              <a:gd name="T55" fmla="*/ 557 h 601"/>
              <a:gd name="T56" fmla="*/ 45 w 939"/>
              <a:gd name="T57" fmla="*/ 503 h 601"/>
              <a:gd name="T58" fmla="*/ 146 w 939"/>
              <a:gd name="T59" fmla="*/ 459 h 601"/>
              <a:gd name="T60" fmla="*/ 161 w 939"/>
              <a:gd name="T61" fmla="*/ 412 h 601"/>
              <a:gd name="T62" fmla="*/ 162 w 939"/>
              <a:gd name="T63" fmla="*/ 398 h 601"/>
              <a:gd name="T64" fmla="*/ 136 w 939"/>
              <a:gd name="T65" fmla="*/ 365 h 601"/>
              <a:gd name="T66" fmla="*/ 118 w 939"/>
              <a:gd name="T67" fmla="*/ 248 h 601"/>
              <a:gd name="T68" fmla="*/ 149 w 939"/>
              <a:gd name="T69" fmla="*/ 195 h 601"/>
              <a:gd name="T70" fmla="*/ 498 w 939"/>
              <a:gd name="T71" fmla="*/ 29 h 601"/>
              <a:gd name="T72" fmla="*/ 572 w 939"/>
              <a:gd name="T73" fmla="*/ 85 h 601"/>
              <a:gd name="T74" fmla="*/ 585 w 939"/>
              <a:gd name="T75" fmla="*/ 210 h 601"/>
              <a:gd name="T76" fmla="*/ 558 w 939"/>
              <a:gd name="T77" fmla="*/ 274 h 601"/>
              <a:gd name="T78" fmla="*/ 525 w 939"/>
              <a:gd name="T79" fmla="*/ 310 h 601"/>
              <a:gd name="T80" fmla="*/ 527 w 939"/>
              <a:gd name="T81" fmla="*/ 323 h 601"/>
              <a:gd name="T82" fmla="*/ 542 w 939"/>
              <a:gd name="T83" fmla="*/ 388 h 601"/>
              <a:gd name="T84" fmla="*/ 662 w 939"/>
              <a:gd name="T85" fmla="*/ 438 h 601"/>
              <a:gd name="T86" fmla="*/ 746 w 939"/>
              <a:gd name="T87" fmla="*/ 500 h 601"/>
              <a:gd name="T88" fmla="*/ 762 w 939"/>
              <a:gd name="T89" fmla="*/ 596 h 601"/>
              <a:gd name="T90" fmla="*/ 177 w 939"/>
              <a:gd name="T91" fmla="*/ 566 h 601"/>
              <a:gd name="T92" fmla="*/ 206 w 939"/>
              <a:gd name="T93" fmla="*/ 482 h 601"/>
              <a:gd name="T94" fmla="*/ 318 w 939"/>
              <a:gd name="T95" fmla="*/ 424 h 601"/>
              <a:gd name="T96" fmla="*/ 407 w 939"/>
              <a:gd name="T97" fmla="*/ 373 h 601"/>
              <a:gd name="T98" fmla="*/ 410 w 939"/>
              <a:gd name="T99" fmla="*/ 323 h 601"/>
              <a:gd name="T100" fmla="*/ 410 w 939"/>
              <a:gd name="T101" fmla="*/ 309 h 601"/>
              <a:gd name="T102" fmla="*/ 392 w 939"/>
              <a:gd name="T103" fmla="*/ 286 h 601"/>
              <a:gd name="T104" fmla="*/ 354 w 939"/>
              <a:gd name="T105" fmla="*/ 203 h 601"/>
              <a:gd name="T106" fmla="*/ 354 w 939"/>
              <a:gd name="T107" fmla="*/ 120 h 601"/>
              <a:gd name="T108" fmla="*/ 375 w 939"/>
              <a:gd name="T109" fmla="*/ 44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39" h="601">
                <a:moveTo>
                  <a:pt x="714" y="167"/>
                </a:moveTo>
                <a:lnTo>
                  <a:pt x="756" y="182"/>
                </a:lnTo>
                <a:lnTo>
                  <a:pt x="775" y="185"/>
                </a:lnTo>
                <a:lnTo>
                  <a:pt x="790" y="195"/>
                </a:lnTo>
                <a:lnTo>
                  <a:pt x="801" y="208"/>
                </a:lnTo>
                <a:lnTo>
                  <a:pt x="809" y="223"/>
                </a:lnTo>
                <a:lnTo>
                  <a:pt x="816" y="236"/>
                </a:lnTo>
                <a:lnTo>
                  <a:pt x="817" y="244"/>
                </a:lnTo>
                <a:lnTo>
                  <a:pt x="819" y="248"/>
                </a:lnTo>
                <a:lnTo>
                  <a:pt x="819" y="326"/>
                </a:lnTo>
                <a:lnTo>
                  <a:pt x="817" y="330"/>
                </a:lnTo>
                <a:lnTo>
                  <a:pt x="816" y="339"/>
                </a:lnTo>
                <a:lnTo>
                  <a:pt x="811" y="352"/>
                </a:lnTo>
                <a:lnTo>
                  <a:pt x="803" y="365"/>
                </a:lnTo>
                <a:lnTo>
                  <a:pt x="791" y="380"/>
                </a:lnTo>
                <a:lnTo>
                  <a:pt x="778" y="390"/>
                </a:lnTo>
                <a:lnTo>
                  <a:pt x="778" y="391"/>
                </a:lnTo>
                <a:lnTo>
                  <a:pt x="778" y="394"/>
                </a:lnTo>
                <a:lnTo>
                  <a:pt x="777" y="396"/>
                </a:lnTo>
                <a:lnTo>
                  <a:pt x="777" y="399"/>
                </a:lnTo>
                <a:lnTo>
                  <a:pt x="777" y="403"/>
                </a:lnTo>
                <a:lnTo>
                  <a:pt x="778" y="403"/>
                </a:lnTo>
                <a:lnTo>
                  <a:pt x="778" y="406"/>
                </a:lnTo>
                <a:lnTo>
                  <a:pt x="778" y="412"/>
                </a:lnTo>
                <a:lnTo>
                  <a:pt x="778" y="422"/>
                </a:lnTo>
                <a:lnTo>
                  <a:pt x="780" y="435"/>
                </a:lnTo>
                <a:lnTo>
                  <a:pt x="785" y="446"/>
                </a:lnTo>
                <a:lnTo>
                  <a:pt x="793" y="458"/>
                </a:lnTo>
                <a:lnTo>
                  <a:pt x="806" y="467"/>
                </a:lnTo>
                <a:lnTo>
                  <a:pt x="822" y="472"/>
                </a:lnTo>
                <a:lnTo>
                  <a:pt x="851" y="479"/>
                </a:lnTo>
                <a:lnTo>
                  <a:pt x="876" y="490"/>
                </a:lnTo>
                <a:lnTo>
                  <a:pt x="895" y="503"/>
                </a:lnTo>
                <a:lnTo>
                  <a:pt x="908" y="515"/>
                </a:lnTo>
                <a:lnTo>
                  <a:pt x="916" y="523"/>
                </a:lnTo>
                <a:lnTo>
                  <a:pt x="921" y="531"/>
                </a:lnTo>
                <a:lnTo>
                  <a:pt x="926" y="542"/>
                </a:lnTo>
                <a:lnTo>
                  <a:pt x="929" y="557"/>
                </a:lnTo>
                <a:lnTo>
                  <a:pt x="933" y="573"/>
                </a:lnTo>
                <a:lnTo>
                  <a:pt x="936" y="586"/>
                </a:lnTo>
                <a:lnTo>
                  <a:pt x="939" y="596"/>
                </a:lnTo>
                <a:lnTo>
                  <a:pt x="939" y="599"/>
                </a:lnTo>
                <a:lnTo>
                  <a:pt x="795" y="601"/>
                </a:lnTo>
                <a:lnTo>
                  <a:pt x="793" y="596"/>
                </a:lnTo>
                <a:lnTo>
                  <a:pt x="791" y="583"/>
                </a:lnTo>
                <a:lnTo>
                  <a:pt x="790" y="566"/>
                </a:lnTo>
                <a:lnTo>
                  <a:pt x="787" y="545"/>
                </a:lnTo>
                <a:lnTo>
                  <a:pt x="783" y="524"/>
                </a:lnTo>
                <a:lnTo>
                  <a:pt x="778" y="506"/>
                </a:lnTo>
                <a:lnTo>
                  <a:pt x="774" y="492"/>
                </a:lnTo>
                <a:lnTo>
                  <a:pt x="769" y="484"/>
                </a:lnTo>
                <a:lnTo>
                  <a:pt x="767" y="480"/>
                </a:lnTo>
                <a:lnTo>
                  <a:pt x="764" y="476"/>
                </a:lnTo>
                <a:lnTo>
                  <a:pt x="757" y="469"/>
                </a:lnTo>
                <a:lnTo>
                  <a:pt x="749" y="461"/>
                </a:lnTo>
                <a:lnTo>
                  <a:pt x="736" y="451"/>
                </a:lnTo>
                <a:lnTo>
                  <a:pt x="720" y="438"/>
                </a:lnTo>
                <a:lnTo>
                  <a:pt x="696" y="424"/>
                </a:lnTo>
                <a:lnTo>
                  <a:pt x="694" y="419"/>
                </a:lnTo>
                <a:lnTo>
                  <a:pt x="692" y="416"/>
                </a:lnTo>
                <a:lnTo>
                  <a:pt x="691" y="411"/>
                </a:lnTo>
                <a:lnTo>
                  <a:pt x="689" y="409"/>
                </a:lnTo>
                <a:lnTo>
                  <a:pt x="689" y="406"/>
                </a:lnTo>
                <a:lnTo>
                  <a:pt x="689" y="406"/>
                </a:lnTo>
                <a:lnTo>
                  <a:pt x="691" y="406"/>
                </a:lnTo>
                <a:lnTo>
                  <a:pt x="691" y="403"/>
                </a:lnTo>
                <a:lnTo>
                  <a:pt x="691" y="399"/>
                </a:lnTo>
                <a:lnTo>
                  <a:pt x="689" y="396"/>
                </a:lnTo>
                <a:lnTo>
                  <a:pt x="689" y="394"/>
                </a:lnTo>
                <a:lnTo>
                  <a:pt x="689" y="393"/>
                </a:lnTo>
                <a:lnTo>
                  <a:pt x="688" y="391"/>
                </a:lnTo>
                <a:lnTo>
                  <a:pt x="681" y="385"/>
                </a:lnTo>
                <a:lnTo>
                  <a:pt x="673" y="375"/>
                </a:lnTo>
                <a:lnTo>
                  <a:pt x="663" y="364"/>
                </a:lnTo>
                <a:lnTo>
                  <a:pt x="655" y="351"/>
                </a:lnTo>
                <a:lnTo>
                  <a:pt x="650" y="336"/>
                </a:lnTo>
                <a:lnTo>
                  <a:pt x="647" y="321"/>
                </a:lnTo>
                <a:lnTo>
                  <a:pt x="647" y="300"/>
                </a:lnTo>
                <a:lnTo>
                  <a:pt x="647" y="281"/>
                </a:lnTo>
                <a:lnTo>
                  <a:pt x="647" y="265"/>
                </a:lnTo>
                <a:lnTo>
                  <a:pt x="647" y="252"/>
                </a:lnTo>
                <a:lnTo>
                  <a:pt x="647" y="248"/>
                </a:lnTo>
                <a:lnTo>
                  <a:pt x="649" y="244"/>
                </a:lnTo>
                <a:lnTo>
                  <a:pt x="650" y="236"/>
                </a:lnTo>
                <a:lnTo>
                  <a:pt x="654" y="223"/>
                </a:lnTo>
                <a:lnTo>
                  <a:pt x="660" y="208"/>
                </a:lnTo>
                <a:lnTo>
                  <a:pt x="668" y="193"/>
                </a:lnTo>
                <a:lnTo>
                  <a:pt x="680" y="180"/>
                </a:lnTo>
                <a:lnTo>
                  <a:pt x="696" y="171"/>
                </a:lnTo>
                <a:lnTo>
                  <a:pt x="714" y="167"/>
                </a:lnTo>
                <a:close/>
                <a:moveTo>
                  <a:pt x="225" y="161"/>
                </a:moveTo>
                <a:lnTo>
                  <a:pt x="243" y="166"/>
                </a:lnTo>
                <a:lnTo>
                  <a:pt x="259" y="175"/>
                </a:lnTo>
                <a:lnTo>
                  <a:pt x="271" y="188"/>
                </a:lnTo>
                <a:lnTo>
                  <a:pt x="279" y="205"/>
                </a:lnTo>
                <a:lnTo>
                  <a:pt x="285" y="221"/>
                </a:lnTo>
                <a:lnTo>
                  <a:pt x="289" y="234"/>
                </a:lnTo>
                <a:lnTo>
                  <a:pt x="290" y="244"/>
                </a:lnTo>
                <a:lnTo>
                  <a:pt x="292" y="248"/>
                </a:lnTo>
                <a:lnTo>
                  <a:pt x="292" y="252"/>
                </a:lnTo>
                <a:lnTo>
                  <a:pt x="292" y="265"/>
                </a:lnTo>
                <a:lnTo>
                  <a:pt x="292" y="281"/>
                </a:lnTo>
                <a:lnTo>
                  <a:pt x="292" y="300"/>
                </a:lnTo>
                <a:lnTo>
                  <a:pt x="292" y="321"/>
                </a:lnTo>
                <a:lnTo>
                  <a:pt x="289" y="336"/>
                </a:lnTo>
                <a:lnTo>
                  <a:pt x="284" y="351"/>
                </a:lnTo>
                <a:lnTo>
                  <a:pt x="276" y="364"/>
                </a:lnTo>
                <a:lnTo>
                  <a:pt x="266" y="375"/>
                </a:lnTo>
                <a:lnTo>
                  <a:pt x="258" y="385"/>
                </a:lnTo>
                <a:lnTo>
                  <a:pt x="253" y="391"/>
                </a:lnTo>
                <a:lnTo>
                  <a:pt x="250" y="393"/>
                </a:lnTo>
                <a:lnTo>
                  <a:pt x="250" y="394"/>
                </a:lnTo>
                <a:lnTo>
                  <a:pt x="250" y="396"/>
                </a:lnTo>
                <a:lnTo>
                  <a:pt x="250" y="399"/>
                </a:lnTo>
                <a:lnTo>
                  <a:pt x="248" y="403"/>
                </a:lnTo>
                <a:lnTo>
                  <a:pt x="248" y="406"/>
                </a:lnTo>
                <a:lnTo>
                  <a:pt x="250" y="406"/>
                </a:lnTo>
                <a:lnTo>
                  <a:pt x="250" y="406"/>
                </a:lnTo>
                <a:lnTo>
                  <a:pt x="250" y="409"/>
                </a:lnTo>
                <a:lnTo>
                  <a:pt x="248" y="414"/>
                </a:lnTo>
                <a:lnTo>
                  <a:pt x="246" y="419"/>
                </a:lnTo>
                <a:lnTo>
                  <a:pt x="243" y="427"/>
                </a:lnTo>
                <a:lnTo>
                  <a:pt x="216" y="445"/>
                </a:lnTo>
                <a:lnTo>
                  <a:pt x="196" y="459"/>
                </a:lnTo>
                <a:lnTo>
                  <a:pt x="180" y="471"/>
                </a:lnTo>
                <a:lnTo>
                  <a:pt x="170" y="480"/>
                </a:lnTo>
                <a:lnTo>
                  <a:pt x="162" y="487"/>
                </a:lnTo>
                <a:lnTo>
                  <a:pt x="159" y="492"/>
                </a:lnTo>
                <a:lnTo>
                  <a:pt x="152" y="506"/>
                </a:lnTo>
                <a:lnTo>
                  <a:pt x="148" y="526"/>
                </a:lnTo>
                <a:lnTo>
                  <a:pt x="146" y="547"/>
                </a:lnTo>
                <a:lnTo>
                  <a:pt x="144" y="566"/>
                </a:lnTo>
                <a:lnTo>
                  <a:pt x="144" y="584"/>
                </a:lnTo>
                <a:lnTo>
                  <a:pt x="144" y="596"/>
                </a:lnTo>
                <a:lnTo>
                  <a:pt x="144" y="601"/>
                </a:lnTo>
                <a:lnTo>
                  <a:pt x="0" y="599"/>
                </a:lnTo>
                <a:lnTo>
                  <a:pt x="0" y="596"/>
                </a:lnTo>
                <a:lnTo>
                  <a:pt x="3" y="586"/>
                </a:lnTo>
                <a:lnTo>
                  <a:pt x="6" y="573"/>
                </a:lnTo>
                <a:lnTo>
                  <a:pt x="10" y="557"/>
                </a:lnTo>
                <a:lnTo>
                  <a:pt x="15" y="542"/>
                </a:lnTo>
                <a:lnTo>
                  <a:pt x="18" y="531"/>
                </a:lnTo>
                <a:lnTo>
                  <a:pt x="23" y="523"/>
                </a:lnTo>
                <a:lnTo>
                  <a:pt x="31" y="515"/>
                </a:lnTo>
                <a:lnTo>
                  <a:pt x="45" y="503"/>
                </a:lnTo>
                <a:lnTo>
                  <a:pt x="63" y="490"/>
                </a:lnTo>
                <a:lnTo>
                  <a:pt x="88" y="479"/>
                </a:lnTo>
                <a:lnTo>
                  <a:pt x="117" y="472"/>
                </a:lnTo>
                <a:lnTo>
                  <a:pt x="133" y="467"/>
                </a:lnTo>
                <a:lnTo>
                  <a:pt x="146" y="459"/>
                </a:lnTo>
                <a:lnTo>
                  <a:pt x="154" y="450"/>
                </a:lnTo>
                <a:lnTo>
                  <a:pt x="159" y="438"/>
                </a:lnTo>
                <a:lnTo>
                  <a:pt x="161" y="427"/>
                </a:lnTo>
                <a:lnTo>
                  <a:pt x="161" y="419"/>
                </a:lnTo>
                <a:lnTo>
                  <a:pt x="161" y="412"/>
                </a:lnTo>
                <a:lnTo>
                  <a:pt x="162" y="411"/>
                </a:lnTo>
                <a:lnTo>
                  <a:pt x="162" y="409"/>
                </a:lnTo>
                <a:lnTo>
                  <a:pt x="162" y="407"/>
                </a:lnTo>
                <a:lnTo>
                  <a:pt x="162" y="403"/>
                </a:lnTo>
                <a:lnTo>
                  <a:pt x="162" y="398"/>
                </a:lnTo>
                <a:lnTo>
                  <a:pt x="161" y="394"/>
                </a:lnTo>
                <a:lnTo>
                  <a:pt x="161" y="391"/>
                </a:lnTo>
                <a:lnTo>
                  <a:pt x="161" y="390"/>
                </a:lnTo>
                <a:lnTo>
                  <a:pt x="148" y="380"/>
                </a:lnTo>
                <a:lnTo>
                  <a:pt x="136" y="365"/>
                </a:lnTo>
                <a:lnTo>
                  <a:pt x="128" y="352"/>
                </a:lnTo>
                <a:lnTo>
                  <a:pt x="122" y="339"/>
                </a:lnTo>
                <a:lnTo>
                  <a:pt x="118" y="330"/>
                </a:lnTo>
                <a:lnTo>
                  <a:pt x="118" y="326"/>
                </a:lnTo>
                <a:lnTo>
                  <a:pt x="118" y="248"/>
                </a:lnTo>
                <a:lnTo>
                  <a:pt x="118" y="244"/>
                </a:lnTo>
                <a:lnTo>
                  <a:pt x="122" y="236"/>
                </a:lnTo>
                <a:lnTo>
                  <a:pt x="128" y="223"/>
                </a:lnTo>
                <a:lnTo>
                  <a:pt x="136" y="208"/>
                </a:lnTo>
                <a:lnTo>
                  <a:pt x="149" y="195"/>
                </a:lnTo>
                <a:lnTo>
                  <a:pt x="164" y="185"/>
                </a:lnTo>
                <a:lnTo>
                  <a:pt x="183" y="182"/>
                </a:lnTo>
                <a:lnTo>
                  <a:pt x="225" y="161"/>
                </a:lnTo>
                <a:close/>
                <a:moveTo>
                  <a:pt x="438" y="0"/>
                </a:moveTo>
                <a:lnTo>
                  <a:pt x="498" y="29"/>
                </a:lnTo>
                <a:lnTo>
                  <a:pt x="521" y="33"/>
                </a:lnTo>
                <a:lnTo>
                  <a:pt x="538" y="41"/>
                </a:lnTo>
                <a:lnTo>
                  <a:pt x="553" y="54"/>
                </a:lnTo>
                <a:lnTo>
                  <a:pt x="564" y="68"/>
                </a:lnTo>
                <a:lnTo>
                  <a:pt x="572" y="85"/>
                </a:lnTo>
                <a:lnTo>
                  <a:pt x="579" y="99"/>
                </a:lnTo>
                <a:lnTo>
                  <a:pt x="584" y="111"/>
                </a:lnTo>
                <a:lnTo>
                  <a:pt x="585" y="120"/>
                </a:lnTo>
                <a:lnTo>
                  <a:pt x="585" y="124"/>
                </a:lnTo>
                <a:lnTo>
                  <a:pt x="585" y="210"/>
                </a:lnTo>
                <a:lnTo>
                  <a:pt x="585" y="214"/>
                </a:lnTo>
                <a:lnTo>
                  <a:pt x="582" y="224"/>
                </a:lnTo>
                <a:lnTo>
                  <a:pt x="577" y="239"/>
                </a:lnTo>
                <a:lnTo>
                  <a:pt x="569" y="257"/>
                </a:lnTo>
                <a:lnTo>
                  <a:pt x="558" y="274"/>
                </a:lnTo>
                <a:lnTo>
                  <a:pt x="545" y="291"/>
                </a:lnTo>
                <a:lnTo>
                  <a:pt x="527" y="304"/>
                </a:lnTo>
                <a:lnTo>
                  <a:pt x="527" y="304"/>
                </a:lnTo>
                <a:lnTo>
                  <a:pt x="527" y="307"/>
                </a:lnTo>
                <a:lnTo>
                  <a:pt x="525" y="310"/>
                </a:lnTo>
                <a:lnTo>
                  <a:pt x="525" y="315"/>
                </a:lnTo>
                <a:lnTo>
                  <a:pt x="525" y="318"/>
                </a:lnTo>
                <a:lnTo>
                  <a:pt x="525" y="320"/>
                </a:lnTo>
                <a:lnTo>
                  <a:pt x="527" y="321"/>
                </a:lnTo>
                <a:lnTo>
                  <a:pt x="527" y="323"/>
                </a:lnTo>
                <a:lnTo>
                  <a:pt x="527" y="331"/>
                </a:lnTo>
                <a:lnTo>
                  <a:pt x="529" y="343"/>
                </a:lnTo>
                <a:lnTo>
                  <a:pt x="530" y="357"/>
                </a:lnTo>
                <a:lnTo>
                  <a:pt x="535" y="372"/>
                </a:lnTo>
                <a:lnTo>
                  <a:pt x="542" y="388"/>
                </a:lnTo>
                <a:lnTo>
                  <a:pt x="555" y="401"/>
                </a:lnTo>
                <a:lnTo>
                  <a:pt x="571" y="411"/>
                </a:lnTo>
                <a:lnTo>
                  <a:pt x="594" y="417"/>
                </a:lnTo>
                <a:lnTo>
                  <a:pt x="629" y="425"/>
                </a:lnTo>
                <a:lnTo>
                  <a:pt x="662" y="438"/>
                </a:lnTo>
                <a:lnTo>
                  <a:pt x="689" y="453"/>
                </a:lnTo>
                <a:lnTo>
                  <a:pt x="712" y="467"/>
                </a:lnTo>
                <a:lnTo>
                  <a:pt x="730" y="480"/>
                </a:lnTo>
                <a:lnTo>
                  <a:pt x="741" y="490"/>
                </a:lnTo>
                <a:lnTo>
                  <a:pt x="746" y="500"/>
                </a:lnTo>
                <a:lnTo>
                  <a:pt x="751" y="518"/>
                </a:lnTo>
                <a:lnTo>
                  <a:pt x="756" y="539"/>
                </a:lnTo>
                <a:lnTo>
                  <a:pt x="759" y="562"/>
                </a:lnTo>
                <a:lnTo>
                  <a:pt x="761" y="581"/>
                </a:lnTo>
                <a:lnTo>
                  <a:pt x="762" y="596"/>
                </a:lnTo>
                <a:lnTo>
                  <a:pt x="762" y="601"/>
                </a:lnTo>
                <a:lnTo>
                  <a:pt x="177" y="601"/>
                </a:lnTo>
                <a:lnTo>
                  <a:pt x="177" y="596"/>
                </a:lnTo>
                <a:lnTo>
                  <a:pt x="177" y="584"/>
                </a:lnTo>
                <a:lnTo>
                  <a:pt x="177" y="566"/>
                </a:lnTo>
                <a:lnTo>
                  <a:pt x="178" y="547"/>
                </a:lnTo>
                <a:lnTo>
                  <a:pt x="182" y="526"/>
                </a:lnTo>
                <a:lnTo>
                  <a:pt x="188" y="506"/>
                </a:lnTo>
                <a:lnTo>
                  <a:pt x="196" y="490"/>
                </a:lnTo>
                <a:lnTo>
                  <a:pt x="206" y="482"/>
                </a:lnTo>
                <a:lnTo>
                  <a:pt x="221" y="471"/>
                </a:lnTo>
                <a:lnTo>
                  <a:pt x="238" y="459"/>
                </a:lnTo>
                <a:lnTo>
                  <a:pt x="263" y="446"/>
                </a:lnTo>
                <a:lnTo>
                  <a:pt x="289" y="435"/>
                </a:lnTo>
                <a:lnTo>
                  <a:pt x="318" y="424"/>
                </a:lnTo>
                <a:lnTo>
                  <a:pt x="350" y="417"/>
                </a:lnTo>
                <a:lnTo>
                  <a:pt x="373" y="411"/>
                </a:lnTo>
                <a:lnTo>
                  <a:pt x="389" y="401"/>
                </a:lnTo>
                <a:lnTo>
                  <a:pt x="399" y="388"/>
                </a:lnTo>
                <a:lnTo>
                  <a:pt x="407" y="373"/>
                </a:lnTo>
                <a:lnTo>
                  <a:pt x="410" y="359"/>
                </a:lnTo>
                <a:lnTo>
                  <a:pt x="412" y="344"/>
                </a:lnTo>
                <a:lnTo>
                  <a:pt x="412" y="333"/>
                </a:lnTo>
                <a:lnTo>
                  <a:pt x="410" y="325"/>
                </a:lnTo>
                <a:lnTo>
                  <a:pt x="410" y="323"/>
                </a:lnTo>
                <a:lnTo>
                  <a:pt x="412" y="321"/>
                </a:lnTo>
                <a:lnTo>
                  <a:pt x="412" y="320"/>
                </a:lnTo>
                <a:lnTo>
                  <a:pt x="412" y="317"/>
                </a:lnTo>
                <a:lnTo>
                  <a:pt x="412" y="312"/>
                </a:lnTo>
                <a:lnTo>
                  <a:pt x="410" y="309"/>
                </a:lnTo>
                <a:lnTo>
                  <a:pt x="410" y="305"/>
                </a:lnTo>
                <a:lnTo>
                  <a:pt x="410" y="305"/>
                </a:lnTo>
                <a:lnTo>
                  <a:pt x="409" y="302"/>
                </a:lnTo>
                <a:lnTo>
                  <a:pt x="402" y="296"/>
                </a:lnTo>
                <a:lnTo>
                  <a:pt x="392" y="286"/>
                </a:lnTo>
                <a:lnTo>
                  <a:pt x="381" y="271"/>
                </a:lnTo>
                <a:lnTo>
                  <a:pt x="371" y="257"/>
                </a:lnTo>
                <a:lnTo>
                  <a:pt x="362" y="239"/>
                </a:lnTo>
                <a:lnTo>
                  <a:pt x="355" y="221"/>
                </a:lnTo>
                <a:lnTo>
                  <a:pt x="354" y="203"/>
                </a:lnTo>
                <a:lnTo>
                  <a:pt x="354" y="171"/>
                </a:lnTo>
                <a:lnTo>
                  <a:pt x="354" y="145"/>
                </a:lnTo>
                <a:lnTo>
                  <a:pt x="354" y="128"/>
                </a:lnTo>
                <a:lnTo>
                  <a:pt x="354" y="124"/>
                </a:lnTo>
                <a:lnTo>
                  <a:pt x="354" y="120"/>
                </a:lnTo>
                <a:lnTo>
                  <a:pt x="355" y="111"/>
                </a:lnTo>
                <a:lnTo>
                  <a:pt x="357" y="96"/>
                </a:lnTo>
                <a:lnTo>
                  <a:pt x="360" y="80"/>
                </a:lnTo>
                <a:lnTo>
                  <a:pt x="366" y="62"/>
                </a:lnTo>
                <a:lnTo>
                  <a:pt x="375" y="44"/>
                </a:lnTo>
                <a:lnTo>
                  <a:pt x="386" y="26"/>
                </a:lnTo>
                <a:lnTo>
                  <a:pt x="399" y="13"/>
                </a:lnTo>
                <a:lnTo>
                  <a:pt x="417" y="4"/>
                </a:lnTo>
                <a:lnTo>
                  <a:pt x="4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9"/>
          <p:cNvSpPr>
            <a:spLocks noChangeAspect="1" noEditPoints="1"/>
          </p:cNvSpPr>
          <p:nvPr/>
        </p:nvSpPr>
        <p:spPr bwMode="auto">
          <a:xfrm>
            <a:off x="6129505" y="4581128"/>
            <a:ext cx="947731" cy="1080000"/>
          </a:xfrm>
          <a:custGeom>
            <a:avLst/>
            <a:gdLst>
              <a:gd name="T0" fmla="*/ 433 w 824"/>
              <a:gd name="T1" fmla="*/ 939 h 939"/>
              <a:gd name="T2" fmla="*/ 370 w 824"/>
              <a:gd name="T3" fmla="*/ 0 h 939"/>
              <a:gd name="T4" fmla="*/ 498 w 824"/>
              <a:gd name="T5" fmla="*/ 40 h 939"/>
              <a:gd name="T6" fmla="*/ 538 w 824"/>
              <a:gd name="T7" fmla="*/ 84 h 939"/>
              <a:gd name="T8" fmla="*/ 555 w 824"/>
              <a:gd name="T9" fmla="*/ 134 h 939"/>
              <a:gd name="T10" fmla="*/ 558 w 824"/>
              <a:gd name="T11" fmla="*/ 159 h 939"/>
              <a:gd name="T12" fmla="*/ 556 w 824"/>
              <a:gd name="T13" fmla="*/ 293 h 939"/>
              <a:gd name="T14" fmla="*/ 543 w 824"/>
              <a:gd name="T15" fmla="*/ 350 h 939"/>
              <a:gd name="T16" fmla="*/ 498 w 824"/>
              <a:gd name="T17" fmla="*/ 405 h 939"/>
              <a:gd name="T18" fmla="*/ 496 w 824"/>
              <a:gd name="T19" fmla="*/ 412 h 939"/>
              <a:gd name="T20" fmla="*/ 496 w 824"/>
              <a:gd name="T21" fmla="*/ 425 h 939"/>
              <a:gd name="T22" fmla="*/ 498 w 824"/>
              <a:gd name="T23" fmla="*/ 430 h 939"/>
              <a:gd name="T24" fmla="*/ 498 w 824"/>
              <a:gd name="T25" fmla="*/ 452 h 939"/>
              <a:gd name="T26" fmla="*/ 504 w 824"/>
              <a:gd name="T27" fmla="*/ 501 h 939"/>
              <a:gd name="T28" fmla="*/ 538 w 824"/>
              <a:gd name="T29" fmla="*/ 550 h 939"/>
              <a:gd name="T30" fmla="*/ 628 w 824"/>
              <a:gd name="T31" fmla="*/ 577 h 939"/>
              <a:gd name="T32" fmla="*/ 735 w 824"/>
              <a:gd name="T33" fmla="*/ 624 h 939"/>
              <a:gd name="T34" fmla="*/ 790 w 824"/>
              <a:gd name="T35" fmla="*/ 668 h 939"/>
              <a:gd name="T36" fmla="*/ 806 w 824"/>
              <a:gd name="T37" fmla="*/ 715 h 939"/>
              <a:gd name="T38" fmla="*/ 817 w 824"/>
              <a:gd name="T39" fmla="*/ 791 h 939"/>
              <a:gd name="T40" fmla="*/ 822 w 824"/>
              <a:gd name="T41" fmla="*/ 845 h 939"/>
              <a:gd name="T42" fmla="*/ 504 w 824"/>
              <a:gd name="T43" fmla="*/ 765 h 939"/>
              <a:gd name="T44" fmla="*/ 436 w 824"/>
              <a:gd name="T45" fmla="*/ 584 h 939"/>
              <a:gd name="T46" fmla="*/ 396 w 824"/>
              <a:gd name="T47" fmla="*/ 589 h 939"/>
              <a:gd name="T48" fmla="*/ 384 w 824"/>
              <a:gd name="T49" fmla="*/ 580 h 939"/>
              <a:gd name="T50" fmla="*/ 381 w 824"/>
              <a:gd name="T51" fmla="*/ 571 h 939"/>
              <a:gd name="T52" fmla="*/ 381 w 824"/>
              <a:gd name="T53" fmla="*/ 561 h 939"/>
              <a:gd name="T54" fmla="*/ 345 w 824"/>
              <a:gd name="T55" fmla="*/ 765 h 939"/>
              <a:gd name="T56" fmla="*/ 0 w 824"/>
              <a:gd name="T57" fmla="*/ 845 h 939"/>
              <a:gd name="T58" fmla="*/ 3 w 824"/>
              <a:gd name="T59" fmla="*/ 788 h 939"/>
              <a:gd name="T60" fmla="*/ 15 w 824"/>
              <a:gd name="T61" fmla="*/ 709 h 939"/>
              <a:gd name="T62" fmla="*/ 44 w 824"/>
              <a:gd name="T63" fmla="*/ 658 h 939"/>
              <a:gd name="T64" fmla="*/ 109 w 824"/>
              <a:gd name="T65" fmla="*/ 616 h 939"/>
              <a:gd name="T66" fmla="*/ 209 w 824"/>
              <a:gd name="T67" fmla="*/ 576 h 939"/>
              <a:gd name="T68" fmla="*/ 292 w 824"/>
              <a:gd name="T69" fmla="*/ 550 h 939"/>
              <a:gd name="T70" fmla="*/ 321 w 824"/>
              <a:gd name="T71" fmla="*/ 503 h 939"/>
              <a:gd name="T72" fmla="*/ 324 w 824"/>
              <a:gd name="T73" fmla="*/ 456 h 939"/>
              <a:gd name="T74" fmla="*/ 321 w 824"/>
              <a:gd name="T75" fmla="*/ 436 h 939"/>
              <a:gd name="T76" fmla="*/ 323 w 824"/>
              <a:gd name="T77" fmla="*/ 430 h 939"/>
              <a:gd name="T78" fmla="*/ 321 w 824"/>
              <a:gd name="T79" fmla="*/ 417 h 939"/>
              <a:gd name="T80" fmla="*/ 321 w 824"/>
              <a:gd name="T81" fmla="*/ 410 h 939"/>
              <a:gd name="T82" fmla="*/ 303 w 824"/>
              <a:gd name="T83" fmla="*/ 383 h 939"/>
              <a:gd name="T84" fmla="*/ 272 w 824"/>
              <a:gd name="T85" fmla="*/ 319 h 939"/>
              <a:gd name="T86" fmla="*/ 264 w 824"/>
              <a:gd name="T87" fmla="*/ 232 h 939"/>
              <a:gd name="T88" fmla="*/ 264 w 824"/>
              <a:gd name="T89" fmla="*/ 164 h 939"/>
              <a:gd name="T90" fmla="*/ 264 w 824"/>
              <a:gd name="T91" fmla="*/ 146 h 939"/>
              <a:gd name="T92" fmla="*/ 271 w 824"/>
              <a:gd name="T93" fmla="*/ 99 h 939"/>
              <a:gd name="T94" fmla="*/ 294 w 824"/>
              <a:gd name="T95" fmla="*/ 40 h 939"/>
              <a:gd name="T96" fmla="*/ 344 w 824"/>
              <a:gd name="T97" fmla="*/ 3 h 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24" h="939">
                <a:moveTo>
                  <a:pt x="378" y="850"/>
                </a:moveTo>
                <a:lnTo>
                  <a:pt x="469" y="850"/>
                </a:lnTo>
                <a:lnTo>
                  <a:pt x="433" y="939"/>
                </a:lnTo>
                <a:lnTo>
                  <a:pt x="410" y="939"/>
                </a:lnTo>
                <a:lnTo>
                  <a:pt x="378" y="850"/>
                </a:lnTo>
                <a:close/>
                <a:moveTo>
                  <a:pt x="370" y="0"/>
                </a:moveTo>
                <a:lnTo>
                  <a:pt x="452" y="29"/>
                </a:lnTo>
                <a:lnTo>
                  <a:pt x="478" y="32"/>
                </a:lnTo>
                <a:lnTo>
                  <a:pt x="498" y="40"/>
                </a:lnTo>
                <a:lnTo>
                  <a:pt x="514" y="52"/>
                </a:lnTo>
                <a:lnTo>
                  <a:pt x="527" y="68"/>
                </a:lnTo>
                <a:lnTo>
                  <a:pt x="538" y="84"/>
                </a:lnTo>
                <a:lnTo>
                  <a:pt x="545" y="102"/>
                </a:lnTo>
                <a:lnTo>
                  <a:pt x="551" y="120"/>
                </a:lnTo>
                <a:lnTo>
                  <a:pt x="555" y="134"/>
                </a:lnTo>
                <a:lnTo>
                  <a:pt x="556" y="147"/>
                </a:lnTo>
                <a:lnTo>
                  <a:pt x="558" y="155"/>
                </a:lnTo>
                <a:lnTo>
                  <a:pt x="558" y="159"/>
                </a:lnTo>
                <a:lnTo>
                  <a:pt x="558" y="279"/>
                </a:lnTo>
                <a:lnTo>
                  <a:pt x="558" y="284"/>
                </a:lnTo>
                <a:lnTo>
                  <a:pt x="556" y="293"/>
                </a:lnTo>
                <a:lnTo>
                  <a:pt x="555" y="310"/>
                </a:lnTo>
                <a:lnTo>
                  <a:pt x="551" y="329"/>
                </a:lnTo>
                <a:lnTo>
                  <a:pt x="543" y="350"/>
                </a:lnTo>
                <a:lnTo>
                  <a:pt x="534" y="371"/>
                </a:lnTo>
                <a:lnTo>
                  <a:pt x="517" y="389"/>
                </a:lnTo>
                <a:lnTo>
                  <a:pt x="498" y="405"/>
                </a:lnTo>
                <a:lnTo>
                  <a:pt x="498" y="405"/>
                </a:lnTo>
                <a:lnTo>
                  <a:pt x="498" y="409"/>
                </a:lnTo>
                <a:lnTo>
                  <a:pt x="496" y="412"/>
                </a:lnTo>
                <a:lnTo>
                  <a:pt x="496" y="417"/>
                </a:lnTo>
                <a:lnTo>
                  <a:pt x="496" y="420"/>
                </a:lnTo>
                <a:lnTo>
                  <a:pt x="496" y="425"/>
                </a:lnTo>
                <a:lnTo>
                  <a:pt x="496" y="428"/>
                </a:lnTo>
                <a:lnTo>
                  <a:pt x="496" y="430"/>
                </a:lnTo>
                <a:lnTo>
                  <a:pt x="498" y="430"/>
                </a:lnTo>
                <a:lnTo>
                  <a:pt x="498" y="433"/>
                </a:lnTo>
                <a:lnTo>
                  <a:pt x="498" y="439"/>
                </a:lnTo>
                <a:lnTo>
                  <a:pt x="498" y="452"/>
                </a:lnTo>
                <a:lnTo>
                  <a:pt x="498" y="467"/>
                </a:lnTo>
                <a:lnTo>
                  <a:pt x="501" y="483"/>
                </a:lnTo>
                <a:lnTo>
                  <a:pt x="504" y="501"/>
                </a:lnTo>
                <a:lnTo>
                  <a:pt x="512" y="519"/>
                </a:lnTo>
                <a:lnTo>
                  <a:pt x="524" y="535"/>
                </a:lnTo>
                <a:lnTo>
                  <a:pt x="538" y="550"/>
                </a:lnTo>
                <a:lnTo>
                  <a:pt x="560" y="561"/>
                </a:lnTo>
                <a:lnTo>
                  <a:pt x="584" y="568"/>
                </a:lnTo>
                <a:lnTo>
                  <a:pt x="628" y="577"/>
                </a:lnTo>
                <a:lnTo>
                  <a:pt x="668" y="590"/>
                </a:lnTo>
                <a:lnTo>
                  <a:pt x="704" y="606"/>
                </a:lnTo>
                <a:lnTo>
                  <a:pt x="735" y="624"/>
                </a:lnTo>
                <a:lnTo>
                  <a:pt x="759" y="642"/>
                </a:lnTo>
                <a:lnTo>
                  <a:pt x="777" y="657"/>
                </a:lnTo>
                <a:lnTo>
                  <a:pt x="790" y="668"/>
                </a:lnTo>
                <a:lnTo>
                  <a:pt x="795" y="678"/>
                </a:lnTo>
                <a:lnTo>
                  <a:pt x="801" y="694"/>
                </a:lnTo>
                <a:lnTo>
                  <a:pt x="806" y="715"/>
                </a:lnTo>
                <a:lnTo>
                  <a:pt x="809" y="739"/>
                </a:lnTo>
                <a:lnTo>
                  <a:pt x="814" y="765"/>
                </a:lnTo>
                <a:lnTo>
                  <a:pt x="817" y="791"/>
                </a:lnTo>
                <a:lnTo>
                  <a:pt x="819" y="814"/>
                </a:lnTo>
                <a:lnTo>
                  <a:pt x="822" y="834"/>
                </a:lnTo>
                <a:lnTo>
                  <a:pt x="822" y="845"/>
                </a:lnTo>
                <a:lnTo>
                  <a:pt x="824" y="850"/>
                </a:lnTo>
                <a:lnTo>
                  <a:pt x="469" y="850"/>
                </a:lnTo>
                <a:lnTo>
                  <a:pt x="504" y="765"/>
                </a:lnTo>
                <a:lnTo>
                  <a:pt x="454" y="556"/>
                </a:lnTo>
                <a:lnTo>
                  <a:pt x="443" y="572"/>
                </a:lnTo>
                <a:lnTo>
                  <a:pt x="436" y="584"/>
                </a:lnTo>
                <a:lnTo>
                  <a:pt x="435" y="589"/>
                </a:lnTo>
                <a:lnTo>
                  <a:pt x="404" y="589"/>
                </a:lnTo>
                <a:lnTo>
                  <a:pt x="396" y="589"/>
                </a:lnTo>
                <a:lnTo>
                  <a:pt x="391" y="587"/>
                </a:lnTo>
                <a:lnTo>
                  <a:pt x="388" y="584"/>
                </a:lnTo>
                <a:lnTo>
                  <a:pt x="384" y="580"/>
                </a:lnTo>
                <a:lnTo>
                  <a:pt x="383" y="577"/>
                </a:lnTo>
                <a:lnTo>
                  <a:pt x="381" y="574"/>
                </a:lnTo>
                <a:lnTo>
                  <a:pt x="381" y="571"/>
                </a:lnTo>
                <a:lnTo>
                  <a:pt x="381" y="568"/>
                </a:lnTo>
                <a:lnTo>
                  <a:pt x="381" y="564"/>
                </a:lnTo>
                <a:lnTo>
                  <a:pt x="381" y="561"/>
                </a:lnTo>
                <a:lnTo>
                  <a:pt x="381" y="563"/>
                </a:lnTo>
                <a:lnTo>
                  <a:pt x="381" y="564"/>
                </a:lnTo>
                <a:lnTo>
                  <a:pt x="345" y="765"/>
                </a:lnTo>
                <a:lnTo>
                  <a:pt x="378" y="850"/>
                </a:lnTo>
                <a:lnTo>
                  <a:pt x="0" y="850"/>
                </a:lnTo>
                <a:lnTo>
                  <a:pt x="0" y="845"/>
                </a:lnTo>
                <a:lnTo>
                  <a:pt x="0" y="832"/>
                </a:lnTo>
                <a:lnTo>
                  <a:pt x="2" y="812"/>
                </a:lnTo>
                <a:lnTo>
                  <a:pt x="3" y="788"/>
                </a:lnTo>
                <a:lnTo>
                  <a:pt x="5" y="762"/>
                </a:lnTo>
                <a:lnTo>
                  <a:pt x="10" y="735"/>
                </a:lnTo>
                <a:lnTo>
                  <a:pt x="15" y="709"/>
                </a:lnTo>
                <a:lnTo>
                  <a:pt x="23" y="686"/>
                </a:lnTo>
                <a:lnTo>
                  <a:pt x="34" y="668"/>
                </a:lnTo>
                <a:lnTo>
                  <a:pt x="44" y="658"/>
                </a:lnTo>
                <a:lnTo>
                  <a:pt x="60" y="645"/>
                </a:lnTo>
                <a:lnTo>
                  <a:pt x="83" y="631"/>
                </a:lnTo>
                <a:lnTo>
                  <a:pt x="109" y="616"/>
                </a:lnTo>
                <a:lnTo>
                  <a:pt x="138" y="602"/>
                </a:lnTo>
                <a:lnTo>
                  <a:pt x="172" y="587"/>
                </a:lnTo>
                <a:lnTo>
                  <a:pt x="209" y="576"/>
                </a:lnTo>
                <a:lnTo>
                  <a:pt x="248" y="568"/>
                </a:lnTo>
                <a:lnTo>
                  <a:pt x="272" y="561"/>
                </a:lnTo>
                <a:lnTo>
                  <a:pt x="292" y="550"/>
                </a:lnTo>
                <a:lnTo>
                  <a:pt x="307" y="537"/>
                </a:lnTo>
                <a:lnTo>
                  <a:pt x="316" y="520"/>
                </a:lnTo>
                <a:lnTo>
                  <a:pt x="321" y="503"/>
                </a:lnTo>
                <a:lnTo>
                  <a:pt x="324" y="486"/>
                </a:lnTo>
                <a:lnTo>
                  <a:pt x="324" y="470"/>
                </a:lnTo>
                <a:lnTo>
                  <a:pt x="324" y="456"/>
                </a:lnTo>
                <a:lnTo>
                  <a:pt x="323" y="446"/>
                </a:lnTo>
                <a:lnTo>
                  <a:pt x="321" y="438"/>
                </a:lnTo>
                <a:lnTo>
                  <a:pt x="321" y="436"/>
                </a:lnTo>
                <a:lnTo>
                  <a:pt x="323" y="434"/>
                </a:lnTo>
                <a:lnTo>
                  <a:pt x="323" y="433"/>
                </a:lnTo>
                <a:lnTo>
                  <a:pt x="323" y="430"/>
                </a:lnTo>
                <a:lnTo>
                  <a:pt x="323" y="426"/>
                </a:lnTo>
                <a:lnTo>
                  <a:pt x="323" y="422"/>
                </a:lnTo>
                <a:lnTo>
                  <a:pt x="321" y="417"/>
                </a:lnTo>
                <a:lnTo>
                  <a:pt x="321" y="413"/>
                </a:lnTo>
                <a:lnTo>
                  <a:pt x="321" y="412"/>
                </a:lnTo>
                <a:lnTo>
                  <a:pt x="321" y="410"/>
                </a:lnTo>
                <a:lnTo>
                  <a:pt x="318" y="407"/>
                </a:lnTo>
                <a:lnTo>
                  <a:pt x="311" y="397"/>
                </a:lnTo>
                <a:lnTo>
                  <a:pt x="303" y="383"/>
                </a:lnTo>
                <a:lnTo>
                  <a:pt x="292" y="365"/>
                </a:lnTo>
                <a:lnTo>
                  <a:pt x="282" y="344"/>
                </a:lnTo>
                <a:lnTo>
                  <a:pt x="272" y="319"/>
                </a:lnTo>
                <a:lnTo>
                  <a:pt x="266" y="295"/>
                </a:lnTo>
                <a:lnTo>
                  <a:pt x="264" y="269"/>
                </a:lnTo>
                <a:lnTo>
                  <a:pt x="264" y="232"/>
                </a:lnTo>
                <a:lnTo>
                  <a:pt x="264" y="201"/>
                </a:lnTo>
                <a:lnTo>
                  <a:pt x="264" y="178"/>
                </a:lnTo>
                <a:lnTo>
                  <a:pt x="264" y="164"/>
                </a:lnTo>
                <a:lnTo>
                  <a:pt x="264" y="159"/>
                </a:lnTo>
                <a:lnTo>
                  <a:pt x="264" y="155"/>
                </a:lnTo>
                <a:lnTo>
                  <a:pt x="264" y="146"/>
                </a:lnTo>
                <a:lnTo>
                  <a:pt x="266" y="133"/>
                </a:lnTo>
                <a:lnTo>
                  <a:pt x="268" y="117"/>
                </a:lnTo>
                <a:lnTo>
                  <a:pt x="271" y="99"/>
                </a:lnTo>
                <a:lnTo>
                  <a:pt x="276" y="79"/>
                </a:lnTo>
                <a:lnTo>
                  <a:pt x="284" y="60"/>
                </a:lnTo>
                <a:lnTo>
                  <a:pt x="294" y="40"/>
                </a:lnTo>
                <a:lnTo>
                  <a:pt x="307" y="24"/>
                </a:lnTo>
                <a:lnTo>
                  <a:pt x="324" y="11"/>
                </a:lnTo>
                <a:lnTo>
                  <a:pt x="344" y="3"/>
                </a:lnTo>
                <a:lnTo>
                  <a:pt x="37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20"/>
          <p:cNvSpPr>
            <a:spLocks noChangeAspect="1" noEditPoints="1"/>
          </p:cNvSpPr>
          <p:nvPr/>
        </p:nvSpPr>
        <p:spPr bwMode="auto">
          <a:xfrm>
            <a:off x="7905757" y="4551254"/>
            <a:ext cx="755655" cy="1080000"/>
          </a:xfrm>
          <a:custGeom>
            <a:avLst/>
            <a:gdLst>
              <a:gd name="T0" fmla="*/ 281 w 657"/>
              <a:gd name="T1" fmla="*/ 99 h 939"/>
              <a:gd name="T2" fmla="*/ 196 w 657"/>
              <a:gd name="T3" fmla="*/ 134 h 939"/>
              <a:gd name="T4" fmla="*/ 133 w 657"/>
              <a:gd name="T5" fmla="*/ 196 h 939"/>
              <a:gd name="T6" fmla="*/ 97 w 657"/>
              <a:gd name="T7" fmla="*/ 280 h 939"/>
              <a:gd name="T8" fmla="*/ 97 w 657"/>
              <a:gd name="T9" fmla="*/ 376 h 939"/>
              <a:gd name="T10" fmla="*/ 133 w 657"/>
              <a:gd name="T11" fmla="*/ 460 h 939"/>
              <a:gd name="T12" fmla="*/ 196 w 657"/>
              <a:gd name="T13" fmla="*/ 525 h 939"/>
              <a:gd name="T14" fmla="*/ 281 w 657"/>
              <a:gd name="T15" fmla="*/ 561 h 939"/>
              <a:gd name="T16" fmla="*/ 376 w 657"/>
              <a:gd name="T17" fmla="*/ 561 h 939"/>
              <a:gd name="T18" fmla="*/ 461 w 657"/>
              <a:gd name="T19" fmla="*/ 525 h 939"/>
              <a:gd name="T20" fmla="*/ 526 w 657"/>
              <a:gd name="T21" fmla="*/ 460 h 939"/>
              <a:gd name="T22" fmla="*/ 561 w 657"/>
              <a:gd name="T23" fmla="*/ 376 h 939"/>
              <a:gd name="T24" fmla="*/ 561 w 657"/>
              <a:gd name="T25" fmla="*/ 280 h 939"/>
              <a:gd name="T26" fmla="*/ 526 w 657"/>
              <a:gd name="T27" fmla="*/ 196 h 939"/>
              <a:gd name="T28" fmla="*/ 461 w 657"/>
              <a:gd name="T29" fmla="*/ 134 h 939"/>
              <a:gd name="T30" fmla="*/ 376 w 657"/>
              <a:gd name="T31" fmla="*/ 99 h 939"/>
              <a:gd name="T32" fmla="*/ 329 w 657"/>
              <a:gd name="T33" fmla="*/ 0 h 939"/>
              <a:gd name="T34" fmla="*/ 433 w 657"/>
              <a:gd name="T35" fmla="*/ 16 h 939"/>
              <a:gd name="T36" fmla="*/ 522 w 657"/>
              <a:gd name="T37" fmla="*/ 63 h 939"/>
              <a:gd name="T38" fmla="*/ 594 w 657"/>
              <a:gd name="T39" fmla="*/ 134 h 939"/>
              <a:gd name="T40" fmla="*/ 641 w 657"/>
              <a:gd name="T41" fmla="*/ 224 h 939"/>
              <a:gd name="T42" fmla="*/ 657 w 657"/>
              <a:gd name="T43" fmla="*/ 327 h 939"/>
              <a:gd name="T44" fmla="*/ 639 w 657"/>
              <a:gd name="T45" fmla="*/ 433 h 939"/>
              <a:gd name="T46" fmla="*/ 592 w 657"/>
              <a:gd name="T47" fmla="*/ 524 h 939"/>
              <a:gd name="T48" fmla="*/ 519 w 657"/>
              <a:gd name="T49" fmla="*/ 595 h 939"/>
              <a:gd name="T50" fmla="*/ 427 w 657"/>
              <a:gd name="T51" fmla="*/ 641 h 939"/>
              <a:gd name="T52" fmla="*/ 375 w 657"/>
              <a:gd name="T53" fmla="*/ 751 h 939"/>
              <a:gd name="T54" fmla="*/ 451 w 657"/>
              <a:gd name="T55" fmla="*/ 754 h 939"/>
              <a:gd name="T56" fmla="*/ 466 w 657"/>
              <a:gd name="T57" fmla="*/ 767 h 939"/>
              <a:gd name="T58" fmla="*/ 469 w 657"/>
              <a:gd name="T59" fmla="*/ 780 h 939"/>
              <a:gd name="T60" fmla="*/ 469 w 657"/>
              <a:gd name="T61" fmla="*/ 814 h 939"/>
              <a:gd name="T62" fmla="*/ 461 w 657"/>
              <a:gd name="T63" fmla="*/ 835 h 939"/>
              <a:gd name="T64" fmla="*/ 446 w 657"/>
              <a:gd name="T65" fmla="*/ 843 h 939"/>
              <a:gd name="T66" fmla="*/ 438 w 657"/>
              <a:gd name="T67" fmla="*/ 845 h 939"/>
              <a:gd name="T68" fmla="*/ 375 w 657"/>
              <a:gd name="T69" fmla="*/ 908 h 939"/>
              <a:gd name="T70" fmla="*/ 367 w 657"/>
              <a:gd name="T71" fmla="*/ 931 h 939"/>
              <a:gd name="T72" fmla="*/ 352 w 657"/>
              <a:gd name="T73" fmla="*/ 937 h 939"/>
              <a:gd name="T74" fmla="*/ 344 w 657"/>
              <a:gd name="T75" fmla="*/ 939 h 939"/>
              <a:gd name="T76" fmla="*/ 297 w 657"/>
              <a:gd name="T77" fmla="*/ 936 h 939"/>
              <a:gd name="T78" fmla="*/ 286 w 657"/>
              <a:gd name="T79" fmla="*/ 921 h 939"/>
              <a:gd name="T80" fmla="*/ 282 w 657"/>
              <a:gd name="T81" fmla="*/ 908 h 939"/>
              <a:gd name="T82" fmla="*/ 282 w 657"/>
              <a:gd name="T83" fmla="*/ 845 h 939"/>
              <a:gd name="T84" fmla="*/ 204 w 657"/>
              <a:gd name="T85" fmla="*/ 843 h 939"/>
              <a:gd name="T86" fmla="*/ 190 w 657"/>
              <a:gd name="T87" fmla="*/ 829 h 939"/>
              <a:gd name="T88" fmla="*/ 188 w 657"/>
              <a:gd name="T89" fmla="*/ 816 h 939"/>
              <a:gd name="T90" fmla="*/ 188 w 657"/>
              <a:gd name="T91" fmla="*/ 783 h 939"/>
              <a:gd name="T92" fmla="*/ 196 w 657"/>
              <a:gd name="T93" fmla="*/ 759 h 939"/>
              <a:gd name="T94" fmla="*/ 213 w 657"/>
              <a:gd name="T95" fmla="*/ 751 h 939"/>
              <a:gd name="T96" fmla="*/ 221 w 657"/>
              <a:gd name="T97" fmla="*/ 751 h 939"/>
              <a:gd name="T98" fmla="*/ 284 w 657"/>
              <a:gd name="T99" fmla="*/ 653 h 939"/>
              <a:gd name="T100" fmla="*/ 183 w 657"/>
              <a:gd name="T101" fmla="*/ 623 h 939"/>
              <a:gd name="T102" fmla="*/ 99 w 657"/>
              <a:gd name="T103" fmla="*/ 563 h 939"/>
              <a:gd name="T104" fmla="*/ 37 w 657"/>
              <a:gd name="T105" fmla="*/ 482 h 939"/>
              <a:gd name="T106" fmla="*/ 5 w 657"/>
              <a:gd name="T107" fmla="*/ 383 h 939"/>
              <a:gd name="T108" fmla="*/ 5 w 657"/>
              <a:gd name="T109" fmla="*/ 274 h 939"/>
              <a:gd name="T110" fmla="*/ 37 w 657"/>
              <a:gd name="T111" fmla="*/ 177 h 939"/>
              <a:gd name="T112" fmla="*/ 96 w 657"/>
              <a:gd name="T113" fmla="*/ 95 h 939"/>
              <a:gd name="T114" fmla="*/ 178 w 657"/>
              <a:gd name="T115" fmla="*/ 35 h 939"/>
              <a:gd name="T116" fmla="*/ 276 w 657"/>
              <a:gd name="T117" fmla="*/ 3 h 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57" h="939">
                <a:moveTo>
                  <a:pt x="329" y="94"/>
                </a:moveTo>
                <a:lnTo>
                  <a:pt x="281" y="99"/>
                </a:lnTo>
                <a:lnTo>
                  <a:pt x="237" y="112"/>
                </a:lnTo>
                <a:lnTo>
                  <a:pt x="196" y="134"/>
                </a:lnTo>
                <a:lnTo>
                  <a:pt x="162" y="162"/>
                </a:lnTo>
                <a:lnTo>
                  <a:pt x="133" y="196"/>
                </a:lnTo>
                <a:lnTo>
                  <a:pt x="110" y="237"/>
                </a:lnTo>
                <a:lnTo>
                  <a:pt x="97" y="280"/>
                </a:lnTo>
                <a:lnTo>
                  <a:pt x="93" y="329"/>
                </a:lnTo>
                <a:lnTo>
                  <a:pt x="97" y="376"/>
                </a:lnTo>
                <a:lnTo>
                  <a:pt x="110" y="420"/>
                </a:lnTo>
                <a:lnTo>
                  <a:pt x="133" y="460"/>
                </a:lnTo>
                <a:lnTo>
                  <a:pt x="162" y="496"/>
                </a:lnTo>
                <a:lnTo>
                  <a:pt x="196" y="525"/>
                </a:lnTo>
                <a:lnTo>
                  <a:pt x="237" y="546"/>
                </a:lnTo>
                <a:lnTo>
                  <a:pt x="281" y="561"/>
                </a:lnTo>
                <a:lnTo>
                  <a:pt x="329" y="564"/>
                </a:lnTo>
                <a:lnTo>
                  <a:pt x="376" y="561"/>
                </a:lnTo>
                <a:lnTo>
                  <a:pt x="420" y="546"/>
                </a:lnTo>
                <a:lnTo>
                  <a:pt x="461" y="525"/>
                </a:lnTo>
                <a:lnTo>
                  <a:pt x="496" y="496"/>
                </a:lnTo>
                <a:lnTo>
                  <a:pt x="526" y="460"/>
                </a:lnTo>
                <a:lnTo>
                  <a:pt x="547" y="420"/>
                </a:lnTo>
                <a:lnTo>
                  <a:pt x="561" y="376"/>
                </a:lnTo>
                <a:lnTo>
                  <a:pt x="566" y="329"/>
                </a:lnTo>
                <a:lnTo>
                  <a:pt x="561" y="280"/>
                </a:lnTo>
                <a:lnTo>
                  <a:pt x="547" y="237"/>
                </a:lnTo>
                <a:lnTo>
                  <a:pt x="526" y="196"/>
                </a:lnTo>
                <a:lnTo>
                  <a:pt x="496" y="162"/>
                </a:lnTo>
                <a:lnTo>
                  <a:pt x="461" y="134"/>
                </a:lnTo>
                <a:lnTo>
                  <a:pt x="420" y="112"/>
                </a:lnTo>
                <a:lnTo>
                  <a:pt x="376" y="99"/>
                </a:lnTo>
                <a:lnTo>
                  <a:pt x="329" y="94"/>
                </a:lnTo>
                <a:close/>
                <a:moveTo>
                  <a:pt x="329" y="0"/>
                </a:moveTo>
                <a:lnTo>
                  <a:pt x="381" y="3"/>
                </a:lnTo>
                <a:lnTo>
                  <a:pt x="433" y="16"/>
                </a:lnTo>
                <a:lnTo>
                  <a:pt x="480" y="35"/>
                </a:lnTo>
                <a:lnTo>
                  <a:pt x="522" y="63"/>
                </a:lnTo>
                <a:lnTo>
                  <a:pt x="561" y="95"/>
                </a:lnTo>
                <a:lnTo>
                  <a:pt x="594" y="134"/>
                </a:lnTo>
                <a:lnTo>
                  <a:pt x="621" y="177"/>
                </a:lnTo>
                <a:lnTo>
                  <a:pt x="641" y="224"/>
                </a:lnTo>
                <a:lnTo>
                  <a:pt x="652" y="274"/>
                </a:lnTo>
                <a:lnTo>
                  <a:pt x="657" y="327"/>
                </a:lnTo>
                <a:lnTo>
                  <a:pt x="652" y="381"/>
                </a:lnTo>
                <a:lnTo>
                  <a:pt x="639" y="433"/>
                </a:lnTo>
                <a:lnTo>
                  <a:pt x="620" y="480"/>
                </a:lnTo>
                <a:lnTo>
                  <a:pt x="592" y="524"/>
                </a:lnTo>
                <a:lnTo>
                  <a:pt x="558" y="563"/>
                </a:lnTo>
                <a:lnTo>
                  <a:pt x="519" y="595"/>
                </a:lnTo>
                <a:lnTo>
                  <a:pt x="475" y="623"/>
                </a:lnTo>
                <a:lnTo>
                  <a:pt x="427" y="641"/>
                </a:lnTo>
                <a:lnTo>
                  <a:pt x="375" y="653"/>
                </a:lnTo>
                <a:lnTo>
                  <a:pt x="375" y="751"/>
                </a:lnTo>
                <a:lnTo>
                  <a:pt x="438" y="751"/>
                </a:lnTo>
                <a:lnTo>
                  <a:pt x="451" y="754"/>
                </a:lnTo>
                <a:lnTo>
                  <a:pt x="459" y="759"/>
                </a:lnTo>
                <a:lnTo>
                  <a:pt x="466" y="767"/>
                </a:lnTo>
                <a:lnTo>
                  <a:pt x="469" y="775"/>
                </a:lnTo>
                <a:lnTo>
                  <a:pt x="469" y="780"/>
                </a:lnTo>
                <a:lnTo>
                  <a:pt x="469" y="783"/>
                </a:lnTo>
                <a:lnTo>
                  <a:pt x="469" y="814"/>
                </a:lnTo>
                <a:lnTo>
                  <a:pt x="467" y="827"/>
                </a:lnTo>
                <a:lnTo>
                  <a:pt x="461" y="835"/>
                </a:lnTo>
                <a:lnTo>
                  <a:pt x="454" y="842"/>
                </a:lnTo>
                <a:lnTo>
                  <a:pt x="446" y="843"/>
                </a:lnTo>
                <a:lnTo>
                  <a:pt x="441" y="845"/>
                </a:lnTo>
                <a:lnTo>
                  <a:pt x="438" y="845"/>
                </a:lnTo>
                <a:lnTo>
                  <a:pt x="375" y="845"/>
                </a:lnTo>
                <a:lnTo>
                  <a:pt x="375" y="908"/>
                </a:lnTo>
                <a:lnTo>
                  <a:pt x="373" y="921"/>
                </a:lnTo>
                <a:lnTo>
                  <a:pt x="367" y="931"/>
                </a:lnTo>
                <a:lnTo>
                  <a:pt x="360" y="936"/>
                </a:lnTo>
                <a:lnTo>
                  <a:pt x="352" y="937"/>
                </a:lnTo>
                <a:lnTo>
                  <a:pt x="347" y="939"/>
                </a:lnTo>
                <a:lnTo>
                  <a:pt x="344" y="939"/>
                </a:lnTo>
                <a:lnTo>
                  <a:pt x="310" y="939"/>
                </a:lnTo>
                <a:lnTo>
                  <a:pt x="297" y="936"/>
                </a:lnTo>
                <a:lnTo>
                  <a:pt x="289" y="929"/>
                </a:lnTo>
                <a:lnTo>
                  <a:pt x="286" y="921"/>
                </a:lnTo>
                <a:lnTo>
                  <a:pt x="282" y="913"/>
                </a:lnTo>
                <a:lnTo>
                  <a:pt x="282" y="908"/>
                </a:lnTo>
                <a:lnTo>
                  <a:pt x="282" y="905"/>
                </a:lnTo>
                <a:lnTo>
                  <a:pt x="282" y="845"/>
                </a:lnTo>
                <a:lnTo>
                  <a:pt x="219" y="845"/>
                </a:lnTo>
                <a:lnTo>
                  <a:pt x="204" y="843"/>
                </a:lnTo>
                <a:lnTo>
                  <a:pt x="195" y="837"/>
                </a:lnTo>
                <a:lnTo>
                  <a:pt x="190" y="829"/>
                </a:lnTo>
                <a:lnTo>
                  <a:pt x="188" y="821"/>
                </a:lnTo>
                <a:lnTo>
                  <a:pt x="188" y="816"/>
                </a:lnTo>
                <a:lnTo>
                  <a:pt x="188" y="812"/>
                </a:lnTo>
                <a:lnTo>
                  <a:pt x="188" y="783"/>
                </a:lnTo>
                <a:lnTo>
                  <a:pt x="191" y="769"/>
                </a:lnTo>
                <a:lnTo>
                  <a:pt x="196" y="759"/>
                </a:lnTo>
                <a:lnTo>
                  <a:pt x="204" y="754"/>
                </a:lnTo>
                <a:lnTo>
                  <a:pt x="213" y="751"/>
                </a:lnTo>
                <a:lnTo>
                  <a:pt x="217" y="751"/>
                </a:lnTo>
                <a:lnTo>
                  <a:pt x="221" y="751"/>
                </a:lnTo>
                <a:lnTo>
                  <a:pt x="284" y="751"/>
                </a:lnTo>
                <a:lnTo>
                  <a:pt x="284" y="653"/>
                </a:lnTo>
                <a:lnTo>
                  <a:pt x="232" y="642"/>
                </a:lnTo>
                <a:lnTo>
                  <a:pt x="183" y="623"/>
                </a:lnTo>
                <a:lnTo>
                  <a:pt x="140" y="595"/>
                </a:lnTo>
                <a:lnTo>
                  <a:pt x="99" y="563"/>
                </a:lnTo>
                <a:lnTo>
                  <a:pt x="67" y="524"/>
                </a:lnTo>
                <a:lnTo>
                  <a:pt x="37" y="482"/>
                </a:lnTo>
                <a:lnTo>
                  <a:pt x="18" y="433"/>
                </a:lnTo>
                <a:lnTo>
                  <a:pt x="5" y="383"/>
                </a:lnTo>
                <a:lnTo>
                  <a:pt x="0" y="327"/>
                </a:lnTo>
                <a:lnTo>
                  <a:pt x="5" y="274"/>
                </a:lnTo>
                <a:lnTo>
                  <a:pt x="16" y="224"/>
                </a:lnTo>
                <a:lnTo>
                  <a:pt x="37" y="177"/>
                </a:lnTo>
                <a:lnTo>
                  <a:pt x="63" y="134"/>
                </a:lnTo>
                <a:lnTo>
                  <a:pt x="96" y="95"/>
                </a:lnTo>
                <a:lnTo>
                  <a:pt x="135" y="63"/>
                </a:lnTo>
                <a:lnTo>
                  <a:pt x="178" y="35"/>
                </a:lnTo>
                <a:lnTo>
                  <a:pt x="226" y="16"/>
                </a:lnTo>
                <a:lnTo>
                  <a:pt x="276" y="3"/>
                </a:lnTo>
                <a:lnTo>
                  <a:pt x="32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Walking Man</a:t>
            </a:r>
          </a:p>
        </p:txBody>
      </p:sp>
      <p:sp>
        <p:nvSpPr>
          <p:cNvPr id="31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Running Man</a:t>
            </a: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Exit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Male Contour</a:t>
            </a:r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Female Contour</a:t>
            </a: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</a:t>
            </a: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Users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Group</a:t>
            </a:r>
          </a:p>
        </p:txBody>
      </p:sp>
      <p:sp>
        <p:nvSpPr>
          <p:cNvPr id="38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Admin User</a:t>
            </a:r>
          </a:p>
        </p:txBody>
      </p:sp>
      <p:sp>
        <p:nvSpPr>
          <p:cNvPr id="39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Male Symbol</a:t>
            </a:r>
          </a:p>
        </p:txBody>
      </p:sp>
      <p:sp>
        <p:nvSpPr>
          <p:cNvPr id="40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 2</a:t>
            </a: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Users 2</a:t>
            </a:r>
          </a:p>
        </p:txBody>
      </p:sp>
      <p:sp>
        <p:nvSpPr>
          <p:cNvPr id="42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Group 2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Admin User 2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Female Symbol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22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58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Users &amp; 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User-</a:t>
            </a:r>
            <a:r>
              <a:rPr lang="en-US" altLang="ja-JP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ettes</a:t>
            </a:r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#2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4" name="Freeform 21"/>
          <p:cNvSpPr>
            <a:spLocks noChangeAspect="1" noEditPoints="1"/>
          </p:cNvSpPr>
          <p:nvPr/>
        </p:nvSpPr>
        <p:spPr bwMode="auto">
          <a:xfrm>
            <a:off x="1100572" y="1268760"/>
            <a:ext cx="1080000" cy="1008690"/>
          </a:xfrm>
          <a:custGeom>
            <a:avLst/>
            <a:gdLst>
              <a:gd name="T0" fmla="*/ 381 w 939"/>
              <a:gd name="T1" fmla="*/ 250 h 877"/>
              <a:gd name="T2" fmla="*/ 430 w 939"/>
              <a:gd name="T3" fmla="*/ 288 h 877"/>
              <a:gd name="T4" fmla="*/ 449 w 939"/>
              <a:gd name="T5" fmla="*/ 336 h 877"/>
              <a:gd name="T6" fmla="*/ 453 w 939"/>
              <a:gd name="T7" fmla="*/ 446 h 877"/>
              <a:gd name="T8" fmla="*/ 443 w 939"/>
              <a:gd name="T9" fmla="*/ 477 h 877"/>
              <a:gd name="T10" fmla="*/ 407 w 939"/>
              <a:gd name="T11" fmla="*/ 533 h 877"/>
              <a:gd name="T12" fmla="*/ 388 w 939"/>
              <a:gd name="T13" fmla="*/ 551 h 877"/>
              <a:gd name="T14" fmla="*/ 386 w 939"/>
              <a:gd name="T15" fmla="*/ 563 h 877"/>
              <a:gd name="T16" fmla="*/ 388 w 939"/>
              <a:gd name="T17" fmla="*/ 569 h 877"/>
              <a:gd name="T18" fmla="*/ 389 w 939"/>
              <a:gd name="T19" fmla="*/ 589 h 877"/>
              <a:gd name="T20" fmla="*/ 401 w 939"/>
              <a:gd name="T21" fmla="*/ 632 h 877"/>
              <a:gd name="T22" fmla="*/ 440 w 939"/>
              <a:gd name="T23" fmla="*/ 670 h 877"/>
              <a:gd name="T24" fmla="*/ 529 w 939"/>
              <a:gd name="T25" fmla="*/ 694 h 877"/>
              <a:gd name="T26" fmla="*/ 600 w 939"/>
              <a:gd name="T27" fmla="*/ 735 h 877"/>
              <a:gd name="T28" fmla="*/ 631 w 939"/>
              <a:gd name="T29" fmla="*/ 765 h 877"/>
              <a:gd name="T30" fmla="*/ 644 w 939"/>
              <a:gd name="T31" fmla="*/ 822 h 877"/>
              <a:gd name="T32" fmla="*/ 650 w 939"/>
              <a:gd name="T33" fmla="*/ 872 h 877"/>
              <a:gd name="T34" fmla="*/ 0 w 939"/>
              <a:gd name="T35" fmla="*/ 872 h 877"/>
              <a:gd name="T36" fmla="*/ 2 w 939"/>
              <a:gd name="T37" fmla="*/ 819 h 877"/>
              <a:gd name="T38" fmla="*/ 23 w 939"/>
              <a:gd name="T39" fmla="*/ 756 h 877"/>
              <a:gd name="T40" fmla="*/ 70 w 939"/>
              <a:gd name="T41" fmla="*/ 722 h 877"/>
              <a:gd name="T42" fmla="*/ 159 w 939"/>
              <a:gd name="T43" fmla="*/ 683 h 877"/>
              <a:gd name="T44" fmla="*/ 232 w 939"/>
              <a:gd name="T45" fmla="*/ 658 h 877"/>
              <a:gd name="T46" fmla="*/ 256 w 939"/>
              <a:gd name="T47" fmla="*/ 618 h 877"/>
              <a:gd name="T48" fmla="*/ 260 w 939"/>
              <a:gd name="T49" fmla="*/ 579 h 877"/>
              <a:gd name="T50" fmla="*/ 260 w 939"/>
              <a:gd name="T51" fmla="*/ 569 h 877"/>
              <a:gd name="T52" fmla="*/ 260 w 939"/>
              <a:gd name="T53" fmla="*/ 561 h 877"/>
              <a:gd name="T54" fmla="*/ 260 w 939"/>
              <a:gd name="T55" fmla="*/ 551 h 877"/>
              <a:gd name="T56" fmla="*/ 248 w 939"/>
              <a:gd name="T57" fmla="*/ 540 h 877"/>
              <a:gd name="T58" fmla="*/ 214 w 939"/>
              <a:gd name="T59" fmla="*/ 496 h 877"/>
              <a:gd name="T60" fmla="*/ 195 w 939"/>
              <a:gd name="T61" fmla="*/ 438 h 877"/>
              <a:gd name="T62" fmla="*/ 195 w 939"/>
              <a:gd name="T63" fmla="*/ 365 h 877"/>
              <a:gd name="T64" fmla="*/ 195 w 939"/>
              <a:gd name="T65" fmla="*/ 345 h 877"/>
              <a:gd name="T66" fmla="*/ 203 w 939"/>
              <a:gd name="T67" fmla="*/ 300 h 877"/>
              <a:gd name="T68" fmla="*/ 232 w 939"/>
              <a:gd name="T69" fmla="*/ 241 h 877"/>
              <a:gd name="T70" fmla="*/ 290 w 939"/>
              <a:gd name="T71" fmla="*/ 212 h 877"/>
              <a:gd name="T72" fmla="*/ 806 w 939"/>
              <a:gd name="T73" fmla="*/ 13 h 877"/>
              <a:gd name="T74" fmla="*/ 903 w 939"/>
              <a:gd name="T75" fmla="*/ 78 h 877"/>
              <a:gd name="T76" fmla="*/ 939 w 939"/>
              <a:gd name="T77" fmla="*/ 181 h 877"/>
              <a:gd name="T78" fmla="*/ 903 w 939"/>
              <a:gd name="T79" fmla="*/ 282 h 877"/>
              <a:gd name="T80" fmla="*/ 806 w 939"/>
              <a:gd name="T81" fmla="*/ 345 h 877"/>
              <a:gd name="T82" fmla="*/ 659 w 939"/>
              <a:gd name="T83" fmla="*/ 353 h 877"/>
              <a:gd name="T84" fmla="*/ 584 w 939"/>
              <a:gd name="T85" fmla="*/ 410 h 877"/>
              <a:gd name="T86" fmla="*/ 514 w 939"/>
              <a:gd name="T87" fmla="*/ 425 h 877"/>
              <a:gd name="T88" fmla="*/ 483 w 939"/>
              <a:gd name="T89" fmla="*/ 423 h 877"/>
              <a:gd name="T90" fmla="*/ 543 w 939"/>
              <a:gd name="T91" fmla="*/ 370 h 877"/>
              <a:gd name="T92" fmla="*/ 551 w 939"/>
              <a:gd name="T93" fmla="*/ 326 h 877"/>
              <a:gd name="T94" fmla="*/ 490 w 939"/>
              <a:gd name="T95" fmla="*/ 272 h 877"/>
              <a:gd name="T96" fmla="*/ 456 w 939"/>
              <a:gd name="T97" fmla="*/ 181 h 877"/>
              <a:gd name="T98" fmla="*/ 498 w 939"/>
              <a:gd name="T99" fmla="*/ 78 h 877"/>
              <a:gd name="T100" fmla="*/ 610 w 939"/>
              <a:gd name="T101" fmla="*/ 13 h 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39" h="877">
                <a:moveTo>
                  <a:pt x="290" y="212"/>
                </a:moveTo>
                <a:lnTo>
                  <a:pt x="357" y="246"/>
                </a:lnTo>
                <a:lnTo>
                  <a:pt x="381" y="250"/>
                </a:lnTo>
                <a:lnTo>
                  <a:pt x="401" y="259"/>
                </a:lnTo>
                <a:lnTo>
                  <a:pt x="417" y="272"/>
                </a:lnTo>
                <a:lnTo>
                  <a:pt x="430" y="288"/>
                </a:lnTo>
                <a:lnTo>
                  <a:pt x="440" y="306"/>
                </a:lnTo>
                <a:lnTo>
                  <a:pt x="446" y="323"/>
                </a:lnTo>
                <a:lnTo>
                  <a:pt x="449" y="336"/>
                </a:lnTo>
                <a:lnTo>
                  <a:pt x="453" y="345"/>
                </a:lnTo>
                <a:lnTo>
                  <a:pt x="453" y="349"/>
                </a:lnTo>
                <a:lnTo>
                  <a:pt x="453" y="446"/>
                </a:lnTo>
                <a:lnTo>
                  <a:pt x="453" y="449"/>
                </a:lnTo>
                <a:lnTo>
                  <a:pt x="449" y="460"/>
                </a:lnTo>
                <a:lnTo>
                  <a:pt x="443" y="477"/>
                </a:lnTo>
                <a:lnTo>
                  <a:pt x="435" y="496"/>
                </a:lnTo>
                <a:lnTo>
                  <a:pt x="422" y="516"/>
                </a:lnTo>
                <a:lnTo>
                  <a:pt x="407" y="533"/>
                </a:lnTo>
                <a:lnTo>
                  <a:pt x="388" y="548"/>
                </a:lnTo>
                <a:lnTo>
                  <a:pt x="388" y="550"/>
                </a:lnTo>
                <a:lnTo>
                  <a:pt x="388" y="551"/>
                </a:lnTo>
                <a:lnTo>
                  <a:pt x="388" y="555"/>
                </a:lnTo>
                <a:lnTo>
                  <a:pt x="386" y="559"/>
                </a:lnTo>
                <a:lnTo>
                  <a:pt x="386" y="563"/>
                </a:lnTo>
                <a:lnTo>
                  <a:pt x="386" y="566"/>
                </a:lnTo>
                <a:lnTo>
                  <a:pt x="386" y="568"/>
                </a:lnTo>
                <a:lnTo>
                  <a:pt x="388" y="569"/>
                </a:lnTo>
                <a:lnTo>
                  <a:pt x="388" y="571"/>
                </a:lnTo>
                <a:lnTo>
                  <a:pt x="388" y="577"/>
                </a:lnTo>
                <a:lnTo>
                  <a:pt x="389" y="589"/>
                </a:lnTo>
                <a:lnTo>
                  <a:pt x="391" y="602"/>
                </a:lnTo>
                <a:lnTo>
                  <a:pt x="394" y="616"/>
                </a:lnTo>
                <a:lnTo>
                  <a:pt x="401" y="632"/>
                </a:lnTo>
                <a:lnTo>
                  <a:pt x="409" y="647"/>
                </a:lnTo>
                <a:lnTo>
                  <a:pt x="422" y="658"/>
                </a:lnTo>
                <a:lnTo>
                  <a:pt x="440" y="670"/>
                </a:lnTo>
                <a:lnTo>
                  <a:pt x="462" y="675"/>
                </a:lnTo>
                <a:lnTo>
                  <a:pt x="496" y="683"/>
                </a:lnTo>
                <a:lnTo>
                  <a:pt x="529" y="694"/>
                </a:lnTo>
                <a:lnTo>
                  <a:pt x="556" y="707"/>
                </a:lnTo>
                <a:lnTo>
                  <a:pt x="581" y="722"/>
                </a:lnTo>
                <a:lnTo>
                  <a:pt x="600" y="735"/>
                </a:lnTo>
                <a:lnTo>
                  <a:pt x="616" y="746"/>
                </a:lnTo>
                <a:lnTo>
                  <a:pt x="626" y="756"/>
                </a:lnTo>
                <a:lnTo>
                  <a:pt x="631" y="765"/>
                </a:lnTo>
                <a:lnTo>
                  <a:pt x="636" y="780"/>
                </a:lnTo>
                <a:lnTo>
                  <a:pt x="641" y="801"/>
                </a:lnTo>
                <a:lnTo>
                  <a:pt x="644" y="822"/>
                </a:lnTo>
                <a:lnTo>
                  <a:pt x="647" y="843"/>
                </a:lnTo>
                <a:lnTo>
                  <a:pt x="649" y="861"/>
                </a:lnTo>
                <a:lnTo>
                  <a:pt x="650" y="872"/>
                </a:lnTo>
                <a:lnTo>
                  <a:pt x="650" y="877"/>
                </a:lnTo>
                <a:lnTo>
                  <a:pt x="0" y="877"/>
                </a:lnTo>
                <a:lnTo>
                  <a:pt x="0" y="872"/>
                </a:lnTo>
                <a:lnTo>
                  <a:pt x="0" y="860"/>
                </a:lnTo>
                <a:lnTo>
                  <a:pt x="0" y="840"/>
                </a:lnTo>
                <a:lnTo>
                  <a:pt x="2" y="819"/>
                </a:lnTo>
                <a:lnTo>
                  <a:pt x="7" y="795"/>
                </a:lnTo>
                <a:lnTo>
                  <a:pt x="13" y="774"/>
                </a:lnTo>
                <a:lnTo>
                  <a:pt x="23" y="756"/>
                </a:lnTo>
                <a:lnTo>
                  <a:pt x="33" y="746"/>
                </a:lnTo>
                <a:lnTo>
                  <a:pt x="49" y="735"/>
                </a:lnTo>
                <a:lnTo>
                  <a:pt x="70" y="722"/>
                </a:lnTo>
                <a:lnTo>
                  <a:pt x="96" y="707"/>
                </a:lnTo>
                <a:lnTo>
                  <a:pt x="125" y="694"/>
                </a:lnTo>
                <a:lnTo>
                  <a:pt x="159" y="683"/>
                </a:lnTo>
                <a:lnTo>
                  <a:pt x="193" y="675"/>
                </a:lnTo>
                <a:lnTo>
                  <a:pt x="216" y="670"/>
                </a:lnTo>
                <a:lnTo>
                  <a:pt x="232" y="658"/>
                </a:lnTo>
                <a:lnTo>
                  <a:pt x="245" y="647"/>
                </a:lnTo>
                <a:lnTo>
                  <a:pt x="253" y="632"/>
                </a:lnTo>
                <a:lnTo>
                  <a:pt x="256" y="618"/>
                </a:lnTo>
                <a:lnTo>
                  <a:pt x="260" y="603"/>
                </a:lnTo>
                <a:lnTo>
                  <a:pt x="260" y="590"/>
                </a:lnTo>
                <a:lnTo>
                  <a:pt x="260" y="579"/>
                </a:lnTo>
                <a:lnTo>
                  <a:pt x="260" y="572"/>
                </a:lnTo>
                <a:lnTo>
                  <a:pt x="260" y="571"/>
                </a:lnTo>
                <a:lnTo>
                  <a:pt x="260" y="569"/>
                </a:lnTo>
                <a:lnTo>
                  <a:pt x="261" y="568"/>
                </a:lnTo>
                <a:lnTo>
                  <a:pt x="260" y="564"/>
                </a:lnTo>
                <a:lnTo>
                  <a:pt x="260" y="561"/>
                </a:lnTo>
                <a:lnTo>
                  <a:pt x="260" y="556"/>
                </a:lnTo>
                <a:lnTo>
                  <a:pt x="260" y="553"/>
                </a:lnTo>
                <a:lnTo>
                  <a:pt x="260" y="551"/>
                </a:lnTo>
                <a:lnTo>
                  <a:pt x="258" y="550"/>
                </a:lnTo>
                <a:lnTo>
                  <a:pt x="256" y="548"/>
                </a:lnTo>
                <a:lnTo>
                  <a:pt x="248" y="540"/>
                </a:lnTo>
                <a:lnTo>
                  <a:pt x="238" y="529"/>
                </a:lnTo>
                <a:lnTo>
                  <a:pt x="225" y="514"/>
                </a:lnTo>
                <a:lnTo>
                  <a:pt x="214" y="496"/>
                </a:lnTo>
                <a:lnTo>
                  <a:pt x="204" y="478"/>
                </a:lnTo>
                <a:lnTo>
                  <a:pt x="196" y="457"/>
                </a:lnTo>
                <a:lnTo>
                  <a:pt x="195" y="438"/>
                </a:lnTo>
                <a:lnTo>
                  <a:pt x="195" y="407"/>
                </a:lnTo>
                <a:lnTo>
                  <a:pt x="195" y="383"/>
                </a:lnTo>
                <a:lnTo>
                  <a:pt x="195" y="365"/>
                </a:lnTo>
                <a:lnTo>
                  <a:pt x="195" y="353"/>
                </a:lnTo>
                <a:lnTo>
                  <a:pt x="195" y="349"/>
                </a:lnTo>
                <a:lnTo>
                  <a:pt x="195" y="345"/>
                </a:lnTo>
                <a:lnTo>
                  <a:pt x="196" y="334"/>
                </a:lnTo>
                <a:lnTo>
                  <a:pt x="198" y="319"/>
                </a:lnTo>
                <a:lnTo>
                  <a:pt x="203" y="300"/>
                </a:lnTo>
                <a:lnTo>
                  <a:pt x="209" y="280"/>
                </a:lnTo>
                <a:lnTo>
                  <a:pt x="219" y="259"/>
                </a:lnTo>
                <a:lnTo>
                  <a:pt x="232" y="241"/>
                </a:lnTo>
                <a:lnTo>
                  <a:pt x="247" y="225"/>
                </a:lnTo>
                <a:lnTo>
                  <a:pt x="266" y="215"/>
                </a:lnTo>
                <a:lnTo>
                  <a:pt x="290" y="212"/>
                </a:lnTo>
                <a:close/>
                <a:moveTo>
                  <a:pt x="709" y="0"/>
                </a:moveTo>
                <a:lnTo>
                  <a:pt x="761" y="3"/>
                </a:lnTo>
                <a:lnTo>
                  <a:pt x="806" y="13"/>
                </a:lnTo>
                <a:lnTo>
                  <a:pt x="845" y="29"/>
                </a:lnTo>
                <a:lnTo>
                  <a:pt x="877" y="52"/>
                </a:lnTo>
                <a:lnTo>
                  <a:pt x="903" y="78"/>
                </a:lnTo>
                <a:lnTo>
                  <a:pt x="923" y="110"/>
                </a:lnTo>
                <a:lnTo>
                  <a:pt x="934" y="144"/>
                </a:lnTo>
                <a:lnTo>
                  <a:pt x="939" y="181"/>
                </a:lnTo>
                <a:lnTo>
                  <a:pt x="934" y="219"/>
                </a:lnTo>
                <a:lnTo>
                  <a:pt x="923" y="253"/>
                </a:lnTo>
                <a:lnTo>
                  <a:pt x="903" y="282"/>
                </a:lnTo>
                <a:lnTo>
                  <a:pt x="877" y="308"/>
                </a:lnTo>
                <a:lnTo>
                  <a:pt x="845" y="329"/>
                </a:lnTo>
                <a:lnTo>
                  <a:pt x="806" y="345"/>
                </a:lnTo>
                <a:lnTo>
                  <a:pt x="761" y="355"/>
                </a:lnTo>
                <a:lnTo>
                  <a:pt x="709" y="358"/>
                </a:lnTo>
                <a:lnTo>
                  <a:pt x="659" y="353"/>
                </a:lnTo>
                <a:lnTo>
                  <a:pt x="636" y="379"/>
                </a:lnTo>
                <a:lnTo>
                  <a:pt x="610" y="397"/>
                </a:lnTo>
                <a:lnTo>
                  <a:pt x="584" y="410"/>
                </a:lnTo>
                <a:lnTo>
                  <a:pt x="558" y="418"/>
                </a:lnTo>
                <a:lnTo>
                  <a:pt x="535" y="423"/>
                </a:lnTo>
                <a:lnTo>
                  <a:pt x="514" y="425"/>
                </a:lnTo>
                <a:lnTo>
                  <a:pt x="498" y="425"/>
                </a:lnTo>
                <a:lnTo>
                  <a:pt x="488" y="425"/>
                </a:lnTo>
                <a:lnTo>
                  <a:pt x="483" y="423"/>
                </a:lnTo>
                <a:lnTo>
                  <a:pt x="511" y="407"/>
                </a:lnTo>
                <a:lnTo>
                  <a:pt x="530" y="389"/>
                </a:lnTo>
                <a:lnTo>
                  <a:pt x="543" y="370"/>
                </a:lnTo>
                <a:lnTo>
                  <a:pt x="550" y="353"/>
                </a:lnTo>
                <a:lnTo>
                  <a:pt x="553" y="337"/>
                </a:lnTo>
                <a:lnTo>
                  <a:pt x="551" y="326"/>
                </a:lnTo>
                <a:lnTo>
                  <a:pt x="547" y="319"/>
                </a:lnTo>
                <a:lnTo>
                  <a:pt x="514" y="297"/>
                </a:lnTo>
                <a:lnTo>
                  <a:pt x="490" y="272"/>
                </a:lnTo>
                <a:lnTo>
                  <a:pt x="470" y="245"/>
                </a:lnTo>
                <a:lnTo>
                  <a:pt x="459" y="214"/>
                </a:lnTo>
                <a:lnTo>
                  <a:pt x="456" y="181"/>
                </a:lnTo>
                <a:lnTo>
                  <a:pt x="461" y="144"/>
                </a:lnTo>
                <a:lnTo>
                  <a:pt x="475" y="110"/>
                </a:lnTo>
                <a:lnTo>
                  <a:pt x="498" y="78"/>
                </a:lnTo>
                <a:lnTo>
                  <a:pt x="529" y="52"/>
                </a:lnTo>
                <a:lnTo>
                  <a:pt x="566" y="29"/>
                </a:lnTo>
                <a:lnTo>
                  <a:pt x="610" y="13"/>
                </a:lnTo>
                <a:lnTo>
                  <a:pt x="657" y="3"/>
                </a:lnTo>
                <a:lnTo>
                  <a:pt x="70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User Comment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23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77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Mobile Devices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9" name="Freeform 6"/>
          <p:cNvSpPr>
            <a:spLocks noChangeAspect="1" noEditPoints="1"/>
          </p:cNvSpPr>
          <p:nvPr/>
        </p:nvSpPr>
        <p:spPr bwMode="auto">
          <a:xfrm>
            <a:off x="1280592" y="1232756"/>
            <a:ext cx="669176" cy="1080000"/>
          </a:xfrm>
          <a:custGeom>
            <a:avLst/>
            <a:gdLst>
              <a:gd name="T0" fmla="*/ 395 w 790"/>
              <a:gd name="T1" fmla="*/ 1099 h 1275"/>
              <a:gd name="T2" fmla="*/ 378 w 790"/>
              <a:gd name="T3" fmla="*/ 1103 h 1275"/>
              <a:gd name="T4" fmla="*/ 365 w 790"/>
              <a:gd name="T5" fmla="*/ 1112 h 1275"/>
              <a:gd name="T6" fmla="*/ 355 w 790"/>
              <a:gd name="T7" fmla="*/ 1125 h 1275"/>
              <a:gd name="T8" fmla="*/ 352 w 790"/>
              <a:gd name="T9" fmla="*/ 1142 h 1275"/>
              <a:gd name="T10" fmla="*/ 355 w 790"/>
              <a:gd name="T11" fmla="*/ 1159 h 1275"/>
              <a:gd name="T12" fmla="*/ 365 w 790"/>
              <a:gd name="T13" fmla="*/ 1173 h 1275"/>
              <a:gd name="T14" fmla="*/ 378 w 790"/>
              <a:gd name="T15" fmla="*/ 1182 h 1275"/>
              <a:gd name="T16" fmla="*/ 395 w 790"/>
              <a:gd name="T17" fmla="*/ 1186 h 1275"/>
              <a:gd name="T18" fmla="*/ 412 w 790"/>
              <a:gd name="T19" fmla="*/ 1182 h 1275"/>
              <a:gd name="T20" fmla="*/ 425 w 790"/>
              <a:gd name="T21" fmla="*/ 1173 h 1275"/>
              <a:gd name="T22" fmla="*/ 435 w 790"/>
              <a:gd name="T23" fmla="*/ 1159 h 1275"/>
              <a:gd name="T24" fmla="*/ 439 w 790"/>
              <a:gd name="T25" fmla="*/ 1142 h 1275"/>
              <a:gd name="T26" fmla="*/ 435 w 790"/>
              <a:gd name="T27" fmla="*/ 1125 h 1275"/>
              <a:gd name="T28" fmla="*/ 425 w 790"/>
              <a:gd name="T29" fmla="*/ 1112 h 1275"/>
              <a:gd name="T30" fmla="*/ 412 w 790"/>
              <a:gd name="T31" fmla="*/ 1103 h 1275"/>
              <a:gd name="T32" fmla="*/ 395 w 790"/>
              <a:gd name="T33" fmla="*/ 1099 h 1275"/>
              <a:gd name="T34" fmla="*/ 87 w 790"/>
              <a:gd name="T35" fmla="*/ 132 h 1275"/>
              <a:gd name="T36" fmla="*/ 87 w 790"/>
              <a:gd name="T37" fmla="*/ 1010 h 1275"/>
              <a:gd name="T38" fmla="*/ 703 w 790"/>
              <a:gd name="T39" fmla="*/ 1010 h 1275"/>
              <a:gd name="T40" fmla="*/ 703 w 790"/>
              <a:gd name="T41" fmla="*/ 132 h 1275"/>
              <a:gd name="T42" fmla="*/ 87 w 790"/>
              <a:gd name="T43" fmla="*/ 132 h 1275"/>
              <a:gd name="T44" fmla="*/ 308 w 790"/>
              <a:gd name="T45" fmla="*/ 43 h 1275"/>
              <a:gd name="T46" fmla="*/ 308 w 790"/>
              <a:gd name="T47" fmla="*/ 89 h 1275"/>
              <a:gd name="T48" fmla="*/ 482 w 790"/>
              <a:gd name="T49" fmla="*/ 89 h 1275"/>
              <a:gd name="T50" fmla="*/ 482 w 790"/>
              <a:gd name="T51" fmla="*/ 43 h 1275"/>
              <a:gd name="T52" fmla="*/ 308 w 790"/>
              <a:gd name="T53" fmla="*/ 43 h 1275"/>
              <a:gd name="T54" fmla="*/ 132 w 790"/>
              <a:gd name="T55" fmla="*/ 0 h 1275"/>
              <a:gd name="T56" fmla="*/ 658 w 790"/>
              <a:gd name="T57" fmla="*/ 0 h 1275"/>
              <a:gd name="T58" fmla="*/ 694 w 790"/>
              <a:gd name="T59" fmla="*/ 6 h 1275"/>
              <a:gd name="T60" fmla="*/ 726 w 790"/>
              <a:gd name="T61" fmla="*/ 19 h 1275"/>
              <a:gd name="T62" fmla="*/ 753 w 790"/>
              <a:gd name="T63" fmla="*/ 40 h 1275"/>
              <a:gd name="T64" fmla="*/ 773 w 790"/>
              <a:gd name="T65" fmla="*/ 66 h 1275"/>
              <a:gd name="T66" fmla="*/ 787 w 790"/>
              <a:gd name="T67" fmla="*/ 96 h 1275"/>
              <a:gd name="T68" fmla="*/ 790 w 790"/>
              <a:gd name="T69" fmla="*/ 132 h 1275"/>
              <a:gd name="T70" fmla="*/ 790 w 790"/>
              <a:gd name="T71" fmla="*/ 1142 h 1275"/>
              <a:gd name="T72" fmla="*/ 787 w 790"/>
              <a:gd name="T73" fmla="*/ 1178 h 1275"/>
              <a:gd name="T74" fmla="*/ 773 w 790"/>
              <a:gd name="T75" fmla="*/ 1209 h 1275"/>
              <a:gd name="T76" fmla="*/ 753 w 790"/>
              <a:gd name="T77" fmla="*/ 1235 h 1275"/>
              <a:gd name="T78" fmla="*/ 726 w 790"/>
              <a:gd name="T79" fmla="*/ 1256 h 1275"/>
              <a:gd name="T80" fmla="*/ 694 w 790"/>
              <a:gd name="T81" fmla="*/ 1269 h 1275"/>
              <a:gd name="T82" fmla="*/ 658 w 790"/>
              <a:gd name="T83" fmla="*/ 1275 h 1275"/>
              <a:gd name="T84" fmla="*/ 132 w 790"/>
              <a:gd name="T85" fmla="*/ 1275 h 1275"/>
              <a:gd name="T86" fmla="*/ 96 w 790"/>
              <a:gd name="T87" fmla="*/ 1269 h 1275"/>
              <a:gd name="T88" fmla="*/ 66 w 790"/>
              <a:gd name="T89" fmla="*/ 1256 h 1275"/>
              <a:gd name="T90" fmla="*/ 38 w 790"/>
              <a:gd name="T91" fmla="*/ 1233 h 1275"/>
              <a:gd name="T92" fmla="*/ 19 w 790"/>
              <a:gd name="T93" fmla="*/ 1207 h 1275"/>
              <a:gd name="T94" fmla="*/ 4 w 790"/>
              <a:gd name="T95" fmla="*/ 1174 h 1275"/>
              <a:gd name="T96" fmla="*/ 0 w 790"/>
              <a:gd name="T97" fmla="*/ 1139 h 1275"/>
              <a:gd name="T98" fmla="*/ 0 w 790"/>
              <a:gd name="T99" fmla="*/ 132 h 1275"/>
              <a:gd name="T100" fmla="*/ 4 w 790"/>
              <a:gd name="T101" fmla="*/ 96 h 1275"/>
              <a:gd name="T102" fmla="*/ 19 w 790"/>
              <a:gd name="T103" fmla="*/ 66 h 1275"/>
              <a:gd name="T104" fmla="*/ 38 w 790"/>
              <a:gd name="T105" fmla="*/ 40 h 1275"/>
              <a:gd name="T106" fmla="*/ 66 w 790"/>
              <a:gd name="T107" fmla="*/ 19 h 1275"/>
              <a:gd name="T108" fmla="*/ 96 w 790"/>
              <a:gd name="T109" fmla="*/ 6 h 1275"/>
              <a:gd name="T110" fmla="*/ 132 w 790"/>
              <a:gd name="T111" fmla="*/ 0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90" h="1275">
                <a:moveTo>
                  <a:pt x="395" y="1099"/>
                </a:moveTo>
                <a:lnTo>
                  <a:pt x="378" y="1103"/>
                </a:lnTo>
                <a:lnTo>
                  <a:pt x="365" y="1112"/>
                </a:lnTo>
                <a:lnTo>
                  <a:pt x="355" y="1125"/>
                </a:lnTo>
                <a:lnTo>
                  <a:pt x="352" y="1142"/>
                </a:lnTo>
                <a:lnTo>
                  <a:pt x="355" y="1159"/>
                </a:lnTo>
                <a:lnTo>
                  <a:pt x="365" y="1173"/>
                </a:lnTo>
                <a:lnTo>
                  <a:pt x="378" y="1182"/>
                </a:lnTo>
                <a:lnTo>
                  <a:pt x="395" y="1186"/>
                </a:lnTo>
                <a:lnTo>
                  <a:pt x="412" y="1182"/>
                </a:lnTo>
                <a:lnTo>
                  <a:pt x="425" y="1173"/>
                </a:lnTo>
                <a:lnTo>
                  <a:pt x="435" y="1159"/>
                </a:lnTo>
                <a:lnTo>
                  <a:pt x="439" y="1142"/>
                </a:lnTo>
                <a:lnTo>
                  <a:pt x="435" y="1125"/>
                </a:lnTo>
                <a:lnTo>
                  <a:pt x="425" y="1112"/>
                </a:lnTo>
                <a:lnTo>
                  <a:pt x="412" y="1103"/>
                </a:lnTo>
                <a:lnTo>
                  <a:pt x="395" y="1099"/>
                </a:lnTo>
                <a:close/>
                <a:moveTo>
                  <a:pt x="87" y="132"/>
                </a:moveTo>
                <a:lnTo>
                  <a:pt x="87" y="1010"/>
                </a:lnTo>
                <a:lnTo>
                  <a:pt x="703" y="1010"/>
                </a:lnTo>
                <a:lnTo>
                  <a:pt x="703" y="132"/>
                </a:lnTo>
                <a:lnTo>
                  <a:pt x="87" y="132"/>
                </a:lnTo>
                <a:close/>
                <a:moveTo>
                  <a:pt x="308" y="43"/>
                </a:moveTo>
                <a:lnTo>
                  <a:pt x="308" y="89"/>
                </a:lnTo>
                <a:lnTo>
                  <a:pt x="482" y="89"/>
                </a:lnTo>
                <a:lnTo>
                  <a:pt x="482" y="43"/>
                </a:lnTo>
                <a:lnTo>
                  <a:pt x="308" y="43"/>
                </a:lnTo>
                <a:close/>
                <a:moveTo>
                  <a:pt x="132" y="0"/>
                </a:moveTo>
                <a:lnTo>
                  <a:pt x="658" y="0"/>
                </a:lnTo>
                <a:lnTo>
                  <a:pt x="694" y="6"/>
                </a:lnTo>
                <a:lnTo>
                  <a:pt x="726" y="19"/>
                </a:lnTo>
                <a:lnTo>
                  <a:pt x="753" y="40"/>
                </a:lnTo>
                <a:lnTo>
                  <a:pt x="773" y="66"/>
                </a:lnTo>
                <a:lnTo>
                  <a:pt x="787" y="96"/>
                </a:lnTo>
                <a:lnTo>
                  <a:pt x="790" y="132"/>
                </a:lnTo>
                <a:lnTo>
                  <a:pt x="790" y="1142"/>
                </a:lnTo>
                <a:lnTo>
                  <a:pt x="787" y="1178"/>
                </a:lnTo>
                <a:lnTo>
                  <a:pt x="773" y="1209"/>
                </a:lnTo>
                <a:lnTo>
                  <a:pt x="753" y="1235"/>
                </a:lnTo>
                <a:lnTo>
                  <a:pt x="726" y="1256"/>
                </a:lnTo>
                <a:lnTo>
                  <a:pt x="694" y="1269"/>
                </a:lnTo>
                <a:lnTo>
                  <a:pt x="658" y="1275"/>
                </a:lnTo>
                <a:lnTo>
                  <a:pt x="132" y="1275"/>
                </a:lnTo>
                <a:lnTo>
                  <a:pt x="96" y="1269"/>
                </a:lnTo>
                <a:lnTo>
                  <a:pt x="66" y="1256"/>
                </a:lnTo>
                <a:lnTo>
                  <a:pt x="38" y="1233"/>
                </a:lnTo>
                <a:lnTo>
                  <a:pt x="19" y="1207"/>
                </a:lnTo>
                <a:lnTo>
                  <a:pt x="4" y="1174"/>
                </a:lnTo>
                <a:lnTo>
                  <a:pt x="0" y="1139"/>
                </a:lnTo>
                <a:lnTo>
                  <a:pt x="0" y="132"/>
                </a:lnTo>
                <a:lnTo>
                  <a:pt x="4" y="96"/>
                </a:lnTo>
                <a:lnTo>
                  <a:pt x="19" y="66"/>
                </a:lnTo>
                <a:lnTo>
                  <a:pt x="38" y="40"/>
                </a:lnTo>
                <a:lnTo>
                  <a:pt x="66" y="19"/>
                </a:lnTo>
                <a:lnTo>
                  <a:pt x="96" y="6"/>
                </a:lnTo>
                <a:lnTo>
                  <a:pt x="13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7"/>
          <p:cNvSpPr>
            <a:spLocks noChangeAspect="1" noEditPoints="1"/>
          </p:cNvSpPr>
          <p:nvPr/>
        </p:nvSpPr>
        <p:spPr bwMode="auto">
          <a:xfrm>
            <a:off x="2936776" y="1232756"/>
            <a:ext cx="669176" cy="1080000"/>
          </a:xfrm>
          <a:custGeom>
            <a:avLst/>
            <a:gdLst>
              <a:gd name="T0" fmla="*/ 376 w 790"/>
              <a:gd name="T1" fmla="*/ 1103 h 1275"/>
              <a:gd name="T2" fmla="*/ 353 w 790"/>
              <a:gd name="T3" fmla="*/ 1125 h 1275"/>
              <a:gd name="T4" fmla="*/ 353 w 790"/>
              <a:gd name="T5" fmla="*/ 1159 h 1275"/>
              <a:gd name="T6" fmla="*/ 376 w 790"/>
              <a:gd name="T7" fmla="*/ 1182 h 1275"/>
              <a:gd name="T8" fmla="*/ 412 w 790"/>
              <a:gd name="T9" fmla="*/ 1182 h 1275"/>
              <a:gd name="T10" fmla="*/ 435 w 790"/>
              <a:gd name="T11" fmla="*/ 1159 h 1275"/>
              <a:gd name="T12" fmla="*/ 435 w 790"/>
              <a:gd name="T13" fmla="*/ 1125 h 1275"/>
              <a:gd name="T14" fmla="*/ 412 w 790"/>
              <a:gd name="T15" fmla="*/ 1103 h 1275"/>
              <a:gd name="T16" fmla="*/ 85 w 790"/>
              <a:gd name="T17" fmla="*/ 132 h 1275"/>
              <a:gd name="T18" fmla="*/ 703 w 790"/>
              <a:gd name="T19" fmla="*/ 1010 h 1275"/>
              <a:gd name="T20" fmla="*/ 85 w 790"/>
              <a:gd name="T21" fmla="*/ 132 h 1275"/>
              <a:gd name="T22" fmla="*/ 306 w 790"/>
              <a:gd name="T23" fmla="*/ 89 h 1275"/>
              <a:gd name="T24" fmla="*/ 482 w 790"/>
              <a:gd name="T25" fmla="*/ 43 h 1275"/>
              <a:gd name="T26" fmla="*/ 240 w 790"/>
              <a:gd name="T27" fmla="*/ 43 h 1275"/>
              <a:gd name="T28" fmla="*/ 227 w 790"/>
              <a:gd name="T29" fmla="*/ 49 h 1275"/>
              <a:gd name="T30" fmla="*/ 219 w 790"/>
              <a:gd name="T31" fmla="*/ 59 h 1275"/>
              <a:gd name="T32" fmla="*/ 219 w 790"/>
              <a:gd name="T33" fmla="*/ 74 h 1275"/>
              <a:gd name="T34" fmla="*/ 227 w 790"/>
              <a:gd name="T35" fmla="*/ 83 h 1275"/>
              <a:gd name="T36" fmla="*/ 240 w 790"/>
              <a:gd name="T37" fmla="*/ 89 h 1275"/>
              <a:gd name="T38" fmla="*/ 253 w 790"/>
              <a:gd name="T39" fmla="*/ 83 h 1275"/>
              <a:gd name="T40" fmla="*/ 261 w 790"/>
              <a:gd name="T41" fmla="*/ 74 h 1275"/>
              <a:gd name="T42" fmla="*/ 261 w 790"/>
              <a:gd name="T43" fmla="*/ 59 h 1275"/>
              <a:gd name="T44" fmla="*/ 253 w 790"/>
              <a:gd name="T45" fmla="*/ 49 h 1275"/>
              <a:gd name="T46" fmla="*/ 240 w 790"/>
              <a:gd name="T47" fmla="*/ 43 h 1275"/>
              <a:gd name="T48" fmla="*/ 700 w 790"/>
              <a:gd name="T49" fmla="*/ 0 h 1275"/>
              <a:gd name="T50" fmla="*/ 749 w 790"/>
              <a:gd name="T51" fmla="*/ 11 h 1275"/>
              <a:gd name="T52" fmla="*/ 775 w 790"/>
              <a:gd name="T53" fmla="*/ 38 h 1275"/>
              <a:gd name="T54" fmla="*/ 787 w 790"/>
              <a:gd name="T55" fmla="*/ 68 h 1275"/>
              <a:gd name="T56" fmla="*/ 788 w 790"/>
              <a:gd name="T57" fmla="*/ 87 h 1275"/>
              <a:gd name="T58" fmla="*/ 790 w 790"/>
              <a:gd name="T59" fmla="*/ 1188 h 1275"/>
              <a:gd name="T60" fmla="*/ 779 w 790"/>
              <a:gd name="T61" fmla="*/ 1233 h 1275"/>
              <a:gd name="T62" fmla="*/ 754 w 790"/>
              <a:gd name="T63" fmla="*/ 1260 h 1275"/>
              <a:gd name="T64" fmla="*/ 726 w 790"/>
              <a:gd name="T65" fmla="*/ 1271 h 1275"/>
              <a:gd name="T66" fmla="*/ 707 w 790"/>
              <a:gd name="T67" fmla="*/ 1275 h 1275"/>
              <a:gd name="T68" fmla="*/ 83 w 790"/>
              <a:gd name="T69" fmla="*/ 1275 h 1275"/>
              <a:gd name="T70" fmla="*/ 36 w 790"/>
              <a:gd name="T71" fmla="*/ 1263 h 1275"/>
              <a:gd name="T72" fmla="*/ 11 w 790"/>
              <a:gd name="T73" fmla="*/ 1237 h 1275"/>
              <a:gd name="T74" fmla="*/ 2 w 790"/>
              <a:gd name="T75" fmla="*/ 1207 h 1275"/>
              <a:gd name="T76" fmla="*/ 0 w 790"/>
              <a:gd name="T77" fmla="*/ 1188 h 1275"/>
              <a:gd name="T78" fmla="*/ 0 w 790"/>
              <a:gd name="T79" fmla="*/ 91 h 1275"/>
              <a:gd name="T80" fmla="*/ 11 w 790"/>
              <a:gd name="T81" fmla="*/ 42 h 1275"/>
              <a:gd name="T82" fmla="*/ 38 w 790"/>
              <a:gd name="T83" fmla="*/ 15 h 1275"/>
              <a:gd name="T84" fmla="*/ 66 w 790"/>
              <a:gd name="T85" fmla="*/ 4 h 1275"/>
              <a:gd name="T86" fmla="*/ 85 w 790"/>
              <a:gd name="T87" fmla="*/ 0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90" h="1275">
                <a:moveTo>
                  <a:pt x="395" y="1099"/>
                </a:moveTo>
                <a:lnTo>
                  <a:pt x="376" y="1103"/>
                </a:lnTo>
                <a:lnTo>
                  <a:pt x="363" y="1112"/>
                </a:lnTo>
                <a:lnTo>
                  <a:pt x="353" y="1125"/>
                </a:lnTo>
                <a:lnTo>
                  <a:pt x="350" y="1142"/>
                </a:lnTo>
                <a:lnTo>
                  <a:pt x="353" y="1159"/>
                </a:lnTo>
                <a:lnTo>
                  <a:pt x="363" y="1173"/>
                </a:lnTo>
                <a:lnTo>
                  <a:pt x="376" y="1182"/>
                </a:lnTo>
                <a:lnTo>
                  <a:pt x="395" y="1186"/>
                </a:lnTo>
                <a:lnTo>
                  <a:pt x="412" y="1182"/>
                </a:lnTo>
                <a:lnTo>
                  <a:pt x="425" y="1173"/>
                </a:lnTo>
                <a:lnTo>
                  <a:pt x="435" y="1159"/>
                </a:lnTo>
                <a:lnTo>
                  <a:pt x="439" y="1142"/>
                </a:lnTo>
                <a:lnTo>
                  <a:pt x="435" y="1125"/>
                </a:lnTo>
                <a:lnTo>
                  <a:pt x="425" y="1112"/>
                </a:lnTo>
                <a:lnTo>
                  <a:pt x="412" y="1103"/>
                </a:lnTo>
                <a:lnTo>
                  <a:pt x="395" y="1099"/>
                </a:lnTo>
                <a:close/>
                <a:moveTo>
                  <a:pt x="85" y="132"/>
                </a:moveTo>
                <a:lnTo>
                  <a:pt x="85" y="1010"/>
                </a:lnTo>
                <a:lnTo>
                  <a:pt x="703" y="1010"/>
                </a:lnTo>
                <a:lnTo>
                  <a:pt x="703" y="132"/>
                </a:lnTo>
                <a:lnTo>
                  <a:pt x="85" y="132"/>
                </a:lnTo>
                <a:close/>
                <a:moveTo>
                  <a:pt x="306" y="43"/>
                </a:moveTo>
                <a:lnTo>
                  <a:pt x="306" y="89"/>
                </a:lnTo>
                <a:lnTo>
                  <a:pt x="482" y="89"/>
                </a:lnTo>
                <a:lnTo>
                  <a:pt x="482" y="43"/>
                </a:lnTo>
                <a:lnTo>
                  <a:pt x="306" y="43"/>
                </a:lnTo>
                <a:close/>
                <a:moveTo>
                  <a:pt x="240" y="43"/>
                </a:moveTo>
                <a:lnTo>
                  <a:pt x="234" y="45"/>
                </a:lnTo>
                <a:lnTo>
                  <a:pt x="227" y="49"/>
                </a:lnTo>
                <a:lnTo>
                  <a:pt x="223" y="53"/>
                </a:lnTo>
                <a:lnTo>
                  <a:pt x="219" y="59"/>
                </a:lnTo>
                <a:lnTo>
                  <a:pt x="219" y="66"/>
                </a:lnTo>
                <a:lnTo>
                  <a:pt x="219" y="74"/>
                </a:lnTo>
                <a:lnTo>
                  <a:pt x="223" y="79"/>
                </a:lnTo>
                <a:lnTo>
                  <a:pt x="227" y="83"/>
                </a:lnTo>
                <a:lnTo>
                  <a:pt x="234" y="87"/>
                </a:lnTo>
                <a:lnTo>
                  <a:pt x="240" y="89"/>
                </a:lnTo>
                <a:lnTo>
                  <a:pt x="248" y="87"/>
                </a:lnTo>
                <a:lnTo>
                  <a:pt x="253" y="83"/>
                </a:lnTo>
                <a:lnTo>
                  <a:pt x="259" y="79"/>
                </a:lnTo>
                <a:lnTo>
                  <a:pt x="261" y="74"/>
                </a:lnTo>
                <a:lnTo>
                  <a:pt x="263" y="66"/>
                </a:lnTo>
                <a:lnTo>
                  <a:pt x="261" y="59"/>
                </a:lnTo>
                <a:lnTo>
                  <a:pt x="259" y="53"/>
                </a:lnTo>
                <a:lnTo>
                  <a:pt x="253" y="49"/>
                </a:lnTo>
                <a:lnTo>
                  <a:pt x="248" y="45"/>
                </a:lnTo>
                <a:lnTo>
                  <a:pt x="240" y="43"/>
                </a:lnTo>
                <a:close/>
                <a:moveTo>
                  <a:pt x="89" y="0"/>
                </a:moveTo>
                <a:lnTo>
                  <a:pt x="700" y="0"/>
                </a:lnTo>
                <a:lnTo>
                  <a:pt x="728" y="4"/>
                </a:lnTo>
                <a:lnTo>
                  <a:pt x="749" y="11"/>
                </a:lnTo>
                <a:lnTo>
                  <a:pt x="764" y="24"/>
                </a:lnTo>
                <a:lnTo>
                  <a:pt x="775" y="38"/>
                </a:lnTo>
                <a:lnTo>
                  <a:pt x="783" y="53"/>
                </a:lnTo>
                <a:lnTo>
                  <a:pt x="787" y="68"/>
                </a:lnTo>
                <a:lnTo>
                  <a:pt x="788" y="79"/>
                </a:lnTo>
                <a:lnTo>
                  <a:pt x="788" y="87"/>
                </a:lnTo>
                <a:lnTo>
                  <a:pt x="790" y="91"/>
                </a:lnTo>
                <a:lnTo>
                  <a:pt x="790" y="1188"/>
                </a:lnTo>
                <a:lnTo>
                  <a:pt x="787" y="1214"/>
                </a:lnTo>
                <a:lnTo>
                  <a:pt x="779" y="1233"/>
                </a:lnTo>
                <a:lnTo>
                  <a:pt x="768" y="1248"/>
                </a:lnTo>
                <a:lnTo>
                  <a:pt x="754" y="1260"/>
                </a:lnTo>
                <a:lnTo>
                  <a:pt x="739" y="1267"/>
                </a:lnTo>
                <a:lnTo>
                  <a:pt x="726" y="1271"/>
                </a:lnTo>
                <a:lnTo>
                  <a:pt x="715" y="1273"/>
                </a:lnTo>
                <a:lnTo>
                  <a:pt x="707" y="1275"/>
                </a:lnTo>
                <a:lnTo>
                  <a:pt x="705" y="1275"/>
                </a:lnTo>
                <a:lnTo>
                  <a:pt x="83" y="1275"/>
                </a:lnTo>
                <a:lnTo>
                  <a:pt x="57" y="1271"/>
                </a:lnTo>
                <a:lnTo>
                  <a:pt x="36" y="1263"/>
                </a:lnTo>
                <a:lnTo>
                  <a:pt x="21" y="1250"/>
                </a:lnTo>
                <a:lnTo>
                  <a:pt x="11" y="1237"/>
                </a:lnTo>
                <a:lnTo>
                  <a:pt x="6" y="1222"/>
                </a:lnTo>
                <a:lnTo>
                  <a:pt x="2" y="1207"/>
                </a:lnTo>
                <a:lnTo>
                  <a:pt x="0" y="1195"/>
                </a:lnTo>
                <a:lnTo>
                  <a:pt x="0" y="1188"/>
                </a:lnTo>
                <a:lnTo>
                  <a:pt x="0" y="1184"/>
                </a:lnTo>
                <a:lnTo>
                  <a:pt x="0" y="91"/>
                </a:lnTo>
                <a:lnTo>
                  <a:pt x="4" y="64"/>
                </a:lnTo>
                <a:lnTo>
                  <a:pt x="11" y="42"/>
                </a:lnTo>
                <a:lnTo>
                  <a:pt x="24" y="26"/>
                </a:lnTo>
                <a:lnTo>
                  <a:pt x="38" y="15"/>
                </a:lnTo>
                <a:lnTo>
                  <a:pt x="53" y="7"/>
                </a:lnTo>
                <a:lnTo>
                  <a:pt x="66" y="4"/>
                </a:lnTo>
                <a:lnTo>
                  <a:pt x="77" y="2"/>
                </a:lnTo>
                <a:lnTo>
                  <a:pt x="85" y="0"/>
                </a:lnTo>
                <a:lnTo>
                  <a:pt x="8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4"/>
          <p:cNvSpPr>
            <a:spLocks noChangeAspect="1" noEditPoints="1"/>
          </p:cNvSpPr>
          <p:nvPr/>
        </p:nvSpPr>
        <p:spPr bwMode="auto">
          <a:xfrm>
            <a:off x="4628964" y="1232756"/>
            <a:ext cx="631059" cy="1080000"/>
          </a:xfrm>
          <a:custGeom>
            <a:avLst/>
            <a:gdLst>
              <a:gd name="T0" fmla="*/ 526 w 745"/>
              <a:gd name="T1" fmla="*/ 1186 h 1275"/>
              <a:gd name="T2" fmla="*/ 658 w 745"/>
              <a:gd name="T3" fmla="*/ 1099 h 1275"/>
              <a:gd name="T4" fmla="*/ 306 w 745"/>
              <a:gd name="T5" fmla="*/ 1099 h 1275"/>
              <a:gd name="T6" fmla="*/ 439 w 745"/>
              <a:gd name="T7" fmla="*/ 1186 h 1275"/>
              <a:gd name="T8" fmla="*/ 306 w 745"/>
              <a:gd name="T9" fmla="*/ 1099 h 1275"/>
              <a:gd name="T10" fmla="*/ 87 w 745"/>
              <a:gd name="T11" fmla="*/ 1186 h 1275"/>
              <a:gd name="T12" fmla="*/ 219 w 745"/>
              <a:gd name="T13" fmla="*/ 1099 h 1275"/>
              <a:gd name="T14" fmla="*/ 526 w 745"/>
              <a:gd name="T15" fmla="*/ 967 h 1275"/>
              <a:gd name="T16" fmla="*/ 658 w 745"/>
              <a:gd name="T17" fmla="*/ 1056 h 1275"/>
              <a:gd name="T18" fmla="*/ 526 w 745"/>
              <a:gd name="T19" fmla="*/ 967 h 1275"/>
              <a:gd name="T20" fmla="*/ 306 w 745"/>
              <a:gd name="T21" fmla="*/ 1056 h 1275"/>
              <a:gd name="T22" fmla="*/ 439 w 745"/>
              <a:gd name="T23" fmla="*/ 967 h 1275"/>
              <a:gd name="T24" fmla="*/ 87 w 745"/>
              <a:gd name="T25" fmla="*/ 967 h 1275"/>
              <a:gd name="T26" fmla="*/ 219 w 745"/>
              <a:gd name="T27" fmla="*/ 1056 h 1275"/>
              <a:gd name="T28" fmla="*/ 87 w 745"/>
              <a:gd name="T29" fmla="*/ 967 h 1275"/>
              <a:gd name="T30" fmla="*/ 526 w 745"/>
              <a:gd name="T31" fmla="*/ 923 h 1275"/>
              <a:gd name="T32" fmla="*/ 658 w 745"/>
              <a:gd name="T33" fmla="*/ 836 h 1275"/>
              <a:gd name="T34" fmla="*/ 306 w 745"/>
              <a:gd name="T35" fmla="*/ 836 h 1275"/>
              <a:gd name="T36" fmla="*/ 439 w 745"/>
              <a:gd name="T37" fmla="*/ 923 h 1275"/>
              <a:gd name="T38" fmla="*/ 306 w 745"/>
              <a:gd name="T39" fmla="*/ 836 h 1275"/>
              <a:gd name="T40" fmla="*/ 87 w 745"/>
              <a:gd name="T41" fmla="*/ 923 h 1275"/>
              <a:gd name="T42" fmla="*/ 219 w 745"/>
              <a:gd name="T43" fmla="*/ 836 h 1275"/>
              <a:gd name="T44" fmla="*/ 526 w 745"/>
              <a:gd name="T45" fmla="*/ 704 h 1275"/>
              <a:gd name="T46" fmla="*/ 658 w 745"/>
              <a:gd name="T47" fmla="*/ 791 h 1275"/>
              <a:gd name="T48" fmla="*/ 526 w 745"/>
              <a:gd name="T49" fmla="*/ 704 h 1275"/>
              <a:gd name="T50" fmla="*/ 306 w 745"/>
              <a:gd name="T51" fmla="*/ 791 h 1275"/>
              <a:gd name="T52" fmla="*/ 439 w 745"/>
              <a:gd name="T53" fmla="*/ 704 h 1275"/>
              <a:gd name="T54" fmla="*/ 87 w 745"/>
              <a:gd name="T55" fmla="*/ 704 h 1275"/>
              <a:gd name="T56" fmla="*/ 219 w 745"/>
              <a:gd name="T57" fmla="*/ 791 h 1275"/>
              <a:gd name="T58" fmla="*/ 87 w 745"/>
              <a:gd name="T59" fmla="*/ 704 h 1275"/>
              <a:gd name="T60" fmla="*/ 114 w 745"/>
              <a:gd name="T61" fmla="*/ 93 h 1275"/>
              <a:gd name="T62" fmla="*/ 91 w 745"/>
              <a:gd name="T63" fmla="*/ 116 h 1275"/>
              <a:gd name="T64" fmla="*/ 87 w 745"/>
              <a:gd name="T65" fmla="*/ 571 h 1275"/>
              <a:gd name="T66" fmla="*/ 100 w 745"/>
              <a:gd name="T67" fmla="*/ 604 h 1275"/>
              <a:gd name="T68" fmla="*/ 131 w 745"/>
              <a:gd name="T69" fmla="*/ 617 h 1275"/>
              <a:gd name="T70" fmla="*/ 632 w 745"/>
              <a:gd name="T71" fmla="*/ 613 h 1275"/>
              <a:gd name="T72" fmla="*/ 654 w 745"/>
              <a:gd name="T73" fmla="*/ 588 h 1275"/>
              <a:gd name="T74" fmla="*/ 658 w 745"/>
              <a:gd name="T75" fmla="*/ 133 h 1275"/>
              <a:gd name="T76" fmla="*/ 645 w 745"/>
              <a:gd name="T77" fmla="*/ 102 h 1275"/>
              <a:gd name="T78" fmla="*/ 615 w 745"/>
              <a:gd name="T79" fmla="*/ 89 h 1275"/>
              <a:gd name="T80" fmla="*/ 131 w 745"/>
              <a:gd name="T81" fmla="*/ 0 h 1275"/>
              <a:gd name="T82" fmla="*/ 649 w 745"/>
              <a:gd name="T83" fmla="*/ 6 h 1275"/>
              <a:gd name="T84" fmla="*/ 707 w 745"/>
              <a:gd name="T85" fmla="*/ 40 h 1275"/>
              <a:gd name="T86" fmla="*/ 741 w 745"/>
              <a:gd name="T87" fmla="*/ 99 h 1275"/>
              <a:gd name="T88" fmla="*/ 745 w 745"/>
              <a:gd name="T89" fmla="*/ 1143 h 1275"/>
              <a:gd name="T90" fmla="*/ 728 w 745"/>
              <a:gd name="T91" fmla="*/ 1209 h 1275"/>
              <a:gd name="T92" fmla="*/ 681 w 745"/>
              <a:gd name="T93" fmla="*/ 1256 h 1275"/>
              <a:gd name="T94" fmla="*/ 615 w 745"/>
              <a:gd name="T95" fmla="*/ 1275 h 1275"/>
              <a:gd name="T96" fmla="*/ 97 w 745"/>
              <a:gd name="T97" fmla="*/ 1269 h 1275"/>
              <a:gd name="T98" fmla="*/ 38 w 745"/>
              <a:gd name="T99" fmla="*/ 1235 h 1275"/>
              <a:gd name="T100" fmla="*/ 4 w 745"/>
              <a:gd name="T101" fmla="*/ 1179 h 1275"/>
              <a:gd name="T102" fmla="*/ 0 w 745"/>
              <a:gd name="T103" fmla="*/ 133 h 1275"/>
              <a:gd name="T104" fmla="*/ 17 w 745"/>
              <a:gd name="T105" fmla="*/ 66 h 1275"/>
              <a:gd name="T106" fmla="*/ 64 w 745"/>
              <a:gd name="T107" fmla="*/ 19 h 1275"/>
              <a:gd name="T108" fmla="*/ 131 w 745"/>
              <a:gd name="T109" fmla="*/ 0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45" h="1275">
                <a:moveTo>
                  <a:pt x="526" y="1099"/>
                </a:moveTo>
                <a:lnTo>
                  <a:pt x="526" y="1186"/>
                </a:lnTo>
                <a:lnTo>
                  <a:pt x="658" y="1186"/>
                </a:lnTo>
                <a:lnTo>
                  <a:pt x="658" y="1099"/>
                </a:lnTo>
                <a:lnTo>
                  <a:pt x="526" y="1099"/>
                </a:lnTo>
                <a:close/>
                <a:moveTo>
                  <a:pt x="306" y="1099"/>
                </a:moveTo>
                <a:lnTo>
                  <a:pt x="306" y="1186"/>
                </a:lnTo>
                <a:lnTo>
                  <a:pt x="439" y="1186"/>
                </a:lnTo>
                <a:lnTo>
                  <a:pt x="439" y="1099"/>
                </a:lnTo>
                <a:lnTo>
                  <a:pt x="306" y="1099"/>
                </a:lnTo>
                <a:close/>
                <a:moveTo>
                  <a:pt x="87" y="1099"/>
                </a:moveTo>
                <a:lnTo>
                  <a:pt x="87" y="1186"/>
                </a:lnTo>
                <a:lnTo>
                  <a:pt x="219" y="1186"/>
                </a:lnTo>
                <a:lnTo>
                  <a:pt x="219" y="1099"/>
                </a:lnTo>
                <a:lnTo>
                  <a:pt x="87" y="1099"/>
                </a:lnTo>
                <a:close/>
                <a:moveTo>
                  <a:pt x="526" y="967"/>
                </a:moveTo>
                <a:lnTo>
                  <a:pt x="526" y="1056"/>
                </a:lnTo>
                <a:lnTo>
                  <a:pt x="658" y="1056"/>
                </a:lnTo>
                <a:lnTo>
                  <a:pt x="658" y="967"/>
                </a:lnTo>
                <a:lnTo>
                  <a:pt x="526" y="967"/>
                </a:lnTo>
                <a:close/>
                <a:moveTo>
                  <a:pt x="306" y="967"/>
                </a:moveTo>
                <a:lnTo>
                  <a:pt x="306" y="1056"/>
                </a:lnTo>
                <a:lnTo>
                  <a:pt x="439" y="1056"/>
                </a:lnTo>
                <a:lnTo>
                  <a:pt x="439" y="967"/>
                </a:lnTo>
                <a:lnTo>
                  <a:pt x="306" y="967"/>
                </a:lnTo>
                <a:close/>
                <a:moveTo>
                  <a:pt x="87" y="967"/>
                </a:moveTo>
                <a:lnTo>
                  <a:pt x="87" y="1056"/>
                </a:lnTo>
                <a:lnTo>
                  <a:pt x="219" y="1056"/>
                </a:lnTo>
                <a:lnTo>
                  <a:pt x="219" y="967"/>
                </a:lnTo>
                <a:lnTo>
                  <a:pt x="87" y="967"/>
                </a:lnTo>
                <a:close/>
                <a:moveTo>
                  <a:pt x="526" y="836"/>
                </a:moveTo>
                <a:lnTo>
                  <a:pt x="526" y="923"/>
                </a:lnTo>
                <a:lnTo>
                  <a:pt x="658" y="923"/>
                </a:lnTo>
                <a:lnTo>
                  <a:pt x="658" y="836"/>
                </a:lnTo>
                <a:lnTo>
                  <a:pt x="526" y="836"/>
                </a:lnTo>
                <a:close/>
                <a:moveTo>
                  <a:pt x="306" y="836"/>
                </a:moveTo>
                <a:lnTo>
                  <a:pt x="306" y="923"/>
                </a:lnTo>
                <a:lnTo>
                  <a:pt x="439" y="923"/>
                </a:lnTo>
                <a:lnTo>
                  <a:pt x="439" y="836"/>
                </a:lnTo>
                <a:lnTo>
                  <a:pt x="306" y="836"/>
                </a:lnTo>
                <a:close/>
                <a:moveTo>
                  <a:pt x="87" y="836"/>
                </a:moveTo>
                <a:lnTo>
                  <a:pt x="87" y="923"/>
                </a:lnTo>
                <a:lnTo>
                  <a:pt x="219" y="923"/>
                </a:lnTo>
                <a:lnTo>
                  <a:pt x="219" y="836"/>
                </a:lnTo>
                <a:lnTo>
                  <a:pt x="87" y="836"/>
                </a:lnTo>
                <a:close/>
                <a:moveTo>
                  <a:pt x="526" y="704"/>
                </a:moveTo>
                <a:lnTo>
                  <a:pt x="526" y="791"/>
                </a:lnTo>
                <a:lnTo>
                  <a:pt x="658" y="791"/>
                </a:lnTo>
                <a:lnTo>
                  <a:pt x="658" y="704"/>
                </a:lnTo>
                <a:lnTo>
                  <a:pt x="526" y="704"/>
                </a:lnTo>
                <a:close/>
                <a:moveTo>
                  <a:pt x="306" y="704"/>
                </a:moveTo>
                <a:lnTo>
                  <a:pt x="306" y="791"/>
                </a:lnTo>
                <a:lnTo>
                  <a:pt x="439" y="791"/>
                </a:lnTo>
                <a:lnTo>
                  <a:pt x="439" y="704"/>
                </a:lnTo>
                <a:lnTo>
                  <a:pt x="306" y="704"/>
                </a:lnTo>
                <a:close/>
                <a:moveTo>
                  <a:pt x="87" y="704"/>
                </a:moveTo>
                <a:lnTo>
                  <a:pt x="87" y="791"/>
                </a:lnTo>
                <a:lnTo>
                  <a:pt x="219" y="791"/>
                </a:lnTo>
                <a:lnTo>
                  <a:pt x="219" y="704"/>
                </a:lnTo>
                <a:lnTo>
                  <a:pt x="87" y="704"/>
                </a:lnTo>
                <a:close/>
                <a:moveTo>
                  <a:pt x="131" y="89"/>
                </a:moveTo>
                <a:lnTo>
                  <a:pt x="114" y="93"/>
                </a:lnTo>
                <a:lnTo>
                  <a:pt x="100" y="102"/>
                </a:lnTo>
                <a:lnTo>
                  <a:pt x="91" y="116"/>
                </a:lnTo>
                <a:lnTo>
                  <a:pt x="87" y="133"/>
                </a:lnTo>
                <a:lnTo>
                  <a:pt x="87" y="571"/>
                </a:lnTo>
                <a:lnTo>
                  <a:pt x="91" y="588"/>
                </a:lnTo>
                <a:lnTo>
                  <a:pt x="100" y="604"/>
                </a:lnTo>
                <a:lnTo>
                  <a:pt x="114" y="613"/>
                </a:lnTo>
                <a:lnTo>
                  <a:pt x="131" y="617"/>
                </a:lnTo>
                <a:lnTo>
                  <a:pt x="615" y="617"/>
                </a:lnTo>
                <a:lnTo>
                  <a:pt x="632" y="613"/>
                </a:lnTo>
                <a:lnTo>
                  <a:pt x="645" y="604"/>
                </a:lnTo>
                <a:lnTo>
                  <a:pt x="654" y="588"/>
                </a:lnTo>
                <a:lnTo>
                  <a:pt x="658" y="571"/>
                </a:lnTo>
                <a:lnTo>
                  <a:pt x="658" y="133"/>
                </a:lnTo>
                <a:lnTo>
                  <a:pt x="654" y="116"/>
                </a:lnTo>
                <a:lnTo>
                  <a:pt x="645" y="102"/>
                </a:lnTo>
                <a:lnTo>
                  <a:pt x="632" y="93"/>
                </a:lnTo>
                <a:lnTo>
                  <a:pt x="615" y="89"/>
                </a:lnTo>
                <a:lnTo>
                  <a:pt x="131" y="89"/>
                </a:lnTo>
                <a:close/>
                <a:moveTo>
                  <a:pt x="131" y="0"/>
                </a:moveTo>
                <a:lnTo>
                  <a:pt x="615" y="0"/>
                </a:lnTo>
                <a:lnTo>
                  <a:pt x="649" y="6"/>
                </a:lnTo>
                <a:lnTo>
                  <a:pt x="681" y="19"/>
                </a:lnTo>
                <a:lnTo>
                  <a:pt x="707" y="40"/>
                </a:lnTo>
                <a:lnTo>
                  <a:pt x="728" y="66"/>
                </a:lnTo>
                <a:lnTo>
                  <a:pt x="741" y="99"/>
                </a:lnTo>
                <a:lnTo>
                  <a:pt x="745" y="133"/>
                </a:lnTo>
                <a:lnTo>
                  <a:pt x="745" y="1143"/>
                </a:lnTo>
                <a:lnTo>
                  <a:pt x="741" y="1179"/>
                </a:lnTo>
                <a:lnTo>
                  <a:pt x="728" y="1209"/>
                </a:lnTo>
                <a:lnTo>
                  <a:pt x="707" y="1235"/>
                </a:lnTo>
                <a:lnTo>
                  <a:pt x="681" y="1256"/>
                </a:lnTo>
                <a:lnTo>
                  <a:pt x="649" y="1269"/>
                </a:lnTo>
                <a:lnTo>
                  <a:pt x="615" y="1275"/>
                </a:lnTo>
                <a:lnTo>
                  <a:pt x="131" y="1275"/>
                </a:lnTo>
                <a:lnTo>
                  <a:pt x="97" y="1269"/>
                </a:lnTo>
                <a:lnTo>
                  <a:pt x="64" y="1256"/>
                </a:lnTo>
                <a:lnTo>
                  <a:pt x="38" y="1235"/>
                </a:lnTo>
                <a:lnTo>
                  <a:pt x="17" y="1209"/>
                </a:lnTo>
                <a:lnTo>
                  <a:pt x="4" y="1179"/>
                </a:lnTo>
                <a:lnTo>
                  <a:pt x="0" y="1143"/>
                </a:lnTo>
                <a:lnTo>
                  <a:pt x="0" y="133"/>
                </a:lnTo>
                <a:lnTo>
                  <a:pt x="4" y="99"/>
                </a:lnTo>
                <a:lnTo>
                  <a:pt x="17" y="66"/>
                </a:lnTo>
                <a:lnTo>
                  <a:pt x="38" y="40"/>
                </a:lnTo>
                <a:lnTo>
                  <a:pt x="64" y="19"/>
                </a:lnTo>
                <a:lnTo>
                  <a:pt x="97" y="6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Freeform 15"/>
          <p:cNvSpPr>
            <a:spLocks noChangeAspect="1" noEditPoints="1"/>
          </p:cNvSpPr>
          <p:nvPr/>
        </p:nvSpPr>
        <p:spPr bwMode="auto">
          <a:xfrm>
            <a:off x="6321152" y="1232756"/>
            <a:ext cx="538729" cy="1080000"/>
          </a:xfrm>
          <a:custGeom>
            <a:avLst/>
            <a:gdLst>
              <a:gd name="T0" fmla="*/ 551 w 636"/>
              <a:gd name="T1" fmla="*/ 1190 h 1275"/>
              <a:gd name="T2" fmla="*/ 256 w 636"/>
              <a:gd name="T3" fmla="*/ 1105 h 1275"/>
              <a:gd name="T4" fmla="*/ 382 w 636"/>
              <a:gd name="T5" fmla="*/ 1105 h 1275"/>
              <a:gd name="T6" fmla="*/ 85 w 636"/>
              <a:gd name="T7" fmla="*/ 1190 h 1275"/>
              <a:gd name="T8" fmla="*/ 85 w 636"/>
              <a:gd name="T9" fmla="*/ 1105 h 1275"/>
              <a:gd name="T10" fmla="*/ 551 w 636"/>
              <a:gd name="T11" fmla="*/ 1063 h 1275"/>
              <a:gd name="T12" fmla="*/ 256 w 636"/>
              <a:gd name="T13" fmla="*/ 978 h 1275"/>
              <a:gd name="T14" fmla="*/ 382 w 636"/>
              <a:gd name="T15" fmla="*/ 978 h 1275"/>
              <a:gd name="T16" fmla="*/ 85 w 636"/>
              <a:gd name="T17" fmla="*/ 1063 h 1275"/>
              <a:gd name="T18" fmla="*/ 85 w 636"/>
              <a:gd name="T19" fmla="*/ 978 h 1275"/>
              <a:gd name="T20" fmla="*/ 551 w 636"/>
              <a:gd name="T21" fmla="*/ 936 h 1275"/>
              <a:gd name="T22" fmla="*/ 256 w 636"/>
              <a:gd name="T23" fmla="*/ 851 h 1275"/>
              <a:gd name="T24" fmla="*/ 382 w 636"/>
              <a:gd name="T25" fmla="*/ 851 h 1275"/>
              <a:gd name="T26" fmla="*/ 85 w 636"/>
              <a:gd name="T27" fmla="*/ 936 h 1275"/>
              <a:gd name="T28" fmla="*/ 85 w 636"/>
              <a:gd name="T29" fmla="*/ 851 h 1275"/>
              <a:gd name="T30" fmla="*/ 551 w 636"/>
              <a:gd name="T31" fmla="*/ 808 h 1275"/>
              <a:gd name="T32" fmla="*/ 256 w 636"/>
              <a:gd name="T33" fmla="*/ 725 h 1275"/>
              <a:gd name="T34" fmla="*/ 382 w 636"/>
              <a:gd name="T35" fmla="*/ 725 h 1275"/>
              <a:gd name="T36" fmla="*/ 85 w 636"/>
              <a:gd name="T37" fmla="*/ 808 h 1275"/>
              <a:gd name="T38" fmla="*/ 85 w 636"/>
              <a:gd name="T39" fmla="*/ 725 h 1275"/>
              <a:gd name="T40" fmla="*/ 99 w 636"/>
              <a:gd name="T41" fmla="*/ 310 h 1275"/>
              <a:gd name="T42" fmla="*/ 85 w 636"/>
              <a:gd name="T43" fmla="*/ 596 h 1275"/>
              <a:gd name="T44" fmla="*/ 112 w 636"/>
              <a:gd name="T45" fmla="*/ 636 h 1275"/>
              <a:gd name="T46" fmla="*/ 526 w 636"/>
              <a:gd name="T47" fmla="*/ 636 h 1275"/>
              <a:gd name="T48" fmla="*/ 551 w 636"/>
              <a:gd name="T49" fmla="*/ 596 h 1275"/>
              <a:gd name="T50" fmla="*/ 539 w 636"/>
              <a:gd name="T51" fmla="*/ 310 h 1275"/>
              <a:gd name="T52" fmla="*/ 127 w 636"/>
              <a:gd name="T53" fmla="*/ 299 h 1275"/>
              <a:gd name="T54" fmla="*/ 112 w 636"/>
              <a:gd name="T55" fmla="*/ 13 h 1275"/>
              <a:gd name="T56" fmla="*/ 125 w 636"/>
              <a:gd name="T57" fmla="*/ 44 h 1275"/>
              <a:gd name="T58" fmla="*/ 509 w 636"/>
              <a:gd name="T59" fmla="*/ 216 h 1275"/>
              <a:gd name="T60" fmla="*/ 600 w 636"/>
              <a:gd name="T61" fmla="*/ 252 h 1275"/>
              <a:gd name="T62" fmla="*/ 636 w 636"/>
              <a:gd name="T63" fmla="*/ 343 h 1275"/>
              <a:gd name="T64" fmla="*/ 619 w 636"/>
              <a:gd name="T65" fmla="*/ 1213 h 1275"/>
              <a:gd name="T66" fmla="*/ 543 w 636"/>
              <a:gd name="T67" fmla="*/ 1269 h 1275"/>
              <a:gd name="T68" fmla="*/ 95 w 636"/>
              <a:gd name="T69" fmla="*/ 1269 h 1275"/>
              <a:gd name="T70" fmla="*/ 17 w 636"/>
              <a:gd name="T71" fmla="*/ 1213 h 1275"/>
              <a:gd name="T72" fmla="*/ 0 w 636"/>
              <a:gd name="T73" fmla="*/ 337 h 1275"/>
              <a:gd name="T74" fmla="*/ 42 w 636"/>
              <a:gd name="T75" fmla="*/ 244 h 1275"/>
              <a:gd name="T76" fmla="*/ 44 w 636"/>
              <a:gd name="T77" fmla="*/ 161 h 1275"/>
              <a:gd name="T78" fmla="*/ 44 w 636"/>
              <a:gd name="T79" fmla="*/ 70 h 1275"/>
              <a:gd name="T80" fmla="*/ 46 w 636"/>
              <a:gd name="T81" fmla="*/ 27 h 1275"/>
              <a:gd name="T82" fmla="*/ 72 w 636"/>
              <a:gd name="T83" fmla="*/ 4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36" h="1275">
                <a:moveTo>
                  <a:pt x="424" y="1105"/>
                </a:moveTo>
                <a:lnTo>
                  <a:pt x="424" y="1190"/>
                </a:lnTo>
                <a:lnTo>
                  <a:pt x="551" y="1190"/>
                </a:lnTo>
                <a:lnTo>
                  <a:pt x="551" y="1105"/>
                </a:lnTo>
                <a:lnTo>
                  <a:pt x="424" y="1105"/>
                </a:lnTo>
                <a:close/>
                <a:moveTo>
                  <a:pt x="256" y="1105"/>
                </a:moveTo>
                <a:lnTo>
                  <a:pt x="256" y="1190"/>
                </a:lnTo>
                <a:lnTo>
                  <a:pt x="382" y="1190"/>
                </a:lnTo>
                <a:lnTo>
                  <a:pt x="382" y="1105"/>
                </a:lnTo>
                <a:lnTo>
                  <a:pt x="256" y="1105"/>
                </a:lnTo>
                <a:close/>
                <a:moveTo>
                  <a:pt x="85" y="1105"/>
                </a:moveTo>
                <a:lnTo>
                  <a:pt x="85" y="1190"/>
                </a:lnTo>
                <a:lnTo>
                  <a:pt x="212" y="1190"/>
                </a:lnTo>
                <a:lnTo>
                  <a:pt x="212" y="1105"/>
                </a:lnTo>
                <a:lnTo>
                  <a:pt x="85" y="1105"/>
                </a:lnTo>
                <a:close/>
                <a:moveTo>
                  <a:pt x="424" y="978"/>
                </a:moveTo>
                <a:lnTo>
                  <a:pt x="424" y="1063"/>
                </a:lnTo>
                <a:lnTo>
                  <a:pt x="551" y="1063"/>
                </a:lnTo>
                <a:lnTo>
                  <a:pt x="551" y="978"/>
                </a:lnTo>
                <a:lnTo>
                  <a:pt x="424" y="978"/>
                </a:lnTo>
                <a:close/>
                <a:moveTo>
                  <a:pt x="256" y="978"/>
                </a:moveTo>
                <a:lnTo>
                  <a:pt x="256" y="1063"/>
                </a:lnTo>
                <a:lnTo>
                  <a:pt x="382" y="1063"/>
                </a:lnTo>
                <a:lnTo>
                  <a:pt x="382" y="978"/>
                </a:lnTo>
                <a:lnTo>
                  <a:pt x="256" y="978"/>
                </a:lnTo>
                <a:close/>
                <a:moveTo>
                  <a:pt x="85" y="978"/>
                </a:moveTo>
                <a:lnTo>
                  <a:pt x="85" y="1063"/>
                </a:lnTo>
                <a:lnTo>
                  <a:pt x="212" y="1063"/>
                </a:lnTo>
                <a:lnTo>
                  <a:pt x="212" y="978"/>
                </a:lnTo>
                <a:lnTo>
                  <a:pt x="85" y="978"/>
                </a:lnTo>
                <a:close/>
                <a:moveTo>
                  <a:pt x="424" y="851"/>
                </a:moveTo>
                <a:lnTo>
                  <a:pt x="424" y="936"/>
                </a:lnTo>
                <a:lnTo>
                  <a:pt x="551" y="936"/>
                </a:lnTo>
                <a:lnTo>
                  <a:pt x="551" y="851"/>
                </a:lnTo>
                <a:lnTo>
                  <a:pt x="424" y="851"/>
                </a:lnTo>
                <a:close/>
                <a:moveTo>
                  <a:pt x="256" y="851"/>
                </a:moveTo>
                <a:lnTo>
                  <a:pt x="256" y="936"/>
                </a:lnTo>
                <a:lnTo>
                  <a:pt x="382" y="936"/>
                </a:lnTo>
                <a:lnTo>
                  <a:pt x="382" y="851"/>
                </a:lnTo>
                <a:lnTo>
                  <a:pt x="256" y="851"/>
                </a:lnTo>
                <a:close/>
                <a:moveTo>
                  <a:pt x="85" y="851"/>
                </a:moveTo>
                <a:lnTo>
                  <a:pt x="85" y="936"/>
                </a:lnTo>
                <a:lnTo>
                  <a:pt x="212" y="936"/>
                </a:lnTo>
                <a:lnTo>
                  <a:pt x="212" y="851"/>
                </a:lnTo>
                <a:lnTo>
                  <a:pt x="85" y="851"/>
                </a:lnTo>
                <a:close/>
                <a:moveTo>
                  <a:pt x="424" y="725"/>
                </a:moveTo>
                <a:lnTo>
                  <a:pt x="424" y="808"/>
                </a:lnTo>
                <a:lnTo>
                  <a:pt x="551" y="808"/>
                </a:lnTo>
                <a:lnTo>
                  <a:pt x="551" y="725"/>
                </a:lnTo>
                <a:lnTo>
                  <a:pt x="424" y="725"/>
                </a:lnTo>
                <a:close/>
                <a:moveTo>
                  <a:pt x="256" y="725"/>
                </a:moveTo>
                <a:lnTo>
                  <a:pt x="256" y="808"/>
                </a:lnTo>
                <a:lnTo>
                  <a:pt x="382" y="808"/>
                </a:lnTo>
                <a:lnTo>
                  <a:pt x="382" y="725"/>
                </a:lnTo>
                <a:lnTo>
                  <a:pt x="256" y="725"/>
                </a:lnTo>
                <a:close/>
                <a:moveTo>
                  <a:pt x="85" y="725"/>
                </a:moveTo>
                <a:lnTo>
                  <a:pt x="85" y="808"/>
                </a:lnTo>
                <a:lnTo>
                  <a:pt x="212" y="808"/>
                </a:lnTo>
                <a:lnTo>
                  <a:pt x="212" y="725"/>
                </a:lnTo>
                <a:lnTo>
                  <a:pt x="85" y="725"/>
                </a:lnTo>
                <a:close/>
                <a:moveTo>
                  <a:pt x="127" y="299"/>
                </a:moveTo>
                <a:lnTo>
                  <a:pt x="112" y="301"/>
                </a:lnTo>
                <a:lnTo>
                  <a:pt x="99" y="310"/>
                </a:lnTo>
                <a:lnTo>
                  <a:pt x="89" y="324"/>
                </a:lnTo>
                <a:lnTo>
                  <a:pt x="85" y="341"/>
                </a:lnTo>
                <a:lnTo>
                  <a:pt x="85" y="596"/>
                </a:lnTo>
                <a:lnTo>
                  <a:pt x="89" y="613"/>
                </a:lnTo>
                <a:lnTo>
                  <a:pt x="99" y="626"/>
                </a:lnTo>
                <a:lnTo>
                  <a:pt x="112" y="636"/>
                </a:lnTo>
                <a:lnTo>
                  <a:pt x="127" y="639"/>
                </a:lnTo>
                <a:lnTo>
                  <a:pt x="509" y="639"/>
                </a:lnTo>
                <a:lnTo>
                  <a:pt x="526" y="636"/>
                </a:lnTo>
                <a:lnTo>
                  <a:pt x="539" y="626"/>
                </a:lnTo>
                <a:lnTo>
                  <a:pt x="549" y="613"/>
                </a:lnTo>
                <a:lnTo>
                  <a:pt x="551" y="596"/>
                </a:lnTo>
                <a:lnTo>
                  <a:pt x="551" y="341"/>
                </a:lnTo>
                <a:lnTo>
                  <a:pt x="549" y="324"/>
                </a:lnTo>
                <a:lnTo>
                  <a:pt x="539" y="310"/>
                </a:lnTo>
                <a:lnTo>
                  <a:pt x="526" y="301"/>
                </a:lnTo>
                <a:lnTo>
                  <a:pt x="509" y="299"/>
                </a:lnTo>
                <a:lnTo>
                  <a:pt x="127" y="299"/>
                </a:lnTo>
                <a:close/>
                <a:moveTo>
                  <a:pt x="84" y="0"/>
                </a:moveTo>
                <a:lnTo>
                  <a:pt x="101" y="4"/>
                </a:lnTo>
                <a:lnTo>
                  <a:pt x="112" y="13"/>
                </a:lnTo>
                <a:lnTo>
                  <a:pt x="120" y="23"/>
                </a:lnTo>
                <a:lnTo>
                  <a:pt x="123" y="34"/>
                </a:lnTo>
                <a:lnTo>
                  <a:pt x="125" y="44"/>
                </a:lnTo>
                <a:lnTo>
                  <a:pt x="125" y="46"/>
                </a:lnTo>
                <a:lnTo>
                  <a:pt x="127" y="216"/>
                </a:lnTo>
                <a:lnTo>
                  <a:pt x="509" y="216"/>
                </a:lnTo>
                <a:lnTo>
                  <a:pt x="543" y="220"/>
                </a:lnTo>
                <a:lnTo>
                  <a:pt x="573" y="233"/>
                </a:lnTo>
                <a:lnTo>
                  <a:pt x="600" y="252"/>
                </a:lnTo>
                <a:lnTo>
                  <a:pt x="619" y="278"/>
                </a:lnTo>
                <a:lnTo>
                  <a:pt x="632" y="308"/>
                </a:lnTo>
                <a:lnTo>
                  <a:pt x="636" y="343"/>
                </a:lnTo>
                <a:lnTo>
                  <a:pt x="636" y="1148"/>
                </a:lnTo>
                <a:lnTo>
                  <a:pt x="632" y="1182"/>
                </a:lnTo>
                <a:lnTo>
                  <a:pt x="619" y="1213"/>
                </a:lnTo>
                <a:lnTo>
                  <a:pt x="600" y="1237"/>
                </a:lnTo>
                <a:lnTo>
                  <a:pt x="573" y="1258"/>
                </a:lnTo>
                <a:lnTo>
                  <a:pt x="543" y="1269"/>
                </a:lnTo>
                <a:lnTo>
                  <a:pt x="509" y="1275"/>
                </a:lnTo>
                <a:lnTo>
                  <a:pt x="127" y="1275"/>
                </a:lnTo>
                <a:lnTo>
                  <a:pt x="95" y="1269"/>
                </a:lnTo>
                <a:lnTo>
                  <a:pt x="63" y="1258"/>
                </a:lnTo>
                <a:lnTo>
                  <a:pt x="38" y="1237"/>
                </a:lnTo>
                <a:lnTo>
                  <a:pt x="17" y="1213"/>
                </a:lnTo>
                <a:lnTo>
                  <a:pt x="6" y="1182"/>
                </a:lnTo>
                <a:lnTo>
                  <a:pt x="0" y="1148"/>
                </a:lnTo>
                <a:lnTo>
                  <a:pt x="0" y="337"/>
                </a:lnTo>
                <a:lnTo>
                  <a:pt x="6" y="303"/>
                </a:lnTo>
                <a:lnTo>
                  <a:pt x="21" y="271"/>
                </a:lnTo>
                <a:lnTo>
                  <a:pt x="42" y="244"/>
                </a:lnTo>
                <a:lnTo>
                  <a:pt x="44" y="221"/>
                </a:lnTo>
                <a:lnTo>
                  <a:pt x="44" y="193"/>
                </a:lnTo>
                <a:lnTo>
                  <a:pt x="44" y="161"/>
                </a:lnTo>
                <a:lnTo>
                  <a:pt x="44" y="127"/>
                </a:lnTo>
                <a:lnTo>
                  <a:pt x="44" y="95"/>
                </a:lnTo>
                <a:lnTo>
                  <a:pt x="44" y="70"/>
                </a:lnTo>
                <a:lnTo>
                  <a:pt x="42" y="51"/>
                </a:lnTo>
                <a:lnTo>
                  <a:pt x="42" y="46"/>
                </a:lnTo>
                <a:lnTo>
                  <a:pt x="46" y="27"/>
                </a:lnTo>
                <a:lnTo>
                  <a:pt x="51" y="15"/>
                </a:lnTo>
                <a:lnTo>
                  <a:pt x="63" y="8"/>
                </a:lnTo>
                <a:lnTo>
                  <a:pt x="72" y="4"/>
                </a:lnTo>
                <a:lnTo>
                  <a:pt x="80" y="2"/>
                </a:lnTo>
                <a:lnTo>
                  <a:pt x="8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iPhone 3(G)</a:t>
            </a: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iPhone 4</a:t>
            </a:r>
          </a:p>
        </p:txBody>
      </p:sp>
      <p:sp>
        <p:nvSpPr>
          <p:cNvPr id="21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Mobile Phone</a:t>
            </a:r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Mobile Phone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24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1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Signals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auto">
          <a:xfrm>
            <a:off x="1316596" y="1232756"/>
            <a:ext cx="633228" cy="1080000"/>
          </a:xfrm>
          <a:custGeom>
            <a:avLst/>
            <a:gdLst>
              <a:gd name="T0" fmla="*/ 371 w 703"/>
              <a:gd name="T1" fmla="*/ 800 h 1199"/>
              <a:gd name="T2" fmla="*/ 369 w 703"/>
              <a:gd name="T3" fmla="*/ 970 h 1199"/>
              <a:gd name="T4" fmla="*/ 369 w 703"/>
              <a:gd name="T5" fmla="*/ 995 h 1199"/>
              <a:gd name="T6" fmla="*/ 384 w 703"/>
              <a:gd name="T7" fmla="*/ 1014 h 1199"/>
              <a:gd name="T8" fmla="*/ 425 w 703"/>
              <a:gd name="T9" fmla="*/ 989 h 1199"/>
              <a:gd name="T10" fmla="*/ 524 w 703"/>
              <a:gd name="T11" fmla="*/ 917 h 1199"/>
              <a:gd name="T12" fmla="*/ 541 w 703"/>
              <a:gd name="T13" fmla="*/ 891 h 1199"/>
              <a:gd name="T14" fmla="*/ 431 w 703"/>
              <a:gd name="T15" fmla="*/ 806 h 1199"/>
              <a:gd name="T16" fmla="*/ 414 w 703"/>
              <a:gd name="T17" fmla="*/ 794 h 1199"/>
              <a:gd name="T18" fmla="*/ 386 w 703"/>
              <a:gd name="T19" fmla="*/ 785 h 1199"/>
              <a:gd name="T20" fmla="*/ 371 w 703"/>
              <a:gd name="T21" fmla="*/ 221 h 1199"/>
              <a:gd name="T22" fmla="*/ 369 w 703"/>
              <a:gd name="T23" fmla="*/ 391 h 1199"/>
              <a:gd name="T24" fmla="*/ 369 w 703"/>
              <a:gd name="T25" fmla="*/ 414 h 1199"/>
              <a:gd name="T26" fmla="*/ 384 w 703"/>
              <a:gd name="T27" fmla="*/ 435 h 1199"/>
              <a:gd name="T28" fmla="*/ 425 w 703"/>
              <a:gd name="T29" fmla="*/ 410 h 1199"/>
              <a:gd name="T30" fmla="*/ 524 w 703"/>
              <a:gd name="T31" fmla="*/ 339 h 1199"/>
              <a:gd name="T32" fmla="*/ 541 w 703"/>
              <a:gd name="T33" fmla="*/ 312 h 1199"/>
              <a:gd name="T34" fmla="*/ 431 w 703"/>
              <a:gd name="T35" fmla="*/ 227 h 1199"/>
              <a:gd name="T36" fmla="*/ 414 w 703"/>
              <a:gd name="T37" fmla="*/ 214 h 1199"/>
              <a:gd name="T38" fmla="*/ 386 w 703"/>
              <a:gd name="T39" fmla="*/ 206 h 1199"/>
              <a:gd name="T40" fmla="*/ 359 w 703"/>
              <a:gd name="T41" fmla="*/ 11 h 1199"/>
              <a:gd name="T42" fmla="*/ 698 w 703"/>
              <a:gd name="T43" fmla="*/ 295 h 1199"/>
              <a:gd name="T44" fmla="*/ 702 w 703"/>
              <a:gd name="T45" fmla="*/ 340 h 1199"/>
              <a:gd name="T46" fmla="*/ 393 w 703"/>
              <a:gd name="T47" fmla="*/ 569 h 1199"/>
              <a:gd name="T48" fmla="*/ 376 w 703"/>
              <a:gd name="T49" fmla="*/ 581 h 1199"/>
              <a:gd name="T50" fmla="*/ 371 w 703"/>
              <a:gd name="T51" fmla="*/ 607 h 1199"/>
              <a:gd name="T52" fmla="*/ 690 w 703"/>
              <a:gd name="T53" fmla="*/ 857 h 1199"/>
              <a:gd name="T54" fmla="*/ 703 w 703"/>
              <a:gd name="T55" fmla="*/ 896 h 1199"/>
              <a:gd name="T56" fmla="*/ 369 w 703"/>
              <a:gd name="T57" fmla="*/ 1178 h 1199"/>
              <a:gd name="T58" fmla="*/ 348 w 703"/>
              <a:gd name="T59" fmla="*/ 1188 h 1199"/>
              <a:gd name="T60" fmla="*/ 301 w 703"/>
              <a:gd name="T61" fmla="*/ 1199 h 1199"/>
              <a:gd name="T62" fmla="*/ 259 w 703"/>
              <a:gd name="T63" fmla="*/ 1191 h 1199"/>
              <a:gd name="T64" fmla="*/ 248 w 703"/>
              <a:gd name="T65" fmla="*/ 711 h 1199"/>
              <a:gd name="T66" fmla="*/ 81 w 703"/>
              <a:gd name="T67" fmla="*/ 866 h 1199"/>
              <a:gd name="T68" fmla="*/ 36 w 703"/>
              <a:gd name="T69" fmla="*/ 876 h 1199"/>
              <a:gd name="T70" fmla="*/ 4 w 703"/>
              <a:gd name="T71" fmla="*/ 832 h 1199"/>
              <a:gd name="T72" fmla="*/ 30 w 703"/>
              <a:gd name="T73" fmla="*/ 783 h 1199"/>
              <a:gd name="T74" fmla="*/ 248 w 703"/>
              <a:gd name="T75" fmla="*/ 607 h 1199"/>
              <a:gd name="T76" fmla="*/ 0 w 703"/>
              <a:gd name="T77" fmla="*/ 384 h 1199"/>
              <a:gd name="T78" fmla="*/ 8 w 703"/>
              <a:gd name="T79" fmla="*/ 344 h 1199"/>
              <a:gd name="T80" fmla="*/ 17 w 703"/>
              <a:gd name="T81" fmla="*/ 335 h 1199"/>
              <a:gd name="T82" fmla="*/ 59 w 703"/>
              <a:gd name="T83" fmla="*/ 325 h 1199"/>
              <a:gd name="T84" fmla="*/ 248 w 703"/>
              <a:gd name="T85" fmla="*/ 465 h 1199"/>
              <a:gd name="T86" fmla="*/ 253 w 703"/>
              <a:gd name="T87" fmla="*/ 45 h 1199"/>
              <a:gd name="T88" fmla="*/ 278 w 703"/>
              <a:gd name="T89" fmla="*/ 13 h 1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03" h="1199">
                <a:moveTo>
                  <a:pt x="386" y="785"/>
                </a:moveTo>
                <a:lnTo>
                  <a:pt x="376" y="789"/>
                </a:lnTo>
                <a:lnTo>
                  <a:pt x="371" y="800"/>
                </a:lnTo>
                <a:lnTo>
                  <a:pt x="369" y="819"/>
                </a:lnTo>
                <a:lnTo>
                  <a:pt x="369" y="968"/>
                </a:lnTo>
                <a:lnTo>
                  <a:pt x="369" y="970"/>
                </a:lnTo>
                <a:lnTo>
                  <a:pt x="369" y="976"/>
                </a:lnTo>
                <a:lnTo>
                  <a:pt x="369" y="985"/>
                </a:lnTo>
                <a:lnTo>
                  <a:pt x="369" y="995"/>
                </a:lnTo>
                <a:lnTo>
                  <a:pt x="371" y="1002"/>
                </a:lnTo>
                <a:lnTo>
                  <a:pt x="376" y="1010"/>
                </a:lnTo>
                <a:lnTo>
                  <a:pt x="384" y="1014"/>
                </a:lnTo>
                <a:lnTo>
                  <a:pt x="393" y="1012"/>
                </a:lnTo>
                <a:lnTo>
                  <a:pt x="407" y="1004"/>
                </a:lnTo>
                <a:lnTo>
                  <a:pt x="425" y="989"/>
                </a:lnTo>
                <a:lnTo>
                  <a:pt x="514" y="925"/>
                </a:lnTo>
                <a:lnTo>
                  <a:pt x="518" y="923"/>
                </a:lnTo>
                <a:lnTo>
                  <a:pt x="524" y="917"/>
                </a:lnTo>
                <a:lnTo>
                  <a:pt x="531" y="910"/>
                </a:lnTo>
                <a:lnTo>
                  <a:pt x="539" y="900"/>
                </a:lnTo>
                <a:lnTo>
                  <a:pt x="541" y="891"/>
                </a:lnTo>
                <a:lnTo>
                  <a:pt x="535" y="879"/>
                </a:lnTo>
                <a:lnTo>
                  <a:pt x="520" y="868"/>
                </a:lnTo>
                <a:lnTo>
                  <a:pt x="431" y="806"/>
                </a:lnTo>
                <a:lnTo>
                  <a:pt x="429" y="804"/>
                </a:lnTo>
                <a:lnTo>
                  <a:pt x="424" y="798"/>
                </a:lnTo>
                <a:lnTo>
                  <a:pt x="414" y="794"/>
                </a:lnTo>
                <a:lnTo>
                  <a:pt x="405" y="789"/>
                </a:lnTo>
                <a:lnTo>
                  <a:pt x="395" y="785"/>
                </a:lnTo>
                <a:lnTo>
                  <a:pt x="386" y="785"/>
                </a:lnTo>
                <a:close/>
                <a:moveTo>
                  <a:pt x="386" y="206"/>
                </a:moveTo>
                <a:lnTo>
                  <a:pt x="376" y="210"/>
                </a:lnTo>
                <a:lnTo>
                  <a:pt x="371" y="221"/>
                </a:lnTo>
                <a:lnTo>
                  <a:pt x="369" y="240"/>
                </a:lnTo>
                <a:lnTo>
                  <a:pt x="369" y="390"/>
                </a:lnTo>
                <a:lnTo>
                  <a:pt x="369" y="391"/>
                </a:lnTo>
                <a:lnTo>
                  <a:pt x="369" y="397"/>
                </a:lnTo>
                <a:lnTo>
                  <a:pt x="369" y="407"/>
                </a:lnTo>
                <a:lnTo>
                  <a:pt x="369" y="414"/>
                </a:lnTo>
                <a:lnTo>
                  <a:pt x="371" y="424"/>
                </a:lnTo>
                <a:lnTo>
                  <a:pt x="376" y="431"/>
                </a:lnTo>
                <a:lnTo>
                  <a:pt x="384" y="435"/>
                </a:lnTo>
                <a:lnTo>
                  <a:pt x="393" y="433"/>
                </a:lnTo>
                <a:lnTo>
                  <a:pt x="407" y="426"/>
                </a:lnTo>
                <a:lnTo>
                  <a:pt x="425" y="410"/>
                </a:lnTo>
                <a:lnTo>
                  <a:pt x="514" y="344"/>
                </a:lnTo>
                <a:lnTo>
                  <a:pt x="518" y="344"/>
                </a:lnTo>
                <a:lnTo>
                  <a:pt x="524" y="339"/>
                </a:lnTo>
                <a:lnTo>
                  <a:pt x="531" y="331"/>
                </a:lnTo>
                <a:lnTo>
                  <a:pt x="539" y="321"/>
                </a:lnTo>
                <a:lnTo>
                  <a:pt x="541" y="312"/>
                </a:lnTo>
                <a:lnTo>
                  <a:pt x="535" y="301"/>
                </a:lnTo>
                <a:lnTo>
                  <a:pt x="520" y="289"/>
                </a:lnTo>
                <a:lnTo>
                  <a:pt x="431" y="227"/>
                </a:lnTo>
                <a:lnTo>
                  <a:pt x="429" y="225"/>
                </a:lnTo>
                <a:lnTo>
                  <a:pt x="424" y="219"/>
                </a:lnTo>
                <a:lnTo>
                  <a:pt x="414" y="214"/>
                </a:lnTo>
                <a:lnTo>
                  <a:pt x="405" y="210"/>
                </a:lnTo>
                <a:lnTo>
                  <a:pt x="395" y="206"/>
                </a:lnTo>
                <a:lnTo>
                  <a:pt x="386" y="206"/>
                </a:lnTo>
                <a:close/>
                <a:moveTo>
                  <a:pt x="310" y="0"/>
                </a:moveTo>
                <a:lnTo>
                  <a:pt x="333" y="2"/>
                </a:lnTo>
                <a:lnTo>
                  <a:pt x="359" y="11"/>
                </a:lnTo>
                <a:lnTo>
                  <a:pt x="692" y="280"/>
                </a:lnTo>
                <a:lnTo>
                  <a:pt x="694" y="284"/>
                </a:lnTo>
                <a:lnTo>
                  <a:pt x="698" y="295"/>
                </a:lnTo>
                <a:lnTo>
                  <a:pt x="702" y="308"/>
                </a:lnTo>
                <a:lnTo>
                  <a:pt x="703" y="323"/>
                </a:lnTo>
                <a:lnTo>
                  <a:pt x="702" y="340"/>
                </a:lnTo>
                <a:lnTo>
                  <a:pt x="696" y="356"/>
                </a:lnTo>
                <a:lnTo>
                  <a:pt x="681" y="367"/>
                </a:lnTo>
                <a:lnTo>
                  <a:pt x="393" y="569"/>
                </a:lnTo>
                <a:lnTo>
                  <a:pt x="390" y="571"/>
                </a:lnTo>
                <a:lnTo>
                  <a:pt x="384" y="575"/>
                </a:lnTo>
                <a:lnTo>
                  <a:pt x="376" y="581"/>
                </a:lnTo>
                <a:lnTo>
                  <a:pt x="371" y="588"/>
                </a:lnTo>
                <a:lnTo>
                  <a:pt x="369" y="598"/>
                </a:lnTo>
                <a:lnTo>
                  <a:pt x="371" y="607"/>
                </a:lnTo>
                <a:lnTo>
                  <a:pt x="382" y="620"/>
                </a:lnTo>
                <a:lnTo>
                  <a:pt x="686" y="855"/>
                </a:lnTo>
                <a:lnTo>
                  <a:pt x="690" y="857"/>
                </a:lnTo>
                <a:lnTo>
                  <a:pt x="696" y="866"/>
                </a:lnTo>
                <a:lnTo>
                  <a:pt x="702" y="879"/>
                </a:lnTo>
                <a:lnTo>
                  <a:pt x="703" y="896"/>
                </a:lnTo>
                <a:lnTo>
                  <a:pt x="700" y="913"/>
                </a:lnTo>
                <a:lnTo>
                  <a:pt x="686" y="930"/>
                </a:lnTo>
                <a:lnTo>
                  <a:pt x="369" y="1178"/>
                </a:lnTo>
                <a:lnTo>
                  <a:pt x="367" y="1178"/>
                </a:lnTo>
                <a:lnTo>
                  <a:pt x="359" y="1182"/>
                </a:lnTo>
                <a:lnTo>
                  <a:pt x="348" y="1188"/>
                </a:lnTo>
                <a:lnTo>
                  <a:pt x="333" y="1191"/>
                </a:lnTo>
                <a:lnTo>
                  <a:pt x="318" y="1197"/>
                </a:lnTo>
                <a:lnTo>
                  <a:pt x="301" y="1199"/>
                </a:lnTo>
                <a:lnTo>
                  <a:pt x="286" y="1199"/>
                </a:lnTo>
                <a:lnTo>
                  <a:pt x="270" y="1197"/>
                </a:lnTo>
                <a:lnTo>
                  <a:pt x="259" y="1191"/>
                </a:lnTo>
                <a:lnTo>
                  <a:pt x="251" y="1180"/>
                </a:lnTo>
                <a:lnTo>
                  <a:pt x="248" y="1161"/>
                </a:lnTo>
                <a:lnTo>
                  <a:pt x="248" y="711"/>
                </a:lnTo>
                <a:lnTo>
                  <a:pt x="93" y="860"/>
                </a:lnTo>
                <a:lnTo>
                  <a:pt x="89" y="862"/>
                </a:lnTo>
                <a:lnTo>
                  <a:pt x="81" y="866"/>
                </a:lnTo>
                <a:lnTo>
                  <a:pt x="68" y="872"/>
                </a:lnTo>
                <a:lnTo>
                  <a:pt x="53" y="874"/>
                </a:lnTo>
                <a:lnTo>
                  <a:pt x="36" y="876"/>
                </a:lnTo>
                <a:lnTo>
                  <a:pt x="19" y="870"/>
                </a:lnTo>
                <a:lnTo>
                  <a:pt x="4" y="857"/>
                </a:lnTo>
                <a:lnTo>
                  <a:pt x="4" y="832"/>
                </a:lnTo>
                <a:lnTo>
                  <a:pt x="11" y="811"/>
                </a:lnTo>
                <a:lnTo>
                  <a:pt x="21" y="794"/>
                </a:lnTo>
                <a:lnTo>
                  <a:pt x="30" y="783"/>
                </a:lnTo>
                <a:lnTo>
                  <a:pt x="38" y="777"/>
                </a:lnTo>
                <a:lnTo>
                  <a:pt x="42" y="775"/>
                </a:lnTo>
                <a:lnTo>
                  <a:pt x="248" y="607"/>
                </a:lnTo>
                <a:lnTo>
                  <a:pt x="19" y="418"/>
                </a:lnTo>
                <a:lnTo>
                  <a:pt x="6" y="401"/>
                </a:lnTo>
                <a:lnTo>
                  <a:pt x="0" y="384"/>
                </a:lnTo>
                <a:lnTo>
                  <a:pt x="0" y="369"/>
                </a:lnTo>
                <a:lnTo>
                  <a:pt x="4" y="354"/>
                </a:lnTo>
                <a:lnTo>
                  <a:pt x="8" y="344"/>
                </a:lnTo>
                <a:lnTo>
                  <a:pt x="8" y="342"/>
                </a:lnTo>
                <a:lnTo>
                  <a:pt x="11" y="339"/>
                </a:lnTo>
                <a:lnTo>
                  <a:pt x="17" y="335"/>
                </a:lnTo>
                <a:lnTo>
                  <a:pt x="28" y="329"/>
                </a:lnTo>
                <a:lnTo>
                  <a:pt x="42" y="325"/>
                </a:lnTo>
                <a:lnTo>
                  <a:pt x="59" y="325"/>
                </a:lnTo>
                <a:lnTo>
                  <a:pt x="76" y="333"/>
                </a:lnTo>
                <a:lnTo>
                  <a:pt x="96" y="348"/>
                </a:lnTo>
                <a:lnTo>
                  <a:pt x="248" y="465"/>
                </a:lnTo>
                <a:lnTo>
                  <a:pt x="250" y="55"/>
                </a:lnTo>
                <a:lnTo>
                  <a:pt x="250" y="53"/>
                </a:lnTo>
                <a:lnTo>
                  <a:pt x="253" y="45"/>
                </a:lnTo>
                <a:lnTo>
                  <a:pt x="259" y="34"/>
                </a:lnTo>
                <a:lnTo>
                  <a:pt x="267" y="23"/>
                </a:lnTo>
                <a:lnTo>
                  <a:pt x="278" y="13"/>
                </a:lnTo>
                <a:lnTo>
                  <a:pt x="291" y="4"/>
                </a:lnTo>
                <a:lnTo>
                  <a:pt x="31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7"/>
          <p:cNvSpPr>
            <a:spLocks noChangeAspect="1" noEditPoints="1"/>
          </p:cNvSpPr>
          <p:nvPr/>
        </p:nvSpPr>
        <p:spPr bwMode="auto">
          <a:xfrm>
            <a:off x="2900772" y="1232756"/>
            <a:ext cx="769758" cy="1080000"/>
          </a:xfrm>
          <a:custGeom>
            <a:avLst/>
            <a:gdLst>
              <a:gd name="T0" fmla="*/ 461 w 856"/>
              <a:gd name="T1" fmla="*/ 730 h 1201"/>
              <a:gd name="T2" fmla="*/ 476 w 856"/>
              <a:gd name="T3" fmla="*/ 741 h 1201"/>
              <a:gd name="T4" fmla="*/ 571 w 856"/>
              <a:gd name="T5" fmla="*/ 828 h 1201"/>
              <a:gd name="T6" fmla="*/ 556 w 856"/>
              <a:gd name="T7" fmla="*/ 851 h 1201"/>
              <a:gd name="T8" fmla="*/ 457 w 856"/>
              <a:gd name="T9" fmla="*/ 934 h 1201"/>
              <a:gd name="T10" fmla="*/ 431 w 856"/>
              <a:gd name="T11" fmla="*/ 938 h 1201"/>
              <a:gd name="T12" fmla="*/ 427 w 856"/>
              <a:gd name="T13" fmla="*/ 915 h 1201"/>
              <a:gd name="T14" fmla="*/ 427 w 856"/>
              <a:gd name="T15" fmla="*/ 755 h 1201"/>
              <a:gd name="T16" fmla="*/ 444 w 856"/>
              <a:gd name="T17" fmla="*/ 726 h 1201"/>
              <a:gd name="T18" fmla="*/ 461 w 856"/>
              <a:gd name="T19" fmla="*/ 263 h 1201"/>
              <a:gd name="T20" fmla="*/ 476 w 856"/>
              <a:gd name="T21" fmla="*/ 274 h 1201"/>
              <a:gd name="T22" fmla="*/ 576 w 856"/>
              <a:gd name="T23" fmla="*/ 367 h 1201"/>
              <a:gd name="T24" fmla="*/ 561 w 856"/>
              <a:gd name="T25" fmla="*/ 390 h 1201"/>
              <a:gd name="T26" fmla="*/ 472 w 856"/>
              <a:gd name="T27" fmla="*/ 452 h 1201"/>
              <a:gd name="T28" fmla="*/ 436 w 856"/>
              <a:gd name="T29" fmla="*/ 469 h 1201"/>
              <a:gd name="T30" fmla="*/ 427 w 856"/>
              <a:gd name="T31" fmla="*/ 450 h 1201"/>
              <a:gd name="T32" fmla="*/ 427 w 856"/>
              <a:gd name="T33" fmla="*/ 435 h 1201"/>
              <a:gd name="T34" fmla="*/ 434 w 856"/>
              <a:gd name="T35" fmla="*/ 259 h 1201"/>
              <a:gd name="T36" fmla="*/ 380 w 856"/>
              <a:gd name="T37" fmla="*/ 127 h 1201"/>
              <a:gd name="T38" fmla="*/ 348 w 856"/>
              <a:gd name="T39" fmla="*/ 157 h 1201"/>
              <a:gd name="T40" fmla="*/ 340 w 856"/>
              <a:gd name="T41" fmla="*/ 477 h 1201"/>
              <a:gd name="T42" fmla="*/ 187 w 856"/>
              <a:gd name="T43" fmla="*/ 378 h 1201"/>
              <a:gd name="T44" fmla="*/ 155 w 856"/>
              <a:gd name="T45" fmla="*/ 390 h 1201"/>
              <a:gd name="T46" fmla="*/ 147 w 856"/>
              <a:gd name="T47" fmla="*/ 407 h 1201"/>
              <a:gd name="T48" fmla="*/ 162 w 856"/>
              <a:gd name="T49" fmla="*/ 452 h 1201"/>
              <a:gd name="T50" fmla="*/ 177 w 856"/>
              <a:gd name="T51" fmla="*/ 738 h 1201"/>
              <a:gd name="T52" fmla="*/ 155 w 856"/>
              <a:gd name="T53" fmla="*/ 762 h 1201"/>
              <a:gd name="T54" fmla="*/ 164 w 856"/>
              <a:gd name="T55" fmla="*/ 811 h 1201"/>
              <a:gd name="T56" fmla="*/ 208 w 856"/>
              <a:gd name="T57" fmla="*/ 808 h 1201"/>
              <a:gd name="T58" fmla="*/ 342 w 856"/>
              <a:gd name="T59" fmla="*/ 692 h 1201"/>
              <a:gd name="T60" fmla="*/ 351 w 856"/>
              <a:gd name="T61" fmla="*/ 1067 h 1201"/>
              <a:gd name="T62" fmla="*/ 389 w 856"/>
              <a:gd name="T63" fmla="*/ 1070 h 1201"/>
              <a:gd name="T64" fmla="*/ 429 w 856"/>
              <a:gd name="T65" fmla="*/ 1057 h 1201"/>
              <a:gd name="T66" fmla="*/ 694 w 856"/>
              <a:gd name="T67" fmla="*/ 857 h 1201"/>
              <a:gd name="T68" fmla="*/ 705 w 856"/>
              <a:gd name="T69" fmla="*/ 819 h 1201"/>
              <a:gd name="T70" fmla="*/ 694 w 856"/>
              <a:gd name="T71" fmla="*/ 798 h 1201"/>
              <a:gd name="T72" fmla="*/ 434 w 856"/>
              <a:gd name="T73" fmla="*/ 586 h 1201"/>
              <a:gd name="T74" fmla="*/ 444 w 856"/>
              <a:gd name="T75" fmla="*/ 573 h 1201"/>
              <a:gd name="T76" fmla="*/ 457 w 856"/>
              <a:gd name="T77" fmla="*/ 573 h 1201"/>
              <a:gd name="T78" fmla="*/ 707 w 856"/>
              <a:gd name="T79" fmla="*/ 388 h 1201"/>
              <a:gd name="T80" fmla="*/ 701 w 856"/>
              <a:gd name="T81" fmla="*/ 354 h 1201"/>
              <a:gd name="T82" fmla="*/ 431 w 856"/>
              <a:gd name="T83" fmla="*/ 132 h 1201"/>
              <a:gd name="T84" fmla="*/ 298 w 856"/>
              <a:gd name="T85" fmla="*/ 0 h 1201"/>
              <a:gd name="T86" fmla="*/ 661 w 856"/>
              <a:gd name="T87" fmla="*/ 19 h 1201"/>
              <a:gd name="T88" fmla="*/ 786 w 856"/>
              <a:gd name="T89" fmla="*/ 106 h 1201"/>
              <a:gd name="T90" fmla="*/ 850 w 856"/>
              <a:gd name="T91" fmla="*/ 246 h 1201"/>
              <a:gd name="T92" fmla="*/ 850 w 856"/>
              <a:gd name="T93" fmla="*/ 953 h 1201"/>
              <a:gd name="T94" fmla="*/ 786 w 856"/>
              <a:gd name="T95" fmla="*/ 1093 h 1201"/>
              <a:gd name="T96" fmla="*/ 661 w 856"/>
              <a:gd name="T97" fmla="*/ 1182 h 1201"/>
              <a:gd name="T98" fmla="*/ 298 w 856"/>
              <a:gd name="T99" fmla="*/ 1201 h 1201"/>
              <a:gd name="T100" fmla="*/ 147 w 856"/>
              <a:gd name="T101" fmla="*/ 1159 h 1201"/>
              <a:gd name="T102" fmla="*/ 39 w 856"/>
              <a:gd name="T103" fmla="*/ 1051 h 1201"/>
              <a:gd name="T104" fmla="*/ 0 w 856"/>
              <a:gd name="T105" fmla="*/ 900 h 1201"/>
              <a:gd name="T106" fmla="*/ 18 w 856"/>
              <a:gd name="T107" fmla="*/ 195 h 1201"/>
              <a:gd name="T108" fmla="*/ 105 w 856"/>
              <a:gd name="T109" fmla="*/ 70 h 1201"/>
              <a:gd name="T110" fmla="*/ 245 w 856"/>
              <a:gd name="T111" fmla="*/ 4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56" h="1201">
                <a:moveTo>
                  <a:pt x="444" y="726"/>
                </a:moveTo>
                <a:lnTo>
                  <a:pt x="452" y="728"/>
                </a:lnTo>
                <a:lnTo>
                  <a:pt x="461" y="730"/>
                </a:lnTo>
                <a:lnTo>
                  <a:pt x="469" y="736"/>
                </a:lnTo>
                <a:lnTo>
                  <a:pt x="474" y="739"/>
                </a:lnTo>
                <a:lnTo>
                  <a:pt x="476" y="741"/>
                </a:lnTo>
                <a:lnTo>
                  <a:pt x="557" y="809"/>
                </a:lnTo>
                <a:lnTo>
                  <a:pt x="569" y="819"/>
                </a:lnTo>
                <a:lnTo>
                  <a:pt x="571" y="828"/>
                </a:lnTo>
                <a:lnTo>
                  <a:pt x="567" y="838"/>
                </a:lnTo>
                <a:lnTo>
                  <a:pt x="561" y="845"/>
                </a:lnTo>
                <a:lnTo>
                  <a:pt x="556" y="851"/>
                </a:lnTo>
                <a:lnTo>
                  <a:pt x="554" y="853"/>
                </a:lnTo>
                <a:lnTo>
                  <a:pt x="472" y="923"/>
                </a:lnTo>
                <a:lnTo>
                  <a:pt x="457" y="934"/>
                </a:lnTo>
                <a:lnTo>
                  <a:pt x="444" y="940"/>
                </a:lnTo>
                <a:lnTo>
                  <a:pt x="436" y="942"/>
                </a:lnTo>
                <a:lnTo>
                  <a:pt x="431" y="938"/>
                </a:lnTo>
                <a:lnTo>
                  <a:pt x="429" y="930"/>
                </a:lnTo>
                <a:lnTo>
                  <a:pt x="427" y="923"/>
                </a:lnTo>
                <a:lnTo>
                  <a:pt x="427" y="915"/>
                </a:lnTo>
                <a:lnTo>
                  <a:pt x="427" y="912"/>
                </a:lnTo>
                <a:lnTo>
                  <a:pt x="427" y="908"/>
                </a:lnTo>
                <a:lnTo>
                  <a:pt x="427" y="755"/>
                </a:lnTo>
                <a:lnTo>
                  <a:pt x="431" y="738"/>
                </a:lnTo>
                <a:lnTo>
                  <a:pt x="434" y="730"/>
                </a:lnTo>
                <a:lnTo>
                  <a:pt x="444" y="726"/>
                </a:lnTo>
                <a:close/>
                <a:moveTo>
                  <a:pt x="444" y="257"/>
                </a:moveTo>
                <a:lnTo>
                  <a:pt x="452" y="259"/>
                </a:lnTo>
                <a:lnTo>
                  <a:pt x="461" y="263"/>
                </a:lnTo>
                <a:lnTo>
                  <a:pt x="469" y="267"/>
                </a:lnTo>
                <a:lnTo>
                  <a:pt x="474" y="272"/>
                </a:lnTo>
                <a:lnTo>
                  <a:pt x="476" y="274"/>
                </a:lnTo>
                <a:lnTo>
                  <a:pt x="557" y="346"/>
                </a:lnTo>
                <a:lnTo>
                  <a:pt x="571" y="357"/>
                </a:lnTo>
                <a:lnTo>
                  <a:pt x="576" y="367"/>
                </a:lnTo>
                <a:lnTo>
                  <a:pt x="574" y="376"/>
                </a:lnTo>
                <a:lnTo>
                  <a:pt x="569" y="384"/>
                </a:lnTo>
                <a:lnTo>
                  <a:pt x="561" y="390"/>
                </a:lnTo>
                <a:lnTo>
                  <a:pt x="556" y="393"/>
                </a:lnTo>
                <a:lnTo>
                  <a:pt x="554" y="395"/>
                </a:lnTo>
                <a:lnTo>
                  <a:pt x="472" y="452"/>
                </a:lnTo>
                <a:lnTo>
                  <a:pt x="457" y="463"/>
                </a:lnTo>
                <a:lnTo>
                  <a:pt x="444" y="469"/>
                </a:lnTo>
                <a:lnTo>
                  <a:pt x="436" y="469"/>
                </a:lnTo>
                <a:lnTo>
                  <a:pt x="431" y="465"/>
                </a:lnTo>
                <a:lnTo>
                  <a:pt x="429" y="458"/>
                </a:lnTo>
                <a:lnTo>
                  <a:pt x="427" y="450"/>
                </a:lnTo>
                <a:lnTo>
                  <a:pt x="427" y="443"/>
                </a:lnTo>
                <a:lnTo>
                  <a:pt x="427" y="437"/>
                </a:lnTo>
                <a:lnTo>
                  <a:pt x="427" y="435"/>
                </a:lnTo>
                <a:lnTo>
                  <a:pt x="427" y="284"/>
                </a:lnTo>
                <a:lnTo>
                  <a:pt x="431" y="269"/>
                </a:lnTo>
                <a:lnTo>
                  <a:pt x="434" y="259"/>
                </a:lnTo>
                <a:lnTo>
                  <a:pt x="444" y="257"/>
                </a:lnTo>
                <a:close/>
                <a:moveTo>
                  <a:pt x="395" y="123"/>
                </a:moveTo>
                <a:lnTo>
                  <a:pt x="380" y="127"/>
                </a:lnTo>
                <a:lnTo>
                  <a:pt x="366" y="136"/>
                </a:lnTo>
                <a:lnTo>
                  <a:pt x="355" y="148"/>
                </a:lnTo>
                <a:lnTo>
                  <a:pt x="348" y="157"/>
                </a:lnTo>
                <a:lnTo>
                  <a:pt x="342" y="165"/>
                </a:lnTo>
                <a:lnTo>
                  <a:pt x="340" y="168"/>
                </a:lnTo>
                <a:lnTo>
                  <a:pt x="340" y="477"/>
                </a:lnTo>
                <a:lnTo>
                  <a:pt x="223" y="397"/>
                </a:lnTo>
                <a:lnTo>
                  <a:pt x="204" y="384"/>
                </a:lnTo>
                <a:lnTo>
                  <a:pt x="187" y="378"/>
                </a:lnTo>
                <a:lnTo>
                  <a:pt x="174" y="380"/>
                </a:lnTo>
                <a:lnTo>
                  <a:pt x="162" y="384"/>
                </a:lnTo>
                <a:lnTo>
                  <a:pt x="155" y="390"/>
                </a:lnTo>
                <a:lnTo>
                  <a:pt x="153" y="391"/>
                </a:lnTo>
                <a:lnTo>
                  <a:pt x="151" y="395"/>
                </a:lnTo>
                <a:lnTo>
                  <a:pt x="147" y="407"/>
                </a:lnTo>
                <a:lnTo>
                  <a:pt x="147" y="420"/>
                </a:lnTo>
                <a:lnTo>
                  <a:pt x="149" y="437"/>
                </a:lnTo>
                <a:lnTo>
                  <a:pt x="162" y="452"/>
                </a:lnTo>
                <a:lnTo>
                  <a:pt x="342" y="601"/>
                </a:lnTo>
                <a:lnTo>
                  <a:pt x="179" y="736"/>
                </a:lnTo>
                <a:lnTo>
                  <a:pt x="177" y="738"/>
                </a:lnTo>
                <a:lnTo>
                  <a:pt x="170" y="741"/>
                </a:lnTo>
                <a:lnTo>
                  <a:pt x="162" y="751"/>
                </a:lnTo>
                <a:lnTo>
                  <a:pt x="155" y="762"/>
                </a:lnTo>
                <a:lnTo>
                  <a:pt x="149" y="779"/>
                </a:lnTo>
                <a:lnTo>
                  <a:pt x="149" y="800"/>
                </a:lnTo>
                <a:lnTo>
                  <a:pt x="164" y="811"/>
                </a:lnTo>
                <a:lnTo>
                  <a:pt x="179" y="813"/>
                </a:lnTo>
                <a:lnTo>
                  <a:pt x="194" y="813"/>
                </a:lnTo>
                <a:lnTo>
                  <a:pt x="208" y="808"/>
                </a:lnTo>
                <a:lnTo>
                  <a:pt x="215" y="804"/>
                </a:lnTo>
                <a:lnTo>
                  <a:pt x="219" y="802"/>
                </a:lnTo>
                <a:lnTo>
                  <a:pt x="342" y="692"/>
                </a:lnTo>
                <a:lnTo>
                  <a:pt x="342" y="1042"/>
                </a:lnTo>
                <a:lnTo>
                  <a:pt x="344" y="1057"/>
                </a:lnTo>
                <a:lnTo>
                  <a:pt x="351" y="1067"/>
                </a:lnTo>
                <a:lnTo>
                  <a:pt x="363" y="1072"/>
                </a:lnTo>
                <a:lnTo>
                  <a:pt x="376" y="1072"/>
                </a:lnTo>
                <a:lnTo>
                  <a:pt x="389" y="1070"/>
                </a:lnTo>
                <a:lnTo>
                  <a:pt x="404" y="1067"/>
                </a:lnTo>
                <a:lnTo>
                  <a:pt x="417" y="1063"/>
                </a:lnTo>
                <a:lnTo>
                  <a:pt x="429" y="1057"/>
                </a:lnTo>
                <a:lnTo>
                  <a:pt x="436" y="1055"/>
                </a:lnTo>
                <a:lnTo>
                  <a:pt x="438" y="1053"/>
                </a:lnTo>
                <a:lnTo>
                  <a:pt x="694" y="857"/>
                </a:lnTo>
                <a:lnTo>
                  <a:pt x="703" y="843"/>
                </a:lnTo>
                <a:lnTo>
                  <a:pt x="707" y="830"/>
                </a:lnTo>
                <a:lnTo>
                  <a:pt x="705" y="819"/>
                </a:lnTo>
                <a:lnTo>
                  <a:pt x="699" y="808"/>
                </a:lnTo>
                <a:lnTo>
                  <a:pt x="695" y="800"/>
                </a:lnTo>
                <a:lnTo>
                  <a:pt x="694" y="798"/>
                </a:lnTo>
                <a:lnTo>
                  <a:pt x="448" y="613"/>
                </a:lnTo>
                <a:lnTo>
                  <a:pt x="438" y="598"/>
                </a:lnTo>
                <a:lnTo>
                  <a:pt x="434" y="586"/>
                </a:lnTo>
                <a:lnTo>
                  <a:pt x="434" y="579"/>
                </a:lnTo>
                <a:lnTo>
                  <a:pt x="440" y="575"/>
                </a:lnTo>
                <a:lnTo>
                  <a:pt x="444" y="573"/>
                </a:lnTo>
                <a:lnTo>
                  <a:pt x="452" y="571"/>
                </a:lnTo>
                <a:lnTo>
                  <a:pt x="455" y="573"/>
                </a:lnTo>
                <a:lnTo>
                  <a:pt x="457" y="573"/>
                </a:lnTo>
                <a:lnTo>
                  <a:pt x="686" y="412"/>
                </a:lnTo>
                <a:lnTo>
                  <a:pt x="699" y="401"/>
                </a:lnTo>
                <a:lnTo>
                  <a:pt x="707" y="388"/>
                </a:lnTo>
                <a:lnTo>
                  <a:pt x="707" y="374"/>
                </a:lnTo>
                <a:lnTo>
                  <a:pt x="705" y="363"/>
                </a:lnTo>
                <a:lnTo>
                  <a:pt x="701" y="354"/>
                </a:lnTo>
                <a:lnTo>
                  <a:pt x="697" y="346"/>
                </a:lnTo>
                <a:lnTo>
                  <a:pt x="695" y="344"/>
                </a:lnTo>
                <a:lnTo>
                  <a:pt x="431" y="132"/>
                </a:lnTo>
                <a:lnTo>
                  <a:pt x="412" y="123"/>
                </a:lnTo>
                <a:lnTo>
                  <a:pt x="395" y="123"/>
                </a:lnTo>
                <a:close/>
                <a:moveTo>
                  <a:pt x="298" y="0"/>
                </a:moveTo>
                <a:lnTo>
                  <a:pt x="556" y="0"/>
                </a:lnTo>
                <a:lnTo>
                  <a:pt x="610" y="4"/>
                </a:lnTo>
                <a:lnTo>
                  <a:pt x="661" y="19"/>
                </a:lnTo>
                <a:lnTo>
                  <a:pt x="707" y="42"/>
                </a:lnTo>
                <a:lnTo>
                  <a:pt x="750" y="70"/>
                </a:lnTo>
                <a:lnTo>
                  <a:pt x="786" y="106"/>
                </a:lnTo>
                <a:lnTo>
                  <a:pt x="815" y="148"/>
                </a:lnTo>
                <a:lnTo>
                  <a:pt x="837" y="195"/>
                </a:lnTo>
                <a:lnTo>
                  <a:pt x="850" y="246"/>
                </a:lnTo>
                <a:lnTo>
                  <a:pt x="856" y="301"/>
                </a:lnTo>
                <a:lnTo>
                  <a:pt x="856" y="900"/>
                </a:lnTo>
                <a:lnTo>
                  <a:pt x="850" y="953"/>
                </a:lnTo>
                <a:lnTo>
                  <a:pt x="837" y="1004"/>
                </a:lnTo>
                <a:lnTo>
                  <a:pt x="815" y="1051"/>
                </a:lnTo>
                <a:lnTo>
                  <a:pt x="786" y="1093"/>
                </a:lnTo>
                <a:lnTo>
                  <a:pt x="750" y="1129"/>
                </a:lnTo>
                <a:lnTo>
                  <a:pt x="707" y="1159"/>
                </a:lnTo>
                <a:lnTo>
                  <a:pt x="661" y="1182"/>
                </a:lnTo>
                <a:lnTo>
                  <a:pt x="610" y="1195"/>
                </a:lnTo>
                <a:lnTo>
                  <a:pt x="556" y="1201"/>
                </a:lnTo>
                <a:lnTo>
                  <a:pt x="298" y="1201"/>
                </a:lnTo>
                <a:lnTo>
                  <a:pt x="245" y="1195"/>
                </a:lnTo>
                <a:lnTo>
                  <a:pt x="194" y="1182"/>
                </a:lnTo>
                <a:lnTo>
                  <a:pt x="147" y="1159"/>
                </a:lnTo>
                <a:lnTo>
                  <a:pt x="105" y="1129"/>
                </a:lnTo>
                <a:lnTo>
                  <a:pt x="70" y="1093"/>
                </a:lnTo>
                <a:lnTo>
                  <a:pt x="39" y="1051"/>
                </a:lnTo>
                <a:lnTo>
                  <a:pt x="18" y="1004"/>
                </a:lnTo>
                <a:lnTo>
                  <a:pt x="3" y="953"/>
                </a:lnTo>
                <a:lnTo>
                  <a:pt x="0" y="900"/>
                </a:lnTo>
                <a:lnTo>
                  <a:pt x="0" y="301"/>
                </a:lnTo>
                <a:lnTo>
                  <a:pt x="3" y="246"/>
                </a:lnTo>
                <a:lnTo>
                  <a:pt x="18" y="195"/>
                </a:lnTo>
                <a:lnTo>
                  <a:pt x="39" y="148"/>
                </a:lnTo>
                <a:lnTo>
                  <a:pt x="70" y="106"/>
                </a:lnTo>
                <a:lnTo>
                  <a:pt x="105" y="70"/>
                </a:lnTo>
                <a:lnTo>
                  <a:pt x="147" y="42"/>
                </a:lnTo>
                <a:lnTo>
                  <a:pt x="194" y="19"/>
                </a:lnTo>
                <a:lnTo>
                  <a:pt x="245" y="4"/>
                </a:lnTo>
                <a:lnTo>
                  <a:pt x="29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4412940" y="1528608"/>
            <a:ext cx="1080000" cy="488293"/>
          </a:xfrm>
          <a:custGeom>
            <a:avLst/>
            <a:gdLst>
              <a:gd name="T0" fmla="*/ 1008 w 1201"/>
              <a:gd name="T1" fmla="*/ 386 h 543"/>
              <a:gd name="T2" fmla="*/ 466 w 1201"/>
              <a:gd name="T3" fmla="*/ 233 h 543"/>
              <a:gd name="T4" fmla="*/ 503 w 1201"/>
              <a:gd name="T5" fmla="*/ 233 h 543"/>
              <a:gd name="T6" fmla="*/ 1008 w 1201"/>
              <a:gd name="T7" fmla="*/ 155 h 543"/>
              <a:gd name="T8" fmla="*/ 970 w 1201"/>
              <a:gd name="T9" fmla="*/ 155 h 543"/>
              <a:gd name="T10" fmla="*/ 931 w 1201"/>
              <a:gd name="T11" fmla="*/ 193 h 543"/>
              <a:gd name="T12" fmla="*/ 910 w 1201"/>
              <a:gd name="T13" fmla="*/ 234 h 543"/>
              <a:gd name="T14" fmla="*/ 812 w 1201"/>
              <a:gd name="T15" fmla="*/ 386 h 543"/>
              <a:gd name="T16" fmla="*/ 466 w 1201"/>
              <a:gd name="T17" fmla="*/ 155 h 543"/>
              <a:gd name="T18" fmla="*/ 503 w 1201"/>
              <a:gd name="T19" fmla="*/ 155 h 543"/>
              <a:gd name="T20" fmla="*/ 180 w 1201"/>
              <a:gd name="T21" fmla="*/ 386 h 543"/>
              <a:gd name="T22" fmla="*/ 333 w 1201"/>
              <a:gd name="T23" fmla="*/ 386 h 543"/>
              <a:gd name="T24" fmla="*/ 398 w 1201"/>
              <a:gd name="T25" fmla="*/ 155 h 543"/>
              <a:gd name="T26" fmla="*/ 256 w 1201"/>
              <a:gd name="T27" fmla="*/ 155 h 543"/>
              <a:gd name="T28" fmla="*/ 121 w 1201"/>
              <a:gd name="T29" fmla="*/ 155 h 543"/>
              <a:gd name="T30" fmla="*/ 740 w 1201"/>
              <a:gd name="T31" fmla="*/ 38 h 543"/>
              <a:gd name="T32" fmla="*/ 734 w 1201"/>
              <a:gd name="T33" fmla="*/ 38 h 543"/>
              <a:gd name="T34" fmla="*/ 664 w 1201"/>
              <a:gd name="T35" fmla="*/ 59 h 543"/>
              <a:gd name="T36" fmla="*/ 628 w 1201"/>
              <a:gd name="T37" fmla="*/ 125 h 543"/>
              <a:gd name="T38" fmla="*/ 619 w 1201"/>
              <a:gd name="T39" fmla="*/ 236 h 543"/>
              <a:gd name="T40" fmla="*/ 613 w 1201"/>
              <a:gd name="T41" fmla="*/ 325 h 543"/>
              <a:gd name="T42" fmla="*/ 577 w 1201"/>
              <a:gd name="T43" fmla="*/ 414 h 543"/>
              <a:gd name="T44" fmla="*/ 466 w 1201"/>
              <a:gd name="T45" fmla="*/ 503 h 543"/>
              <a:gd name="T46" fmla="*/ 460 w 1201"/>
              <a:gd name="T47" fmla="*/ 503 h 543"/>
              <a:gd name="T48" fmla="*/ 543 w 1201"/>
              <a:gd name="T49" fmla="*/ 505 h 543"/>
              <a:gd name="T50" fmla="*/ 681 w 1201"/>
              <a:gd name="T51" fmla="*/ 505 h 543"/>
              <a:gd name="T52" fmla="*/ 834 w 1201"/>
              <a:gd name="T53" fmla="*/ 503 h 543"/>
              <a:gd name="T54" fmla="*/ 967 w 1201"/>
              <a:gd name="T55" fmla="*/ 503 h 543"/>
              <a:gd name="T56" fmla="*/ 1040 w 1201"/>
              <a:gd name="T57" fmla="*/ 503 h 543"/>
              <a:gd name="T58" fmla="*/ 1105 w 1201"/>
              <a:gd name="T59" fmla="*/ 488 h 543"/>
              <a:gd name="T60" fmla="*/ 1158 w 1201"/>
              <a:gd name="T61" fmla="*/ 418 h 543"/>
              <a:gd name="T62" fmla="*/ 1158 w 1201"/>
              <a:gd name="T63" fmla="*/ 123 h 543"/>
              <a:gd name="T64" fmla="*/ 1105 w 1201"/>
              <a:gd name="T65" fmla="*/ 55 h 543"/>
              <a:gd name="T66" fmla="*/ 1040 w 1201"/>
              <a:gd name="T67" fmla="*/ 38 h 543"/>
              <a:gd name="T68" fmla="*/ 970 w 1201"/>
              <a:gd name="T69" fmla="*/ 38 h 543"/>
              <a:gd name="T70" fmla="*/ 861 w 1201"/>
              <a:gd name="T71" fmla="*/ 38 h 543"/>
              <a:gd name="T72" fmla="*/ 155 w 1201"/>
              <a:gd name="T73" fmla="*/ 0 h 543"/>
              <a:gd name="T74" fmla="*/ 1124 w 1201"/>
              <a:gd name="T75" fmla="*/ 21 h 543"/>
              <a:gd name="T76" fmla="*/ 1195 w 1201"/>
              <a:gd name="T77" fmla="*/ 113 h 543"/>
              <a:gd name="T78" fmla="*/ 1195 w 1201"/>
              <a:gd name="T79" fmla="*/ 427 h 543"/>
              <a:gd name="T80" fmla="*/ 1124 w 1201"/>
              <a:gd name="T81" fmla="*/ 520 h 543"/>
              <a:gd name="T82" fmla="*/ 155 w 1201"/>
              <a:gd name="T83" fmla="*/ 543 h 543"/>
              <a:gd name="T84" fmla="*/ 46 w 1201"/>
              <a:gd name="T85" fmla="*/ 497 h 543"/>
              <a:gd name="T86" fmla="*/ 0 w 1201"/>
              <a:gd name="T87" fmla="*/ 388 h 543"/>
              <a:gd name="T88" fmla="*/ 21 w 1201"/>
              <a:gd name="T89" fmla="*/ 76 h 543"/>
              <a:gd name="T90" fmla="*/ 114 w 1201"/>
              <a:gd name="T91" fmla="*/ 6 h 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1" h="543">
                <a:moveTo>
                  <a:pt x="970" y="233"/>
                </a:moveTo>
                <a:lnTo>
                  <a:pt x="1008" y="233"/>
                </a:lnTo>
                <a:lnTo>
                  <a:pt x="1008" y="386"/>
                </a:lnTo>
                <a:lnTo>
                  <a:pt x="970" y="386"/>
                </a:lnTo>
                <a:lnTo>
                  <a:pt x="970" y="233"/>
                </a:lnTo>
                <a:close/>
                <a:moveTo>
                  <a:pt x="466" y="233"/>
                </a:moveTo>
                <a:lnTo>
                  <a:pt x="466" y="390"/>
                </a:lnTo>
                <a:lnTo>
                  <a:pt x="503" y="390"/>
                </a:lnTo>
                <a:lnTo>
                  <a:pt x="503" y="233"/>
                </a:lnTo>
                <a:lnTo>
                  <a:pt x="466" y="233"/>
                </a:lnTo>
                <a:close/>
                <a:moveTo>
                  <a:pt x="970" y="155"/>
                </a:moveTo>
                <a:lnTo>
                  <a:pt x="1008" y="155"/>
                </a:lnTo>
                <a:lnTo>
                  <a:pt x="1008" y="193"/>
                </a:lnTo>
                <a:lnTo>
                  <a:pt x="970" y="193"/>
                </a:lnTo>
                <a:lnTo>
                  <a:pt x="970" y="155"/>
                </a:lnTo>
                <a:close/>
                <a:moveTo>
                  <a:pt x="757" y="155"/>
                </a:moveTo>
                <a:lnTo>
                  <a:pt x="931" y="155"/>
                </a:lnTo>
                <a:lnTo>
                  <a:pt x="931" y="193"/>
                </a:lnTo>
                <a:lnTo>
                  <a:pt x="812" y="193"/>
                </a:lnTo>
                <a:lnTo>
                  <a:pt x="812" y="234"/>
                </a:lnTo>
                <a:lnTo>
                  <a:pt x="910" y="234"/>
                </a:lnTo>
                <a:lnTo>
                  <a:pt x="910" y="272"/>
                </a:lnTo>
                <a:lnTo>
                  <a:pt x="812" y="272"/>
                </a:lnTo>
                <a:lnTo>
                  <a:pt x="812" y="386"/>
                </a:lnTo>
                <a:lnTo>
                  <a:pt x="757" y="386"/>
                </a:lnTo>
                <a:lnTo>
                  <a:pt x="757" y="155"/>
                </a:lnTo>
                <a:close/>
                <a:moveTo>
                  <a:pt x="466" y="155"/>
                </a:moveTo>
                <a:lnTo>
                  <a:pt x="466" y="195"/>
                </a:lnTo>
                <a:lnTo>
                  <a:pt x="503" y="195"/>
                </a:lnTo>
                <a:lnTo>
                  <a:pt x="503" y="155"/>
                </a:lnTo>
                <a:lnTo>
                  <a:pt x="466" y="155"/>
                </a:lnTo>
                <a:close/>
                <a:moveTo>
                  <a:pt x="121" y="155"/>
                </a:moveTo>
                <a:lnTo>
                  <a:pt x="180" y="386"/>
                </a:lnTo>
                <a:lnTo>
                  <a:pt x="235" y="386"/>
                </a:lnTo>
                <a:lnTo>
                  <a:pt x="284" y="221"/>
                </a:lnTo>
                <a:lnTo>
                  <a:pt x="333" y="386"/>
                </a:lnTo>
                <a:lnTo>
                  <a:pt x="388" y="386"/>
                </a:lnTo>
                <a:lnTo>
                  <a:pt x="449" y="155"/>
                </a:lnTo>
                <a:lnTo>
                  <a:pt x="398" y="155"/>
                </a:lnTo>
                <a:lnTo>
                  <a:pt x="360" y="333"/>
                </a:lnTo>
                <a:lnTo>
                  <a:pt x="316" y="155"/>
                </a:lnTo>
                <a:lnTo>
                  <a:pt x="256" y="155"/>
                </a:lnTo>
                <a:lnTo>
                  <a:pt x="210" y="329"/>
                </a:lnTo>
                <a:lnTo>
                  <a:pt x="172" y="155"/>
                </a:lnTo>
                <a:lnTo>
                  <a:pt x="121" y="155"/>
                </a:lnTo>
                <a:close/>
                <a:moveTo>
                  <a:pt x="789" y="38"/>
                </a:moveTo>
                <a:lnTo>
                  <a:pt x="761" y="38"/>
                </a:lnTo>
                <a:lnTo>
                  <a:pt x="740" y="38"/>
                </a:lnTo>
                <a:lnTo>
                  <a:pt x="727" y="38"/>
                </a:lnTo>
                <a:lnTo>
                  <a:pt x="725" y="38"/>
                </a:lnTo>
                <a:lnTo>
                  <a:pt x="734" y="38"/>
                </a:lnTo>
                <a:lnTo>
                  <a:pt x="706" y="42"/>
                </a:lnTo>
                <a:lnTo>
                  <a:pt x="683" y="49"/>
                </a:lnTo>
                <a:lnTo>
                  <a:pt x="664" y="59"/>
                </a:lnTo>
                <a:lnTo>
                  <a:pt x="649" y="76"/>
                </a:lnTo>
                <a:lnTo>
                  <a:pt x="638" y="96"/>
                </a:lnTo>
                <a:lnTo>
                  <a:pt x="628" y="125"/>
                </a:lnTo>
                <a:lnTo>
                  <a:pt x="623" y="161"/>
                </a:lnTo>
                <a:lnTo>
                  <a:pt x="621" y="206"/>
                </a:lnTo>
                <a:lnTo>
                  <a:pt x="619" y="236"/>
                </a:lnTo>
                <a:lnTo>
                  <a:pt x="617" y="265"/>
                </a:lnTo>
                <a:lnTo>
                  <a:pt x="617" y="295"/>
                </a:lnTo>
                <a:lnTo>
                  <a:pt x="613" y="325"/>
                </a:lnTo>
                <a:lnTo>
                  <a:pt x="607" y="354"/>
                </a:lnTo>
                <a:lnTo>
                  <a:pt x="596" y="384"/>
                </a:lnTo>
                <a:lnTo>
                  <a:pt x="577" y="414"/>
                </a:lnTo>
                <a:lnTo>
                  <a:pt x="551" y="443"/>
                </a:lnTo>
                <a:lnTo>
                  <a:pt x="515" y="473"/>
                </a:lnTo>
                <a:lnTo>
                  <a:pt x="466" y="503"/>
                </a:lnTo>
                <a:lnTo>
                  <a:pt x="450" y="503"/>
                </a:lnTo>
                <a:lnTo>
                  <a:pt x="450" y="503"/>
                </a:lnTo>
                <a:lnTo>
                  <a:pt x="460" y="503"/>
                </a:lnTo>
                <a:lnTo>
                  <a:pt x="479" y="505"/>
                </a:lnTo>
                <a:lnTo>
                  <a:pt x="507" y="505"/>
                </a:lnTo>
                <a:lnTo>
                  <a:pt x="543" y="505"/>
                </a:lnTo>
                <a:lnTo>
                  <a:pt x="585" y="505"/>
                </a:lnTo>
                <a:lnTo>
                  <a:pt x="632" y="505"/>
                </a:lnTo>
                <a:lnTo>
                  <a:pt x="681" y="505"/>
                </a:lnTo>
                <a:lnTo>
                  <a:pt x="732" y="505"/>
                </a:lnTo>
                <a:lnTo>
                  <a:pt x="783" y="503"/>
                </a:lnTo>
                <a:lnTo>
                  <a:pt x="834" y="503"/>
                </a:lnTo>
                <a:lnTo>
                  <a:pt x="882" y="503"/>
                </a:lnTo>
                <a:lnTo>
                  <a:pt x="927" y="503"/>
                </a:lnTo>
                <a:lnTo>
                  <a:pt x="967" y="503"/>
                </a:lnTo>
                <a:lnTo>
                  <a:pt x="999" y="503"/>
                </a:lnTo>
                <a:lnTo>
                  <a:pt x="1023" y="503"/>
                </a:lnTo>
                <a:lnTo>
                  <a:pt x="1040" y="503"/>
                </a:lnTo>
                <a:lnTo>
                  <a:pt x="1046" y="503"/>
                </a:lnTo>
                <a:lnTo>
                  <a:pt x="1076" y="499"/>
                </a:lnTo>
                <a:lnTo>
                  <a:pt x="1105" y="488"/>
                </a:lnTo>
                <a:lnTo>
                  <a:pt x="1127" y="469"/>
                </a:lnTo>
                <a:lnTo>
                  <a:pt x="1146" y="446"/>
                </a:lnTo>
                <a:lnTo>
                  <a:pt x="1158" y="418"/>
                </a:lnTo>
                <a:lnTo>
                  <a:pt x="1161" y="388"/>
                </a:lnTo>
                <a:lnTo>
                  <a:pt x="1161" y="155"/>
                </a:lnTo>
                <a:lnTo>
                  <a:pt x="1158" y="123"/>
                </a:lnTo>
                <a:lnTo>
                  <a:pt x="1146" y="96"/>
                </a:lnTo>
                <a:lnTo>
                  <a:pt x="1127" y="72"/>
                </a:lnTo>
                <a:lnTo>
                  <a:pt x="1105" y="55"/>
                </a:lnTo>
                <a:lnTo>
                  <a:pt x="1076" y="43"/>
                </a:lnTo>
                <a:lnTo>
                  <a:pt x="1046" y="38"/>
                </a:lnTo>
                <a:lnTo>
                  <a:pt x="1040" y="38"/>
                </a:lnTo>
                <a:lnTo>
                  <a:pt x="1025" y="38"/>
                </a:lnTo>
                <a:lnTo>
                  <a:pt x="1001" y="38"/>
                </a:lnTo>
                <a:lnTo>
                  <a:pt x="970" y="38"/>
                </a:lnTo>
                <a:lnTo>
                  <a:pt x="936" y="38"/>
                </a:lnTo>
                <a:lnTo>
                  <a:pt x="899" y="38"/>
                </a:lnTo>
                <a:lnTo>
                  <a:pt x="861" y="38"/>
                </a:lnTo>
                <a:lnTo>
                  <a:pt x="823" y="38"/>
                </a:lnTo>
                <a:lnTo>
                  <a:pt x="789" y="38"/>
                </a:lnTo>
                <a:close/>
                <a:moveTo>
                  <a:pt x="155" y="0"/>
                </a:moveTo>
                <a:lnTo>
                  <a:pt x="1046" y="0"/>
                </a:lnTo>
                <a:lnTo>
                  <a:pt x="1088" y="6"/>
                </a:lnTo>
                <a:lnTo>
                  <a:pt x="1124" y="21"/>
                </a:lnTo>
                <a:lnTo>
                  <a:pt x="1156" y="45"/>
                </a:lnTo>
                <a:lnTo>
                  <a:pt x="1180" y="76"/>
                </a:lnTo>
                <a:lnTo>
                  <a:pt x="1195" y="113"/>
                </a:lnTo>
                <a:lnTo>
                  <a:pt x="1201" y="155"/>
                </a:lnTo>
                <a:lnTo>
                  <a:pt x="1201" y="388"/>
                </a:lnTo>
                <a:lnTo>
                  <a:pt x="1195" y="427"/>
                </a:lnTo>
                <a:lnTo>
                  <a:pt x="1180" y="465"/>
                </a:lnTo>
                <a:lnTo>
                  <a:pt x="1156" y="497"/>
                </a:lnTo>
                <a:lnTo>
                  <a:pt x="1124" y="520"/>
                </a:lnTo>
                <a:lnTo>
                  <a:pt x="1088" y="537"/>
                </a:lnTo>
                <a:lnTo>
                  <a:pt x="1046" y="543"/>
                </a:lnTo>
                <a:lnTo>
                  <a:pt x="155" y="543"/>
                </a:lnTo>
                <a:lnTo>
                  <a:pt x="114" y="537"/>
                </a:lnTo>
                <a:lnTo>
                  <a:pt x="78" y="520"/>
                </a:lnTo>
                <a:lnTo>
                  <a:pt x="46" y="497"/>
                </a:lnTo>
                <a:lnTo>
                  <a:pt x="21" y="465"/>
                </a:lnTo>
                <a:lnTo>
                  <a:pt x="6" y="427"/>
                </a:lnTo>
                <a:lnTo>
                  <a:pt x="0" y="388"/>
                </a:lnTo>
                <a:lnTo>
                  <a:pt x="0" y="155"/>
                </a:lnTo>
                <a:lnTo>
                  <a:pt x="6" y="113"/>
                </a:lnTo>
                <a:lnTo>
                  <a:pt x="21" y="76"/>
                </a:lnTo>
                <a:lnTo>
                  <a:pt x="46" y="45"/>
                </a:lnTo>
                <a:lnTo>
                  <a:pt x="78" y="21"/>
                </a:lnTo>
                <a:lnTo>
                  <a:pt x="114" y="6"/>
                </a:lnTo>
                <a:lnTo>
                  <a:pt x="15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auto">
          <a:xfrm>
            <a:off x="6105248" y="1353905"/>
            <a:ext cx="1080000" cy="837698"/>
          </a:xfrm>
          <a:custGeom>
            <a:avLst/>
            <a:gdLst>
              <a:gd name="T0" fmla="*/ 1006 w 1199"/>
              <a:gd name="T1" fmla="*/ 581 h 930"/>
              <a:gd name="T2" fmla="*/ 464 w 1199"/>
              <a:gd name="T3" fmla="*/ 426 h 930"/>
              <a:gd name="T4" fmla="*/ 503 w 1199"/>
              <a:gd name="T5" fmla="*/ 426 h 930"/>
              <a:gd name="T6" fmla="*/ 1006 w 1199"/>
              <a:gd name="T7" fmla="*/ 350 h 930"/>
              <a:gd name="T8" fmla="*/ 970 w 1199"/>
              <a:gd name="T9" fmla="*/ 350 h 930"/>
              <a:gd name="T10" fmla="*/ 927 w 1199"/>
              <a:gd name="T11" fmla="*/ 388 h 930"/>
              <a:gd name="T12" fmla="*/ 912 w 1199"/>
              <a:gd name="T13" fmla="*/ 426 h 930"/>
              <a:gd name="T14" fmla="*/ 811 w 1199"/>
              <a:gd name="T15" fmla="*/ 581 h 930"/>
              <a:gd name="T16" fmla="*/ 464 w 1199"/>
              <a:gd name="T17" fmla="*/ 348 h 930"/>
              <a:gd name="T18" fmla="*/ 503 w 1199"/>
              <a:gd name="T19" fmla="*/ 348 h 930"/>
              <a:gd name="T20" fmla="*/ 180 w 1199"/>
              <a:gd name="T21" fmla="*/ 581 h 930"/>
              <a:gd name="T22" fmla="*/ 333 w 1199"/>
              <a:gd name="T23" fmla="*/ 581 h 930"/>
              <a:gd name="T24" fmla="*/ 395 w 1199"/>
              <a:gd name="T25" fmla="*/ 348 h 930"/>
              <a:gd name="T26" fmla="*/ 254 w 1199"/>
              <a:gd name="T27" fmla="*/ 348 h 930"/>
              <a:gd name="T28" fmla="*/ 119 w 1199"/>
              <a:gd name="T29" fmla="*/ 348 h 930"/>
              <a:gd name="T30" fmla="*/ 738 w 1199"/>
              <a:gd name="T31" fmla="*/ 233 h 930"/>
              <a:gd name="T32" fmla="*/ 734 w 1199"/>
              <a:gd name="T33" fmla="*/ 233 h 930"/>
              <a:gd name="T34" fmla="*/ 662 w 1199"/>
              <a:gd name="T35" fmla="*/ 253 h 930"/>
              <a:gd name="T36" fmla="*/ 628 w 1199"/>
              <a:gd name="T37" fmla="*/ 320 h 930"/>
              <a:gd name="T38" fmla="*/ 617 w 1199"/>
              <a:gd name="T39" fmla="*/ 431 h 930"/>
              <a:gd name="T40" fmla="*/ 613 w 1199"/>
              <a:gd name="T41" fmla="*/ 520 h 930"/>
              <a:gd name="T42" fmla="*/ 577 w 1199"/>
              <a:gd name="T43" fmla="*/ 609 h 930"/>
              <a:gd name="T44" fmla="*/ 465 w 1199"/>
              <a:gd name="T45" fmla="*/ 698 h 930"/>
              <a:gd name="T46" fmla="*/ 458 w 1199"/>
              <a:gd name="T47" fmla="*/ 698 h 930"/>
              <a:gd name="T48" fmla="*/ 543 w 1199"/>
              <a:gd name="T49" fmla="*/ 700 h 930"/>
              <a:gd name="T50" fmla="*/ 679 w 1199"/>
              <a:gd name="T51" fmla="*/ 700 h 930"/>
              <a:gd name="T52" fmla="*/ 832 w 1199"/>
              <a:gd name="T53" fmla="*/ 698 h 930"/>
              <a:gd name="T54" fmla="*/ 965 w 1199"/>
              <a:gd name="T55" fmla="*/ 698 h 930"/>
              <a:gd name="T56" fmla="*/ 1040 w 1199"/>
              <a:gd name="T57" fmla="*/ 698 h 930"/>
              <a:gd name="T58" fmla="*/ 1105 w 1199"/>
              <a:gd name="T59" fmla="*/ 683 h 930"/>
              <a:gd name="T60" fmla="*/ 1158 w 1199"/>
              <a:gd name="T61" fmla="*/ 613 h 930"/>
              <a:gd name="T62" fmla="*/ 1158 w 1199"/>
              <a:gd name="T63" fmla="*/ 318 h 930"/>
              <a:gd name="T64" fmla="*/ 1105 w 1199"/>
              <a:gd name="T65" fmla="*/ 250 h 930"/>
              <a:gd name="T66" fmla="*/ 1040 w 1199"/>
              <a:gd name="T67" fmla="*/ 233 h 930"/>
              <a:gd name="T68" fmla="*/ 968 w 1199"/>
              <a:gd name="T69" fmla="*/ 233 h 930"/>
              <a:gd name="T70" fmla="*/ 859 w 1199"/>
              <a:gd name="T71" fmla="*/ 233 h 930"/>
              <a:gd name="T72" fmla="*/ 624 w 1199"/>
              <a:gd name="T73" fmla="*/ 0 h 930"/>
              <a:gd name="T74" fmla="*/ 804 w 1199"/>
              <a:gd name="T75" fmla="*/ 40 h 930"/>
              <a:gd name="T76" fmla="*/ 934 w 1199"/>
              <a:gd name="T77" fmla="*/ 144 h 930"/>
              <a:gd name="T78" fmla="*/ 1016 w 1199"/>
              <a:gd name="T79" fmla="*/ 195 h 930"/>
              <a:gd name="T80" fmla="*/ 1093 w 1199"/>
              <a:gd name="T81" fmla="*/ 195 h 930"/>
              <a:gd name="T82" fmla="*/ 1150 w 1199"/>
              <a:gd name="T83" fmla="*/ 206 h 930"/>
              <a:gd name="T84" fmla="*/ 1190 w 1199"/>
              <a:gd name="T85" fmla="*/ 263 h 930"/>
              <a:gd name="T86" fmla="*/ 1199 w 1199"/>
              <a:gd name="T87" fmla="*/ 350 h 930"/>
              <a:gd name="T88" fmla="*/ 1178 w 1199"/>
              <a:gd name="T89" fmla="*/ 660 h 930"/>
              <a:gd name="T90" fmla="*/ 1086 w 1199"/>
              <a:gd name="T91" fmla="*/ 732 h 930"/>
              <a:gd name="T92" fmla="*/ 963 w 1199"/>
              <a:gd name="T93" fmla="*/ 741 h 930"/>
              <a:gd name="T94" fmla="*/ 874 w 1199"/>
              <a:gd name="T95" fmla="*/ 847 h 930"/>
              <a:gd name="T96" fmla="*/ 726 w 1199"/>
              <a:gd name="T97" fmla="*/ 915 h 930"/>
              <a:gd name="T98" fmla="*/ 545 w 1199"/>
              <a:gd name="T99" fmla="*/ 925 h 930"/>
              <a:gd name="T100" fmla="*/ 371 w 1199"/>
              <a:gd name="T101" fmla="*/ 857 h 930"/>
              <a:gd name="T102" fmla="*/ 271 w 1199"/>
              <a:gd name="T103" fmla="*/ 743 h 930"/>
              <a:gd name="T104" fmla="*/ 114 w 1199"/>
              <a:gd name="T105" fmla="*/ 732 h 930"/>
              <a:gd name="T106" fmla="*/ 21 w 1199"/>
              <a:gd name="T107" fmla="*/ 660 h 930"/>
              <a:gd name="T108" fmla="*/ 0 w 1199"/>
              <a:gd name="T109" fmla="*/ 350 h 930"/>
              <a:gd name="T110" fmla="*/ 46 w 1199"/>
              <a:gd name="T111" fmla="*/ 240 h 930"/>
              <a:gd name="T112" fmla="*/ 155 w 1199"/>
              <a:gd name="T113" fmla="*/ 195 h 930"/>
              <a:gd name="T114" fmla="*/ 265 w 1199"/>
              <a:gd name="T115" fmla="*/ 195 h 930"/>
              <a:gd name="T116" fmla="*/ 341 w 1199"/>
              <a:gd name="T117" fmla="*/ 104 h 930"/>
              <a:gd name="T118" fmla="*/ 496 w 1199"/>
              <a:gd name="T119" fmla="*/ 19 h 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9" h="930">
                <a:moveTo>
                  <a:pt x="970" y="427"/>
                </a:moveTo>
                <a:lnTo>
                  <a:pt x="1006" y="427"/>
                </a:lnTo>
                <a:lnTo>
                  <a:pt x="1006" y="581"/>
                </a:lnTo>
                <a:lnTo>
                  <a:pt x="970" y="581"/>
                </a:lnTo>
                <a:lnTo>
                  <a:pt x="970" y="427"/>
                </a:lnTo>
                <a:close/>
                <a:moveTo>
                  <a:pt x="464" y="426"/>
                </a:moveTo>
                <a:lnTo>
                  <a:pt x="464" y="584"/>
                </a:lnTo>
                <a:lnTo>
                  <a:pt x="503" y="584"/>
                </a:lnTo>
                <a:lnTo>
                  <a:pt x="503" y="426"/>
                </a:lnTo>
                <a:lnTo>
                  <a:pt x="464" y="426"/>
                </a:lnTo>
                <a:close/>
                <a:moveTo>
                  <a:pt x="970" y="350"/>
                </a:moveTo>
                <a:lnTo>
                  <a:pt x="1006" y="350"/>
                </a:lnTo>
                <a:lnTo>
                  <a:pt x="1006" y="388"/>
                </a:lnTo>
                <a:lnTo>
                  <a:pt x="970" y="388"/>
                </a:lnTo>
                <a:lnTo>
                  <a:pt x="970" y="350"/>
                </a:lnTo>
                <a:close/>
                <a:moveTo>
                  <a:pt x="755" y="350"/>
                </a:moveTo>
                <a:lnTo>
                  <a:pt x="927" y="350"/>
                </a:lnTo>
                <a:lnTo>
                  <a:pt x="927" y="388"/>
                </a:lnTo>
                <a:lnTo>
                  <a:pt x="811" y="388"/>
                </a:lnTo>
                <a:lnTo>
                  <a:pt x="811" y="426"/>
                </a:lnTo>
                <a:lnTo>
                  <a:pt x="912" y="426"/>
                </a:lnTo>
                <a:lnTo>
                  <a:pt x="912" y="465"/>
                </a:lnTo>
                <a:lnTo>
                  <a:pt x="811" y="465"/>
                </a:lnTo>
                <a:lnTo>
                  <a:pt x="811" y="581"/>
                </a:lnTo>
                <a:lnTo>
                  <a:pt x="755" y="581"/>
                </a:lnTo>
                <a:lnTo>
                  <a:pt x="755" y="350"/>
                </a:lnTo>
                <a:close/>
                <a:moveTo>
                  <a:pt x="464" y="348"/>
                </a:moveTo>
                <a:lnTo>
                  <a:pt x="464" y="390"/>
                </a:lnTo>
                <a:lnTo>
                  <a:pt x="503" y="390"/>
                </a:lnTo>
                <a:lnTo>
                  <a:pt x="503" y="348"/>
                </a:lnTo>
                <a:lnTo>
                  <a:pt x="464" y="348"/>
                </a:lnTo>
                <a:close/>
                <a:moveTo>
                  <a:pt x="119" y="348"/>
                </a:moveTo>
                <a:lnTo>
                  <a:pt x="180" y="581"/>
                </a:lnTo>
                <a:lnTo>
                  <a:pt x="235" y="581"/>
                </a:lnTo>
                <a:lnTo>
                  <a:pt x="284" y="416"/>
                </a:lnTo>
                <a:lnTo>
                  <a:pt x="333" y="581"/>
                </a:lnTo>
                <a:lnTo>
                  <a:pt x="386" y="581"/>
                </a:lnTo>
                <a:lnTo>
                  <a:pt x="447" y="348"/>
                </a:lnTo>
                <a:lnTo>
                  <a:pt x="395" y="348"/>
                </a:lnTo>
                <a:lnTo>
                  <a:pt x="358" y="528"/>
                </a:lnTo>
                <a:lnTo>
                  <a:pt x="314" y="348"/>
                </a:lnTo>
                <a:lnTo>
                  <a:pt x="254" y="348"/>
                </a:lnTo>
                <a:lnTo>
                  <a:pt x="208" y="524"/>
                </a:lnTo>
                <a:lnTo>
                  <a:pt x="170" y="348"/>
                </a:lnTo>
                <a:lnTo>
                  <a:pt x="119" y="348"/>
                </a:lnTo>
                <a:close/>
                <a:moveTo>
                  <a:pt x="789" y="233"/>
                </a:moveTo>
                <a:lnTo>
                  <a:pt x="760" y="233"/>
                </a:lnTo>
                <a:lnTo>
                  <a:pt x="738" y="233"/>
                </a:lnTo>
                <a:lnTo>
                  <a:pt x="725" y="233"/>
                </a:lnTo>
                <a:lnTo>
                  <a:pt x="723" y="233"/>
                </a:lnTo>
                <a:lnTo>
                  <a:pt x="734" y="233"/>
                </a:lnTo>
                <a:lnTo>
                  <a:pt x="706" y="236"/>
                </a:lnTo>
                <a:lnTo>
                  <a:pt x="681" y="244"/>
                </a:lnTo>
                <a:lnTo>
                  <a:pt x="662" y="253"/>
                </a:lnTo>
                <a:lnTo>
                  <a:pt x="647" y="270"/>
                </a:lnTo>
                <a:lnTo>
                  <a:pt x="636" y="291"/>
                </a:lnTo>
                <a:lnTo>
                  <a:pt x="628" y="320"/>
                </a:lnTo>
                <a:lnTo>
                  <a:pt x="622" y="356"/>
                </a:lnTo>
                <a:lnTo>
                  <a:pt x="619" y="401"/>
                </a:lnTo>
                <a:lnTo>
                  <a:pt x="617" y="431"/>
                </a:lnTo>
                <a:lnTo>
                  <a:pt x="617" y="460"/>
                </a:lnTo>
                <a:lnTo>
                  <a:pt x="615" y="490"/>
                </a:lnTo>
                <a:lnTo>
                  <a:pt x="613" y="520"/>
                </a:lnTo>
                <a:lnTo>
                  <a:pt x="605" y="548"/>
                </a:lnTo>
                <a:lnTo>
                  <a:pt x="594" y="579"/>
                </a:lnTo>
                <a:lnTo>
                  <a:pt x="577" y="609"/>
                </a:lnTo>
                <a:lnTo>
                  <a:pt x="549" y="637"/>
                </a:lnTo>
                <a:lnTo>
                  <a:pt x="513" y="668"/>
                </a:lnTo>
                <a:lnTo>
                  <a:pt x="465" y="698"/>
                </a:lnTo>
                <a:lnTo>
                  <a:pt x="450" y="698"/>
                </a:lnTo>
                <a:lnTo>
                  <a:pt x="448" y="698"/>
                </a:lnTo>
                <a:lnTo>
                  <a:pt x="458" y="698"/>
                </a:lnTo>
                <a:lnTo>
                  <a:pt x="479" y="700"/>
                </a:lnTo>
                <a:lnTo>
                  <a:pt x="507" y="700"/>
                </a:lnTo>
                <a:lnTo>
                  <a:pt x="543" y="700"/>
                </a:lnTo>
                <a:lnTo>
                  <a:pt x="585" y="700"/>
                </a:lnTo>
                <a:lnTo>
                  <a:pt x="630" y="700"/>
                </a:lnTo>
                <a:lnTo>
                  <a:pt x="679" y="700"/>
                </a:lnTo>
                <a:lnTo>
                  <a:pt x="730" y="700"/>
                </a:lnTo>
                <a:lnTo>
                  <a:pt x="781" y="698"/>
                </a:lnTo>
                <a:lnTo>
                  <a:pt x="832" y="698"/>
                </a:lnTo>
                <a:lnTo>
                  <a:pt x="881" y="698"/>
                </a:lnTo>
                <a:lnTo>
                  <a:pt x="925" y="698"/>
                </a:lnTo>
                <a:lnTo>
                  <a:pt x="965" y="698"/>
                </a:lnTo>
                <a:lnTo>
                  <a:pt x="999" y="698"/>
                </a:lnTo>
                <a:lnTo>
                  <a:pt x="1023" y="698"/>
                </a:lnTo>
                <a:lnTo>
                  <a:pt x="1040" y="698"/>
                </a:lnTo>
                <a:lnTo>
                  <a:pt x="1046" y="698"/>
                </a:lnTo>
                <a:lnTo>
                  <a:pt x="1076" y="694"/>
                </a:lnTo>
                <a:lnTo>
                  <a:pt x="1105" y="683"/>
                </a:lnTo>
                <a:lnTo>
                  <a:pt x="1127" y="664"/>
                </a:lnTo>
                <a:lnTo>
                  <a:pt x="1146" y="641"/>
                </a:lnTo>
                <a:lnTo>
                  <a:pt x="1158" y="613"/>
                </a:lnTo>
                <a:lnTo>
                  <a:pt x="1161" y="582"/>
                </a:lnTo>
                <a:lnTo>
                  <a:pt x="1161" y="350"/>
                </a:lnTo>
                <a:lnTo>
                  <a:pt x="1158" y="318"/>
                </a:lnTo>
                <a:lnTo>
                  <a:pt x="1146" y="291"/>
                </a:lnTo>
                <a:lnTo>
                  <a:pt x="1127" y="267"/>
                </a:lnTo>
                <a:lnTo>
                  <a:pt x="1105" y="250"/>
                </a:lnTo>
                <a:lnTo>
                  <a:pt x="1076" y="238"/>
                </a:lnTo>
                <a:lnTo>
                  <a:pt x="1046" y="233"/>
                </a:lnTo>
                <a:lnTo>
                  <a:pt x="1040" y="233"/>
                </a:lnTo>
                <a:lnTo>
                  <a:pt x="1023" y="233"/>
                </a:lnTo>
                <a:lnTo>
                  <a:pt x="1001" y="233"/>
                </a:lnTo>
                <a:lnTo>
                  <a:pt x="968" y="233"/>
                </a:lnTo>
                <a:lnTo>
                  <a:pt x="934" y="233"/>
                </a:lnTo>
                <a:lnTo>
                  <a:pt x="897" y="233"/>
                </a:lnTo>
                <a:lnTo>
                  <a:pt x="859" y="233"/>
                </a:lnTo>
                <a:lnTo>
                  <a:pt x="823" y="233"/>
                </a:lnTo>
                <a:lnTo>
                  <a:pt x="789" y="233"/>
                </a:lnTo>
                <a:close/>
                <a:moveTo>
                  <a:pt x="624" y="0"/>
                </a:moveTo>
                <a:lnTo>
                  <a:pt x="689" y="4"/>
                </a:lnTo>
                <a:lnTo>
                  <a:pt x="749" y="19"/>
                </a:lnTo>
                <a:lnTo>
                  <a:pt x="804" y="40"/>
                </a:lnTo>
                <a:lnTo>
                  <a:pt x="853" y="68"/>
                </a:lnTo>
                <a:lnTo>
                  <a:pt x="898" y="104"/>
                </a:lnTo>
                <a:lnTo>
                  <a:pt x="934" y="144"/>
                </a:lnTo>
                <a:lnTo>
                  <a:pt x="967" y="189"/>
                </a:lnTo>
                <a:lnTo>
                  <a:pt x="974" y="195"/>
                </a:lnTo>
                <a:lnTo>
                  <a:pt x="1016" y="195"/>
                </a:lnTo>
                <a:lnTo>
                  <a:pt x="1050" y="195"/>
                </a:lnTo>
                <a:lnTo>
                  <a:pt x="1074" y="195"/>
                </a:lnTo>
                <a:lnTo>
                  <a:pt x="1093" y="195"/>
                </a:lnTo>
                <a:lnTo>
                  <a:pt x="1099" y="195"/>
                </a:lnTo>
                <a:lnTo>
                  <a:pt x="1127" y="199"/>
                </a:lnTo>
                <a:lnTo>
                  <a:pt x="1150" y="206"/>
                </a:lnTo>
                <a:lnTo>
                  <a:pt x="1169" y="221"/>
                </a:lnTo>
                <a:lnTo>
                  <a:pt x="1182" y="240"/>
                </a:lnTo>
                <a:lnTo>
                  <a:pt x="1190" y="263"/>
                </a:lnTo>
                <a:lnTo>
                  <a:pt x="1195" y="289"/>
                </a:lnTo>
                <a:lnTo>
                  <a:pt x="1199" y="318"/>
                </a:lnTo>
                <a:lnTo>
                  <a:pt x="1199" y="350"/>
                </a:lnTo>
                <a:lnTo>
                  <a:pt x="1199" y="582"/>
                </a:lnTo>
                <a:lnTo>
                  <a:pt x="1195" y="622"/>
                </a:lnTo>
                <a:lnTo>
                  <a:pt x="1178" y="660"/>
                </a:lnTo>
                <a:lnTo>
                  <a:pt x="1154" y="692"/>
                </a:lnTo>
                <a:lnTo>
                  <a:pt x="1123" y="715"/>
                </a:lnTo>
                <a:lnTo>
                  <a:pt x="1086" y="732"/>
                </a:lnTo>
                <a:lnTo>
                  <a:pt x="1046" y="738"/>
                </a:lnTo>
                <a:lnTo>
                  <a:pt x="972" y="738"/>
                </a:lnTo>
                <a:lnTo>
                  <a:pt x="963" y="741"/>
                </a:lnTo>
                <a:lnTo>
                  <a:pt x="940" y="779"/>
                </a:lnTo>
                <a:lnTo>
                  <a:pt x="910" y="815"/>
                </a:lnTo>
                <a:lnTo>
                  <a:pt x="874" y="847"/>
                </a:lnTo>
                <a:lnTo>
                  <a:pt x="829" y="876"/>
                </a:lnTo>
                <a:lnTo>
                  <a:pt x="779" y="898"/>
                </a:lnTo>
                <a:lnTo>
                  <a:pt x="726" y="915"/>
                </a:lnTo>
                <a:lnTo>
                  <a:pt x="670" y="927"/>
                </a:lnTo>
                <a:lnTo>
                  <a:pt x="613" y="930"/>
                </a:lnTo>
                <a:lnTo>
                  <a:pt x="545" y="925"/>
                </a:lnTo>
                <a:lnTo>
                  <a:pt x="482" y="910"/>
                </a:lnTo>
                <a:lnTo>
                  <a:pt x="424" y="887"/>
                </a:lnTo>
                <a:lnTo>
                  <a:pt x="371" y="857"/>
                </a:lnTo>
                <a:lnTo>
                  <a:pt x="326" y="823"/>
                </a:lnTo>
                <a:lnTo>
                  <a:pt x="291" y="783"/>
                </a:lnTo>
                <a:lnTo>
                  <a:pt x="271" y="743"/>
                </a:lnTo>
                <a:lnTo>
                  <a:pt x="261" y="738"/>
                </a:lnTo>
                <a:lnTo>
                  <a:pt x="155" y="738"/>
                </a:lnTo>
                <a:lnTo>
                  <a:pt x="114" y="732"/>
                </a:lnTo>
                <a:lnTo>
                  <a:pt x="76" y="715"/>
                </a:lnTo>
                <a:lnTo>
                  <a:pt x="46" y="692"/>
                </a:lnTo>
                <a:lnTo>
                  <a:pt x="21" y="660"/>
                </a:lnTo>
                <a:lnTo>
                  <a:pt x="6" y="622"/>
                </a:lnTo>
                <a:lnTo>
                  <a:pt x="0" y="582"/>
                </a:lnTo>
                <a:lnTo>
                  <a:pt x="0" y="350"/>
                </a:lnTo>
                <a:lnTo>
                  <a:pt x="6" y="308"/>
                </a:lnTo>
                <a:lnTo>
                  <a:pt x="21" y="270"/>
                </a:lnTo>
                <a:lnTo>
                  <a:pt x="46" y="240"/>
                </a:lnTo>
                <a:lnTo>
                  <a:pt x="76" y="216"/>
                </a:lnTo>
                <a:lnTo>
                  <a:pt x="114" y="200"/>
                </a:lnTo>
                <a:lnTo>
                  <a:pt x="155" y="195"/>
                </a:lnTo>
                <a:lnTo>
                  <a:pt x="161" y="195"/>
                </a:lnTo>
                <a:lnTo>
                  <a:pt x="176" y="195"/>
                </a:lnTo>
                <a:lnTo>
                  <a:pt x="265" y="195"/>
                </a:lnTo>
                <a:lnTo>
                  <a:pt x="274" y="191"/>
                </a:lnTo>
                <a:lnTo>
                  <a:pt x="303" y="146"/>
                </a:lnTo>
                <a:lnTo>
                  <a:pt x="341" y="104"/>
                </a:lnTo>
                <a:lnTo>
                  <a:pt x="386" y="70"/>
                </a:lnTo>
                <a:lnTo>
                  <a:pt x="439" y="40"/>
                </a:lnTo>
                <a:lnTo>
                  <a:pt x="496" y="19"/>
                </a:lnTo>
                <a:lnTo>
                  <a:pt x="558" y="4"/>
                </a:lnTo>
                <a:lnTo>
                  <a:pt x="62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auto">
          <a:xfrm>
            <a:off x="7725308" y="1320431"/>
            <a:ext cx="1080000" cy="904646"/>
          </a:xfrm>
          <a:custGeom>
            <a:avLst/>
            <a:gdLst>
              <a:gd name="T0" fmla="*/ 620 w 1201"/>
              <a:gd name="T1" fmla="*/ 832 h 1006"/>
              <a:gd name="T2" fmla="*/ 658 w 1201"/>
              <a:gd name="T3" fmla="*/ 859 h 1006"/>
              <a:gd name="T4" fmla="*/ 675 w 1201"/>
              <a:gd name="T5" fmla="*/ 902 h 1006"/>
              <a:gd name="T6" fmla="*/ 594 w 1201"/>
              <a:gd name="T7" fmla="*/ 1002 h 1006"/>
              <a:gd name="T8" fmla="*/ 573 w 1201"/>
              <a:gd name="T9" fmla="*/ 976 h 1006"/>
              <a:gd name="T10" fmla="*/ 541 w 1201"/>
              <a:gd name="T11" fmla="*/ 929 h 1006"/>
              <a:gd name="T12" fmla="*/ 526 w 1201"/>
              <a:gd name="T13" fmla="*/ 879 h 1006"/>
              <a:gd name="T14" fmla="*/ 552 w 1201"/>
              <a:gd name="T15" fmla="*/ 842 h 1006"/>
              <a:gd name="T16" fmla="*/ 596 w 1201"/>
              <a:gd name="T17" fmla="*/ 828 h 1006"/>
              <a:gd name="T18" fmla="*/ 660 w 1201"/>
              <a:gd name="T19" fmla="*/ 562 h 1006"/>
              <a:gd name="T20" fmla="*/ 768 w 1201"/>
              <a:gd name="T21" fmla="*/ 599 h 1006"/>
              <a:gd name="T22" fmla="*/ 855 w 1201"/>
              <a:gd name="T23" fmla="*/ 669 h 1006"/>
              <a:gd name="T24" fmla="*/ 747 w 1201"/>
              <a:gd name="T25" fmla="*/ 736 h 1006"/>
              <a:gd name="T26" fmla="*/ 681 w 1201"/>
              <a:gd name="T27" fmla="*/ 698 h 1006"/>
              <a:gd name="T28" fmla="*/ 600 w 1201"/>
              <a:gd name="T29" fmla="*/ 686 h 1006"/>
              <a:gd name="T30" fmla="*/ 511 w 1201"/>
              <a:gd name="T31" fmla="*/ 705 h 1006"/>
              <a:gd name="T32" fmla="*/ 439 w 1201"/>
              <a:gd name="T33" fmla="*/ 760 h 1006"/>
              <a:gd name="T34" fmla="*/ 384 w 1201"/>
              <a:gd name="T35" fmla="*/ 634 h 1006"/>
              <a:gd name="T36" fmla="*/ 484 w 1201"/>
              <a:gd name="T37" fmla="*/ 577 h 1006"/>
              <a:gd name="T38" fmla="*/ 600 w 1201"/>
              <a:gd name="T39" fmla="*/ 556 h 1006"/>
              <a:gd name="T40" fmla="*/ 685 w 1201"/>
              <a:gd name="T41" fmla="*/ 280 h 1006"/>
              <a:gd name="T42" fmla="*/ 840 w 1201"/>
              <a:gd name="T43" fmla="*/ 321 h 1006"/>
              <a:gd name="T44" fmla="*/ 978 w 1201"/>
              <a:gd name="T45" fmla="*/ 401 h 1006"/>
              <a:gd name="T46" fmla="*/ 951 w 1201"/>
              <a:gd name="T47" fmla="*/ 556 h 1006"/>
              <a:gd name="T48" fmla="*/ 851 w 1201"/>
              <a:gd name="T49" fmla="*/ 478 h 1006"/>
              <a:gd name="T50" fmla="*/ 732 w 1201"/>
              <a:gd name="T51" fmla="*/ 427 h 1006"/>
              <a:gd name="T52" fmla="*/ 600 w 1201"/>
              <a:gd name="T53" fmla="*/ 408 h 1006"/>
              <a:gd name="T54" fmla="*/ 471 w 1201"/>
              <a:gd name="T55" fmla="*/ 427 h 1006"/>
              <a:gd name="T56" fmla="*/ 354 w 1201"/>
              <a:gd name="T57" fmla="*/ 475 h 1006"/>
              <a:gd name="T58" fmla="*/ 256 w 1201"/>
              <a:gd name="T59" fmla="*/ 552 h 1006"/>
              <a:gd name="T60" fmla="*/ 229 w 1201"/>
              <a:gd name="T61" fmla="*/ 397 h 1006"/>
              <a:gd name="T62" fmla="*/ 365 w 1201"/>
              <a:gd name="T63" fmla="*/ 320 h 1006"/>
              <a:gd name="T64" fmla="*/ 518 w 1201"/>
              <a:gd name="T65" fmla="*/ 280 h 1006"/>
              <a:gd name="T66" fmla="*/ 600 w 1201"/>
              <a:gd name="T67" fmla="*/ 0 h 1006"/>
              <a:gd name="T68" fmla="*/ 793 w 1201"/>
              <a:gd name="T69" fmla="*/ 21 h 1006"/>
              <a:gd name="T70" fmla="*/ 970 w 1201"/>
              <a:gd name="T71" fmla="*/ 78 h 1006"/>
              <a:gd name="T72" fmla="*/ 1129 w 1201"/>
              <a:gd name="T73" fmla="*/ 170 h 1006"/>
              <a:gd name="T74" fmla="*/ 1114 w 1201"/>
              <a:gd name="T75" fmla="*/ 335 h 1006"/>
              <a:gd name="T76" fmla="*/ 987 w 1201"/>
              <a:gd name="T77" fmla="*/ 242 h 1006"/>
              <a:gd name="T78" fmla="*/ 844 w 1201"/>
              <a:gd name="T79" fmla="*/ 176 h 1006"/>
              <a:gd name="T80" fmla="*/ 685 w 1201"/>
              <a:gd name="T81" fmla="*/ 140 h 1006"/>
              <a:gd name="T82" fmla="*/ 516 w 1201"/>
              <a:gd name="T83" fmla="*/ 140 h 1006"/>
              <a:gd name="T84" fmla="*/ 358 w 1201"/>
              <a:gd name="T85" fmla="*/ 176 h 1006"/>
              <a:gd name="T86" fmla="*/ 212 w 1201"/>
              <a:gd name="T87" fmla="*/ 242 h 1006"/>
              <a:gd name="T88" fmla="*/ 85 w 1201"/>
              <a:gd name="T89" fmla="*/ 337 h 1006"/>
              <a:gd name="T90" fmla="*/ 72 w 1201"/>
              <a:gd name="T91" fmla="*/ 170 h 1006"/>
              <a:gd name="T92" fmla="*/ 231 w 1201"/>
              <a:gd name="T93" fmla="*/ 78 h 1006"/>
              <a:gd name="T94" fmla="*/ 409 w 1201"/>
              <a:gd name="T95" fmla="*/ 21 h 1006"/>
              <a:gd name="T96" fmla="*/ 600 w 1201"/>
              <a:gd name="T97" fmla="*/ 0 h 10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01" h="1006">
                <a:moveTo>
                  <a:pt x="596" y="828"/>
                </a:moveTo>
                <a:lnTo>
                  <a:pt x="620" y="832"/>
                </a:lnTo>
                <a:lnTo>
                  <a:pt x="641" y="842"/>
                </a:lnTo>
                <a:lnTo>
                  <a:pt x="658" y="859"/>
                </a:lnTo>
                <a:lnTo>
                  <a:pt x="670" y="879"/>
                </a:lnTo>
                <a:lnTo>
                  <a:pt x="675" y="902"/>
                </a:lnTo>
                <a:lnTo>
                  <a:pt x="596" y="1006"/>
                </a:lnTo>
                <a:lnTo>
                  <a:pt x="594" y="1002"/>
                </a:lnTo>
                <a:lnTo>
                  <a:pt x="585" y="991"/>
                </a:lnTo>
                <a:lnTo>
                  <a:pt x="573" y="976"/>
                </a:lnTo>
                <a:lnTo>
                  <a:pt x="558" y="953"/>
                </a:lnTo>
                <a:lnTo>
                  <a:pt x="541" y="929"/>
                </a:lnTo>
                <a:lnTo>
                  <a:pt x="522" y="902"/>
                </a:lnTo>
                <a:lnTo>
                  <a:pt x="526" y="879"/>
                </a:lnTo>
                <a:lnTo>
                  <a:pt x="537" y="859"/>
                </a:lnTo>
                <a:lnTo>
                  <a:pt x="552" y="842"/>
                </a:lnTo>
                <a:lnTo>
                  <a:pt x="573" y="832"/>
                </a:lnTo>
                <a:lnTo>
                  <a:pt x="596" y="828"/>
                </a:lnTo>
                <a:close/>
                <a:moveTo>
                  <a:pt x="600" y="556"/>
                </a:moveTo>
                <a:lnTo>
                  <a:pt x="660" y="562"/>
                </a:lnTo>
                <a:lnTo>
                  <a:pt x="715" y="575"/>
                </a:lnTo>
                <a:lnTo>
                  <a:pt x="768" y="599"/>
                </a:lnTo>
                <a:lnTo>
                  <a:pt x="813" y="632"/>
                </a:lnTo>
                <a:lnTo>
                  <a:pt x="855" y="669"/>
                </a:lnTo>
                <a:lnTo>
                  <a:pt x="772" y="764"/>
                </a:lnTo>
                <a:lnTo>
                  <a:pt x="747" y="736"/>
                </a:lnTo>
                <a:lnTo>
                  <a:pt x="715" y="715"/>
                </a:lnTo>
                <a:lnTo>
                  <a:pt x="681" y="698"/>
                </a:lnTo>
                <a:lnTo>
                  <a:pt x="641" y="690"/>
                </a:lnTo>
                <a:lnTo>
                  <a:pt x="600" y="686"/>
                </a:lnTo>
                <a:lnTo>
                  <a:pt x="554" y="692"/>
                </a:lnTo>
                <a:lnTo>
                  <a:pt x="511" y="705"/>
                </a:lnTo>
                <a:lnTo>
                  <a:pt x="473" y="730"/>
                </a:lnTo>
                <a:lnTo>
                  <a:pt x="439" y="760"/>
                </a:lnTo>
                <a:lnTo>
                  <a:pt x="343" y="673"/>
                </a:lnTo>
                <a:lnTo>
                  <a:pt x="384" y="634"/>
                </a:lnTo>
                <a:lnTo>
                  <a:pt x="431" y="601"/>
                </a:lnTo>
                <a:lnTo>
                  <a:pt x="484" y="577"/>
                </a:lnTo>
                <a:lnTo>
                  <a:pt x="541" y="562"/>
                </a:lnTo>
                <a:lnTo>
                  <a:pt x="600" y="556"/>
                </a:lnTo>
                <a:close/>
                <a:moveTo>
                  <a:pt x="600" y="274"/>
                </a:moveTo>
                <a:lnTo>
                  <a:pt x="685" y="280"/>
                </a:lnTo>
                <a:lnTo>
                  <a:pt x="764" y="295"/>
                </a:lnTo>
                <a:lnTo>
                  <a:pt x="840" y="321"/>
                </a:lnTo>
                <a:lnTo>
                  <a:pt x="912" y="357"/>
                </a:lnTo>
                <a:lnTo>
                  <a:pt x="978" y="401"/>
                </a:lnTo>
                <a:lnTo>
                  <a:pt x="1036" y="452"/>
                </a:lnTo>
                <a:lnTo>
                  <a:pt x="951" y="556"/>
                </a:lnTo>
                <a:lnTo>
                  <a:pt x="904" y="514"/>
                </a:lnTo>
                <a:lnTo>
                  <a:pt x="851" y="478"/>
                </a:lnTo>
                <a:lnTo>
                  <a:pt x="794" y="448"/>
                </a:lnTo>
                <a:lnTo>
                  <a:pt x="732" y="427"/>
                </a:lnTo>
                <a:lnTo>
                  <a:pt x="668" y="414"/>
                </a:lnTo>
                <a:lnTo>
                  <a:pt x="600" y="408"/>
                </a:lnTo>
                <a:lnTo>
                  <a:pt x="534" y="414"/>
                </a:lnTo>
                <a:lnTo>
                  <a:pt x="471" y="427"/>
                </a:lnTo>
                <a:lnTo>
                  <a:pt x="411" y="448"/>
                </a:lnTo>
                <a:lnTo>
                  <a:pt x="354" y="475"/>
                </a:lnTo>
                <a:lnTo>
                  <a:pt x="303" y="511"/>
                </a:lnTo>
                <a:lnTo>
                  <a:pt x="256" y="552"/>
                </a:lnTo>
                <a:lnTo>
                  <a:pt x="170" y="446"/>
                </a:lnTo>
                <a:lnTo>
                  <a:pt x="229" y="397"/>
                </a:lnTo>
                <a:lnTo>
                  <a:pt x="295" y="354"/>
                </a:lnTo>
                <a:lnTo>
                  <a:pt x="365" y="320"/>
                </a:lnTo>
                <a:lnTo>
                  <a:pt x="439" y="295"/>
                </a:lnTo>
                <a:lnTo>
                  <a:pt x="518" y="280"/>
                </a:lnTo>
                <a:lnTo>
                  <a:pt x="600" y="274"/>
                </a:lnTo>
                <a:close/>
                <a:moveTo>
                  <a:pt x="600" y="0"/>
                </a:moveTo>
                <a:lnTo>
                  <a:pt x="698" y="6"/>
                </a:lnTo>
                <a:lnTo>
                  <a:pt x="793" y="21"/>
                </a:lnTo>
                <a:lnTo>
                  <a:pt x="883" y="45"/>
                </a:lnTo>
                <a:lnTo>
                  <a:pt x="970" y="78"/>
                </a:lnTo>
                <a:lnTo>
                  <a:pt x="1052" y="121"/>
                </a:lnTo>
                <a:lnTo>
                  <a:pt x="1129" y="170"/>
                </a:lnTo>
                <a:lnTo>
                  <a:pt x="1201" y="227"/>
                </a:lnTo>
                <a:lnTo>
                  <a:pt x="1114" y="335"/>
                </a:lnTo>
                <a:lnTo>
                  <a:pt x="1054" y="286"/>
                </a:lnTo>
                <a:lnTo>
                  <a:pt x="987" y="242"/>
                </a:lnTo>
                <a:lnTo>
                  <a:pt x="917" y="204"/>
                </a:lnTo>
                <a:lnTo>
                  <a:pt x="844" y="176"/>
                </a:lnTo>
                <a:lnTo>
                  <a:pt x="766" y="153"/>
                </a:lnTo>
                <a:lnTo>
                  <a:pt x="685" y="140"/>
                </a:lnTo>
                <a:lnTo>
                  <a:pt x="600" y="136"/>
                </a:lnTo>
                <a:lnTo>
                  <a:pt x="516" y="140"/>
                </a:lnTo>
                <a:lnTo>
                  <a:pt x="435" y="153"/>
                </a:lnTo>
                <a:lnTo>
                  <a:pt x="358" y="176"/>
                </a:lnTo>
                <a:lnTo>
                  <a:pt x="284" y="206"/>
                </a:lnTo>
                <a:lnTo>
                  <a:pt x="212" y="242"/>
                </a:lnTo>
                <a:lnTo>
                  <a:pt x="148" y="286"/>
                </a:lnTo>
                <a:lnTo>
                  <a:pt x="85" y="337"/>
                </a:lnTo>
                <a:lnTo>
                  <a:pt x="0" y="227"/>
                </a:lnTo>
                <a:lnTo>
                  <a:pt x="72" y="170"/>
                </a:lnTo>
                <a:lnTo>
                  <a:pt x="150" y="119"/>
                </a:lnTo>
                <a:lnTo>
                  <a:pt x="231" y="78"/>
                </a:lnTo>
                <a:lnTo>
                  <a:pt x="318" y="45"/>
                </a:lnTo>
                <a:lnTo>
                  <a:pt x="409" y="21"/>
                </a:lnTo>
                <a:lnTo>
                  <a:pt x="503" y="6"/>
                </a:lnTo>
                <a:lnTo>
                  <a:pt x="60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1"/>
          <p:cNvSpPr>
            <a:spLocks noChangeAspect="1" noEditPoints="1"/>
          </p:cNvSpPr>
          <p:nvPr/>
        </p:nvSpPr>
        <p:spPr bwMode="auto">
          <a:xfrm>
            <a:off x="1093210" y="2960948"/>
            <a:ext cx="1080000" cy="933422"/>
          </a:xfrm>
          <a:custGeom>
            <a:avLst/>
            <a:gdLst>
              <a:gd name="T0" fmla="*/ 633 w 1201"/>
              <a:gd name="T1" fmla="*/ 834 h 1038"/>
              <a:gd name="T2" fmla="*/ 685 w 1201"/>
              <a:gd name="T3" fmla="*/ 872 h 1038"/>
              <a:gd name="T4" fmla="*/ 703 w 1201"/>
              <a:gd name="T5" fmla="*/ 934 h 1038"/>
              <a:gd name="T6" fmla="*/ 685 w 1201"/>
              <a:gd name="T7" fmla="*/ 997 h 1038"/>
              <a:gd name="T8" fmla="*/ 633 w 1201"/>
              <a:gd name="T9" fmla="*/ 1033 h 1038"/>
              <a:gd name="T10" fmla="*/ 565 w 1201"/>
              <a:gd name="T11" fmla="*/ 1033 h 1038"/>
              <a:gd name="T12" fmla="*/ 514 w 1201"/>
              <a:gd name="T13" fmla="*/ 997 h 1038"/>
              <a:gd name="T14" fmla="*/ 495 w 1201"/>
              <a:gd name="T15" fmla="*/ 934 h 1038"/>
              <a:gd name="T16" fmla="*/ 514 w 1201"/>
              <a:gd name="T17" fmla="*/ 872 h 1038"/>
              <a:gd name="T18" fmla="*/ 565 w 1201"/>
              <a:gd name="T19" fmla="*/ 834 h 1038"/>
              <a:gd name="T20" fmla="*/ 599 w 1201"/>
              <a:gd name="T21" fmla="*/ 554 h 1038"/>
              <a:gd name="T22" fmla="*/ 715 w 1201"/>
              <a:gd name="T23" fmla="*/ 575 h 1038"/>
              <a:gd name="T24" fmla="*/ 813 w 1201"/>
              <a:gd name="T25" fmla="*/ 634 h 1038"/>
              <a:gd name="T26" fmla="*/ 771 w 1201"/>
              <a:gd name="T27" fmla="*/ 777 h 1038"/>
              <a:gd name="T28" fmla="*/ 715 w 1201"/>
              <a:gd name="T29" fmla="*/ 723 h 1038"/>
              <a:gd name="T30" fmla="*/ 641 w 1201"/>
              <a:gd name="T31" fmla="*/ 692 h 1038"/>
              <a:gd name="T32" fmla="*/ 552 w 1201"/>
              <a:gd name="T33" fmla="*/ 694 h 1038"/>
              <a:gd name="T34" fmla="*/ 471 w 1201"/>
              <a:gd name="T35" fmla="*/ 732 h 1038"/>
              <a:gd name="T36" fmla="*/ 342 w 1201"/>
              <a:gd name="T37" fmla="*/ 675 h 1038"/>
              <a:gd name="T38" fmla="*/ 431 w 1201"/>
              <a:gd name="T39" fmla="*/ 602 h 1038"/>
              <a:gd name="T40" fmla="*/ 539 w 1201"/>
              <a:gd name="T41" fmla="*/ 560 h 1038"/>
              <a:gd name="T42" fmla="*/ 599 w 1201"/>
              <a:gd name="T43" fmla="*/ 280 h 1038"/>
              <a:gd name="T44" fmla="*/ 764 w 1201"/>
              <a:gd name="T45" fmla="*/ 301 h 1038"/>
              <a:gd name="T46" fmla="*/ 910 w 1201"/>
              <a:gd name="T47" fmla="*/ 363 h 1038"/>
              <a:gd name="T48" fmla="*/ 1036 w 1201"/>
              <a:gd name="T49" fmla="*/ 458 h 1038"/>
              <a:gd name="T50" fmla="*/ 902 w 1201"/>
              <a:gd name="T51" fmla="*/ 520 h 1038"/>
              <a:gd name="T52" fmla="*/ 792 w 1201"/>
              <a:gd name="T53" fmla="*/ 454 h 1038"/>
              <a:gd name="T54" fmla="*/ 667 w 1201"/>
              <a:gd name="T55" fmla="*/ 420 h 1038"/>
              <a:gd name="T56" fmla="*/ 533 w 1201"/>
              <a:gd name="T57" fmla="*/ 420 h 1038"/>
              <a:gd name="T58" fmla="*/ 410 w 1201"/>
              <a:gd name="T59" fmla="*/ 452 h 1038"/>
              <a:gd name="T60" fmla="*/ 301 w 1201"/>
              <a:gd name="T61" fmla="*/ 516 h 1038"/>
              <a:gd name="T62" fmla="*/ 170 w 1201"/>
              <a:gd name="T63" fmla="*/ 452 h 1038"/>
              <a:gd name="T64" fmla="*/ 293 w 1201"/>
              <a:gd name="T65" fmla="*/ 359 h 1038"/>
              <a:gd name="T66" fmla="*/ 439 w 1201"/>
              <a:gd name="T67" fmla="*/ 301 h 1038"/>
              <a:gd name="T68" fmla="*/ 599 w 1201"/>
              <a:gd name="T69" fmla="*/ 280 h 1038"/>
              <a:gd name="T70" fmla="*/ 698 w 1201"/>
              <a:gd name="T71" fmla="*/ 6 h 1038"/>
              <a:gd name="T72" fmla="*/ 883 w 1201"/>
              <a:gd name="T73" fmla="*/ 46 h 1038"/>
              <a:gd name="T74" fmla="*/ 1051 w 1201"/>
              <a:gd name="T75" fmla="*/ 121 h 1038"/>
              <a:gd name="T76" fmla="*/ 1201 w 1201"/>
              <a:gd name="T77" fmla="*/ 229 h 1038"/>
              <a:gd name="T78" fmla="*/ 1053 w 1201"/>
              <a:gd name="T79" fmla="*/ 286 h 1038"/>
              <a:gd name="T80" fmla="*/ 917 w 1201"/>
              <a:gd name="T81" fmla="*/ 206 h 1038"/>
              <a:gd name="T82" fmla="*/ 764 w 1201"/>
              <a:gd name="T83" fmla="*/ 155 h 1038"/>
              <a:gd name="T84" fmla="*/ 599 w 1201"/>
              <a:gd name="T85" fmla="*/ 138 h 1038"/>
              <a:gd name="T86" fmla="*/ 435 w 1201"/>
              <a:gd name="T87" fmla="*/ 155 h 1038"/>
              <a:gd name="T88" fmla="*/ 282 w 1201"/>
              <a:gd name="T89" fmla="*/ 206 h 1038"/>
              <a:gd name="T90" fmla="*/ 146 w 1201"/>
              <a:gd name="T91" fmla="*/ 288 h 1038"/>
              <a:gd name="T92" fmla="*/ 0 w 1201"/>
              <a:gd name="T93" fmla="*/ 227 h 1038"/>
              <a:gd name="T94" fmla="*/ 147 w 1201"/>
              <a:gd name="T95" fmla="*/ 121 h 1038"/>
              <a:gd name="T96" fmla="*/ 318 w 1201"/>
              <a:gd name="T97" fmla="*/ 46 h 1038"/>
              <a:gd name="T98" fmla="*/ 503 w 1201"/>
              <a:gd name="T99" fmla="*/ 6 h 10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201" h="1038">
                <a:moveTo>
                  <a:pt x="599" y="828"/>
                </a:moveTo>
                <a:lnTo>
                  <a:pt x="633" y="834"/>
                </a:lnTo>
                <a:lnTo>
                  <a:pt x="662" y="849"/>
                </a:lnTo>
                <a:lnTo>
                  <a:pt x="685" y="872"/>
                </a:lnTo>
                <a:lnTo>
                  <a:pt x="700" y="900"/>
                </a:lnTo>
                <a:lnTo>
                  <a:pt x="703" y="934"/>
                </a:lnTo>
                <a:lnTo>
                  <a:pt x="700" y="967"/>
                </a:lnTo>
                <a:lnTo>
                  <a:pt x="685" y="997"/>
                </a:lnTo>
                <a:lnTo>
                  <a:pt x="662" y="1019"/>
                </a:lnTo>
                <a:lnTo>
                  <a:pt x="633" y="1033"/>
                </a:lnTo>
                <a:lnTo>
                  <a:pt x="599" y="1038"/>
                </a:lnTo>
                <a:lnTo>
                  <a:pt x="565" y="1033"/>
                </a:lnTo>
                <a:lnTo>
                  <a:pt x="537" y="1019"/>
                </a:lnTo>
                <a:lnTo>
                  <a:pt x="514" y="997"/>
                </a:lnTo>
                <a:lnTo>
                  <a:pt x="499" y="967"/>
                </a:lnTo>
                <a:lnTo>
                  <a:pt x="495" y="934"/>
                </a:lnTo>
                <a:lnTo>
                  <a:pt x="499" y="900"/>
                </a:lnTo>
                <a:lnTo>
                  <a:pt x="514" y="872"/>
                </a:lnTo>
                <a:lnTo>
                  <a:pt x="537" y="849"/>
                </a:lnTo>
                <a:lnTo>
                  <a:pt x="565" y="834"/>
                </a:lnTo>
                <a:lnTo>
                  <a:pt x="599" y="828"/>
                </a:lnTo>
                <a:close/>
                <a:moveTo>
                  <a:pt x="599" y="554"/>
                </a:moveTo>
                <a:lnTo>
                  <a:pt x="658" y="560"/>
                </a:lnTo>
                <a:lnTo>
                  <a:pt x="715" y="575"/>
                </a:lnTo>
                <a:lnTo>
                  <a:pt x="766" y="602"/>
                </a:lnTo>
                <a:lnTo>
                  <a:pt x="813" y="634"/>
                </a:lnTo>
                <a:lnTo>
                  <a:pt x="855" y="671"/>
                </a:lnTo>
                <a:lnTo>
                  <a:pt x="771" y="777"/>
                </a:lnTo>
                <a:lnTo>
                  <a:pt x="745" y="747"/>
                </a:lnTo>
                <a:lnTo>
                  <a:pt x="715" y="723"/>
                </a:lnTo>
                <a:lnTo>
                  <a:pt x="679" y="704"/>
                </a:lnTo>
                <a:lnTo>
                  <a:pt x="641" y="692"/>
                </a:lnTo>
                <a:lnTo>
                  <a:pt x="599" y="689"/>
                </a:lnTo>
                <a:lnTo>
                  <a:pt x="552" y="694"/>
                </a:lnTo>
                <a:lnTo>
                  <a:pt x="509" y="709"/>
                </a:lnTo>
                <a:lnTo>
                  <a:pt x="471" y="732"/>
                </a:lnTo>
                <a:lnTo>
                  <a:pt x="439" y="762"/>
                </a:lnTo>
                <a:lnTo>
                  <a:pt x="342" y="675"/>
                </a:lnTo>
                <a:lnTo>
                  <a:pt x="384" y="636"/>
                </a:lnTo>
                <a:lnTo>
                  <a:pt x="431" y="602"/>
                </a:lnTo>
                <a:lnTo>
                  <a:pt x="482" y="577"/>
                </a:lnTo>
                <a:lnTo>
                  <a:pt x="539" y="560"/>
                </a:lnTo>
                <a:lnTo>
                  <a:pt x="599" y="554"/>
                </a:lnTo>
                <a:close/>
                <a:moveTo>
                  <a:pt x="599" y="280"/>
                </a:moveTo>
                <a:lnTo>
                  <a:pt x="683" y="286"/>
                </a:lnTo>
                <a:lnTo>
                  <a:pt x="764" y="301"/>
                </a:lnTo>
                <a:lnTo>
                  <a:pt x="840" y="327"/>
                </a:lnTo>
                <a:lnTo>
                  <a:pt x="910" y="363"/>
                </a:lnTo>
                <a:lnTo>
                  <a:pt x="976" y="407"/>
                </a:lnTo>
                <a:lnTo>
                  <a:pt x="1036" y="458"/>
                </a:lnTo>
                <a:lnTo>
                  <a:pt x="949" y="562"/>
                </a:lnTo>
                <a:lnTo>
                  <a:pt x="902" y="520"/>
                </a:lnTo>
                <a:lnTo>
                  <a:pt x="849" y="484"/>
                </a:lnTo>
                <a:lnTo>
                  <a:pt x="792" y="454"/>
                </a:lnTo>
                <a:lnTo>
                  <a:pt x="732" y="433"/>
                </a:lnTo>
                <a:lnTo>
                  <a:pt x="667" y="420"/>
                </a:lnTo>
                <a:lnTo>
                  <a:pt x="599" y="414"/>
                </a:lnTo>
                <a:lnTo>
                  <a:pt x="533" y="420"/>
                </a:lnTo>
                <a:lnTo>
                  <a:pt x="469" y="431"/>
                </a:lnTo>
                <a:lnTo>
                  <a:pt x="410" y="452"/>
                </a:lnTo>
                <a:lnTo>
                  <a:pt x="354" y="480"/>
                </a:lnTo>
                <a:lnTo>
                  <a:pt x="301" y="516"/>
                </a:lnTo>
                <a:lnTo>
                  <a:pt x="255" y="556"/>
                </a:lnTo>
                <a:lnTo>
                  <a:pt x="170" y="452"/>
                </a:lnTo>
                <a:lnTo>
                  <a:pt x="229" y="401"/>
                </a:lnTo>
                <a:lnTo>
                  <a:pt x="293" y="359"/>
                </a:lnTo>
                <a:lnTo>
                  <a:pt x="363" y="325"/>
                </a:lnTo>
                <a:lnTo>
                  <a:pt x="439" y="301"/>
                </a:lnTo>
                <a:lnTo>
                  <a:pt x="518" y="286"/>
                </a:lnTo>
                <a:lnTo>
                  <a:pt x="599" y="280"/>
                </a:lnTo>
                <a:close/>
                <a:moveTo>
                  <a:pt x="599" y="0"/>
                </a:moveTo>
                <a:lnTo>
                  <a:pt x="698" y="6"/>
                </a:lnTo>
                <a:lnTo>
                  <a:pt x="792" y="21"/>
                </a:lnTo>
                <a:lnTo>
                  <a:pt x="883" y="46"/>
                </a:lnTo>
                <a:lnTo>
                  <a:pt x="970" y="80"/>
                </a:lnTo>
                <a:lnTo>
                  <a:pt x="1051" y="121"/>
                </a:lnTo>
                <a:lnTo>
                  <a:pt x="1129" y="170"/>
                </a:lnTo>
                <a:lnTo>
                  <a:pt x="1201" y="229"/>
                </a:lnTo>
                <a:lnTo>
                  <a:pt x="1114" y="337"/>
                </a:lnTo>
                <a:lnTo>
                  <a:pt x="1053" y="286"/>
                </a:lnTo>
                <a:lnTo>
                  <a:pt x="987" y="242"/>
                </a:lnTo>
                <a:lnTo>
                  <a:pt x="917" y="206"/>
                </a:lnTo>
                <a:lnTo>
                  <a:pt x="841" y="176"/>
                </a:lnTo>
                <a:lnTo>
                  <a:pt x="764" y="155"/>
                </a:lnTo>
                <a:lnTo>
                  <a:pt x="683" y="142"/>
                </a:lnTo>
                <a:lnTo>
                  <a:pt x="599" y="138"/>
                </a:lnTo>
                <a:lnTo>
                  <a:pt x="516" y="142"/>
                </a:lnTo>
                <a:lnTo>
                  <a:pt x="435" y="155"/>
                </a:lnTo>
                <a:lnTo>
                  <a:pt x="357" y="176"/>
                </a:lnTo>
                <a:lnTo>
                  <a:pt x="282" y="206"/>
                </a:lnTo>
                <a:lnTo>
                  <a:pt x="212" y="244"/>
                </a:lnTo>
                <a:lnTo>
                  <a:pt x="146" y="288"/>
                </a:lnTo>
                <a:lnTo>
                  <a:pt x="85" y="337"/>
                </a:lnTo>
                <a:lnTo>
                  <a:pt x="0" y="227"/>
                </a:lnTo>
                <a:lnTo>
                  <a:pt x="72" y="170"/>
                </a:lnTo>
                <a:lnTo>
                  <a:pt x="147" y="121"/>
                </a:lnTo>
                <a:lnTo>
                  <a:pt x="231" y="80"/>
                </a:lnTo>
                <a:lnTo>
                  <a:pt x="318" y="46"/>
                </a:lnTo>
                <a:lnTo>
                  <a:pt x="408" y="21"/>
                </a:lnTo>
                <a:lnTo>
                  <a:pt x="503" y="6"/>
                </a:lnTo>
                <a:lnTo>
                  <a:pt x="5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2"/>
          <p:cNvSpPr>
            <a:spLocks noChangeAspect="1" noEditPoints="1"/>
          </p:cNvSpPr>
          <p:nvPr/>
        </p:nvSpPr>
        <p:spPr bwMode="auto">
          <a:xfrm>
            <a:off x="2745651" y="3138776"/>
            <a:ext cx="1080000" cy="542252"/>
          </a:xfrm>
          <a:custGeom>
            <a:avLst/>
            <a:gdLst>
              <a:gd name="T0" fmla="*/ 128 w 1199"/>
              <a:gd name="T1" fmla="*/ 344 h 602"/>
              <a:gd name="T2" fmla="*/ 159 w 1199"/>
              <a:gd name="T3" fmla="*/ 356 h 602"/>
              <a:gd name="T4" fmla="*/ 170 w 1199"/>
              <a:gd name="T5" fmla="*/ 386 h 602"/>
              <a:gd name="T6" fmla="*/ 166 w 1199"/>
              <a:gd name="T7" fmla="*/ 575 h 602"/>
              <a:gd name="T8" fmla="*/ 144 w 1199"/>
              <a:gd name="T9" fmla="*/ 598 h 602"/>
              <a:gd name="T10" fmla="*/ 41 w 1199"/>
              <a:gd name="T11" fmla="*/ 602 h 602"/>
              <a:gd name="T12" fmla="*/ 11 w 1199"/>
              <a:gd name="T13" fmla="*/ 588 h 602"/>
              <a:gd name="T14" fmla="*/ 0 w 1199"/>
              <a:gd name="T15" fmla="*/ 558 h 602"/>
              <a:gd name="T16" fmla="*/ 2 w 1199"/>
              <a:gd name="T17" fmla="*/ 371 h 602"/>
              <a:gd name="T18" fmla="*/ 24 w 1199"/>
              <a:gd name="T19" fmla="*/ 348 h 602"/>
              <a:gd name="T20" fmla="*/ 299 w 1199"/>
              <a:gd name="T21" fmla="*/ 257 h 602"/>
              <a:gd name="T22" fmla="*/ 401 w 1199"/>
              <a:gd name="T23" fmla="*/ 261 h 602"/>
              <a:gd name="T24" fmla="*/ 423 w 1199"/>
              <a:gd name="T25" fmla="*/ 284 h 602"/>
              <a:gd name="T26" fmla="*/ 427 w 1199"/>
              <a:gd name="T27" fmla="*/ 558 h 602"/>
              <a:gd name="T28" fmla="*/ 416 w 1199"/>
              <a:gd name="T29" fmla="*/ 588 h 602"/>
              <a:gd name="T30" fmla="*/ 386 w 1199"/>
              <a:gd name="T31" fmla="*/ 602 h 602"/>
              <a:gd name="T32" fmla="*/ 282 w 1199"/>
              <a:gd name="T33" fmla="*/ 598 h 602"/>
              <a:gd name="T34" fmla="*/ 259 w 1199"/>
              <a:gd name="T35" fmla="*/ 575 h 602"/>
              <a:gd name="T36" fmla="*/ 257 w 1199"/>
              <a:gd name="T37" fmla="*/ 301 h 602"/>
              <a:gd name="T38" fmla="*/ 268 w 1199"/>
              <a:gd name="T39" fmla="*/ 271 h 602"/>
              <a:gd name="T40" fmla="*/ 299 w 1199"/>
              <a:gd name="T41" fmla="*/ 257 h 602"/>
              <a:gd name="T42" fmla="*/ 643 w 1199"/>
              <a:gd name="T43" fmla="*/ 172 h 602"/>
              <a:gd name="T44" fmla="*/ 673 w 1199"/>
              <a:gd name="T45" fmla="*/ 185 h 602"/>
              <a:gd name="T46" fmla="*/ 684 w 1199"/>
              <a:gd name="T47" fmla="*/ 216 h 602"/>
              <a:gd name="T48" fmla="*/ 681 w 1199"/>
              <a:gd name="T49" fmla="*/ 575 h 602"/>
              <a:gd name="T50" fmla="*/ 658 w 1199"/>
              <a:gd name="T51" fmla="*/ 598 h 602"/>
              <a:gd name="T52" fmla="*/ 556 w 1199"/>
              <a:gd name="T53" fmla="*/ 602 h 602"/>
              <a:gd name="T54" fmla="*/ 526 w 1199"/>
              <a:gd name="T55" fmla="*/ 588 h 602"/>
              <a:gd name="T56" fmla="*/ 514 w 1199"/>
              <a:gd name="T57" fmla="*/ 558 h 602"/>
              <a:gd name="T58" fmla="*/ 516 w 1199"/>
              <a:gd name="T59" fmla="*/ 199 h 602"/>
              <a:gd name="T60" fmla="*/ 539 w 1199"/>
              <a:gd name="T61" fmla="*/ 176 h 602"/>
              <a:gd name="T62" fmla="*/ 813 w 1199"/>
              <a:gd name="T63" fmla="*/ 87 h 602"/>
              <a:gd name="T64" fmla="*/ 915 w 1199"/>
              <a:gd name="T65" fmla="*/ 91 h 602"/>
              <a:gd name="T66" fmla="*/ 938 w 1199"/>
              <a:gd name="T67" fmla="*/ 114 h 602"/>
              <a:gd name="T68" fmla="*/ 942 w 1199"/>
              <a:gd name="T69" fmla="*/ 558 h 602"/>
              <a:gd name="T70" fmla="*/ 930 w 1199"/>
              <a:gd name="T71" fmla="*/ 588 h 602"/>
              <a:gd name="T72" fmla="*/ 900 w 1199"/>
              <a:gd name="T73" fmla="*/ 602 h 602"/>
              <a:gd name="T74" fmla="*/ 796 w 1199"/>
              <a:gd name="T75" fmla="*/ 598 h 602"/>
              <a:gd name="T76" fmla="*/ 773 w 1199"/>
              <a:gd name="T77" fmla="*/ 575 h 602"/>
              <a:gd name="T78" fmla="*/ 771 w 1199"/>
              <a:gd name="T79" fmla="*/ 129 h 602"/>
              <a:gd name="T80" fmla="*/ 783 w 1199"/>
              <a:gd name="T81" fmla="*/ 98 h 602"/>
              <a:gd name="T82" fmla="*/ 813 w 1199"/>
              <a:gd name="T83" fmla="*/ 87 h 602"/>
              <a:gd name="T84" fmla="*/ 1155 w 1199"/>
              <a:gd name="T85" fmla="*/ 0 h 602"/>
              <a:gd name="T86" fmla="*/ 1187 w 1199"/>
              <a:gd name="T87" fmla="*/ 13 h 602"/>
              <a:gd name="T88" fmla="*/ 1199 w 1199"/>
              <a:gd name="T89" fmla="*/ 44 h 602"/>
              <a:gd name="T90" fmla="*/ 1195 w 1199"/>
              <a:gd name="T91" fmla="*/ 575 h 602"/>
              <a:gd name="T92" fmla="*/ 1172 w 1199"/>
              <a:gd name="T93" fmla="*/ 598 h 602"/>
              <a:gd name="T94" fmla="*/ 1070 w 1199"/>
              <a:gd name="T95" fmla="*/ 602 h 602"/>
              <a:gd name="T96" fmla="*/ 1040 w 1199"/>
              <a:gd name="T97" fmla="*/ 588 h 602"/>
              <a:gd name="T98" fmla="*/ 1027 w 1199"/>
              <a:gd name="T99" fmla="*/ 558 h 602"/>
              <a:gd name="T100" fmla="*/ 1030 w 1199"/>
              <a:gd name="T101" fmla="*/ 27 h 602"/>
              <a:gd name="T102" fmla="*/ 1053 w 1199"/>
              <a:gd name="T103" fmla="*/ 4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99" h="602">
                <a:moveTo>
                  <a:pt x="41" y="344"/>
                </a:moveTo>
                <a:lnTo>
                  <a:pt x="128" y="344"/>
                </a:lnTo>
                <a:lnTo>
                  <a:pt x="144" y="348"/>
                </a:lnTo>
                <a:lnTo>
                  <a:pt x="159" y="356"/>
                </a:lnTo>
                <a:lnTo>
                  <a:pt x="166" y="371"/>
                </a:lnTo>
                <a:lnTo>
                  <a:pt x="170" y="386"/>
                </a:lnTo>
                <a:lnTo>
                  <a:pt x="170" y="558"/>
                </a:lnTo>
                <a:lnTo>
                  <a:pt x="166" y="575"/>
                </a:lnTo>
                <a:lnTo>
                  <a:pt x="159" y="588"/>
                </a:lnTo>
                <a:lnTo>
                  <a:pt x="144" y="598"/>
                </a:lnTo>
                <a:lnTo>
                  <a:pt x="128" y="602"/>
                </a:lnTo>
                <a:lnTo>
                  <a:pt x="41" y="602"/>
                </a:lnTo>
                <a:lnTo>
                  <a:pt x="24" y="598"/>
                </a:lnTo>
                <a:lnTo>
                  <a:pt x="11" y="588"/>
                </a:lnTo>
                <a:lnTo>
                  <a:pt x="2" y="575"/>
                </a:lnTo>
                <a:lnTo>
                  <a:pt x="0" y="558"/>
                </a:lnTo>
                <a:lnTo>
                  <a:pt x="0" y="386"/>
                </a:lnTo>
                <a:lnTo>
                  <a:pt x="2" y="371"/>
                </a:lnTo>
                <a:lnTo>
                  <a:pt x="11" y="356"/>
                </a:lnTo>
                <a:lnTo>
                  <a:pt x="24" y="348"/>
                </a:lnTo>
                <a:lnTo>
                  <a:pt x="41" y="344"/>
                </a:lnTo>
                <a:close/>
                <a:moveTo>
                  <a:pt x="299" y="257"/>
                </a:moveTo>
                <a:lnTo>
                  <a:pt x="386" y="257"/>
                </a:lnTo>
                <a:lnTo>
                  <a:pt x="401" y="261"/>
                </a:lnTo>
                <a:lnTo>
                  <a:pt x="416" y="271"/>
                </a:lnTo>
                <a:lnTo>
                  <a:pt x="423" y="284"/>
                </a:lnTo>
                <a:lnTo>
                  <a:pt x="427" y="301"/>
                </a:lnTo>
                <a:lnTo>
                  <a:pt x="427" y="558"/>
                </a:lnTo>
                <a:lnTo>
                  <a:pt x="423" y="575"/>
                </a:lnTo>
                <a:lnTo>
                  <a:pt x="416" y="588"/>
                </a:lnTo>
                <a:lnTo>
                  <a:pt x="401" y="598"/>
                </a:lnTo>
                <a:lnTo>
                  <a:pt x="386" y="602"/>
                </a:lnTo>
                <a:lnTo>
                  <a:pt x="299" y="602"/>
                </a:lnTo>
                <a:lnTo>
                  <a:pt x="282" y="598"/>
                </a:lnTo>
                <a:lnTo>
                  <a:pt x="268" y="588"/>
                </a:lnTo>
                <a:lnTo>
                  <a:pt x="259" y="575"/>
                </a:lnTo>
                <a:lnTo>
                  <a:pt x="257" y="558"/>
                </a:lnTo>
                <a:lnTo>
                  <a:pt x="257" y="301"/>
                </a:lnTo>
                <a:lnTo>
                  <a:pt x="259" y="284"/>
                </a:lnTo>
                <a:lnTo>
                  <a:pt x="268" y="271"/>
                </a:lnTo>
                <a:lnTo>
                  <a:pt x="282" y="261"/>
                </a:lnTo>
                <a:lnTo>
                  <a:pt x="299" y="257"/>
                </a:lnTo>
                <a:close/>
                <a:moveTo>
                  <a:pt x="556" y="172"/>
                </a:moveTo>
                <a:lnTo>
                  <a:pt x="643" y="172"/>
                </a:lnTo>
                <a:lnTo>
                  <a:pt x="658" y="176"/>
                </a:lnTo>
                <a:lnTo>
                  <a:pt x="673" y="185"/>
                </a:lnTo>
                <a:lnTo>
                  <a:pt x="681" y="199"/>
                </a:lnTo>
                <a:lnTo>
                  <a:pt x="684" y="216"/>
                </a:lnTo>
                <a:lnTo>
                  <a:pt x="684" y="558"/>
                </a:lnTo>
                <a:lnTo>
                  <a:pt x="681" y="575"/>
                </a:lnTo>
                <a:lnTo>
                  <a:pt x="673" y="588"/>
                </a:lnTo>
                <a:lnTo>
                  <a:pt x="658" y="598"/>
                </a:lnTo>
                <a:lnTo>
                  <a:pt x="643" y="602"/>
                </a:lnTo>
                <a:lnTo>
                  <a:pt x="556" y="602"/>
                </a:lnTo>
                <a:lnTo>
                  <a:pt x="539" y="598"/>
                </a:lnTo>
                <a:lnTo>
                  <a:pt x="526" y="588"/>
                </a:lnTo>
                <a:lnTo>
                  <a:pt x="516" y="575"/>
                </a:lnTo>
                <a:lnTo>
                  <a:pt x="514" y="558"/>
                </a:lnTo>
                <a:lnTo>
                  <a:pt x="514" y="216"/>
                </a:lnTo>
                <a:lnTo>
                  <a:pt x="516" y="199"/>
                </a:lnTo>
                <a:lnTo>
                  <a:pt x="526" y="185"/>
                </a:lnTo>
                <a:lnTo>
                  <a:pt x="539" y="176"/>
                </a:lnTo>
                <a:lnTo>
                  <a:pt x="556" y="172"/>
                </a:lnTo>
                <a:close/>
                <a:moveTo>
                  <a:pt x="813" y="87"/>
                </a:moveTo>
                <a:lnTo>
                  <a:pt x="900" y="87"/>
                </a:lnTo>
                <a:lnTo>
                  <a:pt x="915" y="91"/>
                </a:lnTo>
                <a:lnTo>
                  <a:pt x="930" y="98"/>
                </a:lnTo>
                <a:lnTo>
                  <a:pt x="938" y="114"/>
                </a:lnTo>
                <a:lnTo>
                  <a:pt x="942" y="129"/>
                </a:lnTo>
                <a:lnTo>
                  <a:pt x="942" y="558"/>
                </a:lnTo>
                <a:lnTo>
                  <a:pt x="938" y="575"/>
                </a:lnTo>
                <a:lnTo>
                  <a:pt x="930" y="588"/>
                </a:lnTo>
                <a:lnTo>
                  <a:pt x="915" y="598"/>
                </a:lnTo>
                <a:lnTo>
                  <a:pt x="900" y="602"/>
                </a:lnTo>
                <a:lnTo>
                  <a:pt x="813" y="602"/>
                </a:lnTo>
                <a:lnTo>
                  <a:pt x="796" y="598"/>
                </a:lnTo>
                <a:lnTo>
                  <a:pt x="783" y="588"/>
                </a:lnTo>
                <a:lnTo>
                  <a:pt x="773" y="575"/>
                </a:lnTo>
                <a:lnTo>
                  <a:pt x="771" y="558"/>
                </a:lnTo>
                <a:lnTo>
                  <a:pt x="771" y="129"/>
                </a:lnTo>
                <a:lnTo>
                  <a:pt x="773" y="114"/>
                </a:lnTo>
                <a:lnTo>
                  <a:pt x="783" y="98"/>
                </a:lnTo>
                <a:lnTo>
                  <a:pt x="796" y="91"/>
                </a:lnTo>
                <a:lnTo>
                  <a:pt x="813" y="87"/>
                </a:lnTo>
                <a:close/>
                <a:moveTo>
                  <a:pt x="1070" y="0"/>
                </a:moveTo>
                <a:lnTo>
                  <a:pt x="1155" y="0"/>
                </a:lnTo>
                <a:lnTo>
                  <a:pt x="1172" y="4"/>
                </a:lnTo>
                <a:lnTo>
                  <a:pt x="1187" y="13"/>
                </a:lnTo>
                <a:lnTo>
                  <a:pt x="1195" y="27"/>
                </a:lnTo>
                <a:lnTo>
                  <a:pt x="1199" y="44"/>
                </a:lnTo>
                <a:lnTo>
                  <a:pt x="1199" y="558"/>
                </a:lnTo>
                <a:lnTo>
                  <a:pt x="1195" y="575"/>
                </a:lnTo>
                <a:lnTo>
                  <a:pt x="1187" y="588"/>
                </a:lnTo>
                <a:lnTo>
                  <a:pt x="1172" y="598"/>
                </a:lnTo>
                <a:lnTo>
                  <a:pt x="1155" y="602"/>
                </a:lnTo>
                <a:lnTo>
                  <a:pt x="1070" y="602"/>
                </a:lnTo>
                <a:lnTo>
                  <a:pt x="1053" y="598"/>
                </a:lnTo>
                <a:lnTo>
                  <a:pt x="1040" y="588"/>
                </a:lnTo>
                <a:lnTo>
                  <a:pt x="1030" y="575"/>
                </a:lnTo>
                <a:lnTo>
                  <a:pt x="1027" y="558"/>
                </a:lnTo>
                <a:lnTo>
                  <a:pt x="1027" y="44"/>
                </a:lnTo>
                <a:lnTo>
                  <a:pt x="1030" y="27"/>
                </a:lnTo>
                <a:lnTo>
                  <a:pt x="1040" y="13"/>
                </a:lnTo>
                <a:lnTo>
                  <a:pt x="1053" y="4"/>
                </a:lnTo>
                <a:lnTo>
                  <a:pt x="107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3"/>
          <p:cNvSpPr>
            <a:spLocks noChangeAspect="1" noEditPoints="1"/>
          </p:cNvSpPr>
          <p:nvPr/>
        </p:nvSpPr>
        <p:spPr bwMode="auto">
          <a:xfrm>
            <a:off x="4638712" y="2869902"/>
            <a:ext cx="628576" cy="1080000"/>
          </a:xfrm>
          <a:custGeom>
            <a:avLst/>
            <a:gdLst>
              <a:gd name="T0" fmla="*/ 236 w 699"/>
              <a:gd name="T1" fmla="*/ 1131 h 1201"/>
              <a:gd name="T2" fmla="*/ 236 w 699"/>
              <a:gd name="T3" fmla="*/ 1154 h 1201"/>
              <a:gd name="T4" fmla="*/ 444 w 699"/>
              <a:gd name="T5" fmla="*/ 1163 h 1201"/>
              <a:gd name="T6" fmla="*/ 463 w 699"/>
              <a:gd name="T7" fmla="*/ 1150 h 1201"/>
              <a:gd name="T8" fmla="*/ 456 w 699"/>
              <a:gd name="T9" fmla="*/ 1127 h 1201"/>
              <a:gd name="T10" fmla="*/ 289 w 699"/>
              <a:gd name="T11" fmla="*/ 1046 h 1201"/>
              <a:gd name="T12" fmla="*/ 272 w 699"/>
              <a:gd name="T13" fmla="*/ 1059 h 1201"/>
              <a:gd name="T14" fmla="*/ 278 w 699"/>
              <a:gd name="T15" fmla="*/ 1082 h 1201"/>
              <a:gd name="T16" fmla="*/ 412 w 699"/>
              <a:gd name="T17" fmla="*/ 1084 h 1201"/>
              <a:gd name="T18" fmla="*/ 425 w 699"/>
              <a:gd name="T19" fmla="*/ 1065 h 1201"/>
              <a:gd name="T20" fmla="*/ 412 w 699"/>
              <a:gd name="T21" fmla="*/ 1048 h 1201"/>
              <a:gd name="T22" fmla="*/ 323 w 699"/>
              <a:gd name="T23" fmla="*/ 970 h 1201"/>
              <a:gd name="T24" fmla="*/ 310 w 699"/>
              <a:gd name="T25" fmla="*/ 989 h 1201"/>
              <a:gd name="T26" fmla="*/ 323 w 699"/>
              <a:gd name="T27" fmla="*/ 1006 h 1201"/>
              <a:gd name="T28" fmla="*/ 378 w 699"/>
              <a:gd name="T29" fmla="*/ 1004 h 1201"/>
              <a:gd name="T30" fmla="*/ 386 w 699"/>
              <a:gd name="T31" fmla="*/ 982 h 1201"/>
              <a:gd name="T32" fmla="*/ 367 w 699"/>
              <a:gd name="T33" fmla="*/ 968 h 1201"/>
              <a:gd name="T34" fmla="*/ 386 w 699"/>
              <a:gd name="T35" fmla="*/ 745 h 1201"/>
              <a:gd name="T36" fmla="*/ 386 w 699"/>
              <a:gd name="T37" fmla="*/ 808 h 1201"/>
              <a:gd name="T38" fmla="*/ 393 w 699"/>
              <a:gd name="T39" fmla="*/ 851 h 1201"/>
              <a:gd name="T40" fmla="*/ 442 w 699"/>
              <a:gd name="T41" fmla="*/ 987 h 1201"/>
              <a:gd name="T42" fmla="*/ 561 w 699"/>
              <a:gd name="T43" fmla="*/ 1142 h 1201"/>
              <a:gd name="T44" fmla="*/ 98 w 699"/>
              <a:gd name="T45" fmla="*/ 1161 h 1201"/>
              <a:gd name="T46" fmla="*/ 253 w 699"/>
              <a:gd name="T47" fmla="*/ 987 h 1201"/>
              <a:gd name="T48" fmla="*/ 304 w 699"/>
              <a:gd name="T49" fmla="*/ 851 h 1201"/>
              <a:gd name="T50" fmla="*/ 310 w 699"/>
              <a:gd name="T51" fmla="*/ 736 h 1201"/>
              <a:gd name="T52" fmla="*/ 429 w 699"/>
              <a:gd name="T53" fmla="*/ 499 h 1201"/>
              <a:gd name="T54" fmla="*/ 459 w 699"/>
              <a:gd name="T55" fmla="*/ 613 h 1201"/>
              <a:gd name="T56" fmla="*/ 378 w 699"/>
              <a:gd name="T57" fmla="*/ 694 h 1201"/>
              <a:gd name="T58" fmla="*/ 266 w 699"/>
              <a:gd name="T59" fmla="*/ 664 h 1201"/>
              <a:gd name="T60" fmla="*/ 236 w 699"/>
              <a:gd name="T61" fmla="*/ 550 h 1201"/>
              <a:gd name="T62" fmla="*/ 318 w 699"/>
              <a:gd name="T63" fmla="*/ 471 h 1201"/>
              <a:gd name="T64" fmla="*/ 433 w 699"/>
              <a:gd name="T65" fmla="*/ 331 h 1201"/>
              <a:gd name="T66" fmla="*/ 431 w 699"/>
              <a:gd name="T67" fmla="*/ 420 h 1201"/>
              <a:gd name="T68" fmla="*/ 314 w 699"/>
              <a:gd name="T69" fmla="*/ 393 h 1201"/>
              <a:gd name="T70" fmla="*/ 231 w 699"/>
              <a:gd name="T71" fmla="*/ 354 h 1201"/>
              <a:gd name="T72" fmla="*/ 350 w 699"/>
              <a:gd name="T73" fmla="*/ 157 h 1201"/>
              <a:gd name="T74" fmla="*/ 561 w 699"/>
              <a:gd name="T75" fmla="*/ 223 h 1201"/>
              <a:gd name="T76" fmla="*/ 482 w 699"/>
              <a:gd name="T77" fmla="*/ 267 h 1201"/>
              <a:gd name="T78" fmla="*/ 293 w 699"/>
              <a:gd name="T79" fmla="*/ 240 h 1201"/>
              <a:gd name="T80" fmla="*/ 98 w 699"/>
              <a:gd name="T81" fmla="*/ 255 h 1201"/>
              <a:gd name="T82" fmla="*/ 293 w 699"/>
              <a:gd name="T83" fmla="*/ 161 h 1201"/>
              <a:gd name="T84" fmla="*/ 480 w 699"/>
              <a:gd name="T85" fmla="*/ 17 h 1201"/>
              <a:gd name="T86" fmla="*/ 699 w 699"/>
              <a:gd name="T87" fmla="*/ 131 h 1201"/>
              <a:gd name="T88" fmla="*/ 482 w 699"/>
              <a:gd name="T89" fmla="*/ 98 h 1201"/>
              <a:gd name="T90" fmla="*/ 217 w 699"/>
              <a:gd name="T91" fmla="*/ 98 h 1201"/>
              <a:gd name="T92" fmla="*/ 0 w 699"/>
              <a:gd name="T93" fmla="*/ 131 h 1201"/>
              <a:gd name="T94" fmla="*/ 219 w 699"/>
              <a:gd name="T95" fmla="*/ 17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99" h="1201">
                <a:moveTo>
                  <a:pt x="251" y="1123"/>
                </a:moveTo>
                <a:lnTo>
                  <a:pt x="246" y="1125"/>
                </a:lnTo>
                <a:lnTo>
                  <a:pt x="238" y="1127"/>
                </a:lnTo>
                <a:lnTo>
                  <a:pt x="236" y="1131"/>
                </a:lnTo>
                <a:lnTo>
                  <a:pt x="232" y="1137"/>
                </a:lnTo>
                <a:lnTo>
                  <a:pt x="232" y="1142"/>
                </a:lnTo>
                <a:lnTo>
                  <a:pt x="232" y="1150"/>
                </a:lnTo>
                <a:lnTo>
                  <a:pt x="236" y="1154"/>
                </a:lnTo>
                <a:lnTo>
                  <a:pt x="238" y="1159"/>
                </a:lnTo>
                <a:lnTo>
                  <a:pt x="246" y="1161"/>
                </a:lnTo>
                <a:lnTo>
                  <a:pt x="251" y="1163"/>
                </a:lnTo>
                <a:lnTo>
                  <a:pt x="444" y="1163"/>
                </a:lnTo>
                <a:lnTo>
                  <a:pt x="450" y="1161"/>
                </a:lnTo>
                <a:lnTo>
                  <a:pt x="456" y="1159"/>
                </a:lnTo>
                <a:lnTo>
                  <a:pt x="459" y="1154"/>
                </a:lnTo>
                <a:lnTo>
                  <a:pt x="463" y="1150"/>
                </a:lnTo>
                <a:lnTo>
                  <a:pt x="463" y="1142"/>
                </a:lnTo>
                <a:lnTo>
                  <a:pt x="463" y="1137"/>
                </a:lnTo>
                <a:lnTo>
                  <a:pt x="459" y="1131"/>
                </a:lnTo>
                <a:lnTo>
                  <a:pt x="456" y="1127"/>
                </a:lnTo>
                <a:lnTo>
                  <a:pt x="450" y="1125"/>
                </a:lnTo>
                <a:lnTo>
                  <a:pt x="444" y="1123"/>
                </a:lnTo>
                <a:lnTo>
                  <a:pt x="251" y="1123"/>
                </a:lnTo>
                <a:close/>
                <a:moveTo>
                  <a:pt x="289" y="1046"/>
                </a:moveTo>
                <a:lnTo>
                  <a:pt x="283" y="1048"/>
                </a:lnTo>
                <a:lnTo>
                  <a:pt x="278" y="1050"/>
                </a:lnTo>
                <a:lnTo>
                  <a:pt x="274" y="1053"/>
                </a:lnTo>
                <a:lnTo>
                  <a:pt x="272" y="1059"/>
                </a:lnTo>
                <a:lnTo>
                  <a:pt x="270" y="1065"/>
                </a:lnTo>
                <a:lnTo>
                  <a:pt x="272" y="1072"/>
                </a:lnTo>
                <a:lnTo>
                  <a:pt x="274" y="1078"/>
                </a:lnTo>
                <a:lnTo>
                  <a:pt x="278" y="1082"/>
                </a:lnTo>
                <a:lnTo>
                  <a:pt x="283" y="1084"/>
                </a:lnTo>
                <a:lnTo>
                  <a:pt x="289" y="1086"/>
                </a:lnTo>
                <a:lnTo>
                  <a:pt x="406" y="1086"/>
                </a:lnTo>
                <a:lnTo>
                  <a:pt x="412" y="1084"/>
                </a:lnTo>
                <a:lnTo>
                  <a:pt x="418" y="1082"/>
                </a:lnTo>
                <a:lnTo>
                  <a:pt x="422" y="1078"/>
                </a:lnTo>
                <a:lnTo>
                  <a:pt x="423" y="1072"/>
                </a:lnTo>
                <a:lnTo>
                  <a:pt x="425" y="1065"/>
                </a:lnTo>
                <a:lnTo>
                  <a:pt x="423" y="1059"/>
                </a:lnTo>
                <a:lnTo>
                  <a:pt x="422" y="1053"/>
                </a:lnTo>
                <a:lnTo>
                  <a:pt x="418" y="1050"/>
                </a:lnTo>
                <a:lnTo>
                  <a:pt x="412" y="1048"/>
                </a:lnTo>
                <a:lnTo>
                  <a:pt x="406" y="1046"/>
                </a:lnTo>
                <a:lnTo>
                  <a:pt x="289" y="1046"/>
                </a:lnTo>
                <a:close/>
                <a:moveTo>
                  <a:pt x="329" y="968"/>
                </a:moveTo>
                <a:lnTo>
                  <a:pt x="323" y="970"/>
                </a:lnTo>
                <a:lnTo>
                  <a:pt x="318" y="972"/>
                </a:lnTo>
                <a:lnTo>
                  <a:pt x="312" y="978"/>
                </a:lnTo>
                <a:lnTo>
                  <a:pt x="310" y="982"/>
                </a:lnTo>
                <a:lnTo>
                  <a:pt x="310" y="989"/>
                </a:lnTo>
                <a:lnTo>
                  <a:pt x="310" y="995"/>
                </a:lnTo>
                <a:lnTo>
                  <a:pt x="312" y="1001"/>
                </a:lnTo>
                <a:lnTo>
                  <a:pt x="318" y="1004"/>
                </a:lnTo>
                <a:lnTo>
                  <a:pt x="323" y="1006"/>
                </a:lnTo>
                <a:lnTo>
                  <a:pt x="329" y="1008"/>
                </a:lnTo>
                <a:lnTo>
                  <a:pt x="367" y="1008"/>
                </a:lnTo>
                <a:lnTo>
                  <a:pt x="372" y="1006"/>
                </a:lnTo>
                <a:lnTo>
                  <a:pt x="378" y="1004"/>
                </a:lnTo>
                <a:lnTo>
                  <a:pt x="382" y="1001"/>
                </a:lnTo>
                <a:lnTo>
                  <a:pt x="386" y="995"/>
                </a:lnTo>
                <a:lnTo>
                  <a:pt x="386" y="989"/>
                </a:lnTo>
                <a:lnTo>
                  <a:pt x="386" y="982"/>
                </a:lnTo>
                <a:lnTo>
                  <a:pt x="382" y="978"/>
                </a:lnTo>
                <a:lnTo>
                  <a:pt x="378" y="972"/>
                </a:lnTo>
                <a:lnTo>
                  <a:pt x="372" y="970"/>
                </a:lnTo>
                <a:lnTo>
                  <a:pt x="367" y="968"/>
                </a:lnTo>
                <a:lnTo>
                  <a:pt x="329" y="968"/>
                </a:lnTo>
                <a:close/>
                <a:moveTo>
                  <a:pt x="310" y="736"/>
                </a:moveTo>
                <a:lnTo>
                  <a:pt x="386" y="736"/>
                </a:lnTo>
                <a:lnTo>
                  <a:pt x="386" y="745"/>
                </a:lnTo>
                <a:lnTo>
                  <a:pt x="386" y="760"/>
                </a:lnTo>
                <a:lnTo>
                  <a:pt x="386" y="779"/>
                </a:lnTo>
                <a:lnTo>
                  <a:pt x="386" y="794"/>
                </a:lnTo>
                <a:lnTo>
                  <a:pt x="386" y="808"/>
                </a:lnTo>
                <a:lnTo>
                  <a:pt x="386" y="811"/>
                </a:lnTo>
                <a:lnTo>
                  <a:pt x="386" y="817"/>
                </a:lnTo>
                <a:lnTo>
                  <a:pt x="389" y="830"/>
                </a:lnTo>
                <a:lnTo>
                  <a:pt x="393" y="851"/>
                </a:lnTo>
                <a:lnTo>
                  <a:pt x="401" y="880"/>
                </a:lnTo>
                <a:lnTo>
                  <a:pt x="410" y="912"/>
                </a:lnTo>
                <a:lnTo>
                  <a:pt x="423" y="949"/>
                </a:lnTo>
                <a:lnTo>
                  <a:pt x="442" y="987"/>
                </a:lnTo>
                <a:lnTo>
                  <a:pt x="463" y="1027"/>
                </a:lnTo>
                <a:lnTo>
                  <a:pt x="491" y="1069"/>
                </a:lnTo>
                <a:lnTo>
                  <a:pt x="524" y="1106"/>
                </a:lnTo>
                <a:lnTo>
                  <a:pt x="561" y="1142"/>
                </a:lnTo>
                <a:lnTo>
                  <a:pt x="607" y="1175"/>
                </a:lnTo>
                <a:lnTo>
                  <a:pt x="658" y="1201"/>
                </a:lnTo>
                <a:lnTo>
                  <a:pt x="36" y="1201"/>
                </a:lnTo>
                <a:lnTo>
                  <a:pt x="98" y="1161"/>
                </a:lnTo>
                <a:lnTo>
                  <a:pt x="151" y="1118"/>
                </a:lnTo>
                <a:lnTo>
                  <a:pt x="193" y="1074"/>
                </a:lnTo>
                <a:lnTo>
                  <a:pt x="227" y="1031"/>
                </a:lnTo>
                <a:lnTo>
                  <a:pt x="253" y="987"/>
                </a:lnTo>
                <a:lnTo>
                  <a:pt x="274" y="948"/>
                </a:lnTo>
                <a:lnTo>
                  <a:pt x="289" y="912"/>
                </a:lnTo>
                <a:lnTo>
                  <a:pt x="299" y="878"/>
                </a:lnTo>
                <a:lnTo>
                  <a:pt x="304" y="851"/>
                </a:lnTo>
                <a:lnTo>
                  <a:pt x="308" y="830"/>
                </a:lnTo>
                <a:lnTo>
                  <a:pt x="308" y="817"/>
                </a:lnTo>
                <a:lnTo>
                  <a:pt x="308" y="813"/>
                </a:lnTo>
                <a:lnTo>
                  <a:pt x="310" y="736"/>
                </a:lnTo>
                <a:close/>
                <a:moveTo>
                  <a:pt x="348" y="465"/>
                </a:moveTo>
                <a:lnTo>
                  <a:pt x="378" y="471"/>
                </a:lnTo>
                <a:lnTo>
                  <a:pt x="406" y="482"/>
                </a:lnTo>
                <a:lnTo>
                  <a:pt x="429" y="499"/>
                </a:lnTo>
                <a:lnTo>
                  <a:pt x="448" y="524"/>
                </a:lnTo>
                <a:lnTo>
                  <a:pt x="459" y="550"/>
                </a:lnTo>
                <a:lnTo>
                  <a:pt x="463" y="583"/>
                </a:lnTo>
                <a:lnTo>
                  <a:pt x="459" y="613"/>
                </a:lnTo>
                <a:lnTo>
                  <a:pt x="448" y="641"/>
                </a:lnTo>
                <a:lnTo>
                  <a:pt x="429" y="664"/>
                </a:lnTo>
                <a:lnTo>
                  <a:pt x="406" y="683"/>
                </a:lnTo>
                <a:lnTo>
                  <a:pt x="378" y="694"/>
                </a:lnTo>
                <a:lnTo>
                  <a:pt x="348" y="698"/>
                </a:lnTo>
                <a:lnTo>
                  <a:pt x="318" y="694"/>
                </a:lnTo>
                <a:lnTo>
                  <a:pt x="289" y="683"/>
                </a:lnTo>
                <a:lnTo>
                  <a:pt x="266" y="664"/>
                </a:lnTo>
                <a:lnTo>
                  <a:pt x="248" y="641"/>
                </a:lnTo>
                <a:lnTo>
                  <a:pt x="236" y="613"/>
                </a:lnTo>
                <a:lnTo>
                  <a:pt x="232" y="583"/>
                </a:lnTo>
                <a:lnTo>
                  <a:pt x="236" y="550"/>
                </a:lnTo>
                <a:lnTo>
                  <a:pt x="248" y="524"/>
                </a:lnTo>
                <a:lnTo>
                  <a:pt x="266" y="499"/>
                </a:lnTo>
                <a:lnTo>
                  <a:pt x="289" y="482"/>
                </a:lnTo>
                <a:lnTo>
                  <a:pt x="318" y="471"/>
                </a:lnTo>
                <a:lnTo>
                  <a:pt x="348" y="465"/>
                </a:lnTo>
                <a:close/>
                <a:moveTo>
                  <a:pt x="350" y="312"/>
                </a:moveTo>
                <a:lnTo>
                  <a:pt x="393" y="318"/>
                </a:lnTo>
                <a:lnTo>
                  <a:pt x="433" y="331"/>
                </a:lnTo>
                <a:lnTo>
                  <a:pt x="469" y="352"/>
                </a:lnTo>
                <a:lnTo>
                  <a:pt x="499" y="380"/>
                </a:lnTo>
                <a:lnTo>
                  <a:pt x="450" y="441"/>
                </a:lnTo>
                <a:lnTo>
                  <a:pt x="431" y="420"/>
                </a:lnTo>
                <a:lnTo>
                  <a:pt x="406" y="403"/>
                </a:lnTo>
                <a:lnTo>
                  <a:pt x="380" y="392"/>
                </a:lnTo>
                <a:lnTo>
                  <a:pt x="350" y="388"/>
                </a:lnTo>
                <a:lnTo>
                  <a:pt x="314" y="393"/>
                </a:lnTo>
                <a:lnTo>
                  <a:pt x="282" y="409"/>
                </a:lnTo>
                <a:lnTo>
                  <a:pt x="255" y="433"/>
                </a:lnTo>
                <a:lnTo>
                  <a:pt x="200" y="382"/>
                </a:lnTo>
                <a:lnTo>
                  <a:pt x="231" y="354"/>
                </a:lnTo>
                <a:lnTo>
                  <a:pt x="266" y="331"/>
                </a:lnTo>
                <a:lnTo>
                  <a:pt x="306" y="318"/>
                </a:lnTo>
                <a:lnTo>
                  <a:pt x="350" y="312"/>
                </a:lnTo>
                <a:close/>
                <a:moveTo>
                  <a:pt x="350" y="157"/>
                </a:moveTo>
                <a:lnTo>
                  <a:pt x="408" y="161"/>
                </a:lnTo>
                <a:lnTo>
                  <a:pt x="463" y="174"/>
                </a:lnTo>
                <a:lnTo>
                  <a:pt x="514" y="195"/>
                </a:lnTo>
                <a:lnTo>
                  <a:pt x="561" y="223"/>
                </a:lnTo>
                <a:lnTo>
                  <a:pt x="605" y="259"/>
                </a:lnTo>
                <a:lnTo>
                  <a:pt x="554" y="320"/>
                </a:lnTo>
                <a:lnTo>
                  <a:pt x="520" y="291"/>
                </a:lnTo>
                <a:lnTo>
                  <a:pt x="482" y="267"/>
                </a:lnTo>
                <a:lnTo>
                  <a:pt x="440" y="250"/>
                </a:lnTo>
                <a:lnTo>
                  <a:pt x="397" y="238"/>
                </a:lnTo>
                <a:lnTo>
                  <a:pt x="350" y="235"/>
                </a:lnTo>
                <a:lnTo>
                  <a:pt x="293" y="240"/>
                </a:lnTo>
                <a:lnTo>
                  <a:pt x="238" y="257"/>
                </a:lnTo>
                <a:lnTo>
                  <a:pt x="191" y="282"/>
                </a:lnTo>
                <a:lnTo>
                  <a:pt x="149" y="318"/>
                </a:lnTo>
                <a:lnTo>
                  <a:pt x="98" y="255"/>
                </a:lnTo>
                <a:lnTo>
                  <a:pt x="140" y="221"/>
                </a:lnTo>
                <a:lnTo>
                  <a:pt x="187" y="193"/>
                </a:lnTo>
                <a:lnTo>
                  <a:pt x="238" y="174"/>
                </a:lnTo>
                <a:lnTo>
                  <a:pt x="293" y="161"/>
                </a:lnTo>
                <a:lnTo>
                  <a:pt x="350" y="157"/>
                </a:lnTo>
                <a:close/>
                <a:moveTo>
                  <a:pt x="350" y="0"/>
                </a:moveTo>
                <a:lnTo>
                  <a:pt x="416" y="6"/>
                </a:lnTo>
                <a:lnTo>
                  <a:pt x="480" y="17"/>
                </a:lnTo>
                <a:lnTo>
                  <a:pt x="541" y="36"/>
                </a:lnTo>
                <a:lnTo>
                  <a:pt x="597" y="61"/>
                </a:lnTo>
                <a:lnTo>
                  <a:pt x="652" y="93"/>
                </a:lnTo>
                <a:lnTo>
                  <a:pt x="699" y="131"/>
                </a:lnTo>
                <a:lnTo>
                  <a:pt x="650" y="195"/>
                </a:lnTo>
                <a:lnTo>
                  <a:pt x="599" y="155"/>
                </a:lnTo>
                <a:lnTo>
                  <a:pt x="543" y="123"/>
                </a:lnTo>
                <a:lnTo>
                  <a:pt x="482" y="98"/>
                </a:lnTo>
                <a:lnTo>
                  <a:pt x="418" y="83"/>
                </a:lnTo>
                <a:lnTo>
                  <a:pt x="350" y="78"/>
                </a:lnTo>
                <a:lnTo>
                  <a:pt x="282" y="83"/>
                </a:lnTo>
                <a:lnTo>
                  <a:pt x="217" y="98"/>
                </a:lnTo>
                <a:lnTo>
                  <a:pt x="157" y="123"/>
                </a:lnTo>
                <a:lnTo>
                  <a:pt x="100" y="155"/>
                </a:lnTo>
                <a:lnTo>
                  <a:pt x="49" y="195"/>
                </a:lnTo>
                <a:lnTo>
                  <a:pt x="0" y="131"/>
                </a:lnTo>
                <a:lnTo>
                  <a:pt x="49" y="93"/>
                </a:lnTo>
                <a:lnTo>
                  <a:pt x="102" y="61"/>
                </a:lnTo>
                <a:lnTo>
                  <a:pt x="159" y="34"/>
                </a:lnTo>
                <a:lnTo>
                  <a:pt x="219" y="17"/>
                </a:lnTo>
                <a:lnTo>
                  <a:pt x="283" y="6"/>
                </a:lnTo>
                <a:lnTo>
                  <a:pt x="35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Bluetooth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Bluetooth 2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Wifi</a:t>
            </a:r>
            <a:endParaRPr lang="en-US" altLang="ja-JP" sz="900" dirty="0" smtClean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Wifi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2</a:t>
            </a: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Wifi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signal</a:t>
            </a: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err="1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Wifi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signal 2</a:t>
            </a:r>
          </a:p>
        </p:txBody>
      </p:sp>
      <p:sp>
        <p:nvSpPr>
          <p:cNvPr id="21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Cell Phone Reception</a:t>
            </a:r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Radio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25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27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Communication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auto">
          <a:xfrm>
            <a:off x="1100692" y="1448780"/>
            <a:ext cx="1080000" cy="633346"/>
          </a:xfrm>
          <a:custGeom>
            <a:avLst/>
            <a:gdLst>
              <a:gd name="T0" fmla="*/ 286 w 1076"/>
              <a:gd name="T1" fmla="*/ 153 h 631"/>
              <a:gd name="T2" fmla="*/ 267 w 1076"/>
              <a:gd name="T3" fmla="*/ 172 h 631"/>
              <a:gd name="T4" fmla="*/ 259 w 1076"/>
              <a:gd name="T5" fmla="*/ 183 h 631"/>
              <a:gd name="T6" fmla="*/ 407 w 1076"/>
              <a:gd name="T7" fmla="*/ 335 h 631"/>
              <a:gd name="T8" fmla="*/ 416 w 1076"/>
              <a:gd name="T9" fmla="*/ 336 h 631"/>
              <a:gd name="T10" fmla="*/ 435 w 1076"/>
              <a:gd name="T11" fmla="*/ 346 h 631"/>
              <a:gd name="T12" fmla="*/ 444 w 1076"/>
              <a:gd name="T13" fmla="*/ 376 h 631"/>
              <a:gd name="T14" fmla="*/ 444 w 1076"/>
              <a:gd name="T15" fmla="*/ 448 h 631"/>
              <a:gd name="T16" fmla="*/ 448 w 1076"/>
              <a:gd name="T17" fmla="*/ 465 h 631"/>
              <a:gd name="T18" fmla="*/ 465 w 1076"/>
              <a:gd name="T19" fmla="*/ 480 h 631"/>
              <a:gd name="T20" fmla="*/ 596 w 1076"/>
              <a:gd name="T21" fmla="*/ 482 h 631"/>
              <a:gd name="T22" fmla="*/ 605 w 1076"/>
              <a:gd name="T23" fmla="*/ 480 h 631"/>
              <a:gd name="T24" fmla="*/ 622 w 1076"/>
              <a:gd name="T25" fmla="*/ 469 h 631"/>
              <a:gd name="T26" fmla="*/ 632 w 1076"/>
              <a:gd name="T27" fmla="*/ 446 h 631"/>
              <a:gd name="T28" fmla="*/ 632 w 1076"/>
              <a:gd name="T29" fmla="*/ 367 h 631"/>
              <a:gd name="T30" fmla="*/ 637 w 1076"/>
              <a:gd name="T31" fmla="*/ 352 h 631"/>
              <a:gd name="T32" fmla="*/ 654 w 1076"/>
              <a:gd name="T33" fmla="*/ 336 h 631"/>
              <a:gd name="T34" fmla="*/ 930 w 1076"/>
              <a:gd name="T35" fmla="*/ 335 h 631"/>
              <a:gd name="T36" fmla="*/ 804 w 1076"/>
              <a:gd name="T37" fmla="*/ 166 h 631"/>
              <a:gd name="T38" fmla="*/ 785 w 1076"/>
              <a:gd name="T39" fmla="*/ 151 h 631"/>
              <a:gd name="T40" fmla="*/ 299 w 1076"/>
              <a:gd name="T41" fmla="*/ 149 h 631"/>
              <a:gd name="T42" fmla="*/ 762 w 1076"/>
              <a:gd name="T43" fmla="*/ 4 h 631"/>
              <a:gd name="T44" fmla="*/ 796 w 1076"/>
              <a:gd name="T45" fmla="*/ 19 h 631"/>
              <a:gd name="T46" fmla="*/ 813 w 1076"/>
              <a:gd name="T47" fmla="*/ 34 h 631"/>
              <a:gd name="T48" fmla="*/ 819 w 1076"/>
              <a:gd name="T49" fmla="*/ 41 h 631"/>
              <a:gd name="T50" fmla="*/ 843 w 1076"/>
              <a:gd name="T51" fmla="*/ 64 h 631"/>
              <a:gd name="T52" fmla="*/ 883 w 1076"/>
              <a:gd name="T53" fmla="*/ 106 h 631"/>
              <a:gd name="T54" fmla="*/ 932 w 1076"/>
              <a:gd name="T55" fmla="*/ 157 h 631"/>
              <a:gd name="T56" fmla="*/ 985 w 1076"/>
              <a:gd name="T57" fmla="*/ 212 h 631"/>
              <a:gd name="T58" fmla="*/ 1031 w 1076"/>
              <a:gd name="T59" fmla="*/ 265 h 631"/>
              <a:gd name="T60" fmla="*/ 1063 w 1076"/>
              <a:gd name="T61" fmla="*/ 308 h 631"/>
              <a:gd name="T62" fmla="*/ 1076 w 1076"/>
              <a:gd name="T63" fmla="*/ 335 h 631"/>
              <a:gd name="T64" fmla="*/ 1072 w 1076"/>
              <a:gd name="T65" fmla="*/ 580 h 631"/>
              <a:gd name="T66" fmla="*/ 1046 w 1076"/>
              <a:gd name="T67" fmla="*/ 616 h 631"/>
              <a:gd name="T68" fmla="*/ 1002 w 1076"/>
              <a:gd name="T69" fmla="*/ 631 h 631"/>
              <a:gd name="T70" fmla="*/ 51 w 1076"/>
              <a:gd name="T71" fmla="*/ 628 h 631"/>
              <a:gd name="T72" fmla="*/ 15 w 1076"/>
              <a:gd name="T73" fmla="*/ 601 h 631"/>
              <a:gd name="T74" fmla="*/ 0 w 1076"/>
              <a:gd name="T75" fmla="*/ 558 h 631"/>
              <a:gd name="T76" fmla="*/ 4 w 1076"/>
              <a:gd name="T77" fmla="*/ 323 h 631"/>
              <a:gd name="T78" fmla="*/ 26 w 1076"/>
              <a:gd name="T79" fmla="*/ 287 h 631"/>
              <a:gd name="T80" fmla="*/ 68 w 1076"/>
              <a:gd name="T81" fmla="*/ 238 h 631"/>
              <a:gd name="T82" fmla="*/ 117 w 1076"/>
              <a:gd name="T83" fmla="*/ 183 h 631"/>
              <a:gd name="T84" fmla="*/ 168 w 1076"/>
              <a:gd name="T85" fmla="*/ 130 h 631"/>
              <a:gd name="T86" fmla="*/ 214 w 1076"/>
              <a:gd name="T87" fmla="*/ 83 h 631"/>
              <a:gd name="T88" fmla="*/ 248 w 1076"/>
              <a:gd name="T89" fmla="*/ 49 h 631"/>
              <a:gd name="T90" fmla="*/ 259 w 1076"/>
              <a:gd name="T91" fmla="*/ 36 h 631"/>
              <a:gd name="T92" fmla="*/ 301 w 1076"/>
              <a:gd name="T93" fmla="*/ 9 h 631"/>
              <a:gd name="T94" fmla="*/ 331 w 1076"/>
              <a:gd name="T95" fmla="*/ 0 h 631"/>
              <a:gd name="T96" fmla="*/ 741 w 1076"/>
              <a:gd name="T97" fmla="*/ 0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76" h="631">
                <a:moveTo>
                  <a:pt x="299" y="149"/>
                </a:moveTo>
                <a:lnTo>
                  <a:pt x="286" y="153"/>
                </a:lnTo>
                <a:lnTo>
                  <a:pt x="276" y="161"/>
                </a:lnTo>
                <a:lnTo>
                  <a:pt x="267" y="172"/>
                </a:lnTo>
                <a:lnTo>
                  <a:pt x="261" y="179"/>
                </a:lnTo>
                <a:lnTo>
                  <a:pt x="259" y="183"/>
                </a:lnTo>
                <a:lnTo>
                  <a:pt x="144" y="335"/>
                </a:lnTo>
                <a:lnTo>
                  <a:pt x="407" y="335"/>
                </a:lnTo>
                <a:lnTo>
                  <a:pt x="410" y="335"/>
                </a:lnTo>
                <a:lnTo>
                  <a:pt x="416" y="336"/>
                </a:lnTo>
                <a:lnTo>
                  <a:pt x="425" y="340"/>
                </a:lnTo>
                <a:lnTo>
                  <a:pt x="435" y="346"/>
                </a:lnTo>
                <a:lnTo>
                  <a:pt x="441" y="359"/>
                </a:lnTo>
                <a:lnTo>
                  <a:pt x="444" y="376"/>
                </a:lnTo>
                <a:lnTo>
                  <a:pt x="444" y="446"/>
                </a:lnTo>
                <a:lnTo>
                  <a:pt x="444" y="448"/>
                </a:lnTo>
                <a:lnTo>
                  <a:pt x="446" y="456"/>
                </a:lnTo>
                <a:lnTo>
                  <a:pt x="448" y="465"/>
                </a:lnTo>
                <a:lnTo>
                  <a:pt x="456" y="473"/>
                </a:lnTo>
                <a:lnTo>
                  <a:pt x="465" y="480"/>
                </a:lnTo>
                <a:lnTo>
                  <a:pt x="480" y="482"/>
                </a:lnTo>
                <a:lnTo>
                  <a:pt x="596" y="482"/>
                </a:lnTo>
                <a:lnTo>
                  <a:pt x="598" y="482"/>
                </a:lnTo>
                <a:lnTo>
                  <a:pt x="605" y="480"/>
                </a:lnTo>
                <a:lnTo>
                  <a:pt x="613" y="476"/>
                </a:lnTo>
                <a:lnTo>
                  <a:pt x="622" y="469"/>
                </a:lnTo>
                <a:lnTo>
                  <a:pt x="630" y="459"/>
                </a:lnTo>
                <a:lnTo>
                  <a:pt x="632" y="446"/>
                </a:lnTo>
                <a:lnTo>
                  <a:pt x="632" y="369"/>
                </a:lnTo>
                <a:lnTo>
                  <a:pt x="632" y="367"/>
                </a:lnTo>
                <a:lnTo>
                  <a:pt x="633" y="359"/>
                </a:lnTo>
                <a:lnTo>
                  <a:pt x="637" y="352"/>
                </a:lnTo>
                <a:lnTo>
                  <a:pt x="645" y="344"/>
                </a:lnTo>
                <a:lnTo>
                  <a:pt x="654" y="336"/>
                </a:lnTo>
                <a:lnTo>
                  <a:pt x="669" y="335"/>
                </a:lnTo>
                <a:lnTo>
                  <a:pt x="930" y="335"/>
                </a:lnTo>
                <a:lnTo>
                  <a:pt x="817" y="183"/>
                </a:lnTo>
                <a:lnTo>
                  <a:pt x="804" y="166"/>
                </a:lnTo>
                <a:lnTo>
                  <a:pt x="792" y="157"/>
                </a:lnTo>
                <a:lnTo>
                  <a:pt x="785" y="151"/>
                </a:lnTo>
                <a:lnTo>
                  <a:pt x="781" y="149"/>
                </a:lnTo>
                <a:lnTo>
                  <a:pt x="299" y="149"/>
                </a:lnTo>
                <a:close/>
                <a:moveTo>
                  <a:pt x="741" y="0"/>
                </a:moveTo>
                <a:lnTo>
                  <a:pt x="762" y="4"/>
                </a:lnTo>
                <a:lnTo>
                  <a:pt x="781" y="9"/>
                </a:lnTo>
                <a:lnTo>
                  <a:pt x="796" y="19"/>
                </a:lnTo>
                <a:lnTo>
                  <a:pt x="807" y="28"/>
                </a:lnTo>
                <a:lnTo>
                  <a:pt x="813" y="34"/>
                </a:lnTo>
                <a:lnTo>
                  <a:pt x="817" y="38"/>
                </a:lnTo>
                <a:lnTo>
                  <a:pt x="819" y="41"/>
                </a:lnTo>
                <a:lnTo>
                  <a:pt x="828" y="51"/>
                </a:lnTo>
                <a:lnTo>
                  <a:pt x="843" y="64"/>
                </a:lnTo>
                <a:lnTo>
                  <a:pt x="862" y="83"/>
                </a:lnTo>
                <a:lnTo>
                  <a:pt x="883" y="106"/>
                </a:lnTo>
                <a:lnTo>
                  <a:pt x="908" y="130"/>
                </a:lnTo>
                <a:lnTo>
                  <a:pt x="932" y="157"/>
                </a:lnTo>
                <a:lnTo>
                  <a:pt x="959" y="185"/>
                </a:lnTo>
                <a:lnTo>
                  <a:pt x="985" y="212"/>
                </a:lnTo>
                <a:lnTo>
                  <a:pt x="1008" y="240"/>
                </a:lnTo>
                <a:lnTo>
                  <a:pt x="1031" y="265"/>
                </a:lnTo>
                <a:lnTo>
                  <a:pt x="1049" y="287"/>
                </a:lnTo>
                <a:lnTo>
                  <a:pt x="1063" y="308"/>
                </a:lnTo>
                <a:lnTo>
                  <a:pt x="1072" y="323"/>
                </a:lnTo>
                <a:lnTo>
                  <a:pt x="1076" y="335"/>
                </a:lnTo>
                <a:lnTo>
                  <a:pt x="1076" y="558"/>
                </a:lnTo>
                <a:lnTo>
                  <a:pt x="1072" y="580"/>
                </a:lnTo>
                <a:lnTo>
                  <a:pt x="1061" y="601"/>
                </a:lnTo>
                <a:lnTo>
                  <a:pt x="1046" y="616"/>
                </a:lnTo>
                <a:lnTo>
                  <a:pt x="1025" y="628"/>
                </a:lnTo>
                <a:lnTo>
                  <a:pt x="1002" y="631"/>
                </a:lnTo>
                <a:lnTo>
                  <a:pt x="74" y="631"/>
                </a:lnTo>
                <a:lnTo>
                  <a:pt x="51" y="628"/>
                </a:lnTo>
                <a:lnTo>
                  <a:pt x="30" y="616"/>
                </a:lnTo>
                <a:lnTo>
                  <a:pt x="15" y="601"/>
                </a:lnTo>
                <a:lnTo>
                  <a:pt x="4" y="580"/>
                </a:lnTo>
                <a:lnTo>
                  <a:pt x="0" y="558"/>
                </a:lnTo>
                <a:lnTo>
                  <a:pt x="0" y="335"/>
                </a:lnTo>
                <a:lnTo>
                  <a:pt x="4" y="323"/>
                </a:lnTo>
                <a:lnTo>
                  <a:pt x="13" y="308"/>
                </a:lnTo>
                <a:lnTo>
                  <a:pt x="26" y="287"/>
                </a:lnTo>
                <a:lnTo>
                  <a:pt x="45" y="265"/>
                </a:lnTo>
                <a:lnTo>
                  <a:pt x="68" y="238"/>
                </a:lnTo>
                <a:lnTo>
                  <a:pt x="91" y="212"/>
                </a:lnTo>
                <a:lnTo>
                  <a:pt x="117" y="183"/>
                </a:lnTo>
                <a:lnTo>
                  <a:pt x="144" y="157"/>
                </a:lnTo>
                <a:lnTo>
                  <a:pt x="168" y="130"/>
                </a:lnTo>
                <a:lnTo>
                  <a:pt x="193" y="104"/>
                </a:lnTo>
                <a:lnTo>
                  <a:pt x="214" y="83"/>
                </a:lnTo>
                <a:lnTo>
                  <a:pt x="233" y="64"/>
                </a:lnTo>
                <a:lnTo>
                  <a:pt x="248" y="49"/>
                </a:lnTo>
                <a:lnTo>
                  <a:pt x="257" y="40"/>
                </a:lnTo>
                <a:lnTo>
                  <a:pt x="259" y="36"/>
                </a:lnTo>
                <a:lnTo>
                  <a:pt x="280" y="19"/>
                </a:lnTo>
                <a:lnTo>
                  <a:pt x="301" y="9"/>
                </a:lnTo>
                <a:lnTo>
                  <a:pt x="320" y="4"/>
                </a:lnTo>
                <a:lnTo>
                  <a:pt x="331" y="0"/>
                </a:lnTo>
                <a:lnTo>
                  <a:pt x="337" y="0"/>
                </a:lnTo>
                <a:lnTo>
                  <a:pt x="74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7"/>
          <p:cNvSpPr>
            <a:spLocks noChangeAspect="1" noEditPoints="1"/>
          </p:cNvSpPr>
          <p:nvPr/>
        </p:nvSpPr>
        <p:spPr bwMode="auto">
          <a:xfrm>
            <a:off x="2756876" y="1374505"/>
            <a:ext cx="1080000" cy="781896"/>
          </a:xfrm>
          <a:custGeom>
            <a:avLst/>
            <a:gdLst>
              <a:gd name="T0" fmla="*/ 763 w 1076"/>
              <a:gd name="T1" fmla="*/ 113 h 779"/>
              <a:gd name="T2" fmla="*/ 795 w 1076"/>
              <a:gd name="T3" fmla="*/ 130 h 779"/>
              <a:gd name="T4" fmla="*/ 814 w 1076"/>
              <a:gd name="T5" fmla="*/ 145 h 779"/>
              <a:gd name="T6" fmla="*/ 819 w 1076"/>
              <a:gd name="T7" fmla="*/ 151 h 779"/>
              <a:gd name="T8" fmla="*/ 844 w 1076"/>
              <a:gd name="T9" fmla="*/ 176 h 779"/>
              <a:gd name="T10" fmla="*/ 884 w 1076"/>
              <a:gd name="T11" fmla="*/ 215 h 779"/>
              <a:gd name="T12" fmla="*/ 933 w 1076"/>
              <a:gd name="T13" fmla="*/ 268 h 779"/>
              <a:gd name="T14" fmla="*/ 984 w 1076"/>
              <a:gd name="T15" fmla="*/ 323 h 779"/>
              <a:gd name="T16" fmla="*/ 1031 w 1076"/>
              <a:gd name="T17" fmla="*/ 376 h 779"/>
              <a:gd name="T18" fmla="*/ 1063 w 1076"/>
              <a:gd name="T19" fmla="*/ 418 h 779"/>
              <a:gd name="T20" fmla="*/ 1076 w 1076"/>
              <a:gd name="T21" fmla="*/ 444 h 779"/>
              <a:gd name="T22" fmla="*/ 1073 w 1076"/>
              <a:gd name="T23" fmla="*/ 728 h 779"/>
              <a:gd name="T24" fmla="*/ 1046 w 1076"/>
              <a:gd name="T25" fmla="*/ 764 h 779"/>
              <a:gd name="T26" fmla="*/ 1001 w 1076"/>
              <a:gd name="T27" fmla="*/ 779 h 779"/>
              <a:gd name="T28" fmla="*/ 52 w 1076"/>
              <a:gd name="T29" fmla="*/ 775 h 779"/>
              <a:gd name="T30" fmla="*/ 14 w 1076"/>
              <a:gd name="T31" fmla="*/ 749 h 779"/>
              <a:gd name="T32" fmla="*/ 0 w 1076"/>
              <a:gd name="T33" fmla="*/ 705 h 779"/>
              <a:gd name="T34" fmla="*/ 2 w 1076"/>
              <a:gd name="T35" fmla="*/ 433 h 779"/>
              <a:gd name="T36" fmla="*/ 27 w 1076"/>
              <a:gd name="T37" fmla="*/ 393 h 779"/>
              <a:gd name="T38" fmla="*/ 65 w 1076"/>
              <a:gd name="T39" fmla="*/ 340 h 779"/>
              <a:gd name="T40" fmla="*/ 112 w 1076"/>
              <a:gd name="T41" fmla="*/ 282 h 779"/>
              <a:gd name="T42" fmla="*/ 157 w 1076"/>
              <a:gd name="T43" fmla="*/ 225 h 779"/>
              <a:gd name="T44" fmla="*/ 197 w 1076"/>
              <a:gd name="T45" fmla="*/ 178 h 779"/>
              <a:gd name="T46" fmla="*/ 220 w 1076"/>
              <a:gd name="T47" fmla="*/ 151 h 779"/>
              <a:gd name="T48" fmla="*/ 243 w 1076"/>
              <a:gd name="T49" fmla="*/ 130 h 779"/>
              <a:gd name="T50" fmla="*/ 282 w 1076"/>
              <a:gd name="T51" fmla="*/ 113 h 779"/>
              <a:gd name="T52" fmla="*/ 299 w 1076"/>
              <a:gd name="T53" fmla="*/ 111 h 779"/>
              <a:gd name="T54" fmla="*/ 299 w 1076"/>
              <a:gd name="T55" fmla="*/ 185 h 779"/>
              <a:gd name="T56" fmla="*/ 445 w 1076"/>
              <a:gd name="T57" fmla="*/ 259 h 779"/>
              <a:gd name="T58" fmla="*/ 280 w 1076"/>
              <a:gd name="T59" fmla="*/ 263 h 779"/>
              <a:gd name="T60" fmla="*/ 261 w 1076"/>
              <a:gd name="T61" fmla="*/ 282 h 779"/>
              <a:gd name="T62" fmla="*/ 256 w 1076"/>
              <a:gd name="T63" fmla="*/ 295 h 779"/>
              <a:gd name="T64" fmla="*/ 409 w 1076"/>
              <a:gd name="T65" fmla="*/ 444 h 779"/>
              <a:gd name="T66" fmla="*/ 418 w 1076"/>
              <a:gd name="T67" fmla="*/ 446 h 779"/>
              <a:gd name="T68" fmla="*/ 435 w 1076"/>
              <a:gd name="T69" fmla="*/ 457 h 779"/>
              <a:gd name="T70" fmla="*/ 445 w 1076"/>
              <a:gd name="T71" fmla="*/ 488 h 779"/>
              <a:gd name="T72" fmla="*/ 445 w 1076"/>
              <a:gd name="T73" fmla="*/ 560 h 779"/>
              <a:gd name="T74" fmla="*/ 451 w 1076"/>
              <a:gd name="T75" fmla="*/ 575 h 779"/>
              <a:gd name="T76" fmla="*/ 468 w 1076"/>
              <a:gd name="T77" fmla="*/ 590 h 779"/>
              <a:gd name="T78" fmla="*/ 594 w 1076"/>
              <a:gd name="T79" fmla="*/ 594 h 779"/>
              <a:gd name="T80" fmla="*/ 604 w 1076"/>
              <a:gd name="T81" fmla="*/ 592 h 779"/>
              <a:gd name="T82" fmla="*/ 623 w 1076"/>
              <a:gd name="T83" fmla="*/ 580 h 779"/>
              <a:gd name="T84" fmla="*/ 632 w 1076"/>
              <a:gd name="T85" fmla="*/ 556 h 779"/>
              <a:gd name="T86" fmla="*/ 632 w 1076"/>
              <a:gd name="T87" fmla="*/ 476 h 779"/>
              <a:gd name="T88" fmla="*/ 638 w 1076"/>
              <a:gd name="T89" fmla="*/ 463 h 779"/>
              <a:gd name="T90" fmla="*/ 655 w 1076"/>
              <a:gd name="T91" fmla="*/ 448 h 779"/>
              <a:gd name="T92" fmla="*/ 929 w 1076"/>
              <a:gd name="T93" fmla="*/ 444 h 779"/>
              <a:gd name="T94" fmla="*/ 804 w 1076"/>
              <a:gd name="T95" fmla="*/ 278 h 779"/>
              <a:gd name="T96" fmla="*/ 785 w 1076"/>
              <a:gd name="T97" fmla="*/ 261 h 779"/>
              <a:gd name="T98" fmla="*/ 594 w 1076"/>
              <a:gd name="T99" fmla="*/ 259 h 779"/>
              <a:gd name="T100" fmla="*/ 744 w 1076"/>
              <a:gd name="T101" fmla="*/ 185 h 779"/>
              <a:gd name="T102" fmla="*/ 742 w 1076"/>
              <a:gd name="T103" fmla="*/ 111 h 779"/>
              <a:gd name="T104" fmla="*/ 668 w 1076"/>
              <a:gd name="T105" fmla="*/ 147 h 779"/>
              <a:gd name="T106" fmla="*/ 556 w 1076"/>
              <a:gd name="T107" fmla="*/ 295 h 779"/>
              <a:gd name="T108" fmla="*/ 556 w 1076"/>
              <a:gd name="T109" fmla="*/ 304 h 779"/>
              <a:gd name="T110" fmla="*/ 547 w 1076"/>
              <a:gd name="T111" fmla="*/ 323 h 779"/>
              <a:gd name="T112" fmla="*/ 522 w 1076"/>
              <a:gd name="T113" fmla="*/ 333 h 779"/>
              <a:gd name="T114" fmla="*/ 511 w 1076"/>
              <a:gd name="T115" fmla="*/ 333 h 779"/>
              <a:gd name="T116" fmla="*/ 494 w 1076"/>
              <a:gd name="T117" fmla="*/ 325 h 779"/>
              <a:gd name="T118" fmla="*/ 483 w 1076"/>
              <a:gd name="T119" fmla="*/ 297 h 779"/>
              <a:gd name="T120" fmla="*/ 373 w 1076"/>
              <a:gd name="T121" fmla="*/ 147 h 7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76" h="779">
                <a:moveTo>
                  <a:pt x="742" y="111"/>
                </a:moveTo>
                <a:lnTo>
                  <a:pt x="763" y="113"/>
                </a:lnTo>
                <a:lnTo>
                  <a:pt x="781" y="121"/>
                </a:lnTo>
                <a:lnTo>
                  <a:pt x="795" y="130"/>
                </a:lnTo>
                <a:lnTo>
                  <a:pt x="806" y="138"/>
                </a:lnTo>
                <a:lnTo>
                  <a:pt x="814" y="145"/>
                </a:lnTo>
                <a:lnTo>
                  <a:pt x="815" y="149"/>
                </a:lnTo>
                <a:lnTo>
                  <a:pt x="819" y="151"/>
                </a:lnTo>
                <a:lnTo>
                  <a:pt x="829" y="161"/>
                </a:lnTo>
                <a:lnTo>
                  <a:pt x="844" y="176"/>
                </a:lnTo>
                <a:lnTo>
                  <a:pt x="861" y="195"/>
                </a:lnTo>
                <a:lnTo>
                  <a:pt x="884" y="215"/>
                </a:lnTo>
                <a:lnTo>
                  <a:pt x="908" y="242"/>
                </a:lnTo>
                <a:lnTo>
                  <a:pt x="933" y="268"/>
                </a:lnTo>
                <a:lnTo>
                  <a:pt x="959" y="295"/>
                </a:lnTo>
                <a:lnTo>
                  <a:pt x="984" y="323"/>
                </a:lnTo>
                <a:lnTo>
                  <a:pt x="1008" y="350"/>
                </a:lnTo>
                <a:lnTo>
                  <a:pt x="1031" y="376"/>
                </a:lnTo>
                <a:lnTo>
                  <a:pt x="1048" y="399"/>
                </a:lnTo>
                <a:lnTo>
                  <a:pt x="1063" y="418"/>
                </a:lnTo>
                <a:lnTo>
                  <a:pt x="1073" y="435"/>
                </a:lnTo>
                <a:lnTo>
                  <a:pt x="1076" y="444"/>
                </a:lnTo>
                <a:lnTo>
                  <a:pt x="1076" y="705"/>
                </a:lnTo>
                <a:lnTo>
                  <a:pt x="1073" y="728"/>
                </a:lnTo>
                <a:lnTo>
                  <a:pt x="1061" y="749"/>
                </a:lnTo>
                <a:lnTo>
                  <a:pt x="1046" y="764"/>
                </a:lnTo>
                <a:lnTo>
                  <a:pt x="1025" y="775"/>
                </a:lnTo>
                <a:lnTo>
                  <a:pt x="1001" y="779"/>
                </a:lnTo>
                <a:lnTo>
                  <a:pt x="74" y="779"/>
                </a:lnTo>
                <a:lnTo>
                  <a:pt x="52" y="775"/>
                </a:lnTo>
                <a:lnTo>
                  <a:pt x="31" y="764"/>
                </a:lnTo>
                <a:lnTo>
                  <a:pt x="14" y="749"/>
                </a:lnTo>
                <a:lnTo>
                  <a:pt x="4" y="728"/>
                </a:lnTo>
                <a:lnTo>
                  <a:pt x="0" y="705"/>
                </a:lnTo>
                <a:lnTo>
                  <a:pt x="0" y="444"/>
                </a:lnTo>
                <a:lnTo>
                  <a:pt x="2" y="433"/>
                </a:lnTo>
                <a:lnTo>
                  <a:pt x="12" y="416"/>
                </a:lnTo>
                <a:lnTo>
                  <a:pt x="27" y="393"/>
                </a:lnTo>
                <a:lnTo>
                  <a:pt x="44" y="369"/>
                </a:lnTo>
                <a:lnTo>
                  <a:pt x="65" y="340"/>
                </a:lnTo>
                <a:lnTo>
                  <a:pt x="87" y="310"/>
                </a:lnTo>
                <a:lnTo>
                  <a:pt x="112" y="282"/>
                </a:lnTo>
                <a:lnTo>
                  <a:pt x="135" y="251"/>
                </a:lnTo>
                <a:lnTo>
                  <a:pt x="157" y="225"/>
                </a:lnTo>
                <a:lnTo>
                  <a:pt x="178" y="198"/>
                </a:lnTo>
                <a:lnTo>
                  <a:pt x="197" y="178"/>
                </a:lnTo>
                <a:lnTo>
                  <a:pt x="210" y="161"/>
                </a:lnTo>
                <a:lnTo>
                  <a:pt x="220" y="151"/>
                </a:lnTo>
                <a:lnTo>
                  <a:pt x="222" y="147"/>
                </a:lnTo>
                <a:lnTo>
                  <a:pt x="243" y="130"/>
                </a:lnTo>
                <a:lnTo>
                  <a:pt x="263" y="119"/>
                </a:lnTo>
                <a:lnTo>
                  <a:pt x="282" y="113"/>
                </a:lnTo>
                <a:lnTo>
                  <a:pt x="294" y="111"/>
                </a:lnTo>
                <a:lnTo>
                  <a:pt x="299" y="111"/>
                </a:lnTo>
                <a:lnTo>
                  <a:pt x="356" y="111"/>
                </a:lnTo>
                <a:lnTo>
                  <a:pt x="299" y="185"/>
                </a:lnTo>
                <a:lnTo>
                  <a:pt x="445" y="185"/>
                </a:lnTo>
                <a:lnTo>
                  <a:pt x="445" y="259"/>
                </a:lnTo>
                <a:lnTo>
                  <a:pt x="294" y="259"/>
                </a:lnTo>
                <a:lnTo>
                  <a:pt x="280" y="263"/>
                </a:lnTo>
                <a:lnTo>
                  <a:pt x="269" y="272"/>
                </a:lnTo>
                <a:lnTo>
                  <a:pt x="261" y="282"/>
                </a:lnTo>
                <a:lnTo>
                  <a:pt x="256" y="291"/>
                </a:lnTo>
                <a:lnTo>
                  <a:pt x="256" y="295"/>
                </a:lnTo>
                <a:lnTo>
                  <a:pt x="144" y="444"/>
                </a:lnTo>
                <a:lnTo>
                  <a:pt x="409" y="444"/>
                </a:lnTo>
                <a:lnTo>
                  <a:pt x="411" y="446"/>
                </a:lnTo>
                <a:lnTo>
                  <a:pt x="418" y="446"/>
                </a:lnTo>
                <a:lnTo>
                  <a:pt x="426" y="450"/>
                </a:lnTo>
                <a:lnTo>
                  <a:pt x="435" y="457"/>
                </a:lnTo>
                <a:lnTo>
                  <a:pt x="443" y="469"/>
                </a:lnTo>
                <a:lnTo>
                  <a:pt x="445" y="488"/>
                </a:lnTo>
                <a:lnTo>
                  <a:pt x="445" y="556"/>
                </a:lnTo>
                <a:lnTo>
                  <a:pt x="445" y="560"/>
                </a:lnTo>
                <a:lnTo>
                  <a:pt x="447" y="565"/>
                </a:lnTo>
                <a:lnTo>
                  <a:pt x="451" y="575"/>
                </a:lnTo>
                <a:lnTo>
                  <a:pt x="456" y="584"/>
                </a:lnTo>
                <a:lnTo>
                  <a:pt x="468" y="590"/>
                </a:lnTo>
                <a:lnTo>
                  <a:pt x="483" y="594"/>
                </a:lnTo>
                <a:lnTo>
                  <a:pt x="594" y="594"/>
                </a:lnTo>
                <a:lnTo>
                  <a:pt x="598" y="594"/>
                </a:lnTo>
                <a:lnTo>
                  <a:pt x="604" y="592"/>
                </a:lnTo>
                <a:lnTo>
                  <a:pt x="613" y="588"/>
                </a:lnTo>
                <a:lnTo>
                  <a:pt x="623" y="580"/>
                </a:lnTo>
                <a:lnTo>
                  <a:pt x="628" y="571"/>
                </a:lnTo>
                <a:lnTo>
                  <a:pt x="632" y="556"/>
                </a:lnTo>
                <a:lnTo>
                  <a:pt x="632" y="480"/>
                </a:lnTo>
                <a:lnTo>
                  <a:pt x="632" y="476"/>
                </a:lnTo>
                <a:lnTo>
                  <a:pt x="634" y="471"/>
                </a:lnTo>
                <a:lnTo>
                  <a:pt x="638" y="463"/>
                </a:lnTo>
                <a:lnTo>
                  <a:pt x="643" y="454"/>
                </a:lnTo>
                <a:lnTo>
                  <a:pt x="655" y="448"/>
                </a:lnTo>
                <a:lnTo>
                  <a:pt x="670" y="444"/>
                </a:lnTo>
                <a:lnTo>
                  <a:pt x="929" y="444"/>
                </a:lnTo>
                <a:lnTo>
                  <a:pt x="815" y="295"/>
                </a:lnTo>
                <a:lnTo>
                  <a:pt x="804" y="278"/>
                </a:lnTo>
                <a:lnTo>
                  <a:pt x="793" y="266"/>
                </a:lnTo>
                <a:lnTo>
                  <a:pt x="785" y="261"/>
                </a:lnTo>
                <a:lnTo>
                  <a:pt x="781" y="259"/>
                </a:lnTo>
                <a:lnTo>
                  <a:pt x="594" y="259"/>
                </a:lnTo>
                <a:lnTo>
                  <a:pt x="594" y="187"/>
                </a:lnTo>
                <a:lnTo>
                  <a:pt x="744" y="185"/>
                </a:lnTo>
                <a:lnTo>
                  <a:pt x="689" y="111"/>
                </a:lnTo>
                <a:lnTo>
                  <a:pt x="742" y="111"/>
                </a:lnTo>
                <a:close/>
                <a:moveTo>
                  <a:pt x="520" y="0"/>
                </a:moveTo>
                <a:lnTo>
                  <a:pt x="668" y="147"/>
                </a:lnTo>
                <a:lnTo>
                  <a:pt x="556" y="147"/>
                </a:lnTo>
                <a:lnTo>
                  <a:pt x="556" y="295"/>
                </a:lnTo>
                <a:lnTo>
                  <a:pt x="556" y="297"/>
                </a:lnTo>
                <a:lnTo>
                  <a:pt x="556" y="304"/>
                </a:lnTo>
                <a:lnTo>
                  <a:pt x="553" y="314"/>
                </a:lnTo>
                <a:lnTo>
                  <a:pt x="547" y="323"/>
                </a:lnTo>
                <a:lnTo>
                  <a:pt x="538" y="329"/>
                </a:lnTo>
                <a:lnTo>
                  <a:pt x="522" y="333"/>
                </a:lnTo>
                <a:lnTo>
                  <a:pt x="519" y="333"/>
                </a:lnTo>
                <a:lnTo>
                  <a:pt x="511" y="333"/>
                </a:lnTo>
                <a:lnTo>
                  <a:pt x="503" y="331"/>
                </a:lnTo>
                <a:lnTo>
                  <a:pt x="494" y="325"/>
                </a:lnTo>
                <a:lnTo>
                  <a:pt x="486" y="314"/>
                </a:lnTo>
                <a:lnTo>
                  <a:pt x="483" y="297"/>
                </a:lnTo>
                <a:lnTo>
                  <a:pt x="483" y="147"/>
                </a:lnTo>
                <a:lnTo>
                  <a:pt x="373" y="147"/>
                </a:lnTo>
                <a:lnTo>
                  <a:pt x="52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4412940" y="1376512"/>
            <a:ext cx="1080000" cy="777881"/>
          </a:xfrm>
          <a:custGeom>
            <a:avLst/>
            <a:gdLst>
              <a:gd name="T0" fmla="*/ 762 w 1076"/>
              <a:gd name="T1" fmla="*/ 111 h 775"/>
              <a:gd name="T2" fmla="*/ 794 w 1076"/>
              <a:gd name="T3" fmla="*/ 128 h 775"/>
              <a:gd name="T4" fmla="*/ 813 w 1076"/>
              <a:gd name="T5" fmla="*/ 144 h 775"/>
              <a:gd name="T6" fmla="*/ 819 w 1076"/>
              <a:gd name="T7" fmla="*/ 149 h 775"/>
              <a:gd name="T8" fmla="*/ 844 w 1076"/>
              <a:gd name="T9" fmla="*/ 174 h 775"/>
              <a:gd name="T10" fmla="*/ 883 w 1076"/>
              <a:gd name="T11" fmla="*/ 214 h 775"/>
              <a:gd name="T12" fmla="*/ 932 w 1076"/>
              <a:gd name="T13" fmla="*/ 266 h 775"/>
              <a:gd name="T14" fmla="*/ 983 w 1076"/>
              <a:gd name="T15" fmla="*/ 321 h 775"/>
              <a:gd name="T16" fmla="*/ 1029 w 1076"/>
              <a:gd name="T17" fmla="*/ 374 h 775"/>
              <a:gd name="T18" fmla="*/ 1063 w 1076"/>
              <a:gd name="T19" fmla="*/ 416 h 775"/>
              <a:gd name="T20" fmla="*/ 1076 w 1076"/>
              <a:gd name="T21" fmla="*/ 442 h 775"/>
              <a:gd name="T22" fmla="*/ 1072 w 1076"/>
              <a:gd name="T23" fmla="*/ 726 h 775"/>
              <a:gd name="T24" fmla="*/ 1046 w 1076"/>
              <a:gd name="T25" fmla="*/ 762 h 775"/>
              <a:gd name="T26" fmla="*/ 1000 w 1076"/>
              <a:gd name="T27" fmla="*/ 775 h 775"/>
              <a:gd name="T28" fmla="*/ 49 w 1076"/>
              <a:gd name="T29" fmla="*/ 771 h 775"/>
              <a:gd name="T30" fmla="*/ 13 w 1076"/>
              <a:gd name="T31" fmla="*/ 747 h 775"/>
              <a:gd name="T32" fmla="*/ 0 w 1076"/>
              <a:gd name="T33" fmla="*/ 703 h 775"/>
              <a:gd name="T34" fmla="*/ 2 w 1076"/>
              <a:gd name="T35" fmla="*/ 431 h 775"/>
              <a:gd name="T36" fmla="*/ 27 w 1076"/>
              <a:gd name="T37" fmla="*/ 391 h 775"/>
              <a:gd name="T38" fmla="*/ 64 w 1076"/>
              <a:gd name="T39" fmla="*/ 338 h 775"/>
              <a:gd name="T40" fmla="*/ 110 w 1076"/>
              <a:gd name="T41" fmla="*/ 278 h 775"/>
              <a:gd name="T42" fmla="*/ 157 w 1076"/>
              <a:gd name="T43" fmla="*/ 221 h 775"/>
              <a:gd name="T44" fmla="*/ 195 w 1076"/>
              <a:gd name="T45" fmla="*/ 176 h 775"/>
              <a:gd name="T46" fmla="*/ 220 w 1076"/>
              <a:gd name="T47" fmla="*/ 149 h 775"/>
              <a:gd name="T48" fmla="*/ 242 w 1076"/>
              <a:gd name="T49" fmla="*/ 128 h 775"/>
              <a:gd name="T50" fmla="*/ 282 w 1076"/>
              <a:gd name="T51" fmla="*/ 111 h 775"/>
              <a:gd name="T52" fmla="*/ 299 w 1076"/>
              <a:gd name="T53" fmla="*/ 109 h 775"/>
              <a:gd name="T54" fmla="*/ 462 w 1076"/>
              <a:gd name="T55" fmla="*/ 144 h 775"/>
              <a:gd name="T56" fmla="*/ 371 w 1076"/>
              <a:gd name="T57" fmla="*/ 255 h 775"/>
              <a:gd name="T58" fmla="*/ 280 w 1076"/>
              <a:gd name="T59" fmla="*/ 259 h 775"/>
              <a:gd name="T60" fmla="*/ 261 w 1076"/>
              <a:gd name="T61" fmla="*/ 280 h 775"/>
              <a:gd name="T62" fmla="*/ 255 w 1076"/>
              <a:gd name="T63" fmla="*/ 293 h 775"/>
              <a:gd name="T64" fmla="*/ 407 w 1076"/>
              <a:gd name="T65" fmla="*/ 442 h 775"/>
              <a:gd name="T66" fmla="*/ 416 w 1076"/>
              <a:gd name="T67" fmla="*/ 444 h 775"/>
              <a:gd name="T68" fmla="*/ 433 w 1076"/>
              <a:gd name="T69" fmla="*/ 456 h 775"/>
              <a:gd name="T70" fmla="*/ 443 w 1076"/>
              <a:gd name="T71" fmla="*/ 484 h 775"/>
              <a:gd name="T72" fmla="*/ 445 w 1076"/>
              <a:gd name="T73" fmla="*/ 558 h 775"/>
              <a:gd name="T74" fmla="*/ 448 w 1076"/>
              <a:gd name="T75" fmla="*/ 573 h 775"/>
              <a:gd name="T76" fmla="*/ 465 w 1076"/>
              <a:gd name="T77" fmla="*/ 588 h 775"/>
              <a:gd name="T78" fmla="*/ 613 w 1076"/>
              <a:gd name="T79" fmla="*/ 592 h 775"/>
              <a:gd name="T80" fmla="*/ 622 w 1076"/>
              <a:gd name="T81" fmla="*/ 590 h 775"/>
              <a:gd name="T82" fmla="*/ 639 w 1076"/>
              <a:gd name="T83" fmla="*/ 579 h 775"/>
              <a:gd name="T84" fmla="*/ 651 w 1076"/>
              <a:gd name="T85" fmla="*/ 554 h 775"/>
              <a:gd name="T86" fmla="*/ 651 w 1076"/>
              <a:gd name="T87" fmla="*/ 475 h 775"/>
              <a:gd name="T88" fmla="*/ 654 w 1076"/>
              <a:gd name="T89" fmla="*/ 459 h 775"/>
              <a:gd name="T90" fmla="*/ 671 w 1076"/>
              <a:gd name="T91" fmla="*/ 444 h 775"/>
              <a:gd name="T92" fmla="*/ 929 w 1076"/>
              <a:gd name="T93" fmla="*/ 442 h 775"/>
              <a:gd name="T94" fmla="*/ 804 w 1076"/>
              <a:gd name="T95" fmla="*/ 276 h 775"/>
              <a:gd name="T96" fmla="*/ 785 w 1076"/>
              <a:gd name="T97" fmla="*/ 257 h 775"/>
              <a:gd name="T98" fmla="*/ 687 w 1076"/>
              <a:gd name="T99" fmla="*/ 255 h 775"/>
              <a:gd name="T100" fmla="*/ 611 w 1076"/>
              <a:gd name="T101" fmla="*/ 145 h 775"/>
              <a:gd name="T102" fmla="*/ 741 w 1076"/>
              <a:gd name="T103" fmla="*/ 109 h 775"/>
              <a:gd name="T104" fmla="*/ 543 w 1076"/>
              <a:gd name="T105" fmla="*/ 0 h 775"/>
              <a:gd name="T106" fmla="*/ 567 w 1076"/>
              <a:gd name="T107" fmla="*/ 9 h 775"/>
              <a:gd name="T108" fmla="*/ 573 w 1076"/>
              <a:gd name="T109" fmla="*/ 28 h 775"/>
              <a:gd name="T110" fmla="*/ 573 w 1076"/>
              <a:gd name="T111" fmla="*/ 38 h 775"/>
              <a:gd name="T112" fmla="*/ 687 w 1076"/>
              <a:gd name="T113" fmla="*/ 183 h 775"/>
              <a:gd name="T114" fmla="*/ 392 w 1076"/>
              <a:gd name="T115" fmla="*/ 183 h 775"/>
              <a:gd name="T116" fmla="*/ 501 w 1076"/>
              <a:gd name="T117" fmla="*/ 36 h 775"/>
              <a:gd name="T118" fmla="*/ 513 w 1076"/>
              <a:gd name="T119" fmla="*/ 7 h 775"/>
              <a:gd name="T120" fmla="*/ 532 w 1076"/>
              <a:gd name="T121" fmla="*/ 0 h 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76" h="775">
                <a:moveTo>
                  <a:pt x="741" y="109"/>
                </a:moveTo>
                <a:lnTo>
                  <a:pt x="762" y="111"/>
                </a:lnTo>
                <a:lnTo>
                  <a:pt x="781" y="119"/>
                </a:lnTo>
                <a:lnTo>
                  <a:pt x="794" y="128"/>
                </a:lnTo>
                <a:lnTo>
                  <a:pt x="806" y="136"/>
                </a:lnTo>
                <a:lnTo>
                  <a:pt x="813" y="144"/>
                </a:lnTo>
                <a:lnTo>
                  <a:pt x="815" y="145"/>
                </a:lnTo>
                <a:lnTo>
                  <a:pt x="819" y="149"/>
                </a:lnTo>
                <a:lnTo>
                  <a:pt x="828" y="159"/>
                </a:lnTo>
                <a:lnTo>
                  <a:pt x="844" y="174"/>
                </a:lnTo>
                <a:lnTo>
                  <a:pt x="861" y="193"/>
                </a:lnTo>
                <a:lnTo>
                  <a:pt x="883" y="214"/>
                </a:lnTo>
                <a:lnTo>
                  <a:pt x="908" y="238"/>
                </a:lnTo>
                <a:lnTo>
                  <a:pt x="932" y="266"/>
                </a:lnTo>
                <a:lnTo>
                  <a:pt x="959" y="293"/>
                </a:lnTo>
                <a:lnTo>
                  <a:pt x="983" y="321"/>
                </a:lnTo>
                <a:lnTo>
                  <a:pt x="1008" y="348"/>
                </a:lnTo>
                <a:lnTo>
                  <a:pt x="1029" y="374"/>
                </a:lnTo>
                <a:lnTo>
                  <a:pt x="1048" y="397"/>
                </a:lnTo>
                <a:lnTo>
                  <a:pt x="1063" y="416"/>
                </a:lnTo>
                <a:lnTo>
                  <a:pt x="1072" y="433"/>
                </a:lnTo>
                <a:lnTo>
                  <a:pt x="1076" y="442"/>
                </a:lnTo>
                <a:lnTo>
                  <a:pt x="1076" y="703"/>
                </a:lnTo>
                <a:lnTo>
                  <a:pt x="1072" y="726"/>
                </a:lnTo>
                <a:lnTo>
                  <a:pt x="1061" y="747"/>
                </a:lnTo>
                <a:lnTo>
                  <a:pt x="1046" y="762"/>
                </a:lnTo>
                <a:lnTo>
                  <a:pt x="1025" y="771"/>
                </a:lnTo>
                <a:lnTo>
                  <a:pt x="1000" y="775"/>
                </a:lnTo>
                <a:lnTo>
                  <a:pt x="74" y="775"/>
                </a:lnTo>
                <a:lnTo>
                  <a:pt x="49" y="771"/>
                </a:lnTo>
                <a:lnTo>
                  <a:pt x="30" y="762"/>
                </a:lnTo>
                <a:lnTo>
                  <a:pt x="13" y="747"/>
                </a:lnTo>
                <a:lnTo>
                  <a:pt x="4" y="726"/>
                </a:lnTo>
                <a:lnTo>
                  <a:pt x="0" y="703"/>
                </a:lnTo>
                <a:lnTo>
                  <a:pt x="0" y="442"/>
                </a:lnTo>
                <a:lnTo>
                  <a:pt x="2" y="431"/>
                </a:lnTo>
                <a:lnTo>
                  <a:pt x="12" y="414"/>
                </a:lnTo>
                <a:lnTo>
                  <a:pt x="27" y="391"/>
                </a:lnTo>
                <a:lnTo>
                  <a:pt x="44" y="367"/>
                </a:lnTo>
                <a:lnTo>
                  <a:pt x="64" y="338"/>
                </a:lnTo>
                <a:lnTo>
                  <a:pt x="87" y="308"/>
                </a:lnTo>
                <a:lnTo>
                  <a:pt x="110" y="278"/>
                </a:lnTo>
                <a:lnTo>
                  <a:pt x="134" y="249"/>
                </a:lnTo>
                <a:lnTo>
                  <a:pt x="157" y="221"/>
                </a:lnTo>
                <a:lnTo>
                  <a:pt x="178" y="196"/>
                </a:lnTo>
                <a:lnTo>
                  <a:pt x="195" y="176"/>
                </a:lnTo>
                <a:lnTo>
                  <a:pt x="210" y="159"/>
                </a:lnTo>
                <a:lnTo>
                  <a:pt x="220" y="149"/>
                </a:lnTo>
                <a:lnTo>
                  <a:pt x="221" y="145"/>
                </a:lnTo>
                <a:lnTo>
                  <a:pt x="242" y="128"/>
                </a:lnTo>
                <a:lnTo>
                  <a:pt x="263" y="117"/>
                </a:lnTo>
                <a:lnTo>
                  <a:pt x="282" y="111"/>
                </a:lnTo>
                <a:lnTo>
                  <a:pt x="293" y="109"/>
                </a:lnTo>
                <a:lnTo>
                  <a:pt x="299" y="109"/>
                </a:lnTo>
                <a:lnTo>
                  <a:pt x="462" y="109"/>
                </a:lnTo>
                <a:lnTo>
                  <a:pt x="462" y="144"/>
                </a:lnTo>
                <a:lnTo>
                  <a:pt x="297" y="144"/>
                </a:lnTo>
                <a:lnTo>
                  <a:pt x="371" y="255"/>
                </a:lnTo>
                <a:lnTo>
                  <a:pt x="293" y="255"/>
                </a:lnTo>
                <a:lnTo>
                  <a:pt x="280" y="259"/>
                </a:lnTo>
                <a:lnTo>
                  <a:pt x="269" y="268"/>
                </a:lnTo>
                <a:lnTo>
                  <a:pt x="261" y="280"/>
                </a:lnTo>
                <a:lnTo>
                  <a:pt x="255" y="289"/>
                </a:lnTo>
                <a:lnTo>
                  <a:pt x="255" y="293"/>
                </a:lnTo>
                <a:lnTo>
                  <a:pt x="144" y="442"/>
                </a:lnTo>
                <a:lnTo>
                  <a:pt x="407" y="442"/>
                </a:lnTo>
                <a:lnTo>
                  <a:pt x="409" y="442"/>
                </a:lnTo>
                <a:lnTo>
                  <a:pt x="416" y="444"/>
                </a:lnTo>
                <a:lnTo>
                  <a:pt x="426" y="448"/>
                </a:lnTo>
                <a:lnTo>
                  <a:pt x="433" y="456"/>
                </a:lnTo>
                <a:lnTo>
                  <a:pt x="441" y="467"/>
                </a:lnTo>
                <a:lnTo>
                  <a:pt x="443" y="484"/>
                </a:lnTo>
                <a:lnTo>
                  <a:pt x="443" y="554"/>
                </a:lnTo>
                <a:lnTo>
                  <a:pt x="445" y="558"/>
                </a:lnTo>
                <a:lnTo>
                  <a:pt x="445" y="563"/>
                </a:lnTo>
                <a:lnTo>
                  <a:pt x="448" y="573"/>
                </a:lnTo>
                <a:lnTo>
                  <a:pt x="454" y="582"/>
                </a:lnTo>
                <a:lnTo>
                  <a:pt x="465" y="588"/>
                </a:lnTo>
                <a:lnTo>
                  <a:pt x="480" y="592"/>
                </a:lnTo>
                <a:lnTo>
                  <a:pt x="613" y="592"/>
                </a:lnTo>
                <a:lnTo>
                  <a:pt x="615" y="592"/>
                </a:lnTo>
                <a:lnTo>
                  <a:pt x="622" y="590"/>
                </a:lnTo>
                <a:lnTo>
                  <a:pt x="632" y="586"/>
                </a:lnTo>
                <a:lnTo>
                  <a:pt x="639" y="579"/>
                </a:lnTo>
                <a:lnTo>
                  <a:pt x="647" y="569"/>
                </a:lnTo>
                <a:lnTo>
                  <a:pt x="651" y="554"/>
                </a:lnTo>
                <a:lnTo>
                  <a:pt x="651" y="478"/>
                </a:lnTo>
                <a:lnTo>
                  <a:pt x="651" y="475"/>
                </a:lnTo>
                <a:lnTo>
                  <a:pt x="653" y="469"/>
                </a:lnTo>
                <a:lnTo>
                  <a:pt x="654" y="459"/>
                </a:lnTo>
                <a:lnTo>
                  <a:pt x="662" y="452"/>
                </a:lnTo>
                <a:lnTo>
                  <a:pt x="671" y="444"/>
                </a:lnTo>
                <a:lnTo>
                  <a:pt x="687" y="442"/>
                </a:lnTo>
                <a:lnTo>
                  <a:pt x="929" y="442"/>
                </a:lnTo>
                <a:lnTo>
                  <a:pt x="815" y="293"/>
                </a:lnTo>
                <a:lnTo>
                  <a:pt x="804" y="276"/>
                </a:lnTo>
                <a:lnTo>
                  <a:pt x="792" y="265"/>
                </a:lnTo>
                <a:lnTo>
                  <a:pt x="785" y="257"/>
                </a:lnTo>
                <a:lnTo>
                  <a:pt x="781" y="255"/>
                </a:lnTo>
                <a:lnTo>
                  <a:pt x="687" y="255"/>
                </a:lnTo>
                <a:lnTo>
                  <a:pt x="740" y="145"/>
                </a:lnTo>
                <a:lnTo>
                  <a:pt x="611" y="145"/>
                </a:lnTo>
                <a:lnTo>
                  <a:pt x="611" y="109"/>
                </a:lnTo>
                <a:lnTo>
                  <a:pt x="741" y="109"/>
                </a:lnTo>
                <a:close/>
                <a:moveTo>
                  <a:pt x="539" y="0"/>
                </a:moveTo>
                <a:lnTo>
                  <a:pt x="543" y="0"/>
                </a:lnTo>
                <a:lnTo>
                  <a:pt x="558" y="2"/>
                </a:lnTo>
                <a:lnTo>
                  <a:pt x="567" y="9"/>
                </a:lnTo>
                <a:lnTo>
                  <a:pt x="571" y="19"/>
                </a:lnTo>
                <a:lnTo>
                  <a:pt x="573" y="28"/>
                </a:lnTo>
                <a:lnTo>
                  <a:pt x="573" y="34"/>
                </a:lnTo>
                <a:lnTo>
                  <a:pt x="573" y="38"/>
                </a:lnTo>
                <a:lnTo>
                  <a:pt x="573" y="183"/>
                </a:lnTo>
                <a:lnTo>
                  <a:pt x="687" y="183"/>
                </a:lnTo>
                <a:lnTo>
                  <a:pt x="539" y="333"/>
                </a:lnTo>
                <a:lnTo>
                  <a:pt x="392" y="183"/>
                </a:lnTo>
                <a:lnTo>
                  <a:pt x="501" y="183"/>
                </a:lnTo>
                <a:lnTo>
                  <a:pt x="501" y="36"/>
                </a:lnTo>
                <a:lnTo>
                  <a:pt x="505" y="19"/>
                </a:lnTo>
                <a:lnTo>
                  <a:pt x="513" y="7"/>
                </a:lnTo>
                <a:lnTo>
                  <a:pt x="522" y="2"/>
                </a:lnTo>
                <a:lnTo>
                  <a:pt x="532" y="0"/>
                </a:lnTo>
                <a:lnTo>
                  <a:pt x="5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auto">
          <a:xfrm>
            <a:off x="6069124" y="1336362"/>
            <a:ext cx="1080000" cy="858179"/>
          </a:xfrm>
          <a:custGeom>
            <a:avLst/>
            <a:gdLst>
              <a:gd name="T0" fmla="*/ 403 w 1076"/>
              <a:gd name="T1" fmla="*/ 227 h 855"/>
              <a:gd name="T2" fmla="*/ 390 w 1076"/>
              <a:gd name="T3" fmla="*/ 280 h 855"/>
              <a:gd name="T4" fmla="*/ 418 w 1076"/>
              <a:gd name="T5" fmla="*/ 370 h 855"/>
              <a:gd name="T6" fmla="*/ 231 w 1076"/>
              <a:gd name="T7" fmla="*/ 382 h 855"/>
              <a:gd name="T8" fmla="*/ 217 w 1076"/>
              <a:gd name="T9" fmla="*/ 406 h 855"/>
              <a:gd name="T10" fmla="*/ 408 w 1076"/>
              <a:gd name="T11" fmla="*/ 556 h 855"/>
              <a:gd name="T12" fmla="*/ 433 w 1076"/>
              <a:gd name="T13" fmla="*/ 569 h 855"/>
              <a:gd name="T14" fmla="*/ 442 w 1076"/>
              <a:gd name="T15" fmla="*/ 667 h 855"/>
              <a:gd name="T16" fmla="*/ 448 w 1076"/>
              <a:gd name="T17" fmla="*/ 686 h 855"/>
              <a:gd name="T18" fmla="*/ 480 w 1076"/>
              <a:gd name="T19" fmla="*/ 705 h 855"/>
              <a:gd name="T20" fmla="*/ 605 w 1076"/>
              <a:gd name="T21" fmla="*/ 703 h 855"/>
              <a:gd name="T22" fmla="*/ 630 w 1076"/>
              <a:gd name="T23" fmla="*/ 683 h 855"/>
              <a:gd name="T24" fmla="*/ 633 w 1076"/>
              <a:gd name="T25" fmla="*/ 588 h 855"/>
              <a:gd name="T26" fmla="*/ 645 w 1076"/>
              <a:gd name="T27" fmla="*/ 565 h 855"/>
              <a:gd name="T28" fmla="*/ 930 w 1076"/>
              <a:gd name="T29" fmla="*/ 556 h 855"/>
              <a:gd name="T30" fmla="*/ 830 w 1076"/>
              <a:gd name="T31" fmla="*/ 378 h 855"/>
              <a:gd name="T32" fmla="*/ 569 w 1076"/>
              <a:gd name="T33" fmla="*/ 370 h 855"/>
              <a:gd name="T34" fmla="*/ 560 w 1076"/>
              <a:gd name="T35" fmla="*/ 348 h 855"/>
              <a:gd name="T36" fmla="*/ 564 w 1076"/>
              <a:gd name="T37" fmla="*/ 297 h 855"/>
              <a:gd name="T38" fmla="*/ 599 w 1076"/>
              <a:gd name="T39" fmla="*/ 263 h 855"/>
              <a:gd name="T40" fmla="*/ 649 w 1076"/>
              <a:gd name="T41" fmla="*/ 287 h 855"/>
              <a:gd name="T42" fmla="*/ 762 w 1076"/>
              <a:gd name="T43" fmla="*/ 297 h 855"/>
              <a:gd name="T44" fmla="*/ 811 w 1076"/>
              <a:gd name="T45" fmla="*/ 227 h 855"/>
              <a:gd name="T46" fmla="*/ 851 w 1076"/>
              <a:gd name="T47" fmla="*/ 255 h 855"/>
              <a:gd name="T48" fmla="*/ 866 w 1076"/>
              <a:gd name="T49" fmla="*/ 274 h 855"/>
              <a:gd name="T50" fmla="*/ 919 w 1076"/>
              <a:gd name="T51" fmla="*/ 336 h 855"/>
              <a:gd name="T52" fmla="*/ 989 w 1076"/>
              <a:gd name="T53" fmla="*/ 422 h 855"/>
              <a:gd name="T54" fmla="*/ 1051 w 1076"/>
              <a:gd name="T55" fmla="*/ 505 h 855"/>
              <a:gd name="T56" fmla="*/ 1076 w 1076"/>
              <a:gd name="T57" fmla="*/ 556 h 855"/>
              <a:gd name="T58" fmla="*/ 1063 w 1076"/>
              <a:gd name="T59" fmla="*/ 823 h 855"/>
              <a:gd name="T60" fmla="*/ 1002 w 1076"/>
              <a:gd name="T61" fmla="*/ 855 h 855"/>
              <a:gd name="T62" fmla="*/ 30 w 1076"/>
              <a:gd name="T63" fmla="*/ 840 h 855"/>
              <a:gd name="T64" fmla="*/ 0 w 1076"/>
              <a:gd name="T65" fmla="*/ 779 h 855"/>
              <a:gd name="T66" fmla="*/ 13 w 1076"/>
              <a:gd name="T67" fmla="*/ 527 h 855"/>
              <a:gd name="T68" fmla="*/ 66 w 1076"/>
              <a:gd name="T69" fmla="*/ 452 h 855"/>
              <a:gd name="T70" fmla="*/ 136 w 1076"/>
              <a:gd name="T71" fmla="*/ 363 h 855"/>
              <a:gd name="T72" fmla="*/ 197 w 1076"/>
              <a:gd name="T73" fmla="*/ 289 h 855"/>
              <a:gd name="T74" fmla="*/ 223 w 1076"/>
              <a:gd name="T75" fmla="*/ 259 h 855"/>
              <a:gd name="T76" fmla="*/ 282 w 1076"/>
              <a:gd name="T77" fmla="*/ 225 h 855"/>
              <a:gd name="T78" fmla="*/ 783 w 1076"/>
              <a:gd name="T79" fmla="*/ 0 h 855"/>
              <a:gd name="T80" fmla="*/ 796 w 1076"/>
              <a:gd name="T81" fmla="*/ 5 h 855"/>
              <a:gd name="T82" fmla="*/ 800 w 1076"/>
              <a:gd name="T83" fmla="*/ 15 h 855"/>
              <a:gd name="T84" fmla="*/ 800 w 1076"/>
              <a:gd name="T85" fmla="*/ 22 h 855"/>
              <a:gd name="T86" fmla="*/ 702 w 1076"/>
              <a:gd name="T87" fmla="*/ 257 h 855"/>
              <a:gd name="T88" fmla="*/ 673 w 1076"/>
              <a:gd name="T89" fmla="*/ 249 h 855"/>
              <a:gd name="T90" fmla="*/ 626 w 1076"/>
              <a:gd name="T91" fmla="*/ 193 h 855"/>
              <a:gd name="T92" fmla="*/ 599 w 1076"/>
              <a:gd name="T93" fmla="*/ 206 h 855"/>
              <a:gd name="T94" fmla="*/ 545 w 1076"/>
              <a:gd name="T95" fmla="*/ 244 h 855"/>
              <a:gd name="T96" fmla="*/ 495 w 1076"/>
              <a:gd name="T97" fmla="*/ 308 h 855"/>
              <a:gd name="T98" fmla="*/ 490 w 1076"/>
              <a:gd name="T99" fmla="*/ 395 h 855"/>
              <a:gd name="T100" fmla="*/ 524 w 1076"/>
              <a:gd name="T101" fmla="*/ 463 h 855"/>
              <a:gd name="T102" fmla="*/ 494 w 1076"/>
              <a:gd name="T103" fmla="*/ 425 h 855"/>
              <a:gd name="T104" fmla="*/ 454 w 1076"/>
              <a:gd name="T105" fmla="*/ 353 h 855"/>
              <a:gd name="T106" fmla="*/ 441 w 1076"/>
              <a:gd name="T107" fmla="*/ 261 h 855"/>
              <a:gd name="T108" fmla="*/ 488 w 1076"/>
              <a:gd name="T109" fmla="*/ 162 h 855"/>
              <a:gd name="T110" fmla="*/ 533 w 1076"/>
              <a:gd name="T111" fmla="*/ 45 h 855"/>
              <a:gd name="T112" fmla="*/ 524 w 1076"/>
              <a:gd name="T113" fmla="*/ 9 h 855"/>
              <a:gd name="T114" fmla="*/ 541 w 1076"/>
              <a:gd name="T115" fmla="*/ 0 h 855"/>
              <a:gd name="T116" fmla="*/ 777 w 1076"/>
              <a:gd name="T117" fmla="*/ 0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76" h="855">
                <a:moveTo>
                  <a:pt x="299" y="221"/>
                </a:moveTo>
                <a:lnTo>
                  <a:pt x="405" y="223"/>
                </a:lnTo>
                <a:lnTo>
                  <a:pt x="403" y="227"/>
                </a:lnTo>
                <a:lnTo>
                  <a:pt x="399" y="238"/>
                </a:lnTo>
                <a:lnTo>
                  <a:pt x="393" y="257"/>
                </a:lnTo>
                <a:lnTo>
                  <a:pt x="390" y="280"/>
                </a:lnTo>
                <a:lnTo>
                  <a:pt x="391" y="308"/>
                </a:lnTo>
                <a:lnTo>
                  <a:pt x="401" y="338"/>
                </a:lnTo>
                <a:lnTo>
                  <a:pt x="418" y="370"/>
                </a:lnTo>
                <a:lnTo>
                  <a:pt x="257" y="370"/>
                </a:lnTo>
                <a:lnTo>
                  <a:pt x="242" y="374"/>
                </a:lnTo>
                <a:lnTo>
                  <a:pt x="231" y="382"/>
                </a:lnTo>
                <a:lnTo>
                  <a:pt x="223" y="393"/>
                </a:lnTo>
                <a:lnTo>
                  <a:pt x="217" y="403"/>
                </a:lnTo>
                <a:lnTo>
                  <a:pt x="217" y="406"/>
                </a:lnTo>
                <a:lnTo>
                  <a:pt x="144" y="556"/>
                </a:lnTo>
                <a:lnTo>
                  <a:pt x="407" y="556"/>
                </a:lnTo>
                <a:lnTo>
                  <a:pt x="408" y="556"/>
                </a:lnTo>
                <a:lnTo>
                  <a:pt x="416" y="558"/>
                </a:lnTo>
                <a:lnTo>
                  <a:pt x="425" y="562"/>
                </a:lnTo>
                <a:lnTo>
                  <a:pt x="433" y="569"/>
                </a:lnTo>
                <a:lnTo>
                  <a:pt x="441" y="580"/>
                </a:lnTo>
                <a:lnTo>
                  <a:pt x="442" y="597"/>
                </a:lnTo>
                <a:lnTo>
                  <a:pt x="442" y="667"/>
                </a:lnTo>
                <a:lnTo>
                  <a:pt x="442" y="671"/>
                </a:lnTo>
                <a:lnTo>
                  <a:pt x="444" y="677"/>
                </a:lnTo>
                <a:lnTo>
                  <a:pt x="448" y="686"/>
                </a:lnTo>
                <a:lnTo>
                  <a:pt x="454" y="696"/>
                </a:lnTo>
                <a:lnTo>
                  <a:pt x="465" y="703"/>
                </a:lnTo>
                <a:lnTo>
                  <a:pt x="480" y="705"/>
                </a:lnTo>
                <a:lnTo>
                  <a:pt x="596" y="705"/>
                </a:lnTo>
                <a:lnTo>
                  <a:pt x="598" y="705"/>
                </a:lnTo>
                <a:lnTo>
                  <a:pt x="605" y="703"/>
                </a:lnTo>
                <a:lnTo>
                  <a:pt x="615" y="700"/>
                </a:lnTo>
                <a:lnTo>
                  <a:pt x="622" y="692"/>
                </a:lnTo>
                <a:lnTo>
                  <a:pt x="630" y="683"/>
                </a:lnTo>
                <a:lnTo>
                  <a:pt x="632" y="667"/>
                </a:lnTo>
                <a:lnTo>
                  <a:pt x="632" y="592"/>
                </a:lnTo>
                <a:lnTo>
                  <a:pt x="633" y="588"/>
                </a:lnTo>
                <a:lnTo>
                  <a:pt x="633" y="582"/>
                </a:lnTo>
                <a:lnTo>
                  <a:pt x="637" y="575"/>
                </a:lnTo>
                <a:lnTo>
                  <a:pt x="645" y="565"/>
                </a:lnTo>
                <a:lnTo>
                  <a:pt x="654" y="560"/>
                </a:lnTo>
                <a:lnTo>
                  <a:pt x="669" y="556"/>
                </a:lnTo>
                <a:lnTo>
                  <a:pt x="930" y="556"/>
                </a:lnTo>
                <a:lnTo>
                  <a:pt x="855" y="406"/>
                </a:lnTo>
                <a:lnTo>
                  <a:pt x="841" y="389"/>
                </a:lnTo>
                <a:lnTo>
                  <a:pt x="830" y="378"/>
                </a:lnTo>
                <a:lnTo>
                  <a:pt x="823" y="372"/>
                </a:lnTo>
                <a:lnTo>
                  <a:pt x="819" y="370"/>
                </a:lnTo>
                <a:lnTo>
                  <a:pt x="569" y="370"/>
                </a:lnTo>
                <a:lnTo>
                  <a:pt x="567" y="369"/>
                </a:lnTo>
                <a:lnTo>
                  <a:pt x="564" y="361"/>
                </a:lnTo>
                <a:lnTo>
                  <a:pt x="560" y="348"/>
                </a:lnTo>
                <a:lnTo>
                  <a:pt x="558" y="333"/>
                </a:lnTo>
                <a:lnTo>
                  <a:pt x="558" y="316"/>
                </a:lnTo>
                <a:lnTo>
                  <a:pt x="564" y="297"/>
                </a:lnTo>
                <a:lnTo>
                  <a:pt x="577" y="280"/>
                </a:lnTo>
                <a:lnTo>
                  <a:pt x="598" y="261"/>
                </a:lnTo>
                <a:lnTo>
                  <a:pt x="599" y="263"/>
                </a:lnTo>
                <a:lnTo>
                  <a:pt x="609" y="270"/>
                </a:lnTo>
                <a:lnTo>
                  <a:pt x="626" y="278"/>
                </a:lnTo>
                <a:lnTo>
                  <a:pt x="649" y="287"/>
                </a:lnTo>
                <a:lnTo>
                  <a:pt x="679" y="293"/>
                </a:lnTo>
                <a:lnTo>
                  <a:pt x="717" y="297"/>
                </a:lnTo>
                <a:lnTo>
                  <a:pt x="762" y="297"/>
                </a:lnTo>
                <a:lnTo>
                  <a:pt x="762" y="221"/>
                </a:lnTo>
                <a:lnTo>
                  <a:pt x="789" y="221"/>
                </a:lnTo>
                <a:lnTo>
                  <a:pt x="811" y="227"/>
                </a:lnTo>
                <a:lnTo>
                  <a:pt x="830" y="234"/>
                </a:lnTo>
                <a:lnTo>
                  <a:pt x="843" y="246"/>
                </a:lnTo>
                <a:lnTo>
                  <a:pt x="851" y="255"/>
                </a:lnTo>
                <a:lnTo>
                  <a:pt x="855" y="259"/>
                </a:lnTo>
                <a:lnTo>
                  <a:pt x="857" y="263"/>
                </a:lnTo>
                <a:lnTo>
                  <a:pt x="866" y="274"/>
                </a:lnTo>
                <a:lnTo>
                  <a:pt x="881" y="289"/>
                </a:lnTo>
                <a:lnTo>
                  <a:pt x="898" y="312"/>
                </a:lnTo>
                <a:lnTo>
                  <a:pt x="919" y="336"/>
                </a:lnTo>
                <a:lnTo>
                  <a:pt x="942" y="363"/>
                </a:lnTo>
                <a:lnTo>
                  <a:pt x="966" y="393"/>
                </a:lnTo>
                <a:lnTo>
                  <a:pt x="989" y="422"/>
                </a:lnTo>
                <a:lnTo>
                  <a:pt x="1012" y="452"/>
                </a:lnTo>
                <a:lnTo>
                  <a:pt x="1032" y="480"/>
                </a:lnTo>
                <a:lnTo>
                  <a:pt x="1051" y="505"/>
                </a:lnTo>
                <a:lnTo>
                  <a:pt x="1065" y="527"/>
                </a:lnTo>
                <a:lnTo>
                  <a:pt x="1074" y="544"/>
                </a:lnTo>
                <a:lnTo>
                  <a:pt x="1076" y="556"/>
                </a:lnTo>
                <a:lnTo>
                  <a:pt x="1076" y="779"/>
                </a:lnTo>
                <a:lnTo>
                  <a:pt x="1072" y="804"/>
                </a:lnTo>
                <a:lnTo>
                  <a:pt x="1063" y="823"/>
                </a:lnTo>
                <a:lnTo>
                  <a:pt x="1046" y="840"/>
                </a:lnTo>
                <a:lnTo>
                  <a:pt x="1027" y="851"/>
                </a:lnTo>
                <a:lnTo>
                  <a:pt x="1002" y="855"/>
                </a:lnTo>
                <a:lnTo>
                  <a:pt x="74" y="855"/>
                </a:lnTo>
                <a:lnTo>
                  <a:pt x="51" y="851"/>
                </a:lnTo>
                <a:lnTo>
                  <a:pt x="30" y="840"/>
                </a:lnTo>
                <a:lnTo>
                  <a:pt x="15" y="823"/>
                </a:lnTo>
                <a:lnTo>
                  <a:pt x="4" y="804"/>
                </a:lnTo>
                <a:lnTo>
                  <a:pt x="0" y="779"/>
                </a:lnTo>
                <a:lnTo>
                  <a:pt x="0" y="556"/>
                </a:lnTo>
                <a:lnTo>
                  <a:pt x="4" y="544"/>
                </a:lnTo>
                <a:lnTo>
                  <a:pt x="13" y="527"/>
                </a:lnTo>
                <a:lnTo>
                  <a:pt x="26" y="505"/>
                </a:lnTo>
                <a:lnTo>
                  <a:pt x="45" y="480"/>
                </a:lnTo>
                <a:lnTo>
                  <a:pt x="66" y="452"/>
                </a:lnTo>
                <a:lnTo>
                  <a:pt x="89" y="422"/>
                </a:lnTo>
                <a:lnTo>
                  <a:pt x="112" y="391"/>
                </a:lnTo>
                <a:lnTo>
                  <a:pt x="136" y="363"/>
                </a:lnTo>
                <a:lnTo>
                  <a:pt x="159" y="335"/>
                </a:lnTo>
                <a:lnTo>
                  <a:pt x="178" y="310"/>
                </a:lnTo>
                <a:lnTo>
                  <a:pt x="197" y="289"/>
                </a:lnTo>
                <a:lnTo>
                  <a:pt x="210" y="272"/>
                </a:lnTo>
                <a:lnTo>
                  <a:pt x="219" y="263"/>
                </a:lnTo>
                <a:lnTo>
                  <a:pt x="223" y="259"/>
                </a:lnTo>
                <a:lnTo>
                  <a:pt x="244" y="242"/>
                </a:lnTo>
                <a:lnTo>
                  <a:pt x="263" y="231"/>
                </a:lnTo>
                <a:lnTo>
                  <a:pt x="282" y="225"/>
                </a:lnTo>
                <a:lnTo>
                  <a:pt x="295" y="221"/>
                </a:lnTo>
                <a:lnTo>
                  <a:pt x="299" y="221"/>
                </a:lnTo>
                <a:close/>
                <a:moveTo>
                  <a:pt x="783" y="0"/>
                </a:moveTo>
                <a:lnTo>
                  <a:pt x="789" y="0"/>
                </a:lnTo>
                <a:lnTo>
                  <a:pt x="792" y="2"/>
                </a:lnTo>
                <a:lnTo>
                  <a:pt x="796" y="5"/>
                </a:lnTo>
                <a:lnTo>
                  <a:pt x="798" y="7"/>
                </a:lnTo>
                <a:lnTo>
                  <a:pt x="800" y="11"/>
                </a:lnTo>
                <a:lnTo>
                  <a:pt x="800" y="15"/>
                </a:lnTo>
                <a:lnTo>
                  <a:pt x="800" y="19"/>
                </a:lnTo>
                <a:lnTo>
                  <a:pt x="800" y="21"/>
                </a:lnTo>
                <a:lnTo>
                  <a:pt x="800" y="22"/>
                </a:lnTo>
                <a:lnTo>
                  <a:pt x="800" y="24"/>
                </a:lnTo>
                <a:lnTo>
                  <a:pt x="709" y="246"/>
                </a:lnTo>
                <a:lnTo>
                  <a:pt x="702" y="257"/>
                </a:lnTo>
                <a:lnTo>
                  <a:pt x="692" y="259"/>
                </a:lnTo>
                <a:lnTo>
                  <a:pt x="683" y="255"/>
                </a:lnTo>
                <a:lnTo>
                  <a:pt x="673" y="249"/>
                </a:lnTo>
                <a:lnTo>
                  <a:pt x="668" y="244"/>
                </a:lnTo>
                <a:lnTo>
                  <a:pt x="664" y="242"/>
                </a:lnTo>
                <a:lnTo>
                  <a:pt x="626" y="193"/>
                </a:lnTo>
                <a:lnTo>
                  <a:pt x="622" y="195"/>
                </a:lnTo>
                <a:lnTo>
                  <a:pt x="613" y="198"/>
                </a:lnTo>
                <a:lnTo>
                  <a:pt x="599" y="206"/>
                </a:lnTo>
                <a:lnTo>
                  <a:pt x="582" y="215"/>
                </a:lnTo>
                <a:lnTo>
                  <a:pt x="564" y="229"/>
                </a:lnTo>
                <a:lnTo>
                  <a:pt x="545" y="244"/>
                </a:lnTo>
                <a:lnTo>
                  <a:pt x="526" y="263"/>
                </a:lnTo>
                <a:lnTo>
                  <a:pt x="509" y="283"/>
                </a:lnTo>
                <a:lnTo>
                  <a:pt x="495" y="308"/>
                </a:lnTo>
                <a:lnTo>
                  <a:pt x="488" y="335"/>
                </a:lnTo>
                <a:lnTo>
                  <a:pt x="484" y="363"/>
                </a:lnTo>
                <a:lnTo>
                  <a:pt x="490" y="395"/>
                </a:lnTo>
                <a:lnTo>
                  <a:pt x="503" y="429"/>
                </a:lnTo>
                <a:lnTo>
                  <a:pt x="528" y="465"/>
                </a:lnTo>
                <a:lnTo>
                  <a:pt x="524" y="463"/>
                </a:lnTo>
                <a:lnTo>
                  <a:pt x="516" y="456"/>
                </a:lnTo>
                <a:lnTo>
                  <a:pt x="507" y="442"/>
                </a:lnTo>
                <a:lnTo>
                  <a:pt x="494" y="425"/>
                </a:lnTo>
                <a:lnTo>
                  <a:pt x="480" y="405"/>
                </a:lnTo>
                <a:lnTo>
                  <a:pt x="465" y="380"/>
                </a:lnTo>
                <a:lnTo>
                  <a:pt x="454" y="353"/>
                </a:lnTo>
                <a:lnTo>
                  <a:pt x="444" y="323"/>
                </a:lnTo>
                <a:lnTo>
                  <a:pt x="441" y="293"/>
                </a:lnTo>
                <a:lnTo>
                  <a:pt x="441" y="261"/>
                </a:lnTo>
                <a:lnTo>
                  <a:pt x="448" y="227"/>
                </a:lnTo>
                <a:lnTo>
                  <a:pt x="463" y="195"/>
                </a:lnTo>
                <a:lnTo>
                  <a:pt x="488" y="162"/>
                </a:lnTo>
                <a:lnTo>
                  <a:pt x="522" y="130"/>
                </a:lnTo>
                <a:lnTo>
                  <a:pt x="569" y="100"/>
                </a:lnTo>
                <a:lnTo>
                  <a:pt x="533" y="45"/>
                </a:lnTo>
                <a:lnTo>
                  <a:pt x="524" y="30"/>
                </a:lnTo>
                <a:lnTo>
                  <a:pt x="522" y="17"/>
                </a:lnTo>
                <a:lnTo>
                  <a:pt x="524" y="9"/>
                </a:lnTo>
                <a:lnTo>
                  <a:pt x="528" y="4"/>
                </a:lnTo>
                <a:lnTo>
                  <a:pt x="535" y="0"/>
                </a:lnTo>
                <a:lnTo>
                  <a:pt x="541" y="0"/>
                </a:lnTo>
                <a:lnTo>
                  <a:pt x="546" y="0"/>
                </a:lnTo>
                <a:lnTo>
                  <a:pt x="548" y="0"/>
                </a:lnTo>
                <a:lnTo>
                  <a:pt x="777" y="0"/>
                </a:lnTo>
                <a:lnTo>
                  <a:pt x="78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auto">
          <a:xfrm>
            <a:off x="7725308" y="1303526"/>
            <a:ext cx="1080000" cy="901338"/>
          </a:xfrm>
          <a:custGeom>
            <a:avLst/>
            <a:gdLst>
              <a:gd name="T0" fmla="*/ 818 w 1076"/>
              <a:gd name="T1" fmla="*/ 276 h 898"/>
              <a:gd name="T2" fmla="*/ 851 w 1076"/>
              <a:gd name="T3" fmla="*/ 301 h 898"/>
              <a:gd name="T4" fmla="*/ 866 w 1076"/>
              <a:gd name="T5" fmla="*/ 318 h 898"/>
              <a:gd name="T6" fmla="*/ 919 w 1076"/>
              <a:gd name="T7" fmla="*/ 380 h 898"/>
              <a:gd name="T8" fmla="*/ 989 w 1076"/>
              <a:gd name="T9" fmla="*/ 467 h 898"/>
              <a:gd name="T10" fmla="*/ 1049 w 1076"/>
              <a:gd name="T11" fmla="*/ 550 h 898"/>
              <a:gd name="T12" fmla="*/ 1076 w 1076"/>
              <a:gd name="T13" fmla="*/ 601 h 898"/>
              <a:gd name="T14" fmla="*/ 1062 w 1076"/>
              <a:gd name="T15" fmla="*/ 868 h 898"/>
              <a:gd name="T16" fmla="*/ 1002 w 1076"/>
              <a:gd name="T17" fmla="*/ 898 h 898"/>
              <a:gd name="T18" fmla="*/ 30 w 1076"/>
              <a:gd name="T19" fmla="*/ 883 h 898"/>
              <a:gd name="T20" fmla="*/ 0 w 1076"/>
              <a:gd name="T21" fmla="*/ 823 h 898"/>
              <a:gd name="T22" fmla="*/ 13 w 1076"/>
              <a:gd name="T23" fmla="*/ 571 h 898"/>
              <a:gd name="T24" fmla="*/ 66 w 1076"/>
              <a:gd name="T25" fmla="*/ 495 h 898"/>
              <a:gd name="T26" fmla="*/ 136 w 1076"/>
              <a:gd name="T27" fmla="*/ 406 h 898"/>
              <a:gd name="T28" fmla="*/ 196 w 1076"/>
              <a:gd name="T29" fmla="*/ 333 h 898"/>
              <a:gd name="T30" fmla="*/ 223 w 1076"/>
              <a:gd name="T31" fmla="*/ 302 h 898"/>
              <a:gd name="T32" fmla="*/ 281 w 1076"/>
              <a:gd name="T33" fmla="*/ 268 h 898"/>
              <a:gd name="T34" fmla="*/ 304 w 1076"/>
              <a:gd name="T35" fmla="*/ 266 h 898"/>
              <a:gd name="T36" fmla="*/ 242 w 1076"/>
              <a:gd name="T37" fmla="*/ 418 h 898"/>
              <a:gd name="T38" fmla="*/ 219 w 1076"/>
              <a:gd name="T39" fmla="*/ 446 h 898"/>
              <a:gd name="T40" fmla="*/ 406 w 1076"/>
              <a:gd name="T41" fmla="*/ 601 h 898"/>
              <a:gd name="T42" fmla="*/ 425 w 1076"/>
              <a:gd name="T43" fmla="*/ 605 h 898"/>
              <a:gd name="T44" fmla="*/ 444 w 1076"/>
              <a:gd name="T45" fmla="*/ 643 h 898"/>
              <a:gd name="T46" fmla="*/ 444 w 1076"/>
              <a:gd name="T47" fmla="*/ 722 h 898"/>
              <a:gd name="T48" fmla="*/ 465 w 1076"/>
              <a:gd name="T49" fmla="*/ 747 h 898"/>
              <a:gd name="T50" fmla="*/ 597 w 1076"/>
              <a:gd name="T51" fmla="*/ 749 h 898"/>
              <a:gd name="T52" fmla="*/ 622 w 1076"/>
              <a:gd name="T53" fmla="*/ 736 h 898"/>
              <a:gd name="T54" fmla="*/ 631 w 1076"/>
              <a:gd name="T55" fmla="*/ 635 h 898"/>
              <a:gd name="T56" fmla="*/ 637 w 1076"/>
              <a:gd name="T57" fmla="*/ 618 h 898"/>
              <a:gd name="T58" fmla="*/ 669 w 1076"/>
              <a:gd name="T59" fmla="*/ 601 h 898"/>
              <a:gd name="T60" fmla="*/ 841 w 1076"/>
              <a:gd name="T61" fmla="*/ 433 h 898"/>
              <a:gd name="T62" fmla="*/ 818 w 1076"/>
              <a:gd name="T63" fmla="*/ 416 h 898"/>
              <a:gd name="T64" fmla="*/ 779 w 1076"/>
              <a:gd name="T65" fmla="*/ 266 h 898"/>
              <a:gd name="T66" fmla="*/ 737 w 1076"/>
              <a:gd name="T67" fmla="*/ 2 h 898"/>
              <a:gd name="T68" fmla="*/ 777 w 1076"/>
              <a:gd name="T69" fmla="*/ 7 h 898"/>
              <a:gd name="T70" fmla="*/ 703 w 1076"/>
              <a:gd name="T71" fmla="*/ 11 h 898"/>
              <a:gd name="T72" fmla="*/ 633 w 1076"/>
              <a:gd name="T73" fmla="*/ 53 h 898"/>
              <a:gd name="T74" fmla="*/ 601 w 1076"/>
              <a:gd name="T75" fmla="*/ 121 h 898"/>
              <a:gd name="T76" fmla="*/ 592 w 1076"/>
              <a:gd name="T77" fmla="*/ 187 h 898"/>
              <a:gd name="T78" fmla="*/ 593 w 1076"/>
              <a:gd name="T79" fmla="*/ 227 h 898"/>
              <a:gd name="T80" fmla="*/ 679 w 1076"/>
              <a:gd name="T81" fmla="*/ 231 h 898"/>
              <a:gd name="T82" fmla="*/ 703 w 1076"/>
              <a:gd name="T83" fmla="*/ 246 h 898"/>
              <a:gd name="T84" fmla="*/ 558 w 1076"/>
              <a:gd name="T85" fmla="*/ 442 h 898"/>
              <a:gd name="T86" fmla="*/ 541 w 1076"/>
              <a:gd name="T87" fmla="*/ 452 h 898"/>
              <a:gd name="T88" fmla="*/ 378 w 1076"/>
              <a:gd name="T89" fmla="*/ 265 h 898"/>
              <a:gd name="T90" fmla="*/ 372 w 1076"/>
              <a:gd name="T91" fmla="*/ 253 h 898"/>
              <a:gd name="T92" fmla="*/ 380 w 1076"/>
              <a:gd name="T93" fmla="*/ 232 h 898"/>
              <a:gd name="T94" fmla="*/ 482 w 1076"/>
              <a:gd name="T95" fmla="*/ 229 h 898"/>
              <a:gd name="T96" fmla="*/ 506 w 1076"/>
              <a:gd name="T97" fmla="*/ 102 h 898"/>
              <a:gd name="T98" fmla="*/ 567 w 1076"/>
              <a:gd name="T99" fmla="*/ 32 h 898"/>
              <a:gd name="T100" fmla="*/ 643 w 1076"/>
              <a:gd name="T101" fmla="*/ 4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76" h="898">
                <a:moveTo>
                  <a:pt x="779" y="266"/>
                </a:moveTo>
                <a:lnTo>
                  <a:pt x="800" y="268"/>
                </a:lnTo>
                <a:lnTo>
                  <a:pt x="818" y="276"/>
                </a:lnTo>
                <a:lnTo>
                  <a:pt x="834" y="285"/>
                </a:lnTo>
                <a:lnTo>
                  <a:pt x="845" y="295"/>
                </a:lnTo>
                <a:lnTo>
                  <a:pt x="851" y="301"/>
                </a:lnTo>
                <a:lnTo>
                  <a:pt x="854" y="304"/>
                </a:lnTo>
                <a:lnTo>
                  <a:pt x="856" y="308"/>
                </a:lnTo>
                <a:lnTo>
                  <a:pt x="866" y="318"/>
                </a:lnTo>
                <a:lnTo>
                  <a:pt x="879" y="335"/>
                </a:lnTo>
                <a:lnTo>
                  <a:pt x="898" y="355"/>
                </a:lnTo>
                <a:lnTo>
                  <a:pt x="919" y="380"/>
                </a:lnTo>
                <a:lnTo>
                  <a:pt x="941" y="408"/>
                </a:lnTo>
                <a:lnTo>
                  <a:pt x="964" y="437"/>
                </a:lnTo>
                <a:lnTo>
                  <a:pt x="989" y="467"/>
                </a:lnTo>
                <a:lnTo>
                  <a:pt x="1011" y="495"/>
                </a:lnTo>
                <a:lnTo>
                  <a:pt x="1032" y="524"/>
                </a:lnTo>
                <a:lnTo>
                  <a:pt x="1049" y="550"/>
                </a:lnTo>
                <a:lnTo>
                  <a:pt x="1064" y="571"/>
                </a:lnTo>
                <a:lnTo>
                  <a:pt x="1074" y="588"/>
                </a:lnTo>
                <a:lnTo>
                  <a:pt x="1076" y="601"/>
                </a:lnTo>
                <a:lnTo>
                  <a:pt x="1076" y="823"/>
                </a:lnTo>
                <a:lnTo>
                  <a:pt x="1072" y="847"/>
                </a:lnTo>
                <a:lnTo>
                  <a:pt x="1062" y="868"/>
                </a:lnTo>
                <a:lnTo>
                  <a:pt x="1045" y="883"/>
                </a:lnTo>
                <a:lnTo>
                  <a:pt x="1025" y="894"/>
                </a:lnTo>
                <a:lnTo>
                  <a:pt x="1002" y="898"/>
                </a:lnTo>
                <a:lnTo>
                  <a:pt x="75" y="898"/>
                </a:lnTo>
                <a:lnTo>
                  <a:pt x="51" y="894"/>
                </a:lnTo>
                <a:lnTo>
                  <a:pt x="30" y="883"/>
                </a:lnTo>
                <a:lnTo>
                  <a:pt x="15" y="868"/>
                </a:lnTo>
                <a:lnTo>
                  <a:pt x="4" y="847"/>
                </a:lnTo>
                <a:lnTo>
                  <a:pt x="0" y="823"/>
                </a:lnTo>
                <a:lnTo>
                  <a:pt x="0" y="601"/>
                </a:lnTo>
                <a:lnTo>
                  <a:pt x="4" y="588"/>
                </a:lnTo>
                <a:lnTo>
                  <a:pt x="13" y="571"/>
                </a:lnTo>
                <a:lnTo>
                  <a:pt x="26" y="548"/>
                </a:lnTo>
                <a:lnTo>
                  <a:pt x="45" y="524"/>
                </a:lnTo>
                <a:lnTo>
                  <a:pt x="66" y="495"/>
                </a:lnTo>
                <a:lnTo>
                  <a:pt x="89" y="467"/>
                </a:lnTo>
                <a:lnTo>
                  <a:pt x="111" y="437"/>
                </a:lnTo>
                <a:lnTo>
                  <a:pt x="136" y="406"/>
                </a:lnTo>
                <a:lnTo>
                  <a:pt x="159" y="380"/>
                </a:lnTo>
                <a:lnTo>
                  <a:pt x="179" y="355"/>
                </a:lnTo>
                <a:lnTo>
                  <a:pt x="196" y="333"/>
                </a:lnTo>
                <a:lnTo>
                  <a:pt x="212" y="318"/>
                </a:lnTo>
                <a:lnTo>
                  <a:pt x="219" y="306"/>
                </a:lnTo>
                <a:lnTo>
                  <a:pt x="223" y="302"/>
                </a:lnTo>
                <a:lnTo>
                  <a:pt x="244" y="285"/>
                </a:lnTo>
                <a:lnTo>
                  <a:pt x="264" y="274"/>
                </a:lnTo>
                <a:lnTo>
                  <a:pt x="281" y="268"/>
                </a:lnTo>
                <a:lnTo>
                  <a:pt x="295" y="266"/>
                </a:lnTo>
                <a:lnTo>
                  <a:pt x="300" y="266"/>
                </a:lnTo>
                <a:lnTo>
                  <a:pt x="304" y="266"/>
                </a:lnTo>
                <a:lnTo>
                  <a:pt x="408" y="416"/>
                </a:lnTo>
                <a:lnTo>
                  <a:pt x="257" y="416"/>
                </a:lnTo>
                <a:lnTo>
                  <a:pt x="242" y="418"/>
                </a:lnTo>
                <a:lnTo>
                  <a:pt x="230" y="427"/>
                </a:lnTo>
                <a:lnTo>
                  <a:pt x="223" y="437"/>
                </a:lnTo>
                <a:lnTo>
                  <a:pt x="219" y="446"/>
                </a:lnTo>
                <a:lnTo>
                  <a:pt x="217" y="450"/>
                </a:lnTo>
                <a:lnTo>
                  <a:pt x="143" y="601"/>
                </a:lnTo>
                <a:lnTo>
                  <a:pt x="406" y="601"/>
                </a:lnTo>
                <a:lnTo>
                  <a:pt x="408" y="601"/>
                </a:lnTo>
                <a:lnTo>
                  <a:pt x="416" y="601"/>
                </a:lnTo>
                <a:lnTo>
                  <a:pt x="425" y="605"/>
                </a:lnTo>
                <a:lnTo>
                  <a:pt x="433" y="613"/>
                </a:lnTo>
                <a:lnTo>
                  <a:pt x="440" y="624"/>
                </a:lnTo>
                <a:lnTo>
                  <a:pt x="444" y="643"/>
                </a:lnTo>
                <a:lnTo>
                  <a:pt x="444" y="713"/>
                </a:lnTo>
                <a:lnTo>
                  <a:pt x="444" y="715"/>
                </a:lnTo>
                <a:lnTo>
                  <a:pt x="444" y="722"/>
                </a:lnTo>
                <a:lnTo>
                  <a:pt x="448" y="730"/>
                </a:lnTo>
                <a:lnTo>
                  <a:pt x="454" y="739"/>
                </a:lnTo>
                <a:lnTo>
                  <a:pt x="465" y="747"/>
                </a:lnTo>
                <a:lnTo>
                  <a:pt x="480" y="749"/>
                </a:lnTo>
                <a:lnTo>
                  <a:pt x="595" y="749"/>
                </a:lnTo>
                <a:lnTo>
                  <a:pt x="597" y="749"/>
                </a:lnTo>
                <a:lnTo>
                  <a:pt x="605" y="747"/>
                </a:lnTo>
                <a:lnTo>
                  <a:pt x="614" y="743"/>
                </a:lnTo>
                <a:lnTo>
                  <a:pt x="622" y="736"/>
                </a:lnTo>
                <a:lnTo>
                  <a:pt x="629" y="726"/>
                </a:lnTo>
                <a:lnTo>
                  <a:pt x="631" y="713"/>
                </a:lnTo>
                <a:lnTo>
                  <a:pt x="631" y="635"/>
                </a:lnTo>
                <a:lnTo>
                  <a:pt x="633" y="633"/>
                </a:lnTo>
                <a:lnTo>
                  <a:pt x="633" y="626"/>
                </a:lnTo>
                <a:lnTo>
                  <a:pt x="637" y="618"/>
                </a:lnTo>
                <a:lnTo>
                  <a:pt x="645" y="609"/>
                </a:lnTo>
                <a:lnTo>
                  <a:pt x="654" y="603"/>
                </a:lnTo>
                <a:lnTo>
                  <a:pt x="669" y="601"/>
                </a:lnTo>
                <a:lnTo>
                  <a:pt x="930" y="601"/>
                </a:lnTo>
                <a:lnTo>
                  <a:pt x="854" y="450"/>
                </a:lnTo>
                <a:lnTo>
                  <a:pt x="841" y="433"/>
                </a:lnTo>
                <a:lnTo>
                  <a:pt x="830" y="422"/>
                </a:lnTo>
                <a:lnTo>
                  <a:pt x="822" y="416"/>
                </a:lnTo>
                <a:lnTo>
                  <a:pt x="818" y="416"/>
                </a:lnTo>
                <a:lnTo>
                  <a:pt x="667" y="416"/>
                </a:lnTo>
                <a:lnTo>
                  <a:pt x="777" y="266"/>
                </a:lnTo>
                <a:lnTo>
                  <a:pt x="779" y="266"/>
                </a:lnTo>
                <a:close/>
                <a:moveTo>
                  <a:pt x="694" y="0"/>
                </a:moveTo>
                <a:lnTo>
                  <a:pt x="716" y="0"/>
                </a:lnTo>
                <a:lnTo>
                  <a:pt x="737" y="2"/>
                </a:lnTo>
                <a:lnTo>
                  <a:pt x="754" y="4"/>
                </a:lnTo>
                <a:lnTo>
                  <a:pt x="767" y="5"/>
                </a:lnTo>
                <a:lnTo>
                  <a:pt x="777" y="7"/>
                </a:lnTo>
                <a:lnTo>
                  <a:pt x="779" y="9"/>
                </a:lnTo>
                <a:lnTo>
                  <a:pt x="739" y="7"/>
                </a:lnTo>
                <a:lnTo>
                  <a:pt x="703" y="11"/>
                </a:lnTo>
                <a:lnTo>
                  <a:pt x="675" y="21"/>
                </a:lnTo>
                <a:lnTo>
                  <a:pt x="652" y="36"/>
                </a:lnTo>
                <a:lnTo>
                  <a:pt x="633" y="53"/>
                </a:lnTo>
                <a:lnTo>
                  <a:pt x="618" y="74"/>
                </a:lnTo>
                <a:lnTo>
                  <a:pt x="609" y="96"/>
                </a:lnTo>
                <a:lnTo>
                  <a:pt x="601" y="121"/>
                </a:lnTo>
                <a:lnTo>
                  <a:pt x="595" y="144"/>
                </a:lnTo>
                <a:lnTo>
                  <a:pt x="593" y="166"/>
                </a:lnTo>
                <a:lnTo>
                  <a:pt x="592" y="187"/>
                </a:lnTo>
                <a:lnTo>
                  <a:pt x="592" y="204"/>
                </a:lnTo>
                <a:lnTo>
                  <a:pt x="592" y="217"/>
                </a:lnTo>
                <a:lnTo>
                  <a:pt x="593" y="227"/>
                </a:lnTo>
                <a:lnTo>
                  <a:pt x="593" y="231"/>
                </a:lnTo>
                <a:lnTo>
                  <a:pt x="675" y="231"/>
                </a:lnTo>
                <a:lnTo>
                  <a:pt x="679" y="231"/>
                </a:lnTo>
                <a:lnTo>
                  <a:pt x="686" y="234"/>
                </a:lnTo>
                <a:lnTo>
                  <a:pt x="696" y="240"/>
                </a:lnTo>
                <a:lnTo>
                  <a:pt x="703" y="246"/>
                </a:lnTo>
                <a:lnTo>
                  <a:pt x="705" y="255"/>
                </a:lnTo>
                <a:lnTo>
                  <a:pt x="701" y="266"/>
                </a:lnTo>
                <a:lnTo>
                  <a:pt x="558" y="442"/>
                </a:lnTo>
                <a:lnTo>
                  <a:pt x="554" y="444"/>
                </a:lnTo>
                <a:lnTo>
                  <a:pt x="548" y="450"/>
                </a:lnTo>
                <a:lnTo>
                  <a:pt x="541" y="452"/>
                </a:lnTo>
                <a:lnTo>
                  <a:pt x="531" y="450"/>
                </a:lnTo>
                <a:lnTo>
                  <a:pt x="522" y="440"/>
                </a:lnTo>
                <a:lnTo>
                  <a:pt x="378" y="265"/>
                </a:lnTo>
                <a:lnTo>
                  <a:pt x="378" y="265"/>
                </a:lnTo>
                <a:lnTo>
                  <a:pt x="376" y="259"/>
                </a:lnTo>
                <a:lnTo>
                  <a:pt x="372" y="253"/>
                </a:lnTo>
                <a:lnTo>
                  <a:pt x="372" y="246"/>
                </a:lnTo>
                <a:lnTo>
                  <a:pt x="374" y="238"/>
                </a:lnTo>
                <a:lnTo>
                  <a:pt x="380" y="232"/>
                </a:lnTo>
                <a:lnTo>
                  <a:pt x="393" y="231"/>
                </a:lnTo>
                <a:lnTo>
                  <a:pt x="412" y="231"/>
                </a:lnTo>
                <a:lnTo>
                  <a:pt x="482" y="229"/>
                </a:lnTo>
                <a:lnTo>
                  <a:pt x="486" y="179"/>
                </a:lnTo>
                <a:lnTo>
                  <a:pt x="493" y="138"/>
                </a:lnTo>
                <a:lnTo>
                  <a:pt x="506" y="102"/>
                </a:lnTo>
                <a:lnTo>
                  <a:pt x="524" y="74"/>
                </a:lnTo>
                <a:lnTo>
                  <a:pt x="542" y="51"/>
                </a:lnTo>
                <a:lnTo>
                  <a:pt x="567" y="32"/>
                </a:lnTo>
                <a:lnTo>
                  <a:pt x="592" y="19"/>
                </a:lnTo>
                <a:lnTo>
                  <a:pt x="616" y="9"/>
                </a:lnTo>
                <a:lnTo>
                  <a:pt x="643" y="4"/>
                </a:lnTo>
                <a:lnTo>
                  <a:pt x="669" y="0"/>
                </a:lnTo>
                <a:lnTo>
                  <a:pt x="69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1"/>
          <p:cNvSpPr>
            <a:spLocks noChangeAspect="1"/>
          </p:cNvSpPr>
          <p:nvPr/>
        </p:nvSpPr>
        <p:spPr bwMode="auto">
          <a:xfrm>
            <a:off x="1100692" y="2967886"/>
            <a:ext cx="1080000" cy="960558"/>
          </a:xfrm>
          <a:custGeom>
            <a:avLst/>
            <a:gdLst>
              <a:gd name="T0" fmla="*/ 643 w 1076"/>
              <a:gd name="T1" fmla="*/ 4 h 957"/>
              <a:gd name="T2" fmla="*/ 779 w 1076"/>
              <a:gd name="T3" fmla="*/ 32 h 957"/>
              <a:gd name="T4" fmla="*/ 893 w 1076"/>
              <a:gd name="T5" fmla="*/ 85 h 957"/>
              <a:gd name="T6" fmla="*/ 981 w 1076"/>
              <a:gd name="T7" fmla="*/ 159 h 957"/>
              <a:gd name="T8" fmla="*/ 1040 w 1076"/>
              <a:gd name="T9" fmla="*/ 251 h 957"/>
              <a:gd name="T10" fmla="*/ 1072 w 1076"/>
              <a:gd name="T11" fmla="*/ 356 h 957"/>
              <a:gd name="T12" fmla="*/ 1072 w 1076"/>
              <a:gd name="T13" fmla="*/ 467 h 957"/>
              <a:gd name="T14" fmla="*/ 1040 w 1076"/>
              <a:gd name="T15" fmla="*/ 571 h 957"/>
              <a:gd name="T16" fmla="*/ 981 w 1076"/>
              <a:gd name="T17" fmla="*/ 664 h 957"/>
              <a:gd name="T18" fmla="*/ 893 w 1076"/>
              <a:gd name="T19" fmla="*/ 738 h 957"/>
              <a:gd name="T20" fmla="*/ 779 w 1076"/>
              <a:gd name="T21" fmla="*/ 791 h 957"/>
              <a:gd name="T22" fmla="*/ 643 w 1076"/>
              <a:gd name="T23" fmla="*/ 819 h 957"/>
              <a:gd name="T24" fmla="*/ 529 w 1076"/>
              <a:gd name="T25" fmla="*/ 819 h 957"/>
              <a:gd name="T26" fmla="*/ 454 w 1076"/>
              <a:gd name="T27" fmla="*/ 806 h 957"/>
              <a:gd name="T28" fmla="*/ 374 w 1076"/>
              <a:gd name="T29" fmla="*/ 881 h 957"/>
              <a:gd name="T30" fmla="*/ 291 w 1076"/>
              <a:gd name="T31" fmla="*/ 927 h 957"/>
              <a:gd name="T32" fmla="*/ 210 w 1076"/>
              <a:gd name="T33" fmla="*/ 949 h 957"/>
              <a:gd name="T34" fmla="*/ 140 w 1076"/>
              <a:gd name="T35" fmla="*/ 957 h 957"/>
              <a:gd name="T36" fmla="*/ 93 w 1076"/>
              <a:gd name="T37" fmla="*/ 957 h 957"/>
              <a:gd name="T38" fmla="*/ 74 w 1076"/>
              <a:gd name="T39" fmla="*/ 955 h 957"/>
              <a:gd name="T40" fmla="*/ 153 w 1076"/>
              <a:gd name="T41" fmla="*/ 904 h 957"/>
              <a:gd name="T42" fmla="*/ 200 w 1076"/>
              <a:gd name="T43" fmla="*/ 847 h 957"/>
              <a:gd name="T44" fmla="*/ 219 w 1076"/>
              <a:gd name="T45" fmla="*/ 796 h 957"/>
              <a:gd name="T46" fmla="*/ 219 w 1076"/>
              <a:gd name="T47" fmla="*/ 755 h 957"/>
              <a:gd name="T48" fmla="*/ 206 w 1076"/>
              <a:gd name="T49" fmla="*/ 732 h 957"/>
              <a:gd name="T50" fmla="*/ 110 w 1076"/>
              <a:gd name="T51" fmla="*/ 658 h 957"/>
              <a:gd name="T52" fmla="*/ 40 w 1076"/>
              <a:gd name="T53" fmla="*/ 567 h 957"/>
              <a:gd name="T54" fmla="*/ 4 w 1076"/>
              <a:gd name="T55" fmla="*/ 465 h 957"/>
              <a:gd name="T56" fmla="*/ 6 w 1076"/>
              <a:gd name="T57" fmla="*/ 350 h 957"/>
              <a:gd name="T58" fmla="*/ 53 w 1076"/>
              <a:gd name="T59" fmla="*/ 238 h 957"/>
              <a:gd name="T60" fmla="*/ 138 w 1076"/>
              <a:gd name="T61" fmla="*/ 142 h 957"/>
              <a:gd name="T62" fmla="*/ 257 w 1076"/>
              <a:gd name="T63" fmla="*/ 66 h 957"/>
              <a:gd name="T64" fmla="*/ 403 w 1076"/>
              <a:gd name="T65" fmla="*/ 17 h 957"/>
              <a:gd name="T66" fmla="*/ 567 w 1076"/>
              <a:gd name="T67" fmla="*/ 0 h 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76" h="957">
                <a:moveTo>
                  <a:pt x="567" y="0"/>
                </a:moveTo>
                <a:lnTo>
                  <a:pt x="643" y="4"/>
                </a:lnTo>
                <a:lnTo>
                  <a:pt x="715" y="13"/>
                </a:lnTo>
                <a:lnTo>
                  <a:pt x="779" y="32"/>
                </a:lnTo>
                <a:lnTo>
                  <a:pt x="840" y="55"/>
                </a:lnTo>
                <a:lnTo>
                  <a:pt x="893" y="85"/>
                </a:lnTo>
                <a:lnTo>
                  <a:pt x="940" y="119"/>
                </a:lnTo>
                <a:lnTo>
                  <a:pt x="981" y="159"/>
                </a:lnTo>
                <a:lnTo>
                  <a:pt x="1014" y="204"/>
                </a:lnTo>
                <a:lnTo>
                  <a:pt x="1040" y="251"/>
                </a:lnTo>
                <a:lnTo>
                  <a:pt x="1061" y="303"/>
                </a:lnTo>
                <a:lnTo>
                  <a:pt x="1072" y="356"/>
                </a:lnTo>
                <a:lnTo>
                  <a:pt x="1076" y="412"/>
                </a:lnTo>
                <a:lnTo>
                  <a:pt x="1072" y="467"/>
                </a:lnTo>
                <a:lnTo>
                  <a:pt x="1061" y="522"/>
                </a:lnTo>
                <a:lnTo>
                  <a:pt x="1040" y="571"/>
                </a:lnTo>
                <a:lnTo>
                  <a:pt x="1014" y="618"/>
                </a:lnTo>
                <a:lnTo>
                  <a:pt x="981" y="664"/>
                </a:lnTo>
                <a:lnTo>
                  <a:pt x="940" y="702"/>
                </a:lnTo>
                <a:lnTo>
                  <a:pt x="893" y="738"/>
                </a:lnTo>
                <a:lnTo>
                  <a:pt x="840" y="766"/>
                </a:lnTo>
                <a:lnTo>
                  <a:pt x="779" y="791"/>
                </a:lnTo>
                <a:lnTo>
                  <a:pt x="715" y="808"/>
                </a:lnTo>
                <a:lnTo>
                  <a:pt x="643" y="819"/>
                </a:lnTo>
                <a:lnTo>
                  <a:pt x="567" y="823"/>
                </a:lnTo>
                <a:lnTo>
                  <a:pt x="529" y="819"/>
                </a:lnTo>
                <a:lnTo>
                  <a:pt x="492" y="811"/>
                </a:lnTo>
                <a:lnTo>
                  <a:pt x="454" y="806"/>
                </a:lnTo>
                <a:lnTo>
                  <a:pt x="416" y="847"/>
                </a:lnTo>
                <a:lnTo>
                  <a:pt x="374" y="881"/>
                </a:lnTo>
                <a:lnTo>
                  <a:pt x="333" y="908"/>
                </a:lnTo>
                <a:lnTo>
                  <a:pt x="291" y="927"/>
                </a:lnTo>
                <a:lnTo>
                  <a:pt x="250" y="942"/>
                </a:lnTo>
                <a:lnTo>
                  <a:pt x="210" y="949"/>
                </a:lnTo>
                <a:lnTo>
                  <a:pt x="172" y="955"/>
                </a:lnTo>
                <a:lnTo>
                  <a:pt x="140" y="957"/>
                </a:lnTo>
                <a:lnTo>
                  <a:pt x="113" y="957"/>
                </a:lnTo>
                <a:lnTo>
                  <a:pt x="93" y="957"/>
                </a:lnTo>
                <a:lnTo>
                  <a:pt x="79" y="955"/>
                </a:lnTo>
                <a:lnTo>
                  <a:pt x="74" y="955"/>
                </a:lnTo>
                <a:lnTo>
                  <a:pt x="119" y="930"/>
                </a:lnTo>
                <a:lnTo>
                  <a:pt x="153" y="904"/>
                </a:lnTo>
                <a:lnTo>
                  <a:pt x="182" y="876"/>
                </a:lnTo>
                <a:lnTo>
                  <a:pt x="200" y="847"/>
                </a:lnTo>
                <a:lnTo>
                  <a:pt x="214" y="821"/>
                </a:lnTo>
                <a:lnTo>
                  <a:pt x="219" y="796"/>
                </a:lnTo>
                <a:lnTo>
                  <a:pt x="221" y="774"/>
                </a:lnTo>
                <a:lnTo>
                  <a:pt x="219" y="755"/>
                </a:lnTo>
                <a:lnTo>
                  <a:pt x="214" y="739"/>
                </a:lnTo>
                <a:lnTo>
                  <a:pt x="206" y="732"/>
                </a:lnTo>
                <a:lnTo>
                  <a:pt x="155" y="696"/>
                </a:lnTo>
                <a:lnTo>
                  <a:pt x="110" y="658"/>
                </a:lnTo>
                <a:lnTo>
                  <a:pt x="72" y="615"/>
                </a:lnTo>
                <a:lnTo>
                  <a:pt x="40" y="567"/>
                </a:lnTo>
                <a:lnTo>
                  <a:pt x="19" y="518"/>
                </a:lnTo>
                <a:lnTo>
                  <a:pt x="4" y="465"/>
                </a:lnTo>
                <a:lnTo>
                  <a:pt x="0" y="412"/>
                </a:lnTo>
                <a:lnTo>
                  <a:pt x="6" y="350"/>
                </a:lnTo>
                <a:lnTo>
                  <a:pt x="25" y="293"/>
                </a:lnTo>
                <a:lnTo>
                  <a:pt x="53" y="238"/>
                </a:lnTo>
                <a:lnTo>
                  <a:pt x="91" y="187"/>
                </a:lnTo>
                <a:lnTo>
                  <a:pt x="138" y="142"/>
                </a:lnTo>
                <a:lnTo>
                  <a:pt x="193" y="100"/>
                </a:lnTo>
                <a:lnTo>
                  <a:pt x="257" y="66"/>
                </a:lnTo>
                <a:lnTo>
                  <a:pt x="327" y="38"/>
                </a:lnTo>
                <a:lnTo>
                  <a:pt x="403" y="17"/>
                </a:lnTo>
                <a:lnTo>
                  <a:pt x="482" y="4"/>
                </a:lnTo>
                <a:lnTo>
                  <a:pt x="56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2"/>
          <p:cNvSpPr>
            <a:spLocks noChangeAspect="1" noEditPoints="1"/>
          </p:cNvSpPr>
          <p:nvPr/>
        </p:nvSpPr>
        <p:spPr bwMode="auto">
          <a:xfrm>
            <a:off x="2756756" y="3045771"/>
            <a:ext cx="1080000" cy="770855"/>
          </a:xfrm>
          <a:custGeom>
            <a:avLst/>
            <a:gdLst>
              <a:gd name="T0" fmla="*/ 817 w 1076"/>
              <a:gd name="T1" fmla="*/ 98 h 768"/>
              <a:gd name="T2" fmla="*/ 935 w 1076"/>
              <a:gd name="T3" fmla="*/ 155 h 768"/>
              <a:gd name="T4" fmla="*/ 1022 w 1076"/>
              <a:gd name="T5" fmla="*/ 238 h 768"/>
              <a:gd name="T6" fmla="*/ 1069 w 1076"/>
              <a:gd name="T7" fmla="*/ 337 h 768"/>
              <a:gd name="T8" fmla="*/ 1071 w 1076"/>
              <a:gd name="T9" fmla="*/ 435 h 768"/>
              <a:gd name="T10" fmla="*/ 1031 w 1076"/>
              <a:gd name="T11" fmla="*/ 520 h 768"/>
              <a:gd name="T12" fmla="*/ 961 w 1076"/>
              <a:gd name="T13" fmla="*/ 592 h 768"/>
              <a:gd name="T14" fmla="*/ 910 w 1076"/>
              <a:gd name="T15" fmla="*/ 630 h 768"/>
              <a:gd name="T16" fmla="*/ 910 w 1076"/>
              <a:gd name="T17" fmla="*/ 660 h 768"/>
              <a:gd name="T18" fmla="*/ 942 w 1076"/>
              <a:gd name="T19" fmla="*/ 704 h 768"/>
              <a:gd name="T20" fmla="*/ 1018 w 1076"/>
              <a:gd name="T21" fmla="*/ 751 h 768"/>
              <a:gd name="T22" fmla="*/ 1001 w 1076"/>
              <a:gd name="T23" fmla="*/ 756 h 768"/>
              <a:gd name="T24" fmla="*/ 959 w 1076"/>
              <a:gd name="T25" fmla="*/ 766 h 768"/>
              <a:gd name="T26" fmla="*/ 901 w 1076"/>
              <a:gd name="T27" fmla="*/ 768 h 768"/>
              <a:gd name="T28" fmla="*/ 834 w 1076"/>
              <a:gd name="T29" fmla="*/ 755 h 768"/>
              <a:gd name="T30" fmla="*/ 766 w 1076"/>
              <a:gd name="T31" fmla="*/ 715 h 768"/>
              <a:gd name="T32" fmla="*/ 694 w 1076"/>
              <a:gd name="T33" fmla="*/ 690 h 768"/>
              <a:gd name="T34" fmla="*/ 598 w 1076"/>
              <a:gd name="T35" fmla="*/ 690 h 768"/>
              <a:gd name="T36" fmla="*/ 500 w 1076"/>
              <a:gd name="T37" fmla="*/ 666 h 768"/>
              <a:gd name="T38" fmla="*/ 418 w 1076"/>
              <a:gd name="T39" fmla="*/ 622 h 768"/>
              <a:gd name="T40" fmla="*/ 555 w 1076"/>
              <a:gd name="T41" fmla="*/ 613 h 768"/>
              <a:gd name="T42" fmla="*/ 664 w 1076"/>
              <a:gd name="T43" fmla="*/ 575 h 768"/>
              <a:gd name="T44" fmla="*/ 746 w 1076"/>
              <a:gd name="T45" fmla="*/ 514 h 768"/>
              <a:gd name="T46" fmla="*/ 798 w 1076"/>
              <a:gd name="T47" fmla="*/ 435 h 768"/>
              <a:gd name="T48" fmla="*/ 821 w 1076"/>
              <a:gd name="T49" fmla="*/ 342 h 768"/>
              <a:gd name="T50" fmla="*/ 815 w 1076"/>
              <a:gd name="T51" fmla="*/ 240 h 768"/>
              <a:gd name="T52" fmla="*/ 780 w 1076"/>
              <a:gd name="T53" fmla="*/ 132 h 768"/>
              <a:gd name="T54" fmla="*/ 424 w 1076"/>
              <a:gd name="T55" fmla="*/ 0 h 768"/>
              <a:gd name="T56" fmla="*/ 551 w 1076"/>
              <a:gd name="T57" fmla="*/ 13 h 768"/>
              <a:gd name="T58" fmla="*/ 651 w 1076"/>
              <a:gd name="T59" fmla="*/ 55 h 768"/>
              <a:gd name="T60" fmla="*/ 723 w 1076"/>
              <a:gd name="T61" fmla="*/ 117 h 768"/>
              <a:gd name="T62" fmla="*/ 768 w 1076"/>
              <a:gd name="T63" fmla="*/ 199 h 768"/>
              <a:gd name="T64" fmla="*/ 783 w 1076"/>
              <a:gd name="T65" fmla="*/ 293 h 768"/>
              <a:gd name="T66" fmla="*/ 768 w 1076"/>
              <a:gd name="T67" fmla="*/ 388 h 768"/>
              <a:gd name="T68" fmla="*/ 723 w 1076"/>
              <a:gd name="T69" fmla="*/ 467 h 768"/>
              <a:gd name="T70" fmla="*/ 651 w 1076"/>
              <a:gd name="T71" fmla="*/ 531 h 768"/>
              <a:gd name="T72" fmla="*/ 551 w 1076"/>
              <a:gd name="T73" fmla="*/ 571 h 768"/>
              <a:gd name="T74" fmla="*/ 424 w 1076"/>
              <a:gd name="T75" fmla="*/ 586 h 768"/>
              <a:gd name="T76" fmla="*/ 343 w 1076"/>
              <a:gd name="T77" fmla="*/ 581 h 768"/>
              <a:gd name="T78" fmla="*/ 273 w 1076"/>
              <a:gd name="T79" fmla="*/ 641 h 768"/>
              <a:gd name="T80" fmla="*/ 201 w 1076"/>
              <a:gd name="T81" fmla="*/ 673 h 768"/>
              <a:gd name="T82" fmla="*/ 135 w 1076"/>
              <a:gd name="T83" fmla="*/ 681 h 768"/>
              <a:gd name="T84" fmla="*/ 89 w 1076"/>
              <a:gd name="T85" fmla="*/ 679 h 768"/>
              <a:gd name="T86" fmla="*/ 70 w 1076"/>
              <a:gd name="T87" fmla="*/ 675 h 768"/>
              <a:gd name="T88" fmla="*/ 139 w 1076"/>
              <a:gd name="T89" fmla="*/ 630 h 768"/>
              <a:gd name="T90" fmla="*/ 169 w 1076"/>
              <a:gd name="T91" fmla="*/ 584 h 768"/>
              <a:gd name="T92" fmla="*/ 173 w 1076"/>
              <a:gd name="T93" fmla="*/ 547 h 768"/>
              <a:gd name="T94" fmla="*/ 161 w 1076"/>
              <a:gd name="T95" fmla="*/ 526 h 768"/>
              <a:gd name="T96" fmla="*/ 78 w 1076"/>
              <a:gd name="T97" fmla="*/ 461 h 768"/>
              <a:gd name="T98" fmla="*/ 21 w 1076"/>
              <a:gd name="T99" fmla="*/ 382 h 768"/>
              <a:gd name="T100" fmla="*/ 0 w 1076"/>
              <a:gd name="T101" fmla="*/ 293 h 768"/>
              <a:gd name="T102" fmla="*/ 21 w 1076"/>
              <a:gd name="T103" fmla="*/ 199 h 768"/>
              <a:gd name="T104" fmla="*/ 84 w 1076"/>
              <a:gd name="T105" fmla="*/ 117 h 768"/>
              <a:gd name="T106" fmla="*/ 176 w 1076"/>
              <a:gd name="T107" fmla="*/ 55 h 768"/>
              <a:gd name="T108" fmla="*/ 292 w 1076"/>
              <a:gd name="T109" fmla="*/ 13 h 768"/>
              <a:gd name="T110" fmla="*/ 424 w 1076"/>
              <a:gd name="T111" fmla="*/ 0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76" h="768">
                <a:moveTo>
                  <a:pt x="751" y="79"/>
                </a:moveTo>
                <a:lnTo>
                  <a:pt x="817" y="98"/>
                </a:lnTo>
                <a:lnTo>
                  <a:pt x="880" y="123"/>
                </a:lnTo>
                <a:lnTo>
                  <a:pt x="935" y="155"/>
                </a:lnTo>
                <a:lnTo>
                  <a:pt x="982" y="195"/>
                </a:lnTo>
                <a:lnTo>
                  <a:pt x="1022" y="238"/>
                </a:lnTo>
                <a:lnTo>
                  <a:pt x="1052" y="286"/>
                </a:lnTo>
                <a:lnTo>
                  <a:pt x="1069" y="337"/>
                </a:lnTo>
                <a:lnTo>
                  <a:pt x="1076" y="388"/>
                </a:lnTo>
                <a:lnTo>
                  <a:pt x="1071" y="435"/>
                </a:lnTo>
                <a:lnTo>
                  <a:pt x="1056" y="478"/>
                </a:lnTo>
                <a:lnTo>
                  <a:pt x="1031" y="520"/>
                </a:lnTo>
                <a:lnTo>
                  <a:pt x="999" y="558"/>
                </a:lnTo>
                <a:lnTo>
                  <a:pt x="961" y="592"/>
                </a:lnTo>
                <a:lnTo>
                  <a:pt x="918" y="620"/>
                </a:lnTo>
                <a:lnTo>
                  <a:pt x="910" y="630"/>
                </a:lnTo>
                <a:lnTo>
                  <a:pt x="906" y="641"/>
                </a:lnTo>
                <a:lnTo>
                  <a:pt x="910" y="660"/>
                </a:lnTo>
                <a:lnTo>
                  <a:pt x="921" y="681"/>
                </a:lnTo>
                <a:lnTo>
                  <a:pt x="942" y="704"/>
                </a:lnTo>
                <a:lnTo>
                  <a:pt x="972" y="728"/>
                </a:lnTo>
                <a:lnTo>
                  <a:pt x="1018" y="751"/>
                </a:lnTo>
                <a:lnTo>
                  <a:pt x="1014" y="753"/>
                </a:lnTo>
                <a:lnTo>
                  <a:pt x="1001" y="756"/>
                </a:lnTo>
                <a:lnTo>
                  <a:pt x="984" y="760"/>
                </a:lnTo>
                <a:lnTo>
                  <a:pt x="959" y="766"/>
                </a:lnTo>
                <a:lnTo>
                  <a:pt x="933" y="768"/>
                </a:lnTo>
                <a:lnTo>
                  <a:pt x="901" y="768"/>
                </a:lnTo>
                <a:lnTo>
                  <a:pt x="868" y="762"/>
                </a:lnTo>
                <a:lnTo>
                  <a:pt x="834" y="755"/>
                </a:lnTo>
                <a:lnTo>
                  <a:pt x="798" y="738"/>
                </a:lnTo>
                <a:lnTo>
                  <a:pt x="766" y="715"/>
                </a:lnTo>
                <a:lnTo>
                  <a:pt x="736" y="683"/>
                </a:lnTo>
                <a:lnTo>
                  <a:pt x="694" y="690"/>
                </a:lnTo>
                <a:lnTo>
                  <a:pt x="655" y="694"/>
                </a:lnTo>
                <a:lnTo>
                  <a:pt x="598" y="690"/>
                </a:lnTo>
                <a:lnTo>
                  <a:pt x="545" y="681"/>
                </a:lnTo>
                <a:lnTo>
                  <a:pt x="500" y="666"/>
                </a:lnTo>
                <a:lnTo>
                  <a:pt x="458" y="645"/>
                </a:lnTo>
                <a:lnTo>
                  <a:pt x="418" y="622"/>
                </a:lnTo>
                <a:lnTo>
                  <a:pt x="490" y="620"/>
                </a:lnTo>
                <a:lnTo>
                  <a:pt x="555" y="613"/>
                </a:lnTo>
                <a:lnTo>
                  <a:pt x="613" y="598"/>
                </a:lnTo>
                <a:lnTo>
                  <a:pt x="664" y="575"/>
                </a:lnTo>
                <a:lnTo>
                  <a:pt x="708" y="547"/>
                </a:lnTo>
                <a:lnTo>
                  <a:pt x="746" y="514"/>
                </a:lnTo>
                <a:lnTo>
                  <a:pt x="776" y="477"/>
                </a:lnTo>
                <a:lnTo>
                  <a:pt x="798" y="435"/>
                </a:lnTo>
                <a:lnTo>
                  <a:pt x="814" y="390"/>
                </a:lnTo>
                <a:lnTo>
                  <a:pt x="821" y="342"/>
                </a:lnTo>
                <a:lnTo>
                  <a:pt x="823" y="291"/>
                </a:lnTo>
                <a:lnTo>
                  <a:pt x="815" y="240"/>
                </a:lnTo>
                <a:lnTo>
                  <a:pt x="802" y="187"/>
                </a:lnTo>
                <a:lnTo>
                  <a:pt x="780" y="132"/>
                </a:lnTo>
                <a:lnTo>
                  <a:pt x="751" y="79"/>
                </a:lnTo>
                <a:close/>
                <a:moveTo>
                  <a:pt x="424" y="0"/>
                </a:moveTo>
                <a:lnTo>
                  <a:pt x="490" y="4"/>
                </a:lnTo>
                <a:lnTo>
                  <a:pt x="551" y="13"/>
                </a:lnTo>
                <a:lnTo>
                  <a:pt x="604" y="32"/>
                </a:lnTo>
                <a:lnTo>
                  <a:pt x="651" y="55"/>
                </a:lnTo>
                <a:lnTo>
                  <a:pt x="691" y="83"/>
                </a:lnTo>
                <a:lnTo>
                  <a:pt x="723" y="117"/>
                </a:lnTo>
                <a:lnTo>
                  <a:pt x="749" y="157"/>
                </a:lnTo>
                <a:lnTo>
                  <a:pt x="768" y="199"/>
                </a:lnTo>
                <a:lnTo>
                  <a:pt x="780" y="244"/>
                </a:lnTo>
                <a:lnTo>
                  <a:pt x="783" y="293"/>
                </a:lnTo>
                <a:lnTo>
                  <a:pt x="780" y="342"/>
                </a:lnTo>
                <a:lnTo>
                  <a:pt x="768" y="388"/>
                </a:lnTo>
                <a:lnTo>
                  <a:pt x="749" y="429"/>
                </a:lnTo>
                <a:lnTo>
                  <a:pt x="723" y="467"/>
                </a:lnTo>
                <a:lnTo>
                  <a:pt x="691" y="501"/>
                </a:lnTo>
                <a:lnTo>
                  <a:pt x="651" y="531"/>
                </a:lnTo>
                <a:lnTo>
                  <a:pt x="604" y="554"/>
                </a:lnTo>
                <a:lnTo>
                  <a:pt x="551" y="571"/>
                </a:lnTo>
                <a:lnTo>
                  <a:pt x="490" y="582"/>
                </a:lnTo>
                <a:lnTo>
                  <a:pt x="424" y="586"/>
                </a:lnTo>
                <a:lnTo>
                  <a:pt x="382" y="584"/>
                </a:lnTo>
                <a:lnTo>
                  <a:pt x="343" y="581"/>
                </a:lnTo>
                <a:lnTo>
                  <a:pt x="309" y="617"/>
                </a:lnTo>
                <a:lnTo>
                  <a:pt x="273" y="641"/>
                </a:lnTo>
                <a:lnTo>
                  <a:pt x="237" y="662"/>
                </a:lnTo>
                <a:lnTo>
                  <a:pt x="201" y="673"/>
                </a:lnTo>
                <a:lnTo>
                  <a:pt x="167" y="679"/>
                </a:lnTo>
                <a:lnTo>
                  <a:pt x="135" y="681"/>
                </a:lnTo>
                <a:lnTo>
                  <a:pt x="110" y="681"/>
                </a:lnTo>
                <a:lnTo>
                  <a:pt x="89" y="679"/>
                </a:lnTo>
                <a:lnTo>
                  <a:pt x="76" y="677"/>
                </a:lnTo>
                <a:lnTo>
                  <a:pt x="70" y="675"/>
                </a:lnTo>
                <a:lnTo>
                  <a:pt x="110" y="654"/>
                </a:lnTo>
                <a:lnTo>
                  <a:pt x="139" y="630"/>
                </a:lnTo>
                <a:lnTo>
                  <a:pt x="157" y="607"/>
                </a:lnTo>
                <a:lnTo>
                  <a:pt x="169" y="584"/>
                </a:lnTo>
                <a:lnTo>
                  <a:pt x="173" y="564"/>
                </a:lnTo>
                <a:lnTo>
                  <a:pt x="173" y="547"/>
                </a:lnTo>
                <a:lnTo>
                  <a:pt x="169" y="533"/>
                </a:lnTo>
                <a:lnTo>
                  <a:pt x="161" y="526"/>
                </a:lnTo>
                <a:lnTo>
                  <a:pt x="118" y="495"/>
                </a:lnTo>
                <a:lnTo>
                  <a:pt x="78" y="461"/>
                </a:lnTo>
                <a:lnTo>
                  <a:pt x="46" y="424"/>
                </a:lnTo>
                <a:lnTo>
                  <a:pt x="21" y="382"/>
                </a:lnTo>
                <a:lnTo>
                  <a:pt x="6" y="338"/>
                </a:lnTo>
                <a:lnTo>
                  <a:pt x="0" y="293"/>
                </a:lnTo>
                <a:lnTo>
                  <a:pt x="6" y="244"/>
                </a:lnTo>
                <a:lnTo>
                  <a:pt x="21" y="199"/>
                </a:lnTo>
                <a:lnTo>
                  <a:pt x="48" y="157"/>
                </a:lnTo>
                <a:lnTo>
                  <a:pt x="84" y="117"/>
                </a:lnTo>
                <a:lnTo>
                  <a:pt x="125" y="83"/>
                </a:lnTo>
                <a:lnTo>
                  <a:pt x="176" y="55"/>
                </a:lnTo>
                <a:lnTo>
                  <a:pt x="231" y="32"/>
                </a:lnTo>
                <a:lnTo>
                  <a:pt x="292" y="13"/>
                </a:lnTo>
                <a:lnTo>
                  <a:pt x="356" y="4"/>
                </a:lnTo>
                <a:lnTo>
                  <a:pt x="42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3"/>
          <p:cNvSpPr>
            <a:spLocks noChangeAspect="1"/>
          </p:cNvSpPr>
          <p:nvPr/>
        </p:nvSpPr>
        <p:spPr bwMode="auto">
          <a:xfrm>
            <a:off x="4413000" y="2927272"/>
            <a:ext cx="1080000" cy="1041788"/>
          </a:xfrm>
          <a:custGeom>
            <a:avLst/>
            <a:gdLst>
              <a:gd name="T0" fmla="*/ 172 w 1074"/>
              <a:gd name="T1" fmla="*/ 0 h 1036"/>
              <a:gd name="T2" fmla="*/ 902 w 1074"/>
              <a:gd name="T3" fmla="*/ 0 h 1036"/>
              <a:gd name="T4" fmla="*/ 944 w 1074"/>
              <a:gd name="T5" fmla="*/ 4 h 1036"/>
              <a:gd name="T6" fmla="*/ 979 w 1074"/>
              <a:gd name="T7" fmla="*/ 15 h 1036"/>
              <a:gd name="T8" fmla="*/ 1012 w 1074"/>
              <a:gd name="T9" fmla="*/ 36 h 1036"/>
              <a:gd name="T10" fmla="*/ 1038 w 1074"/>
              <a:gd name="T11" fmla="*/ 60 h 1036"/>
              <a:gd name="T12" fmla="*/ 1059 w 1074"/>
              <a:gd name="T13" fmla="*/ 93 h 1036"/>
              <a:gd name="T14" fmla="*/ 1070 w 1074"/>
              <a:gd name="T15" fmla="*/ 130 h 1036"/>
              <a:gd name="T16" fmla="*/ 1074 w 1074"/>
              <a:gd name="T17" fmla="*/ 172 h 1036"/>
              <a:gd name="T18" fmla="*/ 1074 w 1074"/>
              <a:gd name="T19" fmla="*/ 601 h 1036"/>
              <a:gd name="T20" fmla="*/ 1070 w 1074"/>
              <a:gd name="T21" fmla="*/ 639 h 1036"/>
              <a:gd name="T22" fmla="*/ 1059 w 1074"/>
              <a:gd name="T23" fmla="*/ 673 h 1036"/>
              <a:gd name="T24" fmla="*/ 1040 w 1074"/>
              <a:gd name="T25" fmla="*/ 705 h 1036"/>
              <a:gd name="T26" fmla="*/ 1014 w 1074"/>
              <a:gd name="T27" fmla="*/ 734 h 1036"/>
              <a:gd name="T28" fmla="*/ 981 w 1074"/>
              <a:gd name="T29" fmla="*/ 755 h 1036"/>
              <a:gd name="T30" fmla="*/ 945 w 1074"/>
              <a:gd name="T31" fmla="*/ 770 h 1036"/>
              <a:gd name="T32" fmla="*/ 902 w 1074"/>
              <a:gd name="T33" fmla="*/ 774 h 1036"/>
              <a:gd name="T34" fmla="*/ 562 w 1074"/>
              <a:gd name="T35" fmla="*/ 774 h 1036"/>
              <a:gd name="T36" fmla="*/ 304 w 1074"/>
              <a:gd name="T37" fmla="*/ 1036 h 1036"/>
              <a:gd name="T38" fmla="*/ 253 w 1074"/>
              <a:gd name="T39" fmla="*/ 774 h 1036"/>
              <a:gd name="T40" fmla="*/ 172 w 1074"/>
              <a:gd name="T41" fmla="*/ 774 h 1036"/>
              <a:gd name="T42" fmla="*/ 129 w 1074"/>
              <a:gd name="T43" fmla="*/ 770 h 1036"/>
              <a:gd name="T44" fmla="*/ 91 w 1074"/>
              <a:gd name="T45" fmla="*/ 756 h 1036"/>
              <a:gd name="T46" fmla="*/ 59 w 1074"/>
              <a:gd name="T47" fmla="*/ 736 h 1036"/>
              <a:gd name="T48" fmla="*/ 34 w 1074"/>
              <a:gd name="T49" fmla="*/ 709 h 1036"/>
              <a:gd name="T50" fmla="*/ 15 w 1074"/>
              <a:gd name="T51" fmla="*/ 677 h 1036"/>
              <a:gd name="T52" fmla="*/ 4 w 1074"/>
              <a:gd name="T53" fmla="*/ 641 h 1036"/>
              <a:gd name="T54" fmla="*/ 0 w 1074"/>
              <a:gd name="T55" fmla="*/ 601 h 1036"/>
              <a:gd name="T56" fmla="*/ 0 w 1074"/>
              <a:gd name="T57" fmla="*/ 172 h 1036"/>
              <a:gd name="T58" fmla="*/ 4 w 1074"/>
              <a:gd name="T59" fmla="*/ 129 h 1036"/>
              <a:gd name="T60" fmla="*/ 15 w 1074"/>
              <a:gd name="T61" fmla="*/ 93 h 1036"/>
              <a:gd name="T62" fmla="*/ 36 w 1074"/>
              <a:gd name="T63" fmla="*/ 60 h 1036"/>
              <a:gd name="T64" fmla="*/ 60 w 1074"/>
              <a:gd name="T65" fmla="*/ 34 h 1036"/>
              <a:gd name="T66" fmla="*/ 93 w 1074"/>
              <a:gd name="T67" fmla="*/ 15 h 1036"/>
              <a:gd name="T68" fmla="*/ 130 w 1074"/>
              <a:gd name="T69" fmla="*/ 4 h 1036"/>
              <a:gd name="T70" fmla="*/ 172 w 1074"/>
              <a:gd name="T71" fmla="*/ 0 h 1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74" h="1036">
                <a:moveTo>
                  <a:pt x="172" y="0"/>
                </a:moveTo>
                <a:lnTo>
                  <a:pt x="902" y="0"/>
                </a:lnTo>
                <a:lnTo>
                  <a:pt x="944" y="4"/>
                </a:lnTo>
                <a:lnTo>
                  <a:pt x="979" y="15"/>
                </a:lnTo>
                <a:lnTo>
                  <a:pt x="1012" y="36"/>
                </a:lnTo>
                <a:lnTo>
                  <a:pt x="1038" y="60"/>
                </a:lnTo>
                <a:lnTo>
                  <a:pt x="1059" y="93"/>
                </a:lnTo>
                <a:lnTo>
                  <a:pt x="1070" y="130"/>
                </a:lnTo>
                <a:lnTo>
                  <a:pt x="1074" y="172"/>
                </a:lnTo>
                <a:lnTo>
                  <a:pt x="1074" y="601"/>
                </a:lnTo>
                <a:lnTo>
                  <a:pt x="1070" y="639"/>
                </a:lnTo>
                <a:lnTo>
                  <a:pt x="1059" y="673"/>
                </a:lnTo>
                <a:lnTo>
                  <a:pt x="1040" y="705"/>
                </a:lnTo>
                <a:lnTo>
                  <a:pt x="1014" y="734"/>
                </a:lnTo>
                <a:lnTo>
                  <a:pt x="981" y="755"/>
                </a:lnTo>
                <a:lnTo>
                  <a:pt x="945" y="770"/>
                </a:lnTo>
                <a:lnTo>
                  <a:pt x="902" y="774"/>
                </a:lnTo>
                <a:lnTo>
                  <a:pt x="562" y="774"/>
                </a:lnTo>
                <a:lnTo>
                  <a:pt x="304" y="1036"/>
                </a:lnTo>
                <a:lnTo>
                  <a:pt x="253" y="774"/>
                </a:lnTo>
                <a:lnTo>
                  <a:pt x="172" y="774"/>
                </a:lnTo>
                <a:lnTo>
                  <a:pt x="129" y="770"/>
                </a:lnTo>
                <a:lnTo>
                  <a:pt x="91" y="756"/>
                </a:lnTo>
                <a:lnTo>
                  <a:pt x="59" y="736"/>
                </a:lnTo>
                <a:lnTo>
                  <a:pt x="34" y="709"/>
                </a:lnTo>
                <a:lnTo>
                  <a:pt x="15" y="677"/>
                </a:lnTo>
                <a:lnTo>
                  <a:pt x="4" y="641"/>
                </a:lnTo>
                <a:lnTo>
                  <a:pt x="0" y="601"/>
                </a:lnTo>
                <a:lnTo>
                  <a:pt x="0" y="172"/>
                </a:lnTo>
                <a:lnTo>
                  <a:pt x="4" y="129"/>
                </a:lnTo>
                <a:lnTo>
                  <a:pt x="15" y="93"/>
                </a:lnTo>
                <a:lnTo>
                  <a:pt x="36" y="60"/>
                </a:lnTo>
                <a:lnTo>
                  <a:pt x="60" y="34"/>
                </a:lnTo>
                <a:lnTo>
                  <a:pt x="93" y="15"/>
                </a:lnTo>
                <a:lnTo>
                  <a:pt x="130" y="4"/>
                </a:lnTo>
                <a:lnTo>
                  <a:pt x="17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4"/>
          <p:cNvSpPr>
            <a:spLocks noChangeAspect="1" noEditPoints="1"/>
          </p:cNvSpPr>
          <p:nvPr/>
        </p:nvSpPr>
        <p:spPr bwMode="auto">
          <a:xfrm>
            <a:off x="6069124" y="2986957"/>
            <a:ext cx="1080000" cy="922417"/>
          </a:xfrm>
          <a:custGeom>
            <a:avLst/>
            <a:gdLst>
              <a:gd name="T0" fmla="*/ 883 w 1076"/>
              <a:gd name="T1" fmla="*/ 159 h 919"/>
              <a:gd name="T2" fmla="*/ 956 w 1076"/>
              <a:gd name="T3" fmla="*/ 159 h 919"/>
              <a:gd name="T4" fmla="*/ 989 w 1076"/>
              <a:gd name="T5" fmla="*/ 163 h 919"/>
              <a:gd name="T6" fmla="*/ 1017 w 1076"/>
              <a:gd name="T7" fmla="*/ 174 h 919"/>
              <a:gd name="T8" fmla="*/ 1041 w 1076"/>
              <a:gd name="T9" fmla="*/ 193 h 919"/>
              <a:gd name="T10" fmla="*/ 1060 w 1076"/>
              <a:gd name="T11" fmla="*/ 217 h 919"/>
              <a:gd name="T12" fmla="*/ 1072 w 1076"/>
              <a:gd name="T13" fmla="*/ 246 h 919"/>
              <a:gd name="T14" fmla="*/ 1076 w 1076"/>
              <a:gd name="T15" fmla="*/ 278 h 919"/>
              <a:gd name="T16" fmla="*/ 1076 w 1076"/>
              <a:gd name="T17" fmla="*/ 598 h 919"/>
              <a:gd name="T18" fmla="*/ 1072 w 1076"/>
              <a:gd name="T19" fmla="*/ 628 h 919"/>
              <a:gd name="T20" fmla="*/ 1060 w 1076"/>
              <a:gd name="T21" fmla="*/ 658 h 919"/>
              <a:gd name="T22" fmla="*/ 1041 w 1076"/>
              <a:gd name="T23" fmla="*/ 681 h 919"/>
              <a:gd name="T24" fmla="*/ 1017 w 1076"/>
              <a:gd name="T25" fmla="*/ 700 h 919"/>
              <a:gd name="T26" fmla="*/ 989 w 1076"/>
              <a:gd name="T27" fmla="*/ 713 h 919"/>
              <a:gd name="T28" fmla="*/ 956 w 1076"/>
              <a:gd name="T29" fmla="*/ 717 h 919"/>
              <a:gd name="T30" fmla="*/ 881 w 1076"/>
              <a:gd name="T31" fmla="*/ 717 h 919"/>
              <a:gd name="T32" fmla="*/ 833 w 1076"/>
              <a:gd name="T33" fmla="*/ 919 h 919"/>
              <a:gd name="T34" fmla="*/ 595 w 1076"/>
              <a:gd name="T35" fmla="*/ 717 h 919"/>
              <a:gd name="T36" fmla="*/ 438 w 1076"/>
              <a:gd name="T37" fmla="*/ 717 h 919"/>
              <a:gd name="T38" fmla="*/ 504 w 1076"/>
              <a:gd name="T39" fmla="*/ 637 h 919"/>
              <a:gd name="T40" fmla="*/ 798 w 1076"/>
              <a:gd name="T41" fmla="*/ 637 h 919"/>
              <a:gd name="T42" fmla="*/ 801 w 1076"/>
              <a:gd name="T43" fmla="*/ 637 h 919"/>
              <a:gd name="T44" fmla="*/ 809 w 1076"/>
              <a:gd name="T45" fmla="*/ 635 h 919"/>
              <a:gd name="T46" fmla="*/ 822 w 1076"/>
              <a:gd name="T47" fmla="*/ 634 h 919"/>
              <a:gd name="T48" fmla="*/ 837 w 1076"/>
              <a:gd name="T49" fmla="*/ 628 h 919"/>
              <a:gd name="T50" fmla="*/ 852 w 1076"/>
              <a:gd name="T51" fmla="*/ 618 h 919"/>
              <a:gd name="T52" fmla="*/ 864 w 1076"/>
              <a:gd name="T53" fmla="*/ 605 h 919"/>
              <a:gd name="T54" fmla="*/ 873 w 1076"/>
              <a:gd name="T55" fmla="*/ 586 h 919"/>
              <a:gd name="T56" fmla="*/ 877 w 1076"/>
              <a:gd name="T57" fmla="*/ 562 h 919"/>
              <a:gd name="T58" fmla="*/ 883 w 1076"/>
              <a:gd name="T59" fmla="*/ 159 h 919"/>
              <a:gd name="T60" fmla="*/ 121 w 1076"/>
              <a:gd name="T61" fmla="*/ 0 h 919"/>
              <a:gd name="T62" fmla="*/ 718 w 1076"/>
              <a:gd name="T63" fmla="*/ 0 h 919"/>
              <a:gd name="T64" fmla="*/ 748 w 1076"/>
              <a:gd name="T65" fmla="*/ 4 h 919"/>
              <a:gd name="T66" fmla="*/ 777 w 1076"/>
              <a:gd name="T67" fmla="*/ 15 h 919"/>
              <a:gd name="T68" fmla="*/ 801 w 1076"/>
              <a:gd name="T69" fmla="*/ 34 h 919"/>
              <a:gd name="T70" fmla="*/ 820 w 1076"/>
              <a:gd name="T71" fmla="*/ 59 h 919"/>
              <a:gd name="T72" fmla="*/ 833 w 1076"/>
              <a:gd name="T73" fmla="*/ 87 h 919"/>
              <a:gd name="T74" fmla="*/ 837 w 1076"/>
              <a:gd name="T75" fmla="*/ 119 h 919"/>
              <a:gd name="T76" fmla="*/ 837 w 1076"/>
              <a:gd name="T77" fmla="*/ 477 h 919"/>
              <a:gd name="T78" fmla="*/ 833 w 1076"/>
              <a:gd name="T79" fmla="*/ 509 h 919"/>
              <a:gd name="T80" fmla="*/ 820 w 1076"/>
              <a:gd name="T81" fmla="*/ 537 h 919"/>
              <a:gd name="T82" fmla="*/ 801 w 1076"/>
              <a:gd name="T83" fmla="*/ 562 h 919"/>
              <a:gd name="T84" fmla="*/ 777 w 1076"/>
              <a:gd name="T85" fmla="*/ 581 h 919"/>
              <a:gd name="T86" fmla="*/ 748 w 1076"/>
              <a:gd name="T87" fmla="*/ 592 h 919"/>
              <a:gd name="T88" fmla="*/ 718 w 1076"/>
              <a:gd name="T89" fmla="*/ 598 h 919"/>
              <a:gd name="T90" fmla="*/ 482 w 1076"/>
              <a:gd name="T91" fmla="*/ 598 h 919"/>
              <a:gd name="T92" fmla="*/ 242 w 1076"/>
              <a:gd name="T93" fmla="*/ 800 h 919"/>
              <a:gd name="T94" fmla="*/ 196 w 1076"/>
              <a:gd name="T95" fmla="*/ 598 h 919"/>
              <a:gd name="T96" fmla="*/ 121 w 1076"/>
              <a:gd name="T97" fmla="*/ 598 h 919"/>
              <a:gd name="T98" fmla="*/ 88 w 1076"/>
              <a:gd name="T99" fmla="*/ 592 h 919"/>
              <a:gd name="T100" fmla="*/ 60 w 1076"/>
              <a:gd name="T101" fmla="*/ 581 h 919"/>
              <a:gd name="T102" fmla="*/ 36 w 1076"/>
              <a:gd name="T103" fmla="*/ 562 h 919"/>
              <a:gd name="T104" fmla="*/ 17 w 1076"/>
              <a:gd name="T105" fmla="*/ 537 h 919"/>
              <a:gd name="T106" fmla="*/ 5 w 1076"/>
              <a:gd name="T107" fmla="*/ 509 h 919"/>
              <a:gd name="T108" fmla="*/ 0 w 1076"/>
              <a:gd name="T109" fmla="*/ 477 h 919"/>
              <a:gd name="T110" fmla="*/ 0 w 1076"/>
              <a:gd name="T111" fmla="*/ 119 h 919"/>
              <a:gd name="T112" fmla="*/ 5 w 1076"/>
              <a:gd name="T113" fmla="*/ 87 h 919"/>
              <a:gd name="T114" fmla="*/ 17 w 1076"/>
              <a:gd name="T115" fmla="*/ 59 h 919"/>
              <a:gd name="T116" fmla="*/ 36 w 1076"/>
              <a:gd name="T117" fmla="*/ 34 h 919"/>
              <a:gd name="T118" fmla="*/ 60 w 1076"/>
              <a:gd name="T119" fmla="*/ 15 h 919"/>
              <a:gd name="T120" fmla="*/ 88 w 1076"/>
              <a:gd name="T121" fmla="*/ 4 h 919"/>
              <a:gd name="T122" fmla="*/ 121 w 1076"/>
              <a:gd name="T123" fmla="*/ 0 h 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76" h="919">
                <a:moveTo>
                  <a:pt x="883" y="159"/>
                </a:moveTo>
                <a:lnTo>
                  <a:pt x="956" y="159"/>
                </a:lnTo>
                <a:lnTo>
                  <a:pt x="989" y="163"/>
                </a:lnTo>
                <a:lnTo>
                  <a:pt x="1017" y="174"/>
                </a:lnTo>
                <a:lnTo>
                  <a:pt x="1041" y="193"/>
                </a:lnTo>
                <a:lnTo>
                  <a:pt x="1060" y="217"/>
                </a:lnTo>
                <a:lnTo>
                  <a:pt x="1072" y="246"/>
                </a:lnTo>
                <a:lnTo>
                  <a:pt x="1076" y="278"/>
                </a:lnTo>
                <a:lnTo>
                  <a:pt x="1076" y="598"/>
                </a:lnTo>
                <a:lnTo>
                  <a:pt x="1072" y="628"/>
                </a:lnTo>
                <a:lnTo>
                  <a:pt x="1060" y="658"/>
                </a:lnTo>
                <a:lnTo>
                  <a:pt x="1041" y="681"/>
                </a:lnTo>
                <a:lnTo>
                  <a:pt x="1017" y="700"/>
                </a:lnTo>
                <a:lnTo>
                  <a:pt x="989" y="713"/>
                </a:lnTo>
                <a:lnTo>
                  <a:pt x="956" y="717"/>
                </a:lnTo>
                <a:lnTo>
                  <a:pt x="881" y="717"/>
                </a:lnTo>
                <a:lnTo>
                  <a:pt x="833" y="919"/>
                </a:lnTo>
                <a:lnTo>
                  <a:pt x="595" y="717"/>
                </a:lnTo>
                <a:lnTo>
                  <a:pt x="438" y="717"/>
                </a:lnTo>
                <a:lnTo>
                  <a:pt x="504" y="637"/>
                </a:lnTo>
                <a:lnTo>
                  <a:pt x="798" y="637"/>
                </a:lnTo>
                <a:lnTo>
                  <a:pt x="801" y="637"/>
                </a:lnTo>
                <a:lnTo>
                  <a:pt x="809" y="635"/>
                </a:lnTo>
                <a:lnTo>
                  <a:pt x="822" y="634"/>
                </a:lnTo>
                <a:lnTo>
                  <a:pt x="837" y="628"/>
                </a:lnTo>
                <a:lnTo>
                  <a:pt x="852" y="618"/>
                </a:lnTo>
                <a:lnTo>
                  <a:pt x="864" y="605"/>
                </a:lnTo>
                <a:lnTo>
                  <a:pt x="873" y="586"/>
                </a:lnTo>
                <a:lnTo>
                  <a:pt x="877" y="562"/>
                </a:lnTo>
                <a:lnTo>
                  <a:pt x="883" y="159"/>
                </a:lnTo>
                <a:close/>
                <a:moveTo>
                  <a:pt x="121" y="0"/>
                </a:moveTo>
                <a:lnTo>
                  <a:pt x="718" y="0"/>
                </a:lnTo>
                <a:lnTo>
                  <a:pt x="748" y="4"/>
                </a:lnTo>
                <a:lnTo>
                  <a:pt x="777" y="15"/>
                </a:lnTo>
                <a:lnTo>
                  <a:pt x="801" y="34"/>
                </a:lnTo>
                <a:lnTo>
                  <a:pt x="820" y="59"/>
                </a:lnTo>
                <a:lnTo>
                  <a:pt x="833" y="87"/>
                </a:lnTo>
                <a:lnTo>
                  <a:pt x="837" y="119"/>
                </a:lnTo>
                <a:lnTo>
                  <a:pt x="837" y="477"/>
                </a:lnTo>
                <a:lnTo>
                  <a:pt x="833" y="509"/>
                </a:lnTo>
                <a:lnTo>
                  <a:pt x="820" y="537"/>
                </a:lnTo>
                <a:lnTo>
                  <a:pt x="801" y="562"/>
                </a:lnTo>
                <a:lnTo>
                  <a:pt x="777" y="581"/>
                </a:lnTo>
                <a:lnTo>
                  <a:pt x="748" y="592"/>
                </a:lnTo>
                <a:lnTo>
                  <a:pt x="718" y="598"/>
                </a:lnTo>
                <a:lnTo>
                  <a:pt x="482" y="598"/>
                </a:lnTo>
                <a:lnTo>
                  <a:pt x="242" y="800"/>
                </a:lnTo>
                <a:lnTo>
                  <a:pt x="196" y="598"/>
                </a:lnTo>
                <a:lnTo>
                  <a:pt x="121" y="598"/>
                </a:lnTo>
                <a:lnTo>
                  <a:pt x="88" y="592"/>
                </a:lnTo>
                <a:lnTo>
                  <a:pt x="60" y="581"/>
                </a:lnTo>
                <a:lnTo>
                  <a:pt x="36" y="562"/>
                </a:lnTo>
                <a:lnTo>
                  <a:pt x="17" y="537"/>
                </a:lnTo>
                <a:lnTo>
                  <a:pt x="5" y="509"/>
                </a:lnTo>
                <a:lnTo>
                  <a:pt x="0" y="477"/>
                </a:lnTo>
                <a:lnTo>
                  <a:pt x="0" y="119"/>
                </a:lnTo>
                <a:lnTo>
                  <a:pt x="5" y="87"/>
                </a:lnTo>
                <a:lnTo>
                  <a:pt x="17" y="59"/>
                </a:lnTo>
                <a:lnTo>
                  <a:pt x="36" y="34"/>
                </a:lnTo>
                <a:lnTo>
                  <a:pt x="60" y="15"/>
                </a:lnTo>
                <a:lnTo>
                  <a:pt x="88" y="4"/>
                </a:lnTo>
                <a:lnTo>
                  <a:pt x="12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5"/>
          <p:cNvSpPr>
            <a:spLocks noChangeAspect="1" noEditPoints="1"/>
          </p:cNvSpPr>
          <p:nvPr/>
        </p:nvSpPr>
        <p:spPr bwMode="auto">
          <a:xfrm>
            <a:off x="7725308" y="3073277"/>
            <a:ext cx="1080000" cy="749777"/>
          </a:xfrm>
          <a:custGeom>
            <a:avLst/>
            <a:gdLst>
              <a:gd name="T0" fmla="*/ 626 w 1076"/>
              <a:gd name="T1" fmla="*/ 450 h 747"/>
              <a:gd name="T2" fmla="*/ 596 w 1076"/>
              <a:gd name="T3" fmla="*/ 456 h 747"/>
              <a:gd name="T4" fmla="*/ 609 w 1076"/>
              <a:gd name="T5" fmla="*/ 425 h 747"/>
              <a:gd name="T6" fmla="*/ 484 w 1076"/>
              <a:gd name="T7" fmla="*/ 450 h 747"/>
              <a:gd name="T8" fmla="*/ 450 w 1076"/>
              <a:gd name="T9" fmla="*/ 456 h 747"/>
              <a:gd name="T10" fmla="*/ 465 w 1076"/>
              <a:gd name="T11" fmla="*/ 425 h 747"/>
              <a:gd name="T12" fmla="*/ 698 w 1076"/>
              <a:gd name="T13" fmla="*/ 380 h 747"/>
              <a:gd name="T14" fmla="*/ 666 w 1076"/>
              <a:gd name="T15" fmla="*/ 386 h 747"/>
              <a:gd name="T16" fmla="*/ 681 w 1076"/>
              <a:gd name="T17" fmla="*/ 356 h 747"/>
              <a:gd name="T18" fmla="*/ 414 w 1076"/>
              <a:gd name="T19" fmla="*/ 378 h 747"/>
              <a:gd name="T20" fmla="*/ 382 w 1076"/>
              <a:gd name="T21" fmla="*/ 384 h 747"/>
              <a:gd name="T22" fmla="*/ 397 w 1076"/>
              <a:gd name="T23" fmla="*/ 354 h 747"/>
              <a:gd name="T24" fmla="*/ 618 w 1076"/>
              <a:gd name="T25" fmla="*/ 376 h 747"/>
              <a:gd name="T26" fmla="*/ 465 w 1076"/>
              <a:gd name="T27" fmla="*/ 395 h 747"/>
              <a:gd name="T28" fmla="*/ 535 w 1076"/>
              <a:gd name="T29" fmla="*/ 284 h 747"/>
              <a:gd name="T30" fmla="*/ 662 w 1076"/>
              <a:gd name="T31" fmla="*/ 308 h 747"/>
              <a:gd name="T32" fmla="*/ 630 w 1076"/>
              <a:gd name="T33" fmla="*/ 314 h 747"/>
              <a:gd name="T34" fmla="*/ 645 w 1076"/>
              <a:gd name="T35" fmla="*/ 284 h 747"/>
              <a:gd name="T36" fmla="*/ 450 w 1076"/>
              <a:gd name="T37" fmla="*/ 308 h 747"/>
              <a:gd name="T38" fmla="*/ 416 w 1076"/>
              <a:gd name="T39" fmla="*/ 312 h 747"/>
              <a:gd name="T40" fmla="*/ 431 w 1076"/>
              <a:gd name="T41" fmla="*/ 284 h 747"/>
              <a:gd name="T42" fmla="*/ 586 w 1076"/>
              <a:gd name="T43" fmla="*/ 280 h 747"/>
              <a:gd name="T44" fmla="*/ 556 w 1076"/>
              <a:gd name="T45" fmla="*/ 267 h 747"/>
              <a:gd name="T46" fmla="*/ 509 w 1076"/>
              <a:gd name="T47" fmla="*/ 248 h 747"/>
              <a:gd name="T48" fmla="*/ 514 w 1076"/>
              <a:gd name="T49" fmla="*/ 282 h 747"/>
              <a:gd name="T50" fmla="*/ 484 w 1076"/>
              <a:gd name="T51" fmla="*/ 267 h 747"/>
              <a:gd name="T52" fmla="*/ 494 w 1076"/>
              <a:gd name="T53" fmla="*/ 214 h 747"/>
              <a:gd name="T54" fmla="*/ 344 w 1076"/>
              <a:gd name="T55" fmla="*/ 386 h 747"/>
              <a:gd name="T56" fmla="*/ 531 w 1076"/>
              <a:gd name="T57" fmla="*/ 495 h 747"/>
              <a:gd name="T58" fmla="*/ 539 w 1076"/>
              <a:gd name="T59" fmla="*/ 461 h 747"/>
              <a:gd name="T60" fmla="*/ 547 w 1076"/>
              <a:gd name="T61" fmla="*/ 495 h 747"/>
              <a:gd name="T62" fmla="*/ 719 w 1076"/>
              <a:gd name="T63" fmla="*/ 418 h 747"/>
              <a:gd name="T64" fmla="*/ 628 w 1076"/>
              <a:gd name="T65" fmla="*/ 225 h 747"/>
              <a:gd name="T66" fmla="*/ 649 w 1076"/>
              <a:gd name="T67" fmla="*/ 110 h 747"/>
              <a:gd name="T68" fmla="*/ 732 w 1076"/>
              <a:gd name="T69" fmla="*/ 227 h 747"/>
              <a:gd name="T70" fmla="*/ 900 w 1076"/>
              <a:gd name="T71" fmla="*/ 717 h 747"/>
              <a:gd name="T72" fmla="*/ 235 w 1076"/>
              <a:gd name="T73" fmla="*/ 747 h 747"/>
              <a:gd name="T74" fmla="*/ 165 w 1076"/>
              <a:gd name="T75" fmla="*/ 679 h 747"/>
              <a:gd name="T76" fmla="*/ 191 w 1076"/>
              <a:gd name="T77" fmla="*/ 473 h 747"/>
              <a:gd name="T78" fmla="*/ 235 w 1076"/>
              <a:gd name="T79" fmla="*/ 321 h 747"/>
              <a:gd name="T80" fmla="*/ 378 w 1076"/>
              <a:gd name="T81" fmla="*/ 170 h 747"/>
              <a:gd name="T82" fmla="*/ 448 w 1076"/>
              <a:gd name="T83" fmla="*/ 108 h 747"/>
              <a:gd name="T84" fmla="*/ 842 w 1076"/>
              <a:gd name="T85" fmla="*/ 28 h 747"/>
              <a:gd name="T86" fmla="*/ 1019 w 1076"/>
              <a:gd name="T87" fmla="*/ 106 h 747"/>
              <a:gd name="T88" fmla="*/ 1068 w 1076"/>
              <a:gd name="T89" fmla="*/ 223 h 747"/>
              <a:gd name="T90" fmla="*/ 781 w 1076"/>
              <a:gd name="T91" fmla="*/ 170 h 747"/>
              <a:gd name="T92" fmla="*/ 798 w 1076"/>
              <a:gd name="T93" fmla="*/ 130 h 747"/>
              <a:gd name="T94" fmla="*/ 609 w 1076"/>
              <a:gd name="T95" fmla="*/ 72 h 747"/>
              <a:gd name="T96" fmla="*/ 403 w 1076"/>
              <a:gd name="T97" fmla="*/ 83 h 747"/>
              <a:gd name="T98" fmla="*/ 280 w 1076"/>
              <a:gd name="T99" fmla="*/ 121 h 747"/>
              <a:gd name="T100" fmla="*/ 278 w 1076"/>
              <a:gd name="T101" fmla="*/ 136 h 747"/>
              <a:gd name="T102" fmla="*/ 13 w 1076"/>
              <a:gd name="T103" fmla="*/ 234 h 747"/>
              <a:gd name="T104" fmla="*/ 13 w 1076"/>
              <a:gd name="T105" fmla="*/ 142 h 747"/>
              <a:gd name="T106" fmla="*/ 199 w 1076"/>
              <a:gd name="T107" fmla="*/ 43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76" h="747">
                <a:moveTo>
                  <a:pt x="609" y="425"/>
                </a:moveTo>
                <a:lnTo>
                  <a:pt x="615" y="425"/>
                </a:lnTo>
                <a:lnTo>
                  <a:pt x="620" y="429"/>
                </a:lnTo>
                <a:lnTo>
                  <a:pt x="624" y="433"/>
                </a:lnTo>
                <a:lnTo>
                  <a:pt x="626" y="439"/>
                </a:lnTo>
                <a:lnTo>
                  <a:pt x="628" y="444"/>
                </a:lnTo>
                <a:lnTo>
                  <a:pt x="626" y="450"/>
                </a:lnTo>
                <a:lnTo>
                  <a:pt x="624" y="456"/>
                </a:lnTo>
                <a:lnTo>
                  <a:pt x="620" y="460"/>
                </a:lnTo>
                <a:lnTo>
                  <a:pt x="615" y="461"/>
                </a:lnTo>
                <a:lnTo>
                  <a:pt x="609" y="463"/>
                </a:lnTo>
                <a:lnTo>
                  <a:pt x="603" y="461"/>
                </a:lnTo>
                <a:lnTo>
                  <a:pt x="599" y="460"/>
                </a:lnTo>
                <a:lnTo>
                  <a:pt x="596" y="456"/>
                </a:lnTo>
                <a:lnTo>
                  <a:pt x="592" y="450"/>
                </a:lnTo>
                <a:lnTo>
                  <a:pt x="592" y="444"/>
                </a:lnTo>
                <a:lnTo>
                  <a:pt x="592" y="439"/>
                </a:lnTo>
                <a:lnTo>
                  <a:pt x="596" y="433"/>
                </a:lnTo>
                <a:lnTo>
                  <a:pt x="599" y="429"/>
                </a:lnTo>
                <a:lnTo>
                  <a:pt x="603" y="425"/>
                </a:lnTo>
                <a:lnTo>
                  <a:pt x="609" y="425"/>
                </a:lnTo>
                <a:close/>
                <a:moveTo>
                  <a:pt x="465" y="425"/>
                </a:moveTo>
                <a:lnTo>
                  <a:pt x="471" y="425"/>
                </a:lnTo>
                <a:lnTo>
                  <a:pt x="477" y="429"/>
                </a:lnTo>
                <a:lnTo>
                  <a:pt x="480" y="433"/>
                </a:lnTo>
                <a:lnTo>
                  <a:pt x="484" y="439"/>
                </a:lnTo>
                <a:lnTo>
                  <a:pt x="484" y="444"/>
                </a:lnTo>
                <a:lnTo>
                  <a:pt x="484" y="450"/>
                </a:lnTo>
                <a:lnTo>
                  <a:pt x="480" y="456"/>
                </a:lnTo>
                <a:lnTo>
                  <a:pt x="477" y="460"/>
                </a:lnTo>
                <a:lnTo>
                  <a:pt x="471" y="461"/>
                </a:lnTo>
                <a:lnTo>
                  <a:pt x="465" y="463"/>
                </a:lnTo>
                <a:lnTo>
                  <a:pt x="460" y="461"/>
                </a:lnTo>
                <a:lnTo>
                  <a:pt x="454" y="460"/>
                </a:lnTo>
                <a:lnTo>
                  <a:pt x="450" y="456"/>
                </a:lnTo>
                <a:lnTo>
                  <a:pt x="448" y="450"/>
                </a:lnTo>
                <a:lnTo>
                  <a:pt x="446" y="444"/>
                </a:lnTo>
                <a:lnTo>
                  <a:pt x="448" y="439"/>
                </a:lnTo>
                <a:lnTo>
                  <a:pt x="450" y="433"/>
                </a:lnTo>
                <a:lnTo>
                  <a:pt x="454" y="429"/>
                </a:lnTo>
                <a:lnTo>
                  <a:pt x="460" y="425"/>
                </a:lnTo>
                <a:lnTo>
                  <a:pt x="465" y="425"/>
                </a:lnTo>
                <a:close/>
                <a:moveTo>
                  <a:pt x="681" y="356"/>
                </a:moveTo>
                <a:lnTo>
                  <a:pt x="686" y="356"/>
                </a:lnTo>
                <a:lnTo>
                  <a:pt x="690" y="359"/>
                </a:lnTo>
                <a:lnTo>
                  <a:pt x="694" y="363"/>
                </a:lnTo>
                <a:lnTo>
                  <a:pt x="698" y="369"/>
                </a:lnTo>
                <a:lnTo>
                  <a:pt x="698" y="374"/>
                </a:lnTo>
                <a:lnTo>
                  <a:pt x="698" y="380"/>
                </a:lnTo>
                <a:lnTo>
                  <a:pt x="694" y="386"/>
                </a:lnTo>
                <a:lnTo>
                  <a:pt x="690" y="390"/>
                </a:lnTo>
                <a:lnTo>
                  <a:pt x="686" y="391"/>
                </a:lnTo>
                <a:lnTo>
                  <a:pt x="681" y="393"/>
                </a:lnTo>
                <a:lnTo>
                  <a:pt x="675" y="391"/>
                </a:lnTo>
                <a:lnTo>
                  <a:pt x="669" y="390"/>
                </a:lnTo>
                <a:lnTo>
                  <a:pt x="666" y="386"/>
                </a:lnTo>
                <a:lnTo>
                  <a:pt x="664" y="380"/>
                </a:lnTo>
                <a:lnTo>
                  <a:pt x="662" y="374"/>
                </a:lnTo>
                <a:lnTo>
                  <a:pt x="664" y="369"/>
                </a:lnTo>
                <a:lnTo>
                  <a:pt x="666" y="363"/>
                </a:lnTo>
                <a:lnTo>
                  <a:pt x="669" y="359"/>
                </a:lnTo>
                <a:lnTo>
                  <a:pt x="675" y="356"/>
                </a:lnTo>
                <a:lnTo>
                  <a:pt x="681" y="356"/>
                </a:lnTo>
                <a:close/>
                <a:moveTo>
                  <a:pt x="397" y="354"/>
                </a:moveTo>
                <a:lnTo>
                  <a:pt x="403" y="356"/>
                </a:lnTo>
                <a:lnTo>
                  <a:pt x="409" y="357"/>
                </a:lnTo>
                <a:lnTo>
                  <a:pt x="412" y="361"/>
                </a:lnTo>
                <a:lnTo>
                  <a:pt x="414" y="367"/>
                </a:lnTo>
                <a:lnTo>
                  <a:pt x="416" y="373"/>
                </a:lnTo>
                <a:lnTo>
                  <a:pt x="414" y="378"/>
                </a:lnTo>
                <a:lnTo>
                  <a:pt x="412" y="384"/>
                </a:lnTo>
                <a:lnTo>
                  <a:pt x="409" y="388"/>
                </a:lnTo>
                <a:lnTo>
                  <a:pt x="403" y="391"/>
                </a:lnTo>
                <a:lnTo>
                  <a:pt x="397" y="391"/>
                </a:lnTo>
                <a:lnTo>
                  <a:pt x="391" y="391"/>
                </a:lnTo>
                <a:lnTo>
                  <a:pt x="386" y="388"/>
                </a:lnTo>
                <a:lnTo>
                  <a:pt x="382" y="384"/>
                </a:lnTo>
                <a:lnTo>
                  <a:pt x="378" y="378"/>
                </a:lnTo>
                <a:lnTo>
                  <a:pt x="378" y="373"/>
                </a:lnTo>
                <a:lnTo>
                  <a:pt x="378" y="367"/>
                </a:lnTo>
                <a:lnTo>
                  <a:pt x="382" y="361"/>
                </a:lnTo>
                <a:lnTo>
                  <a:pt x="386" y="357"/>
                </a:lnTo>
                <a:lnTo>
                  <a:pt x="391" y="356"/>
                </a:lnTo>
                <a:lnTo>
                  <a:pt x="397" y="354"/>
                </a:lnTo>
                <a:close/>
                <a:moveTo>
                  <a:pt x="535" y="284"/>
                </a:moveTo>
                <a:lnTo>
                  <a:pt x="564" y="287"/>
                </a:lnTo>
                <a:lnTo>
                  <a:pt x="588" y="299"/>
                </a:lnTo>
                <a:lnTo>
                  <a:pt x="607" y="312"/>
                </a:lnTo>
                <a:lnTo>
                  <a:pt x="618" y="331"/>
                </a:lnTo>
                <a:lnTo>
                  <a:pt x="624" y="354"/>
                </a:lnTo>
                <a:lnTo>
                  <a:pt x="618" y="376"/>
                </a:lnTo>
                <a:lnTo>
                  <a:pt x="607" y="395"/>
                </a:lnTo>
                <a:lnTo>
                  <a:pt x="588" y="410"/>
                </a:lnTo>
                <a:lnTo>
                  <a:pt x="564" y="422"/>
                </a:lnTo>
                <a:lnTo>
                  <a:pt x="535" y="425"/>
                </a:lnTo>
                <a:lnTo>
                  <a:pt x="509" y="422"/>
                </a:lnTo>
                <a:lnTo>
                  <a:pt x="484" y="410"/>
                </a:lnTo>
                <a:lnTo>
                  <a:pt x="465" y="395"/>
                </a:lnTo>
                <a:lnTo>
                  <a:pt x="454" y="376"/>
                </a:lnTo>
                <a:lnTo>
                  <a:pt x="448" y="354"/>
                </a:lnTo>
                <a:lnTo>
                  <a:pt x="454" y="331"/>
                </a:lnTo>
                <a:lnTo>
                  <a:pt x="465" y="312"/>
                </a:lnTo>
                <a:lnTo>
                  <a:pt x="484" y="299"/>
                </a:lnTo>
                <a:lnTo>
                  <a:pt x="509" y="287"/>
                </a:lnTo>
                <a:lnTo>
                  <a:pt x="535" y="284"/>
                </a:lnTo>
                <a:close/>
                <a:moveTo>
                  <a:pt x="645" y="284"/>
                </a:moveTo>
                <a:lnTo>
                  <a:pt x="651" y="286"/>
                </a:lnTo>
                <a:lnTo>
                  <a:pt x="654" y="287"/>
                </a:lnTo>
                <a:lnTo>
                  <a:pt x="660" y="291"/>
                </a:lnTo>
                <a:lnTo>
                  <a:pt x="662" y="297"/>
                </a:lnTo>
                <a:lnTo>
                  <a:pt x="662" y="303"/>
                </a:lnTo>
                <a:lnTo>
                  <a:pt x="662" y="308"/>
                </a:lnTo>
                <a:lnTo>
                  <a:pt x="660" y="314"/>
                </a:lnTo>
                <a:lnTo>
                  <a:pt x="654" y="318"/>
                </a:lnTo>
                <a:lnTo>
                  <a:pt x="651" y="320"/>
                </a:lnTo>
                <a:lnTo>
                  <a:pt x="645" y="321"/>
                </a:lnTo>
                <a:lnTo>
                  <a:pt x="639" y="320"/>
                </a:lnTo>
                <a:lnTo>
                  <a:pt x="634" y="318"/>
                </a:lnTo>
                <a:lnTo>
                  <a:pt x="630" y="314"/>
                </a:lnTo>
                <a:lnTo>
                  <a:pt x="628" y="308"/>
                </a:lnTo>
                <a:lnTo>
                  <a:pt x="626" y="303"/>
                </a:lnTo>
                <a:lnTo>
                  <a:pt x="628" y="297"/>
                </a:lnTo>
                <a:lnTo>
                  <a:pt x="630" y="291"/>
                </a:lnTo>
                <a:lnTo>
                  <a:pt x="634" y="287"/>
                </a:lnTo>
                <a:lnTo>
                  <a:pt x="639" y="286"/>
                </a:lnTo>
                <a:lnTo>
                  <a:pt x="645" y="284"/>
                </a:lnTo>
                <a:close/>
                <a:moveTo>
                  <a:pt x="431" y="284"/>
                </a:moveTo>
                <a:lnTo>
                  <a:pt x="439" y="284"/>
                </a:lnTo>
                <a:lnTo>
                  <a:pt x="443" y="287"/>
                </a:lnTo>
                <a:lnTo>
                  <a:pt x="448" y="291"/>
                </a:lnTo>
                <a:lnTo>
                  <a:pt x="450" y="295"/>
                </a:lnTo>
                <a:lnTo>
                  <a:pt x="452" y="303"/>
                </a:lnTo>
                <a:lnTo>
                  <a:pt x="450" y="308"/>
                </a:lnTo>
                <a:lnTo>
                  <a:pt x="448" y="312"/>
                </a:lnTo>
                <a:lnTo>
                  <a:pt x="443" y="318"/>
                </a:lnTo>
                <a:lnTo>
                  <a:pt x="439" y="320"/>
                </a:lnTo>
                <a:lnTo>
                  <a:pt x="431" y="321"/>
                </a:lnTo>
                <a:lnTo>
                  <a:pt x="426" y="320"/>
                </a:lnTo>
                <a:lnTo>
                  <a:pt x="420" y="318"/>
                </a:lnTo>
                <a:lnTo>
                  <a:pt x="416" y="312"/>
                </a:lnTo>
                <a:lnTo>
                  <a:pt x="414" y="308"/>
                </a:lnTo>
                <a:lnTo>
                  <a:pt x="412" y="303"/>
                </a:lnTo>
                <a:lnTo>
                  <a:pt x="414" y="295"/>
                </a:lnTo>
                <a:lnTo>
                  <a:pt x="416" y="291"/>
                </a:lnTo>
                <a:lnTo>
                  <a:pt x="420" y="287"/>
                </a:lnTo>
                <a:lnTo>
                  <a:pt x="426" y="284"/>
                </a:lnTo>
                <a:lnTo>
                  <a:pt x="431" y="284"/>
                </a:lnTo>
                <a:close/>
                <a:moveTo>
                  <a:pt x="573" y="248"/>
                </a:moveTo>
                <a:lnTo>
                  <a:pt x="581" y="250"/>
                </a:lnTo>
                <a:lnTo>
                  <a:pt x="586" y="253"/>
                </a:lnTo>
                <a:lnTo>
                  <a:pt x="590" y="259"/>
                </a:lnTo>
                <a:lnTo>
                  <a:pt x="592" y="267"/>
                </a:lnTo>
                <a:lnTo>
                  <a:pt x="590" y="274"/>
                </a:lnTo>
                <a:lnTo>
                  <a:pt x="586" y="280"/>
                </a:lnTo>
                <a:lnTo>
                  <a:pt x="581" y="284"/>
                </a:lnTo>
                <a:lnTo>
                  <a:pt x="573" y="286"/>
                </a:lnTo>
                <a:lnTo>
                  <a:pt x="567" y="284"/>
                </a:lnTo>
                <a:lnTo>
                  <a:pt x="564" y="282"/>
                </a:lnTo>
                <a:lnTo>
                  <a:pt x="560" y="278"/>
                </a:lnTo>
                <a:lnTo>
                  <a:pt x="556" y="272"/>
                </a:lnTo>
                <a:lnTo>
                  <a:pt x="556" y="267"/>
                </a:lnTo>
                <a:lnTo>
                  <a:pt x="556" y="261"/>
                </a:lnTo>
                <a:lnTo>
                  <a:pt x="560" y="255"/>
                </a:lnTo>
                <a:lnTo>
                  <a:pt x="564" y="251"/>
                </a:lnTo>
                <a:lnTo>
                  <a:pt x="567" y="250"/>
                </a:lnTo>
                <a:lnTo>
                  <a:pt x="573" y="248"/>
                </a:lnTo>
                <a:close/>
                <a:moveTo>
                  <a:pt x="503" y="248"/>
                </a:moveTo>
                <a:lnTo>
                  <a:pt x="509" y="248"/>
                </a:lnTo>
                <a:lnTo>
                  <a:pt x="514" y="251"/>
                </a:lnTo>
                <a:lnTo>
                  <a:pt x="518" y="255"/>
                </a:lnTo>
                <a:lnTo>
                  <a:pt x="522" y="261"/>
                </a:lnTo>
                <a:lnTo>
                  <a:pt x="522" y="267"/>
                </a:lnTo>
                <a:lnTo>
                  <a:pt x="522" y="272"/>
                </a:lnTo>
                <a:lnTo>
                  <a:pt x="518" y="278"/>
                </a:lnTo>
                <a:lnTo>
                  <a:pt x="514" y="282"/>
                </a:lnTo>
                <a:lnTo>
                  <a:pt x="509" y="286"/>
                </a:lnTo>
                <a:lnTo>
                  <a:pt x="503" y="286"/>
                </a:lnTo>
                <a:lnTo>
                  <a:pt x="497" y="286"/>
                </a:lnTo>
                <a:lnTo>
                  <a:pt x="492" y="282"/>
                </a:lnTo>
                <a:lnTo>
                  <a:pt x="488" y="278"/>
                </a:lnTo>
                <a:lnTo>
                  <a:pt x="486" y="272"/>
                </a:lnTo>
                <a:lnTo>
                  <a:pt x="484" y="267"/>
                </a:lnTo>
                <a:lnTo>
                  <a:pt x="486" y="261"/>
                </a:lnTo>
                <a:lnTo>
                  <a:pt x="488" y="255"/>
                </a:lnTo>
                <a:lnTo>
                  <a:pt x="492" y="251"/>
                </a:lnTo>
                <a:lnTo>
                  <a:pt x="497" y="248"/>
                </a:lnTo>
                <a:lnTo>
                  <a:pt x="503" y="248"/>
                </a:lnTo>
                <a:close/>
                <a:moveTo>
                  <a:pt x="539" y="210"/>
                </a:moveTo>
                <a:lnTo>
                  <a:pt x="494" y="214"/>
                </a:lnTo>
                <a:lnTo>
                  <a:pt x="452" y="225"/>
                </a:lnTo>
                <a:lnTo>
                  <a:pt x="414" y="242"/>
                </a:lnTo>
                <a:lnTo>
                  <a:pt x="384" y="263"/>
                </a:lnTo>
                <a:lnTo>
                  <a:pt x="359" y="291"/>
                </a:lnTo>
                <a:lnTo>
                  <a:pt x="344" y="321"/>
                </a:lnTo>
                <a:lnTo>
                  <a:pt x="339" y="354"/>
                </a:lnTo>
                <a:lnTo>
                  <a:pt x="344" y="386"/>
                </a:lnTo>
                <a:lnTo>
                  <a:pt x="359" y="416"/>
                </a:lnTo>
                <a:lnTo>
                  <a:pt x="384" y="444"/>
                </a:lnTo>
                <a:lnTo>
                  <a:pt x="414" y="465"/>
                </a:lnTo>
                <a:lnTo>
                  <a:pt x="452" y="482"/>
                </a:lnTo>
                <a:lnTo>
                  <a:pt x="494" y="494"/>
                </a:lnTo>
                <a:lnTo>
                  <a:pt x="539" y="497"/>
                </a:lnTo>
                <a:lnTo>
                  <a:pt x="531" y="495"/>
                </a:lnTo>
                <a:lnTo>
                  <a:pt x="526" y="492"/>
                </a:lnTo>
                <a:lnTo>
                  <a:pt x="522" y="486"/>
                </a:lnTo>
                <a:lnTo>
                  <a:pt x="522" y="480"/>
                </a:lnTo>
                <a:lnTo>
                  <a:pt x="522" y="473"/>
                </a:lnTo>
                <a:lnTo>
                  <a:pt x="526" y="467"/>
                </a:lnTo>
                <a:lnTo>
                  <a:pt x="531" y="463"/>
                </a:lnTo>
                <a:lnTo>
                  <a:pt x="539" y="461"/>
                </a:lnTo>
                <a:lnTo>
                  <a:pt x="547" y="463"/>
                </a:lnTo>
                <a:lnTo>
                  <a:pt x="552" y="467"/>
                </a:lnTo>
                <a:lnTo>
                  <a:pt x="556" y="473"/>
                </a:lnTo>
                <a:lnTo>
                  <a:pt x="558" y="480"/>
                </a:lnTo>
                <a:lnTo>
                  <a:pt x="556" y="486"/>
                </a:lnTo>
                <a:lnTo>
                  <a:pt x="552" y="492"/>
                </a:lnTo>
                <a:lnTo>
                  <a:pt x="547" y="495"/>
                </a:lnTo>
                <a:lnTo>
                  <a:pt x="539" y="497"/>
                </a:lnTo>
                <a:lnTo>
                  <a:pt x="539" y="497"/>
                </a:lnTo>
                <a:lnTo>
                  <a:pt x="586" y="494"/>
                </a:lnTo>
                <a:lnTo>
                  <a:pt x="628" y="482"/>
                </a:lnTo>
                <a:lnTo>
                  <a:pt x="666" y="465"/>
                </a:lnTo>
                <a:lnTo>
                  <a:pt x="696" y="444"/>
                </a:lnTo>
                <a:lnTo>
                  <a:pt x="719" y="418"/>
                </a:lnTo>
                <a:lnTo>
                  <a:pt x="734" y="388"/>
                </a:lnTo>
                <a:lnTo>
                  <a:pt x="739" y="354"/>
                </a:lnTo>
                <a:lnTo>
                  <a:pt x="734" y="321"/>
                </a:lnTo>
                <a:lnTo>
                  <a:pt x="719" y="291"/>
                </a:lnTo>
                <a:lnTo>
                  <a:pt x="696" y="263"/>
                </a:lnTo>
                <a:lnTo>
                  <a:pt x="666" y="242"/>
                </a:lnTo>
                <a:lnTo>
                  <a:pt x="628" y="225"/>
                </a:lnTo>
                <a:lnTo>
                  <a:pt x="586" y="214"/>
                </a:lnTo>
                <a:lnTo>
                  <a:pt x="539" y="210"/>
                </a:lnTo>
                <a:close/>
                <a:moveTo>
                  <a:pt x="448" y="108"/>
                </a:moveTo>
                <a:lnTo>
                  <a:pt x="626" y="108"/>
                </a:lnTo>
                <a:lnTo>
                  <a:pt x="630" y="108"/>
                </a:lnTo>
                <a:lnTo>
                  <a:pt x="637" y="108"/>
                </a:lnTo>
                <a:lnTo>
                  <a:pt x="649" y="110"/>
                </a:lnTo>
                <a:lnTo>
                  <a:pt x="662" y="115"/>
                </a:lnTo>
                <a:lnTo>
                  <a:pt x="675" y="125"/>
                </a:lnTo>
                <a:lnTo>
                  <a:pt x="686" y="136"/>
                </a:lnTo>
                <a:lnTo>
                  <a:pt x="696" y="155"/>
                </a:lnTo>
                <a:lnTo>
                  <a:pt x="698" y="178"/>
                </a:lnTo>
                <a:lnTo>
                  <a:pt x="696" y="208"/>
                </a:lnTo>
                <a:lnTo>
                  <a:pt x="732" y="227"/>
                </a:lnTo>
                <a:lnTo>
                  <a:pt x="768" y="251"/>
                </a:lnTo>
                <a:lnTo>
                  <a:pt x="804" y="284"/>
                </a:lnTo>
                <a:lnTo>
                  <a:pt x="834" y="323"/>
                </a:lnTo>
                <a:lnTo>
                  <a:pt x="911" y="560"/>
                </a:lnTo>
                <a:lnTo>
                  <a:pt x="911" y="677"/>
                </a:lnTo>
                <a:lnTo>
                  <a:pt x="910" y="700"/>
                </a:lnTo>
                <a:lnTo>
                  <a:pt x="900" y="717"/>
                </a:lnTo>
                <a:lnTo>
                  <a:pt x="889" y="730"/>
                </a:lnTo>
                <a:lnTo>
                  <a:pt x="876" y="738"/>
                </a:lnTo>
                <a:lnTo>
                  <a:pt x="860" y="743"/>
                </a:lnTo>
                <a:lnTo>
                  <a:pt x="849" y="747"/>
                </a:lnTo>
                <a:lnTo>
                  <a:pt x="842" y="747"/>
                </a:lnTo>
                <a:lnTo>
                  <a:pt x="838" y="747"/>
                </a:lnTo>
                <a:lnTo>
                  <a:pt x="235" y="747"/>
                </a:lnTo>
                <a:lnTo>
                  <a:pt x="210" y="745"/>
                </a:lnTo>
                <a:lnTo>
                  <a:pt x="191" y="738"/>
                </a:lnTo>
                <a:lnTo>
                  <a:pt x="180" y="724"/>
                </a:lnTo>
                <a:lnTo>
                  <a:pt x="170" y="713"/>
                </a:lnTo>
                <a:lnTo>
                  <a:pt x="166" y="700"/>
                </a:lnTo>
                <a:lnTo>
                  <a:pt x="165" y="688"/>
                </a:lnTo>
                <a:lnTo>
                  <a:pt x="165" y="679"/>
                </a:lnTo>
                <a:lnTo>
                  <a:pt x="165" y="677"/>
                </a:lnTo>
                <a:lnTo>
                  <a:pt x="165" y="554"/>
                </a:lnTo>
                <a:lnTo>
                  <a:pt x="166" y="552"/>
                </a:lnTo>
                <a:lnTo>
                  <a:pt x="170" y="543"/>
                </a:lnTo>
                <a:lnTo>
                  <a:pt x="176" y="524"/>
                </a:lnTo>
                <a:lnTo>
                  <a:pt x="183" y="501"/>
                </a:lnTo>
                <a:lnTo>
                  <a:pt x="191" y="473"/>
                </a:lnTo>
                <a:lnTo>
                  <a:pt x="201" y="443"/>
                </a:lnTo>
                <a:lnTo>
                  <a:pt x="208" y="414"/>
                </a:lnTo>
                <a:lnTo>
                  <a:pt x="218" y="386"/>
                </a:lnTo>
                <a:lnTo>
                  <a:pt x="225" y="359"/>
                </a:lnTo>
                <a:lnTo>
                  <a:pt x="231" y="340"/>
                </a:lnTo>
                <a:lnTo>
                  <a:pt x="235" y="327"/>
                </a:lnTo>
                <a:lnTo>
                  <a:pt x="235" y="321"/>
                </a:lnTo>
                <a:lnTo>
                  <a:pt x="255" y="291"/>
                </a:lnTo>
                <a:lnTo>
                  <a:pt x="282" y="265"/>
                </a:lnTo>
                <a:lnTo>
                  <a:pt x="312" y="242"/>
                </a:lnTo>
                <a:lnTo>
                  <a:pt x="344" y="225"/>
                </a:lnTo>
                <a:lnTo>
                  <a:pt x="378" y="210"/>
                </a:lnTo>
                <a:lnTo>
                  <a:pt x="378" y="172"/>
                </a:lnTo>
                <a:lnTo>
                  <a:pt x="378" y="170"/>
                </a:lnTo>
                <a:lnTo>
                  <a:pt x="380" y="163"/>
                </a:lnTo>
                <a:lnTo>
                  <a:pt x="382" y="151"/>
                </a:lnTo>
                <a:lnTo>
                  <a:pt x="386" y="140"/>
                </a:lnTo>
                <a:lnTo>
                  <a:pt x="393" y="129"/>
                </a:lnTo>
                <a:lnTo>
                  <a:pt x="407" y="117"/>
                </a:lnTo>
                <a:lnTo>
                  <a:pt x="424" y="110"/>
                </a:lnTo>
                <a:lnTo>
                  <a:pt x="448" y="108"/>
                </a:lnTo>
                <a:close/>
                <a:moveTo>
                  <a:pt x="511" y="0"/>
                </a:moveTo>
                <a:lnTo>
                  <a:pt x="556" y="0"/>
                </a:lnTo>
                <a:lnTo>
                  <a:pt x="630" y="0"/>
                </a:lnTo>
                <a:lnTo>
                  <a:pt x="696" y="6"/>
                </a:lnTo>
                <a:lnTo>
                  <a:pt x="753" y="11"/>
                </a:lnTo>
                <a:lnTo>
                  <a:pt x="802" y="19"/>
                </a:lnTo>
                <a:lnTo>
                  <a:pt x="842" y="28"/>
                </a:lnTo>
                <a:lnTo>
                  <a:pt x="876" y="38"/>
                </a:lnTo>
                <a:lnTo>
                  <a:pt x="902" y="45"/>
                </a:lnTo>
                <a:lnTo>
                  <a:pt x="921" y="55"/>
                </a:lnTo>
                <a:lnTo>
                  <a:pt x="936" y="60"/>
                </a:lnTo>
                <a:lnTo>
                  <a:pt x="944" y="64"/>
                </a:lnTo>
                <a:lnTo>
                  <a:pt x="946" y="66"/>
                </a:lnTo>
                <a:lnTo>
                  <a:pt x="1019" y="106"/>
                </a:lnTo>
                <a:lnTo>
                  <a:pt x="1046" y="123"/>
                </a:lnTo>
                <a:lnTo>
                  <a:pt x="1063" y="142"/>
                </a:lnTo>
                <a:lnTo>
                  <a:pt x="1072" y="161"/>
                </a:lnTo>
                <a:lnTo>
                  <a:pt x="1076" y="180"/>
                </a:lnTo>
                <a:lnTo>
                  <a:pt x="1076" y="197"/>
                </a:lnTo>
                <a:lnTo>
                  <a:pt x="1072" y="212"/>
                </a:lnTo>
                <a:lnTo>
                  <a:pt x="1068" y="223"/>
                </a:lnTo>
                <a:lnTo>
                  <a:pt x="1065" y="231"/>
                </a:lnTo>
                <a:lnTo>
                  <a:pt x="1063" y="234"/>
                </a:lnTo>
                <a:lnTo>
                  <a:pt x="1019" y="321"/>
                </a:lnTo>
                <a:lnTo>
                  <a:pt x="768" y="193"/>
                </a:lnTo>
                <a:lnTo>
                  <a:pt x="770" y="189"/>
                </a:lnTo>
                <a:lnTo>
                  <a:pt x="773" y="182"/>
                </a:lnTo>
                <a:lnTo>
                  <a:pt x="781" y="170"/>
                </a:lnTo>
                <a:lnTo>
                  <a:pt x="789" y="155"/>
                </a:lnTo>
                <a:lnTo>
                  <a:pt x="796" y="138"/>
                </a:lnTo>
                <a:lnTo>
                  <a:pt x="798" y="134"/>
                </a:lnTo>
                <a:lnTo>
                  <a:pt x="800" y="130"/>
                </a:lnTo>
                <a:lnTo>
                  <a:pt x="800" y="130"/>
                </a:lnTo>
                <a:lnTo>
                  <a:pt x="800" y="130"/>
                </a:lnTo>
                <a:lnTo>
                  <a:pt x="798" y="130"/>
                </a:lnTo>
                <a:lnTo>
                  <a:pt x="794" y="129"/>
                </a:lnTo>
                <a:lnTo>
                  <a:pt x="770" y="112"/>
                </a:lnTo>
                <a:lnTo>
                  <a:pt x="739" y="98"/>
                </a:lnTo>
                <a:lnTo>
                  <a:pt x="705" y="87"/>
                </a:lnTo>
                <a:lnTo>
                  <a:pt x="671" y="79"/>
                </a:lnTo>
                <a:lnTo>
                  <a:pt x="639" y="76"/>
                </a:lnTo>
                <a:lnTo>
                  <a:pt x="609" y="72"/>
                </a:lnTo>
                <a:lnTo>
                  <a:pt x="586" y="70"/>
                </a:lnTo>
                <a:lnTo>
                  <a:pt x="571" y="70"/>
                </a:lnTo>
                <a:lnTo>
                  <a:pt x="565" y="70"/>
                </a:lnTo>
                <a:lnTo>
                  <a:pt x="511" y="70"/>
                </a:lnTo>
                <a:lnTo>
                  <a:pt x="475" y="72"/>
                </a:lnTo>
                <a:lnTo>
                  <a:pt x="437" y="77"/>
                </a:lnTo>
                <a:lnTo>
                  <a:pt x="403" y="83"/>
                </a:lnTo>
                <a:lnTo>
                  <a:pt x="371" y="91"/>
                </a:lnTo>
                <a:lnTo>
                  <a:pt x="340" y="100"/>
                </a:lnTo>
                <a:lnTo>
                  <a:pt x="318" y="108"/>
                </a:lnTo>
                <a:lnTo>
                  <a:pt x="299" y="113"/>
                </a:lnTo>
                <a:lnTo>
                  <a:pt x="286" y="119"/>
                </a:lnTo>
                <a:lnTo>
                  <a:pt x="282" y="121"/>
                </a:lnTo>
                <a:lnTo>
                  <a:pt x="280" y="121"/>
                </a:lnTo>
                <a:lnTo>
                  <a:pt x="278" y="123"/>
                </a:lnTo>
                <a:lnTo>
                  <a:pt x="276" y="123"/>
                </a:lnTo>
                <a:lnTo>
                  <a:pt x="276" y="123"/>
                </a:lnTo>
                <a:lnTo>
                  <a:pt x="274" y="125"/>
                </a:lnTo>
                <a:lnTo>
                  <a:pt x="276" y="127"/>
                </a:lnTo>
                <a:lnTo>
                  <a:pt x="276" y="130"/>
                </a:lnTo>
                <a:lnTo>
                  <a:pt x="278" y="136"/>
                </a:lnTo>
                <a:lnTo>
                  <a:pt x="286" y="147"/>
                </a:lnTo>
                <a:lnTo>
                  <a:pt x="293" y="163"/>
                </a:lnTo>
                <a:lnTo>
                  <a:pt x="301" y="178"/>
                </a:lnTo>
                <a:lnTo>
                  <a:pt x="306" y="189"/>
                </a:lnTo>
                <a:lnTo>
                  <a:pt x="308" y="193"/>
                </a:lnTo>
                <a:lnTo>
                  <a:pt x="57" y="321"/>
                </a:lnTo>
                <a:lnTo>
                  <a:pt x="13" y="234"/>
                </a:lnTo>
                <a:lnTo>
                  <a:pt x="11" y="231"/>
                </a:lnTo>
                <a:lnTo>
                  <a:pt x="8" y="223"/>
                </a:lnTo>
                <a:lnTo>
                  <a:pt x="4" y="212"/>
                </a:lnTo>
                <a:lnTo>
                  <a:pt x="0" y="197"/>
                </a:lnTo>
                <a:lnTo>
                  <a:pt x="0" y="180"/>
                </a:lnTo>
                <a:lnTo>
                  <a:pt x="4" y="161"/>
                </a:lnTo>
                <a:lnTo>
                  <a:pt x="13" y="142"/>
                </a:lnTo>
                <a:lnTo>
                  <a:pt x="30" y="123"/>
                </a:lnTo>
                <a:lnTo>
                  <a:pt x="57" y="106"/>
                </a:lnTo>
                <a:lnTo>
                  <a:pt x="131" y="66"/>
                </a:lnTo>
                <a:lnTo>
                  <a:pt x="134" y="64"/>
                </a:lnTo>
                <a:lnTo>
                  <a:pt x="148" y="59"/>
                </a:lnTo>
                <a:lnTo>
                  <a:pt x="170" y="51"/>
                </a:lnTo>
                <a:lnTo>
                  <a:pt x="199" y="43"/>
                </a:lnTo>
                <a:lnTo>
                  <a:pt x="235" y="32"/>
                </a:lnTo>
                <a:lnTo>
                  <a:pt x="278" y="23"/>
                </a:lnTo>
                <a:lnTo>
                  <a:pt x="329" y="13"/>
                </a:lnTo>
                <a:lnTo>
                  <a:pt x="384" y="6"/>
                </a:lnTo>
                <a:lnTo>
                  <a:pt x="444" y="2"/>
                </a:lnTo>
                <a:lnTo>
                  <a:pt x="51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6"/>
          <p:cNvSpPr>
            <a:spLocks noChangeAspect="1" noEditPoints="1"/>
          </p:cNvSpPr>
          <p:nvPr/>
        </p:nvSpPr>
        <p:spPr bwMode="auto">
          <a:xfrm>
            <a:off x="1100692" y="4724425"/>
            <a:ext cx="1080000" cy="756803"/>
          </a:xfrm>
          <a:custGeom>
            <a:avLst/>
            <a:gdLst>
              <a:gd name="T0" fmla="*/ 522 w 1076"/>
              <a:gd name="T1" fmla="*/ 492 h 754"/>
              <a:gd name="T2" fmla="*/ 556 w 1076"/>
              <a:gd name="T3" fmla="*/ 492 h 754"/>
              <a:gd name="T4" fmla="*/ 609 w 1076"/>
              <a:gd name="T5" fmla="*/ 429 h 754"/>
              <a:gd name="T6" fmla="*/ 592 w 1076"/>
              <a:gd name="T7" fmla="*/ 454 h 754"/>
              <a:gd name="T8" fmla="*/ 620 w 1076"/>
              <a:gd name="T9" fmla="*/ 463 h 754"/>
              <a:gd name="T10" fmla="*/ 620 w 1076"/>
              <a:gd name="T11" fmla="*/ 433 h 754"/>
              <a:gd name="T12" fmla="*/ 450 w 1076"/>
              <a:gd name="T13" fmla="*/ 437 h 754"/>
              <a:gd name="T14" fmla="*/ 459 w 1076"/>
              <a:gd name="T15" fmla="*/ 467 h 754"/>
              <a:gd name="T16" fmla="*/ 484 w 1076"/>
              <a:gd name="T17" fmla="*/ 448 h 754"/>
              <a:gd name="T18" fmla="*/ 681 w 1076"/>
              <a:gd name="T19" fmla="*/ 359 h 754"/>
              <a:gd name="T20" fmla="*/ 664 w 1076"/>
              <a:gd name="T21" fmla="*/ 384 h 754"/>
              <a:gd name="T22" fmla="*/ 692 w 1076"/>
              <a:gd name="T23" fmla="*/ 393 h 754"/>
              <a:gd name="T24" fmla="*/ 692 w 1076"/>
              <a:gd name="T25" fmla="*/ 363 h 754"/>
              <a:gd name="T26" fmla="*/ 380 w 1076"/>
              <a:gd name="T27" fmla="*/ 365 h 754"/>
              <a:gd name="T28" fmla="*/ 390 w 1076"/>
              <a:gd name="T29" fmla="*/ 395 h 754"/>
              <a:gd name="T30" fmla="*/ 414 w 1076"/>
              <a:gd name="T31" fmla="*/ 376 h 754"/>
              <a:gd name="T32" fmla="*/ 535 w 1076"/>
              <a:gd name="T33" fmla="*/ 287 h 754"/>
              <a:gd name="T34" fmla="*/ 452 w 1076"/>
              <a:gd name="T35" fmla="*/ 380 h 754"/>
              <a:gd name="T36" fmla="*/ 588 w 1076"/>
              <a:gd name="T37" fmla="*/ 416 h 754"/>
              <a:gd name="T38" fmla="*/ 588 w 1076"/>
              <a:gd name="T39" fmla="*/ 301 h 754"/>
              <a:gd name="T40" fmla="*/ 630 w 1076"/>
              <a:gd name="T41" fmla="*/ 295 h 754"/>
              <a:gd name="T42" fmla="*/ 639 w 1076"/>
              <a:gd name="T43" fmla="*/ 323 h 754"/>
              <a:gd name="T44" fmla="*/ 664 w 1076"/>
              <a:gd name="T45" fmla="*/ 306 h 754"/>
              <a:gd name="T46" fmla="*/ 431 w 1076"/>
              <a:gd name="T47" fmla="*/ 285 h 754"/>
              <a:gd name="T48" fmla="*/ 412 w 1076"/>
              <a:gd name="T49" fmla="*/ 312 h 754"/>
              <a:gd name="T50" fmla="*/ 442 w 1076"/>
              <a:gd name="T51" fmla="*/ 319 h 754"/>
              <a:gd name="T52" fmla="*/ 442 w 1076"/>
              <a:gd name="T53" fmla="*/ 289 h 754"/>
              <a:gd name="T54" fmla="*/ 560 w 1076"/>
              <a:gd name="T55" fmla="*/ 259 h 754"/>
              <a:gd name="T56" fmla="*/ 567 w 1076"/>
              <a:gd name="T57" fmla="*/ 287 h 754"/>
              <a:gd name="T58" fmla="*/ 592 w 1076"/>
              <a:gd name="T59" fmla="*/ 270 h 754"/>
              <a:gd name="T60" fmla="*/ 503 w 1076"/>
              <a:gd name="T61" fmla="*/ 249 h 754"/>
              <a:gd name="T62" fmla="*/ 486 w 1076"/>
              <a:gd name="T63" fmla="*/ 276 h 754"/>
              <a:gd name="T64" fmla="*/ 514 w 1076"/>
              <a:gd name="T65" fmla="*/ 285 h 754"/>
              <a:gd name="T66" fmla="*/ 514 w 1076"/>
              <a:gd name="T67" fmla="*/ 253 h 754"/>
              <a:gd name="T68" fmla="*/ 641 w 1076"/>
              <a:gd name="T69" fmla="*/ 110 h 754"/>
              <a:gd name="T70" fmla="*/ 698 w 1076"/>
              <a:gd name="T71" fmla="*/ 181 h 754"/>
              <a:gd name="T72" fmla="*/ 913 w 1076"/>
              <a:gd name="T73" fmla="*/ 565 h 754"/>
              <a:gd name="T74" fmla="*/ 862 w 1076"/>
              <a:gd name="T75" fmla="*/ 749 h 754"/>
              <a:gd name="T76" fmla="*/ 191 w 1076"/>
              <a:gd name="T77" fmla="*/ 743 h 754"/>
              <a:gd name="T78" fmla="*/ 163 w 1076"/>
              <a:gd name="T79" fmla="*/ 683 h 754"/>
              <a:gd name="T80" fmla="*/ 191 w 1076"/>
              <a:gd name="T81" fmla="*/ 476 h 754"/>
              <a:gd name="T82" fmla="*/ 234 w 1076"/>
              <a:gd name="T83" fmla="*/ 331 h 754"/>
              <a:gd name="T84" fmla="*/ 380 w 1076"/>
              <a:gd name="T85" fmla="*/ 212 h 754"/>
              <a:gd name="T86" fmla="*/ 397 w 1076"/>
              <a:gd name="T87" fmla="*/ 130 h 754"/>
              <a:gd name="T88" fmla="*/ 633 w 1076"/>
              <a:gd name="T89" fmla="*/ 2 h 754"/>
              <a:gd name="T90" fmla="*/ 908 w 1076"/>
              <a:gd name="T91" fmla="*/ 47 h 754"/>
              <a:gd name="T92" fmla="*/ 1046 w 1076"/>
              <a:gd name="T93" fmla="*/ 125 h 754"/>
              <a:gd name="T94" fmla="*/ 1068 w 1076"/>
              <a:gd name="T95" fmla="*/ 227 h 754"/>
              <a:gd name="T96" fmla="*/ 779 w 1076"/>
              <a:gd name="T97" fmla="*/ 183 h 754"/>
              <a:gd name="T98" fmla="*/ 806 w 1076"/>
              <a:gd name="T99" fmla="*/ 132 h 754"/>
              <a:gd name="T100" fmla="*/ 709 w 1076"/>
              <a:gd name="T101" fmla="*/ 89 h 754"/>
              <a:gd name="T102" fmla="*/ 567 w 1076"/>
              <a:gd name="T103" fmla="*/ 72 h 754"/>
              <a:gd name="T104" fmla="*/ 342 w 1076"/>
              <a:gd name="T105" fmla="*/ 102 h 754"/>
              <a:gd name="T106" fmla="*/ 280 w 1076"/>
              <a:gd name="T107" fmla="*/ 125 h 754"/>
              <a:gd name="T108" fmla="*/ 280 w 1076"/>
              <a:gd name="T109" fmla="*/ 138 h 754"/>
              <a:gd name="T110" fmla="*/ 57 w 1076"/>
              <a:gd name="T111" fmla="*/ 325 h 754"/>
              <a:gd name="T112" fmla="*/ 0 w 1076"/>
              <a:gd name="T113" fmla="*/ 181 h 754"/>
              <a:gd name="T114" fmla="*/ 136 w 1076"/>
              <a:gd name="T115" fmla="*/ 66 h 754"/>
              <a:gd name="T116" fmla="*/ 331 w 1076"/>
              <a:gd name="T117" fmla="*/ 15 h 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76" h="754">
                <a:moveTo>
                  <a:pt x="539" y="467"/>
                </a:moveTo>
                <a:lnTo>
                  <a:pt x="531" y="467"/>
                </a:lnTo>
                <a:lnTo>
                  <a:pt x="526" y="471"/>
                </a:lnTo>
                <a:lnTo>
                  <a:pt x="522" y="476"/>
                </a:lnTo>
                <a:lnTo>
                  <a:pt x="522" y="484"/>
                </a:lnTo>
                <a:lnTo>
                  <a:pt x="522" y="492"/>
                </a:lnTo>
                <a:lnTo>
                  <a:pt x="526" y="497"/>
                </a:lnTo>
                <a:lnTo>
                  <a:pt x="531" y="501"/>
                </a:lnTo>
                <a:lnTo>
                  <a:pt x="539" y="503"/>
                </a:lnTo>
                <a:lnTo>
                  <a:pt x="546" y="501"/>
                </a:lnTo>
                <a:lnTo>
                  <a:pt x="552" y="497"/>
                </a:lnTo>
                <a:lnTo>
                  <a:pt x="556" y="492"/>
                </a:lnTo>
                <a:lnTo>
                  <a:pt x="558" y="484"/>
                </a:lnTo>
                <a:lnTo>
                  <a:pt x="556" y="476"/>
                </a:lnTo>
                <a:lnTo>
                  <a:pt x="552" y="471"/>
                </a:lnTo>
                <a:lnTo>
                  <a:pt x="546" y="467"/>
                </a:lnTo>
                <a:lnTo>
                  <a:pt x="539" y="467"/>
                </a:lnTo>
                <a:close/>
                <a:moveTo>
                  <a:pt x="609" y="429"/>
                </a:moveTo>
                <a:lnTo>
                  <a:pt x="603" y="431"/>
                </a:lnTo>
                <a:lnTo>
                  <a:pt x="599" y="433"/>
                </a:lnTo>
                <a:lnTo>
                  <a:pt x="596" y="437"/>
                </a:lnTo>
                <a:lnTo>
                  <a:pt x="592" y="442"/>
                </a:lnTo>
                <a:lnTo>
                  <a:pt x="592" y="448"/>
                </a:lnTo>
                <a:lnTo>
                  <a:pt x="592" y="454"/>
                </a:lnTo>
                <a:lnTo>
                  <a:pt x="596" y="459"/>
                </a:lnTo>
                <a:lnTo>
                  <a:pt x="599" y="463"/>
                </a:lnTo>
                <a:lnTo>
                  <a:pt x="603" y="467"/>
                </a:lnTo>
                <a:lnTo>
                  <a:pt x="609" y="467"/>
                </a:lnTo>
                <a:lnTo>
                  <a:pt x="615" y="467"/>
                </a:lnTo>
                <a:lnTo>
                  <a:pt x="620" y="463"/>
                </a:lnTo>
                <a:lnTo>
                  <a:pt x="624" y="459"/>
                </a:lnTo>
                <a:lnTo>
                  <a:pt x="626" y="454"/>
                </a:lnTo>
                <a:lnTo>
                  <a:pt x="628" y="448"/>
                </a:lnTo>
                <a:lnTo>
                  <a:pt x="626" y="442"/>
                </a:lnTo>
                <a:lnTo>
                  <a:pt x="624" y="437"/>
                </a:lnTo>
                <a:lnTo>
                  <a:pt x="620" y="433"/>
                </a:lnTo>
                <a:lnTo>
                  <a:pt x="615" y="431"/>
                </a:lnTo>
                <a:lnTo>
                  <a:pt x="609" y="429"/>
                </a:lnTo>
                <a:close/>
                <a:moveTo>
                  <a:pt x="465" y="429"/>
                </a:moveTo>
                <a:lnTo>
                  <a:pt x="459" y="431"/>
                </a:lnTo>
                <a:lnTo>
                  <a:pt x="454" y="433"/>
                </a:lnTo>
                <a:lnTo>
                  <a:pt x="450" y="437"/>
                </a:lnTo>
                <a:lnTo>
                  <a:pt x="446" y="442"/>
                </a:lnTo>
                <a:lnTo>
                  <a:pt x="446" y="448"/>
                </a:lnTo>
                <a:lnTo>
                  <a:pt x="446" y="454"/>
                </a:lnTo>
                <a:lnTo>
                  <a:pt x="450" y="459"/>
                </a:lnTo>
                <a:lnTo>
                  <a:pt x="454" y="463"/>
                </a:lnTo>
                <a:lnTo>
                  <a:pt x="459" y="467"/>
                </a:lnTo>
                <a:lnTo>
                  <a:pt x="465" y="467"/>
                </a:lnTo>
                <a:lnTo>
                  <a:pt x="471" y="467"/>
                </a:lnTo>
                <a:lnTo>
                  <a:pt x="477" y="463"/>
                </a:lnTo>
                <a:lnTo>
                  <a:pt x="480" y="459"/>
                </a:lnTo>
                <a:lnTo>
                  <a:pt x="484" y="454"/>
                </a:lnTo>
                <a:lnTo>
                  <a:pt x="484" y="448"/>
                </a:lnTo>
                <a:lnTo>
                  <a:pt x="484" y="442"/>
                </a:lnTo>
                <a:lnTo>
                  <a:pt x="480" y="437"/>
                </a:lnTo>
                <a:lnTo>
                  <a:pt x="477" y="433"/>
                </a:lnTo>
                <a:lnTo>
                  <a:pt x="471" y="431"/>
                </a:lnTo>
                <a:lnTo>
                  <a:pt x="465" y="429"/>
                </a:lnTo>
                <a:close/>
                <a:moveTo>
                  <a:pt x="681" y="359"/>
                </a:moveTo>
                <a:lnTo>
                  <a:pt x="675" y="359"/>
                </a:lnTo>
                <a:lnTo>
                  <a:pt x="671" y="363"/>
                </a:lnTo>
                <a:lnTo>
                  <a:pt x="667" y="367"/>
                </a:lnTo>
                <a:lnTo>
                  <a:pt x="664" y="372"/>
                </a:lnTo>
                <a:lnTo>
                  <a:pt x="664" y="378"/>
                </a:lnTo>
                <a:lnTo>
                  <a:pt x="664" y="384"/>
                </a:lnTo>
                <a:lnTo>
                  <a:pt x="667" y="389"/>
                </a:lnTo>
                <a:lnTo>
                  <a:pt x="671" y="393"/>
                </a:lnTo>
                <a:lnTo>
                  <a:pt x="675" y="395"/>
                </a:lnTo>
                <a:lnTo>
                  <a:pt x="681" y="397"/>
                </a:lnTo>
                <a:lnTo>
                  <a:pt x="686" y="395"/>
                </a:lnTo>
                <a:lnTo>
                  <a:pt x="692" y="393"/>
                </a:lnTo>
                <a:lnTo>
                  <a:pt x="696" y="389"/>
                </a:lnTo>
                <a:lnTo>
                  <a:pt x="698" y="384"/>
                </a:lnTo>
                <a:lnTo>
                  <a:pt x="700" y="378"/>
                </a:lnTo>
                <a:lnTo>
                  <a:pt x="698" y="372"/>
                </a:lnTo>
                <a:lnTo>
                  <a:pt x="696" y="367"/>
                </a:lnTo>
                <a:lnTo>
                  <a:pt x="692" y="363"/>
                </a:lnTo>
                <a:lnTo>
                  <a:pt x="686" y="359"/>
                </a:lnTo>
                <a:lnTo>
                  <a:pt x="681" y="359"/>
                </a:lnTo>
                <a:close/>
                <a:moveTo>
                  <a:pt x="395" y="357"/>
                </a:moveTo>
                <a:lnTo>
                  <a:pt x="390" y="359"/>
                </a:lnTo>
                <a:lnTo>
                  <a:pt x="384" y="361"/>
                </a:lnTo>
                <a:lnTo>
                  <a:pt x="380" y="365"/>
                </a:lnTo>
                <a:lnTo>
                  <a:pt x="378" y="371"/>
                </a:lnTo>
                <a:lnTo>
                  <a:pt x="376" y="376"/>
                </a:lnTo>
                <a:lnTo>
                  <a:pt x="378" y="382"/>
                </a:lnTo>
                <a:lnTo>
                  <a:pt x="380" y="388"/>
                </a:lnTo>
                <a:lnTo>
                  <a:pt x="384" y="391"/>
                </a:lnTo>
                <a:lnTo>
                  <a:pt x="390" y="395"/>
                </a:lnTo>
                <a:lnTo>
                  <a:pt x="395" y="395"/>
                </a:lnTo>
                <a:lnTo>
                  <a:pt x="401" y="395"/>
                </a:lnTo>
                <a:lnTo>
                  <a:pt x="407" y="391"/>
                </a:lnTo>
                <a:lnTo>
                  <a:pt x="410" y="388"/>
                </a:lnTo>
                <a:lnTo>
                  <a:pt x="414" y="382"/>
                </a:lnTo>
                <a:lnTo>
                  <a:pt x="414" y="376"/>
                </a:lnTo>
                <a:lnTo>
                  <a:pt x="414" y="371"/>
                </a:lnTo>
                <a:lnTo>
                  <a:pt x="410" y="365"/>
                </a:lnTo>
                <a:lnTo>
                  <a:pt x="407" y="361"/>
                </a:lnTo>
                <a:lnTo>
                  <a:pt x="401" y="359"/>
                </a:lnTo>
                <a:lnTo>
                  <a:pt x="395" y="357"/>
                </a:lnTo>
                <a:close/>
                <a:moveTo>
                  <a:pt x="535" y="287"/>
                </a:moveTo>
                <a:lnTo>
                  <a:pt x="509" y="291"/>
                </a:lnTo>
                <a:lnTo>
                  <a:pt x="484" y="301"/>
                </a:lnTo>
                <a:lnTo>
                  <a:pt x="465" y="316"/>
                </a:lnTo>
                <a:lnTo>
                  <a:pt x="452" y="335"/>
                </a:lnTo>
                <a:lnTo>
                  <a:pt x="448" y="357"/>
                </a:lnTo>
                <a:lnTo>
                  <a:pt x="452" y="380"/>
                </a:lnTo>
                <a:lnTo>
                  <a:pt x="465" y="399"/>
                </a:lnTo>
                <a:lnTo>
                  <a:pt x="484" y="416"/>
                </a:lnTo>
                <a:lnTo>
                  <a:pt x="509" y="427"/>
                </a:lnTo>
                <a:lnTo>
                  <a:pt x="535" y="431"/>
                </a:lnTo>
                <a:lnTo>
                  <a:pt x="563" y="427"/>
                </a:lnTo>
                <a:lnTo>
                  <a:pt x="588" y="416"/>
                </a:lnTo>
                <a:lnTo>
                  <a:pt x="607" y="399"/>
                </a:lnTo>
                <a:lnTo>
                  <a:pt x="618" y="380"/>
                </a:lnTo>
                <a:lnTo>
                  <a:pt x="624" y="357"/>
                </a:lnTo>
                <a:lnTo>
                  <a:pt x="618" y="335"/>
                </a:lnTo>
                <a:lnTo>
                  <a:pt x="607" y="316"/>
                </a:lnTo>
                <a:lnTo>
                  <a:pt x="588" y="301"/>
                </a:lnTo>
                <a:lnTo>
                  <a:pt x="563" y="291"/>
                </a:lnTo>
                <a:lnTo>
                  <a:pt x="535" y="287"/>
                </a:lnTo>
                <a:close/>
                <a:moveTo>
                  <a:pt x="645" y="287"/>
                </a:moveTo>
                <a:lnTo>
                  <a:pt x="639" y="287"/>
                </a:lnTo>
                <a:lnTo>
                  <a:pt x="633" y="291"/>
                </a:lnTo>
                <a:lnTo>
                  <a:pt x="630" y="295"/>
                </a:lnTo>
                <a:lnTo>
                  <a:pt x="628" y="301"/>
                </a:lnTo>
                <a:lnTo>
                  <a:pt x="626" y="306"/>
                </a:lnTo>
                <a:lnTo>
                  <a:pt x="628" y="312"/>
                </a:lnTo>
                <a:lnTo>
                  <a:pt x="630" y="316"/>
                </a:lnTo>
                <a:lnTo>
                  <a:pt x="633" y="321"/>
                </a:lnTo>
                <a:lnTo>
                  <a:pt x="639" y="323"/>
                </a:lnTo>
                <a:lnTo>
                  <a:pt x="645" y="323"/>
                </a:lnTo>
                <a:lnTo>
                  <a:pt x="650" y="323"/>
                </a:lnTo>
                <a:lnTo>
                  <a:pt x="656" y="321"/>
                </a:lnTo>
                <a:lnTo>
                  <a:pt x="660" y="316"/>
                </a:lnTo>
                <a:lnTo>
                  <a:pt x="662" y="312"/>
                </a:lnTo>
                <a:lnTo>
                  <a:pt x="664" y="306"/>
                </a:lnTo>
                <a:lnTo>
                  <a:pt x="662" y="301"/>
                </a:lnTo>
                <a:lnTo>
                  <a:pt x="660" y="295"/>
                </a:lnTo>
                <a:lnTo>
                  <a:pt x="656" y="291"/>
                </a:lnTo>
                <a:lnTo>
                  <a:pt x="650" y="287"/>
                </a:lnTo>
                <a:lnTo>
                  <a:pt x="645" y="287"/>
                </a:lnTo>
                <a:close/>
                <a:moveTo>
                  <a:pt x="431" y="285"/>
                </a:moveTo>
                <a:lnTo>
                  <a:pt x="425" y="287"/>
                </a:lnTo>
                <a:lnTo>
                  <a:pt x="420" y="289"/>
                </a:lnTo>
                <a:lnTo>
                  <a:pt x="416" y="293"/>
                </a:lnTo>
                <a:lnTo>
                  <a:pt x="412" y="299"/>
                </a:lnTo>
                <a:lnTo>
                  <a:pt x="412" y="304"/>
                </a:lnTo>
                <a:lnTo>
                  <a:pt x="412" y="312"/>
                </a:lnTo>
                <a:lnTo>
                  <a:pt x="416" y="316"/>
                </a:lnTo>
                <a:lnTo>
                  <a:pt x="420" y="319"/>
                </a:lnTo>
                <a:lnTo>
                  <a:pt x="425" y="323"/>
                </a:lnTo>
                <a:lnTo>
                  <a:pt x="431" y="323"/>
                </a:lnTo>
                <a:lnTo>
                  <a:pt x="437" y="323"/>
                </a:lnTo>
                <a:lnTo>
                  <a:pt x="442" y="319"/>
                </a:lnTo>
                <a:lnTo>
                  <a:pt x="446" y="316"/>
                </a:lnTo>
                <a:lnTo>
                  <a:pt x="450" y="312"/>
                </a:lnTo>
                <a:lnTo>
                  <a:pt x="450" y="304"/>
                </a:lnTo>
                <a:lnTo>
                  <a:pt x="450" y="299"/>
                </a:lnTo>
                <a:lnTo>
                  <a:pt x="446" y="293"/>
                </a:lnTo>
                <a:lnTo>
                  <a:pt x="442" y="289"/>
                </a:lnTo>
                <a:lnTo>
                  <a:pt x="437" y="287"/>
                </a:lnTo>
                <a:lnTo>
                  <a:pt x="431" y="285"/>
                </a:lnTo>
                <a:close/>
                <a:moveTo>
                  <a:pt x="573" y="251"/>
                </a:moveTo>
                <a:lnTo>
                  <a:pt x="567" y="251"/>
                </a:lnTo>
                <a:lnTo>
                  <a:pt x="563" y="255"/>
                </a:lnTo>
                <a:lnTo>
                  <a:pt x="560" y="259"/>
                </a:lnTo>
                <a:lnTo>
                  <a:pt x="556" y="265"/>
                </a:lnTo>
                <a:lnTo>
                  <a:pt x="556" y="270"/>
                </a:lnTo>
                <a:lnTo>
                  <a:pt x="556" y="276"/>
                </a:lnTo>
                <a:lnTo>
                  <a:pt x="560" y="280"/>
                </a:lnTo>
                <a:lnTo>
                  <a:pt x="563" y="285"/>
                </a:lnTo>
                <a:lnTo>
                  <a:pt x="567" y="287"/>
                </a:lnTo>
                <a:lnTo>
                  <a:pt x="573" y="287"/>
                </a:lnTo>
                <a:lnTo>
                  <a:pt x="579" y="287"/>
                </a:lnTo>
                <a:lnTo>
                  <a:pt x="584" y="285"/>
                </a:lnTo>
                <a:lnTo>
                  <a:pt x="588" y="280"/>
                </a:lnTo>
                <a:lnTo>
                  <a:pt x="590" y="276"/>
                </a:lnTo>
                <a:lnTo>
                  <a:pt x="592" y="270"/>
                </a:lnTo>
                <a:lnTo>
                  <a:pt x="590" y="265"/>
                </a:lnTo>
                <a:lnTo>
                  <a:pt x="588" y="259"/>
                </a:lnTo>
                <a:lnTo>
                  <a:pt x="584" y="255"/>
                </a:lnTo>
                <a:lnTo>
                  <a:pt x="579" y="251"/>
                </a:lnTo>
                <a:lnTo>
                  <a:pt x="573" y="251"/>
                </a:lnTo>
                <a:close/>
                <a:moveTo>
                  <a:pt x="503" y="249"/>
                </a:moveTo>
                <a:lnTo>
                  <a:pt x="497" y="251"/>
                </a:lnTo>
                <a:lnTo>
                  <a:pt x="492" y="253"/>
                </a:lnTo>
                <a:lnTo>
                  <a:pt x="488" y="259"/>
                </a:lnTo>
                <a:lnTo>
                  <a:pt x="486" y="263"/>
                </a:lnTo>
                <a:lnTo>
                  <a:pt x="484" y="270"/>
                </a:lnTo>
                <a:lnTo>
                  <a:pt x="486" y="276"/>
                </a:lnTo>
                <a:lnTo>
                  <a:pt x="488" y="282"/>
                </a:lnTo>
                <a:lnTo>
                  <a:pt x="492" y="285"/>
                </a:lnTo>
                <a:lnTo>
                  <a:pt x="497" y="289"/>
                </a:lnTo>
                <a:lnTo>
                  <a:pt x="503" y="289"/>
                </a:lnTo>
                <a:lnTo>
                  <a:pt x="509" y="289"/>
                </a:lnTo>
                <a:lnTo>
                  <a:pt x="514" y="285"/>
                </a:lnTo>
                <a:lnTo>
                  <a:pt x="518" y="282"/>
                </a:lnTo>
                <a:lnTo>
                  <a:pt x="522" y="276"/>
                </a:lnTo>
                <a:lnTo>
                  <a:pt x="522" y="270"/>
                </a:lnTo>
                <a:lnTo>
                  <a:pt x="522" y="263"/>
                </a:lnTo>
                <a:lnTo>
                  <a:pt x="518" y="259"/>
                </a:lnTo>
                <a:lnTo>
                  <a:pt x="514" y="253"/>
                </a:lnTo>
                <a:lnTo>
                  <a:pt x="509" y="251"/>
                </a:lnTo>
                <a:lnTo>
                  <a:pt x="503" y="249"/>
                </a:lnTo>
                <a:close/>
                <a:moveTo>
                  <a:pt x="450" y="110"/>
                </a:moveTo>
                <a:lnTo>
                  <a:pt x="630" y="110"/>
                </a:lnTo>
                <a:lnTo>
                  <a:pt x="633" y="110"/>
                </a:lnTo>
                <a:lnTo>
                  <a:pt x="641" y="110"/>
                </a:lnTo>
                <a:lnTo>
                  <a:pt x="650" y="113"/>
                </a:lnTo>
                <a:lnTo>
                  <a:pt x="664" y="117"/>
                </a:lnTo>
                <a:lnTo>
                  <a:pt x="675" y="127"/>
                </a:lnTo>
                <a:lnTo>
                  <a:pt x="686" y="138"/>
                </a:lnTo>
                <a:lnTo>
                  <a:pt x="694" y="157"/>
                </a:lnTo>
                <a:lnTo>
                  <a:pt x="698" y="181"/>
                </a:lnTo>
                <a:lnTo>
                  <a:pt x="698" y="212"/>
                </a:lnTo>
                <a:lnTo>
                  <a:pt x="736" y="229"/>
                </a:lnTo>
                <a:lnTo>
                  <a:pt x="771" y="255"/>
                </a:lnTo>
                <a:lnTo>
                  <a:pt x="807" y="285"/>
                </a:lnTo>
                <a:lnTo>
                  <a:pt x="840" y="325"/>
                </a:lnTo>
                <a:lnTo>
                  <a:pt x="913" y="565"/>
                </a:lnTo>
                <a:lnTo>
                  <a:pt x="913" y="683"/>
                </a:lnTo>
                <a:lnTo>
                  <a:pt x="911" y="705"/>
                </a:lnTo>
                <a:lnTo>
                  <a:pt x="902" y="722"/>
                </a:lnTo>
                <a:lnTo>
                  <a:pt x="891" y="736"/>
                </a:lnTo>
                <a:lnTo>
                  <a:pt x="877" y="743"/>
                </a:lnTo>
                <a:lnTo>
                  <a:pt x="862" y="749"/>
                </a:lnTo>
                <a:lnTo>
                  <a:pt x="851" y="753"/>
                </a:lnTo>
                <a:lnTo>
                  <a:pt x="843" y="753"/>
                </a:lnTo>
                <a:lnTo>
                  <a:pt x="840" y="754"/>
                </a:lnTo>
                <a:lnTo>
                  <a:pt x="234" y="754"/>
                </a:lnTo>
                <a:lnTo>
                  <a:pt x="210" y="751"/>
                </a:lnTo>
                <a:lnTo>
                  <a:pt x="191" y="743"/>
                </a:lnTo>
                <a:lnTo>
                  <a:pt x="178" y="732"/>
                </a:lnTo>
                <a:lnTo>
                  <a:pt x="170" y="719"/>
                </a:lnTo>
                <a:lnTo>
                  <a:pt x="165" y="705"/>
                </a:lnTo>
                <a:lnTo>
                  <a:pt x="163" y="694"/>
                </a:lnTo>
                <a:lnTo>
                  <a:pt x="163" y="684"/>
                </a:lnTo>
                <a:lnTo>
                  <a:pt x="163" y="683"/>
                </a:lnTo>
                <a:lnTo>
                  <a:pt x="163" y="560"/>
                </a:lnTo>
                <a:lnTo>
                  <a:pt x="165" y="558"/>
                </a:lnTo>
                <a:lnTo>
                  <a:pt x="168" y="546"/>
                </a:lnTo>
                <a:lnTo>
                  <a:pt x="174" y="529"/>
                </a:lnTo>
                <a:lnTo>
                  <a:pt x="183" y="505"/>
                </a:lnTo>
                <a:lnTo>
                  <a:pt x="191" y="476"/>
                </a:lnTo>
                <a:lnTo>
                  <a:pt x="200" y="448"/>
                </a:lnTo>
                <a:lnTo>
                  <a:pt x="210" y="418"/>
                </a:lnTo>
                <a:lnTo>
                  <a:pt x="217" y="389"/>
                </a:lnTo>
                <a:lnTo>
                  <a:pt x="225" y="363"/>
                </a:lnTo>
                <a:lnTo>
                  <a:pt x="231" y="344"/>
                </a:lnTo>
                <a:lnTo>
                  <a:pt x="234" y="331"/>
                </a:lnTo>
                <a:lnTo>
                  <a:pt x="236" y="325"/>
                </a:lnTo>
                <a:lnTo>
                  <a:pt x="257" y="293"/>
                </a:lnTo>
                <a:lnTo>
                  <a:pt x="284" y="267"/>
                </a:lnTo>
                <a:lnTo>
                  <a:pt x="314" y="246"/>
                </a:lnTo>
                <a:lnTo>
                  <a:pt x="346" y="227"/>
                </a:lnTo>
                <a:lnTo>
                  <a:pt x="380" y="212"/>
                </a:lnTo>
                <a:lnTo>
                  <a:pt x="380" y="176"/>
                </a:lnTo>
                <a:lnTo>
                  <a:pt x="380" y="172"/>
                </a:lnTo>
                <a:lnTo>
                  <a:pt x="382" y="164"/>
                </a:lnTo>
                <a:lnTo>
                  <a:pt x="384" y="155"/>
                </a:lnTo>
                <a:lnTo>
                  <a:pt x="388" y="142"/>
                </a:lnTo>
                <a:lnTo>
                  <a:pt x="397" y="130"/>
                </a:lnTo>
                <a:lnTo>
                  <a:pt x="408" y="119"/>
                </a:lnTo>
                <a:lnTo>
                  <a:pt x="427" y="111"/>
                </a:lnTo>
                <a:lnTo>
                  <a:pt x="450" y="110"/>
                </a:lnTo>
                <a:close/>
                <a:moveTo>
                  <a:pt x="514" y="0"/>
                </a:moveTo>
                <a:lnTo>
                  <a:pt x="560" y="0"/>
                </a:lnTo>
                <a:lnTo>
                  <a:pt x="633" y="2"/>
                </a:lnTo>
                <a:lnTo>
                  <a:pt x="700" y="6"/>
                </a:lnTo>
                <a:lnTo>
                  <a:pt x="756" y="13"/>
                </a:lnTo>
                <a:lnTo>
                  <a:pt x="806" y="21"/>
                </a:lnTo>
                <a:lnTo>
                  <a:pt x="847" y="30"/>
                </a:lnTo>
                <a:lnTo>
                  <a:pt x="881" y="40"/>
                </a:lnTo>
                <a:lnTo>
                  <a:pt x="908" y="47"/>
                </a:lnTo>
                <a:lnTo>
                  <a:pt x="927" y="57"/>
                </a:lnTo>
                <a:lnTo>
                  <a:pt x="942" y="62"/>
                </a:lnTo>
                <a:lnTo>
                  <a:pt x="949" y="66"/>
                </a:lnTo>
                <a:lnTo>
                  <a:pt x="951" y="68"/>
                </a:lnTo>
                <a:lnTo>
                  <a:pt x="1019" y="108"/>
                </a:lnTo>
                <a:lnTo>
                  <a:pt x="1046" y="125"/>
                </a:lnTo>
                <a:lnTo>
                  <a:pt x="1063" y="144"/>
                </a:lnTo>
                <a:lnTo>
                  <a:pt x="1072" y="162"/>
                </a:lnTo>
                <a:lnTo>
                  <a:pt x="1076" y="181"/>
                </a:lnTo>
                <a:lnTo>
                  <a:pt x="1076" y="198"/>
                </a:lnTo>
                <a:lnTo>
                  <a:pt x="1072" y="214"/>
                </a:lnTo>
                <a:lnTo>
                  <a:pt x="1068" y="227"/>
                </a:lnTo>
                <a:lnTo>
                  <a:pt x="1065" y="234"/>
                </a:lnTo>
                <a:lnTo>
                  <a:pt x="1063" y="236"/>
                </a:lnTo>
                <a:lnTo>
                  <a:pt x="1017" y="325"/>
                </a:lnTo>
                <a:lnTo>
                  <a:pt x="771" y="195"/>
                </a:lnTo>
                <a:lnTo>
                  <a:pt x="773" y="193"/>
                </a:lnTo>
                <a:lnTo>
                  <a:pt x="779" y="183"/>
                </a:lnTo>
                <a:lnTo>
                  <a:pt x="787" y="172"/>
                </a:lnTo>
                <a:lnTo>
                  <a:pt x="794" y="157"/>
                </a:lnTo>
                <a:lnTo>
                  <a:pt x="802" y="140"/>
                </a:lnTo>
                <a:lnTo>
                  <a:pt x="804" y="136"/>
                </a:lnTo>
                <a:lnTo>
                  <a:pt x="806" y="134"/>
                </a:lnTo>
                <a:lnTo>
                  <a:pt x="806" y="132"/>
                </a:lnTo>
                <a:lnTo>
                  <a:pt x="804" y="132"/>
                </a:lnTo>
                <a:lnTo>
                  <a:pt x="804" y="132"/>
                </a:lnTo>
                <a:lnTo>
                  <a:pt x="800" y="130"/>
                </a:lnTo>
                <a:lnTo>
                  <a:pt x="773" y="113"/>
                </a:lnTo>
                <a:lnTo>
                  <a:pt x="743" y="100"/>
                </a:lnTo>
                <a:lnTo>
                  <a:pt x="709" y="89"/>
                </a:lnTo>
                <a:lnTo>
                  <a:pt x="675" y="81"/>
                </a:lnTo>
                <a:lnTo>
                  <a:pt x="643" y="77"/>
                </a:lnTo>
                <a:lnTo>
                  <a:pt x="613" y="74"/>
                </a:lnTo>
                <a:lnTo>
                  <a:pt x="590" y="72"/>
                </a:lnTo>
                <a:lnTo>
                  <a:pt x="573" y="72"/>
                </a:lnTo>
                <a:lnTo>
                  <a:pt x="567" y="72"/>
                </a:lnTo>
                <a:lnTo>
                  <a:pt x="514" y="72"/>
                </a:lnTo>
                <a:lnTo>
                  <a:pt x="477" y="74"/>
                </a:lnTo>
                <a:lnTo>
                  <a:pt x="441" y="79"/>
                </a:lnTo>
                <a:lnTo>
                  <a:pt x="405" y="85"/>
                </a:lnTo>
                <a:lnTo>
                  <a:pt x="373" y="93"/>
                </a:lnTo>
                <a:lnTo>
                  <a:pt x="342" y="102"/>
                </a:lnTo>
                <a:lnTo>
                  <a:pt x="320" y="110"/>
                </a:lnTo>
                <a:lnTo>
                  <a:pt x="301" y="115"/>
                </a:lnTo>
                <a:lnTo>
                  <a:pt x="287" y="121"/>
                </a:lnTo>
                <a:lnTo>
                  <a:pt x="284" y="123"/>
                </a:lnTo>
                <a:lnTo>
                  <a:pt x="282" y="123"/>
                </a:lnTo>
                <a:lnTo>
                  <a:pt x="280" y="125"/>
                </a:lnTo>
                <a:lnTo>
                  <a:pt x="278" y="125"/>
                </a:lnTo>
                <a:lnTo>
                  <a:pt x="276" y="125"/>
                </a:lnTo>
                <a:lnTo>
                  <a:pt x="276" y="127"/>
                </a:lnTo>
                <a:lnTo>
                  <a:pt x="276" y="128"/>
                </a:lnTo>
                <a:lnTo>
                  <a:pt x="278" y="132"/>
                </a:lnTo>
                <a:lnTo>
                  <a:pt x="280" y="138"/>
                </a:lnTo>
                <a:lnTo>
                  <a:pt x="287" y="151"/>
                </a:lnTo>
                <a:lnTo>
                  <a:pt x="295" y="166"/>
                </a:lnTo>
                <a:lnTo>
                  <a:pt x="303" y="180"/>
                </a:lnTo>
                <a:lnTo>
                  <a:pt x="308" y="191"/>
                </a:lnTo>
                <a:lnTo>
                  <a:pt x="310" y="195"/>
                </a:lnTo>
                <a:lnTo>
                  <a:pt x="57" y="325"/>
                </a:lnTo>
                <a:lnTo>
                  <a:pt x="13" y="236"/>
                </a:lnTo>
                <a:lnTo>
                  <a:pt x="11" y="234"/>
                </a:lnTo>
                <a:lnTo>
                  <a:pt x="8" y="227"/>
                </a:lnTo>
                <a:lnTo>
                  <a:pt x="4" y="214"/>
                </a:lnTo>
                <a:lnTo>
                  <a:pt x="0" y="198"/>
                </a:lnTo>
                <a:lnTo>
                  <a:pt x="0" y="181"/>
                </a:lnTo>
                <a:lnTo>
                  <a:pt x="4" y="162"/>
                </a:lnTo>
                <a:lnTo>
                  <a:pt x="13" y="144"/>
                </a:lnTo>
                <a:lnTo>
                  <a:pt x="30" y="125"/>
                </a:lnTo>
                <a:lnTo>
                  <a:pt x="57" y="108"/>
                </a:lnTo>
                <a:lnTo>
                  <a:pt x="130" y="68"/>
                </a:lnTo>
                <a:lnTo>
                  <a:pt x="136" y="66"/>
                </a:lnTo>
                <a:lnTo>
                  <a:pt x="149" y="60"/>
                </a:lnTo>
                <a:lnTo>
                  <a:pt x="170" y="53"/>
                </a:lnTo>
                <a:lnTo>
                  <a:pt x="200" y="45"/>
                </a:lnTo>
                <a:lnTo>
                  <a:pt x="236" y="34"/>
                </a:lnTo>
                <a:lnTo>
                  <a:pt x="280" y="24"/>
                </a:lnTo>
                <a:lnTo>
                  <a:pt x="331" y="15"/>
                </a:lnTo>
                <a:lnTo>
                  <a:pt x="386" y="7"/>
                </a:lnTo>
                <a:lnTo>
                  <a:pt x="448" y="2"/>
                </a:lnTo>
                <a:lnTo>
                  <a:pt x="5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Freeform 17"/>
          <p:cNvSpPr>
            <a:spLocks noChangeAspect="1" noEditPoints="1"/>
          </p:cNvSpPr>
          <p:nvPr/>
        </p:nvSpPr>
        <p:spPr bwMode="auto">
          <a:xfrm>
            <a:off x="2756756" y="4670224"/>
            <a:ext cx="1080000" cy="865204"/>
          </a:xfrm>
          <a:custGeom>
            <a:avLst/>
            <a:gdLst>
              <a:gd name="T0" fmla="*/ 802 w 1076"/>
              <a:gd name="T1" fmla="*/ 789 h 862"/>
              <a:gd name="T2" fmla="*/ 774 w 1076"/>
              <a:gd name="T3" fmla="*/ 858 h 862"/>
              <a:gd name="T4" fmla="*/ 704 w 1076"/>
              <a:gd name="T5" fmla="*/ 830 h 862"/>
              <a:gd name="T6" fmla="*/ 732 w 1076"/>
              <a:gd name="T7" fmla="*/ 760 h 862"/>
              <a:gd name="T8" fmla="*/ 575 w 1076"/>
              <a:gd name="T9" fmla="*/ 771 h 862"/>
              <a:gd name="T10" fmla="*/ 575 w 1076"/>
              <a:gd name="T11" fmla="*/ 847 h 862"/>
              <a:gd name="T12" fmla="*/ 500 w 1076"/>
              <a:gd name="T13" fmla="*/ 847 h 862"/>
              <a:gd name="T14" fmla="*/ 500 w 1076"/>
              <a:gd name="T15" fmla="*/ 771 h 862"/>
              <a:gd name="T16" fmla="*/ 345 w 1076"/>
              <a:gd name="T17" fmla="*/ 760 h 862"/>
              <a:gd name="T18" fmla="*/ 373 w 1076"/>
              <a:gd name="T19" fmla="*/ 830 h 862"/>
              <a:gd name="T20" fmla="*/ 301 w 1076"/>
              <a:gd name="T21" fmla="*/ 858 h 862"/>
              <a:gd name="T22" fmla="*/ 273 w 1076"/>
              <a:gd name="T23" fmla="*/ 789 h 862"/>
              <a:gd name="T24" fmla="*/ 753 w 1076"/>
              <a:gd name="T25" fmla="*/ 541 h 862"/>
              <a:gd name="T26" fmla="*/ 806 w 1076"/>
              <a:gd name="T27" fmla="*/ 594 h 862"/>
              <a:gd name="T28" fmla="*/ 753 w 1076"/>
              <a:gd name="T29" fmla="*/ 649 h 862"/>
              <a:gd name="T30" fmla="*/ 700 w 1076"/>
              <a:gd name="T31" fmla="*/ 594 h 862"/>
              <a:gd name="T32" fmla="*/ 753 w 1076"/>
              <a:gd name="T33" fmla="*/ 541 h 862"/>
              <a:gd name="T34" fmla="*/ 587 w 1076"/>
              <a:gd name="T35" fmla="*/ 573 h 862"/>
              <a:gd name="T36" fmla="*/ 558 w 1076"/>
              <a:gd name="T37" fmla="*/ 643 h 862"/>
              <a:gd name="T38" fmla="*/ 488 w 1076"/>
              <a:gd name="T39" fmla="*/ 615 h 862"/>
              <a:gd name="T40" fmla="*/ 517 w 1076"/>
              <a:gd name="T41" fmla="*/ 545 h 862"/>
              <a:gd name="T42" fmla="*/ 362 w 1076"/>
              <a:gd name="T43" fmla="*/ 556 h 862"/>
              <a:gd name="T44" fmla="*/ 362 w 1076"/>
              <a:gd name="T45" fmla="*/ 632 h 862"/>
              <a:gd name="T46" fmla="*/ 284 w 1076"/>
              <a:gd name="T47" fmla="*/ 632 h 862"/>
              <a:gd name="T48" fmla="*/ 284 w 1076"/>
              <a:gd name="T49" fmla="*/ 556 h 862"/>
              <a:gd name="T50" fmla="*/ 774 w 1076"/>
              <a:gd name="T51" fmla="*/ 329 h 862"/>
              <a:gd name="T52" fmla="*/ 802 w 1076"/>
              <a:gd name="T53" fmla="*/ 399 h 862"/>
              <a:gd name="T54" fmla="*/ 732 w 1076"/>
              <a:gd name="T55" fmla="*/ 429 h 862"/>
              <a:gd name="T56" fmla="*/ 704 w 1076"/>
              <a:gd name="T57" fmla="*/ 357 h 862"/>
              <a:gd name="T58" fmla="*/ 538 w 1076"/>
              <a:gd name="T59" fmla="*/ 325 h 862"/>
              <a:gd name="T60" fmla="*/ 592 w 1076"/>
              <a:gd name="T61" fmla="*/ 378 h 862"/>
              <a:gd name="T62" fmla="*/ 538 w 1076"/>
              <a:gd name="T63" fmla="*/ 433 h 862"/>
              <a:gd name="T64" fmla="*/ 485 w 1076"/>
              <a:gd name="T65" fmla="*/ 378 h 862"/>
              <a:gd name="T66" fmla="*/ 538 w 1076"/>
              <a:gd name="T67" fmla="*/ 325 h 862"/>
              <a:gd name="T68" fmla="*/ 373 w 1076"/>
              <a:gd name="T69" fmla="*/ 357 h 862"/>
              <a:gd name="T70" fmla="*/ 345 w 1076"/>
              <a:gd name="T71" fmla="*/ 429 h 862"/>
              <a:gd name="T72" fmla="*/ 273 w 1076"/>
              <a:gd name="T73" fmla="*/ 399 h 862"/>
              <a:gd name="T74" fmla="*/ 301 w 1076"/>
              <a:gd name="T75" fmla="*/ 329 h 862"/>
              <a:gd name="T76" fmla="*/ 632 w 1076"/>
              <a:gd name="T77" fmla="*/ 2 h 862"/>
              <a:gd name="T78" fmla="*/ 844 w 1076"/>
              <a:gd name="T79" fmla="*/ 30 h 862"/>
              <a:gd name="T80" fmla="*/ 935 w 1076"/>
              <a:gd name="T81" fmla="*/ 62 h 862"/>
              <a:gd name="T82" fmla="*/ 1044 w 1076"/>
              <a:gd name="T83" fmla="*/ 125 h 862"/>
              <a:gd name="T84" fmla="*/ 1075 w 1076"/>
              <a:gd name="T85" fmla="*/ 198 h 862"/>
              <a:gd name="T86" fmla="*/ 1063 w 1076"/>
              <a:gd name="T87" fmla="*/ 236 h 862"/>
              <a:gd name="T88" fmla="*/ 778 w 1076"/>
              <a:gd name="T89" fmla="*/ 183 h 862"/>
              <a:gd name="T90" fmla="*/ 802 w 1076"/>
              <a:gd name="T91" fmla="*/ 136 h 862"/>
              <a:gd name="T92" fmla="*/ 802 w 1076"/>
              <a:gd name="T93" fmla="*/ 132 h 862"/>
              <a:gd name="T94" fmla="*/ 708 w 1076"/>
              <a:gd name="T95" fmla="*/ 89 h 862"/>
              <a:gd name="T96" fmla="*/ 589 w 1076"/>
              <a:gd name="T97" fmla="*/ 72 h 862"/>
              <a:gd name="T98" fmla="*/ 475 w 1076"/>
              <a:gd name="T99" fmla="*/ 74 h 862"/>
              <a:gd name="T100" fmla="*/ 343 w 1076"/>
              <a:gd name="T101" fmla="*/ 102 h 862"/>
              <a:gd name="T102" fmla="*/ 282 w 1076"/>
              <a:gd name="T103" fmla="*/ 123 h 862"/>
              <a:gd name="T104" fmla="*/ 277 w 1076"/>
              <a:gd name="T105" fmla="*/ 127 h 862"/>
              <a:gd name="T106" fmla="*/ 280 w 1076"/>
              <a:gd name="T107" fmla="*/ 138 h 862"/>
              <a:gd name="T108" fmla="*/ 307 w 1076"/>
              <a:gd name="T109" fmla="*/ 191 h 862"/>
              <a:gd name="T110" fmla="*/ 12 w 1076"/>
              <a:gd name="T111" fmla="*/ 234 h 862"/>
              <a:gd name="T112" fmla="*/ 0 w 1076"/>
              <a:gd name="T113" fmla="*/ 181 h 862"/>
              <a:gd name="T114" fmla="*/ 57 w 1076"/>
              <a:gd name="T115" fmla="*/ 108 h 862"/>
              <a:gd name="T116" fmla="*/ 169 w 1076"/>
              <a:gd name="T117" fmla="*/ 53 h 862"/>
              <a:gd name="T118" fmla="*/ 330 w 1076"/>
              <a:gd name="T119" fmla="*/ 15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76" h="862">
                <a:moveTo>
                  <a:pt x="753" y="754"/>
                </a:moveTo>
                <a:lnTo>
                  <a:pt x="774" y="760"/>
                </a:lnTo>
                <a:lnTo>
                  <a:pt x="791" y="771"/>
                </a:lnTo>
                <a:lnTo>
                  <a:pt x="802" y="789"/>
                </a:lnTo>
                <a:lnTo>
                  <a:pt x="806" y="809"/>
                </a:lnTo>
                <a:lnTo>
                  <a:pt x="802" y="830"/>
                </a:lnTo>
                <a:lnTo>
                  <a:pt x="791" y="847"/>
                </a:lnTo>
                <a:lnTo>
                  <a:pt x="774" y="858"/>
                </a:lnTo>
                <a:lnTo>
                  <a:pt x="753" y="862"/>
                </a:lnTo>
                <a:lnTo>
                  <a:pt x="732" y="858"/>
                </a:lnTo>
                <a:lnTo>
                  <a:pt x="715" y="847"/>
                </a:lnTo>
                <a:lnTo>
                  <a:pt x="704" y="830"/>
                </a:lnTo>
                <a:lnTo>
                  <a:pt x="700" y="809"/>
                </a:lnTo>
                <a:lnTo>
                  <a:pt x="704" y="789"/>
                </a:lnTo>
                <a:lnTo>
                  <a:pt x="715" y="771"/>
                </a:lnTo>
                <a:lnTo>
                  <a:pt x="732" y="760"/>
                </a:lnTo>
                <a:lnTo>
                  <a:pt x="753" y="754"/>
                </a:lnTo>
                <a:close/>
                <a:moveTo>
                  <a:pt x="538" y="754"/>
                </a:moveTo>
                <a:lnTo>
                  <a:pt x="558" y="760"/>
                </a:lnTo>
                <a:lnTo>
                  <a:pt x="575" y="771"/>
                </a:lnTo>
                <a:lnTo>
                  <a:pt x="587" y="789"/>
                </a:lnTo>
                <a:lnTo>
                  <a:pt x="592" y="809"/>
                </a:lnTo>
                <a:lnTo>
                  <a:pt x="587" y="830"/>
                </a:lnTo>
                <a:lnTo>
                  <a:pt x="575" y="847"/>
                </a:lnTo>
                <a:lnTo>
                  <a:pt x="558" y="858"/>
                </a:lnTo>
                <a:lnTo>
                  <a:pt x="538" y="862"/>
                </a:lnTo>
                <a:lnTo>
                  <a:pt x="517" y="858"/>
                </a:lnTo>
                <a:lnTo>
                  <a:pt x="500" y="847"/>
                </a:lnTo>
                <a:lnTo>
                  <a:pt x="488" y="830"/>
                </a:lnTo>
                <a:lnTo>
                  <a:pt x="485" y="809"/>
                </a:lnTo>
                <a:lnTo>
                  <a:pt x="488" y="789"/>
                </a:lnTo>
                <a:lnTo>
                  <a:pt x="500" y="771"/>
                </a:lnTo>
                <a:lnTo>
                  <a:pt x="517" y="760"/>
                </a:lnTo>
                <a:lnTo>
                  <a:pt x="538" y="754"/>
                </a:lnTo>
                <a:close/>
                <a:moveTo>
                  <a:pt x="324" y="754"/>
                </a:moveTo>
                <a:lnTo>
                  <a:pt x="345" y="760"/>
                </a:lnTo>
                <a:lnTo>
                  <a:pt x="362" y="771"/>
                </a:lnTo>
                <a:lnTo>
                  <a:pt x="373" y="789"/>
                </a:lnTo>
                <a:lnTo>
                  <a:pt x="377" y="809"/>
                </a:lnTo>
                <a:lnTo>
                  <a:pt x="373" y="830"/>
                </a:lnTo>
                <a:lnTo>
                  <a:pt x="362" y="847"/>
                </a:lnTo>
                <a:lnTo>
                  <a:pt x="345" y="858"/>
                </a:lnTo>
                <a:lnTo>
                  <a:pt x="324" y="862"/>
                </a:lnTo>
                <a:lnTo>
                  <a:pt x="301" y="858"/>
                </a:lnTo>
                <a:lnTo>
                  <a:pt x="284" y="847"/>
                </a:lnTo>
                <a:lnTo>
                  <a:pt x="273" y="830"/>
                </a:lnTo>
                <a:lnTo>
                  <a:pt x="269" y="809"/>
                </a:lnTo>
                <a:lnTo>
                  <a:pt x="273" y="789"/>
                </a:lnTo>
                <a:lnTo>
                  <a:pt x="284" y="771"/>
                </a:lnTo>
                <a:lnTo>
                  <a:pt x="301" y="760"/>
                </a:lnTo>
                <a:lnTo>
                  <a:pt x="324" y="754"/>
                </a:lnTo>
                <a:close/>
                <a:moveTo>
                  <a:pt x="753" y="541"/>
                </a:moveTo>
                <a:lnTo>
                  <a:pt x="774" y="545"/>
                </a:lnTo>
                <a:lnTo>
                  <a:pt x="791" y="556"/>
                </a:lnTo>
                <a:lnTo>
                  <a:pt x="802" y="573"/>
                </a:lnTo>
                <a:lnTo>
                  <a:pt x="806" y="594"/>
                </a:lnTo>
                <a:lnTo>
                  <a:pt x="802" y="615"/>
                </a:lnTo>
                <a:lnTo>
                  <a:pt x="791" y="632"/>
                </a:lnTo>
                <a:lnTo>
                  <a:pt x="774" y="643"/>
                </a:lnTo>
                <a:lnTo>
                  <a:pt x="753" y="649"/>
                </a:lnTo>
                <a:lnTo>
                  <a:pt x="732" y="643"/>
                </a:lnTo>
                <a:lnTo>
                  <a:pt x="715" y="632"/>
                </a:lnTo>
                <a:lnTo>
                  <a:pt x="704" y="615"/>
                </a:lnTo>
                <a:lnTo>
                  <a:pt x="700" y="594"/>
                </a:lnTo>
                <a:lnTo>
                  <a:pt x="704" y="573"/>
                </a:lnTo>
                <a:lnTo>
                  <a:pt x="715" y="556"/>
                </a:lnTo>
                <a:lnTo>
                  <a:pt x="732" y="545"/>
                </a:lnTo>
                <a:lnTo>
                  <a:pt x="753" y="541"/>
                </a:lnTo>
                <a:close/>
                <a:moveTo>
                  <a:pt x="538" y="541"/>
                </a:moveTo>
                <a:lnTo>
                  <a:pt x="558" y="545"/>
                </a:lnTo>
                <a:lnTo>
                  <a:pt x="575" y="556"/>
                </a:lnTo>
                <a:lnTo>
                  <a:pt x="587" y="573"/>
                </a:lnTo>
                <a:lnTo>
                  <a:pt x="592" y="594"/>
                </a:lnTo>
                <a:lnTo>
                  <a:pt x="587" y="615"/>
                </a:lnTo>
                <a:lnTo>
                  <a:pt x="575" y="632"/>
                </a:lnTo>
                <a:lnTo>
                  <a:pt x="558" y="643"/>
                </a:lnTo>
                <a:lnTo>
                  <a:pt x="538" y="649"/>
                </a:lnTo>
                <a:lnTo>
                  <a:pt x="517" y="643"/>
                </a:lnTo>
                <a:lnTo>
                  <a:pt x="500" y="632"/>
                </a:lnTo>
                <a:lnTo>
                  <a:pt x="488" y="615"/>
                </a:lnTo>
                <a:lnTo>
                  <a:pt x="485" y="594"/>
                </a:lnTo>
                <a:lnTo>
                  <a:pt x="488" y="573"/>
                </a:lnTo>
                <a:lnTo>
                  <a:pt x="500" y="556"/>
                </a:lnTo>
                <a:lnTo>
                  <a:pt x="517" y="545"/>
                </a:lnTo>
                <a:lnTo>
                  <a:pt x="538" y="541"/>
                </a:lnTo>
                <a:close/>
                <a:moveTo>
                  <a:pt x="324" y="541"/>
                </a:moveTo>
                <a:lnTo>
                  <a:pt x="345" y="545"/>
                </a:lnTo>
                <a:lnTo>
                  <a:pt x="362" y="556"/>
                </a:lnTo>
                <a:lnTo>
                  <a:pt x="373" y="573"/>
                </a:lnTo>
                <a:lnTo>
                  <a:pt x="377" y="594"/>
                </a:lnTo>
                <a:lnTo>
                  <a:pt x="373" y="615"/>
                </a:lnTo>
                <a:lnTo>
                  <a:pt x="362" y="632"/>
                </a:lnTo>
                <a:lnTo>
                  <a:pt x="345" y="643"/>
                </a:lnTo>
                <a:lnTo>
                  <a:pt x="324" y="649"/>
                </a:lnTo>
                <a:lnTo>
                  <a:pt x="301" y="643"/>
                </a:lnTo>
                <a:lnTo>
                  <a:pt x="284" y="632"/>
                </a:lnTo>
                <a:lnTo>
                  <a:pt x="273" y="615"/>
                </a:lnTo>
                <a:lnTo>
                  <a:pt x="269" y="594"/>
                </a:lnTo>
                <a:lnTo>
                  <a:pt x="273" y="573"/>
                </a:lnTo>
                <a:lnTo>
                  <a:pt x="284" y="556"/>
                </a:lnTo>
                <a:lnTo>
                  <a:pt x="301" y="545"/>
                </a:lnTo>
                <a:lnTo>
                  <a:pt x="324" y="541"/>
                </a:lnTo>
                <a:close/>
                <a:moveTo>
                  <a:pt x="753" y="325"/>
                </a:moveTo>
                <a:lnTo>
                  <a:pt x="774" y="329"/>
                </a:lnTo>
                <a:lnTo>
                  <a:pt x="791" y="340"/>
                </a:lnTo>
                <a:lnTo>
                  <a:pt x="802" y="357"/>
                </a:lnTo>
                <a:lnTo>
                  <a:pt x="806" y="378"/>
                </a:lnTo>
                <a:lnTo>
                  <a:pt x="802" y="399"/>
                </a:lnTo>
                <a:lnTo>
                  <a:pt x="791" y="418"/>
                </a:lnTo>
                <a:lnTo>
                  <a:pt x="774" y="429"/>
                </a:lnTo>
                <a:lnTo>
                  <a:pt x="753" y="433"/>
                </a:lnTo>
                <a:lnTo>
                  <a:pt x="732" y="429"/>
                </a:lnTo>
                <a:lnTo>
                  <a:pt x="715" y="418"/>
                </a:lnTo>
                <a:lnTo>
                  <a:pt x="704" y="399"/>
                </a:lnTo>
                <a:lnTo>
                  <a:pt x="700" y="378"/>
                </a:lnTo>
                <a:lnTo>
                  <a:pt x="704" y="357"/>
                </a:lnTo>
                <a:lnTo>
                  <a:pt x="715" y="340"/>
                </a:lnTo>
                <a:lnTo>
                  <a:pt x="732" y="329"/>
                </a:lnTo>
                <a:lnTo>
                  <a:pt x="753" y="325"/>
                </a:lnTo>
                <a:close/>
                <a:moveTo>
                  <a:pt x="538" y="325"/>
                </a:moveTo>
                <a:lnTo>
                  <a:pt x="558" y="329"/>
                </a:lnTo>
                <a:lnTo>
                  <a:pt x="575" y="340"/>
                </a:lnTo>
                <a:lnTo>
                  <a:pt x="587" y="357"/>
                </a:lnTo>
                <a:lnTo>
                  <a:pt x="592" y="378"/>
                </a:lnTo>
                <a:lnTo>
                  <a:pt x="587" y="399"/>
                </a:lnTo>
                <a:lnTo>
                  <a:pt x="575" y="418"/>
                </a:lnTo>
                <a:lnTo>
                  <a:pt x="558" y="429"/>
                </a:lnTo>
                <a:lnTo>
                  <a:pt x="538" y="433"/>
                </a:lnTo>
                <a:lnTo>
                  <a:pt x="517" y="429"/>
                </a:lnTo>
                <a:lnTo>
                  <a:pt x="500" y="418"/>
                </a:lnTo>
                <a:lnTo>
                  <a:pt x="488" y="399"/>
                </a:lnTo>
                <a:lnTo>
                  <a:pt x="485" y="378"/>
                </a:lnTo>
                <a:lnTo>
                  <a:pt x="488" y="357"/>
                </a:lnTo>
                <a:lnTo>
                  <a:pt x="500" y="340"/>
                </a:lnTo>
                <a:lnTo>
                  <a:pt x="517" y="329"/>
                </a:lnTo>
                <a:lnTo>
                  <a:pt x="538" y="325"/>
                </a:lnTo>
                <a:close/>
                <a:moveTo>
                  <a:pt x="324" y="325"/>
                </a:moveTo>
                <a:lnTo>
                  <a:pt x="345" y="329"/>
                </a:lnTo>
                <a:lnTo>
                  <a:pt x="362" y="340"/>
                </a:lnTo>
                <a:lnTo>
                  <a:pt x="373" y="357"/>
                </a:lnTo>
                <a:lnTo>
                  <a:pt x="377" y="378"/>
                </a:lnTo>
                <a:lnTo>
                  <a:pt x="373" y="399"/>
                </a:lnTo>
                <a:lnTo>
                  <a:pt x="362" y="418"/>
                </a:lnTo>
                <a:lnTo>
                  <a:pt x="345" y="429"/>
                </a:lnTo>
                <a:lnTo>
                  <a:pt x="324" y="433"/>
                </a:lnTo>
                <a:lnTo>
                  <a:pt x="301" y="429"/>
                </a:lnTo>
                <a:lnTo>
                  <a:pt x="284" y="418"/>
                </a:lnTo>
                <a:lnTo>
                  <a:pt x="273" y="399"/>
                </a:lnTo>
                <a:lnTo>
                  <a:pt x="269" y="378"/>
                </a:lnTo>
                <a:lnTo>
                  <a:pt x="273" y="357"/>
                </a:lnTo>
                <a:lnTo>
                  <a:pt x="284" y="340"/>
                </a:lnTo>
                <a:lnTo>
                  <a:pt x="301" y="329"/>
                </a:lnTo>
                <a:lnTo>
                  <a:pt x="324" y="325"/>
                </a:lnTo>
                <a:close/>
                <a:moveTo>
                  <a:pt x="513" y="0"/>
                </a:moveTo>
                <a:lnTo>
                  <a:pt x="558" y="0"/>
                </a:lnTo>
                <a:lnTo>
                  <a:pt x="632" y="2"/>
                </a:lnTo>
                <a:lnTo>
                  <a:pt x="698" y="6"/>
                </a:lnTo>
                <a:lnTo>
                  <a:pt x="755" y="13"/>
                </a:lnTo>
                <a:lnTo>
                  <a:pt x="802" y="21"/>
                </a:lnTo>
                <a:lnTo>
                  <a:pt x="844" y="30"/>
                </a:lnTo>
                <a:lnTo>
                  <a:pt x="876" y="40"/>
                </a:lnTo>
                <a:lnTo>
                  <a:pt x="902" y="47"/>
                </a:lnTo>
                <a:lnTo>
                  <a:pt x="921" y="57"/>
                </a:lnTo>
                <a:lnTo>
                  <a:pt x="935" y="62"/>
                </a:lnTo>
                <a:lnTo>
                  <a:pt x="942" y="66"/>
                </a:lnTo>
                <a:lnTo>
                  <a:pt x="946" y="68"/>
                </a:lnTo>
                <a:lnTo>
                  <a:pt x="1020" y="108"/>
                </a:lnTo>
                <a:lnTo>
                  <a:pt x="1044" y="125"/>
                </a:lnTo>
                <a:lnTo>
                  <a:pt x="1061" y="144"/>
                </a:lnTo>
                <a:lnTo>
                  <a:pt x="1073" y="162"/>
                </a:lnTo>
                <a:lnTo>
                  <a:pt x="1076" y="181"/>
                </a:lnTo>
                <a:lnTo>
                  <a:pt x="1075" y="198"/>
                </a:lnTo>
                <a:lnTo>
                  <a:pt x="1073" y="214"/>
                </a:lnTo>
                <a:lnTo>
                  <a:pt x="1069" y="227"/>
                </a:lnTo>
                <a:lnTo>
                  <a:pt x="1065" y="234"/>
                </a:lnTo>
                <a:lnTo>
                  <a:pt x="1063" y="236"/>
                </a:lnTo>
                <a:lnTo>
                  <a:pt x="1016" y="325"/>
                </a:lnTo>
                <a:lnTo>
                  <a:pt x="770" y="195"/>
                </a:lnTo>
                <a:lnTo>
                  <a:pt x="772" y="193"/>
                </a:lnTo>
                <a:lnTo>
                  <a:pt x="778" y="183"/>
                </a:lnTo>
                <a:lnTo>
                  <a:pt x="785" y="172"/>
                </a:lnTo>
                <a:lnTo>
                  <a:pt x="793" y="157"/>
                </a:lnTo>
                <a:lnTo>
                  <a:pt x="800" y="140"/>
                </a:lnTo>
                <a:lnTo>
                  <a:pt x="802" y="136"/>
                </a:lnTo>
                <a:lnTo>
                  <a:pt x="804" y="134"/>
                </a:lnTo>
                <a:lnTo>
                  <a:pt x="804" y="132"/>
                </a:lnTo>
                <a:lnTo>
                  <a:pt x="804" y="132"/>
                </a:lnTo>
                <a:lnTo>
                  <a:pt x="802" y="132"/>
                </a:lnTo>
                <a:lnTo>
                  <a:pt x="798" y="130"/>
                </a:lnTo>
                <a:lnTo>
                  <a:pt x="772" y="113"/>
                </a:lnTo>
                <a:lnTo>
                  <a:pt x="742" y="100"/>
                </a:lnTo>
                <a:lnTo>
                  <a:pt x="708" y="89"/>
                </a:lnTo>
                <a:lnTo>
                  <a:pt x="674" y="81"/>
                </a:lnTo>
                <a:lnTo>
                  <a:pt x="642" y="77"/>
                </a:lnTo>
                <a:lnTo>
                  <a:pt x="611" y="74"/>
                </a:lnTo>
                <a:lnTo>
                  <a:pt x="589" y="72"/>
                </a:lnTo>
                <a:lnTo>
                  <a:pt x="573" y="72"/>
                </a:lnTo>
                <a:lnTo>
                  <a:pt x="568" y="72"/>
                </a:lnTo>
                <a:lnTo>
                  <a:pt x="513" y="72"/>
                </a:lnTo>
                <a:lnTo>
                  <a:pt x="475" y="74"/>
                </a:lnTo>
                <a:lnTo>
                  <a:pt x="439" y="79"/>
                </a:lnTo>
                <a:lnTo>
                  <a:pt x="403" y="85"/>
                </a:lnTo>
                <a:lnTo>
                  <a:pt x="371" y="93"/>
                </a:lnTo>
                <a:lnTo>
                  <a:pt x="343" y="102"/>
                </a:lnTo>
                <a:lnTo>
                  <a:pt x="318" y="110"/>
                </a:lnTo>
                <a:lnTo>
                  <a:pt x="299" y="115"/>
                </a:lnTo>
                <a:lnTo>
                  <a:pt x="286" y="121"/>
                </a:lnTo>
                <a:lnTo>
                  <a:pt x="282" y="123"/>
                </a:lnTo>
                <a:lnTo>
                  <a:pt x="280" y="123"/>
                </a:lnTo>
                <a:lnTo>
                  <a:pt x="278" y="125"/>
                </a:lnTo>
                <a:lnTo>
                  <a:pt x="277" y="125"/>
                </a:lnTo>
                <a:lnTo>
                  <a:pt x="277" y="127"/>
                </a:lnTo>
                <a:lnTo>
                  <a:pt x="275" y="127"/>
                </a:lnTo>
                <a:lnTo>
                  <a:pt x="277" y="128"/>
                </a:lnTo>
                <a:lnTo>
                  <a:pt x="277" y="132"/>
                </a:lnTo>
                <a:lnTo>
                  <a:pt x="280" y="138"/>
                </a:lnTo>
                <a:lnTo>
                  <a:pt x="286" y="151"/>
                </a:lnTo>
                <a:lnTo>
                  <a:pt x="294" y="166"/>
                </a:lnTo>
                <a:lnTo>
                  <a:pt x="301" y="180"/>
                </a:lnTo>
                <a:lnTo>
                  <a:pt x="307" y="191"/>
                </a:lnTo>
                <a:lnTo>
                  <a:pt x="311" y="195"/>
                </a:lnTo>
                <a:lnTo>
                  <a:pt x="55" y="325"/>
                </a:lnTo>
                <a:lnTo>
                  <a:pt x="12" y="236"/>
                </a:lnTo>
                <a:lnTo>
                  <a:pt x="12" y="234"/>
                </a:lnTo>
                <a:lnTo>
                  <a:pt x="8" y="227"/>
                </a:lnTo>
                <a:lnTo>
                  <a:pt x="4" y="214"/>
                </a:lnTo>
                <a:lnTo>
                  <a:pt x="0" y="198"/>
                </a:lnTo>
                <a:lnTo>
                  <a:pt x="0" y="181"/>
                </a:lnTo>
                <a:lnTo>
                  <a:pt x="4" y="162"/>
                </a:lnTo>
                <a:lnTo>
                  <a:pt x="14" y="144"/>
                </a:lnTo>
                <a:lnTo>
                  <a:pt x="31" y="125"/>
                </a:lnTo>
                <a:lnTo>
                  <a:pt x="57" y="108"/>
                </a:lnTo>
                <a:lnTo>
                  <a:pt x="129" y="68"/>
                </a:lnTo>
                <a:lnTo>
                  <a:pt x="135" y="66"/>
                </a:lnTo>
                <a:lnTo>
                  <a:pt x="148" y="60"/>
                </a:lnTo>
                <a:lnTo>
                  <a:pt x="169" y="53"/>
                </a:lnTo>
                <a:lnTo>
                  <a:pt x="199" y="45"/>
                </a:lnTo>
                <a:lnTo>
                  <a:pt x="235" y="34"/>
                </a:lnTo>
                <a:lnTo>
                  <a:pt x="278" y="24"/>
                </a:lnTo>
                <a:lnTo>
                  <a:pt x="330" y="15"/>
                </a:lnTo>
                <a:lnTo>
                  <a:pt x="386" y="7"/>
                </a:lnTo>
                <a:lnTo>
                  <a:pt x="447" y="2"/>
                </a:lnTo>
                <a:lnTo>
                  <a:pt x="51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Freeform 18"/>
          <p:cNvSpPr>
            <a:spLocks noChangeAspect="1" noEditPoints="1"/>
          </p:cNvSpPr>
          <p:nvPr/>
        </p:nvSpPr>
        <p:spPr bwMode="auto">
          <a:xfrm>
            <a:off x="4413000" y="4624513"/>
            <a:ext cx="1080000" cy="930168"/>
          </a:xfrm>
          <a:custGeom>
            <a:avLst/>
            <a:gdLst>
              <a:gd name="T0" fmla="*/ 828 w 1074"/>
              <a:gd name="T1" fmla="*/ 828 h 925"/>
              <a:gd name="T2" fmla="*/ 781 w 1074"/>
              <a:gd name="T3" fmla="*/ 921 h 925"/>
              <a:gd name="T4" fmla="*/ 688 w 1074"/>
              <a:gd name="T5" fmla="*/ 876 h 925"/>
              <a:gd name="T6" fmla="*/ 736 w 1074"/>
              <a:gd name="T7" fmla="*/ 783 h 925"/>
              <a:gd name="T8" fmla="*/ 596 w 1074"/>
              <a:gd name="T9" fmla="*/ 809 h 925"/>
              <a:gd name="T10" fmla="*/ 579 w 1074"/>
              <a:gd name="T11" fmla="*/ 911 h 925"/>
              <a:gd name="T12" fmla="*/ 476 w 1074"/>
              <a:gd name="T13" fmla="*/ 896 h 925"/>
              <a:gd name="T14" fmla="*/ 494 w 1074"/>
              <a:gd name="T15" fmla="*/ 792 h 925"/>
              <a:gd name="T16" fmla="*/ 357 w 1074"/>
              <a:gd name="T17" fmla="*/ 792 h 925"/>
              <a:gd name="T18" fmla="*/ 372 w 1074"/>
              <a:gd name="T19" fmla="*/ 896 h 925"/>
              <a:gd name="T20" fmla="*/ 270 w 1074"/>
              <a:gd name="T21" fmla="*/ 911 h 925"/>
              <a:gd name="T22" fmla="*/ 255 w 1074"/>
              <a:gd name="T23" fmla="*/ 809 h 925"/>
              <a:gd name="T24" fmla="*/ 781 w 1074"/>
              <a:gd name="T25" fmla="*/ 560 h 925"/>
              <a:gd name="T26" fmla="*/ 828 w 1074"/>
              <a:gd name="T27" fmla="*/ 652 h 925"/>
              <a:gd name="T28" fmla="*/ 736 w 1074"/>
              <a:gd name="T29" fmla="*/ 700 h 925"/>
              <a:gd name="T30" fmla="*/ 688 w 1074"/>
              <a:gd name="T31" fmla="*/ 607 h 925"/>
              <a:gd name="T32" fmla="*/ 535 w 1074"/>
              <a:gd name="T33" fmla="*/ 556 h 925"/>
              <a:gd name="T34" fmla="*/ 609 w 1074"/>
              <a:gd name="T35" fmla="*/ 630 h 925"/>
              <a:gd name="T36" fmla="*/ 535 w 1074"/>
              <a:gd name="T37" fmla="*/ 703 h 925"/>
              <a:gd name="T38" fmla="*/ 463 w 1074"/>
              <a:gd name="T39" fmla="*/ 630 h 925"/>
              <a:gd name="T40" fmla="*/ 535 w 1074"/>
              <a:gd name="T41" fmla="*/ 556 h 925"/>
              <a:gd name="T42" fmla="*/ 384 w 1074"/>
              <a:gd name="T43" fmla="*/ 607 h 925"/>
              <a:gd name="T44" fmla="*/ 337 w 1074"/>
              <a:gd name="T45" fmla="*/ 700 h 925"/>
              <a:gd name="T46" fmla="*/ 244 w 1074"/>
              <a:gd name="T47" fmla="*/ 652 h 925"/>
              <a:gd name="T48" fmla="*/ 291 w 1074"/>
              <a:gd name="T49" fmla="*/ 560 h 925"/>
              <a:gd name="T50" fmla="*/ 817 w 1074"/>
              <a:gd name="T51" fmla="*/ 365 h 925"/>
              <a:gd name="T52" fmla="*/ 802 w 1074"/>
              <a:gd name="T53" fmla="*/ 467 h 925"/>
              <a:gd name="T54" fmla="*/ 700 w 1074"/>
              <a:gd name="T55" fmla="*/ 450 h 925"/>
              <a:gd name="T56" fmla="*/ 715 w 1074"/>
              <a:gd name="T57" fmla="*/ 348 h 925"/>
              <a:gd name="T58" fmla="*/ 579 w 1074"/>
              <a:gd name="T59" fmla="*/ 348 h 925"/>
              <a:gd name="T60" fmla="*/ 596 w 1074"/>
              <a:gd name="T61" fmla="*/ 450 h 925"/>
              <a:gd name="T62" fmla="*/ 494 w 1074"/>
              <a:gd name="T63" fmla="*/ 467 h 925"/>
              <a:gd name="T64" fmla="*/ 476 w 1074"/>
              <a:gd name="T65" fmla="*/ 365 h 925"/>
              <a:gd name="T66" fmla="*/ 337 w 1074"/>
              <a:gd name="T67" fmla="*/ 338 h 925"/>
              <a:gd name="T68" fmla="*/ 384 w 1074"/>
              <a:gd name="T69" fmla="*/ 431 h 925"/>
              <a:gd name="T70" fmla="*/ 291 w 1074"/>
              <a:gd name="T71" fmla="*/ 476 h 925"/>
              <a:gd name="T72" fmla="*/ 244 w 1074"/>
              <a:gd name="T73" fmla="*/ 384 h 925"/>
              <a:gd name="T74" fmla="*/ 531 w 1074"/>
              <a:gd name="T75" fmla="*/ 0 h 925"/>
              <a:gd name="T76" fmla="*/ 792 w 1074"/>
              <a:gd name="T77" fmla="*/ 21 h 925"/>
              <a:gd name="T78" fmla="*/ 928 w 1074"/>
              <a:gd name="T79" fmla="*/ 64 h 925"/>
              <a:gd name="T80" fmla="*/ 1061 w 1074"/>
              <a:gd name="T81" fmla="*/ 149 h 925"/>
              <a:gd name="T82" fmla="*/ 1066 w 1074"/>
              <a:gd name="T83" fmla="*/ 234 h 925"/>
              <a:gd name="T84" fmla="*/ 762 w 1074"/>
              <a:gd name="T85" fmla="*/ 198 h 925"/>
              <a:gd name="T86" fmla="*/ 792 w 1074"/>
              <a:gd name="T87" fmla="*/ 140 h 925"/>
              <a:gd name="T88" fmla="*/ 788 w 1074"/>
              <a:gd name="T89" fmla="*/ 134 h 925"/>
              <a:gd name="T90" fmla="*/ 626 w 1074"/>
              <a:gd name="T91" fmla="*/ 79 h 925"/>
              <a:gd name="T92" fmla="*/ 531 w 1074"/>
              <a:gd name="T93" fmla="*/ 74 h 925"/>
              <a:gd name="T94" fmla="*/ 354 w 1074"/>
              <a:gd name="T95" fmla="*/ 104 h 925"/>
              <a:gd name="T96" fmla="*/ 291 w 1074"/>
              <a:gd name="T97" fmla="*/ 128 h 925"/>
              <a:gd name="T98" fmla="*/ 286 w 1074"/>
              <a:gd name="T99" fmla="*/ 134 h 925"/>
              <a:gd name="T100" fmla="*/ 308 w 1074"/>
              <a:gd name="T101" fmla="*/ 180 h 925"/>
              <a:gd name="T102" fmla="*/ 11 w 1074"/>
              <a:gd name="T103" fmla="*/ 246 h 925"/>
              <a:gd name="T104" fmla="*/ 0 w 1074"/>
              <a:gd name="T105" fmla="*/ 187 h 925"/>
              <a:gd name="T106" fmla="*/ 134 w 1074"/>
              <a:gd name="T107" fmla="*/ 70 h 925"/>
              <a:gd name="T108" fmla="*/ 244 w 1074"/>
              <a:gd name="T109" fmla="*/ 36 h 925"/>
              <a:gd name="T110" fmla="*/ 531 w 1074"/>
              <a:gd name="T111" fmla="*/ 0 h 9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74" h="925">
                <a:moveTo>
                  <a:pt x="758" y="779"/>
                </a:moveTo>
                <a:lnTo>
                  <a:pt x="781" y="783"/>
                </a:lnTo>
                <a:lnTo>
                  <a:pt x="802" y="792"/>
                </a:lnTo>
                <a:lnTo>
                  <a:pt x="817" y="809"/>
                </a:lnTo>
                <a:lnTo>
                  <a:pt x="828" y="828"/>
                </a:lnTo>
                <a:lnTo>
                  <a:pt x="832" y="853"/>
                </a:lnTo>
                <a:lnTo>
                  <a:pt x="828" y="876"/>
                </a:lnTo>
                <a:lnTo>
                  <a:pt x="817" y="896"/>
                </a:lnTo>
                <a:lnTo>
                  <a:pt x="802" y="911"/>
                </a:lnTo>
                <a:lnTo>
                  <a:pt x="781" y="921"/>
                </a:lnTo>
                <a:lnTo>
                  <a:pt x="758" y="925"/>
                </a:lnTo>
                <a:lnTo>
                  <a:pt x="736" y="921"/>
                </a:lnTo>
                <a:lnTo>
                  <a:pt x="715" y="911"/>
                </a:lnTo>
                <a:lnTo>
                  <a:pt x="700" y="896"/>
                </a:lnTo>
                <a:lnTo>
                  <a:pt x="688" y="876"/>
                </a:lnTo>
                <a:lnTo>
                  <a:pt x="684" y="853"/>
                </a:lnTo>
                <a:lnTo>
                  <a:pt x="688" y="828"/>
                </a:lnTo>
                <a:lnTo>
                  <a:pt x="700" y="809"/>
                </a:lnTo>
                <a:lnTo>
                  <a:pt x="715" y="792"/>
                </a:lnTo>
                <a:lnTo>
                  <a:pt x="736" y="783"/>
                </a:lnTo>
                <a:lnTo>
                  <a:pt x="758" y="779"/>
                </a:lnTo>
                <a:close/>
                <a:moveTo>
                  <a:pt x="535" y="779"/>
                </a:moveTo>
                <a:lnTo>
                  <a:pt x="560" y="783"/>
                </a:lnTo>
                <a:lnTo>
                  <a:pt x="579" y="792"/>
                </a:lnTo>
                <a:lnTo>
                  <a:pt x="596" y="809"/>
                </a:lnTo>
                <a:lnTo>
                  <a:pt x="605" y="828"/>
                </a:lnTo>
                <a:lnTo>
                  <a:pt x="609" y="853"/>
                </a:lnTo>
                <a:lnTo>
                  <a:pt x="605" y="876"/>
                </a:lnTo>
                <a:lnTo>
                  <a:pt x="596" y="896"/>
                </a:lnTo>
                <a:lnTo>
                  <a:pt x="579" y="911"/>
                </a:lnTo>
                <a:lnTo>
                  <a:pt x="560" y="921"/>
                </a:lnTo>
                <a:lnTo>
                  <a:pt x="535" y="925"/>
                </a:lnTo>
                <a:lnTo>
                  <a:pt x="512" y="921"/>
                </a:lnTo>
                <a:lnTo>
                  <a:pt x="494" y="911"/>
                </a:lnTo>
                <a:lnTo>
                  <a:pt x="476" y="896"/>
                </a:lnTo>
                <a:lnTo>
                  <a:pt x="467" y="876"/>
                </a:lnTo>
                <a:lnTo>
                  <a:pt x="463" y="853"/>
                </a:lnTo>
                <a:lnTo>
                  <a:pt x="467" y="828"/>
                </a:lnTo>
                <a:lnTo>
                  <a:pt x="476" y="809"/>
                </a:lnTo>
                <a:lnTo>
                  <a:pt x="494" y="792"/>
                </a:lnTo>
                <a:lnTo>
                  <a:pt x="512" y="783"/>
                </a:lnTo>
                <a:lnTo>
                  <a:pt x="535" y="779"/>
                </a:lnTo>
                <a:close/>
                <a:moveTo>
                  <a:pt x="314" y="779"/>
                </a:moveTo>
                <a:lnTo>
                  <a:pt x="337" y="783"/>
                </a:lnTo>
                <a:lnTo>
                  <a:pt x="357" y="792"/>
                </a:lnTo>
                <a:lnTo>
                  <a:pt x="372" y="809"/>
                </a:lnTo>
                <a:lnTo>
                  <a:pt x="384" y="828"/>
                </a:lnTo>
                <a:lnTo>
                  <a:pt x="388" y="853"/>
                </a:lnTo>
                <a:lnTo>
                  <a:pt x="384" y="876"/>
                </a:lnTo>
                <a:lnTo>
                  <a:pt x="372" y="896"/>
                </a:lnTo>
                <a:lnTo>
                  <a:pt x="357" y="911"/>
                </a:lnTo>
                <a:lnTo>
                  <a:pt x="337" y="921"/>
                </a:lnTo>
                <a:lnTo>
                  <a:pt x="314" y="925"/>
                </a:lnTo>
                <a:lnTo>
                  <a:pt x="291" y="921"/>
                </a:lnTo>
                <a:lnTo>
                  <a:pt x="270" y="911"/>
                </a:lnTo>
                <a:lnTo>
                  <a:pt x="255" y="896"/>
                </a:lnTo>
                <a:lnTo>
                  <a:pt x="244" y="876"/>
                </a:lnTo>
                <a:lnTo>
                  <a:pt x="240" y="853"/>
                </a:lnTo>
                <a:lnTo>
                  <a:pt x="244" y="828"/>
                </a:lnTo>
                <a:lnTo>
                  <a:pt x="255" y="809"/>
                </a:lnTo>
                <a:lnTo>
                  <a:pt x="270" y="792"/>
                </a:lnTo>
                <a:lnTo>
                  <a:pt x="291" y="783"/>
                </a:lnTo>
                <a:lnTo>
                  <a:pt x="314" y="779"/>
                </a:lnTo>
                <a:close/>
                <a:moveTo>
                  <a:pt x="758" y="556"/>
                </a:moveTo>
                <a:lnTo>
                  <a:pt x="781" y="560"/>
                </a:lnTo>
                <a:lnTo>
                  <a:pt x="802" y="571"/>
                </a:lnTo>
                <a:lnTo>
                  <a:pt x="817" y="586"/>
                </a:lnTo>
                <a:lnTo>
                  <a:pt x="828" y="607"/>
                </a:lnTo>
                <a:lnTo>
                  <a:pt x="832" y="630"/>
                </a:lnTo>
                <a:lnTo>
                  <a:pt x="828" y="652"/>
                </a:lnTo>
                <a:lnTo>
                  <a:pt x="817" y="673"/>
                </a:lnTo>
                <a:lnTo>
                  <a:pt x="802" y="688"/>
                </a:lnTo>
                <a:lnTo>
                  <a:pt x="781" y="700"/>
                </a:lnTo>
                <a:lnTo>
                  <a:pt x="758" y="703"/>
                </a:lnTo>
                <a:lnTo>
                  <a:pt x="736" y="700"/>
                </a:lnTo>
                <a:lnTo>
                  <a:pt x="715" y="688"/>
                </a:lnTo>
                <a:lnTo>
                  <a:pt x="700" y="673"/>
                </a:lnTo>
                <a:lnTo>
                  <a:pt x="688" y="652"/>
                </a:lnTo>
                <a:lnTo>
                  <a:pt x="684" y="630"/>
                </a:lnTo>
                <a:lnTo>
                  <a:pt x="688" y="607"/>
                </a:lnTo>
                <a:lnTo>
                  <a:pt x="700" y="586"/>
                </a:lnTo>
                <a:lnTo>
                  <a:pt x="715" y="571"/>
                </a:lnTo>
                <a:lnTo>
                  <a:pt x="736" y="560"/>
                </a:lnTo>
                <a:lnTo>
                  <a:pt x="758" y="556"/>
                </a:lnTo>
                <a:close/>
                <a:moveTo>
                  <a:pt x="535" y="556"/>
                </a:moveTo>
                <a:lnTo>
                  <a:pt x="560" y="560"/>
                </a:lnTo>
                <a:lnTo>
                  <a:pt x="579" y="571"/>
                </a:lnTo>
                <a:lnTo>
                  <a:pt x="596" y="586"/>
                </a:lnTo>
                <a:lnTo>
                  <a:pt x="605" y="607"/>
                </a:lnTo>
                <a:lnTo>
                  <a:pt x="609" y="630"/>
                </a:lnTo>
                <a:lnTo>
                  <a:pt x="605" y="652"/>
                </a:lnTo>
                <a:lnTo>
                  <a:pt x="596" y="673"/>
                </a:lnTo>
                <a:lnTo>
                  <a:pt x="579" y="688"/>
                </a:lnTo>
                <a:lnTo>
                  <a:pt x="560" y="700"/>
                </a:lnTo>
                <a:lnTo>
                  <a:pt x="535" y="703"/>
                </a:lnTo>
                <a:lnTo>
                  <a:pt x="512" y="700"/>
                </a:lnTo>
                <a:lnTo>
                  <a:pt x="494" y="688"/>
                </a:lnTo>
                <a:lnTo>
                  <a:pt x="476" y="673"/>
                </a:lnTo>
                <a:lnTo>
                  <a:pt x="467" y="652"/>
                </a:lnTo>
                <a:lnTo>
                  <a:pt x="463" y="630"/>
                </a:lnTo>
                <a:lnTo>
                  <a:pt x="467" y="607"/>
                </a:lnTo>
                <a:lnTo>
                  <a:pt x="476" y="586"/>
                </a:lnTo>
                <a:lnTo>
                  <a:pt x="494" y="571"/>
                </a:lnTo>
                <a:lnTo>
                  <a:pt x="512" y="560"/>
                </a:lnTo>
                <a:lnTo>
                  <a:pt x="535" y="556"/>
                </a:lnTo>
                <a:close/>
                <a:moveTo>
                  <a:pt x="314" y="556"/>
                </a:moveTo>
                <a:lnTo>
                  <a:pt x="337" y="560"/>
                </a:lnTo>
                <a:lnTo>
                  <a:pt x="357" y="571"/>
                </a:lnTo>
                <a:lnTo>
                  <a:pt x="372" y="586"/>
                </a:lnTo>
                <a:lnTo>
                  <a:pt x="384" y="607"/>
                </a:lnTo>
                <a:lnTo>
                  <a:pt x="388" y="630"/>
                </a:lnTo>
                <a:lnTo>
                  <a:pt x="384" y="652"/>
                </a:lnTo>
                <a:lnTo>
                  <a:pt x="372" y="673"/>
                </a:lnTo>
                <a:lnTo>
                  <a:pt x="357" y="688"/>
                </a:lnTo>
                <a:lnTo>
                  <a:pt x="337" y="700"/>
                </a:lnTo>
                <a:lnTo>
                  <a:pt x="314" y="703"/>
                </a:lnTo>
                <a:lnTo>
                  <a:pt x="291" y="700"/>
                </a:lnTo>
                <a:lnTo>
                  <a:pt x="270" y="688"/>
                </a:lnTo>
                <a:lnTo>
                  <a:pt x="255" y="673"/>
                </a:lnTo>
                <a:lnTo>
                  <a:pt x="244" y="652"/>
                </a:lnTo>
                <a:lnTo>
                  <a:pt x="240" y="630"/>
                </a:lnTo>
                <a:lnTo>
                  <a:pt x="244" y="607"/>
                </a:lnTo>
                <a:lnTo>
                  <a:pt x="255" y="586"/>
                </a:lnTo>
                <a:lnTo>
                  <a:pt x="270" y="571"/>
                </a:lnTo>
                <a:lnTo>
                  <a:pt x="291" y="560"/>
                </a:lnTo>
                <a:lnTo>
                  <a:pt x="314" y="556"/>
                </a:lnTo>
                <a:close/>
                <a:moveTo>
                  <a:pt x="758" y="335"/>
                </a:moveTo>
                <a:lnTo>
                  <a:pt x="781" y="338"/>
                </a:lnTo>
                <a:lnTo>
                  <a:pt x="802" y="348"/>
                </a:lnTo>
                <a:lnTo>
                  <a:pt x="817" y="365"/>
                </a:lnTo>
                <a:lnTo>
                  <a:pt x="828" y="384"/>
                </a:lnTo>
                <a:lnTo>
                  <a:pt x="832" y="406"/>
                </a:lnTo>
                <a:lnTo>
                  <a:pt x="828" y="431"/>
                </a:lnTo>
                <a:lnTo>
                  <a:pt x="817" y="450"/>
                </a:lnTo>
                <a:lnTo>
                  <a:pt x="802" y="467"/>
                </a:lnTo>
                <a:lnTo>
                  <a:pt x="781" y="476"/>
                </a:lnTo>
                <a:lnTo>
                  <a:pt x="758" y="480"/>
                </a:lnTo>
                <a:lnTo>
                  <a:pt x="736" y="476"/>
                </a:lnTo>
                <a:lnTo>
                  <a:pt x="715" y="467"/>
                </a:lnTo>
                <a:lnTo>
                  <a:pt x="700" y="450"/>
                </a:lnTo>
                <a:lnTo>
                  <a:pt x="688" y="431"/>
                </a:lnTo>
                <a:lnTo>
                  <a:pt x="684" y="406"/>
                </a:lnTo>
                <a:lnTo>
                  <a:pt x="688" y="384"/>
                </a:lnTo>
                <a:lnTo>
                  <a:pt x="700" y="365"/>
                </a:lnTo>
                <a:lnTo>
                  <a:pt x="715" y="348"/>
                </a:lnTo>
                <a:lnTo>
                  <a:pt x="736" y="338"/>
                </a:lnTo>
                <a:lnTo>
                  <a:pt x="758" y="335"/>
                </a:lnTo>
                <a:close/>
                <a:moveTo>
                  <a:pt x="535" y="335"/>
                </a:moveTo>
                <a:lnTo>
                  <a:pt x="560" y="338"/>
                </a:lnTo>
                <a:lnTo>
                  <a:pt x="579" y="348"/>
                </a:lnTo>
                <a:lnTo>
                  <a:pt x="596" y="365"/>
                </a:lnTo>
                <a:lnTo>
                  <a:pt x="605" y="384"/>
                </a:lnTo>
                <a:lnTo>
                  <a:pt x="609" y="406"/>
                </a:lnTo>
                <a:lnTo>
                  <a:pt x="605" y="431"/>
                </a:lnTo>
                <a:lnTo>
                  <a:pt x="596" y="450"/>
                </a:lnTo>
                <a:lnTo>
                  <a:pt x="579" y="467"/>
                </a:lnTo>
                <a:lnTo>
                  <a:pt x="560" y="476"/>
                </a:lnTo>
                <a:lnTo>
                  <a:pt x="535" y="480"/>
                </a:lnTo>
                <a:lnTo>
                  <a:pt x="512" y="476"/>
                </a:lnTo>
                <a:lnTo>
                  <a:pt x="494" y="467"/>
                </a:lnTo>
                <a:lnTo>
                  <a:pt x="476" y="450"/>
                </a:lnTo>
                <a:lnTo>
                  <a:pt x="467" y="431"/>
                </a:lnTo>
                <a:lnTo>
                  <a:pt x="463" y="406"/>
                </a:lnTo>
                <a:lnTo>
                  <a:pt x="467" y="384"/>
                </a:lnTo>
                <a:lnTo>
                  <a:pt x="476" y="365"/>
                </a:lnTo>
                <a:lnTo>
                  <a:pt x="494" y="348"/>
                </a:lnTo>
                <a:lnTo>
                  <a:pt x="512" y="338"/>
                </a:lnTo>
                <a:lnTo>
                  <a:pt x="535" y="335"/>
                </a:lnTo>
                <a:close/>
                <a:moveTo>
                  <a:pt x="314" y="335"/>
                </a:moveTo>
                <a:lnTo>
                  <a:pt x="337" y="338"/>
                </a:lnTo>
                <a:lnTo>
                  <a:pt x="357" y="348"/>
                </a:lnTo>
                <a:lnTo>
                  <a:pt x="372" y="365"/>
                </a:lnTo>
                <a:lnTo>
                  <a:pt x="384" y="384"/>
                </a:lnTo>
                <a:lnTo>
                  <a:pt x="388" y="406"/>
                </a:lnTo>
                <a:lnTo>
                  <a:pt x="384" y="431"/>
                </a:lnTo>
                <a:lnTo>
                  <a:pt x="372" y="450"/>
                </a:lnTo>
                <a:lnTo>
                  <a:pt x="357" y="467"/>
                </a:lnTo>
                <a:lnTo>
                  <a:pt x="337" y="476"/>
                </a:lnTo>
                <a:lnTo>
                  <a:pt x="314" y="480"/>
                </a:lnTo>
                <a:lnTo>
                  <a:pt x="291" y="476"/>
                </a:lnTo>
                <a:lnTo>
                  <a:pt x="270" y="467"/>
                </a:lnTo>
                <a:lnTo>
                  <a:pt x="255" y="450"/>
                </a:lnTo>
                <a:lnTo>
                  <a:pt x="244" y="431"/>
                </a:lnTo>
                <a:lnTo>
                  <a:pt x="240" y="406"/>
                </a:lnTo>
                <a:lnTo>
                  <a:pt x="244" y="384"/>
                </a:lnTo>
                <a:lnTo>
                  <a:pt x="255" y="365"/>
                </a:lnTo>
                <a:lnTo>
                  <a:pt x="270" y="348"/>
                </a:lnTo>
                <a:lnTo>
                  <a:pt x="291" y="338"/>
                </a:lnTo>
                <a:lnTo>
                  <a:pt x="314" y="335"/>
                </a:lnTo>
                <a:close/>
                <a:moveTo>
                  <a:pt x="531" y="0"/>
                </a:moveTo>
                <a:lnTo>
                  <a:pt x="539" y="0"/>
                </a:lnTo>
                <a:lnTo>
                  <a:pt x="616" y="2"/>
                </a:lnTo>
                <a:lnTo>
                  <a:pt x="684" y="7"/>
                </a:lnTo>
                <a:lnTo>
                  <a:pt x="743" y="13"/>
                </a:lnTo>
                <a:lnTo>
                  <a:pt x="792" y="21"/>
                </a:lnTo>
                <a:lnTo>
                  <a:pt x="834" y="30"/>
                </a:lnTo>
                <a:lnTo>
                  <a:pt x="868" y="40"/>
                </a:lnTo>
                <a:lnTo>
                  <a:pt x="894" y="49"/>
                </a:lnTo>
                <a:lnTo>
                  <a:pt x="915" y="58"/>
                </a:lnTo>
                <a:lnTo>
                  <a:pt x="928" y="64"/>
                </a:lnTo>
                <a:lnTo>
                  <a:pt x="938" y="68"/>
                </a:lnTo>
                <a:lnTo>
                  <a:pt x="940" y="70"/>
                </a:lnTo>
                <a:lnTo>
                  <a:pt x="1017" y="111"/>
                </a:lnTo>
                <a:lnTo>
                  <a:pt x="1044" y="130"/>
                </a:lnTo>
                <a:lnTo>
                  <a:pt x="1061" y="149"/>
                </a:lnTo>
                <a:lnTo>
                  <a:pt x="1070" y="168"/>
                </a:lnTo>
                <a:lnTo>
                  <a:pt x="1074" y="187"/>
                </a:lnTo>
                <a:lnTo>
                  <a:pt x="1074" y="206"/>
                </a:lnTo>
                <a:lnTo>
                  <a:pt x="1072" y="221"/>
                </a:lnTo>
                <a:lnTo>
                  <a:pt x="1066" y="234"/>
                </a:lnTo>
                <a:lnTo>
                  <a:pt x="1063" y="242"/>
                </a:lnTo>
                <a:lnTo>
                  <a:pt x="1063" y="246"/>
                </a:lnTo>
                <a:lnTo>
                  <a:pt x="1014" y="336"/>
                </a:lnTo>
                <a:lnTo>
                  <a:pt x="758" y="202"/>
                </a:lnTo>
                <a:lnTo>
                  <a:pt x="762" y="198"/>
                </a:lnTo>
                <a:lnTo>
                  <a:pt x="766" y="191"/>
                </a:lnTo>
                <a:lnTo>
                  <a:pt x="773" y="178"/>
                </a:lnTo>
                <a:lnTo>
                  <a:pt x="783" y="162"/>
                </a:lnTo>
                <a:lnTo>
                  <a:pt x="790" y="144"/>
                </a:lnTo>
                <a:lnTo>
                  <a:pt x="792" y="140"/>
                </a:lnTo>
                <a:lnTo>
                  <a:pt x="794" y="138"/>
                </a:lnTo>
                <a:lnTo>
                  <a:pt x="794" y="136"/>
                </a:lnTo>
                <a:lnTo>
                  <a:pt x="792" y="138"/>
                </a:lnTo>
                <a:lnTo>
                  <a:pt x="790" y="136"/>
                </a:lnTo>
                <a:lnTo>
                  <a:pt x="788" y="134"/>
                </a:lnTo>
                <a:lnTo>
                  <a:pt x="762" y="117"/>
                </a:lnTo>
                <a:lnTo>
                  <a:pt x="730" y="102"/>
                </a:lnTo>
                <a:lnTo>
                  <a:pt x="694" y="93"/>
                </a:lnTo>
                <a:lnTo>
                  <a:pt x="660" y="85"/>
                </a:lnTo>
                <a:lnTo>
                  <a:pt x="626" y="79"/>
                </a:lnTo>
                <a:lnTo>
                  <a:pt x="596" y="75"/>
                </a:lnTo>
                <a:lnTo>
                  <a:pt x="571" y="74"/>
                </a:lnTo>
                <a:lnTo>
                  <a:pt x="554" y="74"/>
                </a:lnTo>
                <a:lnTo>
                  <a:pt x="548" y="74"/>
                </a:lnTo>
                <a:lnTo>
                  <a:pt x="531" y="74"/>
                </a:lnTo>
                <a:lnTo>
                  <a:pt x="492" y="75"/>
                </a:lnTo>
                <a:lnTo>
                  <a:pt x="454" y="79"/>
                </a:lnTo>
                <a:lnTo>
                  <a:pt x="418" y="87"/>
                </a:lnTo>
                <a:lnTo>
                  <a:pt x="384" y="96"/>
                </a:lnTo>
                <a:lnTo>
                  <a:pt x="354" y="104"/>
                </a:lnTo>
                <a:lnTo>
                  <a:pt x="329" y="113"/>
                </a:lnTo>
                <a:lnTo>
                  <a:pt x="310" y="119"/>
                </a:lnTo>
                <a:lnTo>
                  <a:pt x="297" y="125"/>
                </a:lnTo>
                <a:lnTo>
                  <a:pt x="293" y="127"/>
                </a:lnTo>
                <a:lnTo>
                  <a:pt x="291" y="128"/>
                </a:lnTo>
                <a:lnTo>
                  <a:pt x="289" y="128"/>
                </a:lnTo>
                <a:lnTo>
                  <a:pt x="287" y="128"/>
                </a:lnTo>
                <a:lnTo>
                  <a:pt x="286" y="130"/>
                </a:lnTo>
                <a:lnTo>
                  <a:pt x="286" y="132"/>
                </a:lnTo>
                <a:lnTo>
                  <a:pt x="286" y="134"/>
                </a:lnTo>
                <a:lnTo>
                  <a:pt x="287" y="138"/>
                </a:lnTo>
                <a:lnTo>
                  <a:pt x="289" y="142"/>
                </a:lnTo>
                <a:lnTo>
                  <a:pt x="295" y="153"/>
                </a:lnTo>
                <a:lnTo>
                  <a:pt x="301" y="166"/>
                </a:lnTo>
                <a:lnTo>
                  <a:pt x="308" y="180"/>
                </a:lnTo>
                <a:lnTo>
                  <a:pt x="314" y="191"/>
                </a:lnTo>
                <a:lnTo>
                  <a:pt x="320" y="198"/>
                </a:lnTo>
                <a:lnTo>
                  <a:pt x="321" y="202"/>
                </a:lnTo>
                <a:lnTo>
                  <a:pt x="57" y="336"/>
                </a:lnTo>
                <a:lnTo>
                  <a:pt x="11" y="246"/>
                </a:lnTo>
                <a:lnTo>
                  <a:pt x="11" y="242"/>
                </a:lnTo>
                <a:lnTo>
                  <a:pt x="8" y="234"/>
                </a:lnTo>
                <a:lnTo>
                  <a:pt x="2" y="221"/>
                </a:lnTo>
                <a:lnTo>
                  <a:pt x="0" y="206"/>
                </a:lnTo>
                <a:lnTo>
                  <a:pt x="0" y="187"/>
                </a:lnTo>
                <a:lnTo>
                  <a:pt x="4" y="168"/>
                </a:lnTo>
                <a:lnTo>
                  <a:pt x="13" y="149"/>
                </a:lnTo>
                <a:lnTo>
                  <a:pt x="30" y="130"/>
                </a:lnTo>
                <a:lnTo>
                  <a:pt x="57" y="111"/>
                </a:lnTo>
                <a:lnTo>
                  <a:pt x="134" y="70"/>
                </a:lnTo>
                <a:lnTo>
                  <a:pt x="140" y="68"/>
                </a:lnTo>
                <a:lnTo>
                  <a:pt x="153" y="64"/>
                </a:lnTo>
                <a:lnTo>
                  <a:pt x="176" y="55"/>
                </a:lnTo>
                <a:lnTo>
                  <a:pt x="206" y="45"/>
                </a:lnTo>
                <a:lnTo>
                  <a:pt x="244" y="36"/>
                </a:lnTo>
                <a:lnTo>
                  <a:pt x="289" y="24"/>
                </a:lnTo>
                <a:lnTo>
                  <a:pt x="340" y="15"/>
                </a:lnTo>
                <a:lnTo>
                  <a:pt x="399" y="7"/>
                </a:lnTo>
                <a:lnTo>
                  <a:pt x="463" y="2"/>
                </a:lnTo>
                <a:lnTo>
                  <a:pt x="53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0" name="Freeform 19"/>
          <p:cNvSpPr>
            <a:spLocks noChangeAspect="1" noEditPoints="1"/>
          </p:cNvSpPr>
          <p:nvPr/>
        </p:nvSpPr>
        <p:spPr bwMode="auto">
          <a:xfrm>
            <a:off x="6073259" y="4545124"/>
            <a:ext cx="1075985" cy="1080000"/>
          </a:xfrm>
          <a:custGeom>
            <a:avLst/>
            <a:gdLst>
              <a:gd name="T0" fmla="*/ 1072 w 1072"/>
              <a:gd name="T1" fmla="*/ 732 h 1076"/>
              <a:gd name="T2" fmla="*/ 756 w 1072"/>
              <a:gd name="T3" fmla="*/ 683 h 1076"/>
              <a:gd name="T4" fmla="*/ 206 w 1072"/>
              <a:gd name="T5" fmla="*/ 43 h 1076"/>
              <a:gd name="T6" fmla="*/ 357 w 1072"/>
              <a:gd name="T7" fmla="*/ 331 h 1076"/>
              <a:gd name="T8" fmla="*/ 334 w 1072"/>
              <a:gd name="T9" fmla="*/ 340 h 1076"/>
              <a:gd name="T10" fmla="*/ 313 w 1072"/>
              <a:gd name="T11" fmla="*/ 348 h 1076"/>
              <a:gd name="T12" fmla="*/ 306 w 1072"/>
              <a:gd name="T13" fmla="*/ 352 h 1076"/>
              <a:gd name="T14" fmla="*/ 304 w 1072"/>
              <a:gd name="T15" fmla="*/ 352 h 1076"/>
              <a:gd name="T16" fmla="*/ 304 w 1072"/>
              <a:gd name="T17" fmla="*/ 352 h 1076"/>
              <a:gd name="T18" fmla="*/ 306 w 1072"/>
              <a:gd name="T19" fmla="*/ 352 h 1076"/>
              <a:gd name="T20" fmla="*/ 308 w 1072"/>
              <a:gd name="T21" fmla="*/ 357 h 1076"/>
              <a:gd name="T22" fmla="*/ 321 w 1072"/>
              <a:gd name="T23" fmla="*/ 414 h 1076"/>
              <a:gd name="T24" fmla="*/ 349 w 1072"/>
              <a:gd name="T25" fmla="*/ 473 h 1076"/>
              <a:gd name="T26" fmla="*/ 382 w 1072"/>
              <a:gd name="T27" fmla="*/ 528 h 1076"/>
              <a:gd name="T28" fmla="*/ 410 w 1072"/>
              <a:gd name="T29" fmla="*/ 569 h 1076"/>
              <a:gd name="T30" fmla="*/ 429 w 1072"/>
              <a:gd name="T31" fmla="*/ 592 h 1076"/>
              <a:gd name="T32" fmla="*/ 476 w 1072"/>
              <a:gd name="T33" fmla="*/ 639 h 1076"/>
              <a:gd name="T34" fmla="*/ 540 w 1072"/>
              <a:gd name="T35" fmla="*/ 692 h 1076"/>
              <a:gd name="T36" fmla="*/ 610 w 1072"/>
              <a:gd name="T37" fmla="*/ 732 h 1076"/>
              <a:gd name="T38" fmla="*/ 671 w 1072"/>
              <a:gd name="T39" fmla="*/ 760 h 1076"/>
              <a:gd name="T40" fmla="*/ 707 w 1072"/>
              <a:gd name="T41" fmla="*/ 773 h 1076"/>
              <a:gd name="T42" fmla="*/ 714 w 1072"/>
              <a:gd name="T43" fmla="*/ 775 h 1076"/>
              <a:gd name="T44" fmla="*/ 720 w 1072"/>
              <a:gd name="T45" fmla="*/ 777 h 1076"/>
              <a:gd name="T46" fmla="*/ 724 w 1072"/>
              <a:gd name="T47" fmla="*/ 775 h 1076"/>
              <a:gd name="T48" fmla="*/ 728 w 1072"/>
              <a:gd name="T49" fmla="*/ 766 h 1076"/>
              <a:gd name="T50" fmla="*/ 731 w 1072"/>
              <a:gd name="T51" fmla="*/ 749 h 1076"/>
              <a:gd name="T52" fmla="*/ 735 w 1072"/>
              <a:gd name="T53" fmla="*/ 730 h 1076"/>
              <a:gd name="T54" fmla="*/ 1038 w 1072"/>
              <a:gd name="T55" fmla="*/ 834 h 1076"/>
              <a:gd name="T56" fmla="*/ 1019 w 1072"/>
              <a:gd name="T57" fmla="*/ 906 h 1076"/>
              <a:gd name="T58" fmla="*/ 1007 w 1072"/>
              <a:gd name="T59" fmla="*/ 934 h 1076"/>
              <a:gd name="T60" fmla="*/ 987 w 1072"/>
              <a:gd name="T61" fmla="*/ 978 h 1076"/>
              <a:gd name="T62" fmla="*/ 954 w 1072"/>
              <a:gd name="T63" fmla="*/ 1025 h 1076"/>
              <a:gd name="T64" fmla="*/ 909 w 1072"/>
              <a:gd name="T65" fmla="*/ 1063 h 1076"/>
              <a:gd name="T66" fmla="*/ 852 w 1072"/>
              <a:gd name="T67" fmla="*/ 1076 h 1076"/>
              <a:gd name="T68" fmla="*/ 728 w 1072"/>
              <a:gd name="T69" fmla="*/ 1029 h 1076"/>
              <a:gd name="T70" fmla="*/ 711 w 1072"/>
              <a:gd name="T71" fmla="*/ 1017 h 1076"/>
              <a:gd name="T72" fmla="*/ 667 w 1072"/>
              <a:gd name="T73" fmla="*/ 987 h 1076"/>
              <a:gd name="T74" fmla="*/ 599 w 1072"/>
              <a:gd name="T75" fmla="*/ 938 h 1076"/>
              <a:gd name="T76" fmla="*/ 516 w 1072"/>
              <a:gd name="T77" fmla="*/ 872 h 1076"/>
              <a:gd name="T78" fmla="*/ 421 w 1072"/>
              <a:gd name="T79" fmla="*/ 790 h 1076"/>
              <a:gd name="T80" fmla="*/ 321 w 1072"/>
              <a:gd name="T81" fmla="*/ 694 h 1076"/>
              <a:gd name="T82" fmla="*/ 219 w 1072"/>
              <a:gd name="T83" fmla="*/ 586 h 1076"/>
              <a:gd name="T84" fmla="*/ 124 w 1072"/>
              <a:gd name="T85" fmla="*/ 467 h 1076"/>
              <a:gd name="T86" fmla="*/ 41 w 1072"/>
              <a:gd name="T87" fmla="*/ 338 h 1076"/>
              <a:gd name="T88" fmla="*/ 0 w 1072"/>
              <a:gd name="T89" fmla="*/ 197 h 1076"/>
              <a:gd name="T90" fmla="*/ 11 w 1072"/>
              <a:gd name="T91" fmla="*/ 144 h 1076"/>
              <a:gd name="T92" fmla="*/ 45 w 1072"/>
              <a:gd name="T93" fmla="*/ 106 h 1076"/>
              <a:gd name="T94" fmla="*/ 87 w 1072"/>
              <a:gd name="T95" fmla="*/ 81 h 1076"/>
              <a:gd name="T96" fmla="*/ 130 w 1072"/>
              <a:gd name="T97" fmla="*/ 66 h 1076"/>
              <a:gd name="T98" fmla="*/ 164 w 1072"/>
              <a:gd name="T99" fmla="*/ 58 h 1076"/>
              <a:gd name="T100" fmla="*/ 177 w 1072"/>
              <a:gd name="T101" fmla="*/ 57 h 1076"/>
              <a:gd name="T102" fmla="*/ 300 w 1072"/>
              <a:gd name="T103" fmla="*/ 0 h 1076"/>
              <a:gd name="T104" fmla="*/ 402 w 1072"/>
              <a:gd name="T105" fmla="*/ 312 h 1076"/>
              <a:gd name="T106" fmla="*/ 300 w 1072"/>
              <a:gd name="T107" fmla="*/ 0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72" h="1076">
                <a:moveTo>
                  <a:pt x="775" y="628"/>
                </a:moveTo>
                <a:lnTo>
                  <a:pt x="1072" y="732"/>
                </a:lnTo>
                <a:lnTo>
                  <a:pt x="1055" y="789"/>
                </a:lnTo>
                <a:lnTo>
                  <a:pt x="756" y="683"/>
                </a:lnTo>
                <a:lnTo>
                  <a:pt x="775" y="628"/>
                </a:lnTo>
                <a:close/>
                <a:moveTo>
                  <a:pt x="206" y="43"/>
                </a:moveTo>
                <a:lnTo>
                  <a:pt x="361" y="329"/>
                </a:lnTo>
                <a:lnTo>
                  <a:pt x="357" y="331"/>
                </a:lnTo>
                <a:lnTo>
                  <a:pt x="348" y="335"/>
                </a:lnTo>
                <a:lnTo>
                  <a:pt x="334" y="340"/>
                </a:lnTo>
                <a:lnTo>
                  <a:pt x="323" y="344"/>
                </a:lnTo>
                <a:lnTo>
                  <a:pt x="313" y="348"/>
                </a:lnTo>
                <a:lnTo>
                  <a:pt x="310" y="350"/>
                </a:lnTo>
                <a:lnTo>
                  <a:pt x="306" y="352"/>
                </a:lnTo>
                <a:lnTo>
                  <a:pt x="304" y="352"/>
                </a:lnTo>
                <a:lnTo>
                  <a:pt x="304" y="352"/>
                </a:lnTo>
                <a:lnTo>
                  <a:pt x="304" y="352"/>
                </a:lnTo>
                <a:lnTo>
                  <a:pt x="304" y="352"/>
                </a:lnTo>
                <a:lnTo>
                  <a:pt x="304" y="352"/>
                </a:lnTo>
                <a:lnTo>
                  <a:pt x="306" y="352"/>
                </a:lnTo>
                <a:lnTo>
                  <a:pt x="306" y="354"/>
                </a:lnTo>
                <a:lnTo>
                  <a:pt x="308" y="357"/>
                </a:lnTo>
                <a:lnTo>
                  <a:pt x="312" y="386"/>
                </a:lnTo>
                <a:lnTo>
                  <a:pt x="321" y="414"/>
                </a:lnTo>
                <a:lnTo>
                  <a:pt x="334" y="444"/>
                </a:lnTo>
                <a:lnTo>
                  <a:pt x="349" y="473"/>
                </a:lnTo>
                <a:lnTo>
                  <a:pt x="365" y="501"/>
                </a:lnTo>
                <a:lnTo>
                  <a:pt x="382" y="528"/>
                </a:lnTo>
                <a:lnTo>
                  <a:pt x="397" y="550"/>
                </a:lnTo>
                <a:lnTo>
                  <a:pt x="410" y="569"/>
                </a:lnTo>
                <a:lnTo>
                  <a:pt x="421" y="582"/>
                </a:lnTo>
                <a:lnTo>
                  <a:pt x="429" y="592"/>
                </a:lnTo>
                <a:lnTo>
                  <a:pt x="433" y="596"/>
                </a:lnTo>
                <a:lnTo>
                  <a:pt x="476" y="639"/>
                </a:lnTo>
                <a:lnTo>
                  <a:pt x="506" y="667"/>
                </a:lnTo>
                <a:lnTo>
                  <a:pt x="540" y="692"/>
                </a:lnTo>
                <a:lnTo>
                  <a:pt x="576" y="713"/>
                </a:lnTo>
                <a:lnTo>
                  <a:pt x="610" y="732"/>
                </a:lnTo>
                <a:lnTo>
                  <a:pt x="642" y="747"/>
                </a:lnTo>
                <a:lnTo>
                  <a:pt x="671" y="760"/>
                </a:lnTo>
                <a:lnTo>
                  <a:pt x="694" y="768"/>
                </a:lnTo>
                <a:lnTo>
                  <a:pt x="707" y="773"/>
                </a:lnTo>
                <a:lnTo>
                  <a:pt x="712" y="775"/>
                </a:lnTo>
                <a:lnTo>
                  <a:pt x="714" y="775"/>
                </a:lnTo>
                <a:lnTo>
                  <a:pt x="718" y="777"/>
                </a:lnTo>
                <a:lnTo>
                  <a:pt x="720" y="777"/>
                </a:lnTo>
                <a:lnTo>
                  <a:pt x="722" y="777"/>
                </a:lnTo>
                <a:lnTo>
                  <a:pt x="724" y="775"/>
                </a:lnTo>
                <a:lnTo>
                  <a:pt x="724" y="771"/>
                </a:lnTo>
                <a:lnTo>
                  <a:pt x="728" y="766"/>
                </a:lnTo>
                <a:lnTo>
                  <a:pt x="729" y="760"/>
                </a:lnTo>
                <a:lnTo>
                  <a:pt x="731" y="749"/>
                </a:lnTo>
                <a:lnTo>
                  <a:pt x="733" y="737"/>
                </a:lnTo>
                <a:lnTo>
                  <a:pt x="735" y="730"/>
                </a:lnTo>
                <a:lnTo>
                  <a:pt x="735" y="726"/>
                </a:lnTo>
                <a:lnTo>
                  <a:pt x="1038" y="834"/>
                </a:lnTo>
                <a:lnTo>
                  <a:pt x="1019" y="900"/>
                </a:lnTo>
                <a:lnTo>
                  <a:pt x="1019" y="906"/>
                </a:lnTo>
                <a:lnTo>
                  <a:pt x="1015" y="917"/>
                </a:lnTo>
                <a:lnTo>
                  <a:pt x="1007" y="934"/>
                </a:lnTo>
                <a:lnTo>
                  <a:pt x="998" y="955"/>
                </a:lnTo>
                <a:lnTo>
                  <a:pt x="987" y="978"/>
                </a:lnTo>
                <a:lnTo>
                  <a:pt x="972" y="1002"/>
                </a:lnTo>
                <a:lnTo>
                  <a:pt x="954" y="1025"/>
                </a:lnTo>
                <a:lnTo>
                  <a:pt x="934" y="1046"/>
                </a:lnTo>
                <a:lnTo>
                  <a:pt x="909" y="1063"/>
                </a:lnTo>
                <a:lnTo>
                  <a:pt x="883" y="1074"/>
                </a:lnTo>
                <a:lnTo>
                  <a:pt x="852" y="1076"/>
                </a:lnTo>
                <a:lnTo>
                  <a:pt x="818" y="1070"/>
                </a:lnTo>
                <a:lnTo>
                  <a:pt x="728" y="1029"/>
                </a:lnTo>
                <a:lnTo>
                  <a:pt x="724" y="1025"/>
                </a:lnTo>
                <a:lnTo>
                  <a:pt x="711" y="1017"/>
                </a:lnTo>
                <a:lnTo>
                  <a:pt x="692" y="1004"/>
                </a:lnTo>
                <a:lnTo>
                  <a:pt x="667" y="987"/>
                </a:lnTo>
                <a:lnTo>
                  <a:pt x="635" y="964"/>
                </a:lnTo>
                <a:lnTo>
                  <a:pt x="599" y="938"/>
                </a:lnTo>
                <a:lnTo>
                  <a:pt x="559" y="906"/>
                </a:lnTo>
                <a:lnTo>
                  <a:pt x="516" y="872"/>
                </a:lnTo>
                <a:lnTo>
                  <a:pt x="470" y="832"/>
                </a:lnTo>
                <a:lnTo>
                  <a:pt x="421" y="790"/>
                </a:lnTo>
                <a:lnTo>
                  <a:pt x="370" y="743"/>
                </a:lnTo>
                <a:lnTo>
                  <a:pt x="321" y="694"/>
                </a:lnTo>
                <a:lnTo>
                  <a:pt x="270" y="641"/>
                </a:lnTo>
                <a:lnTo>
                  <a:pt x="219" y="586"/>
                </a:lnTo>
                <a:lnTo>
                  <a:pt x="172" y="528"/>
                </a:lnTo>
                <a:lnTo>
                  <a:pt x="124" y="467"/>
                </a:lnTo>
                <a:lnTo>
                  <a:pt x="81" y="405"/>
                </a:lnTo>
                <a:lnTo>
                  <a:pt x="41" y="338"/>
                </a:lnTo>
                <a:lnTo>
                  <a:pt x="5" y="229"/>
                </a:lnTo>
                <a:lnTo>
                  <a:pt x="0" y="197"/>
                </a:lnTo>
                <a:lnTo>
                  <a:pt x="3" y="168"/>
                </a:lnTo>
                <a:lnTo>
                  <a:pt x="11" y="144"/>
                </a:lnTo>
                <a:lnTo>
                  <a:pt x="26" y="123"/>
                </a:lnTo>
                <a:lnTo>
                  <a:pt x="45" y="106"/>
                </a:lnTo>
                <a:lnTo>
                  <a:pt x="66" y="93"/>
                </a:lnTo>
                <a:lnTo>
                  <a:pt x="87" y="81"/>
                </a:lnTo>
                <a:lnTo>
                  <a:pt x="109" y="74"/>
                </a:lnTo>
                <a:lnTo>
                  <a:pt x="130" y="66"/>
                </a:lnTo>
                <a:lnTo>
                  <a:pt x="149" y="62"/>
                </a:lnTo>
                <a:lnTo>
                  <a:pt x="164" y="58"/>
                </a:lnTo>
                <a:lnTo>
                  <a:pt x="174" y="58"/>
                </a:lnTo>
                <a:lnTo>
                  <a:pt x="177" y="57"/>
                </a:lnTo>
                <a:lnTo>
                  <a:pt x="206" y="43"/>
                </a:lnTo>
                <a:close/>
                <a:moveTo>
                  <a:pt x="300" y="0"/>
                </a:moveTo>
                <a:lnTo>
                  <a:pt x="448" y="295"/>
                </a:lnTo>
                <a:lnTo>
                  <a:pt x="402" y="312"/>
                </a:lnTo>
                <a:lnTo>
                  <a:pt x="249" y="24"/>
                </a:lnTo>
                <a:lnTo>
                  <a:pt x="30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1" name="Freeform 20"/>
          <p:cNvSpPr>
            <a:spLocks noChangeAspect="1" noEditPoints="1"/>
          </p:cNvSpPr>
          <p:nvPr/>
        </p:nvSpPr>
        <p:spPr bwMode="auto">
          <a:xfrm>
            <a:off x="7839230" y="4509120"/>
            <a:ext cx="852156" cy="1080000"/>
          </a:xfrm>
          <a:custGeom>
            <a:avLst/>
            <a:gdLst>
              <a:gd name="T0" fmla="*/ 511 w 849"/>
              <a:gd name="T1" fmla="*/ 1040 h 1076"/>
              <a:gd name="T2" fmla="*/ 492 w 849"/>
              <a:gd name="T3" fmla="*/ 1012 h 1076"/>
              <a:gd name="T4" fmla="*/ 588 w 849"/>
              <a:gd name="T5" fmla="*/ 997 h 1076"/>
              <a:gd name="T6" fmla="*/ 554 w 849"/>
              <a:gd name="T7" fmla="*/ 991 h 1076"/>
              <a:gd name="T8" fmla="*/ 443 w 849"/>
              <a:gd name="T9" fmla="*/ 976 h 1076"/>
              <a:gd name="T10" fmla="*/ 433 w 849"/>
              <a:gd name="T11" fmla="*/ 1008 h 1076"/>
              <a:gd name="T12" fmla="*/ 422 w 849"/>
              <a:gd name="T13" fmla="*/ 976 h 1076"/>
              <a:gd name="T14" fmla="*/ 658 w 849"/>
              <a:gd name="T15" fmla="*/ 928 h 1076"/>
              <a:gd name="T16" fmla="*/ 626 w 849"/>
              <a:gd name="T17" fmla="*/ 915 h 1076"/>
              <a:gd name="T18" fmla="*/ 382 w 849"/>
              <a:gd name="T19" fmla="*/ 915 h 1076"/>
              <a:gd name="T20" fmla="*/ 354 w 849"/>
              <a:gd name="T21" fmla="*/ 936 h 1076"/>
              <a:gd name="T22" fmla="*/ 365 w 849"/>
              <a:gd name="T23" fmla="*/ 902 h 1076"/>
              <a:gd name="T24" fmla="*/ 569 w 849"/>
              <a:gd name="T25" fmla="*/ 942 h 1076"/>
              <a:gd name="T26" fmla="*/ 416 w 849"/>
              <a:gd name="T27" fmla="*/ 902 h 1076"/>
              <a:gd name="T28" fmla="*/ 618 w 849"/>
              <a:gd name="T29" fmla="*/ 840 h 1076"/>
              <a:gd name="T30" fmla="*/ 594 w 849"/>
              <a:gd name="T31" fmla="*/ 864 h 1076"/>
              <a:gd name="T32" fmla="*/ 405 w 849"/>
              <a:gd name="T33" fmla="*/ 834 h 1076"/>
              <a:gd name="T34" fmla="*/ 405 w 849"/>
              <a:gd name="T35" fmla="*/ 868 h 1076"/>
              <a:gd name="T36" fmla="*/ 384 w 849"/>
              <a:gd name="T37" fmla="*/ 840 h 1076"/>
              <a:gd name="T38" fmla="*/ 554 w 849"/>
              <a:gd name="T39" fmla="*/ 817 h 1076"/>
              <a:gd name="T40" fmla="*/ 520 w 849"/>
              <a:gd name="T41" fmla="*/ 817 h 1076"/>
              <a:gd name="T42" fmla="*/ 484 w 849"/>
              <a:gd name="T43" fmla="*/ 806 h 1076"/>
              <a:gd name="T44" fmla="*/ 463 w 849"/>
              <a:gd name="T45" fmla="*/ 836 h 1076"/>
              <a:gd name="T46" fmla="*/ 463 w 849"/>
              <a:gd name="T47" fmla="*/ 800 h 1076"/>
              <a:gd name="T48" fmla="*/ 314 w 849"/>
              <a:gd name="T49" fmla="*/ 870 h 1076"/>
              <a:gd name="T50" fmla="*/ 505 w 849"/>
              <a:gd name="T51" fmla="*/ 1042 h 1076"/>
              <a:gd name="T52" fmla="*/ 679 w 849"/>
              <a:gd name="T53" fmla="*/ 964 h 1076"/>
              <a:gd name="T54" fmla="*/ 548 w 849"/>
              <a:gd name="T55" fmla="*/ 766 h 1076"/>
              <a:gd name="T56" fmla="*/ 541 w 849"/>
              <a:gd name="T57" fmla="*/ 159 h 1076"/>
              <a:gd name="T58" fmla="*/ 467 w 849"/>
              <a:gd name="T59" fmla="*/ 85 h 1076"/>
              <a:gd name="T60" fmla="*/ 418 w 849"/>
              <a:gd name="T61" fmla="*/ 121 h 1076"/>
              <a:gd name="T62" fmla="*/ 575 w 849"/>
              <a:gd name="T63" fmla="*/ 172 h 1076"/>
              <a:gd name="T64" fmla="*/ 505 w 849"/>
              <a:gd name="T65" fmla="*/ 0 h 1076"/>
              <a:gd name="T66" fmla="*/ 607 w 849"/>
              <a:gd name="T67" fmla="*/ 189 h 1076"/>
              <a:gd name="T68" fmla="*/ 586 w 849"/>
              <a:gd name="T69" fmla="*/ 403 h 1076"/>
              <a:gd name="T70" fmla="*/ 554 w 849"/>
              <a:gd name="T71" fmla="*/ 626 h 1076"/>
              <a:gd name="T72" fmla="*/ 817 w 849"/>
              <a:gd name="T73" fmla="*/ 849 h 1076"/>
              <a:gd name="T74" fmla="*/ 703 w 849"/>
              <a:gd name="T75" fmla="*/ 1051 h 1076"/>
              <a:gd name="T76" fmla="*/ 227 w 849"/>
              <a:gd name="T77" fmla="*/ 1012 h 1076"/>
              <a:gd name="T78" fmla="*/ 180 w 849"/>
              <a:gd name="T79" fmla="*/ 911 h 1076"/>
              <a:gd name="T80" fmla="*/ 30 w 849"/>
              <a:gd name="T81" fmla="*/ 777 h 1076"/>
              <a:gd name="T82" fmla="*/ 2 w 849"/>
              <a:gd name="T83" fmla="*/ 607 h 1076"/>
              <a:gd name="T84" fmla="*/ 55 w 849"/>
              <a:gd name="T85" fmla="*/ 350 h 1076"/>
              <a:gd name="T86" fmla="*/ 8 w 849"/>
              <a:gd name="T87" fmla="*/ 204 h 1076"/>
              <a:gd name="T88" fmla="*/ 212 w 849"/>
              <a:gd name="T89" fmla="*/ 149 h 1076"/>
              <a:gd name="T90" fmla="*/ 312 w 849"/>
              <a:gd name="T91" fmla="*/ 210 h 1076"/>
              <a:gd name="T92" fmla="*/ 161 w 849"/>
              <a:gd name="T93" fmla="*/ 174 h 1076"/>
              <a:gd name="T94" fmla="*/ 40 w 849"/>
              <a:gd name="T95" fmla="*/ 253 h 1076"/>
              <a:gd name="T96" fmla="*/ 102 w 849"/>
              <a:gd name="T97" fmla="*/ 454 h 1076"/>
              <a:gd name="T98" fmla="*/ 34 w 849"/>
              <a:gd name="T99" fmla="*/ 622 h 1076"/>
              <a:gd name="T100" fmla="*/ 132 w 849"/>
              <a:gd name="T101" fmla="*/ 843 h 1076"/>
              <a:gd name="T102" fmla="*/ 270 w 849"/>
              <a:gd name="T103" fmla="*/ 783 h 1076"/>
              <a:gd name="T104" fmla="*/ 437 w 849"/>
              <a:gd name="T105" fmla="*/ 622 h 1076"/>
              <a:gd name="T106" fmla="*/ 426 w 849"/>
              <a:gd name="T107" fmla="*/ 393 h 1076"/>
              <a:gd name="T108" fmla="*/ 331 w 849"/>
              <a:gd name="T109" fmla="*/ 475 h 1076"/>
              <a:gd name="T110" fmla="*/ 176 w 849"/>
              <a:gd name="T111" fmla="*/ 503 h 1076"/>
              <a:gd name="T112" fmla="*/ 174 w 849"/>
              <a:gd name="T113" fmla="*/ 302 h 1076"/>
              <a:gd name="T114" fmla="*/ 388 w 849"/>
              <a:gd name="T115" fmla="*/ 159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49" h="1076">
                <a:moveTo>
                  <a:pt x="505" y="1008"/>
                </a:moveTo>
                <a:lnTo>
                  <a:pt x="511" y="1008"/>
                </a:lnTo>
                <a:lnTo>
                  <a:pt x="516" y="1012"/>
                </a:lnTo>
                <a:lnTo>
                  <a:pt x="520" y="1017"/>
                </a:lnTo>
                <a:lnTo>
                  <a:pt x="522" y="1025"/>
                </a:lnTo>
                <a:lnTo>
                  <a:pt x="520" y="1031"/>
                </a:lnTo>
                <a:lnTo>
                  <a:pt x="516" y="1036"/>
                </a:lnTo>
                <a:lnTo>
                  <a:pt x="511" y="1040"/>
                </a:lnTo>
                <a:lnTo>
                  <a:pt x="505" y="1042"/>
                </a:lnTo>
                <a:lnTo>
                  <a:pt x="505" y="1042"/>
                </a:lnTo>
                <a:lnTo>
                  <a:pt x="497" y="1040"/>
                </a:lnTo>
                <a:lnTo>
                  <a:pt x="492" y="1036"/>
                </a:lnTo>
                <a:lnTo>
                  <a:pt x="488" y="1031"/>
                </a:lnTo>
                <a:lnTo>
                  <a:pt x="486" y="1025"/>
                </a:lnTo>
                <a:lnTo>
                  <a:pt x="488" y="1017"/>
                </a:lnTo>
                <a:lnTo>
                  <a:pt x="492" y="1012"/>
                </a:lnTo>
                <a:lnTo>
                  <a:pt x="497" y="1008"/>
                </a:lnTo>
                <a:lnTo>
                  <a:pt x="505" y="1008"/>
                </a:lnTo>
                <a:close/>
                <a:moveTo>
                  <a:pt x="573" y="972"/>
                </a:moveTo>
                <a:lnTo>
                  <a:pt x="579" y="974"/>
                </a:lnTo>
                <a:lnTo>
                  <a:pt x="584" y="978"/>
                </a:lnTo>
                <a:lnTo>
                  <a:pt x="588" y="983"/>
                </a:lnTo>
                <a:lnTo>
                  <a:pt x="590" y="991"/>
                </a:lnTo>
                <a:lnTo>
                  <a:pt x="588" y="997"/>
                </a:lnTo>
                <a:lnTo>
                  <a:pt x="584" y="1002"/>
                </a:lnTo>
                <a:lnTo>
                  <a:pt x="579" y="1008"/>
                </a:lnTo>
                <a:lnTo>
                  <a:pt x="573" y="1008"/>
                </a:lnTo>
                <a:lnTo>
                  <a:pt x="567" y="1008"/>
                </a:lnTo>
                <a:lnTo>
                  <a:pt x="562" y="1004"/>
                </a:lnTo>
                <a:lnTo>
                  <a:pt x="558" y="1000"/>
                </a:lnTo>
                <a:lnTo>
                  <a:pt x="556" y="997"/>
                </a:lnTo>
                <a:lnTo>
                  <a:pt x="554" y="991"/>
                </a:lnTo>
                <a:lnTo>
                  <a:pt x="556" y="983"/>
                </a:lnTo>
                <a:lnTo>
                  <a:pt x="558" y="980"/>
                </a:lnTo>
                <a:lnTo>
                  <a:pt x="562" y="976"/>
                </a:lnTo>
                <a:lnTo>
                  <a:pt x="567" y="972"/>
                </a:lnTo>
                <a:lnTo>
                  <a:pt x="573" y="972"/>
                </a:lnTo>
                <a:close/>
                <a:moveTo>
                  <a:pt x="433" y="972"/>
                </a:moveTo>
                <a:lnTo>
                  <a:pt x="439" y="972"/>
                </a:lnTo>
                <a:lnTo>
                  <a:pt x="443" y="976"/>
                </a:lnTo>
                <a:lnTo>
                  <a:pt x="448" y="980"/>
                </a:lnTo>
                <a:lnTo>
                  <a:pt x="450" y="983"/>
                </a:lnTo>
                <a:lnTo>
                  <a:pt x="450" y="991"/>
                </a:lnTo>
                <a:lnTo>
                  <a:pt x="450" y="997"/>
                </a:lnTo>
                <a:lnTo>
                  <a:pt x="448" y="1000"/>
                </a:lnTo>
                <a:lnTo>
                  <a:pt x="443" y="1004"/>
                </a:lnTo>
                <a:lnTo>
                  <a:pt x="439" y="1008"/>
                </a:lnTo>
                <a:lnTo>
                  <a:pt x="433" y="1008"/>
                </a:lnTo>
                <a:lnTo>
                  <a:pt x="427" y="1008"/>
                </a:lnTo>
                <a:lnTo>
                  <a:pt x="422" y="1004"/>
                </a:lnTo>
                <a:lnTo>
                  <a:pt x="418" y="1000"/>
                </a:lnTo>
                <a:lnTo>
                  <a:pt x="414" y="997"/>
                </a:lnTo>
                <a:lnTo>
                  <a:pt x="414" y="991"/>
                </a:lnTo>
                <a:lnTo>
                  <a:pt x="414" y="983"/>
                </a:lnTo>
                <a:lnTo>
                  <a:pt x="418" y="980"/>
                </a:lnTo>
                <a:lnTo>
                  <a:pt x="422" y="976"/>
                </a:lnTo>
                <a:lnTo>
                  <a:pt x="427" y="972"/>
                </a:lnTo>
                <a:lnTo>
                  <a:pt x="433" y="972"/>
                </a:lnTo>
                <a:close/>
                <a:moveTo>
                  <a:pt x="641" y="904"/>
                </a:moveTo>
                <a:lnTo>
                  <a:pt x="649" y="904"/>
                </a:lnTo>
                <a:lnTo>
                  <a:pt x="654" y="910"/>
                </a:lnTo>
                <a:lnTo>
                  <a:pt x="658" y="915"/>
                </a:lnTo>
                <a:lnTo>
                  <a:pt x="660" y="921"/>
                </a:lnTo>
                <a:lnTo>
                  <a:pt x="658" y="928"/>
                </a:lnTo>
                <a:lnTo>
                  <a:pt x="654" y="934"/>
                </a:lnTo>
                <a:lnTo>
                  <a:pt x="649" y="938"/>
                </a:lnTo>
                <a:lnTo>
                  <a:pt x="641" y="940"/>
                </a:lnTo>
                <a:lnTo>
                  <a:pt x="635" y="938"/>
                </a:lnTo>
                <a:lnTo>
                  <a:pt x="630" y="934"/>
                </a:lnTo>
                <a:lnTo>
                  <a:pt x="626" y="928"/>
                </a:lnTo>
                <a:lnTo>
                  <a:pt x="624" y="921"/>
                </a:lnTo>
                <a:lnTo>
                  <a:pt x="626" y="915"/>
                </a:lnTo>
                <a:lnTo>
                  <a:pt x="630" y="910"/>
                </a:lnTo>
                <a:lnTo>
                  <a:pt x="635" y="904"/>
                </a:lnTo>
                <a:lnTo>
                  <a:pt x="641" y="904"/>
                </a:lnTo>
                <a:close/>
                <a:moveTo>
                  <a:pt x="365" y="902"/>
                </a:moveTo>
                <a:lnTo>
                  <a:pt x="371" y="904"/>
                </a:lnTo>
                <a:lnTo>
                  <a:pt x="376" y="906"/>
                </a:lnTo>
                <a:lnTo>
                  <a:pt x="380" y="910"/>
                </a:lnTo>
                <a:lnTo>
                  <a:pt x="382" y="915"/>
                </a:lnTo>
                <a:lnTo>
                  <a:pt x="384" y="921"/>
                </a:lnTo>
                <a:lnTo>
                  <a:pt x="382" y="927"/>
                </a:lnTo>
                <a:lnTo>
                  <a:pt x="380" y="932"/>
                </a:lnTo>
                <a:lnTo>
                  <a:pt x="376" y="936"/>
                </a:lnTo>
                <a:lnTo>
                  <a:pt x="371" y="938"/>
                </a:lnTo>
                <a:lnTo>
                  <a:pt x="365" y="940"/>
                </a:lnTo>
                <a:lnTo>
                  <a:pt x="359" y="938"/>
                </a:lnTo>
                <a:lnTo>
                  <a:pt x="354" y="936"/>
                </a:lnTo>
                <a:lnTo>
                  <a:pt x="350" y="932"/>
                </a:lnTo>
                <a:lnTo>
                  <a:pt x="348" y="927"/>
                </a:lnTo>
                <a:lnTo>
                  <a:pt x="346" y="921"/>
                </a:lnTo>
                <a:lnTo>
                  <a:pt x="348" y="915"/>
                </a:lnTo>
                <a:lnTo>
                  <a:pt x="350" y="910"/>
                </a:lnTo>
                <a:lnTo>
                  <a:pt x="354" y="906"/>
                </a:lnTo>
                <a:lnTo>
                  <a:pt x="359" y="904"/>
                </a:lnTo>
                <a:lnTo>
                  <a:pt x="365" y="902"/>
                </a:lnTo>
                <a:close/>
                <a:moveTo>
                  <a:pt x="501" y="834"/>
                </a:moveTo>
                <a:lnTo>
                  <a:pt x="528" y="838"/>
                </a:lnTo>
                <a:lnTo>
                  <a:pt x="550" y="847"/>
                </a:lnTo>
                <a:lnTo>
                  <a:pt x="569" y="862"/>
                </a:lnTo>
                <a:lnTo>
                  <a:pt x="582" y="881"/>
                </a:lnTo>
                <a:lnTo>
                  <a:pt x="586" y="902"/>
                </a:lnTo>
                <a:lnTo>
                  <a:pt x="582" y="923"/>
                </a:lnTo>
                <a:lnTo>
                  <a:pt x="569" y="942"/>
                </a:lnTo>
                <a:lnTo>
                  <a:pt x="550" y="957"/>
                </a:lnTo>
                <a:lnTo>
                  <a:pt x="528" y="968"/>
                </a:lnTo>
                <a:lnTo>
                  <a:pt x="501" y="972"/>
                </a:lnTo>
                <a:lnTo>
                  <a:pt x="475" y="968"/>
                </a:lnTo>
                <a:lnTo>
                  <a:pt x="450" y="957"/>
                </a:lnTo>
                <a:lnTo>
                  <a:pt x="433" y="942"/>
                </a:lnTo>
                <a:lnTo>
                  <a:pt x="420" y="923"/>
                </a:lnTo>
                <a:lnTo>
                  <a:pt x="416" y="902"/>
                </a:lnTo>
                <a:lnTo>
                  <a:pt x="420" y="881"/>
                </a:lnTo>
                <a:lnTo>
                  <a:pt x="433" y="862"/>
                </a:lnTo>
                <a:lnTo>
                  <a:pt x="450" y="847"/>
                </a:lnTo>
                <a:lnTo>
                  <a:pt x="475" y="838"/>
                </a:lnTo>
                <a:lnTo>
                  <a:pt x="501" y="834"/>
                </a:lnTo>
                <a:close/>
                <a:moveTo>
                  <a:pt x="607" y="834"/>
                </a:moveTo>
                <a:lnTo>
                  <a:pt x="613" y="836"/>
                </a:lnTo>
                <a:lnTo>
                  <a:pt x="618" y="840"/>
                </a:lnTo>
                <a:lnTo>
                  <a:pt x="622" y="845"/>
                </a:lnTo>
                <a:lnTo>
                  <a:pt x="624" y="851"/>
                </a:lnTo>
                <a:lnTo>
                  <a:pt x="622" y="858"/>
                </a:lnTo>
                <a:lnTo>
                  <a:pt x="618" y="864"/>
                </a:lnTo>
                <a:lnTo>
                  <a:pt x="613" y="868"/>
                </a:lnTo>
                <a:lnTo>
                  <a:pt x="607" y="870"/>
                </a:lnTo>
                <a:lnTo>
                  <a:pt x="599" y="868"/>
                </a:lnTo>
                <a:lnTo>
                  <a:pt x="594" y="864"/>
                </a:lnTo>
                <a:lnTo>
                  <a:pt x="590" y="858"/>
                </a:lnTo>
                <a:lnTo>
                  <a:pt x="588" y="851"/>
                </a:lnTo>
                <a:lnTo>
                  <a:pt x="590" y="845"/>
                </a:lnTo>
                <a:lnTo>
                  <a:pt x="594" y="840"/>
                </a:lnTo>
                <a:lnTo>
                  <a:pt x="599" y="836"/>
                </a:lnTo>
                <a:lnTo>
                  <a:pt x="607" y="834"/>
                </a:lnTo>
                <a:close/>
                <a:moveTo>
                  <a:pt x="399" y="832"/>
                </a:moveTo>
                <a:lnTo>
                  <a:pt x="405" y="834"/>
                </a:lnTo>
                <a:lnTo>
                  <a:pt x="410" y="836"/>
                </a:lnTo>
                <a:lnTo>
                  <a:pt x="414" y="840"/>
                </a:lnTo>
                <a:lnTo>
                  <a:pt x="418" y="845"/>
                </a:lnTo>
                <a:lnTo>
                  <a:pt x="418" y="851"/>
                </a:lnTo>
                <a:lnTo>
                  <a:pt x="418" y="857"/>
                </a:lnTo>
                <a:lnTo>
                  <a:pt x="414" y="862"/>
                </a:lnTo>
                <a:lnTo>
                  <a:pt x="410" y="866"/>
                </a:lnTo>
                <a:lnTo>
                  <a:pt x="405" y="868"/>
                </a:lnTo>
                <a:lnTo>
                  <a:pt x="399" y="870"/>
                </a:lnTo>
                <a:lnTo>
                  <a:pt x="393" y="868"/>
                </a:lnTo>
                <a:lnTo>
                  <a:pt x="388" y="866"/>
                </a:lnTo>
                <a:lnTo>
                  <a:pt x="384" y="862"/>
                </a:lnTo>
                <a:lnTo>
                  <a:pt x="382" y="857"/>
                </a:lnTo>
                <a:lnTo>
                  <a:pt x="380" y="851"/>
                </a:lnTo>
                <a:lnTo>
                  <a:pt x="382" y="845"/>
                </a:lnTo>
                <a:lnTo>
                  <a:pt x="384" y="840"/>
                </a:lnTo>
                <a:lnTo>
                  <a:pt x="388" y="836"/>
                </a:lnTo>
                <a:lnTo>
                  <a:pt x="393" y="834"/>
                </a:lnTo>
                <a:lnTo>
                  <a:pt x="399" y="832"/>
                </a:lnTo>
                <a:close/>
                <a:moveTo>
                  <a:pt x="537" y="800"/>
                </a:moveTo>
                <a:lnTo>
                  <a:pt x="545" y="800"/>
                </a:lnTo>
                <a:lnTo>
                  <a:pt x="550" y="804"/>
                </a:lnTo>
                <a:lnTo>
                  <a:pt x="554" y="809"/>
                </a:lnTo>
                <a:lnTo>
                  <a:pt x="554" y="817"/>
                </a:lnTo>
                <a:lnTo>
                  <a:pt x="554" y="824"/>
                </a:lnTo>
                <a:lnTo>
                  <a:pt x="550" y="830"/>
                </a:lnTo>
                <a:lnTo>
                  <a:pt x="545" y="834"/>
                </a:lnTo>
                <a:lnTo>
                  <a:pt x="537" y="836"/>
                </a:lnTo>
                <a:lnTo>
                  <a:pt x="531" y="834"/>
                </a:lnTo>
                <a:lnTo>
                  <a:pt x="526" y="830"/>
                </a:lnTo>
                <a:lnTo>
                  <a:pt x="522" y="824"/>
                </a:lnTo>
                <a:lnTo>
                  <a:pt x="520" y="817"/>
                </a:lnTo>
                <a:lnTo>
                  <a:pt x="522" y="809"/>
                </a:lnTo>
                <a:lnTo>
                  <a:pt x="526" y="804"/>
                </a:lnTo>
                <a:lnTo>
                  <a:pt x="531" y="800"/>
                </a:lnTo>
                <a:lnTo>
                  <a:pt x="537" y="800"/>
                </a:lnTo>
                <a:close/>
                <a:moveTo>
                  <a:pt x="469" y="798"/>
                </a:moveTo>
                <a:lnTo>
                  <a:pt x="475" y="800"/>
                </a:lnTo>
                <a:lnTo>
                  <a:pt x="480" y="802"/>
                </a:lnTo>
                <a:lnTo>
                  <a:pt x="484" y="806"/>
                </a:lnTo>
                <a:lnTo>
                  <a:pt x="486" y="811"/>
                </a:lnTo>
                <a:lnTo>
                  <a:pt x="488" y="817"/>
                </a:lnTo>
                <a:lnTo>
                  <a:pt x="486" y="823"/>
                </a:lnTo>
                <a:lnTo>
                  <a:pt x="484" y="828"/>
                </a:lnTo>
                <a:lnTo>
                  <a:pt x="480" y="832"/>
                </a:lnTo>
                <a:lnTo>
                  <a:pt x="475" y="836"/>
                </a:lnTo>
                <a:lnTo>
                  <a:pt x="469" y="836"/>
                </a:lnTo>
                <a:lnTo>
                  <a:pt x="463" y="836"/>
                </a:lnTo>
                <a:lnTo>
                  <a:pt x="458" y="832"/>
                </a:lnTo>
                <a:lnTo>
                  <a:pt x="454" y="828"/>
                </a:lnTo>
                <a:lnTo>
                  <a:pt x="452" y="823"/>
                </a:lnTo>
                <a:lnTo>
                  <a:pt x="450" y="817"/>
                </a:lnTo>
                <a:lnTo>
                  <a:pt x="452" y="811"/>
                </a:lnTo>
                <a:lnTo>
                  <a:pt x="454" y="806"/>
                </a:lnTo>
                <a:lnTo>
                  <a:pt x="458" y="802"/>
                </a:lnTo>
                <a:lnTo>
                  <a:pt x="463" y="800"/>
                </a:lnTo>
                <a:lnTo>
                  <a:pt x="469" y="798"/>
                </a:lnTo>
                <a:close/>
                <a:moveTo>
                  <a:pt x="505" y="762"/>
                </a:moveTo>
                <a:lnTo>
                  <a:pt x="460" y="766"/>
                </a:lnTo>
                <a:lnTo>
                  <a:pt x="418" y="777"/>
                </a:lnTo>
                <a:lnTo>
                  <a:pt x="382" y="792"/>
                </a:lnTo>
                <a:lnTo>
                  <a:pt x="352" y="815"/>
                </a:lnTo>
                <a:lnTo>
                  <a:pt x="329" y="840"/>
                </a:lnTo>
                <a:lnTo>
                  <a:pt x="314" y="870"/>
                </a:lnTo>
                <a:lnTo>
                  <a:pt x="310" y="902"/>
                </a:lnTo>
                <a:lnTo>
                  <a:pt x="314" y="934"/>
                </a:lnTo>
                <a:lnTo>
                  <a:pt x="329" y="963"/>
                </a:lnTo>
                <a:lnTo>
                  <a:pt x="352" y="989"/>
                </a:lnTo>
                <a:lnTo>
                  <a:pt x="382" y="1012"/>
                </a:lnTo>
                <a:lnTo>
                  <a:pt x="418" y="1027"/>
                </a:lnTo>
                <a:lnTo>
                  <a:pt x="460" y="1038"/>
                </a:lnTo>
                <a:lnTo>
                  <a:pt x="505" y="1042"/>
                </a:lnTo>
                <a:lnTo>
                  <a:pt x="505" y="1042"/>
                </a:lnTo>
                <a:lnTo>
                  <a:pt x="505" y="1042"/>
                </a:lnTo>
                <a:lnTo>
                  <a:pt x="505" y="1042"/>
                </a:lnTo>
                <a:lnTo>
                  <a:pt x="548" y="1038"/>
                </a:lnTo>
                <a:lnTo>
                  <a:pt x="590" y="1029"/>
                </a:lnTo>
                <a:lnTo>
                  <a:pt x="626" y="1012"/>
                </a:lnTo>
                <a:lnTo>
                  <a:pt x="656" y="989"/>
                </a:lnTo>
                <a:lnTo>
                  <a:pt x="679" y="964"/>
                </a:lnTo>
                <a:lnTo>
                  <a:pt x="694" y="934"/>
                </a:lnTo>
                <a:lnTo>
                  <a:pt x="700" y="902"/>
                </a:lnTo>
                <a:lnTo>
                  <a:pt x="694" y="870"/>
                </a:lnTo>
                <a:lnTo>
                  <a:pt x="679" y="840"/>
                </a:lnTo>
                <a:lnTo>
                  <a:pt x="656" y="815"/>
                </a:lnTo>
                <a:lnTo>
                  <a:pt x="626" y="792"/>
                </a:lnTo>
                <a:lnTo>
                  <a:pt x="590" y="777"/>
                </a:lnTo>
                <a:lnTo>
                  <a:pt x="548" y="766"/>
                </a:lnTo>
                <a:lnTo>
                  <a:pt x="505" y="762"/>
                </a:lnTo>
                <a:close/>
                <a:moveTo>
                  <a:pt x="505" y="70"/>
                </a:moveTo>
                <a:lnTo>
                  <a:pt x="526" y="74"/>
                </a:lnTo>
                <a:lnTo>
                  <a:pt x="541" y="85"/>
                </a:lnTo>
                <a:lnTo>
                  <a:pt x="552" y="102"/>
                </a:lnTo>
                <a:lnTo>
                  <a:pt x="556" y="123"/>
                </a:lnTo>
                <a:lnTo>
                  <a:pt x="552" y="144"/>
                </a:lnTo>
                <a:lnTo>
                  <a:pt x="541" y="159"/>
                </a:lnTo>
                <a:lnTo>
                  <a:pt x="526" y="170"/>
                </a:lnTo>
                <a:lnTo>
                  <a:pt x="505" y="174"/>
                </a:lnTo>
                <a:lnTo>
                  <a:pt x="484" y="170"/>
                </a:lnTo>
                <a:lnTo>
                  <a:pt x="467" y="159"/>
                </a:lnTo>
                <a:lnTo>
                  <a:pt x="456" y="144"/>
                </a:lnTo>
                <a:lnTo>
                  <a:pt x="452" y="123"/>
                </a:lnTo>
                <a:lnTo>
                  <a:pt x="456" y="102"/>
                </a:lnTo>
                <a:lnTo>
                  <a:pt x="467" y="85"/>
                </a:lnTo>
                <a:lnTo>
                  <a:pt x="484" y="74"/>
                </a:lnTo>
                <a:lnTo>
                  <a:pt x="505" y="70"/>
                </a:lnTo>
                <a:close/>
                <a:moveTo>
                  <a:pt x="505" y="34"/>
                </a:moveTo>
                <a:lnTo>
                  <a:pt x="477" y="38"/>
                </a:lnTo>
                <a:lnTo>
                  <a:pt x="454" y="51"/>
                </a:lnTo>
                <a:lnTo>
                  <a:pt x="435" y="70"/>
                </a:lnTo>
                <a:lnTo>
                  <a:pt x="422" y="94"/>
                </a:lnTo>
                <a:lnTo>
                  <a:pt x="418" y="121"/>
                </a:lnTo>
                <a:lnTo>
                  <a:pt x="422" y="149"/>
                </a:lnTo>
                <a:lnTo>
                  <a:pt x="435" y="172"/>
                </a:lnTo>
                <a:lnTo>
                  <a:pt x="454" y="191"/>
                </a:lnTo>
                <a:lnTo>
                  <a:pt x="477" y="204"/>
                </a:lnTo>
                <a:lnTo>
                  <a:pt x="505" y="208"/>
                </a:lnTo>
                <a:lnTo>
                  <a:pt x="533" y="204"/>
                </a:lnTo>
                <a:lnTo>
                  <a:pt x="556" y="191"/>
                </a:lnTo>
                <a:lnTo>
                  <a:pt x="575" y="172"/>
                </a:lnTo>
                <a:lnTo>
                  <a:pt x="588" y="149"/>
                </a:lnTo>
                <a:lnTo>
                  <a:pt x="592" y="121"/>
                </a:lnTo>
                <a:lnTo>
                  <a:pt x="588" y="94"/>
                </a:lnTo>
                <a:lnTo>
                  <a:pt x="575" y="70"/>
                </a:lnTo>
                <a:lnTo>
                  <a:pt x="556" y="51"/>
                </a:lnTo>
                <a:lnTo>
                  <a:pt x="533" y="38"/>
                </a:lnTo>
                <a:lnTo>
                  <a:pt x="505" y="34"/>
                </a:lnTo>
                <a:close/>
                <a:moveTo>
                  <a:pt x="505" y="0"/>
                </a:moveTo>
                <a:lnTo>
                  <a:pt x="537" y="6"/>
                </a:lnTo>
                <a:lnTo>
                  <a:pt x="565" y="17"/>
                </a:lnTo>
                <a:lnTo>
                  <a:pt x="592" y="36"/>
                </a:lnTo>
                <a:lnTo>
                  <a:pt x="611" y="60"/>
                </a:lnTo>
                <a:lnTo>
                  <a:pt x="622" y="91"/>
                </a:lnTo>
                <a:lnTo>
                  <a:pt x="628" y="123"/>
                </a:lnTo>
                <a:lnTo>
                  <a:pt x="622" y="159"/>
                </a:lnTo>
                <a:lnTo>
                  <a:pt x="607" y="189"/>
                </a:lnTo>
                <a:lnTo>
                  <a:pt x="584" y="214"/>
                </a:lnTo>
                <a:lnTo>
                  <a:pt x="556" y="232"/>
                </a:lnTo>
                <a:lnTo>
                  <a:pt x="554" y="382"/>
                </a:lnTo>
                <a:lnTo>
                  <a:pt x="558" y="382"/>
                </a:lnTo>
                <a:lnTo>
                  <a:pt x="564" y="384"/>
                </a:lnTo>
                <a:lnTo>
                  <a:pt x="573" y="388"/>
                </a:lnTo>
                <a:lnTo>
                  <a:pt x="581" y="393"/>
                </a:lnTo>
                <a:lnTo>
                  <a:pt x="586" y="403"/>
                </a:lnTo>
                <a:lnTo>
                  <a:pt x="590" y="420"/>
                </a:lnTo>
                <a:lnTo>
                  <a:pt x="590" y="590"/>
                </a:lnTo>
                <a:lnTo>
                  <a:pt x="590" y="592"/>
                </a:lnTo>
                <a:lnTo>
                  <a:pt x="588" y="599"/>
                </a:lnTo>
                <a:lnTo>
                  <a:pt x="584" y="607"/>
                </a:lnTo>
                <a:lnTo>
                  <a:pt x="579" y="616"/>
                </a:lnTo>
                <a:lnTo>
                  <a:pt x="567" y="622"/>
                </a:lnTo>
                <a:lnTo>
                  <a:pt x="554" y="626"/>
                </a:lnTo>
                <a:lnTo>
                  <a:pt x="554" y="694"/>
                </a:lnTo>
                <a:lnTo>
                  <a:pt x="601" y="700"/>
                </a:lnTo>
                <a:lnTo>
                  <a:pt x="647" y="713"/>
                </a:lnTo>
                <a:lnTo>
                  <a:pt x="688" y="734"/>
                </a:lnTo>
                <a:lnTo>
                  <a:pt x="728" y="758"/>
                </a:lnTo>
                <a:lnTo>
                  <a:pt x="762" y="787"/>
                </a:lnTo>
                <a:lnTo>
                  <a:pt x="792" y="819"/>
                </a:lnTo>
                <a:lnTo>
                  <a:pt x="817" y="849"/>
                </a:lnTo>
                <a:lnTo>
                  <a:pt x="834" y="879"/>
                </a:lnTo>
                <a:lnTo>
                  <a:pt x="845" y="908"/>
                </a:lnTo>
                <a:lnTo>
                  <a:pt x="849" y="930"/>
                </a:lnTo>
                <a:lnTo>
                  <a:pt x="843" y="959"/>
                </a:lnTo>
                <a:lnTo>
                  <a:pt x="825" y="987"/>
                </a:lnTo>
                <a:lnTo>
                  <a:pt x="794" y="1012"/>
                </a:lnTo>
                <a:lnTo>
                  <a:pt x="753" y="1032"/>
                </a:lnTo>
                <a:lnTo>
                  <a:pt x="703" y="1051"/>
                </a:lnTo>
                <a:lnTo>
                  <a:pt x="645" y="1065"/>
                </a:lnTo>
                <a:lnTo>
                  <a:pt x="579" y="1074"/>
                </a:lnTo>
                <a:lnTo>
                  <a:pt x="507" y="1076"/>
                </a:lnTo>
                <a:lnTo>
                  <a:pt x="437" y="1074"/>
                </a:lnTo>
                <a:lnTo>
                  <a:pt x="371" y="1065"/>
                </a:lnTo>
                <a:lnTo>
                  <a:pt x="314" y="1051"/>
                </a:lnTo>
                <a:lnTo>
                  <a:pt x="267" y="1032"/>
                </a:lnTo>
                <a:lnTo>
                  <a:pt x="227" y="1012"/>
                </a:lnTo>
                <a:lnTo>
                  <a:pt x="197" y="987"/>
                </a:lnTo>
                <a:lnTo>
                  <a:pt x="180" y="959"/>
                </a:lnTo>
                <a:lnTo>
                  <a:pt x="172" y="930"/>
                </a:lnTo>
                <a:lnTo>
                  <a:pt x="174" y="927"/>
                </a:lnTo>
                <a:lnTo>
                  <a:pt x="174" y="923"/>
                </a:lnTo>
                <a:lnTo>
                  <a:pt x="176" y="919"/>
                </a:lnTo>
                <a:lnTo>
                  <a:pt x="178" y="915"/>
                </a:lnTo>
                <a:lnTo>
                  <a:pt x="180" y="911"/>
                </a:lnTo>
                <a:lnTo>
                  <a:pt x="180" y="910"/>
                </a:lnTo>
                <a:lnTo>
                  <a:pt x="180" y="906"/>
                </a:lnTo>
                <a:lnTo>
                  <a:pt x="178" y="904"/>
                </a:lnTo>
                <a:lnTo>
                  <a:pt x="134" y="885"/>
                </a:lnTo>
                <a:lnTo>
                  <a:pt x="98" y="860"/>
                </a:lnTo>
                <a:lnTo>
                  <a:pt x="70" y="834"/>
                </a:lnTo>
                <a:lnTo>
                  <a:pt x="47" y="806"/>
                </a:lnTo>
                <a:lnTo>
                  <a:pt x="30" y="777"/>
                </a:lnTo>
                <a:lnTo>
                  <a:pt x="17" y="747"/>
                </a:lnTo>
                <a:lnTo>
                  <a:pt x="10" y="720"/>
                </a:lnTo>
                <a:lnTo>
                  <a:pt x="4" y="694"/>
                </a:lnTo>
                <a:lnTo>
                  <a:pt x="2" y="671"/>
                </a:lnTo>
                <a:lnTo>
                  <a:pt x="0" y="650"/>
                </a:lnTo>
                <a:lnTo>
                  <a:pt x="0" y="637"/>
                </a:lnTo>
                <a:lnTo>
                  <a:pt x="0" y="628"/>
                </a:lnTo>
                <a:lnTo>
                  <a:pt x="2" y="607"/>
                </a:lnTo>
                <a:lnTo>
                  <a:pt x="6" y="579"/>
                </a:lnTo>
                <a:lnTo>
                  <a:pt x="15" y="548"/>
                </a:lnTo>
                <a:lnTo>
                  <a:pt x="30" y="520"/>
                </a:lnTo>
                <a:lnTo>
                  <a:pt x="51" y="486"/>
                </a:lnTo>
                <a:lnTo>
                  <a:pt x="66" y="452"/>
                </a:lnTo>
                <a:lnTo>
                  <a:pt x="72" y="416"/>
                </a:lnTo>
                <a:lnTo>
                  <a:pt x="68" y="382"/>
                </a:lnTo>
                <a:lnTo>
                  <a:pt x="55" y="350"/>
                </a:lnTo>
                <a:lnTo>
                  <a:pt x="40" y="327"/>
                </a:lnTo>
                <a:lnTo>
                  <a:pt x="27" y="310"/>
                </a:lnTo>
                <a:lnTo>
                  <a:pt x="13" y="289"/>
                </a:lnTo>
                <a:lnTo>
                  <a:pt x="4" y="267"/>
                </a:lnTo>
                <a:lnTo>
                  <a:pt x="0" y="244"/>
                </a:lnTo>
                <a:lnTo>
                  <a:pt x="0" y="232"/>
                </a:lnTo>
                <a:lnTo>
                  <a:pt x="2" y="219"/>
                </a:lnTo>
                <a:lnTo>
                  <a:pt x="8" y="204"/>
                </a:lnTo>
                <a:lnTo>
                  <a:pt x="15" y="189"/>
                </a:lnTo>
                <a:lnTo>
                  <a:pt x="27" y="174"/>
                </a:lnTo>
                <a:lnTo>
                  <a:pt x="45" y="161"/>
                </a:lnTo>
                <a:lnTo>
                  <a:pt x="68" y="149"/>
                </a:lnTo>
                <a:lnTo>
                  <a:pt x="100" y="144"/>
                </a:lnTo>
                <a:lnTo>
                  <a:pt x="140" y="140"/>
                </a:lnTo>
                <a:lnTo>
                  <a:pt x="180" y="142"/>
                </a:lnTo>
                <a:lnTo>
                  <a:pt x="212" y="149"/>
                </a:lnTo>
                <a:lnTo>
                  <a:pt x="235" y="159"/>
                </a:lnTo>
                <a:lnTo>
                  <a:pt x="253" y="170"/>
                </a:lnTo>
                <a:lnTo>
                  <a:pt x="265" y="181"/>
                </a:lnTo>
                <a:lnTo>
                  <a:pt x="272" y="191"/>
                </a:lnTo>
                <a:lnTo>
                  <a:pt x="276" y="200"/>
                </a:lnTo>
                <a:lnTo>
                  <a:pt x="278" y="208"/>
                </a:lnTo>
                <a:lnTo>
                  <a:pt x="278" y="210"/>
                </a:lnTo>
                <a:lnTo>
                  <a:pt x="312" y="210"/>
                </a:lnTo>
                <a:lnTo>
                  <a:pt x="312" y="244"/>
                </a:lnTo>
                <a:lnTo>
                  <a:pt x="210" y="244"/>
                </a:lnTo>
                <a:lnTo>
                  <a:pt x="210" y="208"/>
                </a:lnTo>
                <a:lnTo>
                  <a:pt x="246" y="208"/>
                </a:lnTo>
                <a:lnTo>
                  <a:pt x="227" y="193"/>
                </a:lnTo>
                <a:lnTo>
                  <a:pt x="204" y="183"/>
                </a:lnTo>
                <a:lnTo>
                  <a:pt x="182" y="176"/>
                </a:lnTo>
                <a:lnTo>
                  <a:pt x="161" y="174"/>
                </a:lnTo>
                <a:lnTo>
                  <a:pt x="146" y="172"/>
                </a:lnTo>
                <a:lnTo>
                  <a:pt x="140" y="172"/>
                </a:lnTo>
                <a:lnTo>
                  <a:pt x="106" y="176"/>
                </a:lnTo>
                <a:lnTo>
                  <a:pt x="79" y="185"/>
                </a:lnTo>
                <a:lnTo>
                  <a:pt x="61" y="197"/>
                </a:lnTo>
                <a:lnTo>
                  <a:pt x="47" y="214"/>
                </a:lnTo>
                <a:lnTo>
                  <a:pt x="40" y="232"/>
                </a:lnTo>
                <a:lnTo>
                  <a:pt x="40" y="253"/>
                </a:lnTo>
                <a:lnTo>
                  <a:pt x="44" y="272"/>
                </a:lnTo>
                <a:lnTo>
                  <a:pt x="55" y="293"/>
                </a:lnTo>
                <a:lnTo>
                  <a:pt x="70" y="312"/>
                </a:lnTo>
                <a:lnTo>
                  <a:pt x="89" y="335"/>
                </a:lnTo>
                <a:lnTo>
                  <a:pt x="100" y="361"/>
                </a:lnTo>
                <a:lnTo>
                  <a:pt x="106" y="391"/>
                </a:lnTo>
                <a:lnTo>
                  <a:pt x="106" y="423"/>
                </a:lnTo>
                <a:lnTo>
                  <a:pt x="102" y="454"/>
                </a:lnTo>
                <a:lnTo>
                  <a:pt x="95" y="480"/>
                </a:lnTo>
                <a:lnTo>
                  <a:pt x="83" y="505"/>
                </a:lnTo>
                <a:lnTo>
                  <a:pt x="72" y="520"/>
                </a:lnTo>
                <a:lnTo>
                  <a:pt x="57" y="541"/>
                </a:lnTo>
                <a:lnTo>
                  <a:pt x="45" y="563"/>
                </a:lnTo>
                <a:lnTo>
                  <a:pt x="40" y="586"/>
                </a:lnTo>
                <a:lnTo>
                  <a:pt x="36" y="607"/>
                </a:lnTo>
                <a:lnTo>
                  <a:pt x="34" y="622"/>
                </a:lnTo>
                <a:lnTo>
                  <a:pt x="32" y="628"/>
                </a:lnTo>
                <a:lnTo>
                  <a:pt x="36" y="675"/>
                </a:lnTo>
                <a:lnTo>
                  <a:pt x="45" y="717"/>
                </a:lnTo>
                <a:lnTo>
                  <a:pt x="57" y="753"/>
                </a:lnTo>
                <a:lnTo>
                  <a:pt x="74" y="783"/>
                </a:lnTo>
                <a:lnTo>
                  <a:pt x="93" y="807"/>
                </a:lnTo>
                <a:lnTo>
                  <a:pt x="112" y="828"/>
                </a:lnTo>
                <a:lnTo>
                  <a:pt x="132" y="843"/>
                </a:lnTo>
                <a:lnTo>
                  <a:pt x="151" y="855"/>
                </a:lnTo>
                <a:lnTo>
                  <a:pt x="166" y="864"/>
                </a:lnTo>
                <a:lnTo>
                  <a:pt x="180" y="870"/>
                </a:lnTo>
                <a:lnTo>
                  <a:pt x="189" y="872"/>
                </a:lnTo>
                <a:lnTo>
                  <a:pt x="191" y="874"/>
                </a:lnTo>
                <a:lnTo>
                  <a:pt x="212" y="845"/>
                </a:lnTo>
                <a:lnTo>
                  <a:pt x="238" y="815"/>
                </a:lnTo>
                <a:lnTo>
                  <a:pt x="270" y="783"/>
                </a:lnTo>
                <a:lnTo>
                  <a:pt x="308" y="754"/>
                </a:lnTo>
                <a:lnTo>
                  <a:pt x="352" y="728"/>
                </a:lnTo>
                <a:lnTo>
                  <a:pt x="401" y="709"/>
                </a:lnTo>
                <a:lnTo>
                  <a:pt x="452" y="698"/>
                </a:lnTo>
                <a:lnTo>
                  <a:pt x="454" y="626"/>
                </a:lnTo>
                <a:lnTo>
                  <a:pt x="452" y="626"/>
                </a:lnTo>
                <a:lnTo>
                  <a:pt x="444" y="626"/>
                </a:lnTo>
                <a:lnTo>
                  <a:pt x="437" y="622"/>
                </a:lnTo>
                <a:lnTo>
                  <a:pt x="427" y="616"/>
                </a:lnTo>
                <a:lnTo>
                  <a:pt x="422" y="607"/>
                </a:lnTo>
                <a:lnTo>
                  <a:pt x="418" y="590"/>
                </a:lnTo>
                <a:lnTo>
                  <a:pt x="418" y="420"/>
                </a:lnTo>
                <a:lnTo>
                  <a:pt x="418" y="418"/>
                </a:lnTo>
                <a:lnTo>
                  <a:pt x="418" y="410"/>
                </a:lnTo>
                <a:lnTo>
                  <a:pt x="420" y="401"/>
                </a:lnTo>
                <a:lnTo>
                  <a:pt x="426" y="393"/>
                </a:lnTo>
                <a:lnTo>
                  <a:pt x="437" y="386"/>
                </a:lnTo>
                <a:lnTo>
                  <a:pt x="452" y="384"/>
                </a:lnTo>
                <a:lnTo>
                  <a:pt x="452" y="312"/>
                </a:lnTo>
                <a:lnTo>
                  <a:pt x="312" y="312"/>
                </a:lnTo>
                <a:lnTo>
                  <a:pt x="312" y="450"/>
                </a:lnTo>
                <a:lnTo>
                  <a:pt x="316" y="452"/>
                </a:lnTo>
                <a:lnTo>
                  <a:pt x="322" y="461"/>
                </a:lnTo>
                <a:lnTo>
                  <a:pt x="331" y="475"/>
                </a:lnTo>
                <a:lnTo>
                  <a:pt x="339" y="495"/>
                </a:lnTo>
                <a:lnTo>
                  <a:pt x="346" y="522"/>
                </a:lnTo>
                <a:lnTo>
                  <a:pt x="348" y="554"/>
                </a:lnTo>
                <a:lnTo>
                  <a:pt x="174" y="554"/>
                </a:lnTo>
                <a:lnTo>
                  <a:pt x="174" y="550"/>
                </a:lnTo>
                <a:lnTo>
                  <a:pt x="174" y="539"/>
                </a:lnTo>
                <a:lnTo>
                  <a:pt x="174" y="522"/>
                </a:lnTo>
                <a:lnTo>
                  <a:pt x="176" y="503"/>
                </a:lnTo>
                <a:lnTo>
                  <a:pt x="183" y="484"/>
                </a:lnTo>
                <a:lnTo>
                  <a:pt x="193" y="465"/>
                </a:lnTo>
                <a:lnTo>
                  <a:pt x="210" y="452"/>
                </a:lnTo>
                <a:lnTo>
                  <a:pt x="210" y="310"/>
                </a:lnTo>
                <a:lnTo>
                  <a:pt x="185" y="310"/>
                </a:lnTo>
                <a:lnTo>
                  <a:pt x="183" y="310"/>
                </a:lnTo>
                <a:lnTo>
                  <a:pt x="180" y="306"/>
                </a:lnTo>
                <a:lnTo>
                  <a:pt x="174" y="302"/>
                </a:lnTo>
                <a:lnTo>
                  <a:pt x="172" y="295"/>
                </a:lnTo>
                <a:lnTo>
                  <a:pt x="176" y="287"/>
                </a:lnTo>
                <a:lnTo>
                  <a:pt x="185" y="278"/>
                </a:lnTo>
                <a:lnTo>
                  <a:pt x="454" y="278"/>
                </a:lnTo>
                <a:lnTo>
                  <a:pt x="452" y="232"/>
                </a:lnTo>
                <a:lnTo>
                  <a:pt x="424" y="214"/>
                </a:lnTo>
                <a:lnTo>
                  <a:pt x="401" y="189"/>
                </a:lnTo>
                <a:lnTo>
                  <a:pt x="388" y="159"/>
                </a:lnTo>
                <a:lnTo>
                  <a:pt x="382" y="123"/>
                </a:lnTo>
                <a:lnTo>
                  <a:pt x="386" y="91"/>
                </a:lnTo>
                <a:lnTo>
                  <a:pt x="399" y="60"/>
                </a:lnTo>
                <a:lnTo>
                  <a:pt x="418" y="36"/>
                </a:lnTo>
                <a:lnTo>
                  <a:pt x="443" y="17"/>
                </a:lnTo>
                <a:lnTo>
                  <a:pt x="473" y="6"/>
                </a:lnTo>
                <a:lnTo>
                  <a:pt x="5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Inbox</a:t>
            </a:r>
          </a:p>
        </p:txBody>
      </p:sp>
      <p:sp>
        <p:nvSpPr>
          <p:cNvPr id="23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Box Outgoing</a:t>
            </a:r>
          </a:p>
        </p:txBody>
      </p:sp>
      <p:sp>
        <p:nvSpPr>
          <p:cNvPr id="24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Box Incoming</a:t>
            </a:r>
          </a:p>
        </p:txBody>
      </p:sp>
      <p:sp>
        <p:nvSpPr>
          <p:cNvPr id="25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Box Outgoing 2</a:t>
            </a:r>
          </a:p>
        </p:txBody>
      </p:sp>
      <p:sp>
        <p:nvSpPr>
          <p:cNvPr id="26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Box Incoming 2</a:t>
            </a:r>
          </a:p>
        </p:txBody>
      </p:sp>
      <p:sp>
        <p:nvSpPr>
          <p:cNvPr id="27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Speech Bubble</a:t>
            </a:r>
          </a:p>
        </p:txBody>
      </p:sp>
      <p:sp>
        <p:nvSpPr>
          <p:cNvPr id="28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Speech Bubbles</a:t>
            </a:r>
          </a:p>
        </p:txBody>
      </p:sp>
      <p:sp>
        <p:nvSpPr>
          <p:cNvPr id="29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Speech Bubble 2</a:t>
            </a:r>
          </a:p>
        </p:txBody>
      </p:sp>
      <p:sp>
        <p:nvSpPr>
          <p:cNvPr id="30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Speech Bubbles 2</a:t>
            </a:r>
          </a:p>
        </p:txBody>
      </p:sp>
      <p:sp>
        <p:nvSpPr>
          <p:cNvPr id="31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Phone</a:t>
            </a: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Phone 2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Phone 3</a:t>
            </a:r>
          </a:p>
        </p:txBody>
      </p:sp>
      <p:sp>
        <p:nvSpPr>
          <p:cNvPr id="34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Phone 4</a:t>
            </a:r>
          </a:p>
        </p:txBody>
      </p:sp>
      <p:sp>
        <p:nvSpPr>
          <p:cNvPr id="35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Phone Hook</a:t>
            </a:r>
          </a:p>
        </p:txBody>
      </p:sp>
      <p:sp>
        <p:nvSpPr>
          <p:cNvPr id="36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Old Phone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26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56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Power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Battery Full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Battery Almost Full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Battery Almost Empty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Battery Empty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Battery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Power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Electricity Input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Electricity Input 2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Electricity Input w/ Plug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Electricity Plug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592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592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592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592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592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00692" y="1520788"/>
            <a:ext cx="1080000" cy="504244"/>
          </a:xfrm>
          <a:custGeom>
            <a:avLst/>
            <a:gdLst>
              <a:gd name="T0" fmla="*/ 1059 w 1178"/>
              <a:gd name="T1" fmla="*/ 197 h 550"/>
              <a:gd name="T2" fmla="*/ 1099 w 1178"/>
              <a:gd name="T3" fmla="*/ 354 h 550"/>
              <a:gd name="T4" fmla="*/ 469 w 1178"/>
              <a:gd name="T5" fmla="*/ 117 h 550"/>
              <a:gd name="T6" fmla="*/ 588 w 1178"/>
              <a:gd name="T7" fmla="*/ 433 h 550"/>
              <a:gd name="T8" fmla="*/ 469 w 1178"/>
              <a:gd name="T9" fmla="*/ 117 h 550"/>
              <a:gd name="T10" fmla="*/ 431 w 1178"/>
              <a:gd name="T11" fmla="*/ 117 h 550"/>
              <a:gd name="T12" fmla="*/ 117 w 1178"/>
              <a:gd name="T13" fmla="*/ 433 h 550"/>
              <a:gd name="T14" fmla="*/ 940 w 1178"/>
              <a:gd name="T15" fmla="*/ 117 h 550"/>
              <a:gd name="T16" fmla="*/ 626 w 1178"/>
              <a:gd name="T17" fmla="*/ 433 h 550"/>
              <a:gd name="T18" fmla="*/ 940 w 1178"/>
              <a:gd name="T19" fmla="*/ 117 h 550"/>
              <a:gd name="T20" fmla="*/ 98 w 1178"/>
              <a:gd name="T21" fmla="*/ 85 h 550"/>
              <a:gd name="T22" fmla="*/ 79 w 1178"/>
              <a:gd name="T23" fmla="*/ 117 h 550"/>
              <a:gd name="T24" fmla="*/ 83 w 1178"/>
              <a:gd name="T25" fmla="*/ 452 h 550"/>
              <a:gd name="T26" fmla="*/ 117 w 1178"/>
              <a:gd name="T27" fmla="*/ 471 h 550"/>
              <a:gd name="T28" fmla="*/ 962 w 1178"/>
              <a:gd name="T29" fmla="*/ 465 h 550"/>
              <a:gd name="T30" fmla="*/ 981 w 1178"/>
              <a:gd name="T31" fmla="*/ 433 h 550"/>
              <a:gd name="T32" fmla="*/ 976 w 1178"/>
              <a:gd name="T33" fmla="*/ 98 h 550"/>
              <a:gd name="T34" fmla="*/ 942 w 1178"/>
              <a:gd name="T35" fmla="*/ 80 h 550"/>
              <a:gd name="T36" fmla="*/ 79 w 1178"/>
              <a:gd name="T37" fmla="*/ 0 h 550"/>
              <a:gd name="T38" fmla="*/ 1006 w 1178"/>
              <a:gd name="T39" fmla="*/ 4 h 550"/>
              <a:gd name="T40" fmla="*/ 1044 w 1178"/>
              <a:gd name="T41" fmla="*/ 32 h 550"/>
              <a:gd name="T42" fmla="*/ 1059 w 1178"/>
              <a:gd name="T43" fmla="*/ 80 h 550"/>
              <a:gd name="T44" fmla="*/ 1091 w 1178"/>
              <a:gd name="T45" fmla="*/ 123 h 550"/>
              <a:gd name="T46" fmla="*/ 1138 w 1178"/>
              <a:gd name="T47" fmla="*/ 151 h 550"/>
              <a:gd name="T48" fmla="*/ 1169 w 1178"/>
              <a:gd name="T49" fmla="*/ 184 h 550"/>
              <a:gd name="T50" fmla="*/ 1178 w 1178"/>
              <a:gd name="T51" fmla="*/ 199 h 550"/>
              <a:gd name="T52" fmla="*/ 1174 w 1178"/>
              <a:gd name="T53" fmla="*/ 359 h 550"/>
              <a:gd name="T54" fmla="*/ 1157 w 1178"/>
              <a:gd name="T55" fmla="*/ 384 h 550"/>
              <a:gd name="T56" fmla="*/ 1119 w 1178"/>
              <a:gd name="T57" fmla="*/ 416 h 550"/>
              <a:gd name="T58" fmla="*/ 1059 w 1178"/>
              <a:gd name="T59" fmla="*/ 431 h 550"/>
              <a:gd name="T60" fmla="*/ 1055 w 1178"/>
              <a:gd name="T61" fmla="*/ 496 h 550"/>
              <a:gd name="T62" fmla="*/ 1027 w 1178"/>
              <a:gd name="T63" fmla="*/ 535 h 550"/>
              <a:gd name="T64" fmla="*/ 981 w 1178"/>
              <a:gd name="T65" fmla="*/ 550 h 550"/>
              <a:gd name="T66" fmla="*/ 53 w 1178"/>
              <a:gd name="T67" fmla="*/ 547 h 550"/>
              <a:gd name="T68" fmla="*/ 15 w 1178"/>
              <a:gd name="T69" fmla="*/ 518 h 550"/>
              <a:gd name="T70" fmla="*/ 0 w 1178"/>
              <a:gd name="T71" fmla="*/ 471 h 550"/>
              <a:gd name="T72" fmla="*/ 4 w 1178"/>
              <a:gd name="T73" fmla="*/ 55 h 550"/>
              <a:gd name="T74" fmla="*/ 32 w 1178"/>
              <a:gd name="T75" fmla="*/ 15 h 550"/>
              <a:gd name="T76" fmla="*/ 79 w 1178"/>
              <a:gd name="T77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8" h="550">
                <a:moveTo>
                  <a:pt x="1099" y="197"/>
                </a:moveTo>
                <a:lnTo>
                  <a:pt x="1059" y="197"/>
                </a:lnTo>
                <a:lnTo>
                  <a:pt x="1059" y="354"/>
                </a:lnTo>
                <a:lnTo>
                  <a:pt x="1099" y="354"/>
                </a:lnTo>
                <a:lnTo>
                  <a:pt x="1099" y="197"/>
                </a:lnTo>
                <a:close/>
                <a:moveTo>
                  <a:pt x="469" y="117"/>
                </a:moveTo>
                <a:lnTo>
                  <a:pt x="745" y="117"/>
                </a:lnTo>
                <a:lnTo>
                  <a:pt x="588" y="433"/>
                </a:lnTo>
                <a:lnTo>
                  <a:pt x="312" y="433"/>
                </a:lnTo>
                <a:lnTo>
                  <a:pt x="469" y="117"/>
                </a:lnTo>
                <a:close/>
                <a:moveTo>
                  <a:pt x="117" y="117"/>
                </a:moveTo>
                <a:lnTo>
                  <a:pt x="431" y="117"/>
                </a:lnTo>
                <a:lnTo>
                  <a:pt x="272" y="433"/>
                </a:lnTo>
                <a:lnTo>
                  <a:pt x="117" y="433"/>
                </a:lnTo>
                <a:lnTo>
                  <a:pt x="117" y="117"/>
                </a:lnTo>
                <a:close/>
                <a:moveTo>
                  <a:pt x="940" y="117"/>
                </a:moveTo>
                <a:lnTo>
                  <a:pt x="940" y="433"/>
                </a:lnTo>
                <a:lnTo>
                  <a:pt x="626" y="433"/>
                </a:lnTo>
                <a:lnTo>
                  <a:pt x="787" y="117"/>
                </a:lnTo>
                <a:lnTo>
                  <a:pt x="940" y="117"/>
                </a:lnTo>
                <a:close/>
                <a:moveTo>
                  <a:pt x="117" y="80"/>
                </a:moveTo>
                <a:lnTo>
                  <a:pt x="98" y="85"/>
                </a:lnTo>
                <a:lnTo>
                  <a:pt x="83" y="98"/>
                </a:lnTo>
                <a:lnTo>
                  <a:pt x="79" y="117"/>
                </a:lnTo>
                <a:lnTo>
                  <a:pt x="79" y="433"/>
                </a:lnTo>
                <a:lnTo>
                  <a:pt x="83" y="452"/>
                </a:lnTo>
                <a:lnTo>
                  <a:pt x="98" y="465"/>
                </a:lnTo>
                <a:lnTo>
                  <a:pt x="117" y="471"/>
                </a:lnTo>
                <a:lnTo>
                  <a:pt x="942" y="471"/>
                </a:lnTo>
                <a:lnTo>
                  <a:pt x="962" y="465"/>
                </a:lnTo>
                <a:lnTo>
                  <a:pt x="976" y="452"/>
                </a:lnTo>
                <a:lnTo>
                  <a:pt x="981" y="433"/>
                </a:lnTo>
                <a:lnTo>
                  <a:pt x="981" y="117"/>
                </a:lnTo>
                <a:lnTo>
                  <a:pt x="976" y="98"/>
                </a:lnTo>
                <a:lnTo>
                  <a:pt x="962" y="85"/>
                </a:lnTo>
                <a:lnTo>
                  <a:pt x="942" y="80"/>
                </a:lnTo>
                <a:lnTo>
                  <a:pt x="117" y="80"/>
                </a:lnTo>
                <a:close/>
                <a:moveTo>
                  <a:pt x="79" y="0"/>
                </a:moveTo>
                <a:lnTo>
                  <a:pt x="981" y="0"/>
                </a:lnTo>
                <a:lnTo>
                  <a:pt x="1006" y="4"/>
                </a:lnTo>
                <a:lnTo>
                  <a:pt x="1027" y="15"/>
                </a:lnTo>
                <a:lnTo>
                  <a:pt x="1044" y="32"/>
                </a:lnTo>
                <a:lnTo>
                  <a:pt x="1055" y="55"/>
                </a:lnTo>
                <a:lnTo>
                  <a:pt x="1059" y="80"/>
                </a:lnTo>
                <a:lnTo>
                  <a:pt x="1059" y="119"/>
                </a:lnTo>
                <a:lnTo>
                  <a:pt x="1091" y="123"/>
                </a:lnTo>
                <a:lnTo>
                  <a:pt x="1118" y="134"/>
                </a:lnTo>
                <a:lnTo>
                  <a:pt x="1138" y="151"/>
                </a:lnTo>
                <a:lnTo>
                  <a:pt x="1155" y="168"/>
                </a:lnTo>
                <a:lnTo>
                  <a:pt x="1169" y="184"/>
                </a:lnTo>
                <a:lnTo>
                  <a:pt x="1174" y="195"/>
                </a:lnTo>
                <a:lnTo>
                  <a:pt x="1178" y="199"/>
                </a:lnTo>
                <a:lnTo>
                  <a:pt x="1178" y="354"/>
                </a:lnTo>
                <a:lnTo>
                  <a:pt x="1174" y="359"/>
                </a:lnTo>
                <a:lnTo>
                  <a:pt x="1169" y="369"/>
                </a:lnTo>
                <a:lnTo>
                  <a:pt x="1157" y="384"/>
                </a:lnTo>
                <a:lnTo>
                  <a:pt x="1140" y="401"/>
                </a:lnTo>
                <a:lnTo>
                  <a:pt x="1119" y="416"/>
                </a:lnTo>
                <a:lnTo>
                  <a:pt x="1093" y="428"/>
                </a:lnTo>
                <a:lnTo>
                  <a:pt x="1059" y="431"/>
                </a:lnTo>
                <a:lnTo>
                  <a:pt x="1059" y="471"/>
                </a:lnTo>
                <a:lnTo>
                  <a:pt x="1055" y="496"/>
                </a:lnTo>
                <a:lnTo>
                  <a:pt x="1044" y="518"/>
                </a:lnTo>
                <a:lnTo>
                  <a:pt x="1027" y="535"/>
                </a:lnTo>
                <a:lnTo>
                  <a:pt x="1006" y="547"/>
                </a:lnTo>
                <a:lnTo>
                  <a:pt x="981" y="550"/>
                </a:lnTo>
                <a:lnTo>
                  <a:pt x="79" y="550"/>
                </a:lnTo>
                <a:lnTo>
                  <a:pt x="53" y="547"/>
                </a:lnTo>
                <a:lnTo>
                  <a:pt x="32" y="535"/>
                </a:lnTo>
                <a:lnTo>
                  <a:pt x="15" y="518"/>
                </a:lnTo>
                <a:lnTo>
                  <a:pt x="4" y="496"/>
                </a:lnTo>
                <a:lnTo>
                  <a:pt x="0" y="471"/>
                </a:lnTo>
                <a:lnTo>
                  <a:pt x="0" y="80"/>
                </a:lnTo>
                <a:lnTo>
                  <a:pt x="4" y="55"/>
                </a:lnTo>
                <a:lnTo>
                  <a:pt x="15" y="32"/>
                </a:lnTo>
                <a:lnTo>
                  <a:pt x="32" y="15"/>
                </a:lnTo>
                <a:lnTo>
                  <a:pt x="53" y="4"/>
                </a:lnTo>
                <a:lnTo>
                  <a:pt x="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756756" y="1520788"/>
            <a:ext cx="1080000" cy="504244"/>
          </a:xfrm>
          <a:custGeom>
            <a:avLst/>
            <a:gdLst>
              <a:gd name="T0" fmla="*/ 1060 w 1178"/>
              <a:gd name="T1" fmla="*/ 197 h 550"/>
              <a:gd name="T2" fmla="*/ 1098 w 1178"/>
              <a:gd name="T3" fmla="*/ 354 h 550"/>
              <a:gd name="T4" fmla="*/ 468 w 1178"/>
              <a:gd name="T5" fmla="*/ 117 h 550"/>
              <a:gd name="T6" fmla="*/ 588 w 1178"/>
              <a:gd name="T7" fmla="*/ 433 h 550"/>
              <a:gd name="T8" fmla="*/ 468 w 1178"/>
              <a:gd name="T9" fmla="*/ 117 h 550"/>
              <a:gd name="T10" fmla="*/ 431 w 1178"/>
              <a:gd name="T11" fmla="*/ 117 h 550"/>
              <a:gd name="T12" fmla="*/ 117 w 1178"/>
              <a:gd name="T13" fmla="*/ 433 h 550"/>
              <a:gd name="T14" fmla="*/ 117 w 1178"/>
              <a:gd name="T15" fmla="*/ 80 h 550"/>
              <a:gd name="T16" fmla="*/ 85 w 1178"/>
              <a:gd name="T17" fmla="*/ 98 h 550"/>
              <a:gd name="T18" fmla="*/ 79 w 1178"/>
              <a:gd name="T19" fmla="*/ 433 h 550"/>
              <a:gd name="T20" fmla="*/ 98 w 1178"/>
              <a:gd name="T21" fmla="*/ 465 h 550"/>
              <a:gd name="T22" fmla="*/ 941 w 1178"/>
              <a:gd name="T23" fmla="*/ 471 h 550"/>
              <a:gd name="T24" fmla="*/ 975 w 1178"/>
              <a:gd name="T25" fmla="*/ 452 h 550"/>
              <a:gd name="T26" fmla="*/ 981 w 1178"/>
              <a:gd name="T27" fmla="*/ 117 h 550"/>
              <a:gd name="T28" fmla="*/ 962 w 1178"/>
              <a:gd name="T29" fmla="*/ 85 h 550"/>
              <a:gd name="T30" fmla="*/ 117 w 1178"/>
              <a:gd name="T31" fmla="*/ 80 h 550"/>
              <a:gd name="T32" fmla="*/ 981 w 1178"/>
              <a:gd name="T33" fmla="*/ 0 h 550"/>
              <a:gd name="T34" fmla="*/ 1028 w 1178"/>
              <a:gd name="T35" fmla="*/ 15 h 550"/>
              <a:gd name="T36" fmla="*/ 1055 w 1178"/>
              <a:gd name="T37" fmla="*/ 55 h 550"/>
              <a:gd name="T38" fmla="*/ 1060 w 1178"/>
              <a:gd name="T39" fmla="*/ 119 h 550"/>
              <a:gd name="T40" fmla="*/ 1117 w 1178"/>
              <a:gd name="T41" fmla="*/ 134 h 550"/>
              <a:gd name="T42" fmla="*/ 1155 w 1178"/>
              <a:gd name="T43" fmla="*/ 168 h 550"/>
              <a:gd name="T44" fmla="*/ 1176 w 1178"/>
              <a:gd name="T45" fmla="*/ 195 h 550"/>
              <a:gd name="T46" fmla="*/ 1178 w 1178"/>
              <a:gd name="T47" fmla="*/ 354 h 550"/>
              <a:gd name="T48" fmla="*/ 1168 w 1178"/>
              <a:gd name="T49" fmla="*/ 369 h 550"/>
              <a:gd name="T50" fmla="*/ 1140 w 1178"/>
              <a:gd name="T51" fmla="*/ 401 h 550"/>
              <a:gd name="T52" fmla="*/ 1092 w 1178"/>
              <a:gd name="T53" fmla="*/ 428 h 550"/>
              <a:gd name="T54" fmla="*/ 1060 w 1178"/>
              <a:gd name="T55" fmla="*/ 471 h 550"/>
              <a:gd name="T56" fmla="*/ 1045 w 1178"/>
              <a:gd name="T57" fmla="*/ 518 h 550"/>
              <a:gd name="T58" fmla="*/ 1005 w 1178"/>
              <a:gd name="T59" fmla="*/ 547 h 550"/>
              <a:gd name="T60" fmla="*/ 79 w 1178"/>
              <a:gd name="T61" fmla="*/ 550 h 550"/>
              <a:gd name="T62" fmla="*/ 32 w 1178"/>
              <a:gd name="T63" fmla="*/ 535 h 550"/>
              <a:gd name="T64" fmla="*/ 3 w 1178"/>
              <a:gd name="T65" fmla="*/ 496 h 550"/>
              <a:gd name="T66" fmla="*/ 0 w 1178"/>
              <a:gd name="T67" fmla="*/ 80 h 550"/>
              <a:gd name="T68" fmla="*/ 15 w 1178"/>
              <a:gd name="T69" fmla="*/ 32 h 550"/>
              <a:gd name="T70" fmla="*/ 54 w 1178"/>
              <a:gd name="T71" fmla="*/ 4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78" h="550">
                <a:moveTo>
                  <a:pt x="1098" y="197"/>
                </a:moveTo>
                <a:lnTo>
                  <a:pt x="1060" y="197"/>
                </a:lnTo>
                <a:lnTo>
                  <a:pt x="1060" y="354"/>
                </a:lnTo>
                <a:lnTo>
                  <a:pt x="1098" y="354"/>
                </a:lnTo>
                <a:lnTo>
                  <a:pt x="1098" y="197"/>
                </a:lnTo>
                <a:close/>
                <a:moveTo>
                  <a:pt x="468" y="117"/>
                </a:moveTo>
                <a:lnTo>
                  <a:pt x="746" y="117"/>
                </a:lnTo>
                <a:lnTo>
                  <a:pt x="588" y="433"/>
                </a:lnTo>
                <a:lnTo>
                  <a:pt x="313" y="433"/>
                </a:lnTo>
                <a:lnTo>
                  <a:pt x="468" y="117"/>
                </a:lnTo>
                <a:close/>
                <a:moveTo>
                  <a:pt x="117" y="117"/>
                </a:moveTo>
                <a:lnTo>
                  <a:pt x="431" y="117"/>
                </a:lnTo>
                <a:lnTo>
                  <a:pt x="272" y="433"/>
                </a:lnTo>
                <a:lnTo>
                  <a:pt x="117" y="433"/>
                </a:lnTo>
                <a:lnTo>
                  <a:pt x="117" y="117"/>
                </a:lnTo>
                <a:close/>
                <a:moveTo>
                  <a:pt x="117" y="80"/>
                </a:moveTo>
                <a:lnTo>
                  <a:pt x="98" y="85"/>
                </a:lnTo>
                <a:lnTo>
                  <a:pt x="85" y="98"/>
                </a:lnTo>
                <a:lnTo>
                  <a:pt x="79" y="117"/>
                </a:lnTo>
                <a:lnTo>
                  <a:pt x="79" y="433"/>
                </a:lnTo>
                <a:lnTo>
                  <a:pt x="85" y="452"/>
                </a:lnTo>
                <a:lnTo>
                  <a:pt x="98" y="465"/>
                </a:lnTo>
                <a:lnTo>
                  <a:pt x="117" y="471"/>
                </a:lnTo>
                <a:lnTo>
                  <a:pt x="941" y="471"/>
                </a:lnTo>
                <a:lnTo>
                  <a:pt x="962" y="465"/>
                </a:lnTo>
                <a:lnTo>
                  <a:pt x="975" y="452"/>
                </a:lnTo>
                <a:lnTo>
                  <a:pt x="981" y="433"/>
                </a:lnTo>
                <a:lnTo>
                  <a:pt x="981" y="117"/>
                </a:lnTo>
                <a:lnTo>
                  <a:pt x="975" y="98"/>
                </a:lnTo>
                <a:lnTo>
                  <a:pt x="962" y="85"/>
                </a:lnTo>
                <a:lnTo>
                  <a:pt x="941" y="80"/>
                </a:lnTo>
                <a:lnTo>
                  <a:pt x="117" y="80"/>
                </a:lnTo>
                <a:close/>
                <a:moveTo>
                  <a:pt x="79" y="0"/>
                </a:moveTo>
                <a:lnTo>
                  <a:pt x="981" y="0"/>
                </a:lnTo>
                <a:lnTo>
                  <a:pt x="1005" y="4"/>
                </a:lnTo>
                <a:lnTo>
                  <a:pt x="1028" y="15"/>
                </a:lnTo>
                <a:lnTo>
                  <a:pt x="1045" y="32"/>
                </a:lnTo>
                <a:lnTo>
                  <a:pt x="1055" y="55"/>
                </a:lnTo>
                <a:lnTo>
                  <a:pt x="1060" y="80"/>
                </a:lnTo>
                <a:lnTo>
                  <a:pt x="1060" y="119"/>
                </a:lnTo>
                <a:lnTo>
                  <a:pt x="1091" y="123"/>
                </a:lnTo>
                <a:lnTo>
                  <a:pt x="1117" y="134"/>
                </a:lnTo>
                <a:lnTo>
                  <a:pt x="1138" y="151"/>
                </a:lnTo>
                <a:lnTo>
                  <a:pt x="1155" y="168"/>
                </a:lnTo>
                <a:lnTo>
                  <a:pt x="1168" y="184"/>
                </a:lnTo>
                <a:lnTo>
                  <a:pt x="1176" y="195"/>
                </a:lnTo>
                <a:lnTo>
                  <a:pt x="1178" y="199"/>
                </a:lnTo>
                <a:lnTo>
                  <a:pt x="1178" y="354"/>
                </a:lnTo>
                <a:lnTo>
                  <a:pt x="1176" y="359"/>
                </a:lnTo>
                <a:lnTo>
                  <a:pt x="1168" y="369"/>
                </a:lnTo>
                <a:lnTo>
                  <a:pt x="1157" y="384"/>
                </a:lnTo>
                <a:lnTo>
                  <a:pt x="1140" y="401"/>
                </a:lnTo>
                <a:lnTo>
                  <a:pt x="1119" y="416"/>
                </a:lnTo>
                <a:lnTo>
                  <a:pt x="1092" y="428"/>
                </a:lnTo>
                <a:lnTo>
                  <a:pt x="1060" y="431"/>
                </a:lnTo>
                <a:lnTo>
                  <a:pt x="1060" y="471"/>
                </a:lnTo>
                <a:lnTo>
                  <a:pt x="1055" y="496"/>
                </a:lnTo>
                <a:lnTo>
                  <a:pt x="1045" y="518"/>
                </a:lnTo>
                <a:lnTo>
                  <a:pt x="1028" y="535"/>
                </a:lnTo>
                <a:lnTo>
                  <a:pt x="1005" y="547"/>
                </a:lnTo>
                <a:lnTo>
                  <a:pt x="981" y="550"/>
                </a:lnTo>
                <a:lnTo>
                  <a:pt x="79" y="550"/>
                </a:lnTo>
                <a:lnTo>
                  <a:pt x="54" y="547"/>
                </a:lnTo>
                <a:lnTo>
                  <a:pt x="32" y="535"/>
                </a:lnTo>
                <a:lnTo>
                  <a:pt x="15" y="518"/>
                </a:lnTo>
                <a:lnTo>
                  <a:pt x="3" y="496"/>
                </a:lnTo>
                <a:lnTo>
                  <a:pt x="0" y="471"/>
                </a:lnTo>
                <a:lnTo>
                  <a:pt x="0" y="80"/>
                </a:lnTo>
                <a:lnTo>
                  <a:pt x="3" y="55"/>
                </a:lnTo>
                <a:lnTo>
                  <a:pt x="15" y="32"/>
                </a:lnTo>
                <a:lnTo>
                  <a:pt x="32" y="15"/>
                </a:lnTo>
                <a:lnTo>
                  <a:pt x="54" y="4"/>
                </a:lnTo>
                <a:lnTo>
                  <a:pt x="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412940" y="1520788"/>
            <a:ext cx="1080000" cy="504244"/>
          </a:xfrm>
          <a:custGeom>
            <a:avLst/>
            <a:gdLst>
              <a:gd name="T0" fmla="*/ 1061 w 1178"/>
              <a:gd name="T1" fmla="*/ 197 h 550"/>
              <a:gd name="T2" fmla="*/ 1099 w 1178"/>
              <a:gd name="T3" fmla="*/ 354 h 550"/>
              <a:gd name="T4" fmla="*/ 119 w 1178"/>
              <a:gd name="T5" fmla="*/ 117 h 550"/>
              <a:gd name="T6" fmla="*/ 272 w 1178"/>
              <a:gd name="T7" fmla="*/ 433 h 550"/>
              <a:gd name="T8" fmla="*/ 119 w 1178"/>
              <a:gd name="T9" fmla="*/ 117 h 550"/>
              <a:gd name="T10" fmla="*/ 98 w 1178"/>
              <a:gd name="T11" fmla="*/ 85 h 550"/>
              <a:gd name="T12" fmla="*/ 79 w 1178"/>
              <a:gd name="T13" fmla="*/ 117 h 550"/>
              <a:gd name="T14" fmla="*/ 85 w 1178"/>
              <a:gd name="T15" fmla="*/ 452 h 550"/>
              <a:gd name="T16" fmla="*/ 119 w 1178"/>
              <a:gd name="T17" fmla="*/ 471 h 550"/>
              <a:gd name="T18" fmla="*/ 962 w 1178"/>
              <a:gd name="T19" fmla="*/ 465 h 550"/>
              <a:gd name="T20" fmla="*/ 981 w 1178"/>
              <a:gd name="T21" fmla="*/ 433 h 550"/>
              <a:gd name="T22" fmla="*/ 976 w 1178"/>
              <a:gd name="T23" fmla="*/ 98 h 550"/>
              <a:gd name="T24" fmla="*/ 942 w 1178"/>
              <a:gd name="T25" fmla="*/ 80 h 550"/>
              <a:gd name="T26" fmla="*/ 79 w 1178"/>
              <a:gd name="T27" fmla="*/ 0 h 550"/>
              <a:gd name="T28" fmla="*/ 1006 w 1178"/>
              <a:gd name="T29" fmla="*/ 4 h 550"/>
              <a:gd name="T30" fmla="*/ 1046 w 1178"/>
              <a:gd name="T31" fmla="*/ 32 h 550"/>
              <a:gd name="T32" fmla="*/ 1061 w 1178"/>
              <a:gd name="T33" fmla="*/ 80 h 550"/>
              <a:gd name="T34" fmla="*/ 1091 w 1178"/>
              <a:gd name="T35" fmla="*/ 123 h 550"/>
              <a:gd name="T36" fmla="*/ 1140 w 1178"/>
              <a:gd name="T37" fmla="*/ 151 h 550"/>
              <a:gd name="T38" fmla="*/ 1169 w 1178"/>
              <a:gd name="T39" fmla="*/ 184 h 550"/>
              <a:gd name="T40" fmla="*/ 1178 w 1178"/>
              <a:gd name="T41" fmla="*/ 199 h 550"/>
              <a:gd name="T42" fmla="*/ 1176 w 1178"/>
              <a:gd name="T43" fmla="*/ 359 h 550"/>
              <a:gd name="T44" fmla="*/ 1157 w 1178"/>
              <a:gd name="T45" fmla="*/ 384 h 550"/>
              <a:gd name="T46" fmla="*/ 1119 w 1178"/>
              <a:gd name="T47" fmla="*/ 416 h 550"/>
              <a:gd name="T48" fmla="*/ 1061 w 1178"/>
              <a:gd name="T49" fmla="*/ 431 h 550"/>
              <a:gd name="T50" fmla="*/ 1057 w 1178"/>
              <a:gd name="T51" fmla="*/ 496 h 550"/>
              <a:gd name="T52" fmla="*/ 1029 w 1178"/>
              <a:gd name="T53" fmla="*/ 535 h 550"/>
              <a:gd name="T54" fmla="*/ 981 w 1178"/>
              <a:gd name="T55" fmla="*/ 550 h 550"/>
              <a:gd name="T56" fmla="*/ 55 w 1178"/>
              <a:gd name="T57" fmla="*/ 547 h 550"/>
              <a:gd name="T58" fmla="*/ 15 w 1178"/>
              <a:gd name="T59" fmla="*/ 518 h 550"/>
              <a:gd name="T60" fmla="*/ 0 w 1178"/>
              <a:gd name="T61" fmla="*/ 471 h 550"/>
              <a:gd name="T62" fmla="*/ 4 w 1178"/>
              <a:gd name="T63" fmla="*/ 55 h 550"/>
              <a:gd name="T64" fmla="*/ 32 w 1178"/>
              <a:gd name="T65" fmla="*/ 15 h 550"/>
              <a:gd name="T66" fmla="*/ 79 w 1178"/>
              <a:gd name="T67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78" h="550">
                <a:moveTo>
                  <a:pt x="1099" y="197"/>
                </a:moveTo>
                <a:lnTo>
                  <a:pt x="1061" y="197"/>
                </a:lnTo>
                <a:lnTo>
                  <a:pt x="1061" y="354"/>
                </a:lnTo>
                <a:lnTo>
                  <a:pt x="1099" y="354"/>
                </a:lnTo>
                <a:lnTo>
                  <a:pt x="1099" y="197"/>
                </a:lnTo>
                <a:close/>
                <a:moveTo>
                  <a:pt x="119" y="117"/>
                </a:moveTo>
                <a:lnTo>
                  <a:pt x="433" y="117"/>
                </a:lnTo>
                <a:lnTo>
                  <a:pt x="272" y="433"/>
                </a:lnTo>
                <a:lnTo>
                  <a:pt x="119" y="433"/>
                </a:lnTo>
                <a:lnTo>
                  <a:pt x="119" y="117"/>
                </a:lnTo>
                <a:close/>
                <a:moveTo>
                  <a:pt x="119" y="80"/>
                </a:moveTo>
                <a:lnTo>
                  <a:pt x="98" y="85"/>
                </a:lnTo>
                <a:lnTo>
                  <a:pt x="85" y="98"/>
                </a:lnTo>
                <a:lnTo>
                  <a:pt x="79" y="117"/>
                </a:lnTo>
                <a:lnTo>
                  <a:pt x="79" y="433"/>
                </a:lnTo>
                <a:lnTo>
                  <a:pt x="85" y="452"/>
                </a:lnTo>
                <a:lnTo>
                  <a:pt x="98" y="465"/>
                </a:lnTo>
                <a:lnTo>
                  <a:pt x="119" y="471"/>
                </a:lnTo>
                <a:lnTo>
                  <a:pt x="942" y="471"/>
                </a:lnTo>
                <a:lnTo>
                  <a:pt x="962" y="465"/>
                </a:lnTo>
                <a:lnTo>
                  <a:pt x="976" y="452"/>
                </a:lnTo>
                <a:lnTo>
                  <a:pt x="981" y="433"/>
                </a:lnTo>
                <a:lnTo>
                  <a:pt x="981" y="117"/>
                </a:lnTo>
                <a:lnTo>
                  <a:pt x="976" y="98"/>
                </a:lnTo>
                <a:lnTo>
                  <a:pt x="962" y="85"/>
                </a:lnTo>
                <a:lnTo>
                  <a:pt x="942" y="80"/>
                </a:lnTo>
                <a:lnTo>
                  <a:pt x="119" y="80"/>
                </a:lnTo>
                <a:close/>
                <a:moveTo>
                  <a:pt x="79" y="0"/>
                </a:moveTo>
                <a:lnTo>
                  <a:pt x="981" y="0"/>
                </a:lnTo>
                <a:lnTo>
                  <a:pt x="1006" y="4"/>
                </a:lnTo>
                <a:lnTo>
                  <a:pt x="1029" y="15"/>
                </a:lnTo>
                <a:lnTo>
                  <a:pt x="1046" y="32"/>
                </a:lnTo>
                <a:lnTo>
                  <a:pt x="1057" y="55"/>
                </a:lnTo>
                <a:lnTo>
                  <a:pt x="1061" y="80"/>
                </a:lnTo>
                <a:lnTo>
                  <a:pt x="1061" y="119"/>
                </a:lnTo>
                <a:lnTo>
                  <a:pt x="1091" y="123"/>
                </a:lnTo>
                <a:lnTo>
                  <a:pt x="1118" y="134"/>
                </a:lnTo>
                <a:lnTo>
                  <a:pt x="1140" y="151"/>
                </a:lnTo>
                <a:lnTo>
                  <a:pt x="1157" y="168"/>
                </a:lnTo>
                <a:lnTo>
                  <a:pt x="1169" y="184"/>
                </a:lnTo>
                <a:lnTo>
                  <a:pt x="1176" y="195"/>
                </a:lnTo>
                <a:lnTo>
                  <a:pt x="1178" y="199"/>
                </a:lnTo>
                <a:lnTo>
                  <a:pt x="1178" y="354"/>
                </a:lnTo>
                <a:lnTo>
                  <a:pt x="1176" y="359"/>
                </a:lnTo>
                <a:lnTo>
                  <a:pt x="1169" y="369"/>
                </a:lnTo>
                <a:lnTo>
                  <a:pt x="1157" y="384"/>
                </a:lnTo>
                <a:lnTo>
                  <a:pt x="1140" y="401"/>
                </a:lnTo>
                <a:lnTo>
                  <a:pt x="1119" y="416"/>
                </a:lnTo>
                <a:lnTo>
                  <a:pt x="1093" y="428"/>
                </a:lnTo>
                <a:lnTo>
                  <a:pt x="1061" y="431"/>
                </a:lnTo>
                <a:lnTo>
                  <a:pt x="1061" y="471"/>
                </a:lnTo>
                <a:lnTo>
                  <a:pt x="1057" y="496"/>
                </a:lnTo>
                <a:lnTo>
                  <a:pt x="1046" y="518"/>
                </a:lnTo>
                <a:lnTo>
                  <a:pt x="1029" y="535"/>
                </a:lnTo>
                <a:lnTo>
                  <a:pt x="1006" y="547"/>
                </a:lnTo>
                <a:lnTo>
                  <a:pt x="981" y="550"/>
                </a:lnTo>
                <a:lnTo>
                  <a:pt x="79" y="550"/>
                </a:lnTo>
                <a:lnTo>
                  <a:pt x="55" y="547"/>
                </a:lnTo>
                <a:lnTo>
                  <a:pt x="32" y="535"/>
                </a:lnTo>
                <a:lnTo>
                  <a:pt x="15" y="518"/>
                </a:lnTo>
                <a:lnTo>
                  <a:pt x="4" y="496"/>
                </a:lnTo>
                <a:lnTo>
                  <a:pt x="0" y="471"/>
                </a:lnTo>
                <a:lnTo>
                  <a:pt x="0" y="80"/>
                </a:lnTo>
                <a:lnTo>
                  <a:pt x="4" y="55"/>
                </a:lnTo>
                <a:lnTo>
                  <a:pt x="15" y="32"/>
                </a:lnTo>
                <a:lnTo>
                  <a:pt x="32" y="15"/>
                </a:lnTo>
                <a:lnTo>
                  <a:pt x="55" y="4"/>
                </a:lnTo>
                <a:lnTo>
                  <a:pt x="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069124" y="1520359"/>
            <a:ext cx="1080000" cy="504673"/>
          </a:xfrm>
          <a:custGeom>
            <a:avLst/>
            <a:gdLst>
              <a:gd name="T0" fmla="*/ 1099 w 1177"/>
              <a:gd name="T1" fmla="*/ 197 h 550"/>
              <a:gd name="T2" fmla="*/ 1059 w 1177"/>
              <a:gd name="T3" fmla="*/ 197 h 550"/>
              <a:gd name="T4" fmla="*/ 1059 w 1177"/>
              <a:gd name="T5" fmla="*/ 354 h 550"/>
              <a:gd name="T6" fmla="*/ 1099 w 1177"/>
              <a:gd name="T7" fmla="*/ 354 h 550"/>
              <a:gd name="T8" fmla="*/ 1099 w 1177"/>
              <a:gd name="T9" fmla="*/ 197 h 550"/>
              <a:gd name="T10" fmla="*/ 118 w 1177"/>
              <a:gd name="T11" fmla="*/ 80 h 550"/>
              <a:gd name="T12" fmla="*/ 97 w 1177"/>
              <a:gd name="T13" fmla="*/ 85 h 550"/>
              <a:gd name="T14" fmla="*/ 84 w 1177"/>
              <a:gd name="T15" fmla="*/ 98 h 550"/>
              <a:gd name="T16" fmla="*/ 78 w 1177"/>
              <a:gd name="T17" fmla="*/ 117 h 550"/>
              <a:gd name="T18" fmla="*/ 78 w 1177"/>
              <a:gd name="T19" fmla="*/ 433 h 550"/>
              <a:gd name="T20" fmla="*/ 84 w 1177"/>
              <a:gd name="T21" fmla="*/ 452 h 550"/>
              <a:gd name="T22" fmla="*/ 97 w 1177"/>
              <a:gd name="T23" fmla="*/ 465 h 550"/>
              <a:gd name="T24" fmla="*/ 118 w 1177"/>
              <a:gd name="T25" fmla="*/ 471 h 550"/>
              <a:gd name="T26" fmla="*/ 942 w 1177"/>
              <a:gd name="T27" fmla="*/ 471 h 550"/>
              <a:gd name="T28" fmla="*/ 961 w 1177"/>
              <a:gd name="T29" fmla="*/ 465 h 550"/>
              <a:gd name="T30" fmla="*/ 976 w 1177"/>
              <a:gd name="T31" fmla="*/ 452 h 550"/>
              <a:gd name="T32" fmla="*/ 980 w 1177"/>
              <a:gd name="T33" fmla="*/ 433 h 550"/>
              <a:gd name="T34" fmla="*/ 980 w 1177"/>
              <a:gd name="T35" fmla="*/ 117 h 550"/>
              <a:gd name="T36" fmla="*/ 976 w 1177"/>
              <a:gd name="T37" fmla="*/ 98 h 550"/>
              <a:gd name="T38" fmla="*/ 961 w 1177"/>
              <a:gd name="T39" fmla="*/ 85 h 550"/>
              <a:gd name="T40" fmla="*/ 942 w 1177"/>
              <a:gd name="T41" fmla="*/ 80 h 550"/>
              <a:gd name="T42" fmla="*/ 118 w 1177"/>
              <a:gd name="T43" fmla="*/ 80 h 550"/>
              <a:gd name="T44" fmla="*/ 78 w 1177"/>
              <a:gd name="T45" fmla="*/ 0 h 550"/>
              <a:gd name="T46" fmla="*/ 980 w 1177"/>
              <a:gd name="T47" fmla="*/ 0 h 550"/>
              <a:gd name="T48" fmla="*/ 1006 w 1177"/>
              <a:gd name="T49" fmla="*/ 4 h 550"/>
              <a:gd name="T50" fmla="*/ 1027 w 1177"/>
              <a:gd name="T51" fmla="*/ 15 h 550"/>
              <a:gd name="T52" fmla="*/ 1044 w 1177"/>
              <a:gd name="T53" fmla="*/ 32 h 550"/>
              <a:gd name="T54" fmla="*/ 1056 w 1177"/>
              <a:gd name="T55" fmla="*/ 55 h 550"/>
              <a:gd name="T56" fmla="*/ 1059 w 1177"/>
              <a:gd name="T57" fmla="*/ 80 h 550"/>
              <a:gd name="T58" fmla="*/ 1059 w 1177"/>
              <a:gd name="T59" fmla="*/ 119 h 550"/>
              <a:gd name="T60" fmla="*/ 1090 w 1177"/>
              <a:gd name="T61" fmla="*/ 123 h 550"/>
              <a:gd name="T62" fmla="*/ 1116 w 1177"/>
              <a:gd name="T63" fmla="*/ 134 h 550"/>
              <a:gd name="T64" fmla="*/ 1139 w 1177"/>
              <a:gd name="T65" fmla="*/ 151 h 550"/>
              <a:gd name="T66" fmla="*/ 1156 w 1177"/>
              <a:gd name="T67" fmla="*/ 168 h 550"/>
              <a:gd name="T68" fmla="*/ 1167 w 1177"/>
              <a:gd name="T69" fmla="*/ 184 h 550"/>
              <a:gd name="T70" fmla="*/ 1175 w 1177"/>
              <a:gd name="T71" fmla="*/ 195 h 550"/>
              <a:gd name="T72" fmla="*/ 1177 w 1177"/>
              <a:gd name="T73" fmla="*/ 199 h 550"/>
              <a:gd name="T74" fmla="*/ 1177 w 1177"/>
              <a:gd name="T75" fmla="*/ 354 h 550"/>
              <a:gd name="T76" fmla="*/ 1175 w 1177"/>
              <a:gd name="T77" fmla="*/ 359 h 550"/>
              <a:gd name="T78" fmla="*/ 1167 w 1177"/>
              <a:gd name="T79" fmla="*/ 369 h 550"/>
              <a:gd name="T80" fmla="*/ 1156 w 1177"/>
              <a:gd name="T81" fmla="*/ 384 h 550"/>
              <a:gd name="T82" fmla="*/ 1141 w 1177"/>
              <a:gd name="T83" fmla="*/ 401 h 550"/>
              <a:gd name="T84" fmla="*/ 1118 w 1177"/>
              <a:gd name="T85" fmla="*/ 416 h 550"/>
              <a:gd name="T86" fmla="*/ 1091 w 1177"/>
              <a:gd name="T87" fmla="*/ 428 h 550"/>
              <a:gd name="T88" fmla="*/ 1059 w 1177"/>
              <a:gd name="T89" fmla="*/ 431 h 550"/>
              <a:gd name="T90" fmla="*/ 1059 w 1177"/>
              <a:gd name="T91" fmla="*/ 471 h 550"/>
              <a:gd name="T92" fmla="*/ 1056 w 1177"/>
              <a:gd name="T93" fmla="*/ 496 h 550"/>
              <a:gd name="T94" fmla="*/ 1044 w 1177"/>
              <a:gd name="T95" fmla="*/ 518 h 550"/>
              <a:gd name="T96" fmla="*/ 1027 w 1177"/>
              <a:gd name="T97" fmla="*/ 535 h 550"/>
              <a:gd name="T98" fmla="*/ 1006 w 1177"/>
              <a:gd name="T99" fmla="*/ 547 h 550"/>
              <a:gd name="T100" fmla="*/ 980 w 1177"/>
              <a:gd name="T101" fmla="*/ 550 h 550"/>
              <a:gd name="T102" fmla="*/ 78 w 1177"/>
              <a:gd name="T103" fmla="*/ 550 h 550"/>
              <a:gd name="T104" fmla="*/ 53 w 1177"/>
              <a:gd name="T105" fmla="*/ 547 h 550"/>
              <a:gd name="T106" fmla="*/ 33 w 1177"/>
              <a:gd name="T107" fmla="*/ 535 h 550"/>
              <a:gd name="T108" fmla="*/ 16 w 1177"/>
              <a:gd name="T109" fmla="*/ 518 h 550"/>
              <a:gd name="T110" fmla="*/ 4 w 1177"/>
              <a:gd name="T111" fmla="*/ 496 h 550"/>
              <a:gd name="T112" fmla="*/ 0 w 1177"/>
              <a:gd name="T113" fmla="*/ 471 h 550"/>
              <a:gd name="T114" fmla="*/ 0 w 1177"/>
              <a:gd name="T115" fmla="*/ 80 h 550"/>
              <a:gd name="T116" fmla="*/ 4 w 1177"/>
              <a:gd name="T117" fmla="*/ 55 h 550"/>
              <a:gd name="T118" fmla="*/ 16 w 1177"/>
              <a:gd name="T119" fmla="*/ 32 h 550"/>
              <a:gd name="T120" fmla="*/ 33 w 1177"/>
              <a:gd name="T121" fmla="*/ 15 h 550"/>
              <a:gd name="T122" fmla="*/ 53 w 1177"/>
              <a:gd name="T123" fmla="*/ 4 h 550"/>
              <a:gd name="T124" fmla="*/ 78 w 1177"/>
              <a:gd name="T125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77" h="550">
                <a:moveTo>
                  <a:pt x="1099" y="197"/>
                </a:moveTo>
                <a:lnTo>
                  <a:pt x="1059" y="197"/>
                </a:lnTo>
                <a:lnTo>
                  <a:pt x="1059" y="354"/>
                </a:lnTo>
                <a:lnTo>
                  <a:pt x="1099" y="354"/>
                </a:lnTo>
                <a:lnTo>
                  <a:pt x="1099" y="197"/>
                </a:lnTo>
                <a:close/>
                <a:moveTo>
                  <a:pt x="118" y="80"/>
                </a:moveTo>
                <a:lnTo>
                  <a:pt x="97" y="85"/>
                </a:lnTo>
                <a:lnTo>
                  <a:pt x="84" y="98"/>
                </a:lnTo>
                <a:lnTo>
                  <a:pt x="78" y="117"/>
                </a:lnTo>
                <a:lnTo>
                  <a:pt x="78" y="433"/>
                </a:lnTo>
                <a:lnTo>
                  <a:pt x="84" y="452"/>
                </a:lnTo>
                <a:lnTo>
                  <a:pt x="97" y="465"/>
                </a:lnTo>
                <a:lnTo>
                  <a:pt x="118" y="471"/>
                </a:lnTo>
                <a:lnTo>
                  <a:pt x="942" y="471"/>
                </a:lnTo>
                <a:lnTo>
                  <a:pt x="961" y="465"/>
                </a:lnTo>
                <a:lnTo>
                  <a:pt x="976" y="452"/>
                </a:lnTo>
                <a:lnTo>
                  <a:pt x="980" y="433"/>
                </a:lnTo>
                <a:lnTo>
                  <a:pt x="980" y="117"/>
                </a:lnTo>
                <a:lnTo>
                  <a:pt x="976" y="98"/>
                </a:lnTo>
                <a:lnTo>
                  <a:pt x="961" y="85"/>
                </a:lnTo>
                <a:lnTo>
                  <a:pt x="942" y="80"/>
                </a:lnTo>
                <a:lnTo>
                  <a:pt x="118" y="80"/>
                </a:lnTo>
                <a:close/>
                <a:moveTo>
                  <a:pt x="78" y="0"/>
                </a:moveTo>
                <a:lnTo>
                  <a:pt x="980" y="0"/>
                </a:lnTo>
                <a:lnTo>
                  <a:pt x="1006" y="4"/>
                </a:lnTo>
                <a:lnTo>
                  <a:pt x="1027" y="15"/>
                </a:lnTo>
                <a:lnTo>
                  <a:pt x="1044" y="32"/>
                </a:lnTo>
                <a:lnTo>
                  <a:pt x="1056" y="55"/>
                </a:lnTo>
                <a:lnTo>
                  <a:pt x="1059" y="80"/>
                </a:lnTo>
                <a:lnTo>
                  <a:pt x="1059" y="119"/>
                </a:lnTo>
                <a:lnTo>
                  <a:pt x="1090" y="123"/>
                </a:lnTo>
                <a:lnTo>
                  <a:pt x="1116" y="134"/>
                </a:lnTo>
                <a:lnTo>
                  <a:pt x="1139" y="151"/>
                </a:lnTo>
                <a:lnTo>
                  <a:pt x="1156" y="168"/>
                </a:lnTo>
                <a:lnTo>
                  <a:pt x="1167" y="184"/>
                </a:lnTo>
                <a:lnTo>
                  <a:pt x="1175" y="195"/>
                </a:lnTo>
                <a:lnTo>
                  <a:pt x="1177" y="199"/>
                </a:lnTo>
                <a:lnTo>
                  <a:pt x="1177" y="354"/>
                </a:lnTo>
                <a:lnTo>
                  <a:pt x="1175" y="359"/>
                </a:lnTo>
                <a:lnTo>
                  <a:pt x="1167" y="369"/>
                </a:lnTo>
                <a:lnTo>
                  <a:pt x="1156" y="384"/>
                </a:lnTo>
                <a:lnTo>
                  <a:pt x="1141" y="401"/>
                </a:lnTo>
                <a:lnTo>
                  <a:pt x="1118" y="416"/>
                </a:lnTo>
                <a:lnTo>
                  <a:pt x="1091" y="428"/>
                </a:lnTo>
                <a:lnTo>
                  <a:pt x="1059" y="431"/>
                </a:lnTo>
                <a:lnTo>
                  <a:pt x="1059" y="471"/>
                </a:lnTo>
                <a:lnTo>
                  <a:pt x="1056" y="496"/>
                </a:lnTo>
                <a:lnTo>
                  <a:pt x="1044" y="518"/>
                </a:lnTo>
                <a:lnTo>
                  <a:pt x="1027" y="535"/>
                </a:lnTo>
                <a:lnTo>
                  <a:pt x="1006" y="547"/>
                </a:lnTo>
                <a:lnTo>
                  <a:pt x="980" y="550"/>
                </a:lnTo>
                <a:lnTo>
                  <a:pt x="78" y="550"/>
                </a:lnTo>
                <a:lnTo>
                  <a:pt x="53" y="547"/>
                </a:lnTo>
                <a:lnTo>
                  <a:pt x="33" y="535"/>
                </a:lnTo>
                <a:lnTo>
                  <a:pt x="16" y="518"/>
                </a:lnTo>
                <a:lnTo>
                  <a:pt x="4" y="496"/>
                </a:lnTo>
                <a:lnTo>
                  <a:pt x="0" y="471"/>
                </a:lnTo>
                <a:lnTo>
                  <a:pt x="0" y="80"/>
                </a:lnTo>
                <a:lnTo>
                  <a:pt x="4" y="55"/>
                </a:lnTo>
                <a:lnTo>
                  <a:pt x="16" y="32"/>
                </a:lnTo>
                <a:lnTo>
                  <a:pt x="33" y="15"/>
                </a:lnTo>
                <a:lnTo>
                  <a:pt x="53" y="4"/>
                </a:lnTo>
                <a:lnTo>
                  <a:pt x="7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996036" y="1232695"/>
            <a:ext cx="539083" cy="1080000"/>
          </a:xfrm>
          <a:custGeom>
            <a:avLst/>
            <a:gdLst>
              <a:gd name="T0" fmla="*/ 355 w 588"/>
              <a:gd name="T1" fmla="*/ 202 h 1178"/>
              <a:gd name="T2" fmla="*/ 119 w 588"/>
              <a:gd name="T3" fmla="*/ 673 h 1178"/>
              <a:gd name="T4" fmla="*/ 323 w 588"/>
              <a:gd name="T5" fmla="*/ 673 h 1178"/>
              <a:gd name="T6" fmla="*/ 181 w 588"/>
              <a:gd name="T7" fmla="*/ 1082 h 1178"/>
              <a:gd name="T8" fmla="*/ 473 w 588"/>
              <a:gd name="T9" fmla="*/ 583 h 1178"/>
              <a:gd name="T10" fmla="*/ 234 w 588"/>
              <a:gd name="T11" fmla="*/ 583 h 1178"/>
              <a:gd name="T12" fmla="*/ 355 w 588"/>
              <a:gd name="T13" fmla="*/ 202 h 1178"/>
              <a:gd name="T14" fmla="*/ 210 w 588"/>
              <a:gd name="T15" fmla="*/ 0 h 1178"/>
              <a:gd name="T16" fmla="*/ 376 w 588"/>
              <a:gd name="T17" fmla="*/ 0 h 1178"/>
              <a:gd name="T18" fmla="*/ 378 w 588"/>
              <a:gd name="T19" fmla="*/ 0 h 1178"/>
              <a:gd name="T20" fmla="*/ 382 w 588"/>
              <a:gd name="T21" fmla="*/ 2 h 1178"/>
              <a:gd name="T22" fmla="*/ 389 w 588"/>
              <a:gd name="T23" fmla="*/ 4 h 1178"/>
              <a:gd name="T24" fmla="*/ 397 w 588"/>
              <a:gd name="T25" fmla="*/ 10 h 1178"/>
              <a:gd name="T26" fmla="*/ 405 w 588"/>
              <a:gd name="T27" fmla="*/ 19 h 1178"/>
              <a:gd name="T28" fmla="*/ 412 w 588"/>
              <a:gd name="T29" fmla="*/ 34 h 1178"/>
              <a:gd name="T30" fmla="*/ 416 w 588"/>
              <a:gd name="T31" fmla="*/ 55 h 1178"/>
              <a:gd name="T32" fmla="*/ 418 w 588"/>
              <a:gd name="T33" fmla="*/ 85 h 1178"/>
              <a:gd name="T34" fmla="*/ 505 w 588"/>
              <a:gd name="T35" fmla="*/ 85 h 1178"/>
              <a:gd name="T36" fmla="*/ 531 w 588"/>
              <a:gd name="T37" fmla="*/ 89 h 1178"/>
              <a:gd name="T38" fmla="*/ 554 w 588"/>
              <a:gd name="T39" fmla="*/ 100 h 1178"/>
              <a:gd name="T40" fmla="*/ 571 w 588"/>
              <a:gd name="T41" fmla="*/ 119 h 1178"/>
              <a:gd name="T42" fmla="*/ 584 w 588"/>
              <a:gd name="T43" fmla="*/ 142 h 1178"/>
              <a:gd name="T44" fmla="*/ 588 w 588"/>
              <a:gd name="T45" fmla="*/ 168 h 1178"/>
              <a:gd name="T46" fmla="*/ 588 w 588"/>
              <a:gd name="T47" fmla="*/ 1093 h 1178"/>
              <a:gd name="T48" fmla="*/ 584 w 588"/>
              <a:gd name="T49" fmla="*/ 1120 h 1178"/>
              <a:gd name="T50" fmla="*/ 571 w 588"/>
              <a:gd name="T51" fmla="*/ 1144 h 1178"/>
              <a:gd name="T52" fmla="*/ 554 w 588"/>
              <a:gd name="T53" fmla="*/ 1161 h 1178"/>
              <a:gd name="T54" fmla="*/ 531 w 588"/>
              <a:gd name="T55" fmla="*/ 1175 h 1178"/>
              <a:gd name="T56" fmla="*/ 505 w 588"/>
              <a:gd name="T57" fmla="*/ 1178 h 1178"/>
              <a:gd name="T58" fmla="*/ 83 w 588"/>
              <a:gd name="T59" fmla="*/ 1178 h 1178"/>
              <a:gd name="T60" fmla="*/ 57 w 588"/>
              <a:gd name="T61" fmla="*/ 1175 h 1178"/>
              <a:gd name="T62" fmla="*/ 34 w 588"/>
              <a:gd name="T63" fmla="*/ 1161 h 1178"/>
              <a:gd name="T64" fmla="*/ 15 w 588"/>
              <a:gd name="T65" fmla="*/ 1144 h 1178"/>
              <a:gd name="T66" fmla="*/ 4 w 588"/>
              <a:gd name="T67" fmla="*/ 1120 h 1178"/>
              <a:gd name="T68" fmla="*/ 0 w 588"/>
              <a:gd name="T69" fmla="*/ 1093 h 1178"/>
              <a:gd name="T70" fmla="*/ 0 w 588"/>
              <a:gd name="T71" fmla="*/ 168 h 1178"/>
              <a:gd name="T72" fmla="*/ 4 w 588"/>
              <a:gd name="T73" fmla="*/ 142 h 1178"/>
              <a:gd name="T74" fmla="*/ 15 w 588"/>
              <a:gd name="T75" fmla="*/ 119 h 1178"/>
              <a:gd name="T76" fmla="*/ 34 w 588"/>
              <a:gd name="T77" fmla="*/ 100 h 1178"/>
              <a:gd name="T78" fmla="*/ 57 w 588"/>
              <a:gd name="T79" fmla="*/ 89 h 1178"/>
              <a:gd name="T80" fmla="*/ 83 w 588"/>
              <a:gd name="T81" fmla="*/ 85 h 1178"/>
              <a:gd name="T82" fmla="*/ 168 w 588"/>
              <a:gd name="T83" fmla="*/ 85 h 1178"/>
              <a:gd name="T84" fmla="*/ 170 w 588"/>
              <a:gd name="T85" fmla="*/ 57 h 1178"/>
              <a:gd name="T86" fmla="*/ 176 w 588"/>
              <a:gd name="T87" fmla="*/ 36 h 1178"/>
              <a:gd name="T88" fmla="*/ 181 w 588"/>
              <a:gd name="T89" fmla="*/ 21 h 1178"/>
              <a:gd name="T90" fmla="*/ 189 w 588"/>
              <a:gd name="T91" fmla="*/ 11 h 1178"/>
              <a:gd name="T92" fmla="*/ 197 w 588"/>
              <a:gd name="T93" fmla="*/ 6 h 1178"/>
              <a:gd name="T94" fmla="*/ 202 w 588"/>
              <a:gd name="T95" fmla="*/ 2 h 1178"/>
              <a:gd name="T96" fmla="*/ 208 w 588"/>
              <a:gd name="T97" fmla="*/ 0 h 1178"/>
              <a:gd name="T98" fmla="*/ 210 w 588"/>
              <a:gd name="T99" fmla="*/ 0 h 1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88" h="1178">
                <a:moveTo>
                  <a:pt x="355" y="202"/>
                </a:moveTo>
                <a:lnTo>
                  <a:pt x="119" y="673"/>
                </a:lnTo>
                <a:lnTo>
                  <a:pt x="323" y="673"/>
                </a:lnTo>
                <a:lnTo>
                  <a:pt x="181" y="1082"/>
                </a:lnTo>
                <a:lnTo>
                  <a:pt x="473" y="583"/>
                </a:lnTo>
                <a:lnTo>
                  <a:pt x="234" y="583"/>
                </a:lnTo>
                <a:lnTo>
                  <a:pt x="355" y="202"/>
                </a:lnTo>
                <a:close/>
                <a:moveTo>
                  <a:pt x="210" y="0"/>
                </a:moveTo>
                <a:lnTo>
                  <a:pt x="376" y="0"/>
                </a:lnTo>
                <a:lnTo>
                  <a:pt x="378" y="0"/>
                </a:lnTo>
                <a:lnTo>
                  <a:pt x="382" y="2"/>
                </a:lnTo>
                <a:lnTo>
                  <a:pt x="389" y="4"/>
                </a:lnTo>
                <a:lnTo>
                  <a:pt x="397" y="10"/>
                </a:lnTo>
                <a:lnTo>
                  <a:pt x="405" y="19"/>
                </a:lnTo>
                <a:lnTo>
                  <a:pt x="412" y="34"/>
                </a:lnTo>
                <a:lnTo>
                  <a:pt x="416" y="55"/>
                </a:lnTo>
                <a:lnTo>
                  <a:pt x="418" y="85"/>
                </a:lnTo>
                <a:lnTo>
                  <a:pt x="505" y="85"/>
                </a:lnTo>
                <a:lnTo>
                  <a:pt x="531" y="89"/>
                </a:lnTo>
                <a:lnTo>
                  <a:pt x="554" y="100"/>
                </a:lnTo>
                <a:lnTo>
                  <a:pt x="571" y="119"/>
                </a:lnTo>
                <a:lnTo>
                  <a:pt x="584" y="142"/>
                </a:lnTo>
                <a:lnTo>
                  <a:pt x="588" y="168"/>
                </a:lnTo>
                <a:lnTo>
                  <a:pt x="588" y="1093"/>
                </a:lnTo>
                <a:lnTo>
                  <a:pt x="584" y="1120"/>
                </a:lnTo>
                <a:lnTo>
                  <a:pt x="571" y="1144"/>
                </a:lnTo>
                <a:lnTo>
                  <a:pt x="554" y="1161"/>
                </a:lnTo>
                <a:lnTo>
                  <a:pt x="531" y="1175"/>
                </a:lnTo>
                <a:lnTo>
                  <a:pt x="505" y="1178"/>
                </a:lnTo>
                <a:lnTo>
                  <a:pt x="83" y="1178"/>
                </a:lnTo>
                <a:lnTo>
                  <a:pt x="57" y="1175"/>
                </a:lnTo>
                <a:lnTo>
                  <a:pt x="34" y="1161"/>
                </a:lnTo>
                <a:lnTo>
                  <a:pt x="15" y="1144"/>
                </a:lnTo>
                <a:lnTo>
                  <a:pt x="4" y="1120"/>
                </a:lnTo>
                <a:lnTo>
                  <a:pt x="0" y="1093"/>
                </a:lnTo>
                <a:lnTo>
                  <a:pt x="0" y="168"/>
                </a:lnTo>
                <a:lnTo>
                  <a:pt x="4" y="142"/>
                </a:lnTo>
                <a:lnTo>
                  <a:pt x="15" y="119"/>
                </a:lnTo>
                <a:lnTo>
                  <a:pt x="34" y="100"/>
                </a:lnTo>
                <a:lnTo>
                  <a:pt x="57" y="89"/>
                </a:lnTo>
                <a:lnTo>
                  <a:pt x="83" y="85"/>
                </a:lnTo>
                <a:lnTo>
                  <a:pt x="168" y="85"/>
                </a:lnTo>
                <a:lnTo>
                  <a:pt x="170" y="57"/>
                </a:lnTo>
                <a:lnTo>
                  <a:pt x="176" y="36"/>
                </a:lnTo>
                <a:lnTo>
                  <a:pt x="181" y="21"/>
                </a:lnTo>
                <a:lnTo>
                  <a:pt x="189" y="11"/>
                </a:lnTo>
                <a:lnTo>
                  <a:pt x="197" y="6"/>
                </a:lnTo>
                <a:lnTo>
                  <a:pt x="202" y="2"/>
                </a:lnTo>
                <a:lnTo>
                  <a:pt x="208" y="0"/>
                </a:lnTo>
                <a:lnTo>
                  <a:pt x="21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/>
          </p:cNvSpPr>
          <p:nvPr/>
        </p:nvSpPr>
        <p:spPr bwMode="auto">
          <a:xfrm>
            <a:off x="1364029" y="2889977"/>
            <a:ext cx="553305" cy="1080000"/>
          </a:xfrm>
          <a:custGeom>
            <a:avLst/>
            <a:gdLst>
              <a:gd name="T0" fmla="*/ 380 w 603"/>
              <a:gd name="T1" fmla="*/ 0 h 1177"/>
              <a:gd name="T2" fmla="*/ 223 w 603"/>
              <a:gd name="T3" fmla="*/ 496 h 1177"/>
              <a:gd name="T4" fmla="*/ 603 w 603"/>
              <a:gd name="T5" fmla="*/ 496 h 1177"/>
              <a:gd name="T6" fmla="*/ 146 w 603"/>
              <a:gd name="T7" fmla="*/ 1177 h 1177"/>
              <a:gd name="T8" fmla="*/ 338 w 603"/>
              <a:gd name="T9" fmla="*/ 647 h 1177"/>
              <a:gd name="T10" fmla="*/ 0 w 603"/>
              <a:gd name="T11" fmla="*/ 647 h 1177"/>
              <a:gd name="T12" fmla="*/ 380 w 603"/>
              <a:gd name="T13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03" h="1177">
                <a:moveTo>
                  <a:pt x="380" y="0"/>
                </a:moveTo>
                <a:lnTo>
                  <a:pt x="223" y="496"/>
                </a:lnTo>
                <a:lnTo>
                  <a:pt x="603" y="496"/>
                </a:lnTo>
                <a:lnTo>
                  <a:pt x="146" y="1177"/>
                </a:lnTo>
                <a:lnTo>
                  <a:pt x="338" y="647"/>
                </a:lnTo>
                <a:lnTo>
                  <a:pt x="0" y="647"/>
                </a:lnTo>
                <a:lnTo>
                  <a:pt x="38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756876" y="2889977"/>
            <a:ext cx="1080000" cy="1080000"/>
          </a:xfrm>
          <a:custGeom>
            <a:avLst/>
            <a:gdLst>
              <a:gd name="T0" fmla="*/ 571 w 1177"/>
              <a:gd name="T1" fmla="*/ 632 h 1177"/>
              <a:gd name="T2" fmla="*/ 607 w 1177"/>
              <a:gd name="T3" fmla="*/ 632 h 1177"/>
              <a:gd name="T4" fmla="*/ 636 w 1177"/>
              <a:gd name="T5" fmla="*/ 588 h 1177"/>
              <a:gd name="T6" fmla="*/ 630 w 1177"/>
              <a:gd name="T7" fmla="*/ 568 h 1177"/>
              <a:gd name="T8" fmla="*/ 558 w 1177"/>
              <a:gd name="T9" fmla="*/ 556 h 1177"/>
              <a:gd name="T10" fmla="*/ 545 w 1177"/>
              <a:gd name="T11" fmla="*/ 600 h 1177"/>
              <a:gd name="T12" fmla="*/ 607 w 1177"/>
              <a:gd name="T13" fmla="*/ 547 h 1177"/>
              <a:gd name="T14" fmla="*/ 772 w 1177"/>
              <a:gd name="T15" fmla="*/ 498 h 1177"/>
              <a:gd name="T16" fmla="*/ 730 w 1177"/>
              <a:gd name="T17" fmla="*/ 526 h 1177"/>
              <a:gd name="T18" fmla="*/ 730 w 1177"/>
              <a:gd name="T19" fmla="*/ 607 h 1177"/>
              <a:gd name="T20" fmla="*/ 772 w 1177"/>
              <a:gd name="T21" fmla="*/ 634 h 1177"/>
              <a:gd name="T22" fmla="*/ 987 w 1177"/>
              <a:gd name="T23" fmla="*/ 621 h 1177"/>
              <a:gd name="T24" fmla="*/ 1001 w 1177"/>
              <a:gd name="T25" fmla="*/ 543 h 1177"/>
              <a:gd name="T26" fmla="*/ 972 w 1177"/>
              <a:gd name="T27" fmla="*/ 501 h 1177"/>
              <a:gd name="T28" fmla="*/ 225 w 1177"/>
              <a:gd name="T29" fmla="*/ 498 h 1177"/>
              <a:gd name="T30" fmla="*/ 184 w 1177"/>
              <a:gd name="T31" fmla="*/ 526 h 1177"/>
              <a:gd name="T32" fmla="*/ 184 w 1177"/>
              <a:gd name="T33" fmla="*/ 607 h 1177"/>
              <a:gd name="T34" fmla="*/ 225 w 1177"/>
              <a:gd name="T35" fmla="*/ 634 h 1177"/>
              <a:gd name="T36" fmla="*/ 441 w 1177"/>
              <a:gd name="T37" fmla="*/ 621 h 1177"/>
              <a:gd name="T38" fmla="*/ 454 w 1177"/>
              <a:gd name="T39" fmla="*/ 543 h 1177"/>
              <a:gd name="T40" fmla="*/ 428 w 1177"/>
              <a:gd name="T41" fmla="*/ 501 h 1177"/>
              <a:gd name="T42" fmla="*/ 543 w 1177"/>
              <a:gd name="T43" fmla="*/ 0 h 1177"/>
              <a:gd name="T44" fmla="*/ 577 w 1177"/>
              <a:gd name="T45" fmla="*/ 134 h 1177"/>
              <a:gd name="T46" fmla="*/ 624 w 1177"/>
              <a:gd name="T47" fmla="*/ 125 h 1177"/>
              <a:gd name="T48" fmla="*/ 640 w 1177"/>
              <a:gd name="T49" fmla="*/ 4 h 1177"/>
              <a:gd name="T50" fmla="*/ 674 w 1177"/>
              <a:gd name="T51" fmla="*/ 4 h 1177"/>
              <a:gd name="T52" fmla="*/ 829 w 1177"/>
              <a:gd name="T53" fmla="*/ 49 h 1177"/>
              <a:gd name="T54" fmla="*/ 997 w 1177"/>
              <a:gd name="T55" fmla="*/ 163 h 1177"/>
              <a:gd name="T56" fmla="*/ 1052 w 1177"/>
              <a:gd name="T57" fmla="*/ 405 h 1177"/>
              <a:gd name="T58" fmla="*/ 1109 w 1177"/>
              <a:gd name="T59" fmla="*/ 407 h 1177"/>
              <a:gd name="T60" fmla="*/ 1156 w 1177"/>
              <a:gd name="T61" fmla="*/ 450 h 1177"/>
              <a:gd name="T62" fmla="*/ 1177 w 1177"/>
              <a:gd name="T63" fmla="*/ 588 h 1177"/>
              <a:gd name="T64" fmla="*/ 1143 w 1177"/>
              <a:gd name="T65" fmla="*/ 770 h 1177"/>
              <a:gd name="T66" fmla="*/ 1078 w 1177"/>
              <a:gd name="T67" fmla="*/ 768 h 1177"/>
              <a:gd name="T68" fmla="*/ 1042 w 1177"/>
              <a:gd name="T69" fmla="*/ 768 h 1177"/>
              <a:gd name="T70" fmla="*/ 1042 w 1177"/>
              <a:gd name="T71" fmla="*/ 812 h 1177"/>
              <a:gd name="T72" fmla="*/ 1042 w 1177"/>
              <a:gd name="T73" fmla="*/ 902 h 1177"/>
              <a:gd name="T74" fmla="*/ 1042 w 1177"/>
              <a:gd name="T75" fmla="*/ 967 h 1177"/>
              <a:gd name="T76" fmla="*/ 895 w 1177"/>
              <a:gd name="T77" fmla="*/ 1095 h 1177"/>
              <a:gd name="T78" fmla="*/ 710 w 1177"/>
              <a:gd name="T79" fmla="*/ 1167 h 1177"/>
              <a:gd name="T80" fmla="*/ 638 w 1177"/>
              <a:gd name="T81" fmla="*/ 1158 h 1177"/>
              <a:gd name="T82" fmla="*/ 638 w 1177"/>
              <a:gd name="T83" fmla="*/ 1095 h 1177"/>
              <a:gd name="T84" fmla="*/ 638 w 1177"/>
              <a:gd name="T85" fmla="*/ 1057 h 1177"/>
              <a:gd name="T86" fmla="*/ 573 w 1177"/>
              <a:gd name="T87" fmla="*/ 1042 h 1177"/>
              <a:gd name="T88" fmla="*/ 543 w 1177"/>
              <a:gd name="T89" fmla="*/ 1056 h 1177"/>
              <a:gd name="T90" fmla="*/ 543 w 1177"/>
              <a:gd name="T91" fmla="*/ 1103 h 1177"/>
              <a:gd name="T92" fmla="*/ 545 w 1177"/>
              <a:gd name="T93" fmla="*/ 1177 h 1177"/>
              <a:gd name="T94" fmla="*/ 345 w 1177"/>
              <a:gd name="T95" fmla="*/ 1129 h 1177"/>
              <a:gd name="T96" fmla="*/ 186 w 1177"/>
              <a:gd name="T97" fmla="*/ 1016 h 1177"/>
              <a:gd name="T98" fmla="*/ 131 w 1177"/>
              <a:gd name="T99" fmla="*/ 768 h 1177"/>
              <a:gd name="T100" fmla="*/ 67 w 1177"/>
              <a:gd name="T101" fmla="*/ 768 h 1177"/>
              <a:gd name="T102" fmla="*/ 19 w 1177"/>
              <a:gd name="T103" fmla="*/ 743 h 1177"/>
              <a:gd name="T104" fmla="*/ 6 w 1177"/>
              <a:gd name="T105" fmla="*/ 656 h 1177"/>
              <a:gd name="T106" fmla="*/ 0 w 1177"/>
              <a:gd name="T107" fmla="*/ 592 h 1177"/>
              <a:gd name="T108" fmla="*/ 2 w 1177"/>
              <a:gd name="T109" fmla="*/ 564 h 1177"/>
              <a:gd name="T110" fmla="*/ 14 w 1177"/>
              <a:gd name="T111" fmla="*/ 473 h 1177"/>
              <a:gd name="T112" fmla="*/ 140 w 1177"/>
              <a:gd name="T113" fmla="*/ 407 h 1177"/>
              <a:gd name="T114" fmla="*/ 140 w 1177"/>
              <a:gd name="T115" fmla="*/ 361 h 1177"/>
              <a:gd name="T116" fmla="*/ 140 w 1177"/>
              <a:gd name="T117" fmla="*/ 271 h 1177"/>
              <a:gd name="T118" fmla="*/ 140 w 1177"/>
              <a:gd name="T119" fmla="*/ 204 h 1177"/>
              <a:gd name="T120" fmla="*/ 295 w 1177"/>
              <a:gd name="T121" fmla="*/ 74 h 1177"/>
              <a:gd name="T122" fmla="*/ 490 w 1177"/>
              <a:gd name="T123" fmla="*/ 6 h 1177"/>
              <a:gd name="T124" fmla="*/ 528 w 1177"/>
              <a:gd name="T125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77" h="1177">
                <a:moveTo>
                  <a:pt x="630" y="568"/>
                </a:moveTo>
                <a:lnTo>
                  <a:pt x="564" y="626"/>
                </a:lnTo>
                <a:lnTo>
                  <a:pt x="571" y="632"/>
                </a:lnTo>
                <a:lnTo>
                  <a:pt x="581" y="634"/>
                </a:lnTo>
                <a:lnTo>
                  <a:pt x="590" y="634"/>
                </a:lnTo>
                <a:lnTo>
                  <a:pt x="607" y="632"/>
                </a:lnTo>
                <a:lnTo>
                  <a:pt x="623" y="621"/>
                </a:lnTo>
                <a:lnTo>
                  <a:pt x="632" y="607"/>
                </a:lnTo>
                <a:lnTo>
                  <a:pt x="636" y="588"/>
                </a:lnTo>
                <a:lnTo>
                  <a:pt x="634" y="581"/>
                </a:lnTo>
                <a:lnTo>
                  <a:pt x="632" y="573"/>
                </a:lnTo>
                <a:lnTo>
                  <a:pt x="630" y="568"/>
                </a:lnTo>
                <a:close/>
                <a:moveTo>
                  <a:pt x="590" y="543"/>
                </a:moveTo>
                <a:lnTo>
                  <a:pt x="571" y="547"/>
                </a:lnTo>
                <a:lnTo>
                  <a:pt x="558" y="556"/>
                </a:lnTo>
                <a:lnTo>
                  <a:pt x="549" y="571"/>
                </a:lnTo>
                <a:lnTo>
                  <a:pt x="545" y="588"/>
                </a:lnTo>
                <a:lnTo>
                  <a:pt x="545" y="600"/>
                </a:lnTo>
                <a:lnTo>
                  <a:pt x="549" y="611"/>
                </a:lnTo>
                <a:lnTo>
                  <a:pt x="615" y="551"/>
                </a:lnTo>
                <a:lnTo>
                  <a:pt x="607" y="547"/>
                </a:lnTo>
                <a:lnTo>
                  <a:pt x="598" y="545"/>
                </a:lnTo>
                <a:lnTo>
                  <a:pt x="590" y="543"/>
                </a:lnTo>
                <a:close/>
                <a:moveTo>
                  <a:pt x="772" y="498"/>
                </a:moveTo>
                <a:lnTo>
                  <a:pt x="753" y="501"/>
                </a:lnTo>
                <a:lnTo>
                  <a:pt x="740" y="511"/>
                </a:lnTo>
                <a:lnTo>
                  <a:pt x="730" y="526"/>
                </a:lnTo>
                <a:lnTo>
                  <a:pt x="727" y="543"/>
                </a:lnTo>
                <a:lnTo>
                  <a:pt x="727" y="588"/>
                </a:lnTo>
                <a:lnTo>
                  <a:pt x="730" y="607"/>
                </a:lnTo>
                <a:lnTo>
                  <a:pt x="740" y="621"/>
                </a:lnTo>
                <a:lnTo>
                  <a:pt x="753" y="632"/>
                </a:lnTo>
                <a:lnTo>
                  <a:pt x="772" y="634"/>
                </a:lnTo>
                <a:lnTo>
                  <a:pt x="955" y="634"/>
                </a:lnTo>
                <a:lnTo>
                  <a:pt x="972" y="632"/>
                </a:lnTo>
                <a:lnTo>
                  <a:pt x="987" y="621"/>
                </a:lnTo>
                <a:lnTo>
                  <a:pt x="997" y="607"/>
                </a:lnTo>
                <a:lnTo>
                  <a:pt x="1001" y="588"/>
                </a:lnTo>
                <a:lnTo>
                  <a:pt x="1001" y="543"/>
                </a:lnTo>
                <a:lnTo>
                  <a:pt x="997" y="526"/>
                </a:lnTo>
                <a:lnTo>
                  <a:pt x="987" y="511"/>
                </a:lnTo>
                <a:lnTo>
                  <a:pt x="972" y="501"/>
                </a:lnTo>
                <a:lnTo>
                  <a:pt x="955" y="498"/>
                </a:lnTo>
                <a:lnTo>
                  <a:pt x="772" y="498"/>
                </a:lnTo>
                <a:close/>
                <a:moveTo>
                  <a:pt x="225" y="498"/>
                </a:moveTo>
                <a:lnTo>
                  <a:pt x="208" y="501"/>
                </a:lnTo>
                <a:lnTo>
                  <a:pt x="193" y="511"/>
                </a:lnTo>
                <a:lnTo>
                  <a:pt x="184" y="526"/>
                </a:lnTo>
                <a:lnTo>
                  <a:pt x="180" y="543"/>
                </a:lnTo>
                <a:lnTo>
                  <a:pt x="180" y="588"/>
                </a:lnTo>
                <a:lnTo>
                  <a:pt x="184" y="607"/>
                </a:lnTo>
                <a:lnTo>
                  <a:pt x="193" y="621"/>
                </a:lnTo>
                <a:lnTo>
                  <a:pt x="208" y="632"/>
                </a:lnTo>
                <a:lnTo>
                  <a:pt x="225" y="634"/>
                </a:lnTo>
                <a:lnTo>
                  <a:pt x="409" y="634"/>
                </a:lnTo>
                <a:lnTo>
                  <a:pt x="428" y="632"/>
                </a:lnTo>
                <a:lnTo>
                  <a:pt x="441" y="621"/>
                </a:lnTo>
                <a:lnTo>
                  <a:pt x="450" y="607"/>
                </a:lnTo>
                <a:lnTo>
                  <a:pt x="454" y="588"/>
                </a:lnTo>
                <a:lnTo>
                  <a:pt x="454" y="543"/>
                </a:lnTo>
                <a:lnTo>
                  <a:pt x="450" y="526"/>
                </a:lnTo>
                <a:lnTo>
                  <a:pt x="441" y="511"/>
                </a:lnTo>
                <a:lnTo>
                  <a:pt x="428" y="501"/>
                </a:lnTo>
                <a:lnTo>
                  <a:pt x="409" y="498"/>
                </a:lnTo>
                <a:lnTo>
                  <a:pt x="225" y="498"/>
                </a:lnTo>
                <a:close/>
                <a:moveTo>
                  <a:pt x="543" y="0"/>
                </a:moveTo>
                <a:lnTo>
                  <a:pt x="543" y="117"/>
                </a:lnTo>
                <a:lnTo>
                  <a:pt x="560" y="131"/>
                </a:lnTo>
                <a:lnTo>
                  <a:pt x="577" y="134"/>
                </a:lnTo>
                <a:lnTo>
                  <a:pt x="596" y="134"/>
                </a:lnTo>
                <a:lnTo>
                  <a:pt x="611" y="131"/>
                </a:lnTo>
                <a:lnTo>
                  <a:pt x="624" y="125"/>
                </a:lnTo>
                <a:lnTo>
                  <a:pt x="634" y="121"/>
                </a:lnTo>
                <a:lnTo>
                  <a:pt x="638" y="117"/>
                </a:lnTo>
                <a:lnTo>
                  <a:pt x="640" y="4"/>
                </a:lnTo>
                <a:lnTo>
                  <a:pt x="643" y="4"/>
                </a:lnTo>
                <a:lnTo>
                  <a:pt x="655" y="4"/>
                </a:lnTo>
                <a:lnTo>
                  <a:pt x="674" y="4"/>
                </a:lnTo>
                <a:lnTo>
                  <a:pt x="698" y="8"/>
                </a:lnTo>
                <a:lnTo>
                  <a:pt x="766" y="25"/>
                </a:lnTo>
                <a:lnTo>
                  <a:pt x="829" y="49"/>
                </a:lnTo>
                <a:lnTo>
                  <a:pt x="889" y="81"/>
                </a:lnTo>
                <a:lnTo>
                  <a:pt x="946" y="119"/>
                </a:lnTo>
                <a:lnTo>
                  <a:pt x="997" y="163"/>
                </a:lnTo>
                <a:lnTo>
                  <a:pt x="1042" y="210"/>
                </a:lnTo>
                <a:lnTo>
                  <a:pt x="1046" y="405"/>
                </a:lnTo>
                <a:lnTo>
                  <a:pt x="1052" y="405"/>
                </a:lnTo>
                <a:lnTo>
                  <a:pt x="1067" y="405"/>
                </a:lnTo>
                <a:lnTo>
                  <a:pt x="1088" y="407"/>
                </a:lnTo>
                <a:lnTo>
                  <a:pt x="1109" y="407"/>
                </a:lnTo>
                <a:lnTo>
                  <a:pt x="1129" y="407"/>
                </a:lnTo>
                <a:lnTo>
                  <a:pt x="1143" y="407"/>
                </a:lnTo>
                <a:lnTo>
                  <a:pt x="1156" y="450"/>
                </a:lnTo>
                <a:lnTo>
                  <a:pt x="1167" y="496"/>
                </a:lnTo>
                <a:lnTo>
                  <a:pt x="1175" y="541"/>
                </a:lnTo>
                <a:lnTo>
                  <a:pt x="1177" y="588"/>
                </a:lnTo>
                <a:lnTo>
                  <a:pt x="1173" y="651"/>
                </a:lnTo>
                <a:lnTo>
                  <a:pt x="1160" y="711"/>
                </a:lnTo>
                <a:lnTo>
                  <a:pt x="1143" y="770"/>
                </a:lnTo>
                <a:lnTo>
                  <a:pt x="1122" y="770"/>
                </a:lnTo>
                <a:lnTo>
                  <a:pt x="1101" y="770"/>
                </a:lnTo>
                <a:lnTo>
                  <a:pt x="1078" y="768"/>
                </a:lnTo>
                <a:lnTo>
                  <a:pt x="1059" y="768"/>
                </a:lnTo>
                <a:lnTo>
                  <a:pt x="1046" y="768"/>
                </a:lnTo>
                <a:lnTo>
                  <a:pt x="1042" y="768"/>
                </a:lnTo>
                <a:lnTo>
                  <a:pt x="1042" y="774"/>
                </a:lnTo>
                <a:lnTo>
                  <a:pt x="1042" y="789"/>
                </a:lnTo>
                <a:lnTo>
                  <a:pt x="1042" y="812"/>
                </a:lnTo>
                <a:lnTo>
                  <a:pt x="1042" y="840"/>
                </a:lnTo>
                <a:lnTo>
                  <a:pt x="1042" y="870"/>
                </a:lnTo>
                <a:lnTo>
                  <a:pt x="1042" y="902"/>
                </a:lnTo>
                <a:lnTo>
                  <a:pt x="1042" y="929"/>
                </a:lnTo>
                <a:lnTo>
                  <a:pt x="1042" y="952"/>
                </a:lnTo>
                <a:lnTo>
                  <a:pt x="1042" y="967"/>
                </a:lnTo>
                <a:lnTo>
                  <a:pt x="997" y="1016"/>
                </a:lnTo>
                <a:lnTo>
                  <a:pt x="948" y="1059"/>
                </a:lnTo>
                <a:lnTo>
                  <a:pt x="895" y="1095"/>
                </a:lnTo>
                <a:lnTo>
                  <a:pt x="836" y="1127"/>
                </a:lnTo>
                <a:lnTo>
                  <a:pt x="774" y="1150"/>
                </a:lnTo>
                <a:lnTo>
                  <a:pt x="710" y="1167"/>
                </a:lnTo>
                <a:lnTo>
                  <a:pt x="640" y="1177"/>
                </a:lnTo>
                <a:lnTo>
                  <a:pt x="638" y="1171"/>
                </a:lnTo>
                <a:lnTo>
                  <a:pt x="638" y="1158"/>
                </a:lnTo>
                <a:lnTo>
                  <a:pt x="636" y="1139"/>
                </a:lnTo>
                <a:lnTo>
                  <a:pt x="638" y="1116"/>
                </a:lnTo>
                <a:lnTo>
                  <a:pt x="638" y="1095"/>
                </a:lnTo>
                <a:lnTo>
                  <a:pt x="638" y="1074"/>
                </a:lnTo>
                <a:lnTo>
                  <a:pt x="638" y="1061"/>
                </a:lnTo>
                <a:lnTo>
                  <a:pt x="638" y="1057"/>
                </a:lnTo>
                <a:lnTo>
                  <a:pt x="617" y="1044"/>
                </a:lnTo>
                <a:lnTo>
                  <a:pt x="594" y="1040"/>
                </a:lnTo>
                <a:lnTo>
                  <a:pt x="573" y="1042"/>
                </a:lnTo>
                <a:lnTo>
                  <a:pt x="558" y="1048"/>
                </a:lnTo>
                <a:lnTo>
                  <a:pt x="547" y="1054"/>
                </a:lnTo>
                <a:lnTo>
                  <a:pt x="543" y="1056"/>
                </a:lnTo>
                <a:lnTo>
                  <a:pt x="543" y="1063"/>
                </a:lnTo>
                <a:lnTo>
                  <a:pt x="543" y="1080"/>
                </a:lnTo>
                <a:lnTo>
                  <a:pt x="543" y="1103"/>
                </a:lnTo>
                <a:lnTo>
                  <a:pt x="543" y="1129"/>
                </a:lnTo>
                <a:lnTo>
                  <a:pt x="543" y="1156"/>
                </a:lnTo>
                <a:lnTo>
                  <a:pt x="545" y="1177"/>
                </a:lnTo>
                <a:lnTo>
                  <a:pt x="473" y="1169"/>
                </a:lnTo>
                <a:lnTo>
                  <a:pt x="407" y="1154"/>
                </a:lnTo>
                <a:lnTo>
                  <a:pt x="345" y="1129"/>
                </a:lnTo>
                <a:lnTo>
                  <a:pt x="288" y="1099"/>
                </a:lnTo>
                <a:lnTo>
                  <a:pt x="235" y="1059"/>
                </a:lnTo>
                <a:lnTo>
                  <a:pt x="186" y="1016"/>
                </a:lnTo>
                <a:lnTo>
                  <a:pt x="140" y="965"/>
                </a:lnTo>
                <a:lnTo>
                  <a:pt x="138" y="768"/>
                </a:lnTo>
                <a:lnTo>
                  <a:pt x="131" y="768"/>
                </a:lnTo>
                <a:lnTo>
                  <a:pt x="114" y="768"/>
                </a:lnTo>
                <a:lnTo>
                  <a:pt x="91" y="768"/>
                </a:lnTo>
                <a:lnTo>
                  <a:pt x="67" y="768"/>
                </a:lnTo>
                <a:lnTo>
                  <a:pt x="44" y="768"/>
                </a:lnTo>
                <a:lnTo>
                  <a:pt x="27" y="768"/>
                </a:lnTo>
                <a:lnTo>
                  <a:pt x="19" y="743"/>
                </a:lnTo>
                <a:lnTo>
                  <a:pt x="14" y="717"/>
                </a:lnTo>
                <a:lnTo>
                  <a:pt x="10" y="687"/>
                </a:lnTo>
                <a:lnTo>
                  <a:pt x="6" y="656"/>
                </a:lnTo>
                <a:lnTo>
                  <a:pt x="4" y="630"/>
                </a:lnTo>
                <a:lnTo>
                  <a:pt x="2" y="607"/>
                </a:lnTo>
                <a:lnTo>
                  <a:pt x="0" y="592"/>
                </a:lnTo>
                <a:lnTo>
                  <a:pt x="0" y="586"/>
                </a:lnTo>
                <a:lnTo>
                  <a:pt x="0" y="581"/>
                </a:lnTo>
                <a:lnTo>
                  <a:pt x="2" y="564"/>
                </a:lnTo>
                <a:lnTo>
                  <a:pt x="4" y="537"/>
                </a:lnTo>
                <a:lnTo>
                  <a:pt x="8" y="507"/>
                </a:lnTo>
                <a:lnTo>
                  <a:pt x="14" y="473"/>
                </a:lnTo>
                <a:lnTo>
                  <a:pt x="19" y="439"/>
                </a:lnTo>
                <a:lnTo>
                  <a:pt x="29" y="407"/>
                </a:lnTo>
                <a:lnTo>
                  <a:pt x="140" y="407"/>
                </a:lnTo>
                <a:lnTo>
                  <a:pt x="140" y="401"/>
                </a:lnTo>
                <a:lnTo>
                  <a:pt x="140" y="386"/>
                </a:lnTo>
                <a:lnTo>
                  <a:pt x="140" y="361"/>
                </a:lnTo>
                <a:lnTo>
                  <a:pt x="140" y="333"/>
                </a:lnTo>
                <a:lnTo>
                  <a:pt x="140" y="301"/>
                </a:lnTo>
                <a:lnTo>
                  <a:pt x="140" y="271"/>
                </a:lnTo>
                <a:lnTo>
                  <a:pt x="140" y="242"/>
                </a:lnTo>
                <a:lnTo>
                  <a:pt x="140" y="220"/>
                </a:lnTo>
                <a:lnTo>
                  <a:pt x="140" y="204"/>
                </a:lnTo>
                <a:lnTo>
                  <a:pt x="188" y="155"/>
                </a:lnTo>
                <a:lnTo>
                  <a:pt x="241" y="112"/>
                </a:lnTo>
                <a:lnTo>
                  <a:pt x="295" y="74"/>
                </a:lnTo>
                <a:lnTo>
                  <a:pt x="358" y="44"/>
                </a:lnTo>
                <a:lnTo>
                  <a:pt x="422" y="21"/>
                </a:lnTo>
                <a:lnTo>
                  <a:pt x="490" y="6"/>
                </a:lnTo>
                <a:lnTo>
                  <a:pt x="500" y="4"/>
                </a:lnTo>
                <a:lnTo>
                  <a:pt x="513" y="2"/>
                </a:lnTo>
                <a:lnTo>
                  <a:pt x="528" y="0"/>
                </a:lnTo>
                <a:lnTo>
                  <a:pt x="539" y="0"/>
                </a:lnTo>
                <a:lnTo>
                  <a:pt x="54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413000" y="2889977"/>
            <a:ext cx="1080000" cy="1079083"/>
          </a:xfrm>
          <a:custGeom>
            <a:avLst/>
            <a:gdLst>
              <a:gd name="T0" fmla="*/ 605 w 1178"/>
              <a:gd name="T1" fmla="*/ 577 h 1177"/>
              <a:gd name="T2" fmla="*/ 605 w 1178"/>
              <a:gd name="T3" fmla="*/ 600 h 1177"/>
              <a:gd name="T4" fmla="*/ 582 w 1178"/>
              <a:gd name="T5" fmla="*/ 607 h 1177"/>
              <a:gd name="T6" fmla="*/ 569 w 1178"/>
              <a:gd name="T7" fmla="*/ 588 h 1177"/>
              <a:gd name="T8" fmla="*/ 582 w 1178"/>
              <a:gd name="T9" fmla="*/ 569 h 1177"/>
              <a:gd name="T10" fmla="*/ 792 w 1178"/>
              <a:gd name="T11" fmla="*/ 534 h 1177"/>
              <a:gd name="T12" fmla="*/ 805 w 1178"/>
              <a:gd name="T13" fmla="*/ 630 h 1177"/>
              <a:gd name="T14" fmla="*/ 711 w 1178"/>
              <a:gd name="T15" fmla="*/ 643 h 1177"/>
              <a:gd name="T16" fmla="*/ 696 w 1178"/>
              <a:gd name="T17" fmla="*/ 547 h 1177"/>
              <a:gd name="T18" fmla="*/ 446 w 1178"/>
              <a:gd name="T19" fmla="*/ 528 h 1177"/>
              <a:gd name="T20" fmla="*/ 488 w 1178"/>
              <a:gd name="T21" fmla="*/ 609 h 1177"/>
              <a:gd name="T22" fmla="*/ 406 w 1178"/>
              <a:gd name="T23" fmla="*/ 649 h 1177"/>
              <a:gd name="T24" fmla="*/ 365 w 1178"/>
              <a:gd name="T25" fmla="*/ 568 h 1177"/>
              <a:gd name="T26" fmla="*/ 569 w 1178"/>
              <a:gd name="T27" fmla="*/ 242 h 1177"/>
              <a:gd name="T28" fmla="*/ 529 w 1178"/>
              <a:gd name="T29" fmla="*/ 244 h 1177"/>
              <a:gd name="T30" fmla="*/ 323 w 1178"/>
              <a:gd name="T31" fmla="*/ 361 h 1177"/>
              <a:gd name="T32" fmla="*/ 323 w 1178"/>
              <a:gd name="T33" fmla="*/ 443 h 1177"/>
              <a:gd name="T34" fmla="*/ 255 w 1178"/>
              <a:gd name="T35" fmla="*/ 486 h 1177"/>
              <a:gd name="T36" fmla="*/ 242 w 1178"/>
              <a:gd name="T37" fmla="*/ 581 h 1177"/>
              <a:gd name="T38" fmla="*/ 244 w 1178"/>
              <a:gd name="T39" fmla="*/ 626 h 1177"/>
              <a:gd name="T40" fmla="*/ 267 w 1178"/>
              <a:gd name="T41" fmla="*/ 689 h 1177"/>
              <a:gd name="T42" fmla="*/ 321 w 1178"/>
              <a:gd name="T43" fmla="*/ 689 h 1177"/>
              <a:gd name="T44" fmla="*/ 456 w 1178"/>
              <a:gd name="T45" fmla="*/ 908 h 1177"/>
              <a:gd name="T46" fmla="*/ 567 w 1178"/>
              <a:gd name="T47" fmla="*/ 899 h 1177"/>
              <a:gd name="T48" fmla="*/ 571 w 1178"/>
              <a:gd name="T49" fmla="*/ 859 h 1177"/>
              <a:gd name="T50" fmla="*/ 609 w 1178"/>
              <a:gd name="T51" fmla="*/ 861 h 1177"/>
              <a:gd name="T52" fmla="*/ 609 w 1178"/>
              <a:gd name="T53" fmla="*/ 914 h 1177"/>
              <a:gd name="T54" fmla="*/ 720 w 1178"/>
              <a:gd name="T55" fmla="*/ 906 h 1177"/>
              <a:gd name="T56" fmla="*/ 853 w 1178"/>
              <a:gd name="T57" fmla="*/ 796 h 1177"/>
              <a:gd name="T58" fmla="*/ 853 w 1178"/>
              <a:gd name="T59" fmla="*/ 709 h 1177"/>
              <a:gd name="T60" fmla="*/ 870 w 1178"/>
              <a:gd name="T61" fmla="*/ 691 h 1177"/>
              <a:gd name="T62" fmla="*/ 926 w 1178"/>
              <a:gd name="T63" fmla="*/ 639 h 1177"/>
              <a:gd name="T64" fmla="*/ 906 w 1178"/>
              <a:gd name="T65" fmla="*/ 486 h 1177"/>
              <a:gd name="T66" fmla="*/ 853 w 1178"/>
              <a:gd name="T67" fmla="*/ 484 h 1177"/>
              <a:gd name="T68" fmla="*/ 709 w 1178"/>
              <a:gd name="T69" fmla="*/ 263 h 1177"/>
              <a:gd name="T70" fmla="*/ 611 w 1178"/>
              <a:gd name="T71" fmla="*/ 244 h 1177"/>
              <a:gd name="T72" fmla="*/ 599 w 1178"/>
              <a:gd name="T73" fmla="*/ 320 h 1177"/>
              <a:gd name="T74" fmla="*/ 569 w 1178"/>
              <a:gd name="T75" fmla="*/ 242 h 1177"/>
              <a:gd name="T76" fmla="*/ 1091 w 1178"/>
              <a:gd name="T77" fmla="*/ 100 h 1177"/>
              <a:gd name="T78" fmla="*/ 1076 w 1178"/>
              <a:gd name="T79" fmla="*/ 1090 h 1177"/>
              <a:gd name="T80" fmla="*/ 87 w 1178"/>
              <a:gd name="T81" fmla="*/ 1076 h 1177"/>
              <a:gd name="T82" fmla="*/ 102 w 1178"/>
              <a:gd name="T83" fmla="*/ 85 h 1177"/>
              <a:gd name="T84" fmla="*/ 45 w 1178"/>
              <a:gd name="T85" fmla="*/ 61 h 1177"/>
              <a:gd name="T86" fmla="*/ 60 w 1178"/>
              <a:gd name="T87" fmla="*/ 1131 h 1177"/>
              <a:gd name="T88" fmla="*/ 1131 w 1178"/>
              <a:gd name="T89" fmla="*/ 1116 h 1177"/>
              <a:gd name="T90" fmla="*/ 1117 w 1178"/>
              <a:gd name="T91" fmla="*/ 46 h 1177"/>
              <a:gd name="T92" fmla="*/ 1097 w 1178"/>
              <a:gd name="T93" fmla="*/ 0 h 1177"/>
              <a:gd name="T94" fmla="*/ 1172 w 1178"/>
              <a:gd name="T95" fmla="*/ 55 h 1177"/>
              <a:gd name="T96" fmla="*/ 1161 w 1178"/>
              <a:gd name="T97" fmla="*/ 1144 h 1177"/>
              <a:gd name="T98" fmla="*/ 81 w 1178"/>
              <a:gd name="T99" fmla="*/ 1177 h 1177"/>
              <a:gd name="T100" fmla="*/ 4 w 1178"/>
              <a:gd name="T101" fmla="*/ 1122 h 1177"/>
              <a:gd name="T102" fmla="*/ 15 w 1178"/>
              <a:gd name="T103" fmla="*/ 32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78" h="1177">
                <a:moveTo>
                  <a:pt x="588" y="568"/>
                </a:moveTo>
                <a:lnTo>
                  <a:pt x="596" y="569"/>
                </a:lnTo>
                <a:lnTo>
                  <a:pt x="601" y="571"/>
                </a:lnTo>
                <a:lnTo>
                  <a:pt x="605" y="577"/>
                </a:lnTo>
                <a:lnTo>
                  <a:pt x="609" y="583"/>
                </a:lnTo>
                <a:lnTo>
                  <a:pt x="609" y="588"/>
                </a:lnTo>
                <a:lnTo>
                  <a:pt x="609" y="594"/>
                </a:lnTo>
                <a:lnTo>
                  <a:pt x="605" y="600"/>
                </a:lnTo>
                <a:lnTo>
                  <a:pt x="601" y="605"/>
                </a:lnTo>
                <a:lnTo>
                  <a:pt x="596" y="607"/>
                </a:lnTo>
                <a:lnTo>
                  <a:pt x="588" y="609"/>
                </a:lnTo>
                <a:lnTo>
                  <a:pt x="582" y="607"/>
                </a:lnTo>
                <a:lnTo>
                  <a:pt x="577" y="605"/>
                </a:lnTo>
                <a:lnTo>
                  <a:pt x="573" y="600"/>
                </a:lnTo>
                <a:lnTo>
                  <a:pt x="569" y="594"/>
                </a:lnTo>
                <a:lnTo>
                  <a:pt x="569" y="588"/>
                </a:lnTo>
                <a:lnTo>
                  <a:pt x="569" y="583"/>
                </a:lnTo>
                <a:lnTo>
                  <a:pt x="573" y="577"/>
                </a:lnTo>
                <a:lnTo>
                  <a:pt x="577" y="571"/>
                </a:lnTo>
                <a:lnTo>
                  <a:pt x="582" y="569"/>
                </a:lnTo>
                <a:lnTo>
                  <a:pt x="588" y="568"/>
                </a:lnTo>
                <a:close/>
                <a:moveTo>
                  <a:pt x="730" y="528"/>
                </a:moveTo>
                <a:lnTo>
                  <a:pt x="771" y="528"/>
                </a:lnTo>
                <a:lnTo>
                  <a:pt x="792" y="534"/>
                </a:lnTo>
                <a:lnTo>
                  <a:pt x="805" y="547"/>
                </a:lnTo>
                <a:lnTo>
                  <a:pt x="811" y="568"/>
                </a:lnTo>
                <a:lnTo>
                  <a:pt x="811" y="609"/>
                </a:lnTo>
                <a:lnTo>
                  <a:pt x="805" y="630"/>
                </a:lnTo>
                <a:lnTo>
                  <a:pt x="792" y="643"/>
                </a:lnTo>
                <a:lnTo>
                  <a:pt x="771" y="649"/>
                </a:lnTo>
                <a:lnTo>
                  <a:pt x="730" y="649"/>
                </a:lnTo>
                <a:lnTo>
                  <a:pt x="711" y="643"/>
                </a:lnTo>
                <a:lnTo>
                  <a:pt x="696" y="630"/>
                </a:lnTo>
                <a:lnTo>
                  <a:pt x="690" y="609"/>
                </a:lnTo>
                <a:lnTo>
                  <a:pt x="690" y="568"/>
                </a:lnTo>
                <a:lnTo>
                  <a:pt x="696" y="547"/>
                </a:lnTo>
                <a:lnTo>
                  <a:pt x="711" y="534"/>
                </a:lnTo>
                <a:lnTo>
                  <a:pt x="730" y="528"/>
                </a:lnTo>
                <a:close/>
                <a:moveTo>
                  <a:pt x="406" y="528"/>
                </a:moveTo>
                <a:lnTo>
                  <a:pt x="446" y="528"/>
                </a:lnTo>
                <a:lnTo>
                  <a:pt x="467" y="534"/>
                </a:lnTo>
                <a:lnTo>
                  <a:pt x="482" y="547"/>
                </a:lnTo>
                <a:lnTo>
                  <a:pt x="488" y="568"/>
                </a:lnTo>
                <a:lnTo>
                  <a:pt x="488" y="609"/>
                </a:lnTo>
                <a:lnTo>
                  <a:pt x="482" y="630"/>
                </a:lnTo>
                <a:lnTo>
                  <a:pt x="467" y="643"/>
                </a:lnTo>
                <a:lnTo>
                  <a:pt x="446" y="649"/>
                </a:lnTo>
                <a:lnTo>
                  <a:pt x="406" y="649"/>
                </a:lnTo>
                <a:lnTo>
                  <a:pt x="386" y="643"/>
                </a:lnTo>
                <a:lnTo>
                  <a:pt x="371" y="630"/>
                </a:lnTo>
                <a:lnTo>
                  <a:pt x="365" y="609"/>
                </a:lnTo>
                <a:lnTo>
                  <a:pt x="365" y="568"/>
                </a:lnTo>
                <a:lnTo>
                  <a:pt x="371" y="547"/>
                </a:lnTo>
                <a:lnTo>
                  <a:pt x="386" y="534"/>
                </a:lnTo>
                <a:lnTo>
                  <a:pt x="406" y="528"/>
                </a:lnTo>
                <a:close/>
                <a:moveTo>
                  <a:pt x="569" y="242"/>
                </a:moveTo>
                <a:lnTo>
                  <a:pt x="563" y="242"/>
                </a:lnTo>
                <a:lnTo>
                  <a:pt x="550" y="242"/>
                </a:lnTo>
                <a:lnTo>
                  <a:pt x="537" y="244"/>
                </a:lnTo>
                <a:lnTo>
                  <a:pt x="529" y="244"/>
                </a:lnTo>
                <a:lnTo>
                  <a:pt x="469" y="261"/>
                </a:lnTo>
                <a:lnTo>
                  <a:pt x="416" y="286"/>
                </a:lnTo>
                <a:lnTo>
                  <a:pt x="367" y="320"/>
                </a:lnTo>
                <a:lnTo>
                  <a:pt x="323" y="361"/>
                </a:lnTo>
                <a:lnTo>
                  <a:pt x="323" y="375"/>
                </a:lnTo>
                <a:lnTo>
                  <a:pt x="323" y="394"/>
                </a:lnTo>
                <a:lnTo>
                  <a:pt x="323" y="418"/>
                </a:lnTo>
                <a:lnTo>
                  <a:pt x="323" y="443"/>
                </a:lnTo>
                <a:lnTo>
                  <a:pt x="323" y="464"/>
                </a:lnTo>
                <a:lnTo>
                  <a:pt x="323" y="479"/>
                </a:lnTo>
                <a:lnTo>
                  <a:pt x="323" y="484"/>
                </a:lnTo>
                <a:lnTo>
                  <a:pt x="255" y="486"/>
                </a:lnTo>
                <a:lnTo>
                  <a:pt x="250" y="513"/>
                </a:lnTo>
                <a:lnTo>
                  <a:pt x="246" y="539"/>
                </a:lnTo>
                <a:lnTo>
                  <a:pt x="244" y="564"/>
                </a:lnTo>
                <a:lnTo>
                  <a:pt x="242" y="581"/>
                </a:lnTo>
                <a:lnTo>
                  <a:pt x="242" y="586"/>
                </a:lnTo>
                <a:lnTo>
                  <a:pt x="242" y="592"/>
                </a:lnTo>
                <a:lnTo>
                  <a:pt x="244" y="605"/>
                </a:lnTo>
                <a:lnTo>
                  <a:pt x="244" y="626"/>
                </a:lnTo>
                <a:lnTo>
                  <a:pt x="246" y="649"/>
                </a:lnTo>
                <a:lnTo>
                  <a:pt x="250" y="670"/>
                </a:lnTo>
                <a:lnTo>
                  <a:pt x="255" y="689"/>
                </a:lnTo>
                <a:lnTo>
                  <a:pt x="267" y="689"/>
                </a:lnTo>
                <a:lnTo>
                  <a:pt x="285" y="691"/>
                </a:lnTo>
                <a:lnTo>
                  <a:pt x="302" y="689"/>
                </a:lnTo>
                <a:lnTo>
                  <a:pt x="316" y="689"/>
                </a:lnTo>
                <a:lnTo>
                  <a:pt x="321" y="689"/>
                </a:lnTo>
                <a:lnTo>
                  <a:pt x="323" y="810"/>
                </a:lnTo>
                <a:lnTo>
                  <a:pt x="361" y="849"/>
                </a:lnTo>
                <a:lnTo>
                  <a:pt x="406" y="883"/>
                </a:lnTo>
                <a:lnTo>
                  <a:pt x="456" y="908"/>
                </a:lnTo>
                <a:lnTo>
                  <a:pt x="509" y="925"/>
                </a:lnTo>
                <a:lnTo>
                  <a:pt x="567" y="933"/>
                </a:lnTo>
                <a:lnTo>
                  <a:pt x="567" y="917"/>
                </a:lnTo>
                <a:lnTo>
                  <a:pt x="567" y="899"/>
                </a:lnTo>
                <a:lnTo>
                  <a:pt x="569" y="880"/>
                </a:lnTo>
                <a:lnTo>
                  <a:pt x="569" y="866"/>
                </a:lnTo>
                <a:lnTo>
                  <a:pt x="569" y="861"/>
                </a:lnTo>
                <a:lnTo>
                  <a:pt x="571" y="859"/>
                </a:lnTo>
                <a:lnTo>
                  <a:pt x="577" y="855"/>
                </a:lnTo>
                <a:lnTo>
                  <a:pt x="584" y="851"/>
                </a:lnTo>
                <a:lnTo>
                  <a:pt x="596" y="853"/>
                </a:lnTo>
                <a:lnTo>
                  <a:pt x="609" y="861"/>
                </a:lnTo>
                <a:lnTo>
                  <a:pt x="609" y="866"/>
                </a:lnTo>
                <a:lnTo>
                  <a:pt x="609" y="880"/>
                </a:lnTo>
                <a:lnTo>
                  <a:pt x="609" y="897"/>
                </a:lnTo>
                <a:lnTo>
                  <a:pt x="609" y="914"/>
                </a:lnTo>
                <a:lnTo>
                  <a:pt x="609" y="927"/>
                </a:lnTo>
                <a:lnTo>
                  <a:pt x="611" y="933"/>
                </a:lnTo>
                <a:lnTo>
                  <a:pt x="667" y="923"/>
                </a:lnTo>
                <a:lnTo>
                  <a:pt x="720" y="906"/>
                </a:lnTo>
                <a:lnTo>
                  <a:pt x="770" y="882"/>
                </a:lnTo>
                <a:lnTo>
                  <a:pt x="815" y="849"/>
                </a:lnTo>
                <a:lnTo>
                  <a:pt x="853" y="810"/>
                </a:lnTo>
                <a:lnTo>
                  <a:pt x="853" y="796"/>
                </a:lnTo>
                <a:lnTo>
                  <a:pt x="853" y="778"/>
                </a:lnTo>
                <a:lnTo>
                  <a:pt x="853" y="755"/>
                </a:lnTo>
                <a:lnTo>
                  <a:pt x="853" y="730"/>
                </a:lnTo>
                <a:lnTo>
                  <a:pt x="853" y="709"/>
                </a:lnTo>
                <a:lnTo>
                  <a:pt x="853" y="694"/>
                </a:lnTo>
                <a:lnTo>
                  <a:pt x="853" y="689"/>
                </a:lnTo>
                <a:lnTo>
                  <a:pt x="857" y="689"/>
                </a:lnTo>
                <a:lnTo>
                  <a:pt x="870" y="691"/>
                </a:lnTo>
                <a:lnTo>
                  <a:pt x="885" y="691"/>
                </a:lnTo>
                <a:lnTo>
                  <a:pt x="902" y="691"/>
                </a:lnTo>
                <a:lnTo>
                  <a:pt x="915" y="691"/>
                </a:lnTo>
                <a:lnTo>
                  <a:pt x="926" y="639"/>
                </a:lnTo>
                <a:lnTo>
                  <a:pt x="930" y="586"/>
                </a:lnTo>
                <a:lnTo>
                  <a:pt x="926" y="535"/>
                </a:lnTo>
                <a:lnTo>
                  <a:pt x="917" y="486"/>
                </a:lnTo>
                <a:lnTo>
                  <a:pt x="906" y="486"/>
                </a:lnTo>
                <a:lnTo>
                  <a:pt x="889" y="486"/>
                </a:lnTo>
                <a:lnTo>
                  <a:pt x="872" y="484"/>
                </a:lnTo>
                <a:lnTo>
                  <a:pt x="858" y="484"/>
                </a:lnTo>
                <a:lnTo>
                  <a:pt x="853" y="484"/>
                </a:lnTo>
                <a:lnTo>
                  <a:pt x="851" y="365"/>
                </a:lnTo>
                <a:lnTo>
                  <a:pt x="811" y="324"/>
                </a:lnTo>
                <a:lnTo>
                  <a:pt x="762" y="290"/>
                </a:lnTo>
                <a:lnTo>
                  <a:pt x="709" y="263"/>
                </a:lnTo>
                <a:lnTo>
                  <a:pt x="650" y="246"/>
                </a:lnTo>
                <a:lnTo>
                  <a:pt x="635" y="244"/>
                </a:lnTo>
                <a:lnTo>
                  <a:pt x="622" y="244"/>
                </a:lnTo>
                <a:lnTo>
                  <a:pt x="611" y="244"/>
                </a:lnTo>
                <a:lnTo>
                  <a:pt x="607" y="244"/>
                </a:lnTo>
                <a:lnTo>
                  <a:pt x="607" y="314"/>
                </a:lnTo>
                <a:lnTo>
                  <a:pt x="605" y="316"/>
                </a:lnTo>
                <a:lnTo>
                  <a:pt x="599" y="320"/>
                </a:lnTo>
                <a:lnTo>
                  <a:pt x="592" y="324"/>
                </a:lnTo>
                <a:lnTo>
                  <a:pt x="580" y="322"/>
                </a:lnTo>
                <a:lnTo>
                  <a:pt x="569" y="314"/>
                </a:lnTo>
                <a:lnTo>
                  <a:pt x="569" y="242"/>
                </a:lnTo>
                <a:close/>
                <a:moveTo>
                  <a:pt x="121" y="81"/>
                </a:moveTo>
                <a:lnTo>
                  <a:pt x="1055" y="81"/>
                </a:lnTo>
                <a:lnTo>
                  <a:pt x="1076" y="85"/>
                </a:lnTo>
                <a:lnTo>
                  <a:pt x="1091" y="100"/>
                </a:lnTo>
                <a:lnTo>
                  <a:pt x="1097" y="121"/>
                </a:lnTo>
                <a:lnTo>
                  <a:pt x="1097" y="1056"/>
                </a:lnTo>
                <a:lnTo>
                  <a:pt x="1091" y="1076"/>
                </a:lnTo>
                <a:lnTo>
                  <a:pt x="1076" y="1090"/>
                </a:lnTo>
                <a:lnTo>
                  <a:pt x="1055" y="1095"/>
                </a:lnTo>
                <a:lnTo>
                  <a:pt x="121" y="1095"/>
                </a:lnTo>
                <a:lnTo>
                  <a:pt x="102" y="1090"/>
                </a:lnTo>
                <a:lnTo>
                  <a:pt x="87" y="1076"/>
                </a:lnTo>
                <a:lnTo>
                  <a:pt x="81" y="1056"/>
                </a:lnTo>
                <a:lnTo>
                  <a:pt x="81" y="121"/>
                </a:lnTo>
                <a:lnTo>
                  <a:pt x="87" y="100"/>
                </a:lnTo>
                <a:lnTo>
                  <a:pt x="102" y="85"/>
                </a:lnTo>
                <a:lnTo>
                  <a:pt x="121" y="81"/>
                </a:lnTo>
                <a:close/>
                <a:moveTo>
                  <a:pt x="81" y="40"/>
                </a:moveTo>
                <a:lnTo>
                  <a:pt x="60" y="46"/>
                </a:lnTo>
                <a:lnTo>
                  <a:pt x="45" y="61"/>
                </a:lnTo>
                <a:lnTo>
                  <a:pt x="40" y="81"/>
                </a:lnTo>
                <a:lnTo>
                  <a:pt x="40" y="1095"/>
                </a:lnTo>
                <a:lnTo>
                  <a:pt x="45" y="1116"/>
                </a:lnTo>
                <a:lnTo>
                  <a:pt x="60" y="1131"/>
                </a:lnTo>
                <a:lnTo>
                  <a:pt x="81" y="1137"/>
                </a:lnTo>
                <a:lnTo>
                  <a:pt x="1097" y="1137"/>
                </a:lnTo>
                <a:lnTo>
                  <a:pt x="1117" y="1131"/>
                </a:lnTo>
                <a:lnTo>
                  <a:pt x="1131" y="1116"/>
                </a:lnTo>
                <a:lnTo>
                  <a:pt x="1136" y="1095"/>
                </a:lnTo>
                <a:lnTo>
                  <a:pt x="1136" y="81"/>
                </a:lnTo>
                <a:lnTo>
                  <a:pt x="1131" y="61"/>
                </a:lnTo>
                <a:lnTo>
                  <a:pt x="1117" y="46"/>
                </a:lnTo>
                <a:lnTo>
                  <a:pt x="1097" y="40"/>
                </a:lnTo>
                <a:lnTo>
                  <a:pt x="81" y="40"/>
                </a:lnTo>
                <a:close/>
                <a:moveTo>
                  <a:pt x="81" y="0"/>
                </a:moveTo>
                <a:lnTo>
                  <a:pt x="1097" y="0"/>
                </a:lnTo>
                <a:lnTo>
                  <a:pt x="1121" y="4"/>
                </a:lnTo>
                <a:lnTo>
                  <a:pt x="1144" y="15"/>
                </a:lnTo>
                <a:lnTo>
                  <a:pt x="1161" y="32"/>
                </a:lnTo>
                <a:lnTo>
                  <a:pt x="1172" y="55"/>
                </a:lnTo>
                <a:lnTo>
                  <a:pt x="1178" y="81"/>
                </a:lnTo>
                <a:lnTo>
                  <a:pt x="1178" y="1095"/>
                </a:lnTo>
                <a:lnTo>
                  <a:pt x="1172" y="1122"/>
                </a:lnTo>
                <a:lnTo>
                  <a:pt x="1161" y="1144"/>
                </a:lnTo>
                <a:lnTo>
                  <a:pt x="1144" y="1161"/>
                </a:lnTo>
                <a:lnTo>
                  <a:pt x="1121" y="1173"/>
                </a:lnTo>
                <a:lnTo>
                  <a:pt x="1097" y="1177"/>
                </a:lnTo>
                <a:lnTo>
                  <a:pt x="81" y="1177"/>
                </a:lnTo>
                <a:lnTo>
                  <a:pt x="55" y="1173"/>
                </a:lnTo>
                <a:lnTo>
                  <a:pt x="34" y="1161"/>
                </a:lnTo>
                <a:lnTo>
                  <a:pt x="15" y="1144"/>
                </a:lnTo>
                <a:lnTo>
                  <a:pt x="4" y="1122"/>
                </a:lnTo>
                <a:lnTo>
                  <a:pt x="0" y="1095"/>
                </a:lnTo>
                <a:lnTo>
                  <a:pt x="0" y="81"/>
                </a:lnTo>
                <a:lnTo>
                  <a:pt x="4" y="55"/>
                </a:lnTo>
                <a:lnTo>
                  <a:pt x="15" y="32"/>
                </a:lnTo>
                <a:lnTo>
                  <a:pt x="34" y="15"/>
                </a:lnTo>
                <a:lnTo>
                  <a:pt x="55" y="4"/>
                </a:lnTo>
                <a:lnTo>
                  <a:pt x="8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064806" y="2925732"/>
            <a:ext cx="1080000" cy="1044245"/>
          </a:xfrm>
          <a:custGeom>
            <a:avLst/>
            <a:gdLst>
              <a:gd name="T0" fmla="*/ 439 w 1178"/>
              <a:gd name="T1" fmla="*/ 636 h 1139"/>
              <a:gd name="T2" fmla="*/ 392 w 1178"/>
              <a:gd name="T3" fmla="*/ 694 h 1139"/>
              <a:gd name="T4" fmla="*/ 301 w 1178"/>
              <a:gd name="T5" fmla="*/ 743 h 1139"/>
              <a:gd name="T6" fmla="*/ 290 w 1178"/>
              <a:gd name="T7" fmla="*/ 900 h 1139"/>
              <a:gd name="T8" fmla="*/ 258 w 1178"/>
              <a:gd name="T9" fmla="*/ 923 h 1139"/>
              <a:gd name="T10" fmla="*/ 278 w 1178"/>
              <a:gd name="T11" fmla="*/ 1035 h 1139"/>
              <a:gd name="T12" fmla="*/ 292 w 1178"/>
              <a:gd name="T13" fmla="*/ 1139 h 1139"/>
              <a:gd name="T14" fmla="*/ 229 w 1178"/>
              <a:gd name="T15" fmla="*/ 1074 h 1139"/>
              <a:gd name="T16" fmla="*/ 171 w 1178"/>
              <a:gd name="T17" fmla="*/ 917 h 1139"/>
              <a:gd name="T18" fmla="*/ 148 w 1178"/>
              <a:gd name="T19" fmla="*/ 883 h 1139"/>
              <a:gd name="T20" fmla="*/ 137 w 1178"/>
              <a:gd name="T21" fmla="*/ 740 h 1139"/>
              <a:gd name="T22" fmla="*/ 23 w 1178"/>
              <a:gd name="T23" fmla="*/ 668 h 1139"/>
              <a:gd name="T24" fmla="*/ 0 w 1178"/>
              <a:gd name="T25" fmla="*/ 590 h 1139"/>
              <a:gd name="T26" fmla="*/ 846 w 1178"/>
              <a:gd name="T27" fmla="*/ 342 h 1139"/>
              <a:gd name="T28" fmla="*/ 834 w 1178"/>
              <a:gd name="T29" fmla="*/ 367 h 1139"/>
              <a:gd name="T30" fmla="*/ 812 w 1178"/>
              <a:gd name="T31" fmla="*/ 356 h 1139"/>
              <a:gd name="T32" fmla="*/ 823 w 1178"/>
              <a:gd name="T33" fmla="*/ 331 h 1139"/>
              <a:gd name="T34" fmla="*/ 148 w 1178"/>
              <a:gd name="T35" fmla="*/ 367 h 1139"/>
              <a:gd name="T36" fmla="*/ 312 w 1178"/>
              <a:gd name="T37" fmla="*/ 335 h 1139"/>
              <a:gd name="T38" fmla="*/ 369 w 1178"/>
              <a:gd name="T39" fmla="*/ 515 h 1139"/>
              <a:gd name="T40" fmla="*/ 441 w 1178"/>
              <a:gd name="T41" fmla="*/ 541 h 1139"/>
              <a:gd name="T42" fmla="*/ 12 w 1178"/>
              <a:gd name="T43" fmla="*/ 526 h 1139"/>
              <a:gd name="T44" fmla="*/ 74 w 1178"/>
              <a:gd name="T45" fmla="*/ 515 h 1139"/>
              <a:gd name="T46" fmla="*/ 957 w 1178"/>
              <a:gd name="T47" fmla="*/ 293 h 1139"/>
              <a:gd name="T48" fmla="*/ 1031 w 1178"/>
              <a:gd name="T49" fmla="*/ 367 h 1139"/>
              <a:gd name="T50" fmla="*/ 938 w 1178"/>
              <a:gd name="T51" fmla="*/ 399 h 1139"/>
              <a:gd name="T52" fmla="*/ 938 w 1178"/>
              <a:gd name="T53" fmla="*/ 299 h 1139"/>
              <a:gd name="T54" fmla="*/ 732 w 1178"/>
              <a:gd name="T55" fmla="*/ 312 h 1139"/>
              <a:gd name="T56" fmla="*/ 700 w 1178"/>
              <a:gd name="T57" fmla="*/ 405 h 1139"/>
              <a:gd name="T58" fmla="*/ 626 w 1178"/>
              <a:gd name="T59" fmla="*/ 331 h 1139"/>
              <a:gd name="T60" fmla="*/ 806 w 1178"/>
              <a:gd name="T61" fmla="*/ 36 h 1139"/>
              <a:gd name="T62" fmla="*/ 672 w 1178"/>
              <a:gd name="T63" fmla="*/ 74 h 1139"/>
              <a:gd name="T64" fmla="*/ 589 w 1178"/>
              <a:gd name="T65" fmla="*/ 195 h 1139"/>
              <a:gd name="T66" fmla="*/ 526 w 1178"/>
              <a:gd name="T67" fmla="*/ 257 h 1139"/>
              <a:gd name="T68" fmla="*/ 515 w 1178"/>
              <a:gd name="T69" fmla="*/ 348 h 1139"/>
              <a:gd name="T70" fmla="*/ 522 w 1178"/>
              <a:gd name="T71" fmla="*/ 424 h 1139"/>
              <a:gd name="T72" fmla="*/ 581 w 1178"/>
              <a:gd name="T73" fmla="*/ 441 h 1139"/>
              <a:gd name="T74" fmla="*/ 708 w 1178"/>
              <a:gd name="T75" fmla="*/ 639 h 1139"/>
              <a:gd name="T76" fmla="*/ 810 w 1178"/>
              <a:gd name="T77" fmla="*/ 613 h 1139"/>
              <a:gd name="T78" fmla="*/ 825 w 1178"/>
              <a:gd name="T79" fmla="*/ 588 h 1139"/>
              <a:gd name="T80" fmla="*/ 846 w 1178"/>
              <a:gd name="T81" fmla="*/ 628 h 1139"/>
              <a:gd name="T82" fmla="*/ 948 w 1178"/>
              <a:gd name="T83" fmla="*/ 638 h 1139"/>
              <a:gd name="T84" fmla="*/ 1069 w 1178"/>
              <a:gd name="T85" fmla="*/ 520 h 1139"/>
              <a:gd name="T86" fmla="*/ 1069 w 1178"/>
              <a:gd name="T87" fmla="*/ 441 h 1139"/>
              <a:gd name="T88" fmla="*/ 1135 w 1178"/>
              <a:gd name="T89" fmla="*/ 395 h 1139"/>
              <a:gd name="T90" fmla="*/ 1101 w 1178"/>
              <a:gd name="T91" fmla="*/ 255 h 1139"/>
              <a:gd name="T92" fmla="*/ 1029 w 1178"/>
              <a:gd name="T93" fmla="*/ 110 h 1139"/>
              <a:gd name="T94" fmla="*/ 851 w 1178"/>
              <a:gd name="T95" fmla="*/ 38 h 1139"/>
              <a:gd name="T96" fmla="*/ 831 w 1178"/>
              <a:gd name="T97" fmla="*/ 110 h 1139"/>
              <a:gd name="T98" fmla="*/ 1141 w 1178"/>
              <a:gd name="T99" fmla="*/ 0 h 1139"/>
              <a:gd name="T100" fmla="*/ 1173 w 1178"/>
              <a:gd name="T101" fmla="*/ 681 h 1139"/>
              <a:gd name="T102" fmla="*/ 485 w 1178"/>
              <a:gd name="T103" fmla="*/ 681 h 1139"/>
              <a:gd name="T104" fmla="*/ 517 w 1178"/>
              <a:gd name="T105" fmla="*/ 0 h 1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78" h="1139">
                <a:moveTo>
                  <a:pt x="0" y="590"/>
                </a:moveTo>
                <a:lnTo>
                  <a:pt x="441" y="590"/>
                </a:lnTo>
                <a:lnTo>
                  <a:pt x="441" y="624"/>
                </a:lnTo>
                <a:lnTo>
                  <a:pt x="441" y="626"/>
                </a:lnTo>
                <a:lnTo>
                  <a:pt x="439" y="636"/>
                </a:lnTo>
                <a:lnTo>
                  <a:pt x="435" y="647"/>
                </a:lnTo>
                <a:lnTo>
                  <a:pt x="430" y="660"/>
                </a:lnTo>
                <a:lnTo>
                  <a:pt x="420" y="673"/>
                </a:lnTo>
                <a:lnTo>
                  <a:pt x="409" y="685"/>
                </a:lnTo>
                <a:lnTo>
                  <a:pt x="392" y="694"/>
                </a:lnTo>
                <a:lnTo>
                  <a:pt x="369" y="698"/>
                </a:lnTo>
                <a:lnTo>
                  <a:pt x="343" y="704"/>
                </a:lnTo>
                <a:lnTo>
                  <a:pt x="324" y="715"/>
                </a:lnTo>
                <a:lnTo>
                  <a:pt x="311" y="728"/>
                </a:lnTo>
                <a:lnTo>
                  <a:pt x="301" y="743"/>
                </a:lnTo>
                <a:lnTo>
                  <a:pt x="295" y="757"/>
                </a:lnTo>
                <a:lnTo>
                  <a:pt x="294" y="768"/>
                </a:lnTo>
                <a:lnTo>
                  <a:pt x="294" y="772"/>
                </a:lnTo>
                <a:lnTo>
                  <a:pt x="294" y="885"/>
                </a:lnTo>
                <a:lnTo>
                  <a:pt x="290" y="900"/>
                </a:lnTo>
                <a:lnTo>
                  <a:pt x="280" y="910"/>
                </a:lnTo>
                <a:lnTo>
                  <a:pt x="271" y="916"/>
                </a:lnTo>
                <a:lnTo>
                  <a:pt x="261" y="919"/>
                </a:lnTo>
                <a:lnTo>
                  <a:pt x="258" y="919"/>
                </a:lnTo>
                <a:lnTo>
                  <a:pt x="258" y="923"/>
                </a:lnTo>
                <a:lnTo>
                  <a:pt x="256" y="934"/>
                </a:lnTo>
                <a:lnTo>
                  <a:pt x="256" y="953"/>
                </a:lnTo>
                <a:lnTo>
                  <a:pt x="258" y="976"/>
                </a:lnTo>
                <a:lnTo>
                  <a:pt x="265" y="1004"/>
                </a:lnTo>
                <a:lnTo>
                  <a:pt x="278" y="1035"/>
                </a:lnTo>
                <a:lnTo>
                  <a:pt x="299" y="1069"/>
                </a:lnTo>
                <a:lnTo>
                  <a:pt x="331" y="1105"/>
                </a:lnTo>
                <a:lnTo>
                  <a:pt x="373" y="1139"/>
                </a:lnTo>
                <a:lnTo>
                  <a:pt x="295" y="1139"/>
                </a:lnTo>
                <a:lnTo>
                  <a:pt x="292" y="1139"/>
                </a:lnTo>
                <a:lnTo>
                  <a:pt x="284" y="1133"/>
                </a:lnTo>
                <a:lnTo>
                  <a:pt x="273" y="1126"/>
                </a:lnTo>
                <a:lnTo>
                  <a:pt x="260" y="1114"/>
                </a:lnTo>
                <a:lnTo>
                  <a:pt x="244" y="1097"/>
                </a:lnTo>
                <a:lnTo>
                  <a:pt x="229" y="1074"/>
                </a:lnTo>
                <a:lnTo>
                  <a:pt x="214" y="1046"/>
                </a:lnTo>
                <a:lnTo>
                  <a:pt x="201" y="1012"/>
                </a:lnTo>
                <a:lnTo>
                  <a:pt x="191" y="969"/>
                </a:lnTo>
                <a:lnTo>
                  <a:pt x="186" y="919"/>
                </a:lnTo>
                <a:lnTo>
                  <a:pt x="171" y="917"/>
                </a:lnTo>
                <a:lnTo>
                  <a:pt x="159" y="910"/>
                </a:lnTo>
                <a:lnTo>
                  <a:pt x="154" y="900"/>
                </a:lnTo>
                <a:lnTo>
                  <a:pt x="150" y="893"/>
                </a:lnTo>
                <a:lnTo>
                  <a:pt x="148" y="885"/>
                </a:lnTo>
                <a:lnTo>
                  <a:pt x="148" y="883"/>
                </a:lnTo>
                <a:lnTo>
                  <a:pt x="148" y="772"/>
                </a:lnTo>
                <a:lnTo>
                  <a:pt x="148" y="768"/>
                </a:lnTo>
                <a:lnTo>
                  <a:pt x="146" y="762"/>
                </a:lnTo>
                <a:lnTo>
                  <a:pt x="144" y="753"/>
                </a:lnTo>
                <a:lnTo>
                  <a:pt x="137" y="740"/>
                </a:lnTo>
                <a:lnTo>
                  <a:pt x="123" y="726"/>
                </a:lnTo>
                <a:lnTo>
                  <a:pt x="103" y="713"/>
                </a:lnTo>
                <a:lnTo>
                  <a:pt x="76" y="700"/>
                </a:lnTo>
                <a:lnTo>
                  <a:pt x="44" y="685"/>
                </a:lnTo>
                <a:lnTo>
                  <a:pt x="23" y="668"/>
                </a:lnTo>
                <a:lnTo>
                  <a:pt x="10" y="653"/>
                </a:lnTo>
                <a:lnTo>
                  <a:pt x="4" y="639"/>
                </a:lnTo>
                <a:lnTo>
                  <a:pt x="0" y="630"/>
                </a:lnTo>
                <a:lnTo>
                  <a:pt x="0" y="628"/>
                </a:lnTo>
                <a:lnTo>
                  <a:pt x="0" y="590"/>
                </a:lnTo>
                <a:close/>
                <a:moveTo>
                  <a:pt x="829" y="331"/>
                </a:moveTo>
                <a:lnTo>
                  <a:pt x="834" y="331"/>
                </a:lnTo>
                <a:lnTo>
                  <a:pt x="840" y="335"/>
                </a:lnTo>
                <a:lnTo>
                  <a:pt x="844" y="339"/>
                </a:lnTo>
                <a:lnTo>
                  <a:pt x="846" y="342"/>
                </a:lnTo>
                <a:lnTo>
                  <a:pt x="848" y="348"/>
                </a:lnTo>
                <a:lnTo>
                  <a:pt x="846" y="356"/>
                </a:lnTo>
                <a:lnTo>
                  <a:pt x="844" y="360"/>
                </a:lnTo>
                <a:lnTo>
                  <a:pt x="840" y="363"/>
                </a:lnTo>
                <a:lnTo>
                  <a:pt x="834" y="367"/>
                </a:lnTo>
                <a:lnTo>
                  <a:pt x="829" y="367"/>
                </a:lnTo>
                <a:lnTo>
                  <a:pt x="823" y="367"/>
                </a:lnTo>
                <a:lnTo>
                  <a:pt x="817" y="363"/>
                </a:lnTo>
                <a:lnTo>
                  <a:pt x="814" y="360"/>
                </a:lnTo>
                <a:lnTo>
                  <a:pt x="812" y="356"/>
                </a:lnTo>
                <a:lnTo>
                  <a:pt x="810" y="348"/>
                </a:lnTo>
                <a:lnTo>
                  <a:pt x="812" y="342"/>
                </a:lnTo>
                <a:lnTo>
                  <a:pt x="814" y="339"/>
                </a:lnTo>
                <a:lnTo>
                  <a:pt x="817" y="335"/>
                </a:lnTo>
                <a:lnTo>
                  <a:pt x="823" y="331"/>
                </a:lnTo>
                <a:lnTo>
                  <a:pt x="829" y="331"/>
                </a:lnTo>
                <a:close/>
                <a:moveTo>
                  <a:pt x="112" y="331"/>
                </a:moveTo>
                <a:lnTo>
                  <a:pt x="129" y="335"/>
                </a:lnTo>
                <a:lnTo>
                  <a:pt x="142" y="348"/>
                </a:lnTo>
                <a:lnTo>
                  <a:pt x="148" y="367"/>
                </a:lnTo>
                <a:lnTo>
                  <a:pt x="148" y="515"/>
                </a:lnTo>
                <a:lnTo>
                  <a:pt x="295" y="515"/>
                </a:lnTo>
                <a:lnTo>
                  <a:pt x="295" y="367"/>
                </a:lnTo>
                <a:lnTo>
                  <a:pt x="301" y="348"/>
                </a:lnTo>
                <a:lnTo>
                  <a:pt x="312" y="335"/>
                </a:lnTo>
                <a:lnTo>
                  <a:pt x="331" y="331"/>
                </a:lnTo>
                <a:lnTo>
                  <a:pt x="350" y="335"/>
                </a:lnTo>
                <a:lnTo>
                  <a:pt x="364" y="348"/>
                </a:lnTo>
                <a:lnTo>
                  <a:pt x="369" y="367"/>
                </a:lnTo>
                <a:lnTo>
                  <a:pt x="369" y="515"/>
                </a:lnTo>
                <a:lnTo>
                  <a:pt x="403" y="513"/>
                </a:lnTo>
                <a:lnTo>
                  <a:pt x="420" y="515"/>
                </a:lnTo>
                <a:lnTo>
                  <a:pt x="432" y="522"/>
                </a:lnTo>
                <a:lnTo>
                  <a:pt x="437" y="532"/>
                </a:lnTo>
                <a:lnTo>
                  <a:pt x="441" y="541"/>
                </a:lnTo>
                <a:lnTo>
                  <a:pt x="443" y="549"/>
                </a:lnTo>
                <a:lnTo>
                  <a:pt x="443" y="551"/>
                </a:lnTo>
                <a:lnTo>
                  <a:pt x="2" y="551"/>
                </a:lnTo>
                <a:lnTo>
                  <a:pt x="4" y="535"/>
                </a:lnTo>
                <a:lnTo>
                  <a:pt x="12" y="526"/>
                </a:lnTo>
                <a:lnTo>
                  <a:pt x="19" y="520"/>
                </a:lnTo>
                <a:lnTo>
                  <a:pt x="29" y="516"/>
                </a:lnTo>
                <a:lnTo>
                  <a:pt x="34" y="515"/>
                </a:lnTo>
                <a:lnTo>
                  <a:pt x="38" y="515"/>
                </a:lnTo>
                <a:lnTo>
                  <a:pt x="74" y="515"/>
                </a:lnTo>
                <a:lnTo>
                  <a:pt x="74" y="367"/>
                </a:lnTo>
                <a:lnTo>
                  <a:pt x="80" y="348"/>
                </a:lnTo>
                <a:lnTo>
                  <a:pt x="93" y="335"/>
                </a:lnTo>
                <a:lnTo>
                  <a:pt x="112" y="331"/>
                </a:lnTo>
                <a:close/>
                <a:moveTo>
                  <a:pt x="957" y="293"/>
                </a:moveTo>
                <a:lnTo>
                  <a:pt x="995" y="293"/>
                </a:lnTo>
                <a:lnTo>
                  <a:pt x="1012" y="299"/>
                </a:lnTo>
                <a:lnTo>
                  <a:pt x="1025" y="312"/>
                </a:lnTo>
                <a:lnTo>
                  <a:pt x="1031" y="331"/>
                </a:lnTo>
                <a:lnTo>
                  <a:pt x="1031" y="367"/>
                </a:lnTo>
                <a:lnTo>
                  <a:pt x="1025" y="386"/>
                </a:lnTo>
                <a:lnTo>
                  <a:pt x="1012" y="399"/>
                </a:lnTo>
                <a:lnTo>
                  <a:pt x="995" y="405"/>
                </a:lnTo>
                <a:lnTo>
                  <a:pt x="957" y="405"/>
                </a:lnTo>
                <a:lnTo>
                  <a:pt x="938" y="399"/>
                </a:lnTo>
                <a:lnTo>
                  <a:pt x="925" y="386"/>
                </a:lnTo>
                <a:lnTo>
                  <a:pt x="921" y="367"/>
                </a:lnTo>
                <a:lnTo>
                  <a:pt x="921" y="331"/>
                </a:lnTo>
                <a:lnTo>
                  <a:pt x="925" y="312"/>
                </a:lnTo>
                <a:lnTo>
                  <a:pt x="938" y="299"/>
                </a:lnTo>
                <a:lnTo>
                  <a:pt x="957" y="293"/>
                </a:lnTo>
                <a:close/>
                <a:moveTo>
                  <a:pt x="662" y="293"/>
                </a:moveTo>
                <a:lnTo>
                  <a:pt x="700" y="293"/>
                </a:lnTo>
                <a:lnTo>
                  <a:pt x="719" y="299"/>
                </a:lnTo>
                <a:lnTo>
                  <a:pt x="732" y="312"/>
                </a:lnTo>
                <a:lnTo>
                  <a:pt x="736" y="331"/>
                </a:lnTo>
                <a:lnTo>
                  <a:pt x="736" y="367"/>
                </a:lnTo>
                <a:lnTo>
                  <a:pt x="732" y="386"/>
                </a:lnTo>
                <a:lnTo>
                  <a:pt x="719" y="399"/>
                </a:lnTo>
                <a:lnTo>
                  <a:pt x="700" y="405"/>
                </a:lnTo>
                <a:lnTo>
                  <a:pt x="662" y="405"/>
                </a:lnTo>
                <a:lnTo>
                  <a:pt x="645" y="399"/>
                </a:lnTo>
                <a:lnTo>
                  <a:pt x="632" y="386"/>
                </a:lnTo>
                <a:lnTo>
                  <a:pt x="626" y="367"/>
                </a:lnTo>
                <a:lnTo>
                  <a:pt x="626" y="331"/>
                </a:lnTo>
                <a:lnTo>
                  <a:pt x="632" y="312"/>
                </a:lnTo>
                <a:lnTo>
                  <a:pt x="645" y="299"/>
                </a:lnTo>
                <a:lnTo>
                  <a:pt x="662" y="293"/>
                </a:lnTo>
                <a:close/>
                <a:moveTo>
                  <a:pt x="810" y="34"/>
                </a:moveTo>
                <a:lnTo>
                  <a:pt x="806" y="36"/>
                </a:lnTo>
                <a:lnTo>
                  <a:pt x="795" y="36"/>
                </a:lnTo>
                <a:lnTo>
                  <a:pt x="783" y="38"/>
                </a:lnTo>
                <a:lnTo>
                  <a:pt x="774" y="38"/>
                </a:lnTo>
                <a:lnTo>
                  <a:pt x="721" y="51"/>
                </a:lnTo>
                <a:lnTo>
                  <a:pt x="672" y="74"/>
                </a:lnTo>
                <a:lnTo>
                  <a:pt x="626" y="106"/>
                </a:lnTo>
                <a:lnTo>
                  <a:pt x="589" y="144"/>
                </a:lnTo>
                <a:lnTo>
                  <a:pt x="589" y="155"/>
                </a:lnTo>
                <a:lnTo>
                  <a:pt x="589" y="172"/>
                </a:lnTo>
                <a:lnTo>
                  <a:pt x="589" y="195"/>
                </a:lnTo>
                <a:lnTo>
                  <a:pt x="589" y="216"/>
                </a:lnTo>
                <a:lnTo>
                  <a:pt x="589" y="237"/>
                </a:lnTo>
                <a:lnTo>
                  <a:pt x="589" y="250"/>
                </a:lnTo>
                <a:lnTo>
                  <a:pt x="589" y="255"/>
                </a:lnTo>
                <a:lnTo>
                  <a:pt x="526" y="257"/>
                </a:lnTo>
                <a:lnTo>
                  <a:pt x="520" y="280"/>
                </a:lnTo>
                <a:lnTo>
                  <a:pt x="519" y="305"/>
                </a:lnTo>
                <a:lnTo>
                  <a:pt x="517" y="325"/>
                </a:lnTo>
                <a:lnTo>
                  <a:pt x="515" y="342"/>
                </a:lnTo>
                <a:lnTo>
                  <a:pt x="515" y="348"/>
                </a:lnTo>
                <a:lnTo>
                  <a:pt x="515" y="352"/>
                </a:lnTo>
                <a:lnTo>
                  <a:pt x="515" y="365"/>
                </a:lnTo>
                <a:lnTo>
                  <a:pt x="517" y="384"/>
                </a:lnTo>
                <a:lnTo>
                  <a:pt x="519" y="403"/>
                </a:lnTo>
                <a:lnTo>
                  <a:pt x="522" y="424"/>
                </a:lnTo>
                <a:lnTo>
                  <a:pt x="526" y="441"/>
                </a:lnTo>
                <a:lnTo>
                  <a:pt x="537" y="441"/>
                </a:lnTo>
                <a:lnTo>
                  <a:pt x="553" y="441"/>
                </a:lnTo>
                <a:lnTo>
                  <a:pt x="570" y="441"/>
                </a:lnTo>
                <a:lnTo>
                  <a:pt x="581" y="441"/>
                </a:lnTo>
                <a:lnTo>
                  <a:pt x="587" y="441"/>
                </a:lnTo>
                <a:lnTo>
                  <a:pt x="589" y="549"/>
                </a:lnTo>
                <a:lnTo>
                  <a:pt x="623" y="585"/>
                </a:lnTo>
                <a:lnTo>
                  <a:pt x="662" y="615"/>
                </a:lnTo>
                <a:lnTo>
                  <a:pt x="708" y="639"/>
                </a:lnTo>
                <a:lnTo>
                  <a:pt x="757" y="655"/>
                </a:lnTo>
                <a:lnTo>
                  <a:pt x="810" y="662"/>
                </a:lnTo>
                <a:lnTo>
                  <a:pt x="810" y="647"/>
                </a:lnTo>
                <a:lnTo>
                  <a:pt x="810" y="630"/>
                </a:lnTo>
                <a:lnTo>
                  <a:pt x="810" y="613"/>
                </a:lnTo>
                <a:lnTo>
                  <a:pt x="812" y="602"/>
                </a:lnTo>
                <a:lnTo>
                  <a:pt x="812" y="596"/>
                </a:lnTo>
                <a:lnTo>
                  <a:pt x="814" y="594"/>
                </a:lnTo>
                <a:lnTo>
                  <a:pt x="817" y="590"/>
                </a:lnTo>
                <a:lnTo>
                  <a:pt x="825" y="588"/>
                </a:lnTo>
                <a:lnTo>
                  <a:pt x="834" y="588"/>
                </a:lnTo>
                <a:lnTo>
                  <a:pt x="848" y="596"/>
                </a:lnTo>
                <a:lnTo>
                  <a:pt x="848" y="602"/>
                </a:lnTo>
                <a:lnTo>
                  <a:pt x="848" y="613"/>
                </a:lnTo>
                <a:lnTo>
                  <a:pt x="846" y="628"/>
                </a:lnTo>
                <a:lnTo>
                  <a:pt x="846" y="645"/>
                </a:lnTo>
                <a:lnTo>
                  <a:pt x="848" y="656"/>
                </a:lnTo>
                <a:lnTo>
                  <a:pt x="848" y="660"/>
                </a:lnTo>
                <a:lnTo>
                  <a:pt x="901" y="653"/>
                </a:lnTo>
                <a:lnTo>
                  <a:pt x="948" y="638"/>
                </a:lnTo>
                <a:lnTo>
                  <a:pt x="993" y="615"/>
                </a:lnTo>
                <a:lnTo>
                  <a:pt x="1033" y="585"/>
                </a:lnTo>
                <a:lnTo>
                  <a:pt x="1069" y="551"/>
                </a:lnTo>
                <a:lnTo>
                  <a:pt x="1069" y="539"/>
                </a:lnTo>
                <a:lnTo>
                  <a:pt x="1069" y="520"/>
                </a:lnTo>
                <a:lnTo>
                  <a:pt x="1069" y="499"/>
                </a:lnTo>
                <a:lnTo>
                  <a:pt x="1069" y="479"/>
                </a:lnTo>
                <a:lnTo>
                  <a:pt x="1069" y="460"/>
                </a:lnTo>
                <a:lnTo>
                  <a:pt x="1069" y="447"/>
                </a:lnTo>
                <a:lnTo>
                  <a:pt x="1069" y="441"/>
                </a:lnTo>
                <a:lnTo>
                  <a:pt x="1074" y="441"/>
                </a:lnTo>
                <a:lnTo>
                  <a:pt x="1090" y="441"/>
                </a:lnTo>
                <a:lnTo>
                  <a:pt x="1109" y="443"/>
                </a:lnTo>
                <a:lnTo>
                  <a:pt x="1126" y="443"/>
                </a:lnTo>
                <a:lnTo>
                  <a:pt x="1135" y="395"/>
                </a:lnTo>
                <a:lnTo>
                  <a:pt x="1139" y="348"/>
                </a:lnTo>
                <a:lnTo>
                  <a:pt x="1135" y="301"/>
                </a:lnTo>
                <a:lnTo>
                  <a:pt x="1126" y="255"/>
                </a:lnTo>
                <a:lnTo>
                  <a:pt x="1116" y="255"/>
                </a:lnTo>
                <a:lnTo>
                  <a:pt x="1101" y="255"/>
                </a:lnTo>
                <a:lnTo>
                  <a:pt x="1086" y="255"/>
                </a:lnTo>
                <a:lnTo>
                  <a:pt x="1073" y="255"/>
                </a:lnTo>
                <a:lnTo>
                  <a:pt x="1069" y="255"/>
                </a:lnTo>
                <a:lnTo>
                  <a:pt x="1067" y="148"/>
                </a:lnTo>
                <a:lnTo>
                  <a:pt x="1029" y="110"/>
                </a:lnTo>
                <a:lnTo>
                  <a:pt x="986" y="78"/>
                </a:lnTo>
                <a:lnTo>
                  <a:pt x="938" y="55"/>
                </a:lnTo>
                <a:lnTo>
                  <a:pt x="885" y="40"/>
                </a:lnTo>
                <a:lnTo>
                  <a:pt x="866" y="38"/>
                </a:lnTo>
                <a:lnTo>
                  <a:pt x="851" y="38"/>
                </a:lnTo>
                <a:lnTo>
                  <a:pt x="846" y="38"/>
                </a:lnTo>
                <a:lnTo>
                  <a:pt x="846" y="100"/>
                </a:lnTo>
                <a:lnTo>
                  <a:pt x="844" y="102"/>
                </a:lnTo>
                <a:lnTo>
                  <a:pt x="838" y="106"/>
                </a:lnTo>
                <a:lnTo>
                  <a:pt x="831" y="110"/>
                </a:lnTo>
                <a:lnTo>
                  <a:pt x="821" y="108"/>
                </a:lnTo>
                <a:lnTo>
                  <a:pt x="810" y="100"/>
                </a:lnTo>
                <a:lnTo>
                  <a:pt x="810" y="34"/>
                </a:lnTo>
                <a:close/>
                <a:moveTo>
                  <a:pt x="517" y="0"/>
                </a:moveTo>
                <a:lnTo>
                  <a:pt x="1141" y="0"/>
                </a:lnTo>
                <a:lnTo>
                  <a:pt x="1160" y="4"/>
                </a:lnTo>
                <a:lnTo>
                  <a:pt x="1173" y="17"/>
                </a:lnTo>
                <a:lnTo>
                  <a:pt x="1178" y="36"/>
                </a:lnTo>
                <a:lnTo>
                  <a:pt x="1178" y="662"/>
                </a:lnTo>
                <a:lnTo>
                  <a:pt x="1173" y="681"/>
                </a:lnTo>
                <a:lnTo>
                  <a:pt x="1160" y="694"/>
                </a:lnTo>
                <a:lnTo>
                  <a:pt x="1141" y="698"/>
                </a:lnTo>
                <a:lnTo>
                  <a:pt x="517" y="698"/>
                </a:lnTo>
                <a:lnTo>
                  <a:pt x="498" y="694"/>
                </a:lnTo>
                <a:lnTo>
                  <a:pt x="485" y="681"/>
                </a:lnTo>
                <a:lnTo>
                  <a:pt x="479" y="662"/>
                </a:lnTo>
                <a:lnTo>
                  <a:pt x="479" y="36"/>
                </a:lnTo>
                <a:lnTo>
                  <a:pt x="485" y="17"/>
                </a:lnTo>
                <a:lnTo>
                  <a:pt x="498" y="4"/>
                </a:lnTo>
                <a:lnTo>
                  <a:pt x="51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7994202" y="2889000"/>
            <a:ext cx="540917" cy="1080000"/>
          </a:xfrm>
          <a:custGeom>
            <a:avLst/>
            <a:gdLst>
              <a:gd name="T0" fmla="*/ 225 w 590"/>
              <a:gd name="T1" fmla="*/ 783 h 1178"/>
              <a:gd name="T2" fmla="*/ 225 w 590"/>
              <a:gd name="T3" fmla="*/ 804 h 1178"/>
              <a:gd name="T4" fmla="*/ 350 w 590"/>
              <a:gd name="T5" fmla="*/ 811 h 1178"/>
              <a:gd name="T6" fmla="*/ 367 w 590"/>
              <a:gd name="T7" fmla="*/ 798 h 1178"/>
              <a:gd name="T8" fmla="*/ 361 w 590"/>
              <a:gd name="T9" fmla="*/ 779 h 1178"/>
              <a:gd name="T10" fmla="*/ 238 w 590"/>
              <a:gd name="T11" fmla="*/ 701 h 1178"/>
              <a:gd name="T12" fmla="*/ 221 w 590"/>
              <a:gd name="T13" fmla="*/ 713 h 1178"/>
              <a:gd name="T14" fmla="*/ 229 w 590"/>
              <a:gd name="T15" fmla="*/ 734 h 1178"/>
              <a:gd name="T16" fmla="*/ 355 w 590"/>
              <a:gd name="T17" fmla="*/ 737 h 1178"/>
              <a:gd name="T18" fmla="*/ 369 w 590"/>
              <a:gd name="T19" fmla="*/ 718 h 1178"/>
              <a:gd name="T20" fmla="*/ 355 w 590"/>
              <a:gd name="T21" fmla="*/ 701 h 1178"/>
              <a:gd name="T22" fmla="*/ 229 w 590"/>
              <a:gd name="T23" fmla="*/ 628 h 1178"/>
              <a:gd name="T24" fmla="*/ 217 w 590"/>
              <a:gd name="T25" fmla="*/ 645 h 1178"/>
              <a:gd name="T26" fmla="*/ 229 w 590"/>
              <a:gd name="T27" fmla="*/ 664 h 1178"/>
              <a:gd name="T28" fmla="*/ 363 w 590"/>
              <a:gd name="T29" fmla="*/ 660 h 1178"/>
              <a:gd name="T30" fmla="*/ 371 w 590"/>
              <a:gd name="T31" fmla="*/ 639 h 1178"/>
              <a:gd name="T32" fmla="*/ 354 w 590"/>
              <a:gd name="T33" fmla="*/ 628 h 1178"/>
              <a:gd name="T34" fmla="*/ 588 w 590"/>
              <a:gd name="T35" fmla="*/ 442 h 1178"/>
              <a:gd name="T36" fmla="*/ 565 w 590"/>
              <a:gd name="T37" fmla="*/ 503 h 1178"/>
              <a:gd name="T38" fmla="*/ 499 w 590"/>
              <a:gd name="T39" fmla="*/ 584 h 1178"/>
              <a:gd name="T40" fmla="*/ 429 w 590"/>
              <a:gd name="T41" fmla="*/ 630 h 1178"/>
              <a:gd name="T42" fmla="*/ 405 w 590"/>
              <a:gd name="T43" fmla="*/ 720 h 1178"/>
              <a:gd name="T44" fmla="*/ 401 w 590"/>
              <a:gd name="T45" fmla="*/ 826 h 1178"/>
              <a:gd name="T46" fmla="*/ 371 w 590"/>
              <a:gd name="T47" fmla="*/ 847 h 1178"/>
              <a:gd name="T48" fmla="*/ 335 w 590"/>
              <a:gd name="T49" fmla="*/ 866 h 1178"/>
              <a:gd name="T50" fmla="*/ 397 w 590"/>
              <a:gd name="T51" fmla="*/ 974 h 1178"/>
              <a:gd name="T52" fmla="*/ 454 w 590"/>
              <a:gd name="T53" fmla="*/ 1029 h 1178"/>
              <a:gd name="T54" fmla="*/ 476 w 590"/>
              <a:gd name="T55" fmla="*/ 1138 h 1178"/>
              <a:gd name="T56" fmla="*/ 408 w 590"/>
              <a:gd name="T57" fmla="*/ 1178 h 1178"/>
              <a:gd name="T58" fmla="*/ 407 w 590"/>
              <a:gd name="T59" fmla="*/ 1121 h 1178"/>
              <a:gd name="T60" fmla="*/ 403 w 590"/>
              <a:gd name="T61" fmla="*/ 1074 h 1178"/>
              <a:gd name="T62" fmla="*/ 338 w 590"/>
              <a:gd name="T63" fmla="*/ 1015 h 1178"/>
              <a:gd name="T64" fmla="*/ 276 w 590"/>
              <a:gd name="T65" fmla="*/ 913 h 1178"/>
              <a:gd name="T66" fmla="*/ 257 w 590"/>
              <a:gd name="T67" fmla="*/ 847 h 1178"/>
              <a:gd name="T68" fmla="*/ 189 w 590"/>
              <a:gd name="T69" fmla="*/ 830 h 1178"/>
              <a:gd name="T70" fmla="*/ 183 w 590"/>
              <a:gd name="T71" fmla="*/ 739 h 1178"/>
              <a:gd name="T72" fmla="*/ 178 w 590"/>
              <a:gd name="T73" fmla="*/ 688 h 1178"/>
              <a:gd name="T74" fmla="*/ 134 w 590"/>
              <a:gd name="T75" fmla="*/ 605 h 1178"/>
              <a:gd name="T76" fmla="*/ 42 w 590"/>
              <a:gd name="T77" fmla="*/ 531 h 1178"/>
              <a:gd name="T78" fmla="*/ 2 w 590"/>
              <a:gd name="T79" fmla="*/ 450 h 1178"/>
              <a:gd name="T80" fmla="*/ 166 w 590"/>
              <a:gd name="T81" fmla="*/ 5 h 1178"/>
              <a:gd name="T82" fmla="*/ 405 w 590"/>
              <a:gd name="T83" fmla="*/ 221 h 1178"/>
              <a:gd name="T84" fmla="*/ 442 w 590"/>
              <a:gd name="T85" fmla="*/ 0 h 1178"/>
              <a:gd name="T86" fmla="*/ 478 w 590"/>
              <a:gd name="T87" fmla="*/ 221 h 1178"/>
              <a:gd name="T88" fmla="*/ 584 w 590"/>
              <a:gd name="T89" fmla="*/ 240 h 1178"/>
              <a:gd name="T90" fmla="*/ 0 w 590"/>
              <a:gd name="T91" fmla="*/ 257 h 1178"/>
              <a:gd name="T92" fmla="*/ 26 w 590"/>
              <a:gd name="T93" fmla="*/ 223 h 1178"/>
              <a:gd name="T94" fmla="*/ 110 w 590"/>
              <a:gd name="T95" fmla="*/ 38 h 1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90" h="1178">
                <a:moveTo>
                  <a:pt x="238" y="775"/>
                </a:moveTo>
                <a:lnTo>
                  <a:pt x="233" y="775"/>
                </a:lnTo>
                <a:lnTo>
                  <a:pt x="229" y="779"/>
                </a:lnTo>
                <a:lnTo>
                  <a:pt x="225" y="783"/>
                </a:lnTo>
                <a:lnTo>
                  <a:pt x="221" y="786"/>
                </a:lnTo>
                <a:lnTo>
                  <a:pt x="221" y="792"/>
                </a:lnTo>
                <a:lnTo>
                  <a:pt x="221" y="798"/>
                </a:lnTo>
                <a:lnTo>
                  <a:pt x="225" y="804"/>
                </a:lnTo>
                <a:lnTo>
                  <a:pt x="229" y="807"/>
                </a:lnTo>
                <a:lnTo>
                  <a:pt x="233" y="811"/>
                </a:lnTo>
                <a:lnTo>
                  <a:pt x="238" y="811"/>
                </a:lnTo>
                <a:lnTo>
                  <a:pt x="350" y="811"/>
                </a:lnTo>
                <a:lnTo>
                  <a:pt x="355" y="811"/>
                </a:lnTo>
                <a:lnTo>
                  <a:pt x="361" y="807"/>
                </a:lnTo>
                <a:lnTo>
                  <a:pt x="365" y="804"/>
                </a:lnTo>
                <a:lnTo>
                  <a:pt x="367" y="798"/>
                </a:lnTo>
                <a:lnTo>
                  <a:pt x="369" y="792"/>
                </a:lnTo>
                <a:lnTo>
                  <a:pt x="367" y="786"/>
                </a:lnTo>
                <a:lnTo>
                  <a:pt x="365" y="783"/>
                </a:lnTo>
                <a:lnTo>
                  <a:pt x="361" y="779"/>
                </a:lnTo>
                <a:lnTo>
                  <a:pt x="355" y="775"/>
                </a:lnTo>
                <a:lnTo>
                  <a:pt x="350" y="775"/>
                </a:lnTo>
                <a:lnTo>
                  <a:pt x="238" y="775"/>
                </a:lnTo>
                <a:close/>
                <a:moveTo>
                  <a:pt x="238" y="701"/>
                </a:moveTo>
                <a:lnTo>
                  <a:pt x="233" y="701"/>
                </a:lnTo>
                <a:lnTo>
                  <a:pt x="229" y="705"/>
                </a:lnTo>
                <a:lnTo>
                  <a:pt x="225" y="709"/>
                </a:lnTo>
                <a:lnTo>
                  <a:pt x="221" y="713"/>
                </a:lnTo>
                <a:lnTo>
                  <a:pt x="221" y="718"/>
                </a:lnTo>
                <a:lnTo>
                  <a:pt x="221" y="724"/>
                </a:lnTo>
                <a:lnTo>
                  <a:pt x="225" y="730"/>
                </a:lnTo>
                <a:lnTo>
                  <a:pt x="229" y="734"/>
                </a:lnTo>
                <a:lnTo>
                  <a:pt x="233" y="737"/>
                </a:lnTo>
                <a:lnTo>
                  <a:pt x="238" y="737"/>
                </a:lnTo>
                <a:lnTo>
                  <a:pt x="350" y="737"/>
                </a:lnTo>
                <a:lnTo>
                  <a:pt x="355" y="737"/>
                </a:lnTo>
                <a:lnTo>
                  <a:pt x="361" y="734"/>
                </a:lnTo>
                <a:lnTo>
                  <a:pt x="365" y="730"/>
                </a:lnTo>
                <a:lnTo>
                  <a:pt x="367" y="724"/>
                </a:lnTo>
                <a:lnTo>
                  <a:pt x="369" y="718"/>
                </a:lnTo>
                <a:lnTo>
                  <a:pt x="367" y="713"/>
                </a:lnTo>
                <a:lnTo>
                  <a:pt x="365" y="709"/>
                </a:lnTo>
                <a:lnTo>
                  <a:pt x="361" y="705"/>
                </a:lnTo>
                <a:lnTo>
                  <a:pt x="355" y="701"/>
                </a:lnTo>
                <a:lnTo>
                  <a:pt x="350" y="701"/>
                </a:lnTo>
                <a:lnTo>
                  <a:pt x="238" y="701"/>
                </a:lnTo>
                <a:close/>
                <a:moveTo>
                  <a:pt x="234" y="628"/>
                </a:moveTo>
                <a:lnTo>
                  <a:pt x="229" y="628"/>
                </a:lnTo>
                <a:lnTo>
                  <a:pt x="225" y="631"/>
                </a:lnTo>
                <a:lnTo>
                  <a:pt x="221" y="635"/>
                </a:lnTo>
                <a:lnTo>
                  <a:pt x="217" y="639"/>
                </a:lnTo>
                <a:lnTo>
                  <a:pt x="217" y="645"/>
                </a:lnTo>
                <a:lnTo>
                  <a:pt x="217" y="650"/>
                </a:lnTo>
                <a:lnTo>
                  <a:pt x="221" y="656"/>
                </a:lnTo>
                <a:lnTo>
                  <a:pt x="225" y="660"/>
                </a:lnTo>
                <a:lnTo>
                  <a:pt x="229" y="664"/>
                </a:lnTo>
                <a:lnTo>
                  <a:pt x="234" y="664"/>
                </a:lnTo>
                <a:lnTo>
                  <a:pt x="354" y="664"/>
                </a:lnTo>
                <a:lnTo>
                  <a:pt x="359" y="664"/>
                </a:lnTo>
                <a:lnTo>
                  <a:pt x="363" y="660"/>
                </a:lnTo>
                <a:lnTo>
                  <a:pt x="367" y="656"/>
                </a:lnTo>
                <a:lnTo>
                  <a:pt x="371" y="650"/>
                </a:lnTo>
                <a:lnTo>
                  <a:pt x="371" y="645"/>
                </a:lnTo>
                <a:lnTo>
                  <a:pt x="371" y="639"/>
                </a:lnTo>
                <a:lnTo>
                  <a:pt x="367" y="635"/>
                </a:lnTo>
                <a:lnTo>
                  <a:pt x="363" y="631"/>
                </a:lnTo>
                <a:lnTo>
                  <a:pt x="359" y="628"/>
                </a:lnTo>
                <a:lnTo>
                  <a:pt x="354" y="628"/>
                </a:lnTo>
                <a:lnTo>
                  <a:pt x="234" y="628"/>
                </a:lnTo>
                <a:close/>
                <a:moveTo>
                  <a:pt x="0" y="297"/>
                </a:moveTo>
                <a:lnTo>
                  <a:pt x="588" y="297"/>
                </a:lnTo>
                <a:lnTo>
                  <a:pt x="588" y="442"/>
                </a:lnTo>
                <a:lnTo>
                  <a:pt x="586" y="446"/>
                </a:lnTo>
                <a:lnTo>
                  <a:pt x="582" y="459"/>
                </a:lnTo>
                <a:lnTo>
                  <a:pt x="575" y="480"/>
                </a:lnTo>
                <a:lnTo>
                  <a:pt x="565" y="503"/>
                </a:lnTo>
                <a:lnTo>
                  <a:pt x="552" y="527"/>
                </a:lnTo>
                <a:lnTo>
                  <a:pt x="537" y="550"/>
                </a:lnTo>
                <a:lnTo>
                  <a:pt x="520" y="569"/>
                </a:lnTo>
                <a:lnTo>
                  <a:pt x="499" y="584"/>
                </a:lnTo>
                <a:lnTo>
                  <a:pt x="478" y="590"/>
                </a:lnTo>
                <a:lnTo>
                  <a:pt x="458" y="595"/>
                </a:lnTo>
                <a:lnTo>
                  <a:pt x="442" y="611"/>
                </a:lnTo>
                <a:lnTo>
                  <a:pt x="429" y="630"/>
                </a:lnTo>
                <a:lnTo>
                  <a:pt x="420" y="654"/>
                </a:lnTo>
                <a:lnTo>
                  <a:pt x="412" y="679"/>
                </a:lnTo>
                <a:lnTo>
                  <a:pt x="408" y="701"/>
                </a:lnTo>
                <a:lnTo>
                  <a:pt x="405" y="720"/>
                </a:lnTo>
                <a:lnTo>
                  <a:pt x="403" y="735"/>
                </a:lnTo>
                <a:lnTo>
                  <a:pt x="403" y="739"/>
                </a:lnTo>
                <a:lnTo>
                  <a:pt x="403" y="813"/>
                </a:lnTo>
                <a:lnTo>
                  <a:pt x="401" y="826"/>
                </a:lnTo>
                <a:lnTo>
                  <a:pt x="393" y="836"/>
                </a:lnTo>
                <a:lnTo>
                  <a:pt x="386" y="841"/>
                </a:lnTo>
                <a:lnTo>
                  <a:pt x="376" y="845"/>
                </a:lnTo>
                <a:lnTo>
                  <a:pt x="371" y="847"/>
                </a:lnTo>
                <a:lnTo>
                  <a:pt x="369" y="847"/>
                </a:lnTo>
                <a:lnTo>
                  <a:pt x="331" y="847"/>
                </a:lnTo>
                <a:lnTo>
                  <a:pt x="331" y="853"/>
                </a:lnTo>
                <a:lnTo>
                  <a:pt x="335" y="866"/>
                </a:lnTo>
                <a:lnTo>
                  <a:pt x="342" y="887"/>
                </a:lnTo>
                <a:lnTo>
                  <a:pt x="354" y="913"/>
                </a:lnTo>
                <a:lnTo>
                  <a:pt x="371" y="943"/>
                </a:lnTo>
                <a:lnTo>
                  <a:pt x="397" y="974"/>
                </a:lnTo>
                <a:lnTo>
                  <a:pt x="433" y="1004"/>
                </a:lnTo>
                <a:lnTo>
                  <a:pt x="437" y="1008"/>
                </a:lnTo>
                <a:lnTo>
                  <a:pt x="444" y="1015"/>
                </a:lnTo>
                <a:lnTo>
                  <a:pt x="454" y="1029"/>
                </a:lnTo>
                <a:lnTo>
                  <a:pt x="463" y="1049"/>
                </a:lnTo>
                <a:lnTo>
                  <a:pt x="473" y="1076"/>
                </a:lnTo>
                <a:lnTo>
                  <a:pt x="476" y="1110"/>
                </a:lnTo>
                <a:lnTo>
                  <a:pt x="476" y="1138"/>
                </a:lnTo>
                <a:lnTo>
                  <a:pt x="476" y="1159"/>
                </a:lnTo>
                <a:lnTo>
                  <a:pt x="476" y="1170"/>
                </a:lnTo>
                <a:lnTo>
                  <a:pt x="476" y="1176"/>
                </a:lnTo>
                <a:lnTo>
                  <a:pt x="408" y="1178"/>
                </a:lnTo>
                <a:lnTo>
                  <a:pt x="408" y="1172"/>
                </a:lnTo>
                <a:lnTo>
                  <a:pt x="408" y="1159"/>
                </a:lnTo>
                <a:lnTo>
                  <a:pt x="408" y="1140"/>
                </a:lnTo>
                <a:lnTo>
                  <a:pt x="407" y="1121"/>
                </a:lnTo>
                <a:lnTo>
                  <a:pt x="407" y="1106"/>
                </a:lnTo>
                <a:lnTo>
                  <a:pt x="405" y="1097"/>
                </a:lnTo>
                <a:lnTo>
                  <a:pt x="405" y="1085"/>
                </a:lnTo>
                <a:lnTo>
                  <a:pt x="403" y="1074"/>
                </a:lnTo>
                <a:lnTo>
                  <a:pt x="397" y="1059"/>
                </a:lnTo>
                <a:lnTo>
                  <a:pt x="386" y="1044"/>
                </a:lnTo>
                <a:lnTo>
                  <a:pt x="363" y="1029"/>
                </a:lnTo>
                <a:lnTo>
                  <a:pt x="338" y="1015"/>
                </a:lnTo>
                <a:lnTo>
                  <a:pt x="320" y="995"/>
                </a:lnTo>
                <a:lnTo>
                  <a:pt x="301" y="968"/>
                </a:lnTo>
                <a:lnTo>
                  <a:pt x="287" y="942"/>
                </a:lnTo>
                <a:lnTo>
                  <a:pt x="276" y="913"/>
                </a:lnTo>
                <a:lnTo>
                  <a:pt x="267" y="889"/>
                </a:lnTo>
                <a:lnTo>
                  <a:pt x="261" y="868"/>
                </a:lnTo>
                <a:lnTo>
                  <a:pt x="257" y="853"/>
                </a:lnTo>
                <a:lnTo>
                  <a:pt x="257" y="847"/>
                </a:lnTo>
                <a:lnTo>
                  <a:pt x="221" y="849"/>
                </a:lnTo>
                <a:lnTo>
                  <a:pt x="206" y="845"/>
                </a:lnTo>
                <a:lnTo>
                  <a:pt x="195" y="839"/>
                </a:lnTo>
                <a:lnTo>
                  <a:pt x="189" y="830"/>
                </a:lnTo>
                <a:lnTo>
                  <a:pt x="185" y="821"/>
                </a:lnTo>
                <a:lnTo>
                  <a:pt x="183" y="815"/>
                </a:lnTo>
                <a:lnTo>
                  <a:pt x="183" y="811"/>
                </a:lnTo>
                <a:lnTo>
                  <a:pt x="183" y="739"/>
                </a:lnTo>
                <a:lnTo>
                  <a:pt x="183" y="735"/>
                </a:lnTo>
                <a:lnTo>
                  <a:pt x="183" y="724"/>
                </a:lnTo>
                <a:lnTo>
                  <a:pt x="181" y="707"/>
                </a:lnTo>
                <a:lnTo>
                  <a:pt x="178" y="688"/>
                </a:lnTo>
                <a:lnTo>
                  <a:pt x="172" y="665"/>
                </a:lnTo>
                <a:lnTo>
                  <a:pt x="164" y="643"/>
                </a:lnTo>
                <a:lnTo>
                  <a:pt x="151" y="622"/>
                </a:lnTo>
                <a:lnTo>
                  <a:pt x="134" y="605"/>
                </a:lnTo>
                <a:lnTo>
                  <a:pt x="112" y="592"/>
                </a:lnTo>
                <a:lnTo>
                  <a:pt x="85" y="577"/>
                </a:lnTo>
                <a:lnTo>
                  <a:pt x="62" y="556"/>
                </a:lnTo>
                <a:lnTo>
                  <a:pt x="42" y="531"/>
                </a:lnTo>
                <a:lnTo>
                  <a:pt x="26" y="507"/>
                </a:lnTo>
                <a:lnTo>
                  <a:pt x="15" y="484"/>
                </a:lnTo>
                <a:lnTo>
                  <a:pt x="6" y="463"/>
                </a:lnTo>
                <a:lnTo>
                  <a:pt x="2" y="450"/>
                </a:lnTo>
                <a:lnTo>
                  <a:pt x="0" y="444"/>
                </a:lnTo>
                <a:lnTo>
                  <a:pt x="0" y="297"/>
                </a:lnTo>
                <a:close/>
                <a:moveTo>
                  <a:pt x="147" y="0"/>
                </a:moveTo>
                <a:lnTo>
                  <a:pt x="166" y="5"/>
                </a:lnTo>
                <a:lnTo>
                  <a:pt x="180" y="19"/>
                </a:lnTo>
                <a:lnTo>
                  <a:pt x="183" y="38"/>
                </a:lnTo>
                <a:lnTo>
                  <a:pt x="183" y="221"/>
                </a:lnTo>
                <a:lnTo>
                  <a:pt x="405" y="221"/>
                </a:lnTo>
                <a:lnTo>
                  <a:pt x="405" y="38"/>
                </a:lnTo>
                <a:lnTo>
                  <a:pt x="410" y="19"/>
                </a:lnTo>
                <a:lnTo>
                  <a:pt x="424" y="5"/>
                </a:lnTo>
                <a:lnTo>
                  <a:pt x="442" y="0"/>
                </a:lnTo>
                <a:lnTo>
                  <a:pt x="461" y="5"/>
                </a:lnTo>
                <a:lnTo>
                  <a:pt x="475" y="19"/>
                </a:lnTo>
                <a:lnTo>
                  <a:pt x="478" y="38"/>
                </a:lnTo>
                <a:lnTo>
                  <a:pt x="478" y="221"/>
                </a:lnTo>
                <a:lnTo>
                  <a:pt x="550" y="221"/>
                </a:lnTo>
                <a:lnTo>
                  <a:pt x="567" y="225"/>
                </a:lnTo>
                <a:lnTo>
                  <a:pt x="579" y="230"/>
                </a:lnTo>
                <a:lnTo>
                  <a:pt x="584" y="240"/>
                </a:lnTo>
                <a:lnTo>
                  <a:pt x="588" y="249"/>
                </a:lnTo>
                <a:lnTo>
                  <a:pt x="590" y="255"/>
                </a:lnTo>
                <a:lnTo>
                  <a:pt x="590" y="259"/>
                </a:lnTo>
                <a:lnTo>
                  <a:pt x="0" y="257"/>
                </a:lnTo>
                <a:lnTo>
                  <a:pt x="4" y="242"/>
                </a:lnTo>
                <a:lnTo>
                  <a:pt x="9" y="232"/>
                </a:lnTo>
                <a:lnTo>
                  <a:pt x="19" y="227"/>
                </a:lnTo>
                <a:lnTo>
                  <a:pt x="26" y="223"/>
                </a:lnTo>
                <a:lnTo>
                  <a:pt x="34" y="221"/>
                </a:lnTo>
                <a:lnTo>
                  <a:pt x="36" y="221"/>
                </a:lnTo>
                <a:lnTo>
                  <a:pt x="110" y="221"/>
                </a:lnTo>
                <a:lnTo>
                  <a:pt x="110" y="38"/>
                </a:lnTo>
                <a:lnTo>
                  <a:pt x="115" y="19"/>
                </a:lnTo>
                <a:lnTo>
                  <a:pt x="129" y="5"/>
                </a:lnTo>
                <a:lnTo>
                  <a:pt x="14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27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auto">
          <a:xfrm>
            <a:off x="1100692" y="1239105"/>
            <a:ext cx="1080000" cy="954324"/>
          </a:xfrm>
          <a:custGeom>
            <a:avLst/>
            <a:gdLst>
              <a:gd name="T0" fmla="*/ 503 w 1057"/>
              <a:gd name="T1" fmla="*/ 724 h 934"/>
              <a:gd name="T2" fmla="*/ 444 w 1057"/>
              <a:gd name="T3" fmla="*/ 824 h 934"/>
              <a:gd name="T4" fmla="*/ 374 w 1057"/>
              <a:gd name="T5" fmla="*/ 889 h 934"/>
              <a:gd name="T6" fmla="*/ 303 w 1057"/>
              <a:gd name="T7" fmla="*/ 923 h 934"/>
              <a:gd name="T8" fmla="*/ 227 w 1057"/>
              <a:gd name="T9" fmla="*/ 934 h 934"/>
              <a:gd name="T10" fmla="*/ 157 w 1057"/>
              <a:gd name="T11" fmla="*/ 930 h 934"/>
              <a:gd name="T12" fmla="*/ 95 w 1057"/>
              <a:gd name="T13" fmla="*/ 915 h 934"/>
              <a:gd name="T14" fmla="*/ 45 w 1057"/>
              <a:gd name="T15" fmla="*/ 898 h 934"/>
              <a:gd name="T16" fmla="*/ 11 w 1057"/>
              <a:gd name="T17" fmla="*/ 883 h 934"/>
              <a:gd name="T18" fmla="*/ 0 w 1057"/>
              <a:gd name="T19" fmla="*/ 876 h 934"/>
              <a:gd name="T20" fmla="*/ 13 w 1057"/>
              <a:gd name="T21" fmla="*/ 877 h 934"/>
              <a:gd name="T22" fmla="*/ 45 w 1057"/>
              <a:gd name="T23" fmla="*/ 876 h 934"/>
              <a:gd name="T24" fmla="*/ 87 w 1057"/>
              <a:gd name="T25" fmla="*/ 866 h 934"/>
              <a:gd name="T26" fmla="*/ 127 w 1057"/>
              <a:gd name="T27" fmla="*/ 843 h 934"/>
              <a:gd name="T28" fmla="*/ 159 w 1057"/>
              <a:gd name="T29" fmla="*/ 804 h 934"/>
              <a:gd name="T30" fmla="*/ 172 w 1057"/>
              <a:gd name="T31" fmla="*/ 737 h 934"/>
              <a:gd name="T32" fmla="*/ 185 w 1057"/>
              <a:gd name="T33" fmla="*/ 667 h 934"/>
              <a:gd name="T34" fmla="*/ 216 w 1057"/>
              <a:gd name="T35" fmla="*/ 622 h 934"/>
              <a:gd name="T36" fmla="*/ 257 w 1057"/>
              <a:gd name="T37" fmla="*/ 592 h 934"/>
              <a:gd name="T38" fmla="*/ 297 w 1057"/>
              <a:gd name="T39" fmla="*/ 575 h 934"/>
              <a:gd name="T40" fmla="*/ 329 w 1057"/>
              <a:gd name="T41" fmla="*/ 567 h 934"/>
              <a:gd name="T42" fmla="*/ 340 w 1057"/>
              <a:gd name="T43" fmla="*/ 565 h 934"/>
              <a:gd name="T44" fmla="*/ 1055 w 1057"/>
              <a:gd name="T45" fmla="*/ 0 h 934"/>
              <a:gd name="T46" fmla="*/ 1057 w 1057"/>
              <a:gd name="T47" fmla="*/ 3 h 934"/>
              <a:gd name="T48" fmla="*/ 1046 w 1057"/>
              <a:gd name="T49" fmla="*/ 32 h 934"/>
              <a:gd name="T50" fmla="*/ 1021 w 1057"/>
              <a:gd name="T51" fmla="*/ 77 h 934"/>
              <a:gd name="T52" fmla="*/ 985 w 1057"/>
              <a:gd name="T53" fmla="*/ 134 h 934"/>
              <a:gd name="T54" fmla="*/ 949 w 1057"/>
              <a:gd name="T55" fmla="*/ 191 h 934"/>
              <a:gd name="T56" fmla="*/ 913 w 1057"/>
              <a:gd name="T57" fmla="*/ 238 h 934"/>
              <a:gd name="T58" fmla="*/ 902 w 1057"/>
              <a:gd name="T59" fmla="*/ 251 h 934"/>
              <a:gd name="T60" fmla="*/ 874 w 1057"/>
              <a:gd name="T61" fmla="*/ 287 h 934"/>
              <a:gd name="T62" fmla="*/ 828 w 1057"/>
              <a:gd name="T63" fmla="*/ 338 h 934"/>
              <a:gd name="T64" fmla="*/ 775 w 1057"/>
              <a:gd name="T65" fmla="*/ 401 h 934"/>
              <a:gd name="T66" fmla="*/ 719 w 1057"/>
              <a:gd name="T67" fmla="*/ 469 h 934"/>
              <a:gd name="T68" fmla="*/ 662 w 1057"/>
              <a:gd name="T69" fmla="*/ 537 h 934"/>
              <a:gd name="T70" fmla="*/ 666 w 1057"/>
              <a:gd name="T71" fmla="*/ 560 h 934"/>
              <a:gd name="T72" fmla="*/ 656 w 1057"/>
              <a:gd name="T73" fmla="*/ 590 h 934"/>
              <a:gd name="T74" fmla="*/ 647 w 1057"/>
              <a:gd name="T75" fmla="*/ 613 h 934"/>
              <a:gd name="T76" fmla="*/ 641 w 1057"/>
              <a:gd name="T77" fmla="*/ 618 h 934"/>
              <a:gd name="T78" fmla="*/ 622 w 1057"/>
              <a:gd name="T79" fmla="*/ 633 h 934"/>
              <a:gd name="T80" fmla="*/ 586 w 1057"/>
              <a:gd name="T81" fmla="*/ 650 h 934"/>
              <a:gd name="T82" fmla="*/ 550 w 1057"/>
              <a:gd name="T83" fmla="*/ 671 h 934"/>
              <a:gd name="T84" fmla="*/ 533 w 1057"/>
              <a:gd name="T85" fmla="*/ 694 h 934"/>
              <a:gd name="T86" fmla="*/ 529 w 1057"/>
              <a:gd name="T87" fmla="*/ 702 h 934"/>
              <a:gd name="T88" fmla="*/ 359 w 1057"/>
              <a:gd name="T89" fmla="*/ 527 h 934"/>
              <a:gd name="T90" fmla="*/ 384 w 1057"/>
              <a:gd name="T91" fmla="*/ 509 h 934"/>
              <a:gd name="T92" fmla="*/ 405 w 1057"/>
              <a:gd name="T93" fmla="*/ 488 h 934"/>
              <a:gd name="T94" fmla="*/ 407 w 1057"/>
              <a:gd name="T95" fmla="*/ 465 h 934"/>
              <a:gd name="T96" fmla="*/ 424 w 1057"/>
              <a:gd name="T97" fmla="*/ 433 h 934"/>
              <a:gd name="T98" fmla="*/ 446 w 1057"/>
              <a:gd name="T99" fmla="*/ 410 h 934"/>
              <a:gd name="T100" fmla="*/ 463 w 1057"/>
              <a:gd name="T101" fmla="*/ 393 h 934"/>
              <a:gd name="T102" fmla="*/ 499 w 1057"/>
              <a:gd name="T103" fmla="*/ 382 h 934"/>
              <a:gd name="T104" fmla="*/ 558 w 1057"/>
              <a:gd name="T105" fmla="*/ 355 h 934"/>
              <a:gd name="T106" fmla="*/ 630 w 1057"/>
              <a:gd name="T107" fmla="*/ 297 h 934"/>
              <a:gd name="T108" fmla="*/ 702 w 1057"/>
              <a:gd name="T109" fmla="*/ 238 h 934"/>
              <a:gd name="T110" fmla="*/ 766 w 1057"/>
              <a:gd name="T111" fmla="*/ 187 h 934"/>
              <a:gd name="T112" fmla="*/ 815 w 1057"/>
              <a:gd name="T113" fmla="*/ 145 h 934"/>
              <a:gd name="T114" fmla="*/ 841 w 1057"/>
              <a:gd name="T115" fmla="*/ 123 h 934"/>
              <a:gd name="T116" fmla="*/ 889 w 1057"/>
              <a:gd name="T117" fmla="*/ 89 h 934"/>
              <a:gd name="T118" fmla="*/ 957 w 1057"/>
              <a:gd name="T119" fmla="*/ 45 h 934"/>
              <a:gd name="T120" fmla="*/ 1004 w 1057"/>
              <a:gd name="T121" fmla="*/ 17 h 934"/>
              <a:gd name="T122" fmla="*/ 1034 w 1057"/>
              <a:gd name="T123" fmla="*/ 3 h 934"/>
              <a:gd name="T124" fmla="*/ 1049 w 1057"/>
              <a:gd name="T125" fmla="*/ 0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57" h="934">
                <a:moveTo>
                  <a:pt x="340" y="565"/>
                </a:moveTo>
                <a:lnTo>
                  <a:pt x="503" y="724"/>
                </a:lnTo>
                <a:lnTo>
                  <a:pt x="475" y="779"/>
                </a:lnTo>
                <a:lnTo>
                  <a:pt x="444" y="824"/>
                </a:lnTo>
                <a:lnTo>
                  <a:pt x="410" y="860"/>
                </a:lnTo>
                <a:lnTo>
                  <a:pt x="374" y="889"/>
                </a:lnTo>
                <a:lnTo>
                  <a:pt x="338" y="908"/>
                </a:lnTo>
                <a:lnTo>
                  <a:pt x="303" y="923"/>
                </a:lnTo>
                <a:lnTo>
                  <a:pt x="265" y="930"/>
                </a:lnTo>
                <a:lnTo>
                  <a:pt x="227" y="934"/>
                </a:lnTo>
                <a:lnTo>
                  <a:pt x="191" y="934"/>
                </a:lnTo>
                <a:lnTo>
                  <a:pt x="157" y="930"/>
                </a:lnTo>
                <a:lnTo>
                  <a:pt x="125" y="925"/>
                </a:lnTo>
                <a:lnTo>
                  <a:pt x="95" y="915"/>
                </a:lnTo>
                <a:lnTo>
                  <a:pt x="68" y="908"/>
                </a:lnTo>
                <a:lnTo>
                  <a:pt x="45" y="898"/>
                </a:lnTo>
                <a:lnTo>
                  <a:pt x="26" y="889"/>
                </a:lnTo>
                <a:lnTo>
                  <a:pt x="11" y="883"/>
                </a:lnTo>
                <a:lnTo>
                  <a:pt x="4" y="877"/>
                </a:lnTo>
                <a:lnTo>
                  <a:pt x="0" y="876"/>
                </a:lnTo>
                <a:lnTo>
                  <a:pt x="4" y="876"/>
                </a:lnTo>
                <a:lnTo>
                  <a:pt x="13" y="877"/>
                </a:lnTo>
                <a:lnTo>
                  <a:pt x="26" y="877"/>
                </a:lnTo>
                <a:lnTo>
                  <a:pt x="45" y="876"/>
                </a:lnTo>
                <a:lnTo>
                  <a:pt x="64" y="872"/>
                </a:lnTo>
                <a:lnTo>
                  <a:pt x="87" y="866"/>
                </a:lnTo>
                <a:lnTo>
                  <a:pt x="108" y="857"/>
                </a:lnTo>
                <a:lnTo>
                  <a:pt x="127" y="843"/>
                </a:lnTo>
                <a:lnTo>
                  <a:pt x="146" y="826"/>
                </a:lnTo>
                <a:lnTo>
                  <a:pt x="159" y="804"/>
                </a:lnTo>
                <a:lnTo>
                  <a:pt x="168" y="773"/>
                </a:lnTo>
                <a:lnTo>
                  <a:pt x="172" y="737"/>
                </a:lnTo>
                <a:lnTo>
                  <a:pt x="176" y="700"/>
                </a:lnTo>
                <a:lnTo>
                  <a:pt x="185" y="667"/>
                </a:lnTo>
                <a:lnTo>
                  <a:pt x="199" y="643"/>
                </a:lnTo>
                <a:lnTo>
                  <a:pt x="216" y="622"/>
                </a:lnTo>
                <a:lnTo>
                  <a:pt x="236" y="605"/>
                </a:lnTo>
                <a:lnTo>
                  <a:pt x="257" y="592"/>
                </a:lnTo>
                <a:lnTo>
                  <a:pt x="278" y="582"/>
                </a:lnTo>
                <a:lnTo>
                  <a:pt x="297" y="575"/>
                </a:lnTo>
                <a:lnTo>
                  <a:pt x="314" y="571"/>
                </a:lnTo>
                <a:lnTo>
                  <a:pt x="329" y="567"/>
                </a:lnTo>
                <a:lnTo>
                  <a:pt x="338" y="567"/>
                </a:lnTo>
                <a:lnTo>
                  <a:pt x="340" y="565"/>
                </a:lnTo>
                <a:close/>
                <a:moveTo>
                  <a:pt x="1053" y="0"/>
                </a:moveTo>
                <a:lnTo>
                  <a:pt x="1055" y="0"/>
                </a:lnTo>
                <a:lnTo>
                  <a:pt x="1057" y="0"/>
                </a:lnTo>
                <a:lnTo>
                  <a:pt x="1057" y="3"/>
                </a:lnTo>
                <a:lnTo>
                  <a:pt x="1053" y="15"/>
                </a:lnTo>
                <a:lnTo>
                  <a:pt x="1046" y="32"/>
                </a:lnTo>
                <a:lnTo>
                  <a:pt x="1034" y="53"/>
                </a:lnTo>
                <a:lnTo>
                  <a:pt x="1021" y="77"/>
                </a:lnTo>
                <a:lnTo>
                  <a:pt x="1004" y="106"/>
                </a:lnTo>
                <a:lnTo>
                  <a:pt x="985" y="134"/>
                </a:lnTo>
                <a:lnTo>
                  <a:pt x="968" y="162"/>
                </a:lnTo>
                <a:lnTo>
                  <a:pt x="949" y="191"/>
                </a:lnTo>
                <a:lnTo>
                  <a:pt x="930" y="215"/>
                </a:lnTo>
                <a:lnTo>
                  <a:pt x="913" y="238"/>
                </a:lnTo>
                <a:lnTo>
                  <a:pt x="911" y="242"/>
                </a:lnTo>
                <a:lnTo>
                  <a:pt x="902" y="251"/>
                </a:lnTo>
                <a:lnTo>
                  <a:pt x="891" y="266"/>
                </a:lnTo>
                <a:lnTo>
                  <a:pt x="874" y="287"/>
                </a:lnTo>
                <a:lnTo>
                  <a:pt x="853" y="310"/>
                </a:lnTo>
                <a:lnTo>
                  <a:pt x="828" y="338"/>
                </a:lnTo>
                <a:lnTo>
                  <a:pt x="804" y="369"/>
                </a:lnTo>
                <a:lnTo>
                  <a:pt x="775" y="401"/>
                </a:lnTo>
                <a:lnTo>
                  <a:pt x="747" y="435"/>
                </a:lnTo>
                <a:lnTo>
                  <a:pt x="719" y="469"/>
                </a:lnTo>
                <a:lnTo>
                  <a:pt x="690" y="505"/>
                </a:lnTo>
                <a:lnTo>
                  <a:pt x="662" y="537"/>
                </a:lnTo>
                <a:lnTo>
                  <a:pt x="666" y="546"/>
                </a:lnTo>
                <a:lnTo>
                  <a:pt x="666" y="560"/>
                </a:lnTo>
                <a:lnTo>
                  <a:pt x="662" y="575"/>
                </a:lnTo>
                <a:lnTo>
                  <a:pt x="656" y="590"/>
                </a:lnTo>
                <a:lnTo>
                  <a:pt x="650" y="603"/>
                </a:lnTo>
                <a:lnTo>
                  <a:pt x="647" y="613"/>
                </a:lnTo>
                <a:lnTo>
                  <a:pt x="645" y="616"/>
                </a:lnTo>
                <a:lnTo>
                  <a:pt x="641" y="618"/>
                </a:lnTo>
                <a:lnTo>
                  <a:pt x="633" y="626"/>
                </a:lnTo>
                <a:lnTo>
                  <a:pt x="622" y="633"/>
                </a:lnTo>
                <a:lnTo>
                  <a:pt x="605" y="643"/>
                </a:lnTo>
                <a:lnTo>
                  <a:pt x="586" y="650"/>
                </a:lnTo>
                <a:lnTo>
                  <a:pt x="565" y="652"/>
                </a:lnTo>
                <a:lnTo>
                  <a:pt x="550" y="671"/>
                </a:lnTo>
                <a:lnTo>
                  <a:pt x="541" y="684"/>
                </a:lnTo>
                <a:lnTo>
                  <a:pt x="533" y="694"/>
                </a:lnTo>
                <a:lnTo>
                  <a:pt x="529" y="700"/>
                </a:lnTo>
                <a:lnTo>
                  <a:pt x="529" y="702"/>
                </a:lnTo>
                <a:lnTo>
                  <a:pt x="357" y="529"/>
                </a:lnTo>
                <a:lnTo>
                  <a:pt x="359" y="527"/>
                </a:lnTo>
                <a:lnTo>
                  <a:pt x="369" y="520"/>
                </a:lnTo>
                <a:lnTo>
                  <a:pt x="384" y="509"/>
                </a:lnTo>
                <a:lnTo>
                  <a:pt x="403" y="493"/>
                </a:lnTo>
                <a:lnTo>
                  <a:pt x="405" y="488"/>
                </a:lnTo>
                <a:lnTo>
                  <a:pt x="407" y="478"/>
                </a:lnTo>
                <a:lnTo>
                  <a:pt x="407" y="465"/>
                </a:lnTo>
                <a:lnTo>
                  <a:pt x="412" y="450"/>
                </a:lnTo>
                <a:lnTo>
                  <a:pt x="424" y="433"/>
                </a:lnTo>
                <a:lnTo>
                  <a:pt x="444" y="412"/>
                </a:lnTo>
                <a:lnTo>
                  <a:pt x="446" y="410"/>
                </a:lnTo>
                <a:lnTo>
                  <a:pt x="452" y="403"/>
                </a:lnTo>
                <a:lnTo>
                  <a:pt x="463" y="393"/>
                </a:lnTo>
                <a:lnTo>
                  <a:pt x="478" y="386"/>
                </a:lnTo>
                <a:lnTo>
                  <a:pt x="499" y="382"/>
                </a:lnTo>
                <a:lnTo>
                  <a:pt x="526" y="384"/>
                </a:lnTo>
                <a:lnTo>
                  <a:pt x="558" y="355"/>
                </a:lnTo>
                <a:lnTo>
                  <a:pt x="594" y="327"/>
                </a:lnTo>
                <a:lnTo>
                  <a:pt x="630" y="297"/>
                </a:lnTo>
                <a:lnTo>
                  <a:pt x="666" y="268"/>
                </a:lnTo>
                <a:lnTo>
                  <a:pt x="702" y="238"/>
                </a:lnTo>
                <a:lnTo>
                  <a:pt x="736" y="212"/>
                </a:lnTo>
                <a:lnTo>
                  <a:pt x="766" y="187"/>
                </a:lnTo>
                <a:lnTo>
                  <a:pt x="792" y="164"/>
                </a:lnTo>
                <a:lnTo>
                  <a:pt x="815" y="145"/>
                </a:lnTo>
                <a:lnTo>
                  <a:pt x="832" y="132"/>
                </a:lnTo>
                <a:lnTo>
                  <a:pt x="841" y="123"/>
                </a:lnTo>
                <a:lnTo>
                  <a:pt x="845" y="121"/>
                </a:lnTo>
                <a:lnTo>
                  <a:pt x="889" y="89"/>
                </a:lnTo>
                <a:lnTo>
                  <a:pt x="927" y="64"/>
                </a:lnTo>
                <a:lnTo>
                  <a:pt x="957" y="45"/>
                </a:lnTo>
                <a:lnTo>
                  <a:pt x="983" y="28"/>
                </a:lnTo>
                <a:lnTo>
                  <a:pt x="1004" y="17"/>
                </a:lnTo>
                <a:lnTo>
                  <a:pt x="1021" y="9"/>
                </a:lnTo>
                <a:lnTo>
                  <a:pt x="1034" y="3"/>
                </a:lnTo>
                <a:lnTo>
                  <a:pt x="1044" y="2"/>
                </a:lnTo>
                <a:lnTo>
                  <a:pt x="1049" y="0"/>
                </a:lnTo>
                <a:lnTo>
                  <a:pt x="105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7"/>
          <p:cNvSpPr>
            <a:spLocks noChangeAspect="1" noEditPoints="1"/>
          </p:cNvSpPr>
          <p:nvPr/>
        </p:nvSpPr>
        <p:spPr bwMode="auto">
          <a:xfrm>
            <a:off x="2756756" y="1216325"/>
            <a:ext cx="1080000" cy="1068760"/>
          </a:xfrm>
          <a:custGeom>
            <a:avLst/>
            <a:gdLst>
              <a:gd name="T0" fmla="*/ 278 w 1057"/>
              <a:gd name="T1" fmla="*/ 575 h 1046"/>
              <a:gd name="T2" fmla="*/ 467 w 1057"/>
              <a:gd name="T3" fmla="*/ 764 h 1046"/>
              <a:gd name="T4" fmla="*/ 238 w 1057"/>
              <a:gd name="T5" fmla="*/ 1046 h 1046"/>
              <a:gd name="T6" fmla="*/ 229 w 1057"/>
              <a:gd name="T7" fmla="*/ 1033 h 1046"/>
              <a:gd name="T8" fmla="*/ 321 w 1057"/>
              <a:gd name="T9" fmla="*/ 885 h 1046"/>
              <a:gd name="T10" fmla="*/ 210 w 1057"/>
              <a:gd name="T11" fmla="*/ 1020 h 1046"/>
              <a:gd name="T12" fmla="*/ 196 w 1057"/>
              <a:gd name="T13" fmla="*/ 1010 h 1046"/>
              <a:gd name="T14" fmla="*/ 325 w 1057"/>
              <a:gd name="T15" fmla="*/ 832 h 1046"/>
              <a:gd name="T16" fmla="*/ 181 w 1057"/>
              <a:gd name="T17" fmla="*/ 993 h 1046"/>
              <a:gd name="T18" fmla="*/ 261 w 1057"/>
              <a:gd name="T19" fmla="*/ 878 h 1046"/>
              <a:gd name="T20" fmla="*/ 164 w 1057"/>
              <a:gd name="T21" fmla="*/ 984 h 1046"/>
              <a:gd name="T22" fmla="*/ 151 w 1057"/>
              <a:gd name="T23" fmla="*/ 965 h 1046"/>
              <a:gd name="T24" fmla="*/ 300 w 1057"/>
              <a:gd name="T25" fmla="*/ 736 h 1046"/>
              <a:gd name="T26" fmla="*/ 140 w 1057"/>
              <a:gd name="T27" fmla="*/ 951 h 1046"/>
              <a:gd name="T28" fmla="*/ 123 w 1057"/>
              <a:gd name="T29" fmla="*/ 933 h 1046"/>
              <a:gd name="T30" fmla="*/ 168 w 1057"/>
              <a:gd name="T31" fmla="*/ 864 h 1046"/>
              <a:gd name="T32" fmla="*/ 108 w 1057"/>
              <a:gd name="T33" fmla="*/ 917 h 1046"/>
              <a:gd name="T34" fmla="*/ 91 w 1057"/>
              <a:gd name="T35" fmla="*/ 900 h 1046"/>
              <a:gd name="T36" fmla="*/ 196 w 1057"/>
              <a:gd name="T37" fmla="*/ 798 h 1046"/>
              <a:gd name="T38" fmla="*/ 68 w 1057"/>
              <a:gd name="T39" fmla="*/ 887 h 1046"/>
              <a:gd name="T40" fmla="*/ 232 w 1057"/>
              <a:gd name="T41" fmla="*/ 694 h 1046"/>
              <a:gd name="T42" fmla="*/ 62 w 1057"/>
              <a:gd name="T43" fmla="*/ 878 h 1046"/>
              <a:gd name="T44" fmla="*/ 40 w 1057"/>
              <a:gd name="T45" fmla="*/ 853 h 1046"/>
              <a:gd name="T46" fmla="*/ 162 w 1057"/>
              <a:gd name="T47" fmla="*/ 726 h 1046"/>
              <a:gd name="T48" fmla="*/ 21 w 1057"/>
              <a:gd name="T49" fmla="*/ 844 h 1046"/>
              <a:gd name="T50" fmla="*/ 0 w 1057"/>
              <a:gd name="T51" fmla="*/ 810 h 1046"/>
              <a:gd name="T52" fmla="*/ 278 w 1057"/>
              <a:gd name="T53" fmla="*/ 575 h 1046"/>
              <a:gd name="T54" fmla="*/ 1051 w 1057"/>
              <a:gd name="T55" fmla="*/ 0 h 1046"/>
              <a:gd name="T56" fmla="*/ 1055 w 1057"/>
              <a:gd name="T57" fmla="*/ 0 h 1046"/>
              <a:gd name="T58" fmla="*/ 1055 w 1057"/>
              <a:gd name="T59" fmla="*/ 0 h 1046"/>
              <a:gd name="T60" fmla="*/ 1057 w 1057"/>
              <a:gd name="T61" fmla="*/ 6 h 1046"/>
              <a:gd name="T62" fmla="*/ 1055 w 1057"/>
              <a:gd name="T63" fmla="*/ 17 h 1046"/>
              <a:gd name="T64" fmla="*/ 1047 w 1057"/>
              <a:gd name="T65" fmla="*/ 34 h 1046"/>
              <a:gd name="T66" fmla="*/ 1034 w 1057"/>
              <a:gd name="T67" fmla="*/ 57 h 1046"/>
              <a:gd name="T68" fmla="*/ 1019 w 1057"/>
              <a:gd name="T69" fmla="*/ 81 h 1046"/>
              <a:gd name="T70" fmla="*/ 1002 w 1057"/>
              <a:gd name="T71" fmla="*/ 110 h 1046"/>
              <a:gd name="T72" fmla="*/ 983 w 1057"/>
              <a:gd name="T73" fmla="*/ 140 h 1046"/>
              <a:gd name="T74" fmla="*/ 964 w 1057"/>
              <a:gd name="T75" fmla="*/ 168 h 1046"/>
              <a:gd name="T76" fmla="*/ 943 w 1057"/>
              <a:gd name="T77" fmla="*/ 197 h 1046"/>
              <a:gd name="T78" fmla="*/ 924 w 1057"/>
              <a:gd name="T79" fmla="*/ 223 h 1046"/>
              <a:gd name="T80" fmla="*/ 497 w 1057"/>
              <a:gd name="T81" fmla="*/ 738 h 1046"/>
              <a:gd name="T82" fmla="*/ 306 w 1057"/>
              <a:gd name="T83" fmla="*/ 547 h 1046"/>
              <a:gd name="T84" fmla="*/ 813 w 1057"/>
              <a:gd name="T85" fmla="*/ 134 h 1046"/>
              <a:gd name="T86" fmla="*/ 860 w 1057"/>
              <a:gd name="T87" fmla="*/ 100 h 1046"/>
              <a:gd name="T88" fmla="*/ 902 w 1057"/>
              <a:gd name="T89" fmla="*/ 72 h 1046"/>
              <a:gd name="T90" fmla="*/ 938 w 1057"/>
              <a:gd name="T91" fmla="*/ 51 h 1046"/>
              <a:gd name="T92" fmla="*/ 968 w 1057"/>
              <a:gd name="T93" fmla="*/ 34 h 1046"/>
              <a:gd name="T94" fmla="*/ 993 w 1057"/>
              <a:gd name="T95" fmla="*/ 21 h 1046"/>
              <a:gd name="T96" fmla="*/ 1011 w 1057"/>
              <a:gd name="T97" fmla="*/ 11 h 1046"/>
              <a:gd name="T98" fmla="*/ 1027 w 1057"/>
              <a:gd name="T99" fmla="*/ 6 h 1046"/>
              <a:gd name="T100" fmla="*/ 1038 w 1057"/>
              <a:gd name="T101" fmla="*/ 2 h 1046"/>
              <a:gd name="T102" fmla="*/ 1047 w 1057"/>
              <a:gd name="T103" fmla="*/ 0 h 1046"/>
              <a:gd name="T104" fmla="*/ 1051 w 1057"/>
              <a:gd name="T105" fmla="*/ 0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57" h="1046">
                <a:moveTo>
                  <a:pt x="278" y="575"/>
                </a:moveTo>
                <a:lnTo>
                  <a:pt x="467" y="764"/>
                </a:lnTo>
                <a:lnTo>
                  <a:pt x="238" y="1046"/>
                </a:lnTo>
                <a:lnTo>
                  <a:pt x="229" y="1033"/>
                </a:lnTo>
                <a:lnTo>
                  <a:pt x="321" y="885"/>
                </a:lnTo>
                <a:lnTo>
                  <a:pt x="210" y="1020"/>
                </a:lnTo>
                <a:lnTo>
                  <a:pt x="196" y="1010"/>
                </a:lnTo>
                <a:lnTo>
                  <a:pt x="325" y="832"/>
                </a:lnTo>
                <a:lnTo>
                  <a:pt x="181" y="993"/>
                </a:lnTo>
                <a:lnTo>
                  <a:pt x="261" y="878"/>
                </a:lnTo>
                <a:lnTo>
                  <a:pt x="164" y="984"/>
                </a:lnTo>
                <a:lnTo>
                  <a:pt x="151" y="965"/>
                </a:lnTo>
                <a:lnTo>
                  <a:pt x="300" y="736"/>
                </a:lnTo>
                <a:lnTo>
                  <a:pt x="140" y="951"/>
                </a:lnTo>
                <a:lnTo>
                  <a:pt x="123" y="933"/>
                </a:lnTo>
                <a:lnTo>
                  <a:pt x="168" y="864"/>
                </a:lnTo>
                <a:lnTo>
                  <a:pt x="108" y="917"/>
                </a:lnTo>
                <a:lnTo>
                  <a:pt x="91" y="900"/>
                </a:lnTo>
                <a:lnTo>
                  <a:pt x="196" y="798"/>
                </a:lnTo>
                <a:lnTo>
                  <a:pt x="68" y="887"/>
                </a:lnTo>
                <a:lnTo>
                  <a:pt x="232" y="694"/>
                </a:lnTo>
                <a:lnTo>
                  <a:pt x="62" y="878"/>
                </a:lnTo>
                <a:lnTo>
                  <a:pt x="40" y="853"/>
                </a:lnTo>
                <a:lnTo>
                  <a:pt x="162" y="726"/>
                </a:lnTo>
                <a:lnTo>
                  <a:pt x="21" y="844"/>
                </a:lnTo>
                <a:lnTo>
                  <a:pt x="0" y="810"/>
                </a:lnTo>
                <a:lnTo>
                  <a:pt x="278" y="575"/>
                </a:lnTo>
                <a:close/>
                <a:moveTo>
                  <a:pt x="1051" y="0"/>
                </a:moveTo>
                <a:lnTo>
                  <a:pt x="1055" y="0"/>
                </a:lnTo>
                <a:lnTo>
                  <a:pt x="1055" y="0"/>
                </a:lnTo>
                <a:lnTo>
                  <a:pt x="1057" y="6"/>
                </a:lnTo>
                <a:lnTo>
                  <a:pt x="1055" y="17"/>
                </a:lnTo>
                <a:lnTo>
                  <a:pt x="1047" y="34"/>
                </a:lnTo>
                <a:lnTo>
                  <a:pt x="1034" y="57"/>
                </a:lnTo>
                <a:lnTo>
                  <a:pt x="1019" y="81"/>
                </a:lnTo>
                <a:lnTo>
                  <a:pt x="1002" y="110"/>
                </a:lnTo>
                <a:lnTo>
                  <a:pt x="983" y="140"/>
                </a:lnTo>
                <a:lnTo>
                  <a:pt x="964" y="168"/>
                </a:lnTo>
                <a:lnTo>
                  <a:pt x="943" y="197"/>
                </a:lnTo>
                <a:lnTo>
                  <a:pt x="924" y="223"/>
                </a:lnTo>
                <a:lnTo>
                  <a:pt x="497" y="738"/>
                </a:lnTo>
                <a:lnTo>
                  <a:pt x="306" y="547"/>
                </a:lnTo>
                <a:lnTo>
                  <a:pt x="813" y="134"/>
                </a:lnTo>
                <a:lnTo>
                  <a:pt x="860" y="100"/>
                </a:lnTo>
                <a:lnTo>
                  <a:pt x="902" y="72"/>
                </a:lnTo>
                <a:lnTo>
                  <a:pt x="938" y="51"/>
                </a:lnTo>
                <a:lnTo>
                  <a:pt x="968" y="34"/>
                </a:lnTo>
                <a:lnTo>
                  <a:pt x="993" y="21"/>
                </a:lnTo>
                <a:lnTo>
                  <a:pt x="1011" y="11"/>
                </a:lnTo>
                <a:lnTo>
                  <a:pt x="1027" y="6"/>
                </a:lnTo>
                <a:lnTo>
                  <a:pt x="1038" y="2"/>
                </a:lnTo>
                <a:lnTo>
                  <a:pt x="1047" y="0"/>
                </a:lnTo>
                <a:lnTo>
                  <a:pt x="105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4412940" y="1232756"/>
            <a:ext cx="1080000" cy="1035899"/>
          </a:xfrm>
          <a:custGeom>
            <a:avLst/>
            <a:gdLst>
              <a:gd name="T0" fmla="*/ 383 w 1102"/>
              <a:gd name="T1" fmla="*/ 813 h 1057"/>
              <a:gd name="T2" fmla="*/ 20 w 1102"/>
              <a:gd name="T3" fmla="*/ 1057 h 1057"/>
              <a:gd name="T4" fmla="*/ 157 w 1102"/>
              <a:gd name="T5" fmla="*/ 946 h 1057"/>
              <a:gd name="T6" fmla="*/ 191 w 1102"/>
              <a:gd name="T7" fmla="*/ 938 h 1057"/>
              <a:gd name="T8" fmla="*/ 217 w 1102"/>
              <a:gd name="T9" fmla="*/ 910 h 1057"/>
              <a:gd name="T10" fmla="*/ 217 w 1102"/>
              <a:gd name="T11" fmla="*/ 868 h 1057"/>
              <a:gd name="T12" fmla="*/ 187 w 1102"/>
              <a:gd name="T13" fmla="*/ 836 h 1057"/>
              <a:gd name="T14" fmla="*/ 143 w 1102"/>
              <a:gd name="T15" fmla="*/ 836 h 1057"/>
              <a:gd name="T16" fmla="*/ 115 w 1102"/>
              <a:gd name="T17" fmla="*/ 863 h 1057"/>
              <a:gd name="T18" fmla="*/ 107 w 1102"/>
              <a:gd name="T19" fmla="*/ 897 h 1057"/>
              <a:gd name="T20" fmla="*/ 0 w 1102"/>
              <a:gd name="T21" fmla="*/ 1033 h 1057"/>
              <a:gd name="T22" fmla="*/ 17 w 1102"/>
              <a:gd name="T23" fmla="*/ 982 h 1057"/>
              <a:gd name="T24" fmla="*/ 36 w 1102"/>
              <a:gd name="T25" fmla="*/ 919 h 1057"/>
              <a:gd name="T26" fmla="*/ 58 w 1102"/>
              <a:gd name="T27" fmla="*/ 857 h 1057"/>
              <a:gd name="T28" fmla="*/ 75 w 1102"/>
              <a:gd name="T29" fmla="*/ 806 h 1057"/>
              <a:gd name="T30" fmla="*/ 87 w 1102"/>
              <a:gd name="T31" fmla="*/ 774 h 1057"/>
              <a:gd name="T32" fmla="*/ 255 w 1102"/>
              <a:gd name="T33" fmla="*/ 681 h 1057"/>
              <a:gd name="T34" fmla="*/ 964 w 1102"/>
              <a:gd name="T35" fmla="*/ 2 h 1057"/>
              <a:gd name="T36" fmla="*/ 979 w 1102"/>
              <a:gd name="T37" fmla="*/ 13 h 1057"/>
              <a:gd name="T38" fmla="*/ 987 w 1102"/>
              <a:gd name="T39" fmla="*/ 19 h 1057"/>
              <a:gd name="T40" fmla="*/ 1011 w 1102"/>
              <a:gd name="T41" fmla="*/ 45 h 1057"/>
              <a:gd name="T42" fmla="*/ 1043 w 1102"/>
              <a:gd name="T43" fmla="*/ 81 h 1057"/>
              <a:gd name="T44" fmla="*/ 1070 w 1102"/>
              <a:gd name="T45" fmla="*/ 113 h 1057"/>
              <a:gd name="T46" fmla="*/ 1083 w 1102"/>
              <a:gd name="T47" fmla="*/ 127 h 1057"/>
              <a:gd name="T48" fmla="*/ 1091 w 1102"/>
              <a:gd name="T49" fmla="*/ 138 h 1057"/>
              <a:gd name="T50" fmla="*/ 1102 w 1102"/>
              <a:gd name="T51" fmla="*/ 161 h 1057"/>
              <a:gd name="T52" fmla="*/ 1098 w 1102"/>
              <a:gd name="T53" fmla="*/ 185 h 1057"/>
              <a:gd name="T54" fmla="*/ 1079 w 1102"/>
              <a:gd name="T55" fmla="*/ 210 h 1057"/>
              <a:gd name="T56" fmla="*/ 1040 w 1102"/>
              <a:gd name="T57" fmla="*/ 253 h 1057"/>
              <a:gd name="T58" fmla="*/ 989 w 1102"/>
              <a:gd name="T59" fmla="*/ 308 h 1057"/>
              <a:gd name="T60" fmla="*/ 934 w 1102"/>
              <a:gd name="T61" fmla="*/ 369 h 1057"/>
              <a:gd name="T62" fmla="*/ 881 w 1102"/>
              <a:gd name="T63" fmla="*/ 427 h 1057"/>
              <a:gd name="T64" fmla="*/ 837 w 1102"/>
              <a:gd name="T65" fmla="*/ 473 h 1057"/>
              <a:gd name="T66" fmla="*/ 813 w 1102"/>
              <a:gd name="T67" fmla="*/ 501 h 1057"/>
              <a:gd name="T68" fmla="*/ 773 w 1102"/>
              <a:gd name="T69" fmla="*/ 471 h 1057"/>
              <a:gd name="T70" fmla="*/ 1053 w 1102"/>
              <a:gd name="T71" fmla="*/ 178 h 1057"/>
              <a:gd name="T72" fmla="*/ 1053 w 1102"/>
              <a:gd name="T73" fmla="*/ 172 h 1057"/>
              <a:gd name="T74" fmla="*/ 1049 w 1102"/>
              <a:gd name="T75" fmla="*/ 164 h 1057"/>
              <a:gd name="T76" fmla="*/ 1043 w 1102"/>
              <a:gd name="T77" fmla="*/ 159 h 1057"/>
              <a:gd name="T78" fmla="*/ 1036 w 1102"/>
              <a:gd name="T79" fmla="*/ 157 h 1057"/>
              <a:gd name="T80" fmla="*/ 1028 w 1102"/>
              <a:gd name="T81" fmla="*/ 164 h 1057"/>
              <a:gd name="T82" fmla="*/ 281 w 1102"/>
              <a:gd name="T83" fmla="*/ 645 h 1057"/>
              <a:gd name="T84" fmla="*/ 941 w 1102"/>
              <a:gd name="T85" fmla="*/ 4 h 1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102" h="1057">
                <a:moveTo>
                  <a:pt x="255" y="681"/>
                </a:moveTo>
                <a:lnTo>
                  <a:pt x="383" y="813"/>
                </a:lnTo>
                <a:lnTo>
                  <a:pt x="274" y="963"/>
                </a:lnTo>
                <a:lnTo>
                  <a:pt x="20" y="1057"/>
                </a:lnTo>
                <a:lnTo>
                  <a:pt x="140" y="942"/>
                </a:lnTo>
                <a:lnTo>
                  <a:pt x="157" y="946"/>
                </a:lnTo>
                <a:lnTo>
                  <a:pt x="174" y="944"/>
                </a:lnTo>
                <a:lnTo>
                  <a:pt x="191" y="938"/>
                </a:lnTo>
                <a:lnTo>
                  <a:pt x="206" y="929"/>
                </a:lnTo>
                <a:lnTo>
                  <a:pt x="217" y="910"/>
                </a:lnTo>
                <a:lnTo>
                  <a:pt x="221" y="889"/>
                </a:lnTo>
                <a:lnTo>
                  <a:pt x="217" y="868"/>
                </a:lnTo>
                <a:lnTo>
                  <a:pt x="206" y="849"/>
                </a:lnTo>
                <a:lnTo>
                  <a:pt x="187" y="836"/>
                </a:lnTo>
                <a:lnTo>
                  <a:pt x="166" y="832"/>
                </a:lnTo>
                <a:lnTo>
                  <a:pt x="143" y="836"/>
                </a:lnTo>
                <a:lnTo>
                  <a:pt x="126" y="847"/>
                </a:lnTo>
                <a:lnTo>
                  <a:pt x="115" y="863"/>
                </a:lnTo>
                <a:lnTo>
                  <a:pt x="109" y="880"/>
                </a:lnTo>
                <a:lnTo>
                  <a:pt x="107" y="897"/>
                </a:lnTo>
                <a:lnTo>
                  <a:pt x="111" y="914"/>
                </a:lnTo>
                <a:lnTo>
                  <a:pt x="0" y="1033"/>
                </a:lnTo>
                <a:lnTo>
                  <a:pt x="7" y="1010"/>
                </a:lnTo>
                <a:lnTo>
                  <a:pt x="17" y="982"/>
                </a:lnTo>
                <a:lnTo>
                  <a:pt x="26" y="951"/>
                </a:lnTo>
                <a:lnTo>
                  <a:pt x="36" y="919"/>
                </a:lnTo>
                <a:lnTo>
                  <a:pt x="47" y="887"/>
                </a:lnTo>
                <a:lnTo>
                  <a:pt x="58" y="857"/>
                </a:lnTo>
                <a:lnTo>
                  <a:pt x="68" y="828"/>
                </a:lnTo>
                <a:lnTo>
                  <a:pt x="75" y="806"/>
                </a:lnTo>
                <a:lnTo>
                  <a:pt x="83" y="785"/>
                </a:lnTo>
                <a:lnTo>
                  <a:pt x="87" y="774"/>
                </a:lnTo>
                <a:lnTo>
                  <a:pt x="88" y="770"/>
                </a:lnTo>
                <a:lnTo>
                  <a:pt x="255" y="681"/>
                </a:lnTo>
                <a:close/>
                <a:moveTo>
                  <a:pt x="953" y="0"/>
                </a:moveTo>
                <a:lnTo>
                  <a:pt x="964" y="2"/>
                </a:lnTo>
                <a:lnTo>
                  <a:pt x="972" y="7"/>
                </a:lnTo>
                <a:lnTo>
                  <a:pt x="979" y="13"/>
                </a:lnTo>
                <a:lnTo>
                  <a:pt x="981" y="15"/>
                </a:lnTo>
                <a:lnTo>
                  <a:pt x="987" y="19"/>
                </a:lnTo>
                <a:lnTo>
                  <a:pt x="998" y="30"/>
                </a:lnTo>
                <a:lnTo>
                  <a:pt x="1011" y="45"/>
                </a:lnTo>
                <a:lnTo>
                  <a:pt x="1026" y="62"/>
                </a:lnTo>
                <a:lnTo>
                  <a:pt x="1043" y="81"/>
                </a:lnTo>
                <a:lnTo>
                  <a:pt x="1059" y="98"/>
                </a:lnTo>
                <a:lnTo>
                  <a:pt x="1070" y="113"/>
                </a:lnTo>
                <a:lnTo>
                  <a:pt x="1079" y="123"/>
                </a:lnTo>
                <a:lnTo>
                  <a:pt x="1083" y="127"/>
                </a:lnTo>
                <a:lnTo>
                  <a:pt x="1085" y="130"/>
                </a:lnTo>
                <a:lnTo>
                  <a:pt x="1091" y="138"/>
                </a:lnTo>
                <a:lnTo>
                  <a:pt x="1096" y="147"/>
                </a:lnTo>
                <a:lnTo>
                  <a:pt x="1102" y="161"/>
                </a:lnTo>
                <a:lnTo>
                  <a:pt x="1102" y="174"/>
                </a:lnTo>
                <a:lnTo>
                  <a:pt x="1098" y="185"/>
                </a:lnTo>
                <a:lnTo>
                  <a:pt x="1091" y="195"/>
                </a:lnTo>
                <a:lnTo>
                  <a:pt x="1079" y="210"/>
                </a:lnTo>
                <a:lnTo>
                  <a:pt x="1060" y="229"/>
                </a:lnTo>
                <a:lnTo>
                  <a:pt x="1040" y="253"/>
                </a:lnTo>
                <a:lnTo>
                  <a:pt x="1015" y="280"/>
                </a:lnTo>
                <a:lnTo>
                  <a:pt x="989" y="308"/>
                </a:lnTo>
                <a:lnTo>
                  <a:pt x="960" y="339"/>
                </a:lnTo>
                <a:lnTo>
                  <a:pt x="934" y="369"/>
                </a:lnTo>
                <a:lnTo>
                  <a:pt x="905" y="399"/>
                </a:lnTo>
                <a:lnTo>
                  <a:pt x="881" y="427"/>
                </a:lnTo>
                <a:lnTo>
                  <a:pt x="858" y="452"/>
                </a:lnTo>
                <a:lnTo>
                  <a:pt x="837" y="473"/>
                </a:lnTo>
                <a:lnTo>
                  <a:pt x="822" y="490"/>
                </a:lnTo>
                <a:lnTo>
                  <a:pt x="813" y="501"/>
                </a:lnTo>
                <a:lnTo>
                  <a:pt x="809" y="505"/>
                </a:lnTo>
                <a:lnTo>
                  <a:pt x="773" y="471"/>
                </a:lnTo>
                <a:lnTo>
                  <a:pt x="1055" y="180"/>
                </a:lnTo>
                <a:lnTo>
                  <a:pt x="1053" y="178"/>
                </a:lnTo>
                <a:lnTo>
                  <a:pt x="1053" y="176"/>
                </a:lnTo>
                <a:lnTo>
                  <a:pt x="1053" y="172"/>
                </a:lnTo>
                <a:lnTo>
                  <a:pt x="1051" y="168"/>
                </a:lnTo>
                <a:lnTo>
                  <a:pt x="1049" y="164"/>
                </a:lnTo>
                <a:lnTo>
                  <a:pt x="1047" y="161"/>
                </a:lnTo>
                <a:lnTo>
                  <a:pt x="1043" y="159"/>
                </a:lnTo>
                <a:lnTo>
                  <a:pt x="1040" y="157"/>
                </a:lnTo>
                <a:lnTo>
                  <a:pt x="1036" y="157"/>
                </a:lnTo>
                <a:lnTo>
                  <a:pt x="1032" y="159"/>
                </a:lnTo>
                <a:lnTo>
                  <a:pt x="1028" y="164"/>
                </a:lnTo>
                <a:lnTo>
                  <a:pt x="414" y="791"/>
                </a:lnTo>
                <a:lnTo>
                  <a:pt x="281" y="645"/>
                </a:lnTo>
                <a:lnTo>
                  <a:pt x="928" y="17"/>
                </a:lnTo>
                <a:lnTo>
                  <a:pt x="941" y="4"/>
                </a:lnTo>
                <a:lnTo>
                  <a:pt x="95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auto">
          <a:xfrm>
            <a:off x="6069124" y="1211961"/>
            <a:ext cx="1080000" cy="1008612"/>
          </a:xfrm>
          <a:custGeom>
            <a:avLst/>
            <a:gdLst>
              <a:gd name="T0" fmla="*/ 384 w 1059"/>
              <a:gd name="T1" fmla="*/ 989 h 989"/>
              <a:gd name="T2" fmla="*/ 354 w 1059"/>
              <a:gd name="T3" fmla="*/ 955 h 989"/>
              <a:gd name="T4" fmla="*/ 320 w 1059"/>
              <a:gd name="T5" fmla="*/ 931 h 989"/>
              <a:gd name="T6" fmla="*/ 314 w 1059"/>
              <a:gd name="T7" fmla="*/ 902 h 989"/>
              <a:gd name="T8" fmla="*/ 361 w 1059"/>
              <a:gd name="T9" fmla="*/ 851 h 989"/>
              <a:gd name="T10" fmla="*/ 422 w 1059"/>
              <a:gd name="T11" fmla="*/ 787 h 989"/>
              <a:gd name="T12" fmla="*/ 479 w 1059"/>
              <a:gd name="T13" fmla="*/ 734 h 989"/>
              <a:gd name="T14" fmla="*/ 467 w 1059"/>
              <a:gd name="T15" fmla="*/ 741 h 989"/>
              <a:gd name="T16" fmla="*/ 293 w 1059"/>
              <a:gd name="T17" fmla="*/ 897 h 989"/>
              <a:gd name="T18" fmla="*/ 271 w 1059"/>
              <a:gd name="T19" fmla="*/ 872 h 989"/>
              <a:gd name="T20" fmla="*/ 246 w 1059"/>
              <a:gd name="T21" fmla="*/ 847 h 989"/>
              <a:gd name="T22" fmla="*/ 218 w 1059"/>
              <a:gd name="T23" fmla="*/ 817 h 989"/>
              <a:gd name="T24" fmla="*/ 199 w 1059"/>
              <a:gd name="T25" fmla="*/ 794 h 989"/>
              <a:gd name="T26" fmla="*/ 170 w 1059"/>
              <a:gd name="T27" fmla="*/ 775 h 989"/>
              <a:gd name="T28" fmla="*/ 225 w 1059"/>
              <a:gd name="T29" fmla="*/ 662 h 989"/>
              <a:gd name="T30" fmla="*/ 259 w 1059"/>
              <a:gd name="T31" fmla="*/ 541 h 989"/>
              <a:gd name="T32" fmla="*/ 146 w 1059"/>
              <a:gd name="T33" fmla="*/ 651 h 989"/>
              <a:gd name="T34" fmla="*/ 170 w 1059"/>
              <a:gd name="T35" fmla="*/ 592 h 989"/>
              <a:gd name="T36" fmla="*/ 55 w 1059"/>
              <a:gd name="T37" fmla="*/ 662 h 989"/>
              <a:gd name="T38" fmla="*/ 19 w 1059"/>
              <a:gd name="T39" fmla="*/ 632 h 989"/>
              <a:gd name="T40" fmla="*/ 951 w 1059"/>
              <a:gd name="T41" fmla="*/ 66 h 989"/>
              <a:gd name="T42" fmla="*/ 915 w 1059"/>
              <a:gd name="T43" fmla="*/ 100 h 989"/>
              <a:gd name="T44" fmla="*/ 951 w 1059"/>
              <a:gd name="T45" fmla="*/ 136 h 989"/>
              <a:gd name="T46" fmla="*/ 985 w 1059"/>
              <a:gd name="T47" fmla="*/ 100 h 989"/>
              <a:gd name="T48" fmla="*/ 951 w 1059"/>
              <a:gd name="T49" fmla="*/ 66 h 989"/>
              <a:gd name="T50" fmla="*/ 1008 w 1059"/>
              <a:gd name="T51" fmla="*/ 4 h 989"/>
              <a:gd name="T52" fmla="*/ 1050 w 1059"/>
              <a:gd name="T53" fmla="*/ 9 h 989"/>
              <a:gd name="T54" fmla="*/ 1055 w 1059"/>
              <a:gd name="T55" fmla="*/ 47 h 989"/>
              <a:gd name="T56" fmla="*/ 1055 w 1059"/>
              <a:gd name="T57" fmla="*/ 132 h 989"/>
              <a:gd name="T58" fmla="*/ 1019 w 1059"/>
              <a:gd name="T59" fmla="*/ 217 h 989"/>
              <a:gd name="T60" fmla="*/ 734 w 1059"/>
              <a:gd name="T61" fmla="*/ 397 h 989"/>
              <a:gd name="T62" fmla="*/ 696 w 1059"/>
              <a:gd name="T63" fmla="*/ 441 h 989"/>
              <a:gd name="T64" fmla="*/ 681 w 1059"/>
              <a:gd name="T65" fmla="*/ 509 h 989"/>
              <a:gd name="T66" fmla="*/ 715 w 1059"/>
              <a:gd name="T67" fmla="*/ 562 h 989"/>
              <a:gd name="T68" fmla="*/ 740 w 1059"/>
              <a:gd name="T69" fmla="*/ 584 h 989"/>
              <a:gd name="T70" fmla="*/ 751 w 1059"/>
              <a:gd name="T71" fmla="*/ 630 h 989"/>
              <a:gd name="T72" fmla="*/ 721 w 1059"/>
              <a:gd name="T73" fmla="*/ 673 h 989"/>
              <a:gd name="T74" fmla="*/ 689 w 1059"/>
              <a:gd name="T75" fmla="*/ 704 h 989"/>
              <a:gd name="T76" fmla="*/ 658 w 1059"/>
              <a:gd name="T77" fmla="*/ 734 h 989"/>
              <a:gd name="T78" fmla="*/ 271 w 1059"/>
              <a:gd name="T79" fmla="*/ 350 h 989"/>
              <a:gd name="T80" fmla="*/ 299 w 1059"/>
              <a:gd name="T81" fmla="*/ 312 h 989"/>
              <a:gd name="T82" fmla="*/ 329 w 1059"/>
              <a:gd name="T83" fmla="*/ 276 h 989"/>
              <a:gd name="T84" fmla="*/ 337 w 1059"/>
              <a:gd name="T85" fmla="*/ 267 h 989"/>
              <a:gd name="T86" fmla="*/ 367 w 1059"/>
              <a:gd name="T87" fmla="*/ 253 h 989"/>
              <a:gd name="T88" fmla="*/ 420 w 1059"/>
              <a:gd name="T89" fmla="*/ 272 h 989"/>
              <a:gd name="T90" fmla="*/ 498 w 1059"/>
              <a:gd name="T91" fmla="*/ 342 h 989"/>
              <a:gd name="T92" fmla="*/ 569 w 1059"/>
              <a:gd name="T93" fmla="*/ 357 h 989"/>
              <a:gd name="T94" fmla="*/ 615 w 1059"/>
              <a:gd name="T95" fmla="*/ 331 h 989"/>
              <a:gd name="T96" fmla="*/ 634 w 1059"/>
              <a:gd name="T97" fmla="*/ 304 h 989"/>
              <a:gd name="T98" fmla="*/ 838 w 1059"/>
              <a:gd name="T99" fmla="*/ 23 h 989"/>
              <a:gd name="T100" fmla="*/ 921 w 1059"/>
              <a:gd name="T101" fmla="*/ 0 h 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59" h="989">
                <a:moveTo>
                  <a:pt x="240" y="386"/>
                </a:moveTo>
                <a:lnTo>
                  <a:pt x="624" y="755"/>
                </a:lnTo>
                <a:lnTo>
                  <a:pt x="384" y="989"/>
                </a:lnTo>
                <a:lnTo>
                  <a:pt x="369" y="968"/>
                </a:lnTo>
                <a:lnTo>
                  <a:pt x="524" y="772"/>
                </a:lnTo>
                <a:lnTo>
                  <a:pt x="354" y="955"/>
                </a:lnTo>
                <a:lnTo>
                  <a:pt x="339" y="944"/>
                </a:lnTo>
                <a:lnTo>
                  <a:pt x="462" y="804"/>
                </a:lnTo>
                <a:lnTo>
                  <a:pt x="320" y="931"/>
                </a:lnTo>
                <a:lnTo>
                  <a:pt x="303" y="914"/>
                </a:lnTo>
                <a:lnTo>
                  <a:pt x="307" y="910"/>
                </a:lnTo>
                <a:lnTo>
                  <a:pt x="314" y="902"/>
                </a:lnTo>
                <a:lnTo>
                  <a:pt x="327" y="887"/>
                </a:lnTo>
                <a:lnTo>
                  <a:pt x="344" y="870"/>
                </a:lnTo>
                <a:lnTo>
                  <a:pt x="361" y="851"/>
                </a:lnTo>
                <a:lnTo>
                  <a:pt x="382" y="830"/>
                </a:lnTo>
                <a:lnTo>
                  <a:pt x="403" y="808"/>
                </a:lnTo>
                <a:lnTo>
                  <a:pt x="422" y="787"/>
                </a:lnTo>
                <a:lnTo>
                  <a:pt x="441" y="768"/>
                </a:lnTo>
                <a:lnTo>
                  <a:pt x="456" y="753"/>
                </a:lnTo>
                <a:lnTo>
                  <a:pt x="479" y="734"/>
                </a:lnTo>
                <a:lnTo>
                  <a:pt x="477" y="736"/>
                </a:lnTo>
                <a:lnTo>
                  <a:pt x="473" y="738"/>
                </a:lnTo>
                <a:lnTo>
                  <a:pt x="467" y="741"/>
                </a:lnTo>
                <a:lnTo>
                  <a:pt x="462" y="747"/>
                </a:lnTo>
                <a:lnTo>
                  <a:pt x="456" y="753"/>
                </a:lnTo>
                <a:lnTo>
                  <a:pt x="293" y="897"/>
                </a:lnTo>
                <a:lnTo>
                  <a:pt x="284" y="883"/>
                </a:lnTo>
                <a:lnTo>
                  <a:pt x="373" y="781"/>
                </a:lnTo>
                <a:lnTo>
                  <a:pt x="271" y="872"/>
                </a:lnTo>
                <a:lnTo>
                  <a:pt x="259" y="855"/>
                </a:lnTo>
                <a:lnTo>
                  <a:pt x="348" y="732"/>
                </a:lnTo>
                <a:lnTo>
                  <a:pt x="246" y="847"/>
                </a:lnTo>
                <a:lnTo>
                  <a:pt x="276" y="781"/>
                </a:lnTo>
                <a:lnTo>
                  <a:pt x="231" y="830"/>
                </a:lnTo>
                <a:lnTo>
                  <a:pt x="218" y="817"/>
                </a:lnTo>
                <a:lnTo>
                  <a:pt x="367" y="622"/>
                </a:lnTo>
                <a:lnTo>
                  <a:pt x="206" y="808"/>
                </a:lnTo>
                <a:lnTo>
                  <a:pt x="199" y="794"/>
                </a:lnTo>
                <a:lnTo>
                  <a:pt x="278" y="668"/>
                </a:lnTo>
                <a:lnTo>
                  <a:pt x="182" y="783"/>
                </a:lnTo>
                <a:lnTo>
                  <a:pt x="170" y="775"/>
                </a:lnTo>
                <a:lnTo>
                  <a:pt x="282" y="622"/>
                </a:lnTo>
                <a:lnTo>
                  <a:pt x="157" y="762"/>
                </a:lnTo>
                <a:lnTo>
                  <a:pt x="225" y="662"/>
                </a:lnTo>
                <a:lnTo>
                  <a:pt x="142" y="753"/>
                </a:lnTo>
                <a:lnTo>
                  <a:pt x="133" y="736"/>
                </a:lnTo>
                <a:lnTo>
                  <a:pt x="259" y="541"/>
                </a:lnTo>
                <a:lnTo>
                  <a:pt x="121" y="726"/>
                </a:lnTo>
                <a:lnTo>
                  <a:pt x="106" y="709"/>
                </a:lnTo>
                <a:lnTo>
                  <a:pt x="146" y="651"/>
                </a:lnTo>
                <a:lnTo>
                  <a:pt x="93" y="696"/>
                </a:lnTo>
                <a:lnTo>
                  <a:pt x="80" y="681"/>
                </a:lnTo>
                <a:lnTo>
                  <a:pt x="170" y="592"/>
                </a:lnTo>
                <a:lnTo>
                  <a:pt x="61" y="670"/>
                </a:lnTo>
                <a:lnTo>
                  <a:pt x="201" y="505"/>
                </a:lnTo>
                <a:lnTo>
                  <a:pt x="55" y="662"/>
                </a:lnTo>
                <a:lnTo>
                  <a:pt x="34" y="639"/>
                </a:lnTo>
                <a:lnTo>
                  <a:pt x="140" y="531"/>
                </a:lnTo>
                <a:lnTo>
                  <a:pt x="19" y="632"/>
                </a:lnTo>
                <a:lnTo>
                  <a:pt x="0" y="601"/>
                </a:lnTo>
                <a:lnTo>
                  <a:pt x="240" y="386"/>
                </a:lnTo>
                <a:close/>
                <a:moveTo>
                  <a:pt x="951" y="66"/>
                </a:moveTo>
                <a:lnTo>
                  <a:pt x="933" y="70"/>
                </a:lnTo>
                <a:lnTo>
                  <a:pt x="921" y="83"/>
                </a:lnTo>
                <a:lnTo>
                  <a:pt x="915" y="100"/>
                </a:lnTo>
                <a:lnTo>
                  <a:pt x="921" y="117"/>
                </a:lnTo>
                <a:lnTo>
                  <a:pt x="933" y="130"/>
                </a:lnTo>
                <a:lnTo>
                  <a:pt x="951" y="136"/>
                </a:lnTo>
                <a:lnTo>
                  <a:pt x="968" y="130"/>
                </a:lnTo>
                <a:lnTo>
                  <a:pt x="982" y="117"/>
                </a:lnTo>
                <a:lnTo>
                  <a:pt x="985" y="100"/>
                </a:lnTo>
                <a:lnTo>
                  <a:pt x="982" y="83"/>
                </a:lnTo>
                <a:lnTo>
                  <a:pt x="968" y="70"/>
                </a:lnTo>
                <a:lnTo>
                  <a:pt x="951" y="66"/>
                </a:lnTo>
                <a:close/>
                <a:moveTo>
                  <a:pt x="951" y="0"/>
                </a:moveTo>
                <a:lnTo>
                  <a:pt x="982" y="2"/>
                </a:lnTo>
                <a:lnTo>
                  <a:pt x="1008" y="4"/>
                </a:lnTo>
                <a:lnTo>
                  <a:pt x="1031" y="6"/>
                </a:lnTo>
                <a:lnTo>
                  <a:pt x="1044" y="7"/>
                </a:lnTo>
                <a:lnTo>
                  <a:pt x="1050" y="9"/>
                </a:lnTo>
                <a:lnTo>
                  <a:pt x="1052" y="13"/>
                </a:lnTo>
                <a:lnTo>
                  <a:pt x="1054" y="26"/>
                </a:lnTo>
                <a:lnTo>
                  <a:pt x="1055" y="47"/>
                </a:lnTo>
                <a:lnTo>
                  <a:pt x="1059" y="72"/>
                </a:lnTo>
                <a:lnTo>
                  <a:pt x="1059" y="102"/>
                </a:lnTo>
                <a:lnTo>
                  <a:pt x="1055" y="132"/>
                </a:lnTo>
                <a:lnTo>
                  <a:pt x="1050" y="163"/>
                </a:lnTo>
                <a:lnTo>
                  <a:pt x="1038" y="191"/>
                </a:lnTo>
                <a:lnTo>
                  <a:pt x="1019" y="217"/>
                </a:lnTo>
                <a:lnTo>
                  <a:pt x="745" y="388"/>
                </a:lnTo>
                <a:lnTo>
                  <a:pt x="742" y="390"/>
                </a:lnTo>
                <a:lnTo>
                  <a:pt x="734" y="397"/>
                </a:lnTo>
                <a:lnTo>
                  <a:pt x="723" y="407"/>
                </a:lnTo>
                <a:lnTo>
                  <a:pt x="709" y="422"/>
                </a:lnTo>
                <a:lnTo>
                  <a:pt x="696" y="441"/>
                </a:lnTo>
                <a:lnTo>
                  <a:pt x="687" y="461"/>
                </a:lnTo>
                <a:lnTo>
                  <a:pt x="681" y="484"/>
                </a:lnTo>
                <a:lnTo>
                  <a:pt x="681" y="509"/>
                </a:lnTo>
                <a:lnTo>
                  <a:pt x="690" y="533"/>
                </a:lnTo>
                <a:lnTo>
                  <a:pt x="711" y="560"/>
                </a:lnTo>
                <a:lnTo>
                  <a:pt x="715" y="562"/>
                </a:lnTo>
                <a:lnTo>
                  <a:pt x="721" y="567"/>
                </a:lnTo>
                <a:lnTo>
                  <a:pt x="730" y="575"/>
                </a:lnTo>
                <a:lnTo>
                  <a:pt x="740" y="584"/>
                </a:lnTo>
                <a:lnTo>
                  <a:pt x="749" y="598"/>
                </a:lnTo>
                <a:lnTo>
                  <a:pt x="753" y="613"/>
                </a:lnTo>
                <a:lnTo>
                  <a:pt x="751" y="630"/>
                </a:lnTo>
                <a:lnTo>
                  <a:pt x="742" y="649"/>
                </a:lnTo>
                <a:lnTo>
                  <a:pt x="723" y="671"/>
                </a:lnTo>
                <a:lnTo>
                  <a:pt x="721" y="673"/>
                </a:lnTo>
                <a:lnTo>
                  <a:pt x="713" y="681"/>
                </a:lnTo>
                <a:lnTo>
                  <a:pt x="702" y="692"/>
                </a:lnTo>
                <a:lnTo>
                  <a:pt x="689" y="704"/>
                </a:lnTo>
                <a:lnTo>
                  <a:pt x="677" y="717"/>
                </a:lnTo>
                <a:lnTo>
                  <a:pt x="666" y="726"/>
                </a:lnTo>
                <a:lnTo>
                  <a:pt x="658" y="734"/>
                </a:lnTo>
                <a:lnTo>
                  <a:pt x="655" y="738"/>
                </a:lnTo>
                <a:lnTo>
                  <a:pt x="267" y="354"/>
                </a:lnTo>
                <a:lnTo>
                  <a:pt x="271" y="350"/>
                </a:lnTo>
                <a:lnTo>
                  <a:pt x="278" y="340"/>
                </a:lnTo>
                <a:lnTo>
                  <a:pt x="288" y="327"/>
                </a:lnTo>
                <a:lnTo>
                  <a:pt x="299" y="312"/>
                </a:lnTo>
                <a:lnTo>
                  <a:pt x="310" y="299"/>
                </a:lnTo>
                <a:lnTo>
                  <a:pt x="322" y="286"/>
                </a:lnTo>
                <a:lnTo>
                  <a:pt x="329" y="276"/>
                </a:lnTo>
                <a:lnTo>
                  <a:pt x="331" y="274"/>
                </a:lnTo>
                <a:lnTo>
                  <a:pt x="333" y="272"/>
                </a:lnTo>
                <a:lnTo>
                  <a:pt x="337" y="267"/>
                </a:lnTo>
                <a:lnTo>
                  <a:pt x="344" y="261"/>
                </a:lnTo>
                <a:lnTo>
                  <a:pt x="354" y="257"/>
                </a:lnTo>
                <a:lnTo>
                  <a:pt x="367" y="253"/>
                </a:lnTo>
                <a:lnTo>
                  <a:pt x="382" y="253"/>
                </a:lnTo>
                <a:lnTo>
                  <a:pt x="399" y="259"/>
                </a:lnTo>
                <a:lnTo>
                  <a:pt x="420" y="272"/>
                </a:lnTo>
                <a:lnTo>
                  <a:pt x="443" y="291"/>
                </a:lnTo>
                <a:lnTo>
                  <a:pt x="465" y="321"/>
                </a:lnTo>
                <a:lnTo>
                  <a:pt x="498" y="342"/>
                </a:lnTo>
                <a:lnTo>
                  <a:pt x="524" y="356"/>
                </a:lnTo>
                <a:lnTo>
                  <a:pt x="549" y="359"/>
                </a:lnTo>
                <a:lnTo>
                  <a:pt x="569" y="357"/>
                </a:lnTo>
                <a:lnTo>
                  <a:pt x="586" y="352"/>
                </a:lnTo>
                <a:lnTo>
                  <a:pt x="602" y="342"/>
                </a:lnTo>
                <a:lnTo>
                  <a:pt x="615" y="331"/>
                </a:lnTo>
                <a:lnTo>
                  <a:pt x="622" y="320"/>
                </a:lnTo>
                <a:lnTo>
                  <a:pt x="630" y="310"/>
                </a:lnTo>
                <a:lnTo>
                  <a:pt x="634" y="304"/>
                </a:lnTo>
                <a:lnTo>
                  <a:pt x="636" y="301"/>
                </a:lnTo>
                <a:lnTo>
                  <a:pt x="823" y="38"/>
                </a:lnTo>
                <a:lnTo>
                  <a:pt x="838" y="23"/>
                </a:lnTo>
                <a:lnTo>
                  <a:pt x="863" y="11"/>
                </a:lnTo>
                <a:lnTo>
                  <a:pt x="891" y="4"/>
                </a:lnTo>
                <a:lnTo>
                  <a:pt x="921" y="0"/>
                </a:lnTo>
                <a:lnTo>
                  <a:pt x="95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auto">
          <a:xfrm>
            <a:off x="7725308" y="1180865"/>
            <a:ext cx="1080000" cy="1070804"/>
          </a:xfrm>
          <a:custGeom>
            <a:avLst/>
            <a:gdLst>
              <a:gd name="T0" fmla="*/ 26 w 1057"/>
              <a:gd name="T1" fmla="*/ 951 h 1048"/>
              <a:gd name="T2" fmla="*/ 113 w 1057"/>
              <a:gd name="T3" fmla="*/ 1033 h 1048"/>
              <a:gd name="T4" fmla="*/ 0 w 1057"/>
              <a:gd name="T5" fmla="*/ 1048 h 1048"/>
              <a:gd name="T6" fmla="*/ 26 w 1057"/>
              <a:gd name="T7" fmla="*/ 951 h 1048"/>
              <a:gd name="T8" fmla="*/ 95 w 1057"/>
              <a:gd name="T9" fmla="*/ 741 h 1048"/>
              <a:gd name="T10" fmla="*/ 321 w 1057"/>
              <a:gd name="T11" fmla="*/ 934 h 1048"/>
              <a:gd name="T12" fmla="*/ 180 w 1057"/>
              <a:gd name="T13" fmla="*/ 1006 h 1048"/>
              <a:gd name="T14" fmla="*/ 47 w 1057"/>
              <a:gd name="T15" fmla="*/ 895 h 1048"/>
              <a:gd name="T16" fmla="*/ 95 w 1057"/>
              <a:gd name="T17" fmla="*/ 741 h 1048"/>
              <a:gd name="T18" fmla="*/ 671 w 1057"/>
              <a:gd name="T19" fmla="*/ 161 h 1048"/>
              <a:gd name="T20" fmla="*/ 898 w 1057"/>
              <a:gd name="T21" fmla="*/ 374 h 1048"/>
              <a:gd name="T22" fmla="*/ 352 w 1057"/>
              <a:gd name="T23" fmla="*/ 906 h 1048"/>
              <a:gd name="T24" fmla="*/ 123 w 1057"/>
              <a:gd name="T25" fmla="*/ 706 h 1048"/>
              <a:gd name="T26" fmla="*/ 671 w 1057"/>
              <a:gd name="T27" fmla="*/ 161 h 1048"/>
              <a:gd name="T28" fmla="*/ 853 w 1057"/>
              <a:gd name="T29" fmla="*/ 0 h 1048"/>
              <a:gd name="T30" fmla="*/ 868 w 1057"/>
              <a:gd name="T31" fmla="*/ 2 h 1048"/>
              <a:gd name="T32" fmla="*/ 881 w 1057"/>
              <a:gd name="T33" fmla="*/ 7 h 1048"/>
              <a:gd name="T34" fmla="*/ 891 w 1057"/>
              <a:gd name="T35" fmla="*/ 17 h 1048"/>
              <a:gd name="T36" fmla="*/ 896 w 1057"/>
              <a:gd name="T37" fmla="*/ 23 h 1048"/>
              <a:gd name="T38" fmla="*/ 900 w 1057"/>
              <a:gd name="T39" fmla="*/ 24 h 1048"/>
              <a:gd name="T40" fmla="*/ 1038 w 1057"/>
              <a:gd name="T41" fmla="*/ 155 h 1048"/>
              <a:gd name="T42" fmla="*/ 1051 w 1057"/>
              <a:gd name="T43" fmla="*/ 172 h 1048"/>
              <a:gd name="T44" fmla="*/ 1057 w 1057"/>
              <a:gd name="T45" fmla="*/ 189 h 1048"/>
              <a:gd name="T46" fmla="*/ 1057 w 1057"/>
              <a:gd name="T47" fmla="*/ 202 h 1048"/>
              <a:gd name="T48" fmla="*/ 1051 w 1057"/>
              <a:gd name="T49" fmla="*/ 214 h 1048"/>
              <a:gd name="T50" fmla="*/ 1046 w 1057"/>
              <a:gd name="T51" fmla="*/ 223 h 1048"/>
              <a:gd name="T52" fmla="*/ 1042 w 1057"/>
              <a:gd name="T53" fmla="*/ 229 h 1048"/>
              <a:gd name="T54" fmla="*/ 1038 w 1057"/>
              <a:gd name="T55" fmla="*/ 231 h 1048"/>
              <a:gd name="T56" fmla="*/ 928 w 1057"/>
              <a:gd name="T57" fmla="*/ 333 h 1048"/>
              <a:gd name="T58" fmla="*/ 715 w 1057"/>
              <a:gd name="T59" fmla="*/ 125 h 1048"/>
              <a:gd name="T60" fmla="*/ 817 w 1057"/>
              <a:gd name="T61" fmla="*/ 19 h 1048"/>
              <a:gd name="T62" fmla="*/ 836 w 1057"/>
              <a:gd name="T63" fmla="*/ 4 h 1048"/>
              <a:gd name="T64" fmla="*/ 853 w 1057"/>
              <a:gd name="T65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57" h="1048">
                <a:moveTo>
                  <a:pt x="26" y="951"/>
                </a:moveTo>
                <a:lnTo>
                  <a:pt x="113" y="1033"/>
                </a:lnTo>
                <a:lnTo>
                  <a:pt x="0" y="1048"/>
                </a:lnTo>
                <a:lnTo>
                  <a:pt x="26" y="951"/>
                </a:lnTo>
                <a:close/>
                <a:moveTo>
                  <a:pt x="95" y="741"/>
                </a:moveTo>
                <a:lnTo>
                  <a:pt x="321" y="934"/>
                </a:lnTo>
                <a:lnTo>
                  <a:pt x="180" y="1006"/>
                </a:lnTo>
                <a:lnTo>
                  <a:pt x="47" y="895"/>
                </a:lnTo>
                <a:lnTo>
                  <a:pt x="95" y="741"/>
                </a:lnTo>
                <a:close/>
                <a:moveTo>
                  <a:pt x="671" y="161"/>
                </a:moveTo>
                <a:lnTo>
                  <a:pt x="898" y="374"/>
                </a:lnTo>
                <a:lnTo>
                  <a:pt x="352" y="906"/>
                </a:lnTo>
                <a:lnTo>
                  <a:pt x="123" y="706"/>
                </a:lnTo>
                <a:lnTo>
                  <a:pt x="671" y="161"/>
                </a:lnTo>
                <a:close/>
                <a:moveTo>
                  <a:pt x="853" y="0"/>
                </a:moveTo>
                <a:lnTo>
                  <a:pt x="868" y="2"/>
                </a:lnTo>
                <a:lnTo>
                  <a:pt x="881" y="7"/>
                </a:lnTo>
                <a:lnTo>
                  <a:pt x="891" y="17"/>
                </a:lnTo>
                <a:lnTo>
                  <a:pt x="896" y="23"/>
                </a:lnTo>
                <a:lnTo>
                  <a:pt x="900" y="24"/>
                </a:lnTo>
                <a:lnTo>
                  <a:pt x="1038" y="155"/>
                </a:lnTo>
                <a:lnTo>
                  <a:pt x="1051" y="172"/>
                </a:lnTo>
                <a:lnTo>
                  <a:pt x="1057" y="189"/>
                </a:lnTo>
                <a:lnTo>
                  <a:pt x="1057" y="202"/>
                </a:lnTo>
                <a:lnTo>
                  <a:pt x="1051" y="214"/>
                </a:lnTo>
                <a:lnTo>
                  <a:pt x="1046" y="223"/>
                </a:lnTo>
                <a:lnTo>
                  <a:pt x="1042" y="229"/>
                </a:lnTo>
                <a:lnTo>
                  <a:pt x="1038" y="231"/>
                </a:lnTo>
                <a:lnTo>
                  <a:pt x="928" y="333"/>
                </a:lnTo>
                <a:lnTo>
                  <a:pt x="715" y="125"/>
                </a:lnTo>
                <a:lnTo>
                  <a:pt x="817" y="19"/>
                </a:lnTo>
                <a:lnTo>
                  <a:pt x="836" y="4"/>
                </a:lnTo>
                <a:lnTo>
                  <a:pt x="85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1"/>
          <p:cNvSpPr>
            <a:spLocks noChangeAspect="1" noEditPoints="1"/>
          </p:cNvSpPr>
          <p:nvPr/>
        </p:nvSpPr>
        <p:spPr bwMode="auto">
          <a:xfrm>
            <a:off x="1268450" y="2889060"/>
            <a:ext cx="768226" cy="1080000"/>
          </a:xfrm>
          <a:custGeom>
            <a:avLst/>
            <a:gdLst>
              <a:gd name="T0" fmla="*/ 166 w 754"/>
              <a:gd name="T1" fmla="*/ 135 h 1060"/>
              <a:gd name="T2" fmla="*/ 140 w 754"/>
              <a:gd name="T3" fmla="*/ 157 h 1060"/>
              <a:gd name="T4" fmla="*/ 140 w 754"/>
              <a:gd name="T5" fmla="*/ 263 h 1060"/>
              <a:gd name="T6" fmla="*/ 168 w 754"/>
              <a:gd name="T7" fmla="*/ 301 h 1060"/>
              <a:gd name="T8" fmla="*/ 195 w 754"/>
              <a:gd name="T9" fmla="*/ 305 h 1060"/>
              <a:gd name="T10" fmla="*/ 569 w 754"/>
              <a:gd name="T11" fmla="*/ 303 h 1060"/>
              <a:gd name="T12" fmla="*/ 605 w 754"/>
              <a:gd name="T13" fmla="*/ 269 h 1060"/>
              <a:gd name="T14" fmla="*/ 616 w 754"/>
              <a:gd name="T15" fmla="*/ 237 h 1060"/>
              <a:gd name="T16" fmla="*/ 616 w 754"/>
              <a:gd name="T17" fmla="*/ 169 h 1060"/>
              <a:gd name="T18" fmla="*/ 607 w 754"/>
              <a:gd name="T19" fmla="*/ 144 h 1060"/>
              <a:gd name="T20" fmla="*/ 685 w 754"/>
              <a:gd name="T21" fmla="*/ 135 h 1060"/>
              <a:gd name="T22" fmla="*/ 749 w 754"/>
              <a:gd name="T23" fmla="*/ 176 h 1060"/>
              <a:gd name="T24" fmla="*/ 749 w 754"/>
              <a:gd name="T25" fmla="*/ 1016 h 1060"/>
              <a:gd name="T26" fmla="*/ 685 w 754"/>
              <a:gd name="T27" fmla="*/ 1060 h 1060"/>
              <a:gd name="T28" fmla="*/ 21 w 754"/>
              <a:gd name="T29" fmla="*/ 1039 h 1060"/>
              <a:gd name="T30" fmla="*/ 0 w 754"/>
              <a:gd name="T31" fmla="*/ 203 h 1060"/>
              <a:gd name="T32" fmla="*/ 42 w 754"/>
              <a:gd name="T33" fmla="*/ 140 h 1060"/>
              <a:gd name="T34" fmla="*/ 359 w 754"/>
              <a:gd name="T35" fmla="*/ 23 h 1060"/>
              <a:gd name="T36" fmla="*/ 346 w 754"/>
              <a:gd name="T37" fmla="*/ 72 h 1060"/>
              <a:gd name="T38" fmla="*/ 395 w 754"/>
              <a:gd name="T39" fmla="*/ 85 h 1060"/>
              <a:gd name="T40" fmla="*/ 408 w 754"/>
              <a:gd name="T41" fmla="*/ 36 h 1060"/>
              <a:gd name="T42" fmla="*/ 376 w 754"/>
              <a:gd name="T43" fmla="*/ 0 h 1060"/>
              <a:gd name="T44" fmla="*/ 433 w 754"/>
              <a:gd name="T45" fmla="*/ 15 h 1060"/>
              <a:gd name="T46" fmla="*/ 446 w 754"/>
              <a:gd name="T47" fmla="*/ 34 h 1060"/>
              <a:gd name="T48" fmla="*/ 448 w 754"/>
              <a:gd name="T49" fmla="*/ 118 h 1060"/>
              <a:gd name="T50" fmla="*/ 471 w 754"/>
              <a:gd name="T51" fmla="*/ 137 h 1060"/>
              <a:gd name="T52" fmla="*/ 512 w 754"/>
              <a:gd name="T53" fmla="*/ 138 h 1060"/>
              <a:gd name="T54" fmla="*/ 545 w 754"/>
              <a:gd name="T55" fmla="*/ 155 h 1060"/>
              <a:gd name="T56" fmla="*/ 548 w 754"/>
              <a:gd name="T57" fmla="*/ 172 h 1060"/>
              <a:gd name="T58" fmla="*/ 579 w 754"/>
              <a:gd name="T59" fmla="*/ 191 h 1060"/>
              <a:gd name="T60" fmla="*/ 582 w 754"/>
              <a:gd name="T61" fmla="*/ 224 h 1060"/>
              <a:gd name="T62" fmla="*/ 581 w 754"/>
              <a:gd name="T63" fmla="*/ 256 h 1060"/>
              <a:gd name="T64" fmla="*/ 556 w 754"/>
              <a:gd name="T65" fmla="*/ 273 h 1060"/>
              <a:gd name="T66" fmla="*/ 204 w 754"/>
              <a:gd name="T67" fmla="*/ 273 h 1060"/>
              <a:gd name="T68" fmla="*/ 176 w 754"/>
              <a:gd name="T69" fmla="*/ 258 h 1060"/>
              <a:gd name="T70" fmla="*/ 172 w 754"/>
              <a:gd name="T71" fmla="*/ 242 h 1060"/>
              <a:gd name="T72" fmla="*/ 172 w 754"/>
              <a:gd name="T73" fmla="*/ 205 h 1060"/>
              <a:gd name="T74" fmla="*/ 187 w 754"/>
              <a:gd name="T75" fmla="*/ 178 h 1060"/>
              <a:gd name="T76" fmla="*/ 204 w 754"/>
              <a:gd name="T77" fmla="*/ 172 h 1060"/>
              <a:gd name="T78" fmla="*/ 221 w 754"/>
              <a:gd name="T79" fmla="*/ 142 h 1060"/>
              <a:gd name="T80" fmla="*/ 238 w 754"/>
              <a:gd name="T81" fmla="*/ 138 h 1060"/>
              <a:gd name="T82" fmla="*/ 297 w 754"/>
              <a:gd name="T83" fmla="*/ 129 h 1060"/>
              <a:gd name="T84" fmla="*/ 308 w 754"/>
              <a:gd name="T85" fmla="*/ 104 h 1060"/>
              <a:gd name="T86" fmla="*/ 312 w 754"/>
              <a:gd name="T87" fmla="*/ 23 h 1060"/>
              <a:gd name="T88" fmla="*/ 350 w 754"/>
              <a:gd name="T89" fmla="*/ 4 h 1060"/>
              <a:gd name="T90" fmla="*/ 376 w 754"/>
              <a:gd name="T91" fmla="*/ 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54" h="1060">
                <a:moveTo>
                  <a:pt x="68" y="135"/>
                </a:moveTo>
                <a:lnTo>
                  <a:pt x="168" y="135"/>
                </a:lnTo>
                <a:lnTo>
                  <a:pt x="166" y="135"/>
                </a:lnTo>
                <a:lnTo>
                  <a:pt x="157" y="138"/>
                </a:lnTo>
                <a:lnTo>
                  <a:pt x="149" y="146"/>
                </a:lnTo>
                <a:lnTo>
                  <a:pt x="140" y="157"/>
                </a:lnTo>
                <a:lnTo>
                  <a:pt x="138" y="171"/>
                </a:lnTo>
                <a:lnTo>
                  <a:pt x="138" y="241"/>
                </a:lnTo>
                <a:lnTo>
                  <a:pt x="140" y="263"/>
                </a:lnTo>
                <a:lnTo>
                  <a:pt x="147" y="282"/>
                </a:lnTo>
                <a:lnTo>
                  <a:pt x="157" y="294"/>
                </a:lnTo>
                <a:lnTo>
                  <a:pt x="168" y="301"/>
                </a:lnTo>
                <a:lnTo>
                  <a:pt x="178" y="305"/>
                </a:lnTo>
                <a:lnTo>
                  <a:pt x="187" y="305"/>
                </a:lnTo>
                <a:lnTo>
                  <a:pt x="195" y="305"/>
                </a:lnTo>
                <a:lnTo>
                  <a:pt x="197" y="305"/>
                </a:lnTo>
                <a:lnTo>
                  <a:pt x="548" y="305"/>
                </a:lnTo>
                <a:lnTo>
                  <a:pt x="569" y="303"/>
                </a:lnTo>
                <a:lnTo>
                  <a:pt x="586" y="294"/>
                </a:lnTo>
                <a:lnTo>
                  <a:pt x="598" y="282"/>
                </a:lnTo>
                <a:lnTo>
                  <a:pt x="605" y="269"/>
                </a:lnTo>
                <a:lnTo>
                  <a:pt x="611" y="258"/>
                </a:lnTo>
                <a:lnTo>
                  <a:pt x="615" y="246"/>
                </a:lnTo>
                <a:lnTo>
                  <a:pt x="616" y="237"/>
                </a:lnTo>
                <a:lnTo>
                  <a:pt x="616" y="235"/>
                </a:lnTo>
                <a:lnTo>
                  <a:pt x="616" y="171"/>
                </a:lnTo>
                <a:lnTo>
                  <a:pt x="616" y="169"/>
                </a:lnTo>
                <a:lnTo>
                  <a:pt x="615" y="161"/>
                </a:lnTo>
                <a:lnTo>
                  <a:pt x="613" y="154"/>
                </a:lnTo>
                <a:lnTo>
                  <a:pt x="607" y="144"/>
                </a:lnTo>
                <a:lnTo>
                  <a:pt x="599" y="137"/>
                </a:lnTo>
                <a:lnTo>
                  <a:pt x="586" y="135"/>
                </a:lnTo>
                <a:lnTo>
                  <a:pt x="685" y="135"/>
                </a:lnTo>
                <a:lnTo>
                  <a:pt x="711" y="140"/>
                </a:lnTo>
                <a:lnTo>
                  <a:pt x="734" y="154"/>
                </a:lnTo>
                <a:lnTo>
                  <a:pt x="749" y="176"/>
                </a:lnTo>
                <a:lnTo>
                  <a:pt x="754" y="203"/>
                </a:lnTo>
                <a:lnTo>
                  <a:pt x="754" y="990"/>
                </a:lnTo>
                <a:lnTo>
                  <a:pt x="749" y="1016"/>
                </a:lnTo>
                <a:lnTo>
                  <a:pt x="734" y="1039"/>
                </a:lnTo>
                <a:lnTo>
                  <a:pt x="711" y="1054"/>
                </a:lnTo>
                <a:lnTo>
                  <a:pt x="685" y="1060"/>
                </a:lnTo>
                <a:lnTo>
                  <a:pt x="68" y="1060"/>
                </a:lnTo>
                <a:lnTo>
                  <a:pt x="42" y="1054"/>
                </a:lnTo>
                <a:lnTo>
                  <a:pt x="21" y="1039"/>
                </a:lnTo>
                <a:lnTo>
                  <a:pt x="6" y="1016"/>
                </a:lnTo>
                <a:lnTo>
                  <a:pt x="0" y="990"/>
                </a:lnTo>
                <a:lnTo>
                  <a:pt x="0" y="203"/>
                </a:lnTo>
                <a:lnTo>
                  <a:pt x="6" y="176"/>
                </a:lnTo>
                <a:lnTo>
                  <a:pt x="21" y="154"/>
                </a:lnTo>
                <a:lnTo>
                  <a:pt x="42" y="140"/>
                </a:lnTo>
                <a:lnTo>
                  <a:pt x="68" y="135"/>
                </a:lnTo>
                <a:close/>
                <a:moveTo>
                  <a:pt x="376" y="17"/>
                </a:moveTo>
                <a:lnTo>
                  <a:pt x="359" y="23"/>
                </a:lnTo>
                <a:lnTo>
                  <a:pt x="346" y="36"/>
                </a:lnTo>
                <a:lnTo>
                  <a:pt x="340" y="55"/>
                </a:lnTo>
                <a:lnTo>
                  <a:pt x="346" y="72"/>
                </a:lnTo>
                <a:lnTo>
                  <a:pt x="359" y="85"/>
                </a:lnTo>
                <a:lnTo>
                  <a:pt x="376" y="91"/>
                </a:lnTo>
                <a:lnTo>
                  <a:pt x="395" y="85"/>
                </a:lnTo>
                <a:lnTo>
                  <a:pt x="408" y="72"/>
                </a:lnTo>
                <a:lnTo>
                  <a:pt x="414" y="55"/>
                </a:lnTo>
                <a:lnTo>
                  <a:pt x="408" y="36"/>
                </a:lnTo>
                <a:lnTo>
                  <a:pt x="395" y="23"/>
                </a:lnTo>
                <a:lnTo>
                  <a:pt x="376" y="17"/>
                </a:lnTo>
                <a:close/>
                <a:moveTo>
                  <a:pt x="376" y="0"/>
                </a:moveTo>
                <a:lnTo>
                  <a:pt x="403" y="2"/>
                </a:lnTo>
                <a:lnTo>
                  <a:pt x="420" y="8"/>
                </a:lnTo>
                <a:lnTo>
                  <a:pt x="433" y="15"/>
                </a:lnTo>
                <a:lnTo>
                  <a:pt x="441" y="23"/>
                </a:lnTo>
                <a:lnTo>
                  <a:pt x="444" y="29"/>
                </a:lnTo>
                <a:lnTo>
                  <a:pt x="446" y="34"/>
                </a:lnTo>
                <a:lnTo>
                  <a:pt x="446" y="36"/>
                </a:lnTo>
                <a:lnTo>
                  <a:pt x="446" y="104"/>
                </a:lnTo>
                <a:lnTo>
                  <a:pt x="448" y="118"/>
                </a:lnTo>
                <a:lnTo>
                  <a:pt x="454" y="127"/>
                </a:lnTo>
                <a:lnTo>
                  <a:pt x="461" y="133"/>
                </a:lnTo>
                <a:lnTo>
                  <a:pt x="471" y="137"/>
                </a:lnTo>
                <a:lnTo>
                  <a:pt x="477" y="138"/>
                </a:lnTo>
                <a:lnTo>
                  <a:pt x="478" y="138"/>
                </a:lnTo>
                <a:lnTo>
                  <a:pt x="512" y="138"/>
                </a:lnTo>
                <a:lnTo>
                  <a:pt x="528" y="140"/>
                </a:lnTo>
                <a:lnTo>
                  <a:pt x="537" y="146"/>
                </a:lnTo>
                <a:lnTo>
                  <a:pt x="545" y="155"/>
                </a:lnTo>
                <a:lnTo>
                  <a:pt x="546" y="163"/>
                </a:lnTo>
                <a:lnTo>
                  <a:pt x="548" y="169"/>
                </a:lnTo>
                <a:lnTo>
                  <a:pt x="548" y="172"/>
                </a:lnTo>
                <a:lnTo>
                  <a:pt x="563" y="174"/>
                </a:lnTo>
                <a:lnTo>
                  <a:pt x="573" y="182"/>
                </a:lnTo>
                <a:lnTo>
                  <a:pt x="579" y="191"/>
                </a:lnTo>
                <a:lnTo>
                  <a:pt x="581" y="199"/>
                </a:lnTo>
                <a:lnTo>
                  <a:pt x="582" y="208"/>
                </a:lnTo>
                <a:lnTo>
                  <a:pt x="582" y="224"/>
                </a:lnTo>
                <a:lnTo>
                  <a:pt x="582" y="237"/>
                </a:lnTo>
                <a:lnTo>
                  <a:pt x="582" y="242"/>
                </a:lnTo>
                <a:lnTo>
                  <a:pt x="581" y="256"/>
                </a:lnTo>
                <a:lnTo>
                  <a:pt x="573" y="265"/>
                </a:lnTo>
                <a:lnTo>
                  <a:pt x="565" y="269"/>
                </a:lnTo>
                <a:lnTo>
                  <a:pt x="556" y="273"/>
                </a:lnTo>
                <a:lnTo>
                  <a:pt x="550" y="273"/>
                </a:lnTo>
                <a:lnTo>
                  <a:pt x="546" y="273"/>
                </a:lnTo>
                <a:lnTo>
                  <a:pt x="204" y="273"/>
                </a:lnTo>
                <a:lnTo>
                  <a:pt x="191" y="271"/>
                </a:lnTo>
                <a:lnTo>
                  <a:pt x="182" y="265"/>
                </a:lnTo>
                <a:lnTo>
                  <a:pt x="176" y="258"/>
                </a:lnTo>
                <a:lnTo>
                  <a:pt x="172" y="250"/>
                </a:lnTo>
                <a:lnTo>
                  <a:pt x="172" y="244"/>
                </a:lnTo>
                <a:lnTo>
                  <a:pt x="172" y="242"/>
                </a:lnTo>
                <a:lnTo>
                  <a:pt x="172" y="233"/>
                </a:lnTo>
                <a:lnTo>
                  <a:pt x="172" y="220"/>
                </a:lnTo>
                <a:lnTo>
                  <a:pt x="172" y="205"/>
                </a:lnTo>
                <a:lnTo>
                  <a:pt x="172" y="197"/>
                </a:lnTo>
                <a:lnTo>
                  <a:pt x="178" y="184"/>
                </a:lnTo>
                <a:lnTo>
                  <a:pt x="187" y="178"/>
                </a:lnTo>
                <a:lnTo>
                  <a:pt x="195" y="174"/>
                </a:lnTo>
                <a:lnTo>
                  <a:pt x="202" y="172"/>
                </a:lnTo>
                <a:lnTo>
                  <a:pt x="204" y="172"/>
                </a:lnTo>
                <a:lnTo>
                  <a:pt x="208" y="157"/>
                </a:lnTo>
                <a:lnTo>
                  <a:pt x="214" y="148"/>
                </a:lnTo>
                <a:lnTo>
                  <a:pt x="221" y="142"/>
                </a:lnTo>
                <a:lnTo>
                  <a:pt x="229" y="138"/>
                </a:lnTo>
                <a:lnTo>
                  <a:pt x="236" y="138"/>
                </a:lnTo>
                <a:lnTo>
                  <a:pt x="238" y="138"/>
                </a:lnTo>
                <a:lnTo>
                  <a:pt x="274" y="138"/>
                </a:lnTo>
                <a:lnTo>
                  <a:pt x="287" y="135"/>
                </a:lnTo>
                <a:lnTo>
                  <a:pt x="297" y="129"/>
                </a:lnTo>
                <a:lnTo>
                  <a:pt x="303" y="119"/>
                </a:lnTo>
                <a:lnTo>
                  <a:pt x="306" y="112"/>
                </a:lnTo>
                <a:lnTo>
                  <a:pt x="308" y="104"/>
                </a:lnTo>
                <a:lnTo>
                  <a:pt x="308" y="102"/>
                </a:lnTo>
                <a:lnTo>
                  <a:pt x="308" y="34"/>
                </a:lnTo>
                <a:lnTo>
                  <a:pt x="312" y="23"/>
                </a:lnTo>
                <a:lnTo>
                  <a:pt x="321" y="14"/>
                </a:lnTo>
                <a:lnTo>
                  <a:pt x="335" y="8"/>
                </a:lnTo>
                <a:lnTo>
                  <a:pt x="350" y="4"/>
                </a:lnTo>
                <a:lnTo>
                  <a:pt x="363" y="2"/>
                </a:lnTo>
                <a:lnTo>
                  <a:pt x="373" y="0"/>
                </a:lnTo>
                <a:lnTo>
                  <a:pt x="37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2"/>
          <p:cNvSpPr>
            <a:spLocks noChangeAspect="1" noEditPoints="1"/>
          </p:cNvSpPr>
          <p:nvPr/>
        </p:nvSpPr>
        <p:spPr bwMode="auto">
          <a:xfrm>
            <a:off x="2900772" y="2889000"/>
            <a:ext cx="743774" cy="1080000"/>
          </a:xfrm>
          <a:custGeom>
            <a:avLst/>
            <a:gdLst>
              <a:gd name="T0" fmla="*/ 529 w 730"/>
              <a:gd name="T1" fmla="*/ 787 h 1060"/>
              <a:gd name="T2" fmla="*/ 505 w 730"/>
              <a:gd name="T3" fmla="*/ 859 h 1060"/>
              <a:gd name="T4" fmla="*/ 529 w 730"/>
              <a:gd name="T5" fmla="*/ 933 h 1060"/>
              <a:gd name="T6" fmla="*/ 584 w 730"/>
              <a:gd name="T7" fmla="*/ 946 h 1060"/>
              <a:gd name="T8" fmla="*/ 624 w 730"/>
              <a:gd name="T9" fmla="*/ 889 h 1060"/>
              <a:gd name="T10" fmla="*/ 615 w 730"/>
              <a:gd name="T11" fmla="*/ 806 h 1060"/>
              <a:gd name="T12" fmla="*/ 565 w 730"/>
              <a:gd name="T13" fmla="*/ 770 h 1060"/>
              <a:gd name="T14" fmla="*/ 130 w 730"/>
              <a:gd name="T15" fmla="*/ 787 h 1060"/>
              <a:gd name="T16" fmla="*/ 104 w 730"/>
              <a:gd name="T17" fmla="*/ 859 h 1060"/>
              <a:gd name="T18" fmla="*/ 130 w 730"/>
              <a:gd name="T19" fmla="*/ 933 h 1060"/>
              <a:gd name="T20" fmla="*/ 185 w 730"/>
              <a:gd name="T21" fmla="*/ 946 h 1060"/>
              <a:gd name="T22" fmla="*/ 223 w 730"/>
              <a:gd name="T23" fmla="*/ 889 h 1060"/>
              <a:gd name="T24" fmla="*/ 214 w 730"/>
              <a:gd name="T25" fmla="*/ 806 h 1060"/>
              <a:gd name="T26" fmla="*/ 166 w 730"/>
              <a:gd name="T27" fmla="*/ 770 h 1060"/>
              <a:gd name="T28" fmla="*/ 702 w 730"/>
              <a:gd name="T29" fmla="*/ 2 h 1060"/>
              <a:gd name="T30" fmla="*/ 724 w 730"/>
              <a:gd name="T31" fmla="*/ 23 h 1060"/>
              <a:gd name="T32" fmla="*/ 722 w 730"/>
              <a:gd name="T33" fmla="*/ 146 h 1060"/>
              <a:gd name="T34" fmla="*/ 696 w 730"/>
              <a:gd name="T35" fmla="*/ 250 h 1060"/>
              <a:gd name="T36" fmla="*/ 649 w 730"/>
              <a:gd name="T37" fmla="*/ 333 h 1060"/>
              <a:gd name="T38" fmla="*/ 528 w 730"/>
              <a:gd name="T39" fmla="*/ 662 h 1060"/>
              <a:gd name="T40" fmla="*/ 635 w 730"/>
              <a:gd name="T41" fmla="*/ 678 h 1060"/>
              <a:gd name="T42" fmla="*/ 713 w 730"/>
              <a:gd name="T43" fmla="*/ 770 h 1060"/>
              <a:gd name="T44" fmla="*/ 726 w 730"/>
              <a:gd name="T45" fmla="*/ 905 h 1060"/>
              <a:gd name="T46" fmla="*/ 668 w 730"/>
              <a:gd name="T47" fmla="*/ 1014 h 1060"/>
              <a:gd name="T48" fmla="*/ 564 w 730"/>
              <a:gd name="T49" fmla="*/ 1060 h 1060"/>
              <a:gd name="T50" fmla="*/ 463 w 730"/>
              <a:gd name="T51" fmla="*/ 1014 h 1060"/>
              <a:gd name="T52" fmla="*/ 408 w 730"/>
              <a:gd name="T53" fmla="*/ 905 h 1060"/>
              <a:gd name="T54" fmla="*/ 418 w 730"/>
              <a:gd name="T55" fmla="*/ 774 h 1060"/>
              <a:gd name="T56" fmla="*/ 293 w 730"/>
              <a:gd name="T57" fmla="*/ 732 h 1060"/>
              <a:gd name="T58" fmla="*/ 323 w 730"/>
              <a:gd name="T59" fmla="*/ 814 h 1060"/>
              <a:gd name="T60" fmla="*/ 310 w 730"/>
              <a:gd name="T61" fmla="*/ 946 h 1060"/>
              <a:gd name="T62" fmla="*/ 238 w 730"/>
              <a:gd name="T63" fmla="*/ 1039 h 1060"/>
              <a:gd name="T64" fmla="*/ 130 w 730"/>
              <a:gd name="T65" fmla="*/ 1054 h 1060"/>
              <a:gd name="T66" fmla="*/ 38 w 730"/>
              <a:gd name="T67" fmla="*/ 984 h 1060"/>
              <a:gd name="T68" fmla="*/ 0 w 730"/>
              <a:gd name="T69" fmla="*/ 857 h 1060"/>
              <a:gd name="T70" fmla="*/ 38 w 730"/>
              <a:gd name="T71" fmla="*/ 732 h 1060"/>
              <a:gd name="T72" fmla="*/ 130 w 730"/>
              <a:gd name="T73" fmla="*/ 662 h 1060"/>
              <a:gd name="T74" fmla="*/ 236 w 730"/>
              <a:gd name="T75" fmla="*/ 678 h 1060"/>
              <a:gd name="T76" fmla="*/ 250 w 730"/>
              <a:gd name="T77" fmla="*/ 556 h 1060"/>
              <a:gd name="T78" fmla="*/ 187 w 730"/>
              <a:gd name="T79" fmla="*/ 475 h 1060"/>
              <a:gd name="T80" fmla="*/ 130 w 730"/>
              <a:gd name="T81" fmla="*/ 401 h 1060"/>
              <a:gd name="T82" fmla="*/ 106 w 730"/>
              <a:gd name="T83" fmla="*/ 371 h 1060"/>
              <a:gd name="T84" fmla="*/ 51 w 730"/>
              <a:gd name="T85" fmla="*/ 278 h 1060"/>
              <a:gd name="T86" fmla="*/ 11 w 730"/>
              <a:gd name="T87" fmla="*/ 157 h 1060"/>
              <a:gd name="T88" fmla="*/ 6 w 730"/>
              <a:gd name="T89" fmla="*/ 25 h 1060"/>
              <a:gd name="T90" fmla="*/ 28 w 730"/>
              <a:gd name="T91" fmla="*/ 4 h 1060"/>
              <a:gd name="T92" fmla="*/ 361 w 730"/>
              <a:gd name="T93" fmla="*/ 475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30" h="1060">
                <a:moveTo>
                  <a:pt x="565" y="770"/>
                </a:moveTo>
                <a:lnTo>
                  <a:pt x="546" y="774"/>
                </a:lnTo>
                <a:lnTo>
                  <a:pt x="529" y="787"/>
                </a:lnTo>
                <a:lnTo>
                  <a:pt x="516" y="806"/>
                </a:lnTo>
                <a:lnTo>
                  <a:pt x="509" y="831"/>
                </a:lnTo>
                <a:lnTo>
                  <a:pt x="505" y="859"/>
                </a:lnTo>
                <a:lnTo>
                  <a:pt x="509" y="889"/>
                </a:lnTo>
                <a:lnTo>
                  <a:pt x="516" y="914"/>
                </a:lnTo>
                <a:lnTo>
                  <a:pt x="529" y="933"/>
                </a:lnTo>
                <a:lnTo>
                  <a:pt x="546" y="946"/>
                </a:lnTo>
                <a:lnTo>
                  <a:pt x="565" y="950"/>
                </a:lnTo>
                <a:lnTo>
                  <a:pt x="584" y="946"/>
                </a:lnTo>
                <a:lnTo>
                  <a:pt x="601" y="933"/>
                </a:lnTo>
                <a:lnTo>
                  <a:pt x="615" y="914"/>
                </a:lnTo>
                <a:lnTo>
                  <a:pt x="624" y="889"/>
                </a:lnTo>
                <a:lnTo>
                  <a:pt x="626" y="859"/>
                </a:lnTo>
                <a:lnTo>
                  <a:pt x="624" y="831"/>
                </a:lnTo>
                <a:lnTo>
                  <a:pt x="615" y="806"/>
                </a:lnTo>
                <a:lnTo>
                  <a:pt x="601" y="787"/>
                </a:lnTo>
                <a:lnTo>
                  <a:pt x="584" y="774"/>
                </a:lnTo>
                <a:lnTo>
                  <a:pt x="565" y="770"/>
                </a:lnTo>
                <a:close/>
                <a:moveTo>
                  <a:pt x="166" y="770"/>
                </a:moveTo>
                <a:lnTo>
                  <a:pt x="148" y="774"/>
                </a:lnTo>
                <a:lnTo>
                  <a:pt x="130" y="787"/>
                </a:lnTo>
                <a:lnTo>
                  <a:pt x="117" y="806"/>
                </a:lnTo>
                <a:lnTo>
                  <a:pt x="108" y="831"/>
                </a:lnTo>
                <a:lnTo>
                  <a:pt x="104" y="859"/>
                </a:lnTo>
                <a:lnTo>
                  <a:pt x="108" y="889"/>
                </a:lnTo>
                <a:lnTo>
                  <a:pt x="117" y="914"/>
                </a:lnTo>
                <a:lnTo>
                  <a:pt x="130" y="933"/>
                </a:lnTo>
                <a:lnTo>
                  <a:pt x="148" y="946"/>
                </a:lnTo>
                <a:lnTo>
                  <a:pt x="166" y="950"/>
                </a:lnTo>
                <a:lnTo>
                  <a:pt x="185" y="946"/>
                </a:lnTo>
                <a:lnTo>
                  <a:pt x="202" y="933"/>
                </a:lnTo>
                <a:lnTo>
                  <a:pt x="214" y="914"/>
                </a:lnTo>
                <a:lnTo>
                  <a:pt x="223" y="889"/>
                </a:lnTo>
                <a:lnTo>
                  <a:pt x="225" y="859"/>
                </a:lnTo>
                <a:lnTo>
                  <a:pt x="223" y="831"/>
                </a:lnTo>
                <a:lnTo>
                  <a:pt x="214" y="806"/>
                </a:lnTo>
                <a:lnTo>
                  <a:pt x="202" y="787"/>
                </a:lnTo>
                <a:lnTo>
                  <a:pt x="185" y="774"/>
                </a:lnTo>
                <a:lnTo>
                  <a:pt x="166" y="770"/>
                </a:lnTo>
                <a:close/>
                <a:moveTo>
                  <a:pt x="694" y="0"/>
                </a:moveTo>
                <a:lnTo>
                  <a:pt x="696" y="0"/>
                </a:lnTo>
                <a:lnTo>
                  <a:pt x="702" y="2"/>
                </a:lnTo>
                <a:lnTo>
                  <a:pt x="709" y="6"/>
                </a:lnTo>
                <a:lnTo>
                  <a:pt x="719" y="12"/>
                </a:lnTo>
                <a:lnTo>
                  <a:pt x="724" y="23"/>
                </a:lnTo>
                <a:lnTo>
                  <a:pt x="726" y="38"/>
                </a:lnTo>
                <a:lnTo>
                  <a:pt x="724" y="97"/>
                </a:lnTo>
                <a:lnTo>
                  <a:pt x="722" y="146"/>
                </a:lnTo>
                <a:lnTo>
                  <a:pt x="715" y="186"/>
                </a:lnTo>
                <a:lnTo>
                  <a:pt x="707" y="220"/>
                </a:lnTo>
                <a:lnTo>
                  <a:pt x="696" y="250"/>
                </a:lnTo>
                <a:lnTo>
                  <a:pt x="683" y="276"/>
                </a:lnTo>
                <a:lnTo>
                  <a:pt x="668" y="305"/>
                </a:lnTo>
                <a:lnTo>
                  <a:pt x="649" y="333"/>
                </a:lnTo>
                <a:lnTo>
                  <a:pt x="441" y="602"/>
                </a:lnTo>
                <a:lnTo>
                  <a:pt x="494" y="678"/>
                </a:lnTo>
                <a:lnTo>
                  <a:pt x="528" y="662"/>
                </a:lnTo>
                <a:lnTo>
                  <a:pt x="564" y="657"/>
                </a:lnTo>
                <a:lnTo>
                  <a:pt x="601" y="662"/>
                </a:lnTo>
                <a:lnTo>
                  <a:pt x="635" y="678"/>
                </a:lnTo>
                <a:lnTo>
                  <a:pt x="668" y="702"/>
                </a:lnTo>
                <a:lnTo>
                  <a:pt x="692" y="732"/>
                </a:lnTo>
                <a:lnTo>
                  <a:pt x="713" y="770"/>
                </a:lnTo>
                <a:lnTo>
                  <a:pt x="726" y="812"/>
                </a:lnTo>
                <a:lnTo>
                  <a:pt x="730" y="857"/>
                </a:lnTo>
                <a:lnTo>
                  <a:pt x="726" y="905"/>
                </a:lnTo>
                <a:lnTo>
                  <a:pt x="713" y="946"/>
                </a:lnTo>
                <a:lnTo>
                  <a:pt x="692" y="984"/>
                </a:lnTo>
                <a:lnTo>
                  <a:pt x="668" y="1014"/>
                </a:lnTo>
                <a:lnTo>
                  <a:pt x="635" y="1039"/>
                </a:lnTo>
                <a:lnTo>
                  <a:pt x="601" y="1054"/>
                </a:lnTo>
                <a:lnTo>
                  <a:pt x="564" y="1060"/>
                </a:lnTo>
                <a:lnTo>
                  <a:pt x="528" y="1054"/>
                </a:lnTo>
                <a:lnTo>
                  <a:pt x="494" y="1039"/>
                </a:lnTo>
                <a:lnTo>
                  <a:pt x="463" y="1014"/>
                </a:lnTo>
                <a:lnTo>
                  <a:pt x="439" y="984"/>
                </a:lnTo>
                <a:lnTo>
                  <a:pt x="420" y="946"/>
                </a:lnTo>
                <a:lnTo>
                  <a:pt x="408" y="905"/>
                </a:lnTo>
                <a:lnTo>
                  <a:pt x="405" y="857"/>
                </a:lnTo>
                <a:lnTo>
                  <a:pt x="408" y="814"/>
                </a:lnTo>
                <a:lnTo>
                  <a:pt x="418" y="774"/>
                </a:lnTo>
                <a:lnTo>
                  <a:pt x="435" y="738"/>
                </a:lnTo>
                <a:lnTo>
                  <a:pt x="363" y="662"/>
                </a:lnTo>
                <a:lnTo>
                  <a:pt x="293" y="732"/>
                </a:lnTo>
                <a:lnTo>
                  <a:pt x="295" y="738"/>
                </a:lnTo>
                <a:lnTo>
                  <a:pt x="312" y="774"/>
                </a:lnTo>
                <a:lnTo>
                  <a:pt x="323" y="814"/>
                </a:lnTo>
                <a:lnTo>
                  <a:pt x="327" y="857"/>
                </a:lnTo>
                <a:lnTo>
                  <a:pt x="323" y="905"/>
                </a:lnTo>
                <a:lnTo>
                  <a:pt x="310" y="946"/>
                </a:lnTo>
                <a:lnTo>
                  <a:pt x="291" y="984"/>
                </a:lnTo>
                <a:lnTo>
                  <a:pt x="267" y="1014"/>
                </a:lnTo>
                <a:lnTo>
                  <a:pt x="238" y="1039"/>
                </a:lnTo>
                <a:lnTo>
                  <a:pt x="204" y="1054"/>
                </a:lnTo>
                <a:lnTo>
                  <a:pt x="166" y="1060"/>
                </a:lnTo>
                <a:lnTo>
                  <a:pt x="130" y="1054"/>
                </a:lnTo>
                <a:lnTo>
                  <a:pt x="96" y="1039"/>
                </a:lnTo>
                <a:lnTo>
                  <a:pt x="64" y="1014"/>
                </a:lnTo>
                <a:lnTo>
                  <a:pt x="38" y="984"/>
                </a:lnTo>
                <a:lnTo>
                  <a:pt x="19" y="946"/>
                </a:lnTo>
                <a:lnTo>
                  <a:pt x="6" y="905"/>
                </a:lnTo>
                <a:lnTo>
                  <a:pt x="0" y="857"/>
                </a:lnTo>
                <a:lnTo>
                  <a:pt x="6" y="812"/>
                </a:lnTo>
                <a:lnTo>
                  <a:pt x="19" y="770"/>
                </a:lnTo>
                <a:lnTo>
                  <a:pt x="38" y="732"/>
                </a:lnTo>
                <a:lnTo>
                  <a:pt x="64" y="702"/>
                </a:lnTo>
                <a:lnTo>
                  <a:pt x="96" y="678"/>
                </a:lnTo>
                <a:lnTo>
                  <a:pt x="130" y="662"/>
                </a:lnTo>
                <a:lnTo>
                  <a:pt x="166" y="657"/>
                </a:lnTo>
                <a:lnTo>
                  <a:pt x="204" y="662"/>
                </a:lnTo>
                <a:lnTo>
                  <a:pt x="236" y="678"/>
                </a:lnTo>
                <a:lnTo>
                  <a:pt x="282" y="600"/>
                </a:lnTo>
                <a:lnTo>
                  <a:pt x="267" y="579"/>
                </a:lnTo>
                <a:lnTo>
                  <a:pt x="250" y="556"/>
                </a:lnTo>
                <a:lnTo>
                  <a:pt x="229" y="530"/>
                </a:lnTo>
                <a:lnTo>
                  <a:pt x="208" y="503"/>
                </a:lnTo>
                <a:lnTo>
                  <a:pt x="187" y="475"/>
                </a:lnTo>
                <a:lnTo>
                  <a:pt x="166" y="449"/>
                </a:lnTo>
                <a:lnTo>
                  <a:pt x="148" y="424"/>
                </a:lnTo>
                <a:lnTo>
                  <a:pt x="130" y="401"/>
                </a:lnTo>
                <a:lnTo>
                  <a:pt x="117" y="386"/>
                </a:lnTo>
                <a:lnTo>
                  <a:pt x="110" y="375"/>
                </a:lnTo>
                <a:lnTo>
                  <a:pt x="106" y="371"/>
                </a:lnTo>
                <a:lnTo>
                  <a:pt x="87" y="341"/>
                </a:lnTo>
                <a:lnTo>
                  <a:pt x="68" y="311"/>
                </a:lnTo>
                <a:lnTo>
                  <a:pt x="51" y="278"/>
                </a:lnTo>
                <a:lnTo>
                  <a:pt x="36" y="242"/>
                </a:lnTo>
                <a:lnTo>
                  <a:pt x="23" y="203"/>
                </a:lnTo>
                <a:lnTo>
                  <a:pt x="11" y="157"/>
                </a:lnTo>
                <a:lnTo>
                  <a:pt x="6" y="102"/>
                </a:lnTo>
                <a:lnTo>
                  <a:pt x="4" y="42"/>
                </a:lnTo>
                <a:lnTo>
                  <a:pt x="6" y="25"/>
                </a:lnTo>
                <a:lnTo>
                  <a:pt x="11" y="15"/>
                </a:lnTo>
                <a:lnTo>
                  <a:pt x="21" y="8"/>
                </a:lnTo>
                <a:lnTo>
                  <a:pt x="28" y="4"/>
                </a:lnTo>
                <a:lnTo>
                  <a:pt x="34" y="4"/>
                </a:lnTo>
                <a:lnTo>
                  <a:pt x="38" y="2"/>
                </a:lnTo>
                <a:lnTo>
                  <a:pt x="361" y="475"/>
                </a:lnTo>
                <a:lnTo>
                  <a:pt x="371" y="473"/>
                </a:lnTo>
                <a:lnTo>
                  <a:pt x="69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3"/>
          <p:cNvSpPr>
            <a:spLocks noChangeAspect="1" noEditPoints="1"/>
          </p:cNvSpPr>
          <p:nvPr/>
        </p:nvSpPr>
        <p:spPr bwMode="auto">
          <a:xfrm>
            <a:off x="4414082" y="2892175"/>
            <a:ext cx="1078978" cy="1080000"/>
          </a:xfrm>
          <a:custGeom>
            <a:avLst/>
            <a:gdLst>
              <a:gd name="T0" fmla="*/ 53 w 1055"/>
              <a:gd name="T1" fmla="*/ 938 h 1056"/>
              <a:gd name="T2" fmla="*/ 45 w 1055"/>
              <a:gd name="T3" fmla="*/ 950 h 1056"/>
              <a:gd name="T4" fmla="*/ 43 w 1055"/>
              <a:gd name="T5" fmla="*/ 978 h 1056"/>
              <a:gd name="T6" fmla="*/ 59 w 1055"/>
              <a:gd name="T7" fmla="*/ 999 h 1056"/>
              <a:gd name="T8" fmla="*/ 81 w 1055"/>
              <a:gd name="T9" fmla="*/ 1010 h 1056"/>
              <a:gd name="T10" fmla="*/ 115 w 1055"/>
              <a:gd name="T11" fmla="*/ 999 h 1056"/>
              <a:gd name="T12" fmla="*/ 130 w 1055"/>
              <a:gd name="T13" fmla="*/ 954 h 1056"/>
              <a:gd name="T14" fmla="*/ 115 w 1055"/>
              <a:gd name="T15" fmla="*/ 942 h 1056"/>
              <a:gd name="T16" fmla="*/ 104 w 1055"/>
              <a:gd name="T17" fmla="*/ 929 h 1056"/>
              <a:gd name="T18" fmla="*/ 89 w 1055"/>
              <a:gd name="T19" fmla="*/ 910 h 1056"/>
              <a:gd name="T20" fmla="*/ 647 w 1055"/>
              <a:gd name="T21" fmla="*/ 288 h 1056"/>
              <a:gd name="T22" fmla="*/ 125 w 1055"/>
              <a:gd name="T23" fmla="*/ 814 h 1056"/>
              <a:gd name="T24" fmla="*/ 110 w 1055"/>
              <a:gd name="T25" fmla="*/ 851 h 1056"/>
              <a:gd name="T26" fmla="*/ 127 w 1055"/>
              <a:gd name="T27" fmla="*/ 887 h 1056"/>
              <a:gd name="T28" fmla="*/ 164 w 1055"/>
              <a:gd name="T29" fmla="*/ 927 h 1056"/>
              <a:gd name="T30" fmla="*/ 197 w 1055"/>
              <a:gd name="T31" fmla="*/ 946 h 1056"/>
              <a:gd name="T32" fmla="*/ 227 w 1055"/>
              <a:gd name="T33" fmla="*/ 940 h 1056"/>
              <a:gd name="T34" fmla="*/ 265 w 1055"/>
              <a:gd name="T35" fmla="*/ 908 h 1056"/>
              <a:gd name="T36" fmla="*/ 647 w 1055"/>
              <a:gd name="T37" fmla="*/ 288 h 1056"/>
              <a:gd name="T38" fmla="*/ 906 w 1055"/>
              <a:gd name="T39" fmla="*/ 0 h 1056"/>
              <a:gd name="T40" fmla="*/ 976 w 1055"/>
              <a:gd name="T41" fmla="*/ 25 h 1056"/>
              <a:gd name="T42" fmla="*/ 1030 w 1055"/>
              <a:gd name="T43" fmla="*/ 80 h 1056"/>
              <a:gd name="T44" fmla="*/ 1055 w 1055"/>
              <a:gd name="T45" fmla="*/ 150 h 1056"/>
              <a:gd name="T46" fmla="*/ 1046 w 1055"/>
              <a:gd name="T47" fmla="*/ 222 h 1056"/>
              <a:gd name="T48" fmla="*/ 1006 w 1055"/>
              <a:gd name="T49" fmla="*/ 288 h 1056"/>
              <a:gd name="T50" fmla="*/ 1006 w 1055"/>
              <a:gd name="T51" fmla="*/ 467 h 1056"/>
              <a:gd name="T52" fmla="*/ 1017 w 1055"/>
              <a:gd name="T53" fmla="*/ 500 h 1056"/>
              <a:gd name="T54" fmla="*/ 1008 w 1055"/>
              <a:gd name="T55" fmla="*/ 522 h 1056"/>
              <a:gd name="T56" fmla="*/ 974 w 1055"/>
              <a:gd name="T57" fmla="*/ 556 h 1056"/>
              <a:gd name="T58" fmla="*/ 942 w 1055"/>
              <a:gd name="T59" fmla="*/ 568 h 1056"/>
              <a:gd name="T60" fmla="*/ 919 w 1055"/>
              <a:gd name="T61" fmla="*/ 558 h 1056"/>
              <a:gd name="T62" fmla="*/ 796 w 1055"/>
              <a:gd name="T63" fmla="*/ 437 h 1056"/>
              <a:gd name="T64" fmla="*/ 210 w 1055"/>
              <a:gd name="T65" fmla="*/ 991 h 1056"/>
              <a:gd name="T66" fmla="*/ 146 w 1055"/>
              <a:gd name="T67" fmla="*/ 1029 h 1056"/>
              <a:gd name="T68" fmla="*/ 100 w 1055"/>
              <a:gd name="T69" fmla="*/ 1056 h 1056"/>
              <a:gd name="T70" fmla="*/ 62 w 1055"/>
              <a:gd name="T71" fmla="*/ 1052 h 1056"/>
              <a:gd name="T72" fmla="*/ 34 w 1055"/>
              <a:gd name="T73" fmla="*/ 1037 h 1056"/>
              <a:gd name="T74" fmla="*/ 25 w 1055"/>
              <a:gd name="T75" fmla="*/ 1029 h 1056"/>
              <a:gd name="T76" fmla="*/ 0 w 1055"/>
              <a:gd name="T77" fmla="*/ 986 h 1056"/>
              <a:gd name="T78" fmla="*/ 4 w 1055"/>
              <a:gd name="T79" fmla="*/ 948 h 1056"/>
              <a:gd name="T80" fmla="*/ 19 w 1055"/>
              <a:gd name="T81" fmla="*/ 921 h 1056"/>
              <a:gd name="T82" fmla="*/ 28 w 1055"/>
              <a:gd name="T83" fmla="*/ 910 h 1056"/>
              <a:gd name="T84" fmla="*/ 60 w 1055"/>
              <a:gd name="T85" fmla="*/ 848 h 1056"/>
              <a:gd name="T86" fmla="*/ 57 w 1055"/>
              <a:gd name="T87" fmla="*/ 821 h 1056"/>
              <a:gd name="T88" fmla="*/ 618 w 1055"/>
              <a:gd name="T89" fmla="*/ 257 h 1056"/>
              <a:gd name="T90" fmla="*/ 490 w 1055"/>
              <a:gd name="T91" fmla="*/ 123 h 1056"/>
              <a:gd name="T92" fmla="*/ 492 w 1055"/>
              <a:gd name="T93" fmla="*/ 93 h 1056"/>
              <a:gd name="T94" fmla="*/ 497 w 1055"/>
              <a:gd name="T95" fmla="*/ 80 h 1056"/>
              <a:gd name="T96" fmla="*/ 546 w 1055"/>
              <a:gd name="T97" fmla="*/ 36 h 1056"/>
              <a:gd name="T98" fmla="*/ 575 w 1055"/>
              <a:gd name="T99" fmla="*/ 40 h 1056"/>
              <a:gd name="T100" fmla="*/ 588 w 1055"/>
              <a:gd name="T101" fmla="*/ 49 h 1056"/>
              <a:gd name="T102" fmla="*/ 768 w 1055"/>
              <a:gd name="T103" fmla="*/ 47 h 1056"/>
              <a:gd name="T104" fmla="*/ 832 w 1055"/>
              <a:gd name="T105" fmla="*/ 8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55" h="1056">
                <a:moveTo>
                  <a:pt x="87" y="906"/>
                </a:moveTo>
                <a:lnTo>
                  <a:pt x="53" y="938"/>
                </a:lnTo>
                <a:lnTo>
                  <a:pt x="51" y="942"/>
                </a:lnTo>
                <a:lnTo>
                  <a:pt x="45" y="950"/>
                </a:lnTo>
                <a:lnTo>
                  <a:pt x="42" y="963"/>
                </a:lnTo>
                <a:lnTo>
                  <a:pt x="43" y="978"/>
                </a:lnTo>
                <a:lnTo>
                  <a:pt x="57" y="997"/>
                </a:lnTo>
                <a:lnTo>
                  <a:pt x="59" y="999"/>
                </a:lnTo>
                <a:lnTo>
                  <a:pt x="68" y="1007"/>
                </a:lnTo>
                <a:lnTo>
                  <a:pt x="81" y="1010"/>
                </a:lnTo>
                <a:lnTo>
                  <a:pt x="98" y="1010"/>
                </a:lnTo>
                <a:lnTo>
                  <a:pt x="115" y="999"/>
                </a:lnTo>
                <a:lnTo>
                  <a:pt x="147" y="965"/>
                </a:lnTo>
                <a:lnTo>
                  <a:pt x="130" y="954"/>
                </a:lnTo>
                <a:lnTo>
                  <a:pt x="121" y="946"/>
                </a:lnTo>
                <a:lnTo>
                  <a:pt x="115" y="942"/>
                </a:lnTo>
                <a:lnTo>
                  <a:pt x="115" y="940"/>
                </a:lnTo>
                <a:lnTo>
                  <a:pt x="104" y="929"/>
                </a:lnTo>
                <a:lnTo>
                  <a:pt x="96" y="918"/>
                </a:lnTo>
                <a:lnTo>
                  <a:pt x="89" y="910"/>
                </a:lnTo>
                <a:lnTo>
                  <a:pt x="87" y="906"/>
                </a:lnTo>
                <a:close/>
                <a:moveTo>
                  <a:pt x="647" y="288"/>
                </a:moveTo>
                <a:lnTo>
                  <a:pt x="146" y="789"/>
                </a:lnTo>
                <a:lnTo>
                  <a:pt x="125" y="814"/>
                </a:lnTo>
                <a:lnTo>
                  <a:pt x="111" y="833"/>
                </a:lnTo>
                <a:lnTo>
                  <a:pt x="110" y="851"/>
                </a:lnTo>
                <a:lnTo>
                  <a:pt x="113" y="868"/>
                </a:lnTo>
                <a:lnTo>
                  <a:pt x="127" y="887"/>
                </a:lnTo>
                <a:lnTo>
                  <a:pt x="146" y="908"/>
                </a:lnTo>
                <a:lnTo>
                  <a:pt x="164" y="927"/>
                </a:lnTo>
                <a:lnTo>
                  <a:pt x="181" y="940"/>
                </a:lnTo>
                <a:lnTo>
                  <a:pt x="197" y="946"/>
                </a:lnTo>
                <a:lnTo>
                  <a:pt x="210" y="946"/>
                </a:lnTo>
                <a:lnTo>
                  <a:pt x="227" y="940"/>
                </a:lnTo>
                <a:lnTo>
                  <a:pt x="244" y="929"/>
                </a:lnTo>
                <a:lnTo>
                  <a:pt x="265" y="908"/>
                </a:lnTo>
                <a:lnTo>
                  <a:pt x="768" y="407"/>
                </a:lnTo>
                <a:lnTo>
                  <a:pt x="647" y="288"/>
                </a:lnTo>
                <a:close/>
                <a:moveTo>
                  <a:pt x="868" y="0"/>
                </a:moveTo>
                <a:lnTo>
                  <a:pt x="906" y="0"/>
                </a:lnTo>
                <a:lnTo>
                  <a:pt x="942" y="8"/>
                </a:lnTo>
                <a:lnTo>
                  <a:pt x="976" y="25"/>
                </a:lnTo>
                <a:lnTo>
                  <a:pt x="1006" y="47"/>
                </a:lnTo>
                <a:lnTo>
                  <a:pt x="1030" y="80"/>
                </a:lnTo>
                <a:lnTo>
                  <a:pt x="1046" y="114"/>
                </a:lnTo>
                <a:lnTo>
                  <a:pt x="1055" y="150"/>
                </a:lnTo>
                <a:lnTo>
                  <a:pt x="1055" y="186"/>
                </a:lnTo>
                <a:lnTo>
                  <a:pt x="1046" y="222"/>
                </a:lnTo>
                <a:lnTo>
                  <a:pt x="1030" y="257"/>
                </a:lnTo>
                <a:lnTo>
                  <a:pt x="1006" y="288"/>
                </a:lnTo>
                <a:lnTo>
                  <a:pt x="885" y="344"/>
                </a:lnTo>
                <a:lnTo>
                  <a:pt x="1006" y="467"/>
                </a:lnTo>
                <a:lnTo>
                  <a:pt x="1017" y="484"/>
                </a:lnTo>
                <a:lnTo>
                  <a:pt x="1017" y="500"/>
                </a:lnTo>
                <a:lnTo>
                  <a:pt x="1013" y="513"/>
                </a:lnTo>
                <a:lnTo>
                  <a:pt x="1008" y="522"/>
                </a:lnTo>
                <a:lnTo>
                  <a:pt x="1006" y="526"/>
                </a:lnTo>
                <a:lnTo>
                  <a:pt x="974" y="556"/>
                </a:lnTo>
                <a:lnTo>
                  <a:pt x="959" y="568"/>
                </a:lnTo>
                <a:lnTo>
                  <a:pt x="942" y="568"/>
                </a:lnTo>
                <a:lnTo>
                  <a:pt x="928" y="564"/>
                </a:lnTo>
                <a:lnTo>
                  <a:pt x="919" y="558"/>
                </a:lnTo>
                <a:lnTo>
                  <a:pt x="915" y="554"/>
                </a:lnTo>
                <a:lnTo>
                  <a:pt x="796" y="437"/>
                </a:lnTo>
                <a:lnTo>
                  <a:pt x="234" y="999"/>
                </a:lnTo>
                <a:lnTo>
                  <a:pt x="210" y="991"/>
                </a:lnTo>
                <a:lnTo>
                  <a:pt x="187" y="984"/>
                </a:lnTo>
                <a:lnTo>
                  <a:pt x="146" y="1029"/>
                </a:lnTo>
                <a:lnTo>
                  <a:pt x="123" y="1046"/>
                </a:lnTo>
                <a:lnTo>
                  <a:pt x="100" y="1056"/>
                </a:lnTo>
                <a:lnTo>
                  <a:pt x="79" y="1056"/>
                </a:lnTo>
                <a:lnTo>
                  <a:pt x="62" y="1052"/>
                </a:lnTo>
                <a:lnTo>
                  <a:pt x="47" y="1044"/>
                </a:lnTo>
                <a:lnTo>
                  <a:pt x="34" y="1037"/>
                </a:lnTo>
                <a:lnTo>
                  <a:pt x="26" y="1031"/>
                </a:lnTo>
                <a:lnTo>
                  <a:pt x="25" y="1029"/>
                </a:lnTo>
                <a:lnTo>
                  <a:pt x="7" y="1007"/>
                </a:lnTo>
                <a:lnTo>
                  <a:pt x="0" y="986"/>
                </a:lnTo>
                <a:lnTo>
                  <a:pt x="0" y="965"/>
                </a:lnTo>
                <a:lnTo>
                  <a:pt x="4" y="948"/>
                </a:lnTo>
                <a:lnTo>
                  <a:pt x="11" y="933"/>
                </a:lnTo>
                <a:lnTo>
                  <a:pt x="19" y="921"/>
                </a:lnTo>
                <a:lnTo>
                  <a:pt x="25" y="914"/>
                </a:lnTo>
                <a:lnTo>
                  <a:pt x="28" y="910"/>
                </a:lnTo>
                <a:lnTo>
                  <a:pt x="68" y="870"/>
                </a:lnTo>
                <a:lnTo>
                  <a:pt x="60" y="848"/>
                </a:lnTo>
                <a:lnTo>
                  <a:pt x="59" y="833"/>
                </a:lnTo>
                <a:lnTo>
                  <a:pt x="57" y="821"/>
                </a:lnTo>
                <a:lnTo>
                  <a:pt x="59" y="817"/>
                </a:lnTo>
                <a:lnTo>
                  <a:pt x="618" y="257"/>
                </a:lnTo>
                <a:lnTo>
                  <a:pt x="499" y="138"/>
                </a:lnTo>
                <a:lnTo>
                  <a:pt x="490" y="123"/>
                </a:lnTo>
                <a:lnTo>
                  <a:pt x="488" y="106"/>
                </a:lnTo>
                <a:lnTo>
                  <a:pt x="492" y="93"/>
                </a:lnTo>
                <a:lnTo>
                  <a:pt x="495" y="83"/>
                </a:lnTo>
                <a:lnTo>
                  <a:pt x="497" y="80"/>
                </a:lnTo>
                <a:lnTo>
                  <a:pt x="529" y="47"/>
                </a:lnTo>
                <a:lnTo>
                  <a:pt x="546" y="36"/>
                </a:lnTo>
                <a:lnTo>
                  <a:pt x="562" y="36"/>
                </a:lnTo>
                <a:lnTo>
                  <a:pt x="575" y="40"/>
                </a:lnTo>
                <a:lnTo>
                  <a:pt x="584" y="46"/>
                </a:lnTo>
                <a:lnTo>
                  <a:pt x="588" y="49"/>
                </a:lnTo>
                <a:lnTo>
                  <a:pt x="713" y="172"/>
                </a:lnTo>
                <a:lnTo>
                  <a:pt x="768" y="47"/>
                </a:lnTo>
                <a:lnTo>
                  <a:pt x="798" y="25"/>
                </a:lnTo>
                <a:lnTo>
                  <a:pt x="832" y="8"/>
                </a:lnTo>
                <a:lnTo>
                  <a:pt x="86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4"/>
          <p:cNvSpPr>
            <a:spLocks noChangeAspect="1" noEditPoints="1"/>
          </p:cNvSpPr>
          <p:nvPr/>
        </p:nvSpPr>
        <p:spPr bwMode="auto">
          <a:xfrm>
            <a:off x="6069244" y="2922294"/>
            <a:ext cx="1080000" cy="974758"/>
          </a:xfrm>
          <a:custGeom>
            <a:avLst/>
            <a:gdLst>
              <a:gd name="T0" fmla="*/ 482 w 1057"/>
              <a:gd name="T1" fmla="*/ 481 h 954"/>
              <a:gd name="T2" fmla="*/ 395 w 1057"/>
              <a:gd name="T3" fmla="*/ 475 h 954"/>
              <a:gd name="T4" fmla="*/ 140 w 1057"/>
              <a:gd name="T5" fmla="*/ 600 h 954"/>
              <a:gd name="T6" fmla="*/ 219 w 1057"/>
              <a:gd name="T7" fmla="*/ 543 h 954"/>
              <a:gd name="T8" fmla="*/ 308 w 1057"/>
              <a:gd name="T9" fmla="*/ 543 h 954"/>
              <a:gd name="T10" fmla="*/ 353 w 1057"/>
              <a:gd name="T11" fmla="*/ 600 h 954"/>
              <a:gd name="T12" fmla="*/ 380 w 1057"/>
              <a:gd name="T13" fmla="*/ 532 h 954"/>
              <a:gd name="T14" fmla="*/ 456 w 1057"/>
              <a:gd name="T15" fmla="*/ 562 h 954"/>
              <a:gd name="T16" fmla="*/ 739 w 1057"/>
              <a:gd name="T17" fmla="*/ 556 h 954"/>
              <a:gd name="T18" fmla="*/ 809 w 1057"/>
              <a:gd name="T19" fmla="*/ 530 h 954"/>
              <a:gd name="T20" fmla="*/ 845 w 1057"/>
              <a:gd name="T21" fmla="*/ 566 h 954"/>
              <a:gd name="T22" fmla="*/ 845 w 1057"/>
              <a:gd name="T23" fmla="*/ 460 h 954"/>
              <a:gd name="T24" fmla="*/ 769 w 1057"/>
              <a:gd name="T25" fmla="*/ 490 h 954"/>
              <a:gd name="T26" fmla="*/ 743 w 1057"/>
              <a:gd name="T27" fmla="*/ 422 h 954"/>
              <a:gd name="T28" fmla="*/ 696 w 1057"/>
              <a:gd name="T29" fmla="*/ 477 h 954"/>
              <a:gd name="T30" fmla="*/ 605 w 1057"/>
              <a:gd name="T31" fmla="*/ 475 h 954"/>
              <a:gd name="T32" fmla="*/ 140 w 1057"/>
              <a:gd name="T33" fmla="*/ 172 h 954"/>
              <a:gd name="T34" fmla="*/ 391 w 1057"/>
              <a:gd name="T35" fmla="*/ 301 h 954"/>
              <a:gd name="T36" fmla="*/ 484 w 1057"/>
              <a:gd name="T37" fmla="*/ 301 h 954"/>
              <a:gd name="T38" fmla="*/ 599 w 1057"/>
              <a:gd name="T39" fmla="*/ 318 h 954"/>
              <a:gd name="T40" fmla="*/ 630 w 1057"/>
              <a:gd name="T41" fmla="*/ 284 h 954"/>
              <a:gd name="T42" fmla="*/ 703 w 1057"/>
              <a:gd name="T43" fmla="*/ 311 h 954"/>
              <a:gd name="T44" fmla="*/ 739 w 1057"/>
              <a:gd name="T45" fmla="*/ 314 h 954"/>
              <a:gd name="T46" fmla="*/ 788 w 1057"/>
              <a:gd name="T47" fmla="*/ 282 h 954"/>
              <a:gd name="T48" fmla="*/ 845 w 1057"/>
              <a:gd name="T49" fmla="*/ 316 h 954"/>
              <a:gd name="T50" fmla="*/ 845 w 1057"/>
              <a:gd name="T51" fmla="*/ 210 h 954"/>
              <a:gd name="T52" fmla="*/ 792 w 1057"/>
              <a:gd name="T53" fmla="*/ 246 h 954"/>
              <a:gd name="T54" fmla="*/ 743 w 1057"/>
              <a:gd name="T55" fmla="*/ 212 h 954"/>
              <a:gd name="T56" fmla="*/ 665 w 1057"/>
              <a:gd name="T57" fmla="*/ 224 h 954"/>
              <a:gd name="T58" fmla="*/ 578 w 1057"/>
              <a:gd name="T59" fmla="*/ 237 h 954"/>
              <a:gd name="T60" fmla="*/ 318 w 1057"/>
              <a:gd name="T61" fmla="*/ 176 h 954"/>
              <a:gd name="T62" fmla="*/ 300 w 1057"/>
              <a:gd name="T63" fmla="*/ 241 h 954"/>
              <a:gd name="T64" fmla="*/ 215 w 1057"/>
              <a:gd name="T65" fmla="*/ 225 h 954"/>
              <a:gd name="T66" fmla="*/ 70 w 1057"/>
              <a:gd name="T67" fmla="*/ 0 h 954"/>
              <a:gd name="T68" fmla="*/ 214 w 1057"/>
              <a:gd name="T69" fmla="*/ 104 h 954"/>
              <a:gd name="T70" fmla="*/ 229 w 1057"/>
              <a:gd name="T71" fmla="*/ 44 h 954"/>
              <a:gd name="T72" fmla="*/ 314 w 1057"/>
              <a:gd name="T73" fmla="*/ 57 h 954"/>
              <a:gd name="T74" fmla="*/ 563 w 1057"/>
              <a:gd name="T75" fmla="*/ 72 h 954"/>
              <a:gd name="T76" fmla="*/ 594 w 1057"/>
              <a:gd name="T77" fmla="*/ 38 h 954"/>
              <a:gd name="T78" fmla="*/ 667 w 1057"/>
              <a:gd name="T79" fmla="*/ 65 h 954"/>
              <a:gd name="T80" fmla="*/ 739 w 1057"/>
              <a:gd name="T81" fmla="*/ 68 h 954"/>
              <a:gd name="T82" fmla="*/ 788 w 1057"/>
              <a:gd name="T83" fmla="*/ 34 h 954"/>
              <a:gd name="T84" fmla="*/ 845 w 1057"/>
              <a:gd name="T85" fmla="*/ 70 h 954"/>
              <a:gd name="T86" fmla="*/ 938 w 1057"/>
              <a:gd name="T87" fmla="*/ 21 h 954"/>
              <a:gd name="T88" fmla="*/ 1057 w 1057"/>
              <a:gd name="T89" fmla="*/ 72 h 954"/>
              <a:gd name="T90" fmla="*/ 964 w 1057"/>
              <a:gd name="T91" fmla="*/ 950 h 954"/>
              <a:gd name="T92" fmla="*/ 845 w 1057"/>
              <a:gd name="T93" fmla="*/ 668 h 954"/>
              <a:gd name="T94" fmla="*/ 813 w 1057"/>
              <a:gd name="T95" fmla="*/ 738 h 954"/>
              <a:gd name="T96" fmla="*/ 743 w 1057"/>
              <a:gd name="T97" fmla="*/ 708 h 954"/>
              <a:gd name="T98" fmla="*/ 456 w 1057"/>
              <a:gd name="T99" fmla="*/ 713 h 954"/>
              <a:gd name="T100" fmla="*/ 384 w 1057"/>
              <a:gd name="T101" fmla="*/ 740 h 954"/>
              <a:gd name="T102" fmla="*/ 352 w 1057"/>
              <a:gd name="T103" fmla="*/ 670 h 954"/>
              <a:gd name="T104" fmla="*/ 310 w 1057"/>
              <a:gd name="T105" fmla="*/ 729 h 954"/>
              <a:gd name="T106" fmla="*/ 217 w 1057"/>
              <a:gd name="T107" fmla="*/ 725 h 954"/>
              <a:gd name="T108" fmla="*/ 140 w 1057"/>
              <a:gd name="T109" fmla="*/ 882 h 954"/>
              <a:gd name="T110" fmla="*/ 21 w 1057"/>
              <a:gd name="T111" fmla="*/ 933 h 954"/>
              <a:gd name="T112" fmla="*/ 43 w 1057"/>
              <a:gd name="T113" fmla="*/ 6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57" h="954">
                <a:moveTo>
                  <a:pt x="491" y="422"/>
                </a:moveTo>
                <a:lnTo>
                  <a:pt x="491" y="458"/>
                </a:lnTo>
                <a:lnTo>
                  <a:pt x="491" y="462"/>
                </a:lnTo>
                <a:lnTo>
                  <a:pt x="491" y="466"/>
                </a:lnTo>
                <a:lnTo>
                  <a:pt x="488" y="473"/>
                </a:lnTo>
                <a:lnTo>
                  <a:pt x="482" y="481"/>
                </a:lnTo>
                <a:lnTo>
                  <a:pt x="474" y="488"/>
                </a:lnTo>
                <a:lnTo>
                  <a:pt x="459" y="494"/>
                </a:lnTo>
                <a:lnTo>
                  <a:pt x="440" y="496"/>
                </a:lnTo>
                <a:lnTo>
                  <a:pt x="420" y="492"/>
                </a:lnTo>
                <a:lnTo>
                  <a:pt x="404" y="485"/>
                </a:lnTo>
                <a:lnTo>
                  <a:pt x="395" y="475"/>
                </a:lnTo>
                <a:lnTo>
                  <a:pt x="389" y="466"/>
                </a:lnTo>
                <a:lnTo>
                  <a:pt x="387" y="460"/>
                </a:lnTo>
                <a:lnTo>
                  <a:pt x="387" y="456"/>
                </a:lnTo>
                <a:lnTo>
                  <a:pt x="387" y="424"/>
                </a:lnTo>
                <a:lnTo>
                  <a:pt x="140" y="424"/>
                </a:lnTo>
                <a:lnTo>
                  <a:pt x="140" y="600"/>
                </a:lnTo>
                <a:lnTo>
                  <a:pt x="214" y="600"/>
                </a:lnTo>
                <a:lnTo>
                  <a:pt x="212" y="566"/>
                </a:lnTo>
                <a:lnTo>
                  <a:pt x="212" y="564"/>
                </a:lnTo>
                <a:lnTo>
                  <a:pt x="212" y="558"/>
                </a:lnTo>
                <a:lnTo>
                  <a:pt x="215" y="553"/>
                </a:lnTo>
                <a:lnTo>
                  <a:pt x="219" y="543"/>
                </a:lnTo>
                <a:lnTo>
                  <a:pt x="229" y="538"/>
                </a:lnTo>
                <a:lnTo>
                  <a:pt x="242" y="532"/>
                </a:lnTo>
                <a:lnTo>
                  <a:pt x="263" y="530"/>
                </a:lnTo>
                <a:lnTo>
                  <a:pt x="283" y="532"/>
                </a:lnTo>
                <a:lnTo>
                  <a:pt x="299" y="538"/>
                </a:lnTo>
                <a:lnTo>
                  <a:pt x="308" y="543"/>
                </a:lnTo>
                <a:lnTo>
                  <a:pt x="314" y="551"/>
                </a:lnTo>
                <a:lnTo>
                  <a:pt x="316" y="558"/>
                </a:lnTo>
                <a:lnTo>
                  <a:pt x="318" y="564"/>
                </a:lnTo>
                <a:lnTo>
                  <a:pt x="318" y="566"/>
                </a:lnTo>
                <a:lnTo>
                  <a:pt x="318" y="600"/>
                </a:lnTo>
                <a:lnTo>
                  <a:pt x="353" y="600"/>
                </a:lnTo>
                <a:lnTo>
                  <a:pt x="352" y="566"/>
                </a:lnTo>
                <a:lnTo>
                  <a:pt x="352" y="564"/>
                </a:lnTo>
                <a:lnTo>
                  <a:pt x="353" y="556"/>
                </a:lnTo>
                <a:lnTo>
                  <a:pt x="357" y="547"/>
                </a:lnTo>
                <a:lnTo>
                  <a:pt x="365" y="539"/>
                </a:lnTo>
                <a:lnTo>
                  <a:pt x="380" y="532"/>
                </a:lnTo>
                <a:lnTo>
                  <a:pt x="403" y="530"/>
                </a:lnTo>
                <a:lnTo>
                  <a:pt x="423" y="532"/>
                </a:lnTo>
                <a:lnTo>
                  <a:pt x="439" y="539"/>
                </a:lnTo>
                <a:lnTo>
                  <a:pt x="448" y="547"/>
                </a:lnTo>
                <a:lnTo>
                  <a:pt x="454" y="556"/>
                </a:lnTo>
                <a:lnTo>
                  <a:pt x="456" y="562"/>
                </a:lnTo>
                <a:lnTo>
                  <a:pt x="456" y="566"/>
                </a:lnTo>
                <a:lnTo>
                  <a:pt x="456" y="600"/>
                </a:lnTo>
                <a:lnTo>
                  <a:pt x="739" y="600"/>
                </a:lnTo>
                <a:lnTo>
                  <a:pt x="739" y="564"/>
                </a:lnTo>
                <a:lnTo>
                  <a:pt x="739" y="562"/>
                </a:lnTo>
                <a:lnTo>
                  <a:pt x="739" y="556"/>
                </a:lnTo>
                <a:lnTo>
                  <a:pt x="741" y="551"/>
                </a:lnTo>
                <a:lnTo>
                  <a:pt x="745" y="543"/>
                </a:lnTo>
                <a:lnTo>
                  <a:pt x="754" y="536"/>
                </a:lnTo>
                <a:lnTo>
                  <a:pt x="768" y="532"/>
                </a:lnTo>
                <a:lnTo>
                  <a:pt x="788" y="528"/>
                </a:lnTo>
                <a:lnTo>
                  <a:pt x="809" y="530"/>
                </a:lnTo>
                <a:lnTo>
                  <a:pt x="824" y="536"/>
                </a:lnTo>
                <a:lnTo>
                  <a:pt x="834" y="543"/>
                </a:lnTo>
                <a:lnTo>
                  <a:pt x="841" y="551"/>
                </a:lnTo>
                <a:lnTo>
                  <a:pt x="845" y="558"/>
                </a:lnTo>
                <a:lnTo>
                  <a:pt x="845" y="564"/>
                </a:lnTo>
                <a:lnTo>
                  <a:pt x="845" y="566"/>
                </a:lnTo>
                <a:lnTo>
                  <a:pt x="845" y="600"/>
                </a:lnTo>
                <a:lnTo>
                  <a:pt x="913" y="600"/>
                </a:lnTo>
                <a:lnTo>
                  <a:pt x="913" y="426"/>
                </a:lnTo>
                <a:lnTo>
                  <a:pt x="845" y="426"/>
                </a:lnTo>
                <a:lnTo>
                  <a:pt x="845" y="456"/>
                </a:lnTo>
                <a:lnTo>
                  <a:pt x="845" y="460"/>
                </a:lnTo>
                <a:lnTo>
                  <a:pt x="843" y="466"/>
                </a:lnTo>
                <a:lnTo>
                  <a:pt x="838" y="475"/>
                </a:lnTo>
                <a:lnTo>
                  <a:pt x="828" y="485"/>
                </a:lnTo>
                <a:lnTo>
                  <a:pt x="813" y="490"/>
                </a:lnTo>
                <a:lnTo>
                  <a:pt x="792" y="494"/>
                </a:lnTo>
                <a:lnTo>
                  <a:pt x="769" y="490"/>
                </a:lnTo>
                <a:lnTo>
                  <a:pt x="756" y="485"/>
                </a:lnTo>
                <a:lnTo>
                  <a:pt x="747" y="477"/>
                </a:lnTo>
                <a:lnTo>
                  <a:pt x="743" y="468"/>
                </a:lnTo>
                <a:lnTo>
                  <a:pt x="743" y="462"/>
                </a:lnTo>
                <a:lnTo>
                  <a:pt x="743" y="460"/>
                </a:lnTo>
                <a:lnTo>
                  <a:pt x="743" y="422"/>
                </a:lnTo>
                <a:lnTo>
                  <a:pt x="705" y="424"/>
                </a:lnTo>
                <a:lnTo>
                  <a:pt x="705" y="454"/>
                </a:lnTo>
                <a:lnTo>
                  <a:pt x="705" y="456"/>
                </a:lnTo>
                <a:lnTo>
                  <a:pt x="703" y="462"/>
                </a:lnTo>
                <a:lnTo>
                  <a:pt x="701" y="469"/>
                </a:lnTo>
                <a:lnTo>
                  <a:pt x="696" y="477"/>
                </a:lnTo>
                <a:lnTo>
                  <a:pt x="686" y="485"/>
                </a:lnTo>
                <a:lnTo>
                  <a:pt x="671" y="490"/>
                </a:lnTo>
                <a:lnTo>
                  <a:pt x="650" y="492"/>
                </a:lnTo>
                <a:lnTo>
                  <a:pt x="628" y="490"/>
                </a:lnTo>
                <a:lnTo>
                  <a:pt x="614" y="483"/>
                </a:lnTo>
                <a:lnTo>
                  <a:pt x="605" y="475"/>
                </a:lnTo>
                <a:lnTo>
                  <a:pt x="601" y="466"/>
                </a:lnTo>
                <a:lnTo>
                  <a:pt x="599" y="460"/>
                </a:lnTo>
                <a:lnTo>
                  <a:pt x="599" y="458"/>
                </a:lnTo>
                <a:lnTo>
                  <a:pt x="599" y="422"/>
                </a:lnTo>
                <a:lnTo>
                  <a:pt x="491" y="422"/>
                </a:lnTo>
                <a:close/>
                <a:moveTo>
                  <a:pt x="140" y="172"/>
                </a:moveTo>
                <a:lnTo>
                  <a:pt x="140" y="354"/>
                </a:lnTo>
                <a:lnTo>
                  <a:pt x="389" y="354"/>
                </a:lnTo>
                <a:lnTo>
                  <a:pt x="386" y="320"/>
                </a:lnTo>
                <a:lnTo>
                  <a:pt x="386" y="316"/>
                </a:lnTo>
                <a:lnTo>
                  <a:pt x="387" y="311"/>
                </a:lnTo>
                <a:lnTo>
                  <a:pt x="391" y="301"/>
                </a:lnTo>
                <a:lnTo>
                  <a:pt x="401" y="292"/>
                </a:lnTo>
                <a:lnTo>
                  <a:pt x="416" y="286"/>
                </a:lnTo>
                <a:lnTo>
                  <a:pt x="437" y="282"/>
                </a:lnTo>
                <a:lnTo>
                  <a:pt x="459" y="286"/>
                </a:lnTo>
                <a:lnTo>
                  <a:pt x="474" y="292"/>
                </a:lnTo>
                <a:lnTo>
                  <a:pt x="484" y="301"/>
                </a:lnTo>
                <a:lnTo>
                  <a:pt x="488" y="309"/>
                </a:lnTo>
                <a:lnTo>
                  <a:pt x="491" y="316"/>
                </a:lnTo>
                <a:lnTo>
                  <a:pt x="491" y="318"/>
                </a:lnTo>
                <a:lnTo>
                  <a:pt x="491" y="354"/>
                </a:lnTo>
                <a:lnTo>
                  <a:pt x="599" y="354"/>
                </a:lnTo>
                <a:lnTo>
                  <a:pt x="599" y="318"/>
                </a:lnTo>
                <a:lnTo>
                  <a:pt x="599" y="316"/>
                </a:lnTo>
                <a:lnTo>
                  <a:pt x="599" y="311"/>
                </a:lnTo>
                <a:lnTo>
                  <a:pt x="601" y="305"/>
                </a:lnTo>
                <a:lnTo>
                  <a:pt x="605" y="297"/>
                </a:lnTo>
                <a:lnTo>
                  <a:pt x="614" y="290"/>
                </a:lnTo>
                <a:lnTo>
                  <a:pt x="630" y="284"/>
                </a:lnTo>
                <a:lnTo>
                  <a:pt x="650" y="282"/>
                </a:lnTo>
                <a:lnTo>
                  <a:pt x="673" y="284"/>
                </a:lnTo>
                <a:lnTo>
                  <a:pt x="686" y="290"/>
                </a:lnTo>
                <a:lnTo>
                  <a:pt x="696" y="297"/>
                </a:lnTo>
                <a:lnTo>
                  <a:pt x="701" y="303"/>
                </a:lnTo>
                <a:lnTo>
                  <a:pt x="703" y="311"/>
                </a:lnTo>
                <a:lnTo>
                  <a:pt x="703" y="316"/>
                </a:lnTo>
                <a:lnTo>
                  <a:pt x="703" y="318"/>
                </a:lnTo>
                <a:lnTo>
                  <a:pt x="703" y="354"/>
                </a:lnTo>
                <a:lnTo>
                  <a:pt x="739" y="354"/>
                </a:lnTo>
                <a:lnTo>
                  <a:pt x="739" y="316"/>
                </a:lnTo>
                <a:lnTo>
                  <a:pt x="739" y="314"/>
                </a:lnTo>
                <a:lnTo>
                  <a:pt x="739" y="311"/>
                </a:lnTo>
                <a:lnTo>
                  <a:pt x="741" y="303"/>
                </a:lnTo>
                <a:lnTo>
                  <a:pt x="745" y="295"/>
                </a:lnTo>
                <a:lnTo>
                  <a:pt x="754" y="290"/>
                </a:lnTo>
                <a:lnTo>
                  <a:pt x="768" y="284"/>
                </a:lnTo>
                <a:lnTo>
                  <a:pt x="788" y="282"/>
                </a:lnTo>
                <a:lnTo>
                  <a:pt x="809" y="284"/>
                </a:lnTo>
                <a:lnTo>
                  <a:pt x="824" y="288"/>
                </a:lnTo>
                <a:lnTo>
                  <a:pt x="834" y="295"/>
                </a:lnTo>
                <a:lnTo>
                  <a:pt x="841" y="305"/>
                </a:lnTo>
                <a:lnTo>
                  <a:pt x="845" y="312"/>
                </a:lnTo>
                <a:lnTo>
                  <a:pt x="845" y="316"/>
                </a:lnTo>
                <a:lnTo>
                  <a:pt x="845" y="320"/>
                </a:lnTo>
                <a:lnTo>
                  <a:pt x="845" y="354"/>
                </a:lnTo>
                <a:lnTo>
                  <a:pt x="917" y="354"/>
                </a:lnTo>
                <a:lnTo>
                  <a:pt x="917" y="172"/>
                </a:lnTo>
                <a:lnTo>
                  <a:pt x="845" y="172"/>
                </a:lnTo>
                <a:lnTo>
                  <a:pt x="845" y="210"/>
                </a:lnTo>
                <a:lnTo>
                  <a:pt x="845" y="212"/>
                </a:lnTo>
                <a:lnTo>
                  <a:pt x="843" y="220"/>
                </a:lnTo>
                <a:lnTo>
                  <a:pt x="838" y="229"/>
                </a:lnTo>
                <a:lnTo>
                  <a:pt x="828" y="237"/>
                </a:lnTo>
                <a:lnTo>
                  <a:pt x="813" y="244"/>
                </a:lnTo>
                <a:lnTo>
                  <a:pt x="792" y="246"/>
                </a:lnTo>
                <a:lnTo>
                  <a:pt x="769" y="244"/>
                </a:lnTo>
                <a:lnTo>
                  <a:pt x="756" y="237"/>
                </a:lnTo>
                <a:lnTo>
                  <a:pt x="747" y="229"/>
                </a:lnTo>
                <a:lnTo>
                  <a:pt x="743" y="222"/>
                </a:lnTo>
                <a:lnTo>
                  <a:pt x="743" y="214"/>
                </a:lnTo>
                <a:lnTo>
                  <a:pt x="743" y="212"/>
                </a:lnTo>
                <a:lnTo>
                  <a:pt x="743" y="176"/>
                </a:lnTo>
                <a:lnTo>
                  <a:pt x="669" y="176"/>
                </a:lnTo>
                <a:lnTo>
                  <a:pt x="669" y="208"/>
                </a:lnTo>
                <a:lnTo>
                  <a:pt x="669" y="210"/>
                </a:lnTo>
                <a:lnTo>
                  <a:pt x="667" y="216"/>
                </a:lnTo>
                <a:lnTo>
                  <a:pt x="665" y="224"/>
                </a:lnTo>
                <a:lnTo>
                  <a:pt x="660" y="231"/>
                </a:lnTo>
                <a:lnTo>
                  <a:pt x="650" y="239"/>
                </a:lnTo>
                <a:lnTo>
                  <a:pt x="635" y="242"/>
                </a:lnTo>
                <a:lnTo>
                  <a:pt x="616" y="246"/>
                </a:lnTo>
                <a:lnTo>
                  <a:pt x="594" y="242"/>
                </a:lnTo>
                <a:lnTo>
                  <a:pt x="578" y="237"/>
                </a:lnTo>
                <a:lnTo>
                  <a:pt x="569" y="227"/>
                </a:lnTo>
                <a:lnTo>
                  <a:pt x="565" y="220"/>
                </a:lnTo>
                <a:lnTo>
                  <a:pt x="563" y="212"/>
                </a:lnTo>
                <a:lnTo>
                  <a:pt x="563" y="210"/>
                </a:lnTo>
                <a:lnTo>
                  <a:pt x="563" y="176"/>
                </a:lnTo>
                <a:lnTo>
                  <a:pt x="318" y="176"/>
                </a:lnTo>
                <a:lnTo>
                  <a:pt x="318" y="212"/>
                </a:lnTo>
                <a:lnTo>
                  <a:pt x="318" y="214"/>
                </a:lnTo>
                <a:lnTo>
                  <a:pt x="316" y="218"/>
                </a:lnTo>
                <a:lnTo>
                  <a:pt x="314" y="225"/>
                </a:lnTo>
                <a:lnTo>
                  <a:pt x="310" y="235"/>
                </a:lnTo>
                <a:lnTo>
                  <a:pt x="300" y="241"/>
                </a:lnTo>
                <a:lnTo>
                  <a:pt x="287" y="246"/>
                </a:lnTo>
                <a:lnTo>
                  <a:pt x="266" y="248"/>
                </a:lnTo>
                <a:lnTo>
                  <a:pt x="246" y="246"/>
                </a:lnTo>
                <a:lnTo>
                  <a:pt x="231" y="241"/>
                </a:lnTo>
                <a:lnTo>
                  <a:pt x="221" y="235"/>
                </a:lnTo>
                <a:lnTo>
                  <a:pt x="215" y="225"/>
                </a:lnTo>
                <a:lnTo>
                  <a:pt x="214" y="218"/>
                </a:lnTo>
                <a:lnTo>
                  <a:pt x="212" y="214"/>
                </a:lnTo>
                <a:lnTo>
                  <a:pt x="212" y="212"/>
                </a:lnTo>
                <a:lnTo>
                  <a:pt x="212" y="172"/>
                </a:lnTo>
                <a:lnTo>
                  <a:pt x="140" y="172"/>
                </a:lnTo>
                <a:close/>
                <a:moveTo>
                  <a:pt x="70" y="0"/>
                </a:moveTo>
                <a:lnTo>
                  <a:pt x="98" y="6"/>
                </a:lnTo>
                <a:lnTo>
                  <a:pt x="121" y="21"/>
                </a:lnTo>
                <a:lnTo>
                  <a:pt x="136" y="44"/>
                </a:lnTo>
                <a:lnTo>
                  <a:pt x="140" y="72"/>
                </a:lnTo>
                <a:lnTo>
                  <a:pt x="140" y="104"/>
                </a:lnTo>
                <a:lnTo>
                  <a:pt x="214" y="104"/>
                </a:lnTo>
                <a:lnTo>
                  <a:pt x="212" y="72"/>
                </a:lnTo>
                <a:lnTo>
                  <a:pt x="212" y="70"/>
                </a:lnTo>
                <a:lnTo>
                  <a:pt x="212" y="65"/>
                </a:lnTo>
                <a:lnTo>
                  <a:pt x="215" y="59"/>
                </a:lnTo>
                <a:lnTo>
                  <a:pt x="219" y="49"/>
                </a:lnTo>
                <a:lnTo>
                  <a:pt x="229" y="44"/>
                </a:lnTo>
                <a:lnTo>
                  <a:pt x="242" y="38"/>
                </a:lnTo>
                <a:lnTo>
                  <a:pt x="263" y="36"/>
                </a:lnTo>
                <a:lnTo>
                  <a:pt x="283" y="38"/>
                </a:lnTo>
                <a:lnTo>
                  <a:pt x="299" y="44"/>
                </a:lnTo>
                <a:lnTo>
                  <a:pt x="308" y="49"/>
                </a:lnTo>
                <a:lnTo>
                  <a:pt x="314" y="57"/>
                </a:lnTo>
                <a:lnTo>
                  <a:pt x="316" y="65"/>
                </a:lnTo>
                <a:lnTo>
                  <a:pt x="318" y="70"/>
                </a:lnTo>
                <a:lnTo>
                  <a:pt x="318" y="72"/>
                </a:lnTo>
                <a:lnTo>
                  <a:pt x="318" y="106"/>
                </a:lnTo>
                <a:lnTo>
                  <a:pt x="563" y="106"/>
                </a:lnTo>
                <a:lnTo>
                  <a:pt x="563" y="72"/>
                </a:lnTo>
                <a:lnTo>
                  <a:pt x="563" y="68"/>
                </a:lnTo>
                <a:lnTo>
                  <a:pt x="563" y="65"/>
                </a:lnTo>
                <a:lnTo>
                  <a:pt x="565" y="57"/>
                </a:lnTo>
                <a:lnTo>
                  <a:pt x="571" y="49"/>
                </a:lnTo>
                <a:lnTo>
                  <a:pt x="580" y="42"/>
                </a:lnTo>
                <a:lnTo>
                  <a:pt x="594" y="38"/>
                </a:lnTo>
                <a:lnTo>
                  <a:pt x="616" y="36"/>
                </a:lnTo>
                <a:lnTo>
                  <a:pt x="637" y="38"/>
                </a:lnTo>
                <a:lnTo>
                  <a:pt x="652" y="42"/>
                </a:lnTo>
                <a:lnTo>
                  <a:pt x="660" y="49"/>
                </a:lnTo>
                <a:lnTo>
                  <a:pt x="665" y="57"/>
                </a:lnTo>
                <a:lnTo>
                  <a:pt x="667" y="65"/>
                </a:lnTo>
                <a:lnTo>
                  <a:pt x="667" y="68"/>
                </a:lnTo>
                <a:lnTo>
                  <a:pt x="667" y="70"/>
                </a:lnTo>
                <a:lnTo>
                  <a:pt x="667" y="106"/>
                </a:lnTo>
                <a:lnTo>
                  <a:pt x="739" y="106"/>
                </a:lnTo>
                <a:lnTo>
                  <a:pt x="739" y="70"/>
                </a:lnTo>
                <a:lnTo>
                  <a:pt x="739" y="68"/>
                </a:lnTo>
                <a:lnTo>
                  <a:pt x="739" y="63"/>
                </a:lnTo>
                <a:lnTo>
                  <a:pt x="741" y="57"/>
                </a:lnTo>
                <a:lnTo>
                  <a:pt x="745" y="49"/>
                </a:lnTo>
                <a:lnTo>
                  <a:pt x="754" y="42"/>
                </a:lnTo>
                <a:lnTo>
                  <a:pt x="768" y="38"/>
                </a:lnTo>
                <a:lnTo>
                  <a:pt x="788" y="34"/>
                </a:lnTo>
                <a:lnTo>
                  <a:pt x="809" y="36"/>
                </a:lnTo>
                <a:lnTo>
                  <a:pt x="824" y="42"/>
                </a:lnTo>
                <a:lnTo>
                  <a:pt x="834" y="49"/>
                </a:lnTo>
                <a:lnTo>
                  <a:pt x="841" y="57"/>
                </a:lnTo>
                <a:lnTo>
                  <a:pt x="845" y="65"/>
                </a:lnTo>
                <a:lnTo>
                  <a:pt x="845" y="70"/>
                </a:lnTo>
                <a:lnTo>
                  <a:pt x="845" y="72"/>
                </a:lnTo>
                <a:lnTo>
                  <a:pt x="849" y="106"/>
                </a:lnTo>
                <a:lnTo>
                  <a:pt x="917" y="106"/>
                </a:lnTo>
                <a:lnTo>
                  <a:pt x="917" y="72"/>
                </a:lnTo>
                <a:lnTo>
                  <a:pt x="923" y="44"/>
                </a:lnTo>
                <a:lnTo>
                  <a:pt x="938" y="21"/>
                </a:lnTo>
                <a:lnTo>
                  <a:pt x="959" y="6"/>
                </a:lnTo>
                <a:lnTo>
                  <a:pt x="987" y="0"/>
                </a:lnTo>
                <a:lnTo>
                  <a:pt x="1013" y="6"/>
                </a:lnTo>
                <a:lnTo>
                  <a:pt x="1036" y="21"/>
                </a:lnTo>
                <a:lnTo>
                  <a:pt x="1051" y="44"/>
                </a:lnTo>
                <a:lnTo>
                  <a:pt x="1057" y="72"/>
                </a:lnTo>
                <a:lnTo>
                  <a:pt x="1057" y="882"/>
                </a:lnTo>
                <a:lnTo>
                  <a:pt x="1051" y="910"/>
                </a:lnTo>
                <a:lnTo>
                  <a:pt x="1036" y="933"/>
                </a:lnTo>
                <a:lnTo>
                  <a:pt x="1013" y="948"/>
                </a:lnTo>
                <a:lnTo>
                  <a:pt x="987" y="954"/>
                </a:lnTo>
                <a:lnTo>
                  <a:pt x="964" y="950"/>
                </a:lnTo>
                <a:lnTo>
                  <a:pt x="945" y="939"/>
                </a:lnTo>
                <a:lnTo>
                  <a:pt x="930" y="923"/>
                </a:lnTo>
                <a:lnTo>
                  <a:pt x="921" y="903"/>
                </a:lnTo>
                <a:lnTo>
                  <a:pt x="917" y="880"/>
                </a:lnTo>
                <a:lnTo>
                  <a:pt x="917" y="670"/>
                </a:lnTo>
                <a:lnTo>
                  <a:pt x="845" y="668"/>
                </a:lnTo>
                <a:lnTo>
                  <a:pt x="845" y="704"/>
                </a:lnTo>
                <a:lnTo>
                  <a:pt x="845" y="706"/>
                </a:lnTo>
                <a:lnTo>
                  <a:pt x="843" y="713"/>
                </a:lnTo>
                <a:lnTo>
                  <a:pt x="838" y="723"/>
                </a:lnTo>
                <a:lnTo>
                  <a:pt x="828" y="730"/>
                </a:lnTo>
                <a:lnTo>
                  <a:pt x="813" y="738"/>
                </a:lnTo>
                <a:lnTo>
                  <a:pt x="792" y="740"/>
                </a:lnTo>
                <a:lnTo>
                  <a:pt x="769" y="738"/>
                </a:lnTo>
                <a:lnTo>
                  <a:pt x="756" y="732"/>
                </a:lnTo>
                <a:lnTo>
                  <a:pt x="747" y="723"/>
                </a:lnTo>
                <a:lnTo>
                  <a:pt x="743" y="715"/>
                </a:lnTo>
                <a:lnTo>
                  <a:pt x="743" y="708"/>
                </a:lnTo>
                <a:lnTo>
                  <a:pt x="743" y="706"/>
                </a:lnTo>
                <a:lnTo>
                  <a:pt x="743" y="670"/>
                </a:lnTo>
                <a:lnTo>
                  <a:pt x="457" y="670"/>
                </a:lnTo>
                <a:lnTo>
                  <a:pt x="456" y="706"/>
                </a:lnTo>
                <a:lnTo>
                  <a:pt x="456" y="708"/>
                </a:lnTo>
                <a:lnTo>
                  <a:pt x="456" y="713"/>
                </a:lnTo>
                <a:lnTo>
                  <a:pt x="454" y="721"/>
                </a:lnTo>
                <a:lnTo>
                  <a:pt x="448" y="729"/>
                </a:lnTo>
                <a:lnTo>
                  <a:pt x="439" y="736"/>
                </a:lnTo>
                <a:lnTo>
                  <a:pt x="425" y="740"/>
                </a:lnTo>
                <a:lnTo>
                  <a:pt x="404" y="742"/>
                </a:lnTo>
                <a:lnTo>
                  <a:pt x="384" y="740"/>
                </a:lnTo>
                <a:lnTo>
                  <a:pt x="369" y="732"/>
                </a:lnTo>
                <a:lnTo>
                  <a:pt x="359" y="723"/>
                </a:lnTo>
                <a:lnTo>
                  <a:pt x="355" y="713"/>
                </a:lnTo>
                <a:lnTo>
                  <a:pt x="353" y="706"/>
                </a:lnTo>
                <a:lnTo>
                  <a:pt x="352" y="704"/>
                </a:lnTo>
                <a:lnTo>
                  <a:pt x="352" y="670"/>
                </a:lnTo>
                <a:lnTo>
                  <a:pt x="318" y="670"/>
                </a:lnTo>
                <a:lnTo>
                  <a:pt x="318" y="706"/>
                </a:lnTo>
                <a:lnTo>
                  <a:pt x="318" y="708"/>
                </a:lnTo>
                <a:lnTo>
                  <a:pt x="316" y="712"/>
                </a:lnTo>
                <a:lnTo>
                  <a:pt x="314" y="719"/>
                </a:lnTo>
                <a:lnTo>
                  <a:pt x="310" y="729"/>
                </a:lnTo>
                <a:lnTo>
                  <a:pt x="300" y="734"/>
                </a:lnTo>
                <a:lnTo>
                  <a:pt x="287" y="740"/>
                </a:lnTo>
                <a:lnTo>
                  <a:pt x="266" y="742"/>
                </a:lnTo>
                <a:lnTo>
                  <a:pt x="244" y="740"/>
                </a:lnTo>
                <a:lnTo>
                  <a:pt x="229" y="732"/>
                </a:lnTo>
                <a:lnTo>
                  <a:pt x="217" y="725"/>
                </a:lnTo>
                <a:lnTo>
                  <a:pt x="214" y="715"/>
                </a:lnTo>
                <a:lnTo>
                  <a:pt x="210" y="710"/>
                </a:lnTo>
                <a:lnTo>
                  <a:pt x="210" y="706"/>
                </a:lnTo>
                <a:lnTo>
                  <a:pt x="212" y="670"/>
                </a:lnTo>
                <a:lnTo>
                  <a:pt x="140" y="670"/>
                </a:lnTo>
                <a:lnTo>
                  <a:pt x="140" y="882"/>
                </a:lnTo>
                <a:lnTo>
                  <a:pt x="136" y="910"/>
                </a:lnTo>
                <a:lnTo>
                  <a:pt x="121" y="933"/>
                </a:lnTo>
                <a:lnTo>
                  <a:pt x="98" y="948"/>
                </a:lnTo>
                <a:lnTo>
                  <a:pt x="70" y="954"/>
                </a:lnTo>
                <a:lnTo>
                  <a:pt x="43" y="948"/>
                </a:lnTo>
                <a:lnTo>
                  <a:pt x="21" y="933"/>
                </a:lnTo>
                <a:lnTo>
                  <a:pt x="6" y="910"/>
                </a:lnTo>
                <a:lnTo>
                  <a:pt x="0" y="882"/>
                </a:lnTo>
                <a:lnTo>
                  <a:pt x="0" y="72"/>
                </a:lnTo>
                <a:lnTo>
                  <a:pt x="6" y="44"/>
                </a:lnTo>
                <a:lnTo>
                  <a:pt x="21" y="21"/>
                </a:lnTo>
                <a:lnTo>
                  <a:pt x="43" y="6"/>
                </a:lnTo>
                <a:lnTo>
                  <a:pt x="7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5"/>
          <p:cNvSpPr>
            <a:spLocks noChangeAspect="1" noEditPoints="1"/>
          </p:cNvSpPr>
          <p:nvPr/>
        </p:nvSpPr>
        <p:spPr bwMode="auto">
          <a:xfrm>
            <a:off x="1100692" y="4577848"/>
            <a:ext cx="1080000" cy="983955"/>
          </a:xfrm>
          <a:custGeom>
            <a:avLst/>
            <a:gdLst>
              <a:gd name="T0" fmla="*/ 134 w 1057"/>
              <a:gd name="T1" fmla="*/ 961 h 963"/>
              <a:gd name="T2" fmla="*/ 96 w 1057"/>
              <a:gd name="T3" fmla="*/ 913 h 963"/>
              <a:gd name="T4" fmla="*/ 62 w 1057"/>
              <a:gd name="T5" fmla="*/ 643 h 963"/>
              <a:gd name="T6" fmla="*/ 43 w 1057"/>
              <a:gd name="T7" fmla="*/ 864 h 963"/>
              <a:gd name="T8" fmla="*/ 2 w 1057"/>
              <a:gd name="T9" fmla="*/ 824 h 963"/>
              <a:gd name="T10" fmla="*/ 446 w 1057"/>
              <a:gd name="T11" fmla="*/ 611 h 963"/>
              <a:gd name="T12" fmla="*/ 511 w 1057"/>
              <a:gd name="T13" fmla="*/ 611 h 963"/>
              <a:gd name="T14" fmla="*/ 575 w 1057"/>
              <a:gd name="T15" fmla="*/ 611 h 963"/>
              <a:gd name="T16" fmla="*/ 641 w 1057"/>
              <a:gd name="T17" fmla="*/ 611 h 963"/>
              <a:gd name="T18" fmla="*/ 667 w 1057"/>
              <a:gd name="T19" fmla="*/ 851 h 963"/>
              <a:gd name="T20" fmla="*/ 96 w 1057"/>
              <a:gd name="T21" fmla="*/ 611 h 963"/>
              <a:gd name="T22" fmla="*/ 161 w 1057"/>
              <a:gd name="T23" fmla="*/ 611 h 963"/>
              <a:gd name="T24" fmla="*/ 225 w 1057"/>
              <a:gd name="T25" fmla="*/ 611 h 963"/>
              <a:gd name="T26" fmla="*/ 287 w 1057"/>
              <a:gd name="T27" fmla="*/ 611 h 963"/>
              <a:gd name="T28" fmla="*/ 354 w 1057"/>
              <a:gd name="T29" fmla="*/ 611 h 963"/>
              <a:gd name="T30" fmla="*/ 416 w 1057"/>
              <a:gd name="T31" fmla="*/ 611 h 963"/>
              <a:gd name="T32" fmla="*/ 961 w 1057"/>
              <a:gd name="T33" fmla="*/ 870 h 963"/>
              <a:gd name="T34" fmla="*/ 913 w 1057"/>
              <a:gd name="T35" fmla="*/ 928 h 963"/>
              <a:gd name="T36" fmla="*/ 713 w 1057"/>
              <a:gd name="T37" fmla="*/ 919 h 963"/>
              <a:gd name="T38" fmla="*/ 707 w 1057"/>
              <a:gd name="T39" fmla="*/ 868 h 963"/>
              <a:gd name="T40" fmla="*/ 705 w 1057"/>
              <a:gd name="T41" fmla="*/ 804 h 963"/>
              <a:gd name="T42" fmla="*/ 705 w 1057"/>
              <a:gd name="T43" fmla="*/ 739 h 963"/>
              <a:gd name="T44" fmla="*/ 705 w 1057"/>
              <a:gd name="T45" fmla="*/ 675 h 963"/>
              <a:gd name="T46" fmla="*/ 705 w 1057"/>
              <a:gd name="T47" fmla="*/ 611 h 963"/>
              <a:gd name="T48" fmla="*/ 705 w 1057"/>
              <a:gd name="T49" fmla="*/ 546 h 963"/>
              <a:gd name="T50" fmla="*/ 705 w 1057"/>
              <a:gd name="T51" fmla="*/ 482 h 963"/>
              <a:gd name="T52" fmla="*/ 705 w 1057"/>
              <a:gd name="T53" fmla="*/ 420 h 963"/>
              <a:gd name="T54" fmla="*/ 997 w 1057"/>
              <a:gd name="T55" fmla="*/ 96 h 963"/>
              <a:gd name="T56" fmla="*/ 1038 w 1057"/>
              <a:gd name="T57" fmla="*/ 113 h 963"/>
              <a:gd name="T58" fmla="*/ 1057 w 1057"/>
              <a:gd name="T59" fmla="*/ 323 h 963"/>
              <a:gd name="T60" fmla="*/ 961 w 1057"/>
              <a:gd name="T61" fmla="*/ 353 h 963"/>
              <a:gd name="T62" fmla="*/ 896 w 1057"/>
              <a:gd name="T63" fmla="*/ 353 h 963"/>
              <a:gd name="T64" fmla="*/ 834 w 1057"/>
              <a:gd name="T65" fmla="*/ 353 h 963"/>
              <a:gd name="T66" fmla="*/ 770 w 1057"/>
              <a:gd name="T67" fmla="*/ 353 h 963"/>
              <a:gd name="T68" fmla="*/ 705 w 1057"/>
              <a:gd name="T69" fmla="*/ 353 h 963"/>
              <a:gd name="T70" fmla="*/ 641 w 1057"/>
              <a:gd name="T71" fmla="*/ 353 h 963"/>
              <a:gd name="T72" fmla="*/ 579 w 1057"/>
              <a:gd name="T73" fmla="*/ 353 h 963"/>
              <a:gd name="T74" fmla="*/ 514 w 1057"/>
              <a:gd name="T75" fmla="*/ 353 h 963"/>
              <a:gd name="T76" fmla="*/ 450 w 1057"/>
              <a:gd name="T77" fmla="*/ 353 h 963"/>
              <a:gd name="T78" fmla="*/ 386 w 1057"/>
              <a:gd name="T79" fmla="*/ 128 h 963"/>
              <a:gd name="T80" fmla="*/ 961 w 1057"/>
              <a:gd name="T81" fmla="*/ 96 h 963"/>
              <a:gd name="T82" fmla="*/ 346 w 1057"/>
              <a:gd name="T83" fmla="*/ 45 h 963"/>
              <a:gd name="T84" fmla="*/ 352 w 1057"/>
              <a:gd name="T85" fmla="*/ 98 h 963"/>
              <a:gd name="T86" fmla="*/ 352 w 1057"/>
              <a:gd name="T87" fmla="*/ 160 h 963"/>
              <a:gd name="T88" fmla="*/ 352 w 1057"/>
              <a:gd name="T89" fmla="*/ 225 h 963"/>
              <a:gd name="T90" fmla="*/ 352 w 1057"/>
              <a:gd name="T91" fmla="*/ 289 h 963"/>
              <a:gd name="T92" fmla="*/ 352 w 1057"/>
              <a:gd name="T93" fmla="*/ 353 h 963"/>
              <a:gd name="T94" fmla="*/ 352 w 1057"/>
              <a:gd name="T95" fmla="*/ 418 h 963"/>
              <a:gd name="T96" fmla="*/ 354 w 1057"/>
              <a:gd name="T97" fmla="*/ 482 h 963"/>
              <a:gd name="T98" fmla="*/ 354 w 1057"/>
              <a:gd name="T99" fmla="*/ 544 h 963"/>
              <a:gd name="T100" fmla="*/ 96 w 1057"/>
              <a:gd name="T101" fmla="*/ 83 h 963"/>
              <a:gd name="T102" fmla="*/ 136 w 1057"/>
              <a:gd name="T103" fmla="*/ 39 h 963"/>
              <a:gd name="T104" fmla="*/ 900 w 1057"/>
              <a:gd name="T105" fmla="*/ 0 h 963"/>
              <a:gd name="T106" fmla="*/ 955 w 1057"/>
              <a:gd name="T107" fmla="*/ 34 h 963"/>
              <a:gd name="T108" fmla="*/ 962 w 1057"/>
              <a:gd name="T109" fmla="*/ 66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57" h="963">
                <a:moveTo>
                  <a:pt x="354" y="900"/>
                </a:moveTo>
                <a:lnTo>
                  <a:pt x="354" y="963"/>
                </a:lnTo>
                <a:lnTo>
                  <a:pt x="157" y="963"/>
                </a:lnTo>
                <a:lnTo>
                  <a:pt x="134" y="961"/>
                </a:lnTo>
                <a:lnTo>
                  <a:pt x="119" y="951"/>
                </a:lnTo>
                <a:lnTo>
                  <a:pt x="108" y="938"/>
                </a:lnTo>
                <a:lnTo>
                  <a:pt x="100" y="925"/>
                </a:lnTo>
                <a:lnTo>
                  <a:pt x="96" y="913"/>
                </a:lnTo>
                <a:lnTo>
                  <a:pt x="96" y="904"/>
                </a:lnTo>
                <a:lnTo>
                  <a:pt x="95" y="900"/>
                </a:lnTo>
                <a:lnTo>
                  <a:pt x="354" y="900"/>
                </a:lnTo>
                <a:close/>
                <a:moveTo>
                  <a:pt x="62" y="643"/>
                </a:moveTo>
                <a:lnTo>
                  <a:pt x="64" y="866"/>
                </a:lnTo>
                <a:lnTo>
                  <a:pt x="61" y="866"/>
                </a:lnTo>
                <a:lnTo>
                  <a:pt x="53" y="866"/>
                </a:lnTo>
                <a:lnTo>
                  <a:pt x="43" y="864"/>
                </a:lnTo>
                <a:lnTo>
                  <a:pt x="32" y="858"/>
                </a:lnTo>
                <a:lnTo>
                  <a:pt x="21" y="851"/>
                </a:lnTo>
                <a:lnTo>
                  <a:pt x="9" y="840"/>
                </a:lnTo>
                <a:lnTo>
                  <a:pt x="2" y="824"/>
                </a:lnTo>
                <a:lnTo>
                  <a:pt x="0" y="804"/>
                </a:lnTo>
                <a:lnTo>
                  <a:pt x="0" y="645"/>
                </a:lnTo>
                <a:lnTo>
                  <a:pt x="62" y="643"/>
                </a:lnTo>
                <a:close/>
                <a:moveTo>
                  <a:pt x="446" y="611"/>
                </a:moveTo>
                <a:lnTo>
                  <a:pt x="446" y="643"/>
                </a:lnTo>
                <a:lnTo>
                  <a:pt x="482" y="643"/>
                </a:lnTo>
                <a:lnTo>
                  <a:pt x="482" y="611"/>
                </a:lnTo>
                <a:lnTo>
                  <a:pt x="511" y="611"/>
                </a:lnTo>
                <a:lnTo>
                  <a:pt x="511" y="675"/>
                </a:lnTo>
                <a:lnTo>
                  <a:pt x="545" y="675"/>
                </a:lnTo>
                <a:lnTo>
                  <a:pt x="545" y="611"/>
                </a:lnTo>
                <a:lnTo>
                  <a:pt x="575" y="611"/>
                </a:lnTo>
                <a:lnTo>
                  <a:pt x="575" y="643"/>
                </a:lnTo>
                <a:lnTo>
                  <a:pt x="609" y="643"/>
                </a:lnTo>
                <a:lnTo>
                  <a:pt x="609" y="611"/>
                </a:lnTo>
                <a:lnTo>
                  <a:pt x="641" y="611"/>
                </a:lnTo>
                <a:lnTo>
                  <a:pt x="639" y="675"/>
                </a:lnTo>
                <a:lnTo>
                  <a:pt x="673" y="675"/>
                </a:lnTo>
                <a:lnTo>
                  <a:pt x="673" y="834"/>
                </a:lnTo>
                <a:lnTo>
                  <a:pt x="667" y="851"/>
                </a:lnTo>
                <a:lnTo>
                  <a:pt x="656" y="862"/>
                </a:lnTo>
                <a:lnTo>
                  <a:pt x="641" y="866"/>
                </a:lnTo>
                <a:lnTo>
                  <a:pt x="96" y="866"/>
                </a:lnTo>
                <a:lnTo>
                  <a:pt x="96" y="611"/>
                </a:lnTo>
                <a:lnTo>
                  <a:pt x="127" y="611"/>
                </a:lnTo>
                <a:lnTo>
                  <a:pt x="127" y="675"/>
                </a:lnTo>
                <a:lnTo>
                  <a:pt x="161" y="675"/>
                </a:lnTo>
                <a:lnTo>
                  <a:pt x="161" y="611"/>
                </a:lnTo>
                <a:lnTo>
                  <a:pt x="193" y="611"/>
                </a:lnTo>
                <a:lnTo>
                  <a:pt x="193" y="643"/>
                </a:lnTo>
                <a:lnTo>
                  <a:pt x="225" y="643"/>
                </a:lnTo>
                <a:lnTo>
                  <a:pt x="225" y="611"/>
                </a:lnTo>
                <a:lnTo>
                  <a:pt x="255" y="611"/>
                </a:lnTo>
                <a:lnTo>
                  <a:pt x="255" y="675"/>
                </a:lnTo>
                <a:lnTo>
                  <a:pt x="287" y="675"/>
                </a:lnTo>
                <a:lnTo>
                  <a:pt x="287" y="611"/>
                </a:lnTo>
                <a:lnTo>
                  <a:pt x="318" y="611"/>
                </a:lnTo>
                <a:lnTo>
                  <a:pt x="318" y="643"/>
                </a:lnTo>
                <a:lnTo>
                  <a:pt x="352" y="643"/>
                </a:lnTo>
                <a:lnTo>
                  <a:pt x="354" y="611"/>
                </a:lnTo>
                <a:lnTo>
                  <a:pt x="382" y="611"/>
                </a:lnTo>
                <a:lnTo>
                  <a:pt x="382" y="675"/>
                </a:lnTo>
                <a:lnTo>
                  <a:pt x="416" y="675"/>
                </a:lnTo>
                <a:lnTo>
                  <a:pt x="416" y="611"/>
                </a:lnTo>
                <a:lnTo>
                  <a:pt x="446" y="611"/>
                </a:lnTo>
                <a:close/>
                <a:moveTo>
                  <a:pt x="737" y="386"/>
                </a:moveTo>
                <a:lnTo>
                  <a:pt x="961" y="386"/>
                </a:lnTo>
                <a:lnTo>
                  <a:pt x="961" y="870"/>
                </a:lnTo>
                <a:lnTo>
                  <a:pt x="957" y="893"/>
                </a:lnTo>
                <a:lnTo>
                  <a:pt x="947" y="910"/>
                </a:lnTo>
                <a:lnTo>
                  <a:pt x="932" y="923"/>
                </a:lnTo>
                <a:lnTo>
                  <a:pt x="913" y="928"/>
                </a:lnTo>
                <a:lnTo>
                  <a:pt x="896" y="930"/>
                </a:lnTo>
                <a:lnTo>
                  <a:pt x="737" y="930"/>
                </a:lnTo>
                <a:lnTo>
                  <a:pt x="722" y="928"/>
                </a:lnTo>
                <a:lnTo>
                  <a:pt x="713" y="919"/>
                </a:lnTo>
                <a:lnTo>
                  <a:pt x="707" y="910"/>
                </a:lnTo>
                <a:lnTo>
                  <a:pt x="705" y="902"/>
                </a:lnTo>
                <a:lnTo>
                  <a:pt x="705" y="898"/>
                </a:lnTo>
                <a:lnTo>
                  <a:pt x="707" y="868"/>
                </a:lnTo>
                <a:lnTo>
                  <a:pt x="771" y="868"/>
                </a:lnTo>
                <a:lnTo>
                  <a:pt x="771" y="836"/>
                </a:lnTo>
                <a:lnTo>
                  <a:pt x="705" y="836"/>
                </a:lnTo>
                <a:lnTo>
                  <a:pt x="705" y="804"/>
                </a:lnTo>
                <a:lnTo>
                  <a:pt x="737" y="804"/>
                </a:lnTo>
                <a:lnTo>
                  <a:pt x="737" y="771"/>
                </a:lnTo>
                <a:lnTo>
                  <a:pt x="705" y="771"/>
                </a:lnTo>
                <a:lnTo>
                  <a:pt x="705" y="739"/>
                </a:lnTo>
                <a:lnTo>
                  <a:pt x="770" y="739"/>
                </a:lnTo>
                <a:lnTo>
                  <a:pt x="770" y="707"/>
                </a:lnTo>
                <a:lnTo>
                  <a:pt x="705" y="707"/>
                </a:lnTo>
                <a:lnTo>
                  <a:pt x="705" y="675"/>
                </a:lnTo>
                <a:lnTo>
                  <a:pt x="737" y="675"/>
                </a:lnTo>
                <a:lnTo>
                  <a:pt x="737" y="643"/>
                </a:lnTo>
                <a:lnTo>
                  <a:pt x="705" y="643"/>
                </a:lnTo>
                <a:lnTo>
                  <a:pt x="705" y="611"/>
                </a:lnTo>
                <a:lnTo>
                  <a:pt x="770" y="613"/>
                </a:lnTo>
                <a:lnTo>
                  <a:pt x="770" y="579"/>
                </a:lnTo>
                <a:lnTo>
                  <a:pt x="705" y="579"/>
                </a:lnTo>
                <a:lnTo>
                  <a:pt x="705" y="546"/>
                </a:lnTo>
                <a:lnTo>
                  <a:pt x="737" y="546"/>
                </a:lnTo>
                <a:lnTo>
                  <a:pt x="737" y="514"/>
                </a:lnTo>
                <a:lnTo>
                  <a:pt x="705" y="514"/>
                </a:lnTo>
                <a:lnTo>
                  <a:pt x="705" y="482"/>
                </a:lnTo>
                <a:lnTo>
                  <a:pt x="770" y="482"/>
                </a:lnTo>
                <a:lnTo>
                  <a:pt x="770" y="450"/>
                </a:lnTo>
                <a:lnTo>
                  <a:pt x="705" y="450"/>
                </a:lnTo>
                <a:lnTo>
                  <a:pt x="705" y="420"/>
                </a:lnTo>
                <a:lnTo>
                  <a:pt x="737" y="420"/>
                </a:lnTo>
                <a:lnTo>
                  <a:pt x="737" y="386"/>
                </a:lnTo>
                <a:close/>
                <a:moveTo>
                  <a:pt x="995" y="96"/>
                </a:moveTo>
                <a:lnTo>
                  <a:pt x="997" y="96"/>
                </a:lnTo>
                <a:lnTo>
                  <a:pt x="1004" y="98"/>
                </a:lnTo>
                <a:lnTo>
                  <a:pt x="1014" y="100"/>
                </a:lnTo>
                <a:lnTo>
                  <a:pt x="1025" y="106"/>
                </a:lnTo>
                <a:lnTo>
                  <a:pt x="1038" y="113"/>
                </a:lnTo>
                <a:lnTo>
                  <a:pt x="1048" y="124"/>
                </a:lnTo>
                <a:lnTo>
                  <a:pt x="1055" y="140"/>
                </a:lnTo>
                <a:lnTo>
                  <a:pt x="1057" y="159"/>
                </a:lnTo>
                <a:lnTo>
                  <a:pt x="1057" y="323"/>
                </a:lnTo>
                <a:lnTo>
                  <a:pt x="993" y="321"/>
                </a:lnTo>
                <a:lnTo>
                  <a:pt x="995" y="96"/>
                </a:lnTo>
                <a:close/>
                <a:moveTo>
                  <a:pt x="961" y="96"/>
                </a:moveTo>
                <a:lnTo>
                  <a:pt x="961" y="353"/>
                </a:lnTo>
                <a:lnTo>
                  <a:pt x="930" y="353"/>
                </a:lnTo>
                <a:lnTo>
                  <a:pt x="930" y="289"/>
                </a:lnTo>
                <a:lnTo>
                  <a:pt x="896" y="289"/>
                </a:lnTo>
                <a:lnTo>
                  <a:pt x="896" y="353"/>
                </a:lnTo>
                <a:lnTo>
                  <a:pt x="864" y="353"/>
                </a:lnTo>
                <a:lnTo>
                  <a:pt x="864" y="321"/>
                </a:lnTo>
                <a:lnTo>
                  <a:pt x="834" y="321"/>
                </a:lnTo>
                <a:lnTo>
                  <a:pt x="834" y="353"/>
                </a:lnTo>
                <a:lnTo>
                  <a:pt x="802" y="353"/>
                </a:lnTo>
                <a:lnTo>
                  <a:pt x="802" y="289"/>
                </a:lnTo>
                <a:lnTo>
                  <a:pt x="770" y="289"/>
                </a:lnTo>
                <a:lnTo>
                  <a:pt x="770" y="353"/>
                </a:lnTo>
                <a:lnTo>
                  <a:pt x="739" y="355"/>
                </a:lnTo>
                <a:lnTo>
                  <a:pt x="739" y="323"/>
                </a:lnTo>
                <a:lnTo>
                  <a:pt x="705" y="323"/>
                </a:lnTo>
                <a:lnTo>
                  <a:pt x="705" y="353"/>
                </a:lnTo>
                <a:lnTo>
                  <a:pt x="675" y="353"/>
                </a:lnTo>
                <a:lnTo>
                  <a:pt x="675" y="291"/>
                </a:lnTo>
                <a:lnTo>
                  <a:pt x="641" y="291"/>
                </a:lnTo>
                <a:lnTo>
                  <a:pt x="641" y="353"/>
                </a:lnTo>
                <a:lnTo>
                  <a:pt x="611" y="353"/>
                </a:lnTo>
                <a:lnTo>
                  <a:pt x="611" y="321"/>
                </a:lnTo>
                <a:lnTo>
                  <a:pt x="579" y="321"/>
                </a:lnTo>
                <a:lnTo>
                  <a:pt x="579" y="353"/>
                </a:lnTo>
                <a:lnTo>
                  <a:pt x="546" y="353"/>
                </a:lnTo>
                <a:lnTo>
                  <a:pt x="546" y="289"/>
                </a:lnTo>
                <a:lnTo>
                  <a:pt x="514" y="289"/>
                </a:lnTo>
                <a:lnTo>
                  <a:pt x="514" y="353"/>
                </a:lnTo>
                <a:lnTo>
                  <a:pt x="482" y="353"/>
                </a:lnTo>
                <a:lnTo>
                  <a:pt x="482" y="321"/>
                </a:lnTo>
                <a:lnTo>
                  <a:pt x="450" y="321"/>
                </a:lnTo>
                <a:lnTo>
                  <a:pt x="450" y="353"/>
                </a:lnTo>
                <a:lnTo>
                  <a:pt x="418" y="353"/>
                </a:lnTo>
                <a:lnTo>
                  <a:pt x="420" y="289"/>
                </a:lnTo>
                <a:lnTo>
                  <a:pt x="388" y="289"/>
                </a:lnTo>
                <a:lnTo>
                  <a:pt x="386" y="128"/>
                </a:lnTo>
                <a:lnTo>
                  <a:pt x="390" y="113"/>
                </a:lnTo>
                <a:lnTo>
                  <a:pt x="401" y="102"/>
                </a:lnTo>
                <a:lnTo>
                  <a:pt x="418" y="96"/>
                </a:lnTo>
                <a:lnTo>
                  <a:pt x="961" y="96"/>
                </a:lnTo>
                <a:close/>
                <a:moveTo>
                  <a:pt x="161" y="34"/>
                </a:moveTo>
                <a:lnTo>
                  <a:pt x="321" y="34"/>
                </a:lnTo>
                <a:lnTo>
                  <a:pt x="337" y="37"/>
                </a:lnTo>
                <a:lnTo>
                  <a:pt x="346" y="45"/>
                </a:lnTo>
                <a:lnTo>
                  <a:pt x="350" y="54"/>
                </a:lnTo>
                <a:lnTo>
                  <a:pt x="352" y="62"/>
                </a:lnTo>
                <a:lnTo>
                  <a:pt x="354" y="64"/>
                </a:lnTo>
                <a:lnTo>
                  <a:pt x="352" y="98"/>
                </a:lnTo>
                <a:lnTo>
                  <a:pt x="287" y="98"/>
                </a:lnTo>
                <a:lnTo>
                  <a:pt x="287" y="130"/>
                </a:lnTo>
                <a:lnTo>
                  <a:pt x="352" y="130"/>
                </a:lnTo>
                <a:lnTo>
                  <a:pt x="352" y="160"/>
                </a:lnTo>
                <a:lnTo>
                  <a:pt x="320" y="160"/>
                </a:lnTo>
                <a:lnTo>
                  <a:pt x="320" y="193"/>
                </a:lnTo>
                <a:lnTo>
                  <a:pt x="352" y="193"/>
                </a:lnTo>
                <a:lnTo>
                  <a:pt x="352" y="225"/>
                </a:lnTo>
                <a:lnTo>
                  <a:pt x="287" y="225"/>
                </a:lnTo>
                <a:lnTo>
                  <a:pt x="287" y="257"/>
                </a:lnTo>
                <a:lnTo>
                  <a:pt x="352" y="257"/>
                </a:lnTo>
                <a:lnTo>
                  <a:pt x="352" y="289"/>
                </a:lnTo>
                <a:lnTo>
                  <a:pt x="320" y="289"/>
                </a:lnTo>
                <a:lnTo>
                  <a:pt x="320" y="321"/>
                </a:lnTo>
                <a:lnTo>
                  <a:pt x="352" y="321"/>
                </a:lnTo>
                <a:lnTo>
                  <a:pt x="352" y="353"/>
                </a:lnTo>
                <a:lnTo>
                  <a:pt x="287" y="353"/>
                </a:lnTo>
                <a:lnTo>
                  <a:pt x="287" y="387"/>
                </a:lnTo>
                <a:lnTo>
                  <a:pt x="352" y="387"/>
                </a:lnTo>
                <a:lnTo>
                  <a:pt x="352" y="418"/>
                </a:lnTo>
                <a:lnTo>
                  <a:pt x="320" y="418"/>
                </a:lnTo>
                <a:lnTo>
                  <a:pt x="321" y="452"/>
                </a:lnTo>
                <a:lnTo>
                  <a:pt x="352" y="452"/>
                </a:lnTo>
                <a:lnTo>
                  <a:pt x="354" y="482"/>
                </a:lnTo>
                <a:lnTo>
                  <a:pt x="287" y="480"/>
                </a:lnTo>
                <a:lnTo>
                  <a:pt x="287" y="514"/>
                </a:lnTo>
                <a:lnTo>
                  <a:pt x="354" y="514"/>
                </a:lnTo>
                <a:lnTo>
                  <a:pt x="354" y="544"/>
                </a:lnTo>
                <a:lnTo>
                  <a:pt x="321" y="544"/>
                </a:lnTo>
                <a:lnTo>
                  <a:pt x="321" y="579"/>
                </a:lnTo>
                <a:lnTo>
                  <a:pt x="98" y="579"/>
                </a:lnTo>
                <a:lnTo>
                  <a:pt x="96" y="83"/>
                </a:lnTo>
                <a:lnTo>
                  <a:pt x="100" y="68"/>
                </a:lnTo>
                <a:lnTo>
                  <a:pt x="110" y="54"/>
                </a:lnTo>
                <a:lnTo>
                  <a:pt x="121" y="45"/>
                </a:lnTo>
                <a:lnTo>
                  <a:pt x="136" y="39"/>
                </a:lnTo>
                <a:lnTo>
                  <a:pt x="149" y="36"/>
                </a:lnTo>
                <a:lnTo>
                  <a:pt x="161" y="34"/>
                </a:lnTo>
                <a:close/>
                <a:moveTo>
                  <a:pt x="705" y="0"/>
                </a:moveTo>
                <a:lnTo>
                  <a:pt x="900" y="0"/>
                </a:lnTo>
                <a:lnTo>
                  <a:pt x="921" y="3"/>
                </a:lnTo>
                <a:lnTo>
                  <a:pt x="936" y="11"/>
                </a:lnTo>
                <a:lnTo>
                  <a:pt x="947" y="20"/>
                </a:lnTo>
                <a:lnTo>
                  <a:pt x="955" y="34"/>
                </a:lnTo>
                <a:lnTo>
                  <a:pt x="959" y="45"/>
                </a:lnTo>
                <a:lnTo>
                  <a:pt x="961" y="56"/>
                </a:lnTo>
                <a:lnTo>
                  <a:pt x="962" y="64"/>
                </a:lnTo>
                <a:lnTo>
                  <a:pt x="962" y="66"/>
                </a:lnTo>
                <a:lnTo>
                  <a:pt x="705" y="66"/>
                </a:lnTo>
                <a:lnTo>
                  <a:pt x="7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16"/>
          <p:cNvSpPr>
            <a:spLocks noChangeAspect="1" noEditPoints="1"/>
          </p:cNvSpPr>
          <p:nvPr/>
        </p:nvSpPr>
        <p:spPr bwMode="auto">
          <a:xfrm>
            <a:off x="7725308" y="2852936"/>
            <a:ext cx="1080000" cy="1121253"/>
          </a:xfrm>
          <a:custGeom>
            <a:avLst/>
            <a:gdLst>
              <a:gd name="T0" fmla="*/ 281 w 1021"/>
              <a:gd name="T1" fmla="*/ 848 h 1060"/>
              <a:gd name="T2" fmla="*/ 317 w 1021"/>
              <a:gd name="T3" fmla="*/ 776 h 1060"/>
              <a:gd name="T4" fmla="*/ 351 w 1021"/>
              <a:gd name="T5" fmla="*/ 812 h 1060"/>
              <a:gd name="T6" fmla="*/ 387 w 1021"/>
              <a:gd name="T7" fmla="*/ 776 h 1060"/>
              <a:gd name="T8" fmla="*/ 421 w 1021"/>
              <a:gd name="T9" fmla="*/ 848 h 1060"/>
              <a:gd name="T10" fmla="*/ 459 w 1021"/>
              <a:gd name="T11" fmla="*/ 776 h 1060"/>
              <a:gd name="T12" fmla="*/ 491 w 1021"/>
              <a:gd name="T13" fmla="*/ 812 h 1060"/>
              <a:gd name="T14" fmla="*/ 527 w 1021"/>
              <a:gd name="T15" fmla="*/ 776 h 1060"/>
              <a:gd name="T16" fmla="*/ 561 w 1021"/>
              <a:gd name="T17" fmla="*/ 848 h 1060"/>
              <a:gd name="T18" fmla="*/ 601 w 1021"/>
              <a:gd name="T19" fmla="*/ 776 h 1060"/>
              <a:gd name="T20" fmla="*/ 633 w 1021"/>
              <a:gd name="T21" fmla="*/ 812 h 1060"/>
              <a:gd name="T22" fmla="*/ 671 w 1021"/>
              <a:gd name="T23" fmla="*/ 776 h 1060"/>
              <a:gd name="T24" fmla="*/ 701 w 1021"/>
              <a:gd name="T25" fmla="*/ 848 h 1060"/>
              <a:gd name="T26" fmla="*/ 739 w 1021"/>
              <a:gd name="T27" fmla="*/ 776 h 1060"/>
              <a:gd name="T28" fmla="*/ 773 w 1021"/>
              <a:gd name="T29" fmla="*/ 812 h 1060"/>
              <a:gd name="T30" fmla="*/ 811 w 1021"/>
              <a:gd name="T31" fmla="*/ 776 h 1060"/>
              <a:gd name="T32" fmla="*/ 845 w 1021"/>
              <a:gd name="T33" fmla="*/ 848 h 1060"/>
              <a:gd name="T34" fmla="*/ 883 w 1021"/>
              <a:gd name="T35" fmla="*/ 776 h 1060"/>
              <a:gd name="T36" fmla="*/ 915 w 1021"/>
              <a:gd name="T37" fmla="*/ 812 h 1060"/>
              <a:gd name="T38" fmla="*/ 953 w 1021"/>
              <a:gd name="T39" fmla="*/ 776 h 1060"/>
              <a:gd name="T40" fmla="*/ 1004 w 1021"/>
              <a:gd name="T41" fmla="*/ 780 h 1060"/>
              <a:gd name="T42" fmla="*/ 1021 w 1021"/>
              <a:gd name="T43" fmla="*/ 812 h 1060"/>
              <a:gd name="T44" fmla="*/ 1017 w 1021"/>
              <a:gd name="T45" fmla="*/ 1041 h 1060"/>
              <a:gd name="T46" fmla="*/ 987 w 1021"/>
              <a:gd name="T47" fmla="*/ 1060 h 1060"/>
              <a:gd name="T48" fmla="*/ 264 w 1021"/>
              <a:gd name="T49" fmla="*/ 1054 h 1060"/>
              <a:gd name="T50" fmla="*/ 247 w 1021"/>
              <a:gd name="T51" fmla="*/ 1024 h 1060"/>
              <a:gd name="T52" fmla="*/ 249 w 1021"/>
              <a:gd name="T53" fmla="*/ 797 h 1060"/>
              <a:gd name="T54" fmla="*/ 264 w 1021"/>
              <a:gd name="T55" fmla="*/ 782 h 1060"/>
              <a:gd name="T56" fmla="*/ 279 w 1021"/>
              <a:gd name="T57" fmla="*/ 776 h 1060"/>
              <a:gd name="T58" fmla="*/ 36 w 1021"/>
              <a:gd name="T59" fmla="*/ 0 h 1060"/>
              <a:gd name="T60" fmla="*/ 262 w 1021"/>
              <a:gd name="T61" fmla="*/ 4 h 1060"/>
              <a:gd name="T62" fmla="*/ 278 w 1021"/>
              <a:gd name="T63" fmla="*/ 19 h 1060"/>
              <a:gd name="T64" fmla="*/ 283 w 1021"/>
              <a:gd name="T65" fmla="*/ 34 h 1060"/>
              <a:gd name="T66" fmla="*/ 211 w 1021"/>
              <a:gd name="T67" fmla="*/ 36 h 1060"/>
              <a:gd name="T68" fmla="*/ 281 w 1021"/>
              <a:gd name="T69" fmla="*/ 72 h 1060"/>
              <a:gd name="T70" fmla="*/ 245 w 1021"/>
              <a:gd name="T71" fmla="*/ 106 h 1060"/>
              <a:gd name="T72" fmla="*/ 281 w 1021"/>
              <a:gd name="T73" fmla="*/ 142 h 1060"/>
              <a:gd name="T74" fmla="*/ 210 w 1021"/>
              <a:gd name="T75" fmla="*/ 178 h 1060"/>
              <a:gd name="T76" fmla="*/ 281 w 1021"/>
              <a:gd name="T77" fmla="*/ 212 h 1060"/>
              <a:gd name="T78" fmla="*/ 247 w 1021"/>
              <a:gd name="T79" fmla="*/ 248 h 1060"/>
              <a:gd name="T80" fmla="*/ 281 w 1021"/>
              <a:gd name="T81" fmla="*/ 284 h 1060"/>
              <a:gd name="T82" fmla="*/ 211 w 1021"/>
              <a:gd name="T83" fmla="*/ 318 h 1060"/>
              <a:gd name="T84" fmla="*/ 281 w 1021"/>
              <a:gd name="T85" fmla="*/ 354 h 1060"/>
              <a:gd name="T86" fmla="*/ 245 w 1021"/>
              <a:gd name="T87" fmla="*/ 388 h 1060"/>
              <a:gd name="T88" fmla="*/ 281 w 1021"/>
              <a:gd name="T89" fmla="*/ 424 h 1060"/>
              <a:gd name="T90" fmla="*/ 211 w 1021"/>
              <a:gd name="T91" fmla="*/ 458 h 1060"/>
              <a:gd name="T92" fmla="*/ 281 w 1021"/>
              <a:gd name="T93" fmla="*/ 494 h 1060"/>
              <a:gd name="T94" fmla="*/ 244 w 1021"/>
              <a:gd name="T95" fmla="*/ 530 h 1060"/>
              <a:gd name="T96" fmla="*/ 279 w 1021"/>
              <a:gd name="T97" fmla="*/ 566 h 1060"/>
              <a:gd name="T98" fmla="*/ 211 w 1021"/>
              <a:gd name="T99" fmla="*/ 598 h 1060"/>
              <a:gd name="T100" fmla="*/ 281 w 1021"/>
              <a:gd name="T101" fmla="*/ 636 h 1060"/>
              <a:gd name="T102" fmla="*/ 245 w 1021"/>
              <a:gd name="T103" fmla="*/ 670 h 1060"/>
              <a:gd name="T104" fmla="*/ 281 w 1021"/>
              <a:gd name="T105" fmla="*/ 706 h 1060"/>
              <a:gd name="T106" fmla="*/ 278 w 1021"/>
              <a:gd name="T107" fmla="*/ 759 h 1060"/>
              <a:gd name="T108" fmla="*/ 247 w 1021"/>
              <a:gd name="T109" fmla="*/ 776 h 1060"/>
              <a:gd name="T110" fmla="*/ 17 w 1021"/>
              <a:gd name="T111" fmla="*/ 772 h 1060"/>
              <a:gd name="T112" fmla="*/ 0 w 1021"/>
              <a:gd name="T113" fmla="*/ 742 h 1060"/>
              <a:gd name="T114" fmla="*/ 5 w 1021"/>
              <a:gd name="T115" fmla="*/ 17 h 1060"/>
              <a:gd name="T116" fmla="*/ 36 w 1021"/>
              <a:gd name="T117" fmla="*/ 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21" h="1060">
                <a:moveTo>
                  <a:pt x="281" y="776"/>
                </a:moveTo>
                <a:lnTo>
                  <a:pt x="281" y="848"/>
                </a:lnTo>
                <a:lnTo>
                  <a:pt x="317" y="848"/>
                </a:lnTo>
                <a:lnTo>
                  <a:pt x="317" y="776"/>
                </a:lnTo>
                <a:lnTo>
                  <a:pt x="351" y="776"/>
                </a:lnTo>
                <a:lnTo>
                  <a:pt x="351" y="812"/>
                </a:lnTo>
                <a:lnTo>
                  <a:pt x="387" y="812"/>
                </a:lnTo>
                <a:lnTo>
                  <a:pt x="387" y="776"/>
                </a:lnTo>
                <a:lnTo>
                  <a:pt x="421" y="778"/>
                </a:lnTo>
                <a:lnTo>
                  <a:pt x="421" y="848"/>
                </a:lnTo>
                <a:lnTo>
                  <a:pt x="459" y="848"/>
                </a:lnTo>
                <a:lnTo>
                  <a:pt x="459" y="776"/>
                </a:lnTo>
                <a:lnTo>
                  <a:pt x="491" y="776"/>
                </a:lnTo>
                <a:lnTo>
                  <a:pt x="491" y="812"/>
                </a:lnTo>
                <a:lnTo>
                  <a:pt x="527" y="812"/>
                </a:lnTo>
                <a:lnTo>
                  <a:pt x="527" y="776"/>
                </a:lnTo>
                <a:lnTo>
                  <a:pt x="561" y="776"/>
                </a:lnTo>
                <a:lnTo>
                  <a:pt x="561" y="848"/>
                </a:lnTo>
                <a:lnTo>
                  <a:pt x="601" y="848"/>
                </a:lnTo>
                <a:lnTo>
                  <a:pt x="601" y="776"/>
                </a:lnTo>
                <a:lnTo>
                  <a:pt x="633" y="776"/>
                </a:lnTo>
                <a:lnTo>
                  <a:pt x="633" y="812"/>
                </a:lnTo>
                <a:lnTo>
                  <a:pt x="671" y="812"/>
                </a:lnTo>
                <a:lnTo>
                  <a:pt x="671" y="776"/>
                </a:lnTo>
                <a:lnTo>
                  <a:pt x="705" y="776"/>
                </a:lnTo>
                <a:lnTo>
                  <a:pt x="701" y="848"/>
                </a:lnTo>
                <a:lnTo>
                  <a:pt x="739" y="848"/>
                </a:lnTo>
                <a:lnTo>
                  <a:pt x="739" y="776"/>
                </a:lnTo>
                <a:lnTo>
                  <a:pt x="773" y="776"/>
                </a:lnTo>
                <a:lnTo>
                  <a:pt x="773" y="812"/>
                </a:lnTo>
                <a:lnTo>
                  <a:pt x="811" y="812"/>
                </a:lnTo>
                <a:lnTo>
                  <a:pt x="811" y="776"/>
                </a:lnTo>
                <a:lnTo>
                  <a:pt x="845" y="776"/>
                </a:lnTo>
                <a:lnTo>
                  <a:pt x="845" y="848"/>
                </a:lnTo>
                <a:lnTo>
                  <a:pt x="883" y="848"/>
                </a:lnTo>
                <a:lnTo>
                  <a:pt x="883" y="776"/>
                </a:lnTo>
                <a:lnTo>
                  <a:pt x="915" y="776"/>
                </a:lnTo>
                <a:lnTo>
                  <a:pt x="915" y="812"/>
                </a:lnTo>
                <a:lnTo>
                  <a:pt x="953" y="812"/>
                </a:lnTo>
                <a:lnTo>
                  <a:pt x="953" y="776"/>
                </a:lnTo>
                <a:lnTo>
                  <a:pt x="987" y="776"/>
                </a:lnTo>
                <a:lnTo>
                  <a:pt x="1004" y="780"/>
                </a:lnTo>
                <a:lnTo>
                  <a:pt x="1017" y="793"/>
                </a:lnTo>
                <a:lnTo>
                  <a:pt x="1021" y="812"/>
                </a:lnTo>
                <a:lnTo>
                  <a:pt x="1021" y="1024"/>
                </a:lnTo>
                <a:lnTo>
                  <a:pt x="1017" y="1041"/>
                </a:lnTo>
                <a:lnTo>
                  <a:pt x="1004" y="1054"/>
                </a:lnTo>
                <a:lnTo>
                  <a:pt x="987" y="1060"/>
                </a:lnTo>
                <a:lnTo>
                  <a:pt x="281" y="1060"/>
                </a:lnTo>
                <a:lnTo>
                  <a:pt x="264" y="1054"/>
                </a:lnTo>
                <a:lnTo>
                  <a:pt x="251" y="1041"/>
                </a:lnTo>
                <a:lnTo>
                  <a:pt x="247" y="1024"/>
                </a:lnTo>
                <a:lnTo>
                  <a:pt x="247" y="812"/>
                </a:lnTo>
                <a:lnTo>
                  <a:pt x="249" y="797"/>
                </a:lnTo>
                <a:lnTo>
                  <a:pt x="257" y="787"/>
                </a:lnTo>
                <a:lnTo>
                  <a:pt x="264" y="782"/>
                </a:lnTo>
                <a:lnTo>
                  <a:pt x="272" y="778"/>
                </a:lnTo>
                <a:lnTo>
                  <a:pt x="279" y="776"/>
                </a:lnTo>
                <a:lnTo>
                  <a:pt x="281" y="776"/>
                </a:lnTo>
                <a:close/>
                <a:moveTo>
                  <a:pt x="36" y="0"/>
                </a:moveTo>
                <a:lnTo>
                  <a:pt x="247" y="0"/>
                </a:lnTo>
                <a:lnTo>
                  <a:pt x="262" y="4"/>
                </a:lnTo>
                <a:lnTo>
                  <a:pt x="272" y="10"/>
                </a:lnTo>
                <a:lnTo>
                  <a:pt x="278" y="19"/>
                </a:lnTo>
                <a:lnTo>
                  <a:pt x="281" y="27"/>
                </a:lnTo>
                <a:lnTo>
                  <a:pt x="283" y="34"/>
                </a:lnTo>
                <a:lnTo>
                  <a:pt x="283" y="36"/>
                </a:lnTo>
                <a:lnTo>
                  <a:pt x="211" y="36"/>
                </a:lnTo>
                <a:lnTo>
                  <a:pt x="211" y="72"/>
                </a:lnTo>
                <a:lnTo>
                  <a:pt x="281" y="72"/>
                </a:lnTo>
                <a:lnTo>
                  <a:pt x="281" y="106"/>
                </a:lnTo>
                <a:lnTo>
                  <a:pt x="245" y="106"/>
                </a:lnTo>
                <a:lnTo>
                  <a:pt x="245" y="142"/>
                </a:lnTo>
                <a:lnTo>
                  <a:pt x="281" y="142"/>
                </a:lnTo>
                <a:lnTo>
                  <a:pt x="281" y="178"/>
                </a:lnTo>
                <a:lnTo>
                  <a:pt x="210" y="178"/>
                </a:lnTo>
                <a:lnTo>
                  <a:pt x="210" y="212"/>
                </a:lnTo>
                <a:lnTo>
                  <a:pt x="281" y="212"/>
                </a:lnTo>
                <a:lnTo>
                  <a:pt x="281" y="248"/>
                </a:lnTo>
                <a:lnTo>
                  <a:pt x="247" y="248"/>
                </a:lnTo>
                <a:lnTo>
                  <a:pt x="247" y="284"/>
                </a:lnTo>
                <a:lnTo>
                  <a:pt x="281" y="284"/>
                </a:lnTo>
                <a:lnTo>
                  <a:pt x="281" y="318"/>
                </a:lnTo>
                <a:lnTo>
                  <a:pt x="211" y="318"/>
                </a:lnTo>
                <a:lnTo>
                  <a:pt x="211" y="354"/>
                </a:lnTo>
                <a:lnTo>
                  <a:pt x="281" y="354"/>
                </a:lnTo>
                <a:lnTo>
                  <a:pt x="281" y="388"/>
                </a:lnTo>
                <a:lnTo>
                  <a:pt x="245" y="388"/>
                </a:lnTo>
                <a:lnTo>
                  <a:pt x="245" y="424"/>
                </a:lnTo>
                <a:lnTo>
                  <a:pt x="281" y="424"/>
                </a:lnTo>
                <a:lnTo>
                  <a:pt x="281" y="460"/>
                </a:lnTo>
                <a:lnTo>
                  <a:pt x="211" y="458"/>
                </a:lnTo>
                <a:lnTo>
                  <a:pt x="211" y="494"/>
                </a:lnTo>
                <a:lnTo>
                  <a:pt x="281" y="494"/>
                </a:lnTo>
                <a:lnTo>
                  <a:pt x="281" y="528"/>
                </a:lnTo>
                <a:lnTo>
                  <a:pt x="244" y="530"/>
                </a:lnTo>
                <a:lnTo>
                  <a:pt x="244" y="566"/>
                </a:lnTo>
                <a:lnTo>
                  <a:pt x="279" y="566"/>
                </a:lnTo>
                <a:lnTo>
                  <a:pt x="279" y="600"/>
                </a:lnTo>
                <a:lnTo>
                  <a:pt x="211" y="598"/>
                </a:lnTo>
                <a:lnTo>
                  <a:pt x="211" y="636"/>
                </a:lnTo>
                <a:lnTo>
                  <a:pt x="281" y="636"/>
                </a:lnTo>
                <a:lnTo>
                  <a:pt x="281" y="670"/>
                </a:lnTo>
                <a:lnTo>
                  <a:pt x="245" y="670"/>
                </a:lnTo>
                <a:lnTo>
                  <a:pt x="245" y="706"/>
                </a:lnTo>
                <a:lnTo>
                  <a:pt x="281" y="706"/>
                </a:lnTo>
                <a:lnTo>
                  <a:pt x="281" y="742"/>
                </a:lnTo>
                <a:lnTo>
                  <a:pt x="278" y="759"/>
                </a:lnTo>
                <a:lnTo>
                  <a:pt x="264" y="772"/>
                </a:lnTo>
                <a:lnTo>
                  <a:pt x="247" y="776"/>
                </a:lnTo>
                <a:lnTo>
                  <a:pt x="36" y="776"/>
                </a:lnTo>
                <a:lnTo>
                  <a:pt x="17" y="772"/>
                </a:lnTo>
                <a:lnTo>
                  <a:pt x="5" y="759"/>
                </a:lnTo>
                <a:lnTo>
                  <a:pt x="0" y="742"/>
                </a:lnTo>
                <a:lnTo>
                  <a:pt x="0" y="36"/>
                </a:lnTo>
                <a:lnTo>
                  <a:pt x="5" y="17"/>
                </a:lnTo>
                <a:lnTo>
                  <a:pt x="17" y="6"/>
                </a:lnTo>
                <a:lnTo>
                  <a:pt x="3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Freeform 17"/>
          <p:cNvSpPr>
            <a:spLocks noChangeAspect="1" noEditPoints="1"/>
          </p:cNvSpPr>
          <p:nvPr/>
        </p:nvSpPr>
        <p:spPr bwMode="auto">
          <a:xfrm>
            <a:off x="2756756" y="4545124"/>
            <a:ext cx="1080000" cy="1049405"/>
          </a:xfrm>
          <a:custGeom>
            <a:avLst/>
            <a:gdLst>
              <a:gd name="T0" fmla="*/ 773 w 1059"/>
              <a:gd name="T1" fmla="*/ 915 h 1029"/>
              <a:gd name="T2" fmla="*/ 773 w 1059"/>
              <a:gd name="T3" fmla="*/ 959 h 1029"/>
              <a:gd name="T4" fmla="*/ 860 w 1059"/>
              <a:gd name="T5" fmla="*/ 963 h 1029"/>
              <a:gd name="T6" fmla="*/ 885 w 1059"/>
              <a:gd name="T7" fmla="*/ 957 h 1029"/>
              <a:gd name="T8" fmla="*/ 883 w 1059"/>
              <a:gd name="T9" fmla="*/ 913 h 1029"/>
              <a:gd name="T10" fmla="*/ 796 w 1059"/>
              <a:gd name="T11" fmla="*/ 893 h 1029"/>
              <a:gd name="T12" fmla="*/ 66 w 1059"/>
              <a:gd name="T13" fmla="*/ 344 h 1029"/>
              <a:gd name="T14" fmla="*/ 94 w 1059"/>
              <a:gd name="T15" fmla="*/ 365 h 1029"/>
              <a:gd name="T16" fmla="*/ 140 w 1059"/>
              <a:gd name="T17" fmla="*/ 365 h 1029"/>
              <a:gd name="T18" fmla="*/ 166 w 1059"/>
              <a:gd name="T19" fmla="*/ 333 h 1029"/>
              <a:gd name="T20" fmla="*/ 232 w 1059"/>
              <a:gd name="T21" fmla="*/ 348 h 1029"/>
              <a:gd name="T22" fmla="*/ 263 w 1059"/>
              <a:gd name="T23" fmla="*/ 365 h 1029"/>
              <a:gd name="T24" fmla="*/ 306 w 1059"/>
              <a:gd name="T25" fmla="*/ 365 h 1029"/>
              <a:gd name="T26" fmla="*/ 331 w 1059"/>
              <a:gd name="T27" fmla="*/ 331 h 1029"/>
              <a:gd name="T28" fmla="*/ 401 w 1059"/>
              <a:gd name="T29" fmla="*/ 340 h 1029"/>
              <a:gd name="T30" fmla="*/ 431 w 1059"/>
              <a:gd name="T31" fmla="*/ 367 h 1029"/>
              <a:gd name="T32" fmla="*/ 480 w 1059"/>
              <a:gd name="T33" fmla="*/ 361 h 1029"/>
              <a:gd name="T34" fmla="*/ 497 w 1059"/>
              <a:gd name="T35" fmla="*/ 66 h 1029"/>
              <a:gd name="T36" fmla="*/ 554 w 1059"/>
              <a:gd name="T37" fmla="*/ 454 h 1029"/>
              <a:gd name="T38" fmla="*/ 529 w 1059"/>
              <a:gd name="T39" fmla="*/ 463 h 1029"/>
              <a:gd name="T40" fmla="*/ 329 w 1059"/>
              <a:gd name="T41" fmla="*/ 482 h 1029"/>
              <a:gd name="T42" fmla="*/ 329 w 1059"/>
              <a:gd name="T43" fmla="*/ 760 h 1029"/>
              <a:gd name="T44" fmla="*/ 361 w 1059"/>
              <a:gd name="T45" fmla="*/ 790 h 1029"/>
              <a:gd name="T46" fmla="*/ 350 w 1059"/>
              <a:gd name="T47" fmla="*/ 1000 h 1029"/>
              <a:gd name="T48" fmla="*/ 297 w 1059"/>
              <a:gd name="T49" fmla="*/ 1027 h 1029"/>
              <a:gd name="T50" fmla="*/ 234 w 1059"/>
              <a:gd name="T51" fmla="*/ 1019 h 1029"/>
              <a:gd name="T52" fmla="*/ 198 w 1059"/>
              <a:gd name="T53" fmla="*/ 980 h 1029"/>
              <a:gd name="T54" fmla="*/ 198 w 1059"/>
              <a:gd name="T55" fmla="*/ 798 h 1029"/>
              <a:gd name="T56" fmla="*/ 227 w 1059"/>
              <a:gd name="T57" fmla="*/ 764 h 1029"/>
              <a:gd name="T58" fmla="*/ 221 w 1059"/>
              <a:gd name="T59" fmla="*/ 473 h 1029"/>
              <a:gd name="T60" fmla="*/ 32 w 1059"/>
              <a:gd name="T61" fmla="*/ 463 h 1029"/>
              <a:gd name="T62" fmla="*/ 0 w 1059"/>
              <a:gd name="T63" fmla="*/ 439 h 1029"/>
              <a:gd name="T64" fmla="*/ 826 w 1059"/>
              <a:gd name="T65" fmla="*/ 0 h 1029"/>
              <a:gd name="T66" fmla="*/ 883 w 1059"/>
              <a:gd name="T67" fmla="*/ 15 h 1029"/>
              <a:gd name="T68" fmla="*/ 993 w 1059"/>
              <a:gd name="T69" fmla="*/ 85 h 1029"/>
              <a:gd name="T70" fmla="*/ 1057 w 1059"/>
              <a:gd name="T71" fmla="*/ 397 h 1029"/>
              <a:gd name="T72" fmla="*/ 1032 w 1059"/>
              <a:gd name="T73" fmla="*/ 429 h 1029"/>
              <a:gd name="T74" fmla="*/ 904 w 1059"/>
              <a:gd name="T75" fmla="*/ 433 h 1029"/>
              <a:gd name="T76" fmla="*/ 858 w 1059"/>
              <a:gd name="T77" fmla="*/ 465 h 1029"/>
              <a:gd name="T78" fmla="*/ 957 w 1059"/>
              <a:gd name="T79" fmla="*/ 1008 h 1029"/>
              <a:gd name="T80" fmla="*/ 924 w 1059"/>
              <a:gd name="T81" fmla="*/ 1029 h 1029"/>
              <a:gd name="T82" fmla="*/ 705 w 1059"/>
              <a:gd name="T83" fmla="*/ 1017 h 1029"/>
              <a:gd name="T84" fmla="*/ 696 w 1059"/>
              <a:gd name="T85" fmla="*/ 989 h 1029"/>
              <a:gd name="T86" fmla="*/ 722 w 1059"/>
              <a:gd name="T87" fmla="*/ 904 h 1029"/>
              <a:gd name="T88" fmla="*/ 783 w 1059"/>
              <a:gd name="T89" fmla="*/ 841 h 1029"/>
              <a:gd name="T90" fmla="*/ 792 w 1059"/>
              <a:gd name="T91" fmla="*/ 450 h 1029"/>
              <a:gd name="T92" fmla="*/ 745 w 1059"/>
              <a:gd name="T93" fmla="*/ 431 h 1029"/>
              <a:gd name="T94" fmla="*/ 612 w 1059"/>
              <a:gd name="T95" fmla="*/ 427 h 1029"/>
              <a:gd name="T96" fmla="*/ 597 w 1059"/>
              <a:gd name="T97" fmla="*/ 397 h 1029"/>
              <a:gd name="T98" fmla="*/ 599 w 1059"/>
              <a:gd name="T99" fmla="*/ 187 h 1029"/>
              <a:gd name="T100" fmla="*/ 628 w 1059"/>
              <a:gd name="T101" fmla="*/ 111 h 1029"/>
              <a:gd name="T102" fmla="*/ 711 w 1059"/>
              <a:gd name="T103" fmla="*/ 28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59" h="1029">
                <a:moveTo>
                  <a:pt x="796" y="893"/>
                </a:moveTo>
                <a:lnTo>
                  <a:pt x="792" y="896"/>
                </a:lnTo>
                <a:lnTo>
                  <a:pt x="783" y="902"/>
                </a:lnTo>
                <a:lnTo>
                  <a:pt x="773" y="915"/>
                </a:lnTo>
                <a:lnTo>
                  <a:pt x="764" y="930"/>
                </a:lnTo>
                <a:lnTo>
                  <a:pt x="762" y="944"/>
                </a:lnTo>
                <a:lnTo>
                  <a:pt x="766" y="953"/>
                </a:lnTo>
                <a:lnTo>
                  <a:pt x="773" y="959"/>
                </a:lnTo>
                <a:lnTo>
                  <a:pt x="783" y="961"/>
                </a:lnTo>
                <a:lnTo>
                  <a:pt x="788" y="963"/>
                </a:lnTo>
                <a:lnTo>
                  <a:pt x="792" y="963"/>
                </a:lnTo>
                <a:lnTo>
                  <a:pt x="860" y="963"/>
                </a:lnTo>
                <a:lnTo>
                  <a:pt x="862" y="963"/>
                </a:lnTo>
                <a:lnTo>
                  <a:pt x="868" y="963"/>
                </a:lnTo>
                <a:lnTo>
                  <a:pt x="877" y="961"/>
                </a:lnTo>
                <a:lnTo>
                  <a:pt x="885" y="957"/>
                </a:lnTo>
                <a:lnTo>
                  <a:pt x="892" y="953"/>
                </a:lnTo>
                <a:lnTo>
                  <a:pt x="896" y="944"/>
                </a:lnTo>
                <a:lnTo>
                  <a:pt x="894" y="930"/>
                </a:lnTo>
                <a:lnTo>
                  <a:pt x="883" y="913"/>
                </a:lnTo>
                <a:lnTo>
                  <a:pt x="875" y="902"/>
                </a:lnTo>
                <a:lnTo>
                  <a:pt x="868" y="894"/>
                </a:lnTo>
                <a:lnTo>
                  <a:pt x="862" y="893"/>
                </a:lnTo>
                <a:lnTo>
                  <a:pt x="796" y="893"/>
                </a:lnTo>
                <a:close/>
                <a:moveTo>
                  <a:pt x="0" y="66"/>
                </a:moveTo>
                <a:lnTo>
                  <a:pt x="66" y="66"/>
                </a:lnTo>
                <a:lnTo>
                  <a:pt x="64" y="331"/>
                </a:lnTo>
                <a:lnTo>
                  <a:pt x="66" y="344"/>
                </a:lnTo>
                <a:lnTo>
                  <a:pt x="72" y="355"/>
                </a:lnTo>
                <a:lnTo>
                  <a:pt x="81" y="361"/>
                </a:lnTo>
                <a:lnTo>
                  <a:pt x="89" y="363"/>
                </a:lnTo>
                <a:lnTo>
                  <a:pt x="94" y="365"/>
                </a:lnTo>
                <a:lnTo>
                  <a:pt x="96" y="365"/>
                </a:lnTo>
                <a:lnTo>
                  <a:pt x="130" y="365"/>
                </a:lnTo>
                <a:lnTo>
                  <a:pt x="134" y="365"/>
                </a:lnTo>
                <a:lnTo>
                  <a:pt x="140" y="365"/>
                </a:lnTo>
                <a:lnTo>
                  <a:pt x="149" y="361"/>
                </a:lnTo>
                <a:lnTo>
                  <a:pt x="157" y="355"/>
                </a:lnTo>
                <a:lnTo>
                  <a:pt x="162" y="346"/>
                </a:lnTo>
                <a:lnTo>
                  <a:pt x="166" y="333"/>
                </a:lnTo>
                <a:lnTo>
                  <a:pt x="166" y="66"/>
                </a:lnTo>
                <a:lnTo>
                  <a:pt x="230" y="66"/>
                </a:lnTo>
                <a:lnTo>
                  <a:pt x="230" y="334"/>
                </a:lnTo>
                <a:lnTo>
                  <a:pt x="232" y="348"/>
                </a:lnTo>
                <a:lnTo>
                  <a:pt x="240" y="355"/>
                </a:lnTo>
                <a:lnTo>
                  <a:pt x="248" y="361"/>
                </a:lnTo>
                <a:lnTo>
                  <a:pt x="257" y="365"/>
                </a:lnTo>
                <a:lnTo>
                  <a:pt x="263" y="365"/>
                </a:lnTo>
                <a:lnTo>
                  <a:pt x="265" y="365"/>
                </a:lnTo>
                <a:lnTo>
                  <a:pt x="297" y="365"/>
                </a:lnTo>
                <a:lnTo>
                  <a:pt x="299" y="365"/>
                </a:lnTo>
                <a:lnTo>
                  <a:pt x="306" y="365"/>
                </a:lnTo>
                <a:lnTo>
                  <a:pt x="314" y="361"/>
                </a:lnTo>
                <a:lnTo>
                  <a:pt x="323" y="355"/>
                </a:lnTo>
                <a:lnTo>
                  <a:pt x="329" y="346"/>
                </a:lnTo>
                <a:lnTo>
                  <a:pt x="331" y="331"/>
                </a:lnTo>
                <a:lnTo>
                  <a:pt x="331" y="66"/>
                </a:lnTo>
                <a:lnTo>
                  <a:pt x="397" y="66"/>
                </a:lnTo>
                <a:lnTo>
                  <a:pt x="397" y="331"/>
                </a:lnTo>
                <a:lnTo>
                  <a:pt x="401" y="340"/>
                </a:lnTo>
                <a:lnTo>
                  <a:pt x="408" y="351"/>
                </a:lnTo>
                <a:lnTo>
                  <a:pt x="418" y="359"/>
                </a:lnTo>
                <a:lnTo>
                  <a:pt x="427" y="363"/>
                </a:lnTo>
                <a:lnTo>
                  <a:pt x="431" y="367"/>
                </a:lnTo>
                <a:lnTo>
                  <a:pt x="461" y="365"/>
                </a:lnTo>
                <a:lnTo>
                  <a:pt x="465" y="365"/>
                </a:lnTo>
                <a:lnTo>
                  <a:pt x="471" y="365"/>
                </a:lnTo>
                <a:lnTo>
                  <a:pt x="480" y="361"/>
                </a:lnTo>
                <a:lnTo>
                  <a:pt x="488" y="355"/>
                </a:lnTo>
                <a:lnTo>
                  <a:pt x="495" y="346"/>
                </a:lnTo>
                <a:lnTo>
                  <a:pt x="497" y="331"/>
                </a:lnTo>
                <a:lnTo>
                  <a:pt x="497" y="66"/>
                </a:lnTo>
                <a:lnTo>
                  <a:pt x="561" y="66"/>
                </a:lnTo>
                <a:lnTo>
                  <a:pt x="563" y="429"/>
                </a:lnTo>
                <a:lnTo>
                  <a:pt x="560" y="444"/>
                </a:lnTo>
                <a:lnTo>
                  <a:pt x="554" y="454"/>
                </a:lnTo>
                <a:lnTo>
                  <a:pt x="546" y="459"/>
                </a:lnTo>
                <a:lnTo>
                  <a:pt x="539" y="463"/>
                </a:lnTo>
                <a:lnTo>
                  <a:pt x="531" y="463"/>
                </a:lnTo>
                <a:lnTo>
                  <a:pt x="529" y="463"/>
                </a:lnTo>
                <a:lnTo>
                  <a:pt x="357" y="463"/>
                </a:lnTo>
                <a:lnTo>
                  <a:pt x="342" y="465"/>
                </a:lnTo>
                <a:lnTo>
                  <a:pt x="334" y="473"/>
                </a:lnTo>
                <a:lnTo>
                  <a:pt x="329" y="482"/>
                </a:lnTo>
                <a:lnTo>
                  <a:pt x="329" y="490"/>
                </a:lnTo>
                <a:lnTo>
                  <a:pt x="329" y="497"/>
                </a:lnTo>
                <a:lnTo>
                  <a:pt x="329" y="499"/>
                </a:lnTo>
                <a:lnTo>
                  <a:pt x="329" y="760"/>
                </a:lnTo>
                <a:lnTo>
                  <a:pt x="342" y="764"/>
                </a:lnTo>
                <a:lnTo>
                  <a:pt x="352" y="773"/>
                </a:lnTo>
                <a:lnTo>
                  <a:pt x="357" y="783"/>
                </a:lnTo>
                <a:lnTo>
                  <a:pt x="361" y="790"/>
                </a:lnTo>
                <a:lnTo>
                  <a:pt x="363" y="794"/>
                </a:lnTo>
                <a:lnTo>
                  <a:pt x="363" y="963"/>
                </a:lnTo>
                <a:lnTo>
                  <a:pt x="359" y="985"/>
                </a:lnTo>
                <a:lnTo>
                  <a:pt x="350" y="1000"/>
                </a:lnTo>
                <a:lnTo>
                  <a:pt x="338" y="1012"/>
                </a:lnTo>
                <a:lnTo>
                  <a:pt x="323" y="1019"/>
                </a:lnTo>
                <a:lnTo>
                  <a:pt x="310" y="1023"/>
                </a:lnTo>
                <a:lnTo>
                  <a:pt x="297" y="1027"/>
                </a:lnTo>
                <a:lnTo>
                  <a:pt x="287" y="1027"/>
                </a:lnTo>
                <a:lnTo>
                  <a:pt x="285" y="1027"/>
                </a:lnTo>
                <a:lnTo>
                  <a:pt x="257" y="1025"/>
                </a:lnTo>
                <a:lnTo>
                  <a:pt x="234" y="1019"/>
                </a:lnTo>
                <a:lnTo>
                  <a:pt x="219" y="1010"/>
                </a:lnTo>
                <a:lnTo>
                  <a:pt x="210" y="1000"/>
                </a:lnTo>
                <a:lnTo>
                  <a:pt x="202" y="989"/>
                </a:lnTo>
                <a:lnTo>
                  <a:pt x="198" y="980"/>
                </a:lnTo>
                <a:lnTo>
                  <a:pt x="198" y="970"/>
                </a:lnTo>
                <a:lnTo>
                  <a:pt x="198" y="964"/>
                </a:lnTo>
                <a:lnTo>
                  <a:pt x="198" y="963"/>
                </a:lnTo>
                <a:lnTo>
                  <a:pt x="198" y="798"/>
                </a:lnTo>
                <a:lnTo>
                  <a:pt x="200" y="785"/>
                </a:lnTo>
                <a:lnTo>
                  <a:pt x="210" y="773"/>
                </a:lnTo>
                <a:lnTo>
                  <a:pt x="219" y="768"/>
                </a:lnTo>
                <a:lnTo>
                  <a:pt x="227" y="764"/>
                </a:lnTo>
                <a:lnTo>
                  <a:pt x="230" y="762"/>
                </a:lnTo>
                <a:lnTo>
                  <a:pt x="232" y="497"/>
                </a:lnTo>
                <a:lnTo>
                  <a:pt x="229" y="482"/>
                </a:lnTo>
                <a:lnTo>
                  <a:pt x="221" y="473"/>
                </a:lnTo>
                <a:lnTo>
                  <a:pt x="212" y="467"/>
                </a:lnTo>
                <a:lnTo>
                  <a:pt x="204" y="463"/>
                </a:lnTo>
                <a:lnTo>
                  <a:pt x="200" y="463"/>
                </a:lnTo>
                <a:lnTo>
                  <a:pt x="32" y="463"/>
                </a:lnTo>
                <a:lnTo>
                  <a:pt x="17" y="461"/>
                </a:lnTo>
                <a:lnTo>
                  <a:pt x="7" y="456"/>
                </a:lnTo>
                <a:lnTo>
                  <a:pt x="2" y="446"/>
                </a:lnTo>
                <a:lnTo>
                  <a:pt x="0" y="439"/>
                </a:lnTo>
                <a:lnTo>
                  <a:pt x="0" y="431"/>
                </a:lnTo>
                <a:lnTo>
                  <a:pt x="0" y="429"/>
                </a:lnTo>
                <a:lnTo>
                  <a:pt x="0" y="66"/>
                </a:lnTo>
                <a:close/>
                <a:moveTo>
                  <a:pt x="826" y="0"/>
                </a:moveTo>
                <a:lnTo>
                  <a:pt x="830" y="2"/>
                </a:lnTo>
                <a:lnTo>
                  <a:pt x="841" y="3"/>
                </a:lnTo>
                <a:lnTo>
                  <a:pt x="860" y="7"/>
                </a:lnTo>
                <a:lnTo>
                  <a:pt x="883" y="15"/>
                </a:lnTo>
                <a:lnTo>
                  <a:pt x="907" y="26"/>
                </a:lnTo>
                <a:lnTo>
                  <a:pt x="936" y="41"/>
                </a:lnTo>
                <a:lnTo>
                  <a:pt x="964" y="60"/>
                </a:lnTo>
                <a:lnTo>
                  <a:pt x="993" y="85"/>
                </a:lnTo>
                <a:lnTo>
                  <a:pt x="1019" y="117"/>
                </a:lnTo>
                <a:lnTo>
                  <a:pt x="1040" y="155"/>
                </a:lnTo>
                <a:lnTo>
                  <a:pt x="1059" y="200"/>
                </a:lnTo>
                <a:lnTo>
                  <a:pt x="1057" y="397"/>
                </a:lnTo>
                <a:lnTo>
                  <a:pt x="1055" y="410"/>
                </a:lnTo>
                <a:lnTo>
                  <a:pt x="1047" y="421"/>
                </a:lnTo>
                <a:lnTo>
                  <a:pt x="1040" y="425"/>
                </a:lnTo>
                <a:lnTo>
                  <a:pt x="1032" y="429"/>
                </a:lnTo>
                <a:lnTo>
                  <a:pt x="1027" y="429"/>
                </a:lnTo>
                <a:lnTo>
                  <a:pt x="1023" y="429"/>
                </a:lnTo>
                <a:lnTo>
                  <a:pt x="924" y="429"/>
                </a:lnTo>
                <a:lnTo>
                  <a:pt x="904" y="433"/>
                </a:lnTo>
                <a:lnTo>
                  <a:pt x="885" y="442"/>
                </a:lnTo>
                <a:lnTo>
                  <a:pt x="872" y="452"/>
                </a:lnTo>
                <a:lnTo>
                  <a:pt x="862" y="461"/>
                </a:lnTo>
                <a:lnTo>
                  <a:pt x="858" y="465"/>
                </a:lnTo>
                <a:lnTo>
                  <a:pt x="860" y="826"/>
                </a:lnTo>
                <a:lnTo>
                  <a:pt x="958" y="927"/>
                </a:lnTo>
                <a:lnTo>
                  <a:pt x="958" y="995"/>
                </a:lnTo>
                <a:lnTo>
                  <a:pt x="957" y="1008"/>
                </a:lnTo>
                <a:lnTo>
                  <a:pt x="949" y="1019"/>
                </a:lnTo>
                <a:lnTo>
                  <a:pt x="940" y="1025"/>
                </a:lnTo>
                <a:lnTo>
                  <a:pt x="932" y="1027"/>
                </a:lnTo>
                <a:lnTo>
                  <a:pt x="924" y="1029"/>
                </a:lnTo>
                <a:lnTo>
                  <a:pt x="923" y="1029"/>
                </a:lnTo>
                <a:lnTo>
                  <a:pt x="730" y="1029"/>
                </a:lnTo>
                <a:lnTo>
                  <a:pt x="715" y="1025"/>
                </a:lnTo>
                <a:lnTo>
                  <a:pt x="705" y="1017"/>
                </a:lnTo>
                <a:lnTo>
                  <a:pt x="699" y="1008"/>
                </a:lnTo>
                <a:lnTo>
                  <a:pt x="698" y="1000"/>
                </a:lnTo>
                <a:lnTo>
                  <a:pt x="696" y="993"/>
                </a:lnTo>
                <a:lnTo>
                  <a:pt x="696" y="989"/>
                </a:lnTo>
                <a:lnTo>
                  <a:pt x="696" y="930"/>
                </a:lnTo>
                <a:lnTo>
                  <a:pt x="699" y="927"/>
                </a:lnTo>
                <a:lnTo>
                  <a:pt x="709" y="917"/>
                </a:lnTo>
                <a:lnTo>
                  <a:pt x="722" y="904"/>
                </a:lnTo>
                <a:lnTo>
                  <a:pt x="737" y="887"/>
                </a:lnTo>
                <a:lnTo>
                  <a:pt x="754" y="872"/>
                </a:lnTo>
                <a:lnTo>
                  <a:pt x="769" y="855"/>
                </a:lnTo>
                <a:lnTo>
                  <a:pt x="783" y="841"/>
                </a:lnTo>
                <a:lnTo>
                  <a:pt x="792" y="832"/>
                </a:lnTo>
                <a:lnTo>
                  <a:pt x="794" y="828"/>
                </a:lnTo>
                <a:lnTo>
                  <a:pt x="796" y="461"/>
                </a:lnTo>
                <a:lnTo>
                  <a:pt x="792" y="450"/>
                </a:lnTo>
                <a:lnTo>
                  <a:pt x="783" y="440"/>
                </a:lnTo>
                <a:lnTo>
                  <a:pt x="769" y="437"/>
                </a:lnTo>
                <a:lnTo>
                  <a:pt x="756" y="433"/>
                </a:lnTo>
                <a:lnTo>
                  <a:pt x="745" y="431"/>
                </a:lnTo>
                <a:lnTo>
                  <a:pt x="735" y="431"/>
                </a:lnTo>
                <a:lnTo>
                  <a:pt x="732" y="429"/>
                </a:lnTo>
                <a:lnTo>
                  <a:pt x="628" y="429"/>
                </a:lnTo>
                <a:lnTo>
                  <a:pt x="612" y="427"/>
                </a:lnTo>
                <a:lnTo>
                  <a:pt x="605" y="420"/>
                </a:lnTo>
                <a:lnTo>
                  <a:pt x="599" y="412"/>
                </a:lnTo>
                <a:lnTo>
                  <a:pt x="597" y="404"/>
                </a:lnTo>
                <a:lnTo>
                  <a:pt x="597" y="397"/>
                </a:lnTo>
                <a:lnTo>
                  <a:pt x="597" y="395"/>
                </a:lnTo>
                <a:lnTo>
                  <a:pt x="597" y="200"/>
                </a:lnTo>
                <a:lnTo>
                  <a:pt x="597" y="196"/>
                </a:lnTo>
                <a:lnTo>
                  <a:pt x="599" y="187"/>
                </a:lnTo>
                <a:lnTo>
                  <a:pt x="603" y="172"/>
                </a:lnTo>
                <a:lnTo>
                  <a:pt x="609" y="155"/>
                </a:lnTo>
                <a:lnTo>
                  <a:pt x="616" y="134"/>
                </a:lnTo>
                <a:lnTo>
                  <a:pt x="628" y="111"/>
                </a:lnTo>
                <a:lnTo>
                  <a:pt x="641" y="89"/>
                </a:lnTo>
                <a:lnTo>
                  <a:pt x="660" y="66"/>
                </a:lnTo>
                <a:lnTo>
                  <a:pt x="682" y="45"/>
                </a:lnTo>
                <a:lnTo>
                  <a:pt x="711" y="28"/>
                </a:lnTo>
                <a:lnTo>
                  <a:pt x="743" y="13"/>
                </a:lnTo>
                <a:lnTo>
                  <a:pt x="781" y="3"/>
                </a:lnTo>
                <a:lnTo>
                  <a:pt x="82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Freeform 18"/>
          <p:cNvSpPr>
            <a:spLocks noChangeAspect="1" noEditPoints="1"/>
          </p:cNvSpPr>
          <p:nvPr/>
        </p:nvSpPr>
        <p:spPr bwMode="auto">
          <a:xfrm>
            <a:off x="4413060" y="4545124"/>
            <a:ext cx="1080000" cy="1048264"/>
          </a:xfrm>
          <a:custGeom>
            <a:avLst/>
            <a:gdLst>
              <a:gd name="T0" fmla="*/ 104 w 1089"/>
              <a:gd name="T1" fmla="*/ 906 h 1057"/>
              <a:gd name="T2" fmla="*/ 128 w 1089"/>
              <a:gd name="T3" fmla="*/ 949 h 1057"/>
              <a:gd name="T4" fmla="*/ 172 w 1089"/>
              <a:gd name="T5" fmla="*/ 925 h 1057"/>
              <a:gd name="T6" fmla="*/ 147 w 1089"/>
              <a:gd name="T7" fmla="*/ 881 h 1057"/>
              <a:gd name="T8" fmla="*/ 648 w 1089"/>
              <a:gd name="T9" fmla="*/ 654 h 1057"/>
              <a:gd name="T10" fmla="*/ 639 w 1089"/>
              <a:gd name="T11" fmla="*/ 665 h 1057"/>
              <a:gd name="T12" fmla="*/ 644 w 1089"/>
              <a:gd name="T13" fmla="*/ 681 h 1057"/>
              <a:gd name="T14" fmla="*/ 949 w 1089"/>
              <a:gd name="T15" fmla="*/ 996 h 1057"/>
              <a:gd name="T16" fmla="*/ 964 w 1089"/>
              <a:gd name="T17" fmla="*/ 991 h 1057"/>
              <a:gd name="T18" fmla="*/ 970 w 1089"/>
              <a:gd name="T19" fmla="*/ 978 h 1057"/>
              <a:gd name="T20" fmla="*/ 669 w 1089"/>
              <a:gd name="T21" fmla="*/ 656 h 1057"/>
              <a:gd name="T22" fmla="*/ 654 w 1089"/>
              <a:gd name="T23" fmla="*/ 652 h 1057"/>
              <a:gd name="T24" fmla="*/ 705 w 1089"/>
              <a:gd name="T25" fmla="*/ 595 h 1057"/>
              <a:gd name="T26" fmla="*/ 701 w 1089"/>
              <a:gd name="T27" fmla="*/ 611 h 1057"/>
              <a:gd name="T28" fmla="*/ 1002 w 1089"/>
              <a:gd name="T29" fmla="*/ 930 h 1057"/>
              <a:gd name="T30" fmla="*/ 1017 w 1089"/>
              <a:gd name="T31" fmla="*/ 934 h 1057"/>
              <a:gd name="T32" fmla="*/ 1028 w 1089"/>
              <a:gd name="T33" fmla="*/ 925 h 1057"/>
              <a:gd name="T34" fmla="*/ 1028 w 1089"/>
              <a:gd name="T35" fmla="*/ 909 h 1057"/>
              <a:gd name="T36" fmla="*/ 726 w 1089"/>
              <a:gd name="T37" fmla="*/ 592 h 1057"/>
              <a:gd name="T38" fmla="*/ 805 w 1089"/>
              <a:gd name="T39" fmla="*/ 0 h 1057"/>
              <a:gd name="T40" fmla="*/ 752 w 1089"/>
              <a:gd name="T41" fmla="*/ 138 h 1057"/>
              <a:gd name="T42" fmla="*/ 752 w 1089"/>
              <a:gd name="T43" fmla="*/ 189 h 1057"/>
              <a:gd name="T44" fmla="*/ 845 w 1089"/>
              <a:gd name="T45" fmla="*/ 257 h 1057"/>
              <a:gd name="T46" fmla="*/ 1013 w 1089"/>
              <a:gd name="T47" fmla="*/ 153 h 1057"/>
              <a:gd name="T48" fmla="*/ 1002 w 1089"/>
              <a:gd name="T49" fmla="*/ 285 h 1057"/>
              <a:gd name="T50" fmla="*/ 917 w 1089"/>
              <a:gd name="T51" fmla="*/ 393 h 1057"/>
              <a:gd name="T52" fmla="*/ 816 w 1089"/>
              <a:gd name="T53" fmla="*/ 438 h 1057"/>
              <a:gd name="T54" fmla="*/ 703 w 1089"/>
              <a:gd name="T55" fmla="*/ 416 h 1057"/>
              <a:gd name="T56" fmla="*/ 677 w 1089"/>
              <a:gd name="T57" fmla="*/ 440 h 1057"/>
              <a:gd name="T58" fmla="*/ 631 w 1089"/>
              <a:gd name="T59" fmla="*/ 489 h 1057"/>
              <a:gd name="T60" fmla="*/ 607 w 1089"/>
              <a:gd name="T61" fmla="*/ 514 h 1057"/>
              <a:gd name="T62" fmla="*/ 703 w 1089"/>
              <a:gd name="T63" fmla="*/ 542 h 1057"/>
              <a:gd name="T64" fmla="*/ 745 w 1089"/>
              <a:gd name="T65" fmla="*/ 550 h 1057"/>
              <a:gd name="T66" fmla="*/ 1089 w 1089"/>
              <a:gd name="T67" fmla="*/ 917 h 1057"/>
              <a:gd name="T68" fmla="*/ 975 w 1089"/>
              <a:gd name="T69" fmla="*/ 1042 h 1057"/>
              <a:gd name="T70" fmla="*/ 932 w 1089"/>
              <a:gd name="T71" fmla="*/ 1049 h 1057"/>
              <a:gd name="T72" fmla="*/ 580 w 1089"/>
              <a:gd name="T73" fmla="*/ 696 h 1057"/>
              <a:gd name="T74" fmla="*/ 590 w 1089"/>
              <a:gd name="T75" fmla="*/ 652 h 1057"/>
              <a:gd name="T76" fmla="*/ 544 w 1089"/>
              <a:gd name="T77" fmla="*/ 590 h 1057"/>
              <a:gd name="T78" fmla="*/ 467 w 1089"/>
              <a:gd name="T79" fmla="*/ 688 h 1057"/>
              <a:gd name="T80" fmla="*/ 380 w 1089"/>
              <a:gd name="T81" fmla="*/ 796 h 1057"/>
              <a:gd name="T82" fmla="*/ 304 w 1089"/>
              <a:gd name="T83" fmla="*/ 894 h 1057"/>
              <a:gd name="T84" fmla="*/ 253 w 1089"/>
              <a:gd name="T85" fmla="*/ 959 h 1057"/>
              <a:gd name="T86" fmla="*/ 192 w 1089"/>
              <a:gd name="T87" fmla="*/ 1023 h 1057"/>
              <a:gd name="T88" fmla="*/ 113 w 1089"/>
              <a:gd name="T89" fmla="*/ 1057 h 1057"/>
              <a:gd name="T90" fmla="*/ 34 w 1089"/>
              <a:gd name="T91" fmla="*/ 1023 h 1057"/>
              <a:gd name="T92" fmla="*/ 0 w 1089"/>
              <a:gd name="T93" fmla="*/ 943 h 1057"/>
              <a:gd name="T94" fmla="*/ 34 w 1089"/>
              <a:gd name="T95" fmla="*/ 866 h 1057"/>
              <a:gd name="T96" fmla="*/ 461 w 1089"/>
              <a:gd name="T97" fmla="*/ 455 h 1057"/>
              <a:gd name="T98" fmla="*/ 134 w 1089"/>
              <a:gd name="T99" fmla="*/ 160 h 1057"/>
              <a:gd name="T100" fmla="*/ 104 w 1089"/>
              <a:gd name="T101" fmla="*/ 149 h 1057"/>
              <a:gd name="T102" fmla="*/ 196 w 1089"/>
              <a:gd name="T103" fmla="*/ 56 h 1057"/>
              <a:gd name="T104" fmla="*/ 209 w 1089"/>
              <a:gd name="T105" fmla="*/ 104 h 1057"/>
              <a:gd name="T106" fmla="*/ 506 w 1089"/>
              <a:gd name="T107" fmla="*/ 421 h 1057"/>
              <a:gd name="T108" fmla="*/ 523 w 1089"/>
              <a:gd name="T109" fmla="*/ 408 h 1057"/>
              <a:gd name="T110" fmla="*/ 567 w 1089"/>
              <a:gd name="T111" fmla="*/ 363 h 1057"/>
              <a:gd name="T112" fmla="*/ 601 w 1089"/>
              <a:gd name="T113" fmla="*/ 323 h 1057"/>
              <a:gd name="T114" fmla="*/ 582 w 1089"/>
              <a:gd name="T115" fmla="*/ 261 h 1057"/>
              <a:gd name="T116" fmla="*/ 584 w 1089"/>
              <a:gd name="T117" fmla="*/ 170 h 1057"/>
              <a:gd name="T118" fmla="*/ 656 w 1089"/>
              <a:gd name="T119" fmla="*/ 68 h 1057"/>
              <a:gd name="T120" fmla="*/ 765 w 1089"/>
              <a:gd name="T121" fmla="*/ 5 h 1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89" h="1057">
                <a:moveTo>
                  <a:pt x="128" y="881"/>
                </a:moveTo>
                <a:lnTo>
                  <a:pt x="113" y="891"/>
                </a:lnTo>
                <a:lnTo>
                  <a:pt x="104" y="906"/>
                </a:lnTo>
                <a:lnTo>
                  <a:pt x="104" y="925"/>
                </a:lnTo>
                <a:lnTo>
                  <a:pt x="113" y="940"/>
                </a:lnTo>
                <a:lnTo>
                  <a:pt x="128" y="949"/>
                </a:lnTo>
                <a:lnTo>
                  <a:pt x="147" y="949"/>
                </a:lnTo>
                <a:lnTo>
                  <a:pt x="162" y="940"/>
                </a:lnTo>
                <a:lnTo>
                  <a:pt x="172" y="925"/>
                </a:lnTo>
                <a:lnTo>
                  <a:pt x="172" y="906"/>
                </a:lnTo>
                <a:lnTo>
                  <a:pt x="162" y="891"/>
                </a:lnTo>
                <a:lnTo>
                  <a:pt x="147" y="881"/>
                </a:lnTo>
                <a:lnTo>
                  <a:pt x="128" y="881"/>
                </a:lnTo>
                <a:close/>
                <a:moveTo>
                  <a:pt x="654" y="652"/>
                </a:moveTo>
                <a:lnTo>
                  <a:pt x="648" y="654"/>
                </a:lnTo>
                <a:lnTo>
                  <a:pt x="644" y="656"/>
                </a:lnTo>
                <a:lnTo>
                  <a:pt x="641" y="662"/>
                </a:lnTo>
                <a:lnTo>
                  <a:pt x="639" y="665"/>
                </a:lnTo>
                <a:lnTo>
                  <a:pt x="639" y="671"/>
                </a:lnTo>
                <a:lnTo>
                  <a:pt x="641" y="677"/>
                </a:lnTo>
                <a:lnTo>
                  <a:pt x="644" y="681"/>
                </a:lnTo>
                <a:lnTo>
                  <a:pt x="939" y="991"/>
                </a:lnTo>
                <a:lnTo>
                  <a:pt x="945" y="995"/>
                </a:lnTo>
                <a:lnTo>
                  <a:pt x="949" y="996"/>
                </a:lnTo>
                <a:lnTo>
                  <a:pt x="955" y="996"/>
                </a:lnTo>
                <a:lnTo>
                  <a:pt x="960" y="995"/>
                </a:lnTo>
                <a:lnTo>
                  <a:pt x="964" y="991"/>
                </a:lnTo>
                <a:lnTo>
                  <a:pt x="968" y="987"/>
                </a:lnTo>
                <a:lnTo>
                  <a:pt x="970" y="981"/>
                </a:lnTo>
                <a:lnTo>
                  <a:pt x="970" y="978"/>
                </a:lnTo>
                <a:lnTo>
                  <a:pt x="968" y="972"/>
                </a:lnTo>
                <a:lnTo>
                  <a:pt x="964" y="968"/>
                </a:lnTo>
                <a:lnTo>
                  <a:pt x="669" y="656"/>
                </a:lnTo>
                <a:lnTo>
                  <a:pt x="663" y="654"/>
                </a:lnTo>
                <a:lnTo>
                  <a:pt x="660" y="652"/>
                </a:lnTo>
                <a:lnTo>
                  <a:pt x="654" y="652"/>
                </a:lnTo>
                <a:close/>
                <a:moveTo>
                  <a:pt x="714" y="590"/>
                </a:moveTo>
                <a:lnTo>
                  <a:pt x="711" y="592"/>
                </a:lnTo>
                <a:lnTo>
                  <a:pt x="705" y="595"/>
                </a:lnTo>
                <a:lnTo>
                  <a:pt x="703" y="599"/>
                </a:lnTo>
                <a:lnTo>
                  <a:pt x="701" y="605"/>
                </a:lnTo>
                <a:lnTo>
                  <a:pt x="701" y="611"/>
                </a:lnTo>
                <a:lnTo>
                  <a:pt x="703" y="614"/>
                </a:lnTo>
                <a:lnTo>
                  <a:pt x="705" y="620"/>
                </a:lnTo>
                <a:lnTo>
                  <a:pt x="1002" y="930"/>
                </a:lnTo>
                <a:lnTo>
                  <a:pt x="1006" y="932"/>
                </a:lnTo>
                <a:lnTo>
                  <a:pt x="1011" y="934"/>
                </a:lnTo>
                <a:lnTo>
                  <a:pt x="1017" y="934"/>
                </a:lnTo>
                <a:lnTo>
                  <a:pt x="1021" y="932"/>
                </a:lnTo>
                <a:lnTo>
                  <a:pt x="1026" y="930"/>
                </a:lnTo>
                <a:lnTo>
                  <a:pt x="1028" y="925"/>
                </a:lnTo>
                <a:lnTo>
                  <a:pt x="1030" y="921"/>
                </a:lnTo>
                <a:lnTo>
                  <a:pt x="1030" y="915"/>
                </a:lnTo>
                <a:lnTo>
                  <a:pt x="1028" y="909"/>
                </a:lnTo>
                <a:lnTo>
                  <a:pt x="1026" y="906"/>
                </a:lnTo>
                <a:lnTo>
                  <a:pt x="729" y="595"/>
                </a:lnTo>
                <a:lnTo>
                  <a:pt x="726" y="592"/>
                </a:lnTo>
                <a:lnTo>
                  <a:pt x="720" y="590"/>
                </a:lnTo>
                <a:lnTo>
                  <a:pt x="714" y="590"/>
                </a:lnTo>
                <a:close/>
                <a:moveTo>
                  <a:pt x="805" y="0"/>
                </a:moveTo>
                <a:lnTo>
                  <a:pt x="845" y="0"/>
                </a:lnTo>
                <a:lnTo>
                  <a:pt x="885" y="9"/>
                </a:lnTo>
                <a:lnTo>
                  <a:pt x="752" y="138"/>
                </a:lnTo>
                <a:lnTo>
                  <a:pt x="745" y="155"/>
                </a:lnTo>
                <a:lnTo>
                  <a:pt x="745" y="172"/>
                </a:lnTo>
                <a:lnTo>
                  <a:pt x="752" y="189"/>
                </a:lnTo>
                <a:lnTo>
                  <a:pt x="811" y="247"/>
                </a:lnTo>
                <a:lnTo>
                  <a:pt x="828" y="257"/>
                </a:lnTo>
                <a:lnTo>
                  <a:pt x="845" y="257"/>
                </a:lnTo>
                <a:lnTo>
                  <a:pt x="862" y="247"/>
                </a:lnTo>
                <a:lnTo>
                  <a:pt x="998" y="113"/>
                </a:lnTo>
                <a:lnTo>
                  <a:pt x="1013" y="153"/>
                </a:lnTo>
                <a:lnTo>
                  <a:pt x="1017" y="196"/>
                </a:lnTo>
                <a:lnTo>
                  <a:pt x="1015" y="242"/>
                </a:lnTo>
                <a:lnTo>
                  <a:pt x="1002" y="285"/>
                </a:lnTo>
                <a:lnTo>
                  <a:pt x="981" y="325"/>
                </a:lnTo>
                <a:lnTo>
                  <a:pt x="951" y="363"/>
                </a:lnTo>
                <a:lnTo>
                  <a:pt x="917" y="393"/>
                </a:lnTo>
                <a:lnTo>
                  <a:pt x="883" y="414"/>
                </a:lnTo>
                <a:lnTo>
                  <a:pt x="851" y="431"/>
                </a:lnTo>
                <a:lnTo>
                  <a:pt x="816" y="438"/>
                </a:lnTo>
                <a:lnTo>
                  <a:pt x="781" y="438"/>
                </a:lnTo>
                <a:lnTo>
                  <a:pt x="745" y="431"/>
                </a:lnTo>
                <a:lnTo>
                  <a:pt x="703" y="416"/>
                </a:lnTo>
                <a:lnTo>
                  <a:pt x="699" y="419"/>
                </a:lnTo>
                <a:lnTo>
                  <a:pt x="690" y="427"/>
                </a:lnTo>
                <a:lnTo>
                  <a:pt x="677" y="440"/>
                </a:lnTo>
                <a:lnTo>
                  <a:pt x="661" y="457"/>
                </a:lnTo>
                <a:lnTo>
                  <a:pt x="646" y="472"/>
                </a:lnTo>
                <a:lnTo>
                  <a:pt x="631" y="489"/>
                </a:lnTo>
                <a:lnTo>
                  <a:pt x="620" y="503"/>
                </a:lnTo>
                <a:lnTo>
                  <a:pt x="610" y="512"/>
                </a:lnTo>
                <a:lnTo>
                  <a:pt x="607" y="514"/>
                </a:lnTo>
                <a:lnTo>
                  <a:pt x="665" y="573"/>
                </a:lnTo>
                <a:lnTo>
                  <a:pt x="690" y="550"/>
                </a:lnTo>
                <a:lnTo>
                  <a:pt x="703" y="542"/>
                </a:lnTo>
                <a:lnTo>
                  <a:pt x="718" y="539"/>
                </a:lnTo>
                <a:lnTo>
                  <a:pt x="731" y="542"/>
                </a:lnTo>
                <a:lnTo>
                  <a:pt x="745" y="550"/>
                </a:lnTo>
                <a:lnTo>
                  <a:pt x="1077" y="889"/>
                </a:lnTo>
                <a:lnTo>
                  <a:pt x="1087" y="902"/>
                </a:lnTo>
                <a:lnTo>
                  <a:pt x="1089" y="917"/>
                </a:lnTo>
                <a:lnTo>
                  <a:pt x="1087" y="932"/>
                </a:lnTo>
                <a:lnTo>
                  <a:pt x="1077" y="945"/>
                </a:lnTo>
                <a:lnTo>
                  <a:pt x="975" y="1042"/>
                </a:lnTo>
                <a:lnTo>
                  <a:pt x="962" y="1049"/>
                </a:lnTo>
                <a:lnTo>
                  <a:pt x="947" y="1053"/>
                </a:lnTo>
                <a:lnTo>
                  <a:pt x="932" y="1049"/>
                </a:lnTo>
                <a:lnTo>
                  <a:pt x="919" y="1042"/>
                </a:lnTo>
                <a:lnTo>
                  <a:pt x="590" y="709"/>
                </a:lnTo>
                <a:lnTo>
                  <a:pt x="580" y="696"/>
                </a:lnTo>
                <a:lnTo>
                  <a:pt x="578" y="681"/>
                </a:lnTo>
                <a:lnTo>
                  <a:pt x="580" y="665"/>
                </a:lnTo>
                <a:lnTo>
                  <a:pt x="590" y="652"/>
                </a:lnTo>
                <a:lnTo>
                  <a:pt x="618" y="618"/>
                </a:lnTo>
                <a:lnTo>
                  <a:pt x="565" y="565"/>
                </a:lnTo>
                <a:lnTo>
                  <a:pt x="544" y="590"/>
                </a:lnTo>
                <a:lnTo>
                  <a:pt x="520" y="620"/>
                </a:lnTo>
                <a:lnTo>
                  <a:pt x="493" y="652"/>
                </a:lnTo>
                <a:lnTo>
                  <a:pt x="467" y="688"/>
                </a:lnTo>
                <a:lnTo>
                  <a:pt x="438" y="724"/>
                </a:lnTo>
                <a:lnTo>
                  <a:pt x="408" y="760"/>
                </a:lnTo>
                <a:lnTo>
                  <a:pt x="380" y="796"/>
                </a:lnTo>
                <a:lnTo>
                  <a:pt x="353" y="830"/>
                </a:lnTo>
                <a:lnTo>
                  <a:pt x="327" y="864"/>
                </a:lnTo>
                <a:lnTo>
                  <a:pt x="304" y="894"/>
                </a:lnTo>
                <a:lnTo>
                  <a:pt x="283" y="921"/>
                </a:lnTo>
                <a:lnTo>
                  <a:pt x="266" y="942"/>
                </a:lnTo>
                <a:lnTo>
                  <a:pt x="253" y="959"/>
                </a:lnTo>
                <a:lnTo>
                  <a:pt x="245" y="970"/>
                </a:lnTo>
                <a:lnTo>
                  <a:pt x="242" y="974"/>
                </a:lnTo>
                <a:lnTo>
                  <a:pt x="192" y="1023"/>
                </a:lnTo>
                <a:lnTo>
                  <a:pt x="168" y="1042"/>
                </a:lnTo>
                <a:lnTo>
                  <a:pt x="141" y="1053"/>
                </a:lnTo>
                <a:lnTo>
                  <a:pt x="113" y="1057"/>
                </a:lnTo>
                <a:lnTo>
                  <a:pt x="85" y="1053"/>
                </a:lnTo>
                <a:lnTo>
                  <a:pt x="56" y="1042"/>
                </a:lnTo>
                <a:lnTo>
                  <a:pt x="34" y="1023"/>
                </a:lnTo>
                <a:lnTo>
                  <a:pt x="15" y="1000"/>
                </a:lnTo>
                <a:lnTo>
                  <a:pt x="3" y="974"/>
                </a:lnTo>
                <a:lnTo>
                  <a:pt x="0" y="943"/>
                </a:lnTo>
                <a:lnTo>
                  <a:pt x="3" y="915"/>
                </a:lnTo>
                <a:lnTo>
                  <a:pt x="15" y="889"/>
                </a:lnTo>
                <a:lnTo>
                  <a:pt x="34" y="866"/>
                </a:lnTo>
                <a:lnTo>
                  <a:pt x="83" y="815"/>
                </a:lnTo>
                <a:lnTo>
                  <a:pt x="467" y="465"/>
                </a:lnTo>
                <a:lnTo>
                  <a:pt x="461" y="455"/>
                </a:lnTo>
                <a:lnTo>
                  <a:pt x="168" y="158"/>
                </a:lnTo>
                <a:lnTo>
                  <a:pt x="151" y="162"/>
                </a:lnTo>
                <a:lnTo>
                  <a:pt x="134" y="160"/>
                </a:lnTo>
                <a:lnTo>
                  <a:pt x="119" y="157"/>
                </a:lnTo>
                <a:lnTo>
                  <a:pt x="109" y="151"/>
                </a:lnTo>
                <a:lnTo>
                  <a:pt x="104" y="149"/>
                </a:lnTo>
                <a:lnTo>
                  <a:pt x="56" y="102"/>
                </a:lnTo>
                <a:lnTo>
                  <a:pt x="147" y="11"/>
                </a:lnTo>
                <a:lnTo>
                  <a:pt x="196" y="56"/>
                </a:lnTo>
                <a:lnTo>
                  <a:pt x="206" y="71"/>
                </a:lnTo>
                <a:lnTo>
                  <a:pt x="209" y="88"/>
                </a:lnTo>
                <a:lnTo>
                  <a:pt x="209" y="104"/>
                </a:lnTo>
                <a:lnTo>
                  <a:pt x="208" y="115"/>
                </a:lnTo>
                <a:lnTo>
                  <a:pt x="206" y="119"/>
                </a:lnTo>
                <a:lnTo>
                  <a:pt x="506" y="421"/>
                </a:lnTo>
                <a:lnTo>
                  <a:pt x="512" y="421"/>
                </a:lnTo>
                <a:lnTo>
                  <a:pt x="516" y="418"/>
                </a:lnTo>
                <a:lnTo>
                  <a:pt x="523" y="408"/>
                </a:lnTo>
                <a:lnTo>
                  <a:pt x="537" y="395"/>
                </a:lnTo>
                <a:lnTo>
                  <a:pt x="552" y="380"/>
                </a:lnTo>
                <a:lnTo>
                  <a:pt x="567" y="363"/>
                </a:lnTo>
                <a:lnTo>
                  <a:pt x="580" y="346"/>
                </a:lnTo>
                <a:lnTo>
                  <a:pt x="593" y="332"/>
                </a:lnTo>
                <a:lnTo>
                  <a:pt x="601" y="323"/>
                </a:lnTo>
                <a:lnTo>
                  <a:pt x="605" y="319"/>
                </a:lnTo>
                <a:lnTo>
                  <a:pt x="591" y="289"/>
                </a:lnTo>
                <a:lnTo>
                  <a:pt x="582" y="261"/>
                </a:lnTo>
                <a:lnTo>
                  <a:pt x="578" y="230"/>
                </a:lnTo>
                <a:lnTo>
                  <a:pt x="578" y="202"/>
                </a:lnTo>
                <a:lnTo>
                  <a:pt x="584" y="170"/>
                </a:lnTo>
                <a:lnTo>
                  <a:pt x="599" y="138"/>
                </a:lnTo>
                <a:lnTo>
                  <a:pt x="622" y="104"/>
                </a:lnTo>
                <a:lnTo>
                  <a:pt x="656" y="68"/>
                </a:lnTo>
                <a:lnTo>
                  <a:pt x="690" y="41"/>
                </a:lnTo>
                <a:lnTo>
                  <a:pt x="726" y="18"/>
                </a:lnTo>
                <a:lnTo>
                  <a:pt x="765" y="5"/>
                </a:lnTo>
                <a:lnTo>
                  <a:pt x="8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Paint Brush</a:t>
            </a:r>
          </a:p>
        </p:txBody>
      </p:sp>
      <p:sp>
        <p:nvSpPr>
          <p:cNvPr id="21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Small Brush</a:t>
            </a:r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Fountain Pen</a:t>
            </a:r>
          </a:p>
        </p:txBody>
      </p:sp>
      <p:sp>
        <p:nvSpPr>
          <p:cNvPr id="23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Big Brush</a:t>
            </a:r>
          </a:p>
        </p:txBody>
      </p:sp>
      <p:sp>
        <p:nvSpPr>
          <p:cNvPr id="24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Pencil</a:t>
            </a:r>
          </a:p>
        </p:txBody>
      </p:sp>
      <p:sp>
        <p:nvSpPr>
          <p:cNvPr id="25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Clipboard</a:t>
            </a:r>
          </a:p>
        </p:txBody>
      </p:sp>
      <p:sp>
        <p:nvSpPr>
          <p:cNvPr id="26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Cut &amp; Scissors</a:t>
            </a:r>
          </a:p>
        </p:txBody>
      </p:sp>
      <p:sp>
        <p:nvSpPr>
          <p:cNvPr id="27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Eyedropper</a:t>
            </a:r>
          </a:p>
        </p:txBody>
      </p:sp>
      <p:sp>
        <p:nvSpPr>
          <p:cNvPr id="28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Abacus</a:t>
            </a:r>
          </a:p>
        </p:txBody>
      </p:sp>
      <p:sp>
        <p:nvSpPr>
          <p:cNvPr id="29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Ruler</a:t>
            </a:r>
          </a:p>
        </p:txBody>
      </p:sp>
      <p:sp>
        <p:nvSpPr>
          <p:cNvPr id="30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Ruler 2</a:t>
            </a:r>
          </a:p>
        </p:txBody>
      </p:sp>
      <p:sp>
        <p:nvSpPr>
          <p:cNvPr id="31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Rake &amp; Scoop</a:t>
            </a:r>
          </a:p>
        </p:txBody>
      </p:sp>
      <p:sp>
        <p:nvSpPr>
          <p:cNvPr id="32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28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63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Location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auto">
          <a:xfrm>
            <a:off x="1100692" y="1407256"/>
            <a:ext cx="1080000" cy="729313"/>
          </a:xfrm>
          <a:custGeom>
            <a:avLst/>
            <a:gdLst>
              <a:gd name="T0" fmla="*/ 227 w 1121"/>
              <a:gd name="T1" fmla="*/ 536 h 757"/>
              <a:gd name="T2" fmla="*/ 227 w 1121"/>
              <a:gd name="T3" fmla="*/ 558 h 757"/>
              <a:gd name="T4" fmla="*/ 286 w 1121"/>
              <a:gd name="T5" fmla="*/ 566 h 757"/>
              <a:gd name="T6" fmla="*/ 303 w 1121"/>
              <a:gd name="T7" fmla="*/ 553 h 757"/>
              <a:gd name="T8" fmla="*/ 295 w 1121"/>
              <a:gd name="T9" fmla="*/ 532 h 757"/>
              <a:gd name="T10" fmla="*/ 465 w 1121"/>
              <a:gd name="T11" fmla="*/ 492 h 757"/>
              <a:gd name="T12" fmla="*/ 410 w 1121"/>
              <a:gd name="T13" fmla="*/ 543 h 757"/>
              <a:gd name="T14" fmla="*/ 414 w 1121"/>
              <a:gd name="T15" fmla="*/ 566 h 757"/>
              <a:gd name="T16" fmla="*/ 435 w 1121"/>
              <a:gd name="T17" fmla="*/ 568 h 757"/>
              <a:gd name="T18" fmla="*/ 482 w 1121"/>
              <a:gd name="T19" fmla="*/ 520 h 757"/>
              <a:gd name="T20" fmla="*/ 482 w 1121"/>
              <a:gd name="T21" fmla="*/ 502 h 757"/>
              <a:gd name="T22" fmla="*/ 465 w 1121"/>
              <a:gd name="T23" fmla="*/ 492 h 757"/>
              <a:gd name="T24" fmla="*/ 147 w 1121"/>
              <a:gd name="T25" fmla="*/ 426 h 757"/>
              <a:gd name="T26" fmla="*/ 151 w 1121"/>
              <a:gd name="T27" fmla="*/ 449 h 757"/>
              <a:gd name="T28" fmla="*/ 208 w 1121"/>
              <a:gd name="T29" fmla="*/ 494 h 757"/>
              <a:gd name="T30" fmla="*/ 223 w 1121"/>
              <a:gd name="T31" fmla="*/ 479 h 757"/>
              <a:gd name="T32" fmla="*/ 178 w 1121"/>
              <a:gd name="T33" fmla="*/ 422 h 757"/>
              <a:gd name="T34" fmla="*/ 915 w 1121"/>
              <a:gd name="T35" fmla="*/ 380 h 757"/>
              <a:gd name="T36" fmla="*/ 860 w 1121"/>
              <a:gd name="T37" fmla="*/ 432 h 757"/>
              <a:gd name="T38" fmla="*/ 864 w 1121"/>
              <a:gd name="T39" fmla="*/ 452 h 757"/>
              <a:gd name="T40" fmla="*/ 885 w 1121"/>
              <a:gd name="T41" fmla="*/ 456 h 757"/>
              <a:gd name="T42" fmla="*/ 932 w 1121"/>
              <a:gd name="T43" fmla="*/ 409 h 757"/>
              <a:gd name="T44" fmla="*/ 932 w 1121"/>
              <a:gd name="T45" fmla="*/ 390 h 757"/>
              <a:gd name="T46" fmla="*/ 915 w 1121"/>
              <a:gd name="T47" fmla="*/ 380 h 757"/>
              <a:gd name="T48" fmla="*/ 526 w 1121"/>
              <a:gd name="T49" fmla="*/ 426 h 757"/>
              <a:gd name="T50" fmla="*/ 522 w 1121"/>
              <a:gd name="T51" fmla="*/ 449 h 757"/>
              <a:gd name="T52" fmla="*/ 543 w 1121"/>
              <a:gd name="T53" fmla="*/ 458 h 757"/>
              <a:gd name="T54" fmla="*/ 594 w 1121"/>
              <a:gd name="T55" fmla="*/ 411 h 757"/>
              <a:gd name="T56" fmla="*/ 596 w 1121"/>
              <a:gd name="T57" fmla="*/ 394 h 757"/>
              <a:gd name="T58" fmla="*/ 582 w 1121"/>
              <a:gd name="T59" fmla="*/ 380 h 757"/>
              <a:gd name="T60" fmla="*/ 38 w 1121"/>
              <a:gd name="T61" fmla="*/ 309 h 757"/>
              <a:gd name="T62" fmla="*/ 36 w 1121"/>
              <a:gd name="T63" fmla="*/ 331 h 757"/>
              <a:gd name="T64" fmla="*/ 89 w 1121"/>
              <a:gd name="T65" fmla="*/ 382 h 757"/>
              <a:gd name="T66" fmla="*/ 110 w 1121"/>
              <a:gd name="T67" fmla="*/ 371 h 757"/>
              <a:gd name="T68" fmla="*/ 106 w 1121"/>
              <a:gd name="T69" fmla="*/ 350 h 757"/>
              <a:gd name="T70" fmla="*/ 49 w 1121"/>
              <a:gd name="T71" fmla="*/ 305 h 757"/>
              <a:gd name="T72" fmla="*/ 976 w 1121"/>
              <a:gd name="T73" fmla="*/ 314 h 757"/>
              <a:gd name="T74" fmla="*/ 972 w 1121"/>
              <a:gd name="T75" fmla="*/ 335 h 757"/>
              <a:gd name="T76" fmla="*/ 993 w 1121"/>
              <a:gd name="T77" fmla="*/ 344 h 757"/>
              <a:gd name="T78" fmla="*/ 1044 w 1121"/>
              <a:gd name="T79" fmla="*/ 299 h 757"/>
              <a:gd name="T80" fmla="*/ 1046 w 1121"/>
              <a:gd name="T81" fmla="*/ 282 h 757"/>
              <a:gd name="T82" fmla="*/ 1032 w 1121"/>
              <a:gd name="T83" fmla="*/ 267 h 757"/>
              <a:gd name="T84" fmla="*/ 824 w 1121"/>
              <a:gd name="T85" fmla="*/ 751 h 757"/>
              <a:gd name="T86" fmla="*/ 337 w 1121"/>
              <a:gd name="T87" fmla="*/ 117 h 757"/>
              <a:gd name="T88" fmla="*/ 675 w 1121"/>
              <a:gd name="T89" fmla="*/ 2 h 757"/>
              <a:gd name="T90" fmla="*/ 781 w 1121"/>
              <a:gd name="T91" fmla="*/ 462 h 757"/>
              <a:gd name="T92" fmla="*/ 724 w 1121"/>
              <a:gd name="T93" fmla="*/ 416 h 757"/>
              <a:gd name="T94" fmla="*/ 709 w 1121"/>
              <a:gd name="T95" fmla="*/ 432 h 757"/>
              <a:gd name="T96" fmla="*/ 754 w 1121"/>
              <a:gd name="T97" fmla="*/ 488 h 757"/>
              <a:gd name="T98" fmla="*/ 775 w 1121"/>
              <a:gd name="T99" fmla="*/ 492 h 757"/>
              <a:gd name="T100" fmla="*/ 787 w 1121"/>
              <a:gd name="T101" fmla="*/ 757 h 757"/>
              <a:gd name="T102" fmla="*/ 633 w 1121"/>
              <a:gd name="T103" fmla="*/ 636 h 7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1" h="757">
                <a:moveTo>
                  <a:pt x="242" y="528"/>
                </a:moveTo>
                <a:lnTo>
                  <a:pt x="236" y="530"/>
                </a:lnTo>
                <a:lnTo>
                  <a:pt x="231" y="532"/>
                </a:lnTo>
                <a:lnTo>
                  <a:pt x="227" y="536"/>
                </a:lnTo>
                <a:lnTo>
                  <a:pt x="225" y="541"/>
                </a:lnTo>
                <a:lnTo>
                  <a:pt x="223" y="547"/>
                </a:lnTo>
                <a:lnTo>
                  <a:pt x="225" y="553"/>
                </a:lnTo>
                <a:lnTo>
                  <a:pt x="227" y="558"/>
                </a:lnTo>
                <a:lnTo>
                  <a:pt x="231" y="562"/>
                </a:lnTo>
                <a:lnTo>
                  <a:pt x="236" y="566"/>
                </a:lnTo>
                <a:lnTo>
                  <a:pt x="242" y="566"/>
                </a:lnTo>
                <a:lnTo>
                  <a:pt x="286" y="566"/>
                </a:lnTo>
                <a:lnTo>
                  <a:pt x="291" y="566"/>
                </a:lnTo>
                <a:lnTo>
                  <a:pt x="295" y="562"/>
                </a:lnTo>
                <a:lnTo>
                  <a:pt x="301" y="558"/>
                </a:lnTo>
                <a:lnTo>
                  <a:pt x="303" y="553"/>
                </a:lnTo>
                <a:lnTo>
                  <a:pt x="303" y="547"/>
                </a:lnTo>
                <a:lnTo>
                  <a:pt x="303" y="541"/>
                </a:lnTo>
                <a:lnTo>
                  <a:pt x="301" y="536"/>
                </a:lnTo>
                <a:lnTo>
                  <a:pt x="295" y="532"/>
                </a:lnTo>
                <a:lnTo>
                  <a:pt x="291" y="530"/>
                </a:lnTo>
                <a:lnTo>
                  <a:pt x="286" y="528"/>
                </a:lnTo>
                <a:lnTo>
                  <a:pt x="242" y="528"/>
                </a:lnTo>
                <a:close/>
                <a:moveTo>
                  <a:pt x="465" y="492"/>
                </a:moveTo>
                <a:lnTo>
                  <a:pt x="459" y="494"/>
                </a:lnTo>
                <a:lnTo>
                  <a:pt x="454" y="498"/>
                </a:lnTo>
                <a:lnTo>
                  <a:pt x="414" y="539"/>
                </a:lnTo>
                <a:lnTo>
                  <a:pt x="410" y="543"/>
                </a:lnTo>
                <a:lnTo>
                  <a:pt x="408" y="549"/>
                </a:lnTo>
                <a:lnTo>
                  <a:pt x="408" y="554"/>
                </a:lnTo>
                <a:lnTo>
                  <a:pt x="410" y="560"/>
                </a:lnTo>
                <a:lnTo>
                  <a:pt x="414" y="566"/>
                </a:lnTo>
                <a:lnTo>
                  <a:pt x="418" y="568"/>
                </a:lnTo>
                <a:lnTo>
                  <a:pt x="424" y="570"/>
                </a:lnTo>
                <a:lnTo>
                  <a:pt x="429" y="570"/>
                </a:lnTo>
                <a:lnTo>
                  <a:pt x="435" y="568"/>
                </a:lnTo>
                <a:lnTo>
                  <a:pt x="441" y="566"/>
                </a:lnTo>
                <a:lnTo>
                  <a:pt x="480" y="524"/>
                </a:lnTo>
                <a:lnTo>
                  <a:pt x="480" y="524"/>
                </a:lnTo>
                <a:lnTo>
                  <a:pt x="482" y="520"/>
                </a:lnTo>
                <a:lnTo>
                  <a:pt x="482" y="517"/>
                </a:lnTo>
                <a:lnTo>
                  <a:pt x="484" y="511"/>
                </a:lnTo>
                <a:lnTo>
                  <a:pt x="484" y="507"/>
                </a:lnTo>
                <a:lnTo>
                  <a:pt x="482" y="502"/>
                </a:lnTo>
                <a:lnTo>
                  <a:pt x="480" y="498"/>
                </a:lnTo>
                <a:lnTo>
                  <a:pt x="477" y="494"/>
                </a:lnTo>
                <a:lnTo>
                  <a:pt x="471" y="492"/>
                </a:lnTo>
                <a:lnTo>
                  <a:pt x="465" y="492"/>
                </a:lnTo>
                <a:close/>
                <a:moveTo>
                  <a:pt x="161" y="416"/>
                </a:moveTo>
                <a:lnTo>
                  <a:pt x="157" y="418"/>
                </a:lnTo>
                <a:lnTo>
                  <a:pt x="151" y="422"/>
                </a:lnTo>
                <a:lnTo>
                  <a:pt x="147" y="426"/>
                </a:lnTo>
                <a:lnTo>
                  <a:pt x="146" y="432"/>
                </a:lnTo>
                <a:lnTo>
                  <a:pt x="146" y="437"/>
                </a:lnTo>
                <a:lnTo>
                  <a:pt x="147" y="443"/>
                </a:lnTo>
                <a:lnTo>
                  <a:pt x="151" y="449"/>
                </a:lnTo>
                <a:lnTo>
                  <a:pt x="191" y="488"/>
                </a:lnTo>
                <a:lnTo>
                  <a:pt x="197" y="492"/>
                </a:lnTo>
                <a:lnTo>
                  <a:pt x="202" y="494"/>
                </a:lnTo>
                <a:lnTo>
                  <a:pt x="208" y="494"/>
                </a:lnTo>
                <a:lnTo>
                  <a:pt x="214" y="492"/>
                </a:lnTo>
                <a:lnTo>
                  <a:pt x="217" y="488"/>
                </a:lnTo>
                <a:lnTo>
                  <a:pt x="221" y="484"/>
                </a:lnTo>
                <a:lnTo>
                  <a:pt x="223" y="479"/>
                </a:lnTo>
                <a:lnTo>
                  <a:pt x="223" y="473"/>
                </a:lnTo>
                <a:lnTo>
                  <a:pt x="221" y="467"/>
                </a:lnTo>
                <a:lnTo>
                  <a:pt x="217" y="462"/>
                </a:lnTo>
                <a:lnTo>
                  <a:pt x="178" y="422"/>
                </a:lnTo>
                <a:lnTo>
                  <a:pt x="172" y="418"/>
                </a:lnTo>
                <a:lnTo>
                  <a:pt x="166" y="416"/>
                </a:lnTo>
                <a:lnTo>
                  <a:pt x="161" y="416"/>
                </a:lnTo>
                <a:close/>
                <a:moveTo>
                  <a:pt x="915" y="380"/>
                </a:moveTo>
                <a:lnTo>
                  <a:pt x="910" y="382"/>
                </a:lnTo>
                <a:lnTo>
                  <a:pt x="904" y="386"/>
                </a:lnTo>
                <a:lnTo>
                  <a:pt x="864" y="426"/>
                </a:lnTo>
                <a:lnTo>
                  <a:pt x="860" y="432"/>
                </a:lnTo>
                <a:lnTo>
                  <a:pt x="858" y="437"/>
                </a:lnTo>
                <a:lnTo>
                  <a:pt x="858" y="443"/>
                </a:lnTo>
                <a:lnTo>
                  <a:pt x="860" y="449"/>
                </a:lnTo>
                <a:lnTo>
                  <a:pt x="864" y="452"/>
                </a:lnTo>
                <a:lnTo>
                  <a:pt x="868" y="456"/>
                </a:lnTo>
                <a:lnTo>
                  <a:pt x="874" y="458"/>
                </a:lnTo>
                <a:lnTo>
                  <a:pt x="879" y="458"/>
                </a:lnTo>
                <a:lnTo>
                  <a:pt x="885" y="456"/>
                </a:lnTo>
                <a:lnTo>
                  <a:pt x="891" y="452"/>
                </a:lnTo>
                <a:lnTo>
                  <a:pt x="930" y="413"/>
                </a:lnTo>
                <a:lnTo>
                  <a:pt x="930" y="411"/>
                </a:lnTo>
                <a:lnTo>
                  <a:pt x="932" y="409"/>
                </a:lnTo>
                <a:lnTo>
                  <a:pt x="932" y="403"/>
                </a:lnTo>
                <a:lnTo>
                  <a:pt x="934" y="399"/>
                </a:lnTo>
                <a:lnTo>
                  <a:pt x="934" y="394"/>
                </a:lnTo>
                <a:lnTo>
                  <a:pt x="932" y="390"/>
                </a:lnTo>
                <a:lnTo>
                  <a:pt x="930" y="386"/>
                </a:lnTo>
                <a:lnTo>
                  <a:pt x="927" y="382"/>
                </a:lnTo>
                <a:lnTo>
                  <a:pt x="921" y="380"/>
                </a:lnTo>
                <a:lnTo>
                  <a:pt x="915" y="380"/>
                </a:lnTo>
                <a:close/>
                <a:moveTo>
                  <a:pt x="577" y="380"/>
                </a:moveTo>
                <a:lnTo>
                  <a:pt x="571" y="382"/>
                </a:lnTo>
                <a:lnTo>
                  <a:pt x="567" y="386"/>
                </a:lnTo>
                <a:lnTo>
                  <a:pt x="526" y="426"/>
                </a:lnTo>
                <a:lnTo>
                  <a:pt x="522" y="432"/>
                </a:lnTo>
                <a:lnTo>
                  <a:pt x="520" y="437"/>
                </a:lnTo>
                <a:lnTo>
                  <a:pt x="520" y="443"/>
                </a:lnTo>
                <a:lnTo>
                  <a:pt x="522" y="449"/>
                </a:lnTo>
                <a:lnTo>
                  <a:pt x="526" y="452"/>
                </a:lnTo>
                <a:lnTo>
                  <a:pt x="531" y="456"/>
                </a:lnTo>
                <a:lnTo>
                  <a:pt x="537" y="458"/>
                </a:lnTo>
                <a:lnTo>
                  <a:pt x="543" y="458"/>
                </a:lnTo>
                <a:lnTo>
                  <a:pt x="548" y="456"/>
                </a:lnTo>
                <a:lnTo>
                  <a:pt x="552" y="452"/>
                </a:lnTo>
                <a:lnTo>
                  <a:pt x="594" y="413"/>
                </a:lnTo>
                <a:lnTo>
                  <a:pt x="594" y="411"/>
                </a:lnTo>
                <a:lnTo>
                  <a:pt x="594" y="409"/>
                </a:lnTo>
                <a:lnTo>
                  <a:pt x="596" y="403"/>
                </a:lnTo>
                <a:lnTo>
                  <a:pt x="596" y="399"/>
                </a:lnTo>
                <a:lnTo>
                  <a:pt x="596" y="394"/>
                </a:lnTo>
                <a:lnTo>
                  <a:pt x="596" y="390"/>
                </a:lnTo>
                <a:lnTo>
                  <a:pt x="594" y="386"/>
                </a:lnTo>
                <a:lnTo>
                  <a:pt x="588" y="382"/>
                </a:lnTo>
                <a:lnTo>
                  <a:pt x="582" y="380"/>
                </a:lnTo>
                <a:lnTo>
                  <a:pt x="577" y="380"/>
                </a:lnTo>
                <a:close/>
                <a:moveTo>
                  <a:pt x="49" y="305"/>
                </a:moveTo>
                <a:lnTo>
                  <a:pt x="43" y="307"/>
                </a:lnTo>
                <a:lnTo>
                  <a:pt x="38" y="309"/>
                </a:lnTo>
                <a:lnTo>
                  <a:pt x="36" y="314"/>
                </a:lnTo>
                <a:lnTo>
                  <a:pt x="34" y="320"/>
                </a:lnTo>
                <a:lnTo>
                  <a:pt x="34" y="326"/>
                </a:lnTo>
                <a:lnTo>
                  <a:pt x="36" y="331"/>
                </a:lnTo>
                <a:lnTo>
                  <a:pt x="38" y="335"/>
                </a:lnTo>
                <a:lnTo>
                  <a:pt x="79" y="377"/>
                </a:lnTo>
                <a:lnTo>
                  <a:pt x="85" y="380"/>
                </a:lnTo>
                <a:lnTo>
                  <a:pt x="89" y="382"/>
                </a:lnTo>
                <a:lnTo>
                  <a:pt x="95" y="382"/>
                </a:lnTo>
                <a:lnTo>
                  <a:pt x="100" y="380"/>
                </a:lnTo>
                <a:lnTo>
                  <a:pt x="106" y="377"/>
                </a:lnTo>
                <a:lnTo>
                  <a:pt x="110" y="371"/>
                </a:lnTo>
                <a:lnTo>
                  <a:pt x="112" y="365"/>
                </a:lnTo>
                <a:lnTo>
                  <a:pt x="112" y="360"/>
                </a:lnTo>
                <a:lnTo>
                  <a:pt x="110" y="354"/>
                </a:lnTo>
                <a:lnTo>
                  <a:pt x="106" y="350"/>
                </a:lnTo>
                <a:lnTo>
                  <a:pt x="64" y="309"/>
                </a:lnTo>
                <a:lnTo>
                  <a:pt x="61" y="307"/>
                </a:lnTo>
                <a:lnTo>
                  <a:pt x="55" y="305"/>
                </a:lnTo>
                <a:lnTo>
                  <a:pt x="49" y="305"/>
                </a:lnTo>
                <a:close/>
                <a:moveTo>
                  <a:pt x="1027" y="267"/>
                </a:moveTo>
                <a:lnTo>
                  <a:pt x="1021" y="269"/>
                </a:lnTo>
                <a:lnTo>
                  <a:pt x="1017" y="273"/>
                </a:lnTo>
                <a:lnTo>
                  <a:pt x="976" y="314"/>
                </a:lnTo>
                <a:lnTo>
                  <a:pt x="972" y="318"/>
                </a:lnTo>
                <a:lnTo>
                  <a:pt x="970" y="324"/>
                </a:lnTo>
                <a:lnTo>
                  <a:pt x="970" y="329"/>
                </a:lnTo>
                <a:lnTo>
                  <a:pt x="972" y="335"/>
                </a:lnTo>
                <a:lnTo>
                  <a:pt x="976" y="341"/>
                </a:lnTo>
                <a:lnTo>
                  <a:pt x="981" y="343"/>
                </a:lnTo>
                <a:lnTo>
                  <a:pt x="987" y="344"/>
                </a:lnTo>
                <a:lnTo>
                  <a:pt x="993" y="344"/>
                </a:lnTo>
                <a:lnTo>
                  <a:pt x="998" y="343"/>
                </a:lnTo>
                <a:lnTo>
                  <a:pt x="1002" y="341"/>
                </a:lnTo>
                <a:lnTo>
                  <a:pt x="1044" y="299"/>
                </a:lnTo>
                <a:lnTo>
                  <a:pt x="1044" y="299"/>
                </a:lnTo>
                <a:lnTo>
                  <a:pt x="1044" y="295"/>
                </a:lnTo>
                <a:lnTo>
                  <a:pt x="1046" y="291"/>
                </a:lnTo>
                <a:lnTo>
                  <a:pt x="1046" y="286"/>
                </a:lnTo>
                <a:lnTo>
                  <a:pt x="1046" y="282"/>
                </a:lnTo>
                <a:lnTo>
                  <a:pt x="1046" y="276"/>
                </a:lnTo>
                <a:lnTo>
                  <a:pt x="1044" y="273"/>
                </a:lnTo>
                <a:lnTo>
                  <a:pt x="1038" y="269"/>
                </a:lnTo>
                <a:lnTo>
                  <a:pt x="1032" y="267"/>
                </a:lnTo>
                <a:lnTo>
                  <a:pt x="1027" y="267"/>
                </a:lnTo>
                <a:close/>
                <a:moveTo>
                  <a:pt x="1121" y="40"/>
                </a:moveTo>
                <a:lnTo>
                  <a:pt x="1121" y="668"/>
                </a:lnTo>
                <a:lnTo>
                  <a:pt x="824" y="751"/>
                </a:lnTo>
                <a:lnTo>
                  <a:pt x="824" y="117"/>
                </a:lnTo>
                <a:lnTo>
                  <a:pt x="1121" y="40"/>
                </a:lnTo>
                <a:close/>
                <a:moveTo>
                  <a:pt x="0" y="4"/>
                </a:moveTo>
                <a:lnTo>
                  <a:pt x="337" y="117"/>
                </a:lnTo>
                <a:lnTo>
                  <a:pt x="333" y="747"/>
                </a:lnTo>
                <a:lnTo>
                  <a:pt x="0" y="642"/>
                </a:lnTo>
                <a:lnTo>
                  <a:pt x="0" y="4"/>
                </a:lnTo>
                <a:close/>
                <a:moveTo>
                  <a:pt x="675" y="2"/>
                </a:moveTo>
                <a:lnTo>
                  <a:pt x="787" y="114"/>
                </a:lnTo>
                <a:lnTo>
                  <a:pt x="787" y="471"/>
                </a:lnTo>
                <a:lnTo>
                  <a:pt x="785" y="467"/>
                </a:lnTo>
                <a:lnTo>
                  <a:pt x="781" y="462"/>
                </a:lnTo>
                <a:lnTo>
                  <a:pt x="739" y="422"/>
                </a:lnTo>
                <a:lnTo>
                  <a:pt x="736" y="418"/>
                </a:lnTo>
                <a:lnTo>
                  <a:pt x="730" y="416"/>
                </a:lnTo>
                <a:lnTo>
                  <a:pt x="724" y="416"/>
                </a:lnTo>
                <a:lnTo>
                  <a:pt x="719" y="418"/>
                </a:lnTo>
                <a:lnTo>
                  <a:pt x="713" y="422"/>
                </a:lnTo>
                <a:lnTo>
                  <a:pt x="711" y="426"/>
                </a:lnTo>
                <a:lnTo>
                  <a:pt x="709" y="432"/>
                </a:lnTo>
                <a:lnTo>
                  <a:pt x="709" y="437"/>
                </a:lnTo>
                <a:lnTo>
                  <a:pt x="711" y="443"/>
                </a:lnTo>
                <a:lnTo>
                  <a:pt x="713" y="449"/>
                </a:lnTo>
                <a:lnTo>
                  <a:pt x="754" y="488"/>
                </a:lnTo>
                <a:lnTo>
                  <a:pt x="758" y="492"/>
                </a:lnTo>
                <a:lnTo>
                  <a:pt x="764" y="494"/>
                </a:lnTo>
                <a:lnTo>
                  <a:pt x="770" y="494"/>
                </a:lnTo>
                <a:lnTo>
                  <a:pt x="775" y="492"/>
                </a:lnTo>
                <a:lnTo>
                  <a:pt x="781" y="488"/>
                </a:lnTo>
                <a:lnTo>
                  <a:pt x="785" y="484"/>
                </a:lnTo>
                <a:lnTo>
                  <a:pt x="787" y="479"/>
                </a:lnTo>
                <a:lnTo>
                  <a:pt x="787" y="757"/>
                </a:lnTo>
                <a:lnTo>
                  <a:pt x="673" y="642"/>
                </a:lnTo>
                <a:lnTo>
                  <a:pt x="675" y="2"/>
                </a:lnTo>
                <a:close/>
                <a:moveTo>
                  <a:pt x="633" y="0"/>
                </a:moveTo>
                <a:lnTo>
                  <a:pt x="633" y="636"/>
                </a:lnTo>
                <a:lnTo>
                  <a:pt x="373" y="755"/>
                </a:lnTo>
                <a:lnTo>
                  <a:pt x="373" y="117"/>
                </a:lnTo>
                <a:lnTo>
                  <a:pt x="63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7"/>
          <p:cNvSpPr>
            <a:spLocks noChangeAspect="1" noEditPoints="1"/>
          </p:cNvSpPr>
          <p:nvPr/>
        </p:nvSpPr>
        <p:spPr bwMode="auto">
          <a:xfrm>
            <a:off x="2756876" y="1230951"/>
            <a:ext cx="1080000" cy="1081925"/>
          </a:xfrm>
          <a:custGeom>
            <a:avLst/>
            <a:gdLst>
              <a:gd name="T0" fmla="*/ 1037 w 1122"/>
              <a:gd name="T1" fmla="*/ 1124 h 1124"/>
              <a:gd name="T2" fmla="*/ 129 w 1122"/>
              <a:gd name="T3" fmla="*/ 475 h 1124"/>
              <a:gd name="T4" fmla="*/ 148 w 1122"/>
              <a:gd name="T5" fmla="*/ 706 h 1124"/>
              <a:gd name="T6" fmla="*/ 216 w 1122"/>
              <a:gd name="T7" fmla="*/ 870 h 1124"/>
              <a:gd name="T8" fmla="*/ 259 w 1122"/>
              <a:gd name="T9" fmla="*/ 1037 h 1124"/>
              <a:gd name="T10" fmla="*/ 388 w 1122"/>
              <a:gd name="T11" fmla="*/ 583 h 1124"/>
              <a:gd name="T12" fmla="*/ 770 w 1122"/>
              <a:gd name="T13" fmla="*/ 371 h 1124"/>
              <a:gd name="T14" fmla="*/ 755 w 1122"/>
              <a:gd name="T15" fmla="*/ 399 h 1124"/>
              <a:gd name="T16" fmla="*/ 781 w 1122"/>
              <a:gd name="T17" fmla="*/ 405 h 1124"/>
              <a:gd name="T18" fmla="*/ 777 w 1122"/>
              <a:gd name="T19" fmla="*/ 373 h 1124"/>
              <a:gd name="T20" fmla="*/ 883 w 1122"/>
              <a:gd name="T21" fmla="*/ 335 h 1124"/>
              <a:gd name="T22" fmla="*/ 887 w 1122"/>
              <a:gd name="T23" fmla="*/ 407 h 1124"/>
              <a:gd name="T24" fmla="*/ 906 w 1122"/>
              <a:gd name="T25" fmla="*/ 397 h 1124"/>
              <a:gd name="T26" fmla="*/ 899 w 1122"/>
              <a:gd name="T27" fmla="*/ 335 h 1124"/>
              <a:gd name="T28" fmla="*/ 895 w 1122"/>
              <a:gd name="T29" fmla="*/ 322 h 1124"/>
              <a:gd name="T30" fmla="*/ 759 w 1122"/>
              <a:gd name="T31" fmla="*/ 346 h 1124"/>
              <a:gd name="T32" fmla="*/ 783 w 1122"/>
              <a:gd name="T33" fmla="*/ 329 h 1124"/>
              <a:gd name="T34" fmla="*/ 917 w 1122"/>
              <a:gd name="T35" fmla="*/ 307 h 1124"/>
              <a:gd name="T36" fmla="*/ 923 w 1122"/>
              <a:gd name="T37" fmla="*/ 416 h 1124"/>
              <a:gd name="T38" fmla="*/ 872 w 1122"/>
              <a:gd name="T39" fmla="*/ 422 h 1124"/>
              <a:gd name="T40" fmla="*/ 868 w 1122"/>
              <a:gd name="T41" fmla="*/ 312 h 1124"/>
              <a:gd name="T42" fmla="*/ 785 w 1122"/>
              <a:gd name="T43" fmla="*/ 303 h 1124"/>
              <a:gd name="T44" fmla="*/ 804 w 1122"/>
              <a:gd name="T45" fmla="*/ 343 h 1124"/>
              <a:gd name="T46" fmla="*/ 808 w 1122"/>
              <a:gd name="T47" fmla="*/ 379 h 1124"/>
              <a:gd name="T48" fmla="*/ 793 w 1122"/>
              <a:gd name="T49" fmla="*/ 424 h 1124"/>
              <a:gd name="T50" fmla="*/ 742 w 1122"/>
              <a:gd name="T51" fmla="*/ 420 h 1124"/>
              <a:gd name="T52" fmla="*/ 738 w 1122"/>
              <a:gd name="T53" fmla="*/ 367 h 1124"/>
              <a:gd name="T54" fmla="*/ 732 w 1122"/>
              <a:gd name="T55" fmla="*/ 335 h 1124"/>
              <a:gd name="T56" fmla="*/ 760 w 1122"/>
              <a:gd name="T57" fmla="*/ 303 h 1124"/>
              <a:gd name="T58" fmla="*/ 679 w 1122"/>
              <a:gd name="T59" fmla="*/ 316 h 1124"/>
              <a:gd name="T60" fmla="*/ 672 w 1122"/>
              <a:gd name="T61" fmla="*/ 369 h 1124"/>
              <a:gd name="T62" fmla="*/ 638 w 1122"/>
              <a:gd name="T63" fmla="*/ 405 h 1124"/>
              <a:gd name="T64" fmla="*/ 617 w 1122"/>
              <a:gd name="T65" fmla="*/ 397 h 1124"/>
              <a:gd name="T66" fmla="*/ 653 w 1122"/>
              <a:gd name="T67" fmla="*/ 356 h 1124"/>
              <a:gd name="T68" fmla="*/ 651 w 1122"/>
              <a:gd name="T69" fmla="*/ 324 h 1124"/>
              <a:gd name="T70" fmla="*/ 628 w 1122"/>
              <a:gd name="T71" fmla="*/ 341 h 1124"/>
              <a:gd name="T72" fmla="*/ 645 w 1122"/>
              <a:gd name="T73" fmla="*/ 303 h 1124"/>
              <a:gd name="T74" fmla="*/ 481 w 1122"/>
              <a:gd name="T75" fmla="*/ 346 h 1124"/>
              <a:gd name="T76" fmla="*/ 592 w 1122"/>
              <a:gd name="T77" fmla="*/ 517 h 1124"/>
              <a:gd name="T78" fmla="*/ 793 w 1122"/>
              <a:gd name="T79" fmla="*/ 560 h 1124"/>
              <a:gd name="T80" fmla="*/ 946 w 1122"/>
              <a:gd name="T81" fmla="*/ 503 h 1124"/>
              <a:gd name="T82" fmla="*/ 477 w 1122"/>
              <a:gd name="T83" fmla="*/ 259 h 1124"/>
              <a:gd name="T84" fmla="*/ 505 w 1122"/>
              <a:gd name="T85" fmla="*/ 116 h 1124"/>
              <a:gd name="T86" fmla="*/ 1031 w 1122"/>
              <a:gd name="T87" fmla="*/ 203 h 1124"/>
              <a:gd name="T88" fmla="*/ 950 w 1122"/>
              <a:gd name="T89" fmla="*/ 91 h 1124"/>
              <a:gd name="T90" fmla="*/ 868 w 1122"/>
              <a:gd name="T91" fmla="*/ 170 h 1124"/>
              <a:gd name="T92" fmla="*/ 772 w 1122"/>
              <a:gd name="T93" fmla="*/ 87 h 1124"/>
              <a:gd name="T94" fmla="*/ 687 w 1122"/>
              <a:gd name="T95" fmla="*/ 167 h 1124"/>
              <a:gd name="T96" fmla="*/ 590 w 1122"/>
              <a:gd name="T97" fmla="*/ 148 h 1124"/>
              <a:gd name="T98" fmla="*/ 0 w 1122"/>
              <a:gd name="T99" fmla="*/ 259 h 1124"/>
              <a:gd name="T100" fmla="*/ 216 w 1122"/>
              <a:gd name="T101" fmla="*/ 0 h 1124"/>
              <a:gd name="T102" fmla="*/ 431 w 1122"/>
              <a:gd name="T103" fmla="*/ 348 h 1124"/>
              <a:gd name="T104" fmla="*/ 388 w 1122"/>
              <a:gd name="T105" fmla="*/ 0 h 1124"/>
              <a:gd name="T106" fmla="*/ 1122 w 1122"/>
              <a:gd name="T107" fmla="*/ 259 h 1124"/>
              <a:gd name="T108" fmla="*/ 562 w 1122"/>
              <a:gd name="T109" fmla="*/ 1124 h 1124"/>
              <a:gd name="T110" fmla="*/ 17 w 1122"/>
              <a:gd name="T111" fmla="*/ 1088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22" h="1124">
                <a:moveTo>
                  <a:pt x="1122" y="691"/>
                </a:moveTo>
                <a:lnTo>
                  <a:pt x="1122" y="1037"/>
                </a:lnTo>
                <a:lnTo>
                  <a:pt x="1118" y="1063"/>
                </a:lnTo>
                <a:lnTo>
                  <a:pt x="1105" y="1088"/>
                </a:lnTo>
                <a:lnTo>
                  <a:pt x="1086" y="1107"/>
                </a:lnTo>
                <a:lnTo>
                  <a:pt x="1063" y="1118"/>
                </a:lnTo>
                <a:lnTo>
                  <a:pt x="1037" y="1124"/>
                </a:lnTo>
                <a:lnTo>
                  <a:pt x="863" y="1124"/>
                </a:lnTo>
                <a:lnTo>
                  <a:pt x="863" y="693"/>
                </a:lnTo>
                <a:lnTo>
                  <a:pt x="1122" y="691"/>
                </a:lnTo>
                <a:close/>
                <a:moveTo>
                  <a:pt x="237" y="432"/>
                </a:moveTo>
                <a:lnTo>
                  <a:pt x="197" y="437"/>
                </a:lnTo>
                <a:lnTo>
                  <a:pt x="161" y="452"/>
                </a:lnTo>
                <a:lnTo>
                  <a:pt x="129" y="475"/>
                </a:lnTo>
                <a:lnTo>
                  <a:pt x="106" y="507"/>
                </a:lnTo>
                <a:lnTo>
                  <a:pt x="91" y="543"/>
                </a:lnTo>
                <a:lnTo>
                  <a:pt x="85" y="583"/>
                </a:lnTo>
                <a:lnTo>
                  <a:pt x="89" y="621"/>
                </a:lnTo>
                <a:lnTo>
                  <a:pt x="102" y="653"/>
                </a:lnTo>
                <a:lnTo>
                  <a:pt x="123" y="683"/>
                </a:lnTo>
                <a:lnTo>
                  <a:pt x="148" y="706"/>
                </a:lnTo>
                <a:lnTo>
                  <a:pt x="180" y="723"/>
                </a:lnTo>
                <a:lnTo>
                  <a:pt x="214" y="732"/>
                </a:lnTo>
                <a:lnTo>
                  <a:pt x="216" y="742"/>
                </a:lnTo>
                <a:lnTo>
                  <a:pt x="216" y="765"/>
                </a:lnTo>
                <a:lnTo>
                  <a:pt x="216" y="793"/>
                </a:lnTo>
                <a:lnTo>
                  <a:pt x="216" y="831"/>
                </a:lnTo>
                <a:lnTo>
                  <a:pt x="216" y="870"/>
                </a:lnTo>
                <a:lnTo>
                  <a:pt x="214" y="910"/>
                </a:lnTo>
                <a:lnTo>
                  <a:pt x="214" y="950"/>
                </a:lnTo>
                <a:lnTo>
                  <a:pt x="214" y="986"/>
                </a:lnTo>
                <a:lnTo>
                  <a:pt x="214" y="1014"/>
                </a:lnTo>
                <a:lnTo>
                  <a:pt x="214" y="1033"/>
                </a:lnTo>
                <a:lnTo>
                  <a:pt x="214" y="1039"/>
                </a:lnTo>
                <a:lnTo>
                  <a:pt x="259" y="1037"/>
                </a:lnTo>
                <a:lnTo>
                  <a:pt x="259" y="732"/>
                </a:lnTo>
                <a:lnTo>
                  <a:pt x="293" y="723"/>
                </a:lnTo>
                <a:lnTo>
                  <a:pt x="326" y="706"/>
                </a:lnTo>
                <a:lnTo>
                  <a:pt x="352" y="683"/>
                </a:lnTo>
                <a:lnTo>
                  <a:pt x="371" y="653"/>
                </a:lnTo>
                <a:lnTo>
                  <a:pt x="384" y="621"/>
                </a:lnTo>
                <a:lnTo>
                  <a:pt x="388" y="583"/>
                </a:lnTo>
                <a:lnTo>
                  <a:pt x="382" y="543"/>
                </a:lnTo>
                <a:lnTo>
                  <a:pt x="367" y="507"/>
                </a:lnTo>
                <a:lnTo>
                  <a:pt x="344" y="475"/>
                </a:lnTo>
                <a:lnTo>
                  <a:pt x="314" y="452"/>
                </a:lnTo>
                <a:lnTo>
                  <a:pt x="276" y="437"/>
                </a:lnTo>
                <a:lnTo>
                  <a:pt x="237" y="432"/>
                </a:lnTo>
                <a:close/>
                <a:moveTo>
                  <a:pt x="770" y="371"/>
                </a:moveTo>
                <a:lnTo>
                  <a:pt x="764" y="371"/>
                </a:lnTo>
                <a:lnTo>
                  <a:pt x="760" y="373"/>
                </a:lnTo>
                <a:lnTo>
                  <a:pt x="757" y="377"/>
                </a:lnTo>
                <a:lnTo>
                  <a:pt x="753" y="382"/>
                </a:lnTo>
                <a:lnTo>
                  <a:pt x="753" y="390"/>
                </a:lnTo>
                <a:lnTo>
                  <a:pt x="753" y="396"/>
                </a:lnTo>
                <a:lnTo>
                  <a:pt x="755" y="399"/>
                </a:lnTo>
                <a:lnTo>
                  <a:pt x="757" y="405"/>
                </a:lnTo>
                <a:lnTo>
                  <a:pt x="760" y="407"/>
                </a:lnTo>
                <a:lnTo>
                  <a:pt x="764" y="409"/>
                </a:lnTo>
                <a:lnTo>
                  <a:pt x="770" y="411"/>
                </a:lnTo>
                <a:lnTo>
                  <a:pt x="774" y="409"/>
                </a:lnTo>
                <a:lnTo>
                  <a:pt x="777" y="407"/>
                </a:lnTo>
                <a:lnTo>
                  <a:pt x="781" y="405"/>
                </a:lnTo>
                <a:lnTo>
                  <a:pt x="785" y="401"/>
                </a:lnTo>
                <a:lnTo>
                  <a:pt x="787" y="396"/>
                </a:lnTo>
                <a:lnTo>
                  <a:pt x="787" y="390"/>
                </a:lnTo>
                <a:lnTo>
                  <a:pt x="787" y="384"/>
                </a:lnTo>
                <a:lnTo>
                  <a:pt x="785" y="379"/>
                </a:lnTo>
                <a:lnTo>
                  <a:pt x="781" y="375"/>
                </a:lnTo>
                <a:lnTo>
                  <a:pt x="777" y="373"/>
                </a:lnTo>
                <a:lnTo>
                  <a:pt x="774" y="371"/>
                </a:lnTo>
                <a:lnTo>
                  <a:pt x="770" y="371"/>
                </a:lnTo>
                <a:close/>
                <a:moveTo>
                  <a:pt x="895" y="322"/>
                </a:moveTo>
                <a:lnTo>
                  <a:pt x="891" y="324"/>
                </a:lnTo>
                <a:lnTo>
                  <a:pt x="887" y="326"/>
                </a:lnTo>
                <a:lnTo>
                  <a:pt x="885" y="329"/>
                </a:lnTo>
                <a:lnTo>
                  <a:pt x="883" y="335"/>
                </a:lnTo>
                <a:lnTo>
                  <a:pt x="881" y="346"/>
                </a:lnTo>
                <a:lnTo>
                  <a:pt x="880" y="365"/>
                </a:lnTo>
                <a:lnTo>
                  <a:pt x="881" y="379"/>
                </a:lnTo>
                <a:lnTo>
                  <a:pt x="881" y="388"/>
                </a:lnTo>
                <a:lnTo>
                  <a:pt x="883" y="396"/>
                </a:lnTo>
                <a:lnTo>
                  <a:pt x="885" y="403"/>
                </a:lnTo>
                <a:lnTo>
                  <a:pt x="887" y="407"/>
                </a:lnTo>
                <a:lnTo>
                  <a:pt x="891" y="409"/>
                </a:lnTo>
                <a:lnTo>
                  <a:pt x="895" y="409"/>
                </a:lnTo>
                <a:lnTo>
                  <a:pt x="899" y="409"/>
                </a:lnTo>
                <a:lnTo>
                  <a:pt x="899" y="409"/>
                </a:lnTo>
                <a:lnTo>
                  <a:pt x="900" y="407"/>
                </a:lnTo>
                <a:lnTo>
                  <a:pt x="904" y="403"/>
                </a:lnTo>
                <a:lnTo>
                  <a:pt x="906" y="397"/>
                </a:lnTo>
                <a:lnTo>
                  <a:pt x="908" y="384"/>
                </a:lnTo>
                <a:lnTo>
                  <a:pt x="908" y="365"/>
                </a:lnTo>
                <a:lnTo>
                  <a:pt x="908" y="358"/>
                </a:lnTo>
                <a:lnTo>
                  <a:pt x="906" y="350"/>
                </a:lnTo>
                <a:lnTo>
                  <a:pt x="902" y="344"/>
                </a:lnTo>
                <a:lnTo>
                  <a:pt x="900" y="339"/>
                </a:lnTo>
                <a:lnTo>
                  <a:pt x="899" y="335"/>
                </a:lnTo>
                <a:lnTo>
                  <a:pt x="897" y="329"/>
                </a:lnTo>
                <a:lnTo>
                  <a:pt x="895" y="326"/>
                </a:lnTo>
                <a:lnTo>
                  <a:pt x="893" y="324"/>
                </a:lnTo>
                <a:lnTo>
                  <a:pt x="895" y="324"/>
                </a:lnTo>
                <a:lnTo>
                  <a:pt x="895" y="322"/>
                </a:lnTo>
                <a:lnTo>
                  <a:pt x="897" y="322"/>
                </a:lnTo>
                <a:lnTo>
                  <a:pt x="895" y="322"/>
                </a:lnTo>
                <a:close/>
                <a:moveTo>
                  <a:pt x="770" y="322"/>
                </a:moveTo>
                <a:lnTo>
                  <a:pt x="762" y="322"/>
                </a:lnTo>
                <a:lnTo>
                  <a:pt x="759" y="326"/>
                </a:lnTo>
                <a:lnTo>
                  <a:pt x="755" y="329"/>
                </a:lnTo>
                <a:lnTo>
                  <a:pt x="755" y="337"/>
                </a:lnTo>
                <a:lnTo>
                  <a:pt x="755" y="343"/>
                </a:lnTo>
                <a:lnTo>
                  <a:pt x="759" y="346"/>
                </a:lnTo>
                <a:lnTo>
                  <a:pt x="762" y="350"/>
                </a:lnTo>
                <a:lnTo>
                  <a:pt x="768" y="352"/>
                </a:lnTo>
                <a:lnTo>
                  <a:pt x="776" y="350"/>
                </a:lnTo>
                <a:lnTo>
                  <a:pt x="779" y="346"/>
                </a:lnTo>
                <a:lnTo>
                  <a:pt x="783" y="343"/>
                </a:lnTo>
                <a:lnTo>
                  <a:pt x="783" y="337"/>
                </a:lnTo>
                <a:lnTo>
                  <a:pt x="783" y="329"/>
                </a:lnTo>
                <a:lnTo>
                  <a:pt x="779" y="326"/>
                </a:lnTo>
                <a:lnTo>
                  <a:pt x="776" y="322"/>
                </a:lnTo>
                <a:lnTo>
                  <a:pt x="770" y="322"/>
                </a:lnTo>
                <a:close/>
                <a:moveTo>
                  <a:pt x="895" y="303"/>
                </a:moveTo>
                <a:lnTo>
                  <a:pt x="904" y="303"/>
                </a:lnTo>
                <a:lnTo>
                  <a:pt x="912" y="305"/>
                </a:lnTo>
                <a:lnTo>
                  <a:pt x="917" y="307"/>
                </a:lnTo>
                <a:lnTo>
                  <a:pt x="923" y="312"/>
                </a:lnTo>
                <a:lnTo>
                  <a:pt x="931" y="326"/>
                </a:lnTo>
                <a:lnTo>
                  <a:pt x="934" y="344"/>
                </a:lnTo>
                <a:lnTo>
                  <a:pt x="936" y="365"/>
                </a:lnTo>
                <a:lnTo>
                  <a:pt x="934" y="386"/>
                </a:lnTo>
                <a:lnTo>
                  <a:pt x="931" y="403"/>
                </a:lnTo>
                <a:lnTo>
                  <a:pt x="923" y="416"/>
                </a:lnTo>
                <a:lnTo>
                  <a:pt x="917" y="422"/>
                </a:lnTo>
                <a:lnTo>
                  <a:pt x="912" y="428"/>
                </a:lnTo>
                <a:lnTo>
                  <a:pt x="904" y="430"/>
                </a:lnTo>
                <a:lnTo>
                  <a:pt x="895" y="432"/>
                </a:lnTo>
                <a:lnTo>
                  <a:pt x="887" y="430"/>
                </a:lnTo>
                <a:lnTo>
                  <a:pt x="880" y="426"/>
                </a:lnTo>
                <a:lnTo>
                  <a:pt x="872" y="422"/>
                </a:lnTo>
                <a:lnTo>
                  <a:pt x="866" y="414"/>
                </a:lnTo>
                <a:lnTo>
                  <a:pt x="861" y="403"/>
                </a:lnTo>
                <a:lnTo>
                  <a:pt x="857" y="386"/>
                </a:lnTo>
                <a:lnTo>
                  <a:pt x="855" y="365"/>
                </a:lnTo>
                <a:lnTo>
                  <a:pt x="857" y="344"/>
                </a:lnTo>
                <a:lnTo>
                  <a:pt x="861" y="326"/>
                </a:lnTo>
                <a:lnTo>
                  <a:pt x="868" y="312"/>
                </a:lnTo>
                <a:lnTo>
                  <a:pt x="874" y="307"/>
                </a:lnTo>
                <a:lnTo>
                  <a:pt x="880" y="305"/>
                </a:lnTo>
                <a:lnTo>
                  <a:pt x="887" y="303"/>
                </a:lnTo>
                <a:lnTo>
                  <a:pt x="895" y="303"/>
                </a:lnTo>
                <a:close/>
                <a:moveTo>
                  <a:pt x="768" y="303"/>
                </a:moveTo>
                <a:lnTo>
                  <a:pt x="777" y="303"/>
                </a:lnTo>
                <a:lnTo>
                  <a:pt x="785" y="303"/>
                </a:lnTo>
                <a:lnTo>
                  <a:pt x="791" y="305"/>
                </a:lnTo>
                <a:lnTo>
                  <a:pt x="796" y="309"/>
                </a:lnTo>
                <a:lnTo>
                  <a:pt x="800" y="314"/>
                </a:lnTo>
                <a:lnTo>
                  <a:pt x="804" y="320"/>
                </a:lnTo>
                <a:lnTo>
                  <a:pt x="806" y="327"/>
                </a:lnTo>
                <a:lnTo>
                  <a:pt x="806" y="335"/>
                </a:lnTo>
                <a:lnTo>
                  <a:pt x="804" y="343"/>
                </a:lnTo>
                <a:lnTo>
                  <a:pt x="802" y="350"/>
                </a:lnTo>
                <a:lnTo>
                  <a:pt x="796" y="356"/>
                </a:lnTo>
                <a:lnTo>
                  <a:pt x="789" y="360"/>
                </a:lnTo>
                <a:lnTo>
                  <a:pt x="795" y="363"/>
                </a:lnTo>
                <a:lnTo>
                  <a:pt x="800" y="367"/>
                </a:lnTo>
                <a:lnTo>
                  <a:pt x="804" y="373"/>
                </a:lnTo>
                <a:lnTo>
                  <a:pt x="808" y="379"/>
                </a:lnTo>
                <a:lnTo>
                  <a:pt x="810" y="384"/>
                </a:lnTo>
                <a:lnTo>
                  <a:pt x="810" y="390"/>
                </a:lnTo>
                <a:lnTo>
                  <a:pt x="810" y="399"/>
                </a:lnTo>
                <a:lnTo>
                  <a:pt x="808" y="405"/>
                </a:lnTo>
                <a:lnTo>
                  <a:pt x="804" y="413"/>
                </a:lnTo>
                <a:lnTo>
                  <a:pt x="798" y="418"/>
                </a:lnTo>
                <a:lnTo>
                  <a:pt x="793" y="424"/>
                </a:lnTo>
                <a:lnTo>
                  <a:pt x="787" y="428"/>
                </a:lnTo>
                <a:lnTo>
                  <a:pt x="779" y="430"/>
                </a:lnTo>
                <a:lnTo>
                  <a:pt x="770" y="432"/>
                </a:lnTo>
                <a:lnTo>
                  <a:pt x="762" y="432"/>
                </a:lnTo>
                <a:lnTo>
                  <a:pt x="755" y="428"/>
                </a:lnTo>
                <a:lnTo>
                  <a:pt x="747" y="424"/>
                </a:lnTo>
                <a:lnTo>
                  <a:pt x="742" y="420"/>
                </a:lnTo>
                <a:lnTo>
                  <a:pt x="736" y="414"/>
                </a:lnTo>
                <a:lnTo>
                  <a:pt x="732" y="407"/>
                </a:lnTo>
                <a:lnTo>
                  <a:pt x="730" y="399"/>
                </a:lnTo>
                <a:lnTo>
                  <a:pt x="728" y="392"/>
                </a:lnTo>
                <a:lnTo>
                  <a:pt x="730" y="382"/>
                </a:lnTo>
                <a:lnTo>
                  <a:pt x="734" y="373"/>
                </a:lnTo>
                <a:lnTo>
                  <a:pt x="738" y="367"/>
                </a:lnTo>
                <a:lnTo>
                  <a:pt x="743" y="363"/>
                </a:lnTo>
                <a:lnTo>
                  <a:pt x="749" y="360"/>
                </a:lnTo>
                <a:lnTo>
                  <a:pt x="743" y="358"/>
                </a:lnTo>
                <a:lnTo>
                  <a:pt x="740" y="354"/>
                </a:lnTo>
                <a:lnTo>
                  <a:pt x="736" y="350"/>
                </a:lnTo>
                <a:lnTo>
                  <a:pt x="732" y="343"/>
                </a:lnTo>
                <a:lnTo>
                  <a:pt x="732" y="335"/>
                </a:lnTo>
                <a:lnTo>
                  <a:pt x="732" y="327"/>
                </a:lnTo>
                <a:lnTo>
                  <a:pt x="734" y="320"/>
                </a:lnTo>
                <a:lnTo>
                  <a:pt x="738" y="314"/>
                </a:lnTo>
                <a:lnTo>
                  <a:pt x="742" y="309"/>
                </a:lnTo>
                <a:lnTo>
                  <a:pt x="747" y="305"/>
                </a:lnTo>
                <a:lnTo>
                  <a:pt x="753" y="303"/>
                </a:lnTo>
                <a:lnTo>
                  <a:pt x="760" y="303"/>
                </a:lnTo>
                <a:lnTo>
                  <a:pt x="768" y="303"/>
                </a:lnTo>
                <a:close/>
                <a:moveTo>
                  <a:pt x="645" y="303"/>
                </a:moveTo>
                <a:lnTo>
                  <a:pt x="655" y="303"/>
                </a:lnTo>
                <a:lnTo>
                  <a:pt x="662" y="303"/>
                </a:lnTo>
                <a:lnTo>
                  <a:pt x="668" y="307"/>
                </a:lnTo>
                <a:lnTo>
                  <a:pt x="673" y="310"/>
                </a:lnTo>
                <a:lnTo>
                  <a:pt x="679" y="316"/>
                </a:lnTo>
                <a:lnTo>
                  <a:pt x="681" y="322"/>
                </a:lnTo>
                <a:lnTo>
                  <a:pt x="683" y="329"/>
                </a:lnTo>
                <a:lnTo>
                  <a:pt x="685" y="337"/>
                </a:lnTo>
                <a:lnTo>
                  <a:pt x="683" y="344"/>
                </a:lnTo>
                <a:lnTo>
                  <a:pt x="681" y="352"/>
                </a:lnTo>
                <a:lnTo>
                  <a:pt x="677" y="361"/>
                </a:lnTo>
                <a:lnTo>
                  <a:pt x="672" y="369"/>
                </a:lnTo>
                <a:lnTo>
                  <a:pt x="668" y="373"/>
                </a:lnTo>
                <a:lnTo>
                  <a:pt x="662" y="379"/>
                </a:lnTo>
                <a:lnTo>
                  <a:pt x="656" y="384"/>
                </a:lnTo>
                <a:lnTo>
                  <a:pt x="649" y="390"/>
                </a:lnTo>
                <a:lnTo>
                  <a:pt x="645" y="396"/>
                </a:lnTo>
                <a:lnTo>
                  <a:pt x="641" y="397"/>
                </a:lnTo>
                <a:lnTo>
                  <a:pt x="638" y="405"/>
                </a:lnTo>
                <a:lnTo>
                  <a:pt x="685" y="405"/>
                </a:lnTo>
                <a:lnTo>
                  <a:pt x="685" y="430"/>
                </a:lnTo>
                <a:lnTo>
                  <a:pt x="607" y="430"/>
                </a:lnTo>
                <a:lnTo>
                  <a:pt x="607" y="420"/>
                </a:lnTo>
                <a:lnTo>
                  <a:pt x="611" y="411"/>
                </a:lnTo>
                <a:lnTo>
                  <a:pt x="615" y="403"/>
                </a:lnTo>
                <a:lnTo>
                  <a:pt x="617" y="397"/>
                </a:lnTo>
                <a:lnTo>
                  <a:pt x="621" y="394"/>
                </a:lnTo>
                <a:lnTo>
                  <a:pt x="624" y="386"/>
                </a:lnTo>
                <a:lnTo>
                  <a:pt x="630" y="380"/>
                </a:lnTo>
                <a:lnTo>
                  <a:pt x="636" y="373"/>
                </a:lnTo>
                <a:lnTo>
                  <a:pt x="643" y="367"/>
                </a:lnTo>
                <a:lnTo>
                  <a:pt x="649" y="361"/>
                </a:lnTo>
                <a:lnTo>
                  <a:pt x="653" y="356"/>
                </a:lnTo>
                <a:lnTo>
                  <a:pt x="656" y="354"/>
                </a:lnTo>
                <a:lnTo>
                  <a:pt x="660" y="346"/>
                </a:lnTo>
                <a:lnTo>
                  <a:pt x="660" y="339"/>
                </a:lnTo>
                <a:lnTo>
                  <a:pt x="660" y="333"/>
                </a:lnTo>
                <a:lnTo>
                  <a:pt x="658" y="329"/>
                </a:lnTo>
                <a:lnTo>
                  <a:pt x="656" y="326"/>
                </a:lnTo>
                <a:lnTo>
                  <a:pt x="651" y="324"/>
                </a:lnTo>
                <a:lnTo>
                  <a:pt x="645" y="322"/>
                </a:lnTo>
                <a:lnTo>
                  <a:pt x="639" y="322"/>
                </a:lnTo>
                <a:lnTo>
                  <a:pt x="636" y="324"/>
                </a:lnTo>
                <a:lnTo>
                  <a:pt x="632" y="327"/>
                </a:lnTo>
                <a:lnTo>
                  <a:pt x="630" y="331"/>
                </a:lnTo>
                <a:lnTo>
                  <a:pt x="628" y="335"/>
                </a:lnTo>
                <a:lnTo>
                  <a:pt x="628" y="341"/>
                </a:lnTo>
                <a:lnTo>
                  <a:pt x="609" y="339"/>
                </a:lnTo>
                <a:lnTo>
                  <a:pt x="613" y="322"/>
                </a:lnTo>
                <a:lnTo>
                  <a:pt x="622" y="309"/>
                </a:lnTo>
                <a:lnTo>
                  <a:pt x="628" y="305"/>
                </a:lnTo>
                <a:lnTo>
                  <a:pt x="632" y="303"/>
                </a:lnTo>
                <a:lnTo>
                  <a:pt x="638" y="303"/>
                </a:lnTo>
                <a:lnTo>
                  <a:pt x="645" y="303"/>
                </a:lnTo>
                <a:close/>
                <a:moveTo>
                  <a:pt x="477" y="259"/>
                </a:moveTo>
                <a:lnTo>
                  <a:pt x="477" y="263"/>
                </a:lnTo>
                <a:lnTo>
                  <a:pt x="477" y="271"/>
                </a:lnTo>
                <a:lnTo>
                  <a:pt x="477" y="284"/>
                </a:lnTo>
                <a:lnTo>
                  <a:pt x="477" y="301"/>
                </a:lnTo>
                <a:lnTo>
                  <a:pt x="479" y="322"/>
                </a:lnTo>
                <a:lnTo>
                  <a:pt x="481" y="346"/>
                </a:lnTo>
                <a:lnTo>
                  <a:pt x="486" y="371"/>
                </a:lnTo>
                <a:lnTo>
                  <a:pt x="496" y="396"/>
                </a:lnTo>
                <a:lnTo>
                  <a:pt x="507" y="422"/>
                </a:lnTo>
                <a:lnTo>
                  <a:pt x="520" y="449"/>
                </a:lnTo>
                <a:lnTo>
                  <a:pt x="541" y="473"/>
                </a:lnTo>
                <a:lnTo>
                  <a:pt x="564" y="498"/>
                </a:lnTo>
                <a:lnTo>
                  <a:pt x="592" y="517"/>
                </a:lnTo>
                <a:lnTo>
                  <a:pt x="626" y="536"/>
                </a:lnTo>
                <a:lnTo>
                  <a:pt x="668" y="549"/>
                </a:lnTo>
                <a:lnTo>
                  <a:pt x="715" y="556"/>
                </a:lnTo>
                <a:lnTo>
                  <a:pt x="768" y="560"/>
                </a:lnTo>
                <a:lnTo>
                  <a:pt x="772" y="560"/>
                </a:lnTo>
                <a:lnTo>
                  <a:pt x="779" y="560"/>
                </a:lnTo>
                <a:lnTo>
                  <a:pt x="793" y="560"/>
                </a:lnTo>
                <a:lnTo>
                  <a:pt x="810" y="560"/>
                </a:lnTo>
                <a:lnTo>
                  <a:pt x="829" y="558"/>
                </a:lnTo>
                <a:lnTo>
                  <a:pt x="849" y="553"/>
                </a:lnTo>
                <a:lnTo>
                  <a:pt x="874" y="547"/>
                </a:lnTo>
                <a:lnTo>
                  <a:pt x="897" y="536"/>
                </a:lnTo>
                <a:lnTo>
                  <a:pt x="921" y="522"/>
                </a:lnTo>
                <a:lnTo>
                  <a:pt x="946" y="503"/>
                </a:lnTo>
                <a:lnTo>
                  <a:pt x="968" y="479"/>
                </a:lnTo>
                <a:lnTo>
                  <a:pt x="987" y="449"/>
                </a:lnTo>
                <a:lnTo>
                  <a:pt x="1006" y="413"/>
                </a:lnTo>
                <a:lnTo>
                  <a:pt x="1020" y="369"/>
                </a:lnTo>
                <a:lnTo>
                  <a:pt x="1029" y="318"/>
                </a:lnTo>
                <a:lnTo>
                  <a:pt x="1035" y="259"/>
                </a:lnTo>
                <a:lnTo>
                  <a:pt x="477" y="259"/>
                </a:lnTo>
                <a:close/>
                <a:moveTo>
                  <a:pt x="564" y="85"/>
                </a:moveTo>
                <a:lnTo>
                  <a:pt x="562" y="85"/>
                </a:lnTo>
                <a:lnTo>
                  <a:pt x="554" y="85"/>
                </a:lnTo>
                <a:lnTo>
                  <a:pt x="545" y="89"/>
                </a:lnTo>
                <a:lnTo>
                  <a:pt x="532" y="95"/>
                </a:lnTo>
                <a:lnTo>
                  <a:pt x="518" y="104"/>
                </a:lnTo>
                <a:lnTo>
                  <a:pt x="505" y="116"/>
                </a:lnTo>
                <a:lnTo>
                  <a:pt x="494" y="133"/>
                </a:lnTo>
                <a:lnTo>
                  <a:pt x="484" y="153"/>
                </a:lnTo>
                <a:lnTo>
                  <a:pt x="477" y="182"/>
                </a:lnTo>
                <a:lnTo>
                  <a:pt x="475" y="216"/>
                </a:lnTo>
                <a:lnTo>
                  <a:pt x="1031" y="216"/>
                </a:lnTo>
                <a:lnTo>
                  <a:pt x="1031" y="212"/>
                </a:lnTo>
                <a:lnTo>
                  <a:pt x="1031" y="203"/>
                </a:lnTo>
                <a:lnTo>
                  <a:pt x="1031" y="187"/>
                </a:lnTo>
                <a:lnTo>
                  <a:pt x="1027" y="169"/>
                </a:lnTo>
                <a:lnTo>
                  <a:pt x="1018" y="148"/>
                </a:lnTo>
                <a:lnTo>
                  <a:pt x="1003" y="127"/>
                </a:lnTo>
                <a:lnTo>
                  <a:pt x="980" y="106"/>
                </a:lnTo>
                <a:lnTo>
                  <a:pt x="950" y="87"/>
                </a:lnTo>
                <a:lnTo>
                  <a:pt x="950" y="91"/>
                </a:lnTo>
                <a:lnTo>
                  <a:pt x="946" y="100"/>
                </a:lnTo>
                <a:lnTo>
                  <a:pt x="942" y="114"/>
                </a:lnTo>
                <a:lnTo>
                  <a:pt x="934" y="129"/>
                </a:lnTo>
                <a:lnTo>
                  <a:pt x="925" y="144"/>
                </a:lnTo>
                <a:lnTo>
                  <a:pt x="910" y="157"/>
                </a:lnTo>
                <a:lnTo>
                  <a:pt x="893" y="167"/>
                </a:lnTo>
                <a:lnTo>
                  <a:pt x="868" y="170"/>
                </a:lnTo>
                <a:lnTo>
                  <a:pt x="864" y="170"/>
                </a:lnTo>
                <a:lnTo>
                  <a:pt x="851" y="165"/>
                </a:lnTo>
                <a:lnTo>
                  <a:pt x="836" y="159"/>
                </a:lnTo>
                <a:lnTo>
                  <a:pt x="817" y="148"/>
                </a:lnTo>
                <a:lnTo>
                  <a:pt x="798" y="133"/>
                </a:lnTo>
                <a:lnTo>
                  <a:pt x="781" y="112"/>
                </a:lnTo>
                <a:lnTo>
                  <a:pt x="772" y="87"/>
                </a:lnTo>
                <a:lnTo>
                  <a:pt x="770" y="91"/>
                </a:lnTo>
                <a:lnTo>
                  <a:pt x="762" y="100"/>
                </a:lnTo>
                <a:lnTo>
                  <a:pt x="753" y="114"/>
                </a:lnTo>
                <a:lnTo>
                  <a:pt x="742" y="129"/>
                </a:lnTo>
                <a:lnTo>
                  <a:pt x="725" y="144"/>
                </a:lnTo>
                <a:lnTo>
                  <a:pt x="706" y="157"/>
                </a:lnTo>
                <a:lnTo>
                  <a:pt x="687" y="167"/>
                </a:lnTo>
                <a:lnTo>
                  <a:pt x="664" y="170"/>
                </a:lnTo>
                <a:lnTo>
                  <a:pt x="660" y="170"/>
                </a:lnTo>
                <a:lnTo>
                  <a:pt x="651" y="170"/>
                </a:lnTo>
                <a:lnTo>
                  <a:pt x="638" y="169"/>
                </a:lnTo>
                <a:lnTo>
                  <a:pt x="622" y="165"/>
                </a:lnTo>
                <a:lnTo>
                  <a:pt x="605" y="159"/>
                </a:lnTo>
                <a:lnTo>
                  <a:pt x="590" y="148"/>
                </a:lnTo>
                <a:lnTo>
                  <a:pt x="577" y="133"/>
                </a:lnTo>
                <a:lnTo>
                  <a:pt x="568" y="112"/>
                </a:lnTo>
                <a:lnTo>
                  <a:pt x="564" y="85"/>
                </a:lnTo>
                <a:close/>
                <a:moveTo>
                  <a:pt x="87" y="0"/>
                </a:moveTo>
                <a:lnTo>
                  <a:pt x="172" y="0"/>
                </a:lnTo>
                <a:lnTo>
                  <a:pt x="172" y="259"/>
                </a:lnTo>
                <a:lnTo>
                  <a:pt x="0" y="259"/>
                </a:lnTo>
                <a:lnTo>
                  <a:pt x="0" y="87"/>
                </a:lnTo>
                <a:lnTo>
                  <a:pt x="4" y="61"/>
                </a:lnTo>
                <a:lnTo>
                  <a:pt x="17" y="36"/>
                </a:lnTo>
                <a:lnTo>
                  <a:pt x="36" y="17"/>
                </a:lnTo>
                <a:lnTo>
                  <a:pt x="59" y="6"/>
                </a:lnTo>
                <a:lnTo>
                  <a:pt x="87" y="0"/>
                </a:lnTo>
                <a:close/>
                <a:moveTo>
                  <a:pt x="216" y="0"/>
                </a:moveTo>
                <a:lnTo>
                  <a:pt x="343" y="0"/>
                </a:lnTo>
                <a:lnTo>
                  <a:pt x="343" y="303"/>
                </a:lnTo>
                <a:lnTo>
                  <a:pt x="388" y="303"/>
                </a:lnTo>
                <a:lnTo>
                  <a:pt x="388" y="346"/>
                </a:lnTo>
                <a:lnTo>
                  <a:pt x="443" y="390"/>
                </a:lnTo>
                <a:lnTo>
                  <a:pt x="435" y="371"/>
                </a:lnTo>
                <a:lnTo>
                  <a:pt x="431" y="348"/>
                </a:lnTo>
                <a:lnTo>
                  <a:pt x="430" y="324"/>
                </a:lnTo>
                <a:lnTo>
                  <a:pt x="431" y="299"/>
                </a:lnTo>
                <a:lnTo>
                  <a:pt x="431" y="278"/>
                </a:lnTo>
                <a:lnTo>
                  <a:pt x="433" y="263"/>
                </a:lnTo>
                <a:lnTo>
                  <a:pt x="435" y="259"/>
                </a:lnTo>
                <a:lnTo>
                  <a:pt x="388" y="259"/>
                </a:lnTo>
                <a:lnTo>
                  <a:pt x="388" y="0"/>
                </a:lnTo>
                <a:lnTo>
                  <a:pt x="1037" y="0"/>
                </a:lnTo>
                <a:lnTo>
                  <a:pt x="1063" y="6"/>
                </a:lnTo>
                <a:lnTo>
                  <a:pt x="1086" y="17"/>
                </a:lnTo>
                <a:lnTo>
                  <a:pt x="1105" y="36"/>
                </a:lnTo>
                <a:lnTo>
                  <a:pt x="1118" y="61"/>
                </a:lnTo>
                <a:lnTo>
                  <a:pt x="1122" y="87"/>
                </a:lnTo>
                <a:lnTo>
                  <a:pt x="1122" y="259"/>
                </a:lnTo>
                <a:lnTo>
                  <a:pt x="1078" y="259"/>
                </a:lnTo>
                <a:lnTo>
                  <a:pt x="1050" y="433"/>
                </a:lnTo>
                <a:lnTo>
                  <a:pt x="1122" y="432"/>
                </a:lnTo>
                <a:lnTo>
                  <a:pt x="1122" y="649"/>
                </a:lnTo>
                <a:lnTo>
                  <a:pt x="819" y="647"/>
                </a:lnTo>
                <a:lnTo>
                  <a:pt x="819" y="1124"/>
                </a:lnTo>
                <a:lnTo>
                  <a:pt x="562" y="1124"/>
                </a:lnTo>
                <a:lnTo>
                  <a:pt x="560" y="821"/>
                </a:lnTo>
                <a:lnTo>
                  <a:pt x="515" y="819"/>
                </a:lnTo>
                <a:lnTo>
                  <a:pt x="515" y="1124"/>
                </a:lnTo>
                <a:lnTo>
                  <a:pt x="87" y="1124"/>
                </a:lnTo>
                <a:lnTo>
                  <a:pt x="59" y="1118"/>
                </a:lnTo>
                <a:lnTo>
                  <a:pt x="36" y="1107"/>
                </a:lnTo>
                <a:lnTo>
                  <a:pt x="17" y="1088"/>
                </a:lnTo>
                <a:lnTo>
                  <a:pt x="4" y="1063"/>
                </a:lnTo>
                <a:lnTo>
                  <a:pt x="0" y="1037"/>
                </a:lnTo>
                <a:lnTo>
                  <a:pt x="0" y="301"/>
                </a:lnTo>
                <a:lnTo>
                  <a:pt x="216" y="301"/>
                </a:lnTo>
                <a:lnTo>
                  <a:pt x="21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4412517" y="1219996"/>
            <a:ext cx="1080965" cy="1080000"/>
          </a:xfrm>
          <a:custGeom>
            <a:avLst/>
            <a:gdLst>
              <a:gd name="T0" fmla="*/ 854 w 1121"/>
              <a:gd name="T1" fmla="*/ 486 h 1120"/>
              <a:gd name="T2" fmla="*/ 972 w 1121"/>
              <a:gd name="T3" fmla="*/ 596 h 1120"/>
              <a:gd name="T4" fmla="*/ 858 w 1121"/>
              <a:gd name="T5" fmla="*/ 710 h 1120"/>
              <a:gd name="T6" fmla="*/ 635 w 1121"/>
              <a:gd name="T7" fmla="*/ 710 h 1120"/>
              <a:gd name="T8" fmla="*/ 635 w 1121"/>
              <a:gd name="T9" fmla="*/ 488 h 1120"/>
              <a:gd name="T10" fmla="*/ 854 w 1121"/>
              <a:gd name="T11" fmla="*/ 486 h 1120"/>
              <a:gd name="T12" fmla="*/ 410 w 1121"/>
              <a:gd name="T13" fmla="*/ 151 h 1120"/>
              <a:gd name="T14" fmla="*/ 410 w 1121"/>
              <a:gd name="T15" fmla="*/ 450 h 1120"/>
              <a:gd name="T16" fmla="*/ 109 w 1121"/>
              <a:gd name="T17" fmla="*/ 450 h 1120"/>
              <a:gd name="T18" fmla="*/ 0 w 1121"/>
              <a:gd name="T19" fmla="*/ 297 h 1120"/>
              <a:gd name="T20" fmla="*/ 113 w 1121"/>
              <a:gd name="T21" fmla="*/ 151 h 1120"/>
              <a:gd name="T22" fmla="*/ 410 w 1121"/>
              <a:gd name="T23" fmla="*/ 151 h 1120"/>
              <a:gd name="T24" fmla="*/ 1004 w 1121"/>
              <a:gd name="T25" fmla="*/ 150 h 1120"/>
              <a:gd name="T26" fmla="*/ 1121 w 1121"/>
              <a:gd name="T27" fmla="*/ 299 h 1120"/>
              <a:gd name="T28" fmla="*/ 1006 w 1121"/>
              <a:gd name="T29" fmla="*/ 449 h 1120"/>
              <a:gd name="T30" fmla="*/ 635 w 1121"/>
              <a:gd name="T31" fmla="*/ 449 h 1120"/>
              <a:gd name="T32" fmla="*/ 635 w 1121"/>
              <a:gd name="T33" fmla="*/ 151 h 1120"/>
              <a:gd name="T34" fmla="*/ 1004 w 1121"/>
              <a:gd name="T35" fmla="*/ 150 h 1120"/>
              <a:gd name="T36" fmla="*/ 450 w 1121"/>
              <a:gd name="T37" fmla="*/ 116 h 1120"/>
              <a:gd name="T38" fmla="*/ 597 w 1121"/>
              <a:gd name="T39" fmla="*/ 116 h 1120"/>
              <a:gd name="T40" fmla="*/ 597 w 1121"/>
              <a:gd name="T41" fmla="*/ 1062 h 1120"/>
              <a:gd name="T42" fmla="*/ 593 w 1121"/>
              <a:gd name="T43" fmla="*/ 1088 h 1120"/>
              <a:gd name="T44" fmla="*/ 586 w 1121"/>
              <a:gd name="T45" fmla="*/ 1105 h 1120"/>
              <a:gd name="T46" fmla="*/ 571 w 1121"/>
              <a:gd name="T47" fmla="*/ 1115 h 1120"/>
              <a:gd name="T48" fmla="*/ 550 w 1121"/>
              <a:gd name="T49" fmla="*/ 1120 h 1120"/>
              <a:gd name="T50" fmla="*/ 523 w 1121"/>
              <a:gd name="T51" fmla="*/ 1120 h 1120"/>
              <a:gd name="T52" fmla="*/ 493 w 1121"/>
              <a:gd name="T53" fmla="*/ 1120 h 1120"/>
              <a:gd name="T54" fmla="*/ 472 w 1121"/>
              <a:gd name="T55" fmla="*/ 1115 h 1120"/>
              <a:gd name="T56" fmla="*/ 459 w 1121"/>
              <a:gd name="T57" fmla="*/ 1105 h 1120"/>
              <a:gd name="T58" fmla="*/ 452 w 1121"/>
              <a:gd name="T59" fmla="*/ 1088 h 1120"/>
              <a:gd name="T60" fmla="*/ 450 w 1121"/>
              <a:gd name="T61" fmla="*/ 1062 h 1120"/>
              <a:gd name="T62" fmla="*/ 450 w 1121"/>
              <a:gd name="T63" fmla="*/ 116 h 1120"/>
              <a:gd name="T64" fmla="*/ 522 w 1121"/>
              <a:gd name="T65" fmla="*/ 0 h 1120"/>
              <a:gd name="T66" fmla="*/ 546 w 1121"/>
              <a:gd name="T67" fmla="*/ 4 h 1120"/>
              <a:gd name="T68" fmla="*/ 563 w 1121"/>
              <a:gd name="T69" fmla="*/ 11 h 1120"/>
              <a:gd name="T70" fmla="*/ 578 w 1121"/>
              <a:gd name="T71" fmla="*/ 21 h 1120"/>
              <a:gd name="T72" fmla="*/ 588 w 1121"/>
              <a:gd name="T73" fmla="*/ 34 h 1120"/>
              <a:gd name="T74" fmla="*/ 593 w 1121"/>
              <a:gd name="T75" fmla="*/ 49 h 1120"/>
              <a:gd name="T76" fmla="*/ 595 w 1121"/>
              <a:gd name="T77" fmla="*/ 63 h 1120"/>
              <a:gd name="T78" fmla="*/ 597 w 1121"/>
              <a:gd name="T79" fmla="*/ 78 h 1120"/>
              <a:gd name="T80" fmla="*/ 590 w 1121"/>
              <a:gd name="T81" fmla="*/ 78 h 1120"/>
              <a:gd name="T82" fmla="*/ 573 w 1121"/>
              <a:gd name="T83" fmla="*/ 78 h 1120"/>
              <a:gd name="T84" fmla="*/ 548 w 1121"/>
              <a:gd name="T85" fmla="*/ 76 h 1120"/>
              <a:gd name="T86" fmla="*/ 520 w 1121"/>
              <a:gd name="T87" fmla="*/ 76 h 1120"/>
              <a:gd name="T88" fmla="*/ 491 w 1121"/>
              <a:gd name="T89" fmla="*/ 76 h 1120"/>
              <a:gd name="T90" fmla="*/ 467 w 1121"/>
              <a:gd name="T91" fmla="*/ 76 h 1120"/>
              <a:gd name="T92" fmla="*/ 452 w 1121"/>
              <a:gd name="T93" fmla="*/ 78 h 1120"/>
              <a:gd name="T94" fmla="*/ 452 w 1121"/>
              <a:gd name="T95" fmla="*/ 63 h 1120"/>
              <a:gd name="T96" fmla="*/ 453 w 1121"/>
              <a:gd name="T97" fmla="*/ 49 h 1120"/>
              <a:gd name="T98" fmla="*/ 459 w 1121"/>
              <a:gd name="T99" fmla="*/ 34 h 1120"/>
              <a:gd name="T100" fmla="*/ 467 w 1121"/>
              <a:gd name="T101" fmla="*/ 21 h 1120"/>
              <a:gd name="T102" fmla="*/ 480 w 1121"/>
              <a:gd name="T103" fmla="*/ 11 h 1120"/>
              <a:gd name="T104" fmla="*/ 497 w 1121"/>
              <a:gd name="T105" fmla="*/ 4 h 1120"/>
              <a:gd name="T106" fmla="*/ 522 w 1121"/>
              <a:gd name="T107" fmla="*/ 0 h 1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1" h="1120">
                <a:moveTo>
                  <a:pt x="854" y="486"/>
                </a:moveTo>
                <a:lnTo>
                  <a:pt x="972" y="596"/>
                </a:lnTo>
                <a:lnTo>
                  <a:pt x="858" y="710"/>
                </a:lnTo>
                <a:lnTo>
                  <a:pt x="635" y="710"/>
                </a:lnTo>
                <a:lnTo>
                  <a:pt x="635" y="488"/>
                </a:lnTo>
                <a:lnTo>
                  <a:pt x="854" y="486"/>
                </a:lnTo>
                <a:close/>
                <a:moveTo>
                  <a:pt x="410" y="151"/>
                </a:moveTo>
                <a:lnTo>
                  <a:pt x="410" y="450"/>
                </a:lnTo>
                <a:lnTo>
                  <a:pt x="109" y="450"/>
                </a:lnTo>
                <a:lnTo>
                  <a:pt x="0" y="297"/>
                </a:lnTo>
                <a:lnTo>
                  <a:pt x="113" y="151"/>
                </a:lnTo>
                <a:lnTo>
                  <a:pt x="410" y="151"/>
                </a:lnTo>
                <a:close/>
                <a:moveTo>
                  <a:pt x="1004" y="150"/>
                </a:moveTo>
                <a:lnTo>
                  <a:pt x="1121" y="299"/>
                </a:lnTo>
                <a:lnTo>
                  <a:pt x="1006" y="449"/>
                </a:lnTo>
                <a:lnTo>
                  <a:pt x="635" y="449"/>
                </a:lnTo>
                <a:lnTo>
                  <a:pt x="635" y="151"/>
                </a:lnTo>
                <a:lnTo>
                  <a:pt x="1004" y="150"/>
                </a:lnTo>
                <a:close/>
                <a:moveTo>
                  <a:pt x="450" y="116"/>
                </a:moveTo>
                <a:lnTo>
                  <a:pt x="597" y="116"/>
                </a:lnTo>
                <a:lnTo>
                  <a:pt x="597" y="1062"/>
                </a:lnTo>
                <a:lnTo>
                  <a:pt x="593" y="1088"/>
                </a:lnTo>
                <a:lnTo>
                  <a:pt x="586" y="1105"/>
                </a:lnTo>
                <a:lnTo>
                  <a:pt x="571" y="1115"/>
                </a:lnTo>
                <a:lnTo>
                  <a:pt x="550" y="1120"/>
                </a:lnTo>
                <a:lnTo>
                  <a:pt x="523" y="1120"/>
                </a:lnTo>
                <a:lnTo>
                  <a:pt x="493" y="1120"/>
                </a:lnTo>
                <a:lnTo>
                  <a:pt x="472" y="1115"/>
                </a:lnTo>
                <a:lnTo>
                  <a:pt x="459" y="1105"/>
                </a:lnTo>
                <a:lnTo>
                  <a:pt x="452" y="1088"/>
                </a:lnTo>
                <a:lnTo>
                  <a:pt x="450" y="1062"/>
                </a:lnTo>
                <a:lnTo>
                  <a:pt x="450" y="116"/>
                </a:lnTo>
                <a:close/>
                <a:moveTo>
                  <a:pt x="522" y="0"/>
                </a:moveTo>
                <a:lnTo>
                  <a:pt x="546" y="4"/>
                </a:lnTo>
                <a:lnTo>
                  <a:pt x="563" y="11"/>
                </a:lnTo>
                <a:lnTo>
                  <a:pt x="578" y="21"/>
                </a:lnTo>
                <a:lnTo>
                  <a:pt x="588" y="34"/>
                </a:lnTo>
                <a:lnTo>
                  <a:pt x="593" y="49"/>
                </a:lnTo>
                <a:lnTo>
                  <a:pt x="595" y="63"/>
                </a:lnTo>
                <a:lnTo>
                  <a:pt x="597" y="78"/>
                </a:lnTo>
                <a:lnTo>
                  <a:pt x="590" y="78"/>
                </a:lnTo>
                <a:lnTo>
                  <a:pt x="573" y="78"/>
                </a:lnTo>
                <a:lnTo>
                  <a:pt x="548" y="76"/>
                </a:lnTo>
                <a:lnTo>
                  <a:pt x="520" y="76"/>
                </a:lnTo>
                <a:lnTo>
                  <a:pt x="491" y="76"/>
                </a:lnTo>
                <a:lnTo>
                  <a:pt x="467" y="76"/>
                </a:lnTo>
                <a:lnTo>
                  <a:pt x="452" y="78"/>
                </a:lnTo>
                <a:lnTo>
                  <a:pt x="452" y="63"/>
                </a:lnTo>
                <a:lnTo>
                  <a:pt x="453" y="49"/>
                </a:lnTo>
                <a:lnTo>
                  <a:pt x="459" y="34"/>
                </a:lnTo>
                <a:lnTo>
                  <a:pt x="467" y="21"/>
                </a:lnTo>
                <a:lnTo>
                  <a:pt x="480" y="11"/>
                </a:lnTo>
                <a:lnTo>
                  <a:pt x="497" y="4"/>
                </a:lnTo>
                <a:lnTo>
                  <a:pt x="52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auto">
          <a:xfrm>
            <a:off x="6069124" y="1219996"/>
            <a:ext cx="1077118" cy="1080000"/>
          </a:xfrm>
          <a:custGeom>
            <a:avLst/>
            <a:gdLst>
              <a:gd name="T0" fmla="*/ 622 w 1121"/>
              <a:gd name="T1" fmla="*/ 348 h 1124"/>
              <a:gd name="T2" fmla="*/ 773 w 1121"/>
              <a:gd name="T3" fmla="*/ 426 h 1124"/>
              <a:gd name="T4" fmla="*/ 832 w 1121"/>
              <a:gd name="T5" fmla="*/ 503 h 1124"/>
              <a:gd name="T6" fmla="*/ 775 w 1121"/>
              <a:gd name="T7" fmla="*/ 581 h 1124"/>
              <a:gd name="T8" fmla="*/ 622 w 1121"/>
              <a:gd name="T9" fmla="*/ 503 h 1124"/>
              <a:gd name="T10" fmla="*/ 622 w 1121"/>
              <a:gd name="T11" fmla="*/ 348 h 1124"/>
              <a:gd name="T12" fmla="*/ 622 w 1121"/>
              <a:gd name="T13" fmla="*/ 155 h 1124"/>
              <a:gd name="T14" fmla="*/ 998 w 1121"/>
              <a:gd name="T15" fmla="*/ 155 h 1124"/>
              <a:gd name="T16" fmla="*/ 1121 w 1121"/>
              <a:gd name="T17" fmla="*/ 231 h 1124"/>
              <a:gd name="T18" fmla="*/ 1002 w 1121"/>
              <a:gd name="T19" fmla="*/ 310 h 1124"/>
              <a:gd name="T20" fmla="*/ 622 w 1121"/>
              <a:gd name="T21" fmla="*/ 310 h 1124"/>
              <a:gd name="T22" fmla="*/ 622 w 1121"/>
              <a:gd name="T23" fmla="*/ 155 h 1124"/>
              <a:gd name="T24" fmla="*/ 117 w 1121"/>
              <a:gd name="T25" fmla="*/ 155 h 1124"/>
              <a:gd name="T26" fmla="*/ 390 w 1121"/>
              <a:gd name="T27" fmla="*/ 155 h 1124"/>
              <a:gd name="T28" fmla="*/ 390 w 1121"/>
              <a:gd name="T29" fmla="*/ 310 h 1124"/>
              <a:gd name="T30" fmla="*/ 113 w 1121"/>
              <a:gd name="T31" fmla="*/ 310 h 1124"/>
              <a:gd name="T32" fmla="*/ 0 w 1121"/>
              <a:gd name="T33" fmla="*/ 229 h 1124"/>
              <a:gd name="T34" fmla="*/ 117 w 1121"/>
              <a:gd name="T35" fmla="*/ 155 h 1124"/>
              <a:gd name="T36" fmla="*/ 429 w 1121"/>
              <a:gd name="T37" fmla="*/ 117 h 1124"/>
              <a:gd name="T38" fmla="*/ 582 w 1121"/>
              <a:gd name="T39" fmla="*/ 117 h 1124"/>
              <a:gd name="T40" fmla="*/ 582 w 1121"/>
              <a:gd name="T41" fmla="*/ 1065 h 1124"/>
              <a:gd name="T42" fmla="*/ 579 w 1121"/>
              <a:gd name="T43" fmla="*/ 1088 h 1124"/>
              <a:gd name="T44" fmla="*/ 569 w 1121"/>
              <a:gd name="T45" fmla="*/ 1103 h 1124"/>
              <a:gd name="T46" fmla="*/ 558 w 1121"/>
              <a:gd name="T47" fmla="*/ 1113 h 1124"/>
              <a:gd name="T48" fmla="*/ 541 w 1121"/>
              <a:gd name="T49" fmla="*/ 1120 h 1124"/>
              <a:gd name="T50" fmla="*/ 524 w 1121"/>
              <a:gd name="T51" fmla="*/ 1122 h 1124"/>
              <a:gd name="T52" fmla="*/ 509 w 1121"/>
              <a:gd name="T53" fmla="*/ 1124 h 1124"/>
              <a:gd name="T54" fmla="*/ 494 w 1121"/>
              <a:gd name="T55" fmla="*/ 1124 h 1124"/>
              <a:gd name="T56" fmla="*/ 478 w 1121"/>
              <a:gd name="T57" fmla="*/ 1122 h 1124"/>
              <a:gd name="T58" fmla="*/ 463 w 1121"/>
              <a:gd name="T59" fmla="*/ 1118 h 1124"/>
              <a:gd name="T60" fmla="*/ 450 w 1121"/>
              <a:gd name="T61" fmla="*/ 1113 h 1124"/>
              <a:gd name="T62" fmla="*/ 439 w 1121"/>
              <a:gd name="T63" fmla="*/ 1101 h 1124"/>
              <a:gd name="T64" fmla="*/ 431 w 1121"/>
              <a:gd name="T65" fmla="*/ 1086 h 1124"/>
              <a:gd name="T66" fmla="*/ 429 w 1121"/>
              <a:gd name="T67" fmla="*/ 1065 h 1124"/>
              <a:gd name="T68" fmla="*/ 429 w 1121"/>
              <a:gd name="T69" fmla="*/ 117 h 1124"/>
              <a:gd name="T70" fmla="*/ 505 w 1121"/>
              <a:gd name="T71" fmla="*/ 0 h 1124"/>
              <a:gd name="T72" fmla="*/ 526 w 1121"/>
              <a:gd name="T73" fmla="*/ 6 h 1124"/>
              <a:gd name="T74" fmla="*/ 546 w 1121"/>
              <a:gd name="T75" fmla="*/ 19 h 1124"/>
              <a:gd name="T76" fmla="*/ 563 w 1121"/>
              <a:gd name="T77" fmla="*/ 38 h 1124"/>
              <a:gd name="T78" fmla="*/ 577 w 1121"/>
              <a:gd name="T79" fmla="*/ 59 h 1124"/>
              <a:gd name="T80" fmla="*/ 582 w 1121"/>
              <a:gd name="T81" fmla="*/ 80 h 1124"/>
              <a:gd name="T82" fmla="*/ 577 w 1121"/>
              <a:gd name="T83" fmla="*/ 78 h 1124"/>
              <a:gd name="T84" fmla="*/ 562 w 1121"/>
              <a:gd name="T85" fmla="*/ 78 h 1124"/>
              <a:gd name="T86" fmla="*/ 541 w 1121"/>
              <a:gd name="T87" fmla="*/ 78 h 1124"/>
              <a:gd name="T88" fmla="*/ 516 w 1121"/>
              <a:gd name="T89" fmla="*/ 78 h 1124"/>
              <a:gd name="T90" fmla="*/ 488 w 1121"/>
              <a:gd name="T91" fmla="*/ 78 h 1124"/>
              <a:gd name="T92" fmla="*/ 463 w 1121"/>
              <a:gd name="T93" fmla="*/ 78 h 1124"/>
              <a:gd name="T94" fmla="*/ 442 w 1121"/>
              <a:gd name="T95" fmla="*/ 78 h 1124"/>
              <a:gd name="T96" fmla="*/ 427 w 1121"/>
              <a:gd name="T97" fmla="*/ 80 h 1124"/>
              <a:gd name="T98" fmla="*/ 433 w 1121"/>
              <a:gd name="T99" fmla="*/ 59 h 1124"/>
              <a:gd name="T100" fmla="*/ 444 w 1121"/>
              <a:gd name="T101" fmla="*/ 38 h 1124"/>
              <a:gd name="T102" fmla="*/ 463 w 1121"/>
              <a:gd name="T103" fmla="*/ 19 h 1124"/>
              <a:gd name="T104" fmla="*/ 484 w 1121"/>
              <a:gd name="T105" fmla="*/ 6 h 1124"/>
              <a:gd name="T106" fmla="*/ 505 w 1121"/>
              <a:gd name="T107" fmla="*/ 0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1" h="1124">
                <a:moveTo>
                  <a:pt x="622" y="348"/>
                </a:moveTo>
                <a:lnTo>
                  <a:pt x="773" y="426"/>
                </a:lnTo>
                <a:lnTo>
                  <a:pt x="832" y="503"/>
                </a:lnTo>
                <a:lnTo>
                  <a:pt x="775" y="581"/>
                </a:lnTo>
                <a:lnTo>
                  <a:pt x="622" y="503"/>
                </a:lnTo>
                <a:lnTo>
                  <a:pt x="622" y="348"/>
                </a:lnTo>
                <a:close/>
                <a:moveTo>
                  <a:pt x="622" y="155"/>
                </a:moveTo>
                <a:lnTo>
                  <a:pt x="998" y="155"/>
                </a:lnTo>
                <a:lnTo>
                  <a:pt x="1121" y="231"/>
                </a:lnTo>
                <a:lnTo>
                  <a:pt x="1002" y="310"/>
                </a:lnTo>
                <a:lnTo>
                  <a:pt x="622" y="310"/>
                </a:lnTo>
                <a:lnTo>
                  <a:pt x="622" y="155"/>
                </a:lnTo>
                <a:close/>
                <a:moveTo>
                  <a:pt x="117" y="155"/>
                </a:moveTo>
                <a:lnTo>
                  <a:pt x="390" y="155"/>
                </a:lnTo>
                <a:lnTo>
                  <a:pt x="390" y="310"/>
                </a:lnTo>
                <a:lnTo>
                  <a:pt x="113" y="310"/>
                </a:lnTo>
                <a:lnTo>
                  <a:pt x="0" y="229"/>
                </a:lnTo>
                <a:lnTo>
                  <a:pt x="117" y="155"/>
                </a:lnTo>
                <a:close/>
                <a:moveTo>
                  <a:pt x="429" y="117"/>
                </a:moveTo>
                <a:lnTo>
                  <a:pt x="582" y="117"/>
                </a:lnTo>
                <a:lnTo>
                  <a:pt x="582" y="1065"/>
                </a:lnTo>
                <a:lnTo>
                  <a:pt x="579" y="1088"/>
                </a:lnTo>
                <a:lnTo>
                  <a:pt x="569" y="1103"/>
                </a:lnTo>
                <a:lnTo>
                  <a:pt x="558" y="1113"/>
                </a:lnTo>
                <a:lnTo>
                  <a:pt x="541" y="1120"/>
                </a:lnTo>
                <a:lnTo>
                  <a:pt x="524" y="1122"/>
                </a:lnTo>
                <a:lnTo>
                  <a:pt x="509" y="1124"/>
                </a:lnTo>
                <a:lnTo>
                  <a:pt x="494" y="1124"/>
                </a:lnTo>
                <a:lnTo>
                  <a:pt x="478" y="1122"/>
                </a:lnTo>
                <a:lnTo>
                  <a:pt x="463" y="1118"/>
                </a:lnTo>
                <a:lnTo>
                  <a:pt x="450" y="1113"/>
                </a:lnTo>
                <a:lnTo>
                  <a:pt x="439" y="1101"/>
                </a:lnTo>
                <a:lnTo>
                  <a:pt x="431" y="1086"/>
                </a:lnTo>
                <a:lnTo>
                  <a:pt x="429" y="1065"/>
                </a:lnTo>
                <a:lnTo>
                  <a:pt x="429" y="117"/>
                </a:lnTo>
                <a:close/>
                <a:moveTo>
                  <a:pt x="505" y="0"/>
                </a:moveTo>
                <a:lnTo>
                  <a:pt x="526" y="6"/>
                </a:lnTo>
                <a:lnTo>
                  <a:pt x="546" y="19"/>
                </a:lnTo>
                <a:lnTo>
                  <a:pt x="563" y="38"/>
                </a:lnTo>
                <a:lnTo>
                  <a:pt x="577" y="59"/>
                </a:lnTo>
                <a:lnTo>
                  <a:pt x="582" y="80"/>
                </a:lnTo>
                <a:lnTo>
                  <a:pt x="577" y="78"/>
                </a:lnTo>
                <a:lnTo>
                  <a:pt x="562" y="78"/>
                </a:lnTo>
                <a:lnTo>
                  <a:pt x="541" y="78"/>
                </a:lnTo>
                <a:lnTo>
                  <a:pt x="516" y="78"/>
                </a:lnTo>
                <a:lnTo>
                  <a:pt x="488" y="78"/>
                </a:lnTo>
                <a:lnTo>
                  <a:pt x="463" y="78"/>
                </a:lnTo>
                <a:lnTo>
                  <a:pt x="442" y="78"/>
                </a:lnTo>
                <a:lnTo>
                  <a:pt x="427" y="80"/>
                </a:lnTo>
                <a:lnTo>
                  <a:pt x="433" y="59"/>
                </a:lnTo>
                <a:lnTo>
                  <a:pt x="444" y="38"/>
                </a:lnTo>
                <a:lnTo>
                  <a:pt x="463" y="19"/>
                </a:lnTo>
                <a:lnTo>
                  <a:pt x="484" y="6"/>
                </a:lnTo>
                <a:lnTo>
                  <a:pt x="50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auto">
          <a:xfrm>
            <a:off x="7833320" y="1219996"/>
            <a:ext cx="821531" cy="1080000"/>
          </a:xfrm>
          <a:custGeom>
            <a:avLst/>
            <a:gdLst>
              <a:gd name="T0" fmla="*/ 394 w 855"/>
              <a:gd name="T1" fmla="*/ 134 h 1124"/>
              <a:gd name="T2" fmla="*/ 337 w 855"/>
              <a:gd name="T3" fmla="*/ 167 h 1124"/>
              <a:gd name="T4" fmla="*/ 305 w 855"/>
              <a:gd name="T5" fmla="*/ 223 h 1124"/>
              <a:gd name="T6" fmla="*/ 305 w 855"/>
              <a:gd name="T7" fmla="*/ 291 h 1124"/>
              <a:gd name="T8" fmla="*/ 337 w 855"/>
              <a:gd name="T9" fmla="*/ 348 h 1124"/>
              <a:gd name="T10" fmla="*/ 394 w 855"/>
              <a:gd name="T11" fmla="*/ 382 h 1124"/>
              <a:gd name="T12" fmla="*/ 462 w 855"/>
              <a:gd name="T13" fmla="*/ 382 h 1124"/>
              <a:gd name="T14" fmla="*/ 518 w 855"/>
              <a:gd name="T15" fmla="*/ 348 h 1124"/>
              <a:gd name="T16" fmla="*/ 552 w 855"/>
              <a:gd name="T17" fmla="*/ 291 h 1124"/>
              <a:gd name="T18" fmla="*/ 552 w 855"/>
              <a:gd name="T19" fmla="*/ 223 h 1124"/>
              <a:gd name="T20" fmla="*/ 518 w 855"/>
              <a:gd name="T21" fmla="*/ 167 h 1124"/>
              <a:gd name="T22" fmla="*/ 462 w 855"/>
              <a:gd name="T23" fmla="*/ 134 h 1124"/>
              <a:gd name="T24" fmla="*/ 426 w 855"/>
              <a:gd name="T25" fmla="*/ 0 h 1124"/>
              <a:gd name="T26" fmla="*/ 556 w 855"/>
              <a:gd name="T27" fmla="*/ 21 h 1124"/>
              <a:gd name="T28" fmla="*/ 673 w 855"/>
              <a:gd name="T29" fmla="*/ 80 h 1124"/>
              <a:gd name="T30" fmla="*/ 768 w 855"/>
              <a:gd name="T31" fmla="*/ 169 h 1124"/>
              <a:gd name="T32" fmla="*/ 832 w 855"/>
              <a:gd name="T33" fmla="*/ 282 h 1124"/>
              <a:gd name="T34" fmla="*/ 855 w 855"/>
              <a:gd name="T35" fmla="*/ 411 h 1124"/>
              <a:gd name="T36" fmla="*/ 844 w 855"/>
              <a:gd name="T37" fmla="*/ 483 h 1124"/>
              <a:gd name="T38" fmla="*/ 810 w 855"/>
              <a:gd name="T39" fmla="*/ 568 h 1124"/>
              <a:gd name="T40" fmla="*/ 760 w 855"/>
              <a:gd name="T41" fmla="*/ 660 h 1124"/>
              <a:gd name="T42" fmla="*/ 702 w 855"/>
              <a:gd name="T43" fmla="*/ 755 h 1124"/>
              <a:gd name="T44" fmla="*/ 638 w 855"/>
              <a:gd name="T45" fmla="*/ 848 h 1124"/>
              <a:gd name="T46" fmla="*/ 573 w 855"/>
              <a:gd name="T47" fmla="*/ 935 h 1124"/>
              <a:gd name="T48" fmla="*/ 515 w 855"/>
              <a:gd name="T49" fmla="*/ 1010 h 1124"/>
              <a:gd name="T50" fmla="*/ 465 w 855"/>
              <a:gd name="T51" fmla="*/ 1069 h 1124"/>
              <a:gd name="T52" fmla="*/ 433 w 855"/>
              <a:gd name="T53" fmla="*/ 1109 h 1124"/>
              <a:gd name="T54" fmla="*/ 420 w 855"/>
              <a:gd name="T55" fmla="*/ 1124 h 1124"/>
              <a:gd name="T56" fmla="*/ 409 w 855"/>
              <a:gd name="T57" fmla="*/ 1109 h 1124"/>
              <a:gd name="T58" fmla="*/ 377 w 855"/>
              <a:gd name="T59" fmla="*/ 1069 h 1124"/>
              <a:gd name="T60" fmla="*/ 329 w 855"/>
              <a:gd name="T61" fmla="*/ 1009 h 1124"/>
              <a:gd name="T62" fmla="*/ 273 w 855"/>
              <a:gd name="T63" fmla="*/ 933 h 1124"/>
              <a:gd name="T64" fmla="*/ 210 w 855"/>
              <a:gd name="T65" fmla="*/ 846 h 1124"/>
              <a:gd name="T66" fmla="*/ 148 w 855"/>
              <a:gd name="T67" fmla="*/ 753 h 1124"/>
              <a:gd name="T68" fmla="*/ 91 w 855"/>
              <a:gd name="T69" fmla="*/ 657 h 1124"/>
              <a:gd name="T70" fmla="*/ 44 w 855"/>
              <a:gd name="T71" fmla="*/ 566 h 1124"/>
              <a:gd name="T72" fmla="*/ 12 w 855"/>
              <a:gd name="T73" fmla="*/ 483 h 1124"/>
              <a:gd name="T74" fmla="*/ 0 w 855"/>
              <a:gd name="T75" fmla="*/ 411 h 1124"/>
              <a:gd name="T76" fmla="*/ 23 w 855"/>
              <a:gd name="T77" fmla="*/ 282 h 1124"/>
              <a:gd name="T78" fmla="*/ 85 w 855"/>
              <a:gd name="T79" fmla="*/ 169 h 1124"/>
              <a:gd name="T80" fmla="*/ 178 w 855"/>
              <a:gd name="T81" fmla="*/ 80 h 1124"/>
              <a:gd name="T82" fmla="*/ 293 w 855"/>
              <a:gd name="T83" fmla="*/ 21 h 1124"/>
              <a:gd name="T84" fmla="*/ 426 w 855"/>
              <a:gd name="T85" fmla="*/ 0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55" h="1124">
                <a:moveTo>
                  <a:pt x="428" y="131"/>
                </a:moveTo>
                <a:lnTo>
                  <a:pt x="394" y="134"/>
                </a:lnTo>
                <a:lnTo>
                  <a:pt x="363" y="148"/>
                </a:lnTo>
                <a:lnTo>
                  <a:pt x="337" y="167"/>
                </a:lnTo>
                <a:lnTo>
                  <a:pt x="316" y="193"/>
                </a:lnTo>
                <a:lnTo>
                  <a:pt x="305" y="223"/>
                </a:lnTo>
                <a:lnTo>
                  <a:pt x="299" y="257"/>
                </a:lnTo>
                <a:lnTo>
                  <a:pt x="305" y="291"/>
                </a:lnTo>
                <a:lnTo>
                  <a:pt x="316" y="324"/>
                </a:lnTo>
                <a:lnTo>
                  <a:pt x="337" y="348"/>
                </a:lnTo>
                <a:lnTo>
                  <a:pt x="363" y="369"/>
                </a:lnTo>
                <a:lnTo>
                  <a:pt x="394" y="382"/>
                </a:lnTo>
                <a:lnTo>
                  <a:pt x="428" y="386"/>
                </a:lnTo>
                <a:lnTo>
                  <a:pt x="462" y="382"/>
                </a:lnTo>
                <a:lnTo>
                  <a:pt x="492" y="369"/>
                </a:lnTo>
                <a:lnTo>
                  <a:pt x="518" y="348"/>
                </a:lnTo>
                <a:lnTo>
                  <a:pt x="539" y="324"/>
                </a:lnTo>
                <a:lnTo>
                  <a:pt x="552" y="291"/>
                </a:lnTo>
                <a:lnTo>
                  <a:pt x="556" y="257"/>
                </a:lnTo>
                <a:lnTo>
                  <a:pt x="552" y="223"/>
                </a:lnTo>
                <a:lnTo>
                  <a:pt x="539" y="193"/>
                </a:lnTo>
                <a:lnTo>
                  <a:pt x="518" y="167"/>
                </a:lnTo>
                <a:lnTo>
                  <a:pt x="492" y="148"/>
                </a:lnTo>
                <a:lnTo>
                  <a:pt x="462" y="134"/>
                </a:lnTo>
                <a:lnTo>
                  <a:pt x="428" y="131"/>
                </a:lnTo>
                <a:close/>
                <a:moveTo>
                  <a:pt x="426" y="0"/>
                </a:moveTo>
                <a:lnTo>
                  <a:pt x="492" y="6"/>
                </a:lnTo>
                <a:lnTo>
                  <a:pt x="556" y="21"/>
                </a:lnTo>
                <a:lnTo>
                  <a:pt x="619" y="47"/>
                </a:lnTo>
                <a:lnTo>
                  <a:pt x="673" y="80"/>
                </a:lnTo>
                <a:lnTo>
                  <a:pt x="725" y="121"/>
                </a:lnTo>
                <a:lnTo>
                  <a:pt x="768" y="169"/>
                </a:lnTo>
                <a:lnTo>
                  <a:pt x="806" y="221"/>
                </a:lnTo>
                <a:lnTo>
                  <a:pt x="832" y="282"/>
                </a:lnTo>
                <a:lnTo>
                  <a:pt x="849" y="344"/>
                </a:lnTo>
                <a:lnTo>
                  <a:pt x="855" y="411"/>
                </a:lnTo>
                <a:lnTo>
                  <a:pt x="851" y="445"/>
                </a:lnTo>
                <a:lnTo>
                  <a:pt x="844" y="483"/>
                </a:lnTo>
                <a:lnTo>
                  <a:pt x="829" y="524"/>
                </a:lnTo>
                <a:lnTo>
                  <a:pt x="810" y="568"/>
                </a:lnTo>
                <a:lnTo>
                  <a:pt x="787" y="613"/>
                </a:lnTo>
                <a:lnTo>
                  <a:pt x="760" y="660"/>
                </a:lnTo>
                <a:lnTo>
                  <a:pt x="732" y="708"/>
                </a:lnTo>
                <a:lnTo>
                  <a:pt x="702" y="755"/>
                </a:lnTo>
                <a:lnTo>
                  <a:pt x="670" y="802"/>
                </a:lnTo>
                <a:lnTo>
                  <a:pt x="638" y="848"/>
                </a:lnTo>
                <a:lnTo>
                  <a:pt x="605" y="893"/>
                </a:lnTo>
                <a:lnTo>
                  <a:pt x="573" y="935"/>
                </a:lnTo>
                <a:lnTo>
                  <a:pt x="543" y="975"/>
                </a:lnTo>
                <a:lnTo>
                  <a:pt x="515" y="1010"/>
                </a:lnTo>
                <a:lnTo>
                  <a:pt x="488" y="1043"/>
                </a:lnTo>
                <a:lnTo>
                  <a:pt x="465" y="1069"/>
                </a:lnTo>
                <a:lnTo>
                  <a:pt x="447" y="1092"/>
                </a:lnTo>
                <a:lnTo>
                  <a:pt x="433" y="1109"/>
                </a:lnTo>
                <a:lnTo>
                  <a:pt x="424" y="1120"/>
                </a:lnTo>
                <a:lnTo>
                  <a:pt x="420" y="1124"/>
                </a:lnTo>
                <a:lnTo>
                  <a:pt x="418" y="1120"/>
                </a:lnTo>
                <a:lnTo>
                  <a:pt x="409" y="1109"/>
                </a:lnTo>
                <a:lnTo>
                  <a:pt x="396" y="1092"/>
                </a:lnTo>
                <a:lnTo>
                  <a:pt x="377" y="1069"/>
                </a:lnTo>
                <a:lnTo>
                  <a:pt x="354" y="1041"/>
                </a:lnTo>
                <a:lnTo>
                  <a:pt x="329" y="1009"/>
                </a:lnTo>
                <a:lnTo>
                  <a:pt x="303" y="973"/>
                </a:lnTo>
                <a:lnTo>
                  <a:pt x="273" y="933"/>
                </a:lnTo>
                <a:lnTo>
                  <a:pt x="242" y="891"/>
                </a:lnTo>
                <a:lnTo>
                  <a:pt x="210" y="846"/>
                </a:lnTo>
                <a:lnTo>
                  <a:pt x="180" y="800"/>
                </a:lnTo>
                <a:lnTo>
                  <a:pt x="148" y="753"/>
                </a:lnTo>
                <a:lnTo>
                  <a:pt x="119" y="704"/>
                </a:lnTo>
                <a:lnTo>
                  <a:pt x="91" y="657"/>
                </a:lnTo>
                <a:lnTo>
                  <a:pt x="66" y="611"/>
                </a:lnTo>
                <a:lnTo>
                  <a:pt x="44" y="566"/>
                </a:lnTo>
                <a:lnTo>
                  <a:pt x="27" y="522"/>
                </a:lnTo>
                <a:lnTo>
                  <a:pt x="12" y="483"/>
                </a:lnTo>
                <a:lnTo>
                  <a:pt x="4" y="445"/>
                </a:lnTo>
                <a:lnTo>
                  <a:pt x="0" y="411"/>
                </a:lnTo>
                <a:lnTo>
                  <a:pt x="6" y="344"/>
                </a:lnTo>
                <a:lnTo>
                  <a:pt x="23" y="282"/>
                </a:lnTo>
                <a:lnTo>
                  <a:pt x="49" y="221"/>
                </a:lnTo>
                <a:lnTo>
                  <a:pt x="85" y="169"/>
                </a:lnTo>
                <a:lnTo>
                  <a:pt x="129" y="121"/>
                </a:lnTo>
                <a:lnTo>
                  <a:pt x="178" y="80"/>
                </a:lnTo>
                <a:lnTo>
                  <a:pt x="233" y="47"/>
                </a:lnTo>
                <a:lnTo>
                  <a:pt x="293" y="21"/>
                </a:lnTo>
                <a:lnTo>
                  <a:pt x="358" y="6"/>
                </a:lnTo>
                <a:lnTo>
                  <a:pt x="42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Map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Google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Maps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Sign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Post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Sign Post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</a:t>
            </a:r>
            <a:endParaRPr lang="en-US" altLang="ja-JP" sz="900" dirty="0">
              <a:solidFill>
                <a:schemeClr val="tx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Marker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29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86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Files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Document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Documents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PDF Document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PDF Documents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Word Document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Word Documents</a:t>
            </a: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ZIP File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ZIP Files</a:t>
            </a: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PowerPoint Document</a:t>
            </a: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PowerPoint Documents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812540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Excel Document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246888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Excel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Documents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auto">
          <a:xfrm>
            <a:off x="4125651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Text Document</a:t>
            </a: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776664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Text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Documents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7437436" y="5747077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Document</a:t>
            </a:r>
          </a:p>
        </p:txBody>
      </p:sp>
      <p:sp>
        <p:nvSpPr>
          <p:cNvPr id="22" name="Freeform 6"/>
          <p:cNvSpPr>
            <a:spLocks noChangeAspect="1" noEditPoints="1"/>
          </p:cNvSpPr>
          <p:nvPr/>
        </p:nvSpPr>
        <p:spPr bwMode="auto">
          <a:xfrm>
            <a:off x="1187908" y="1232876"/>
            <a:ext cx="848768" cy="1080000"/>
          </a:xfrm>
          <a:custGeom>
            <a:avLst/>
            <a:gdLst>
              <a:gd name="T0" fmla="*/ 669 w 925"/>
              <a:gd name="T1" fmla="*/ 884 h 1177"/>
              <a:gd name="T2" fmla="*/ 667 w 925"/>
              <a:gd name="T3" fmla="*/ 884 h 1177"/>
              <a:gd name="T4" fmla="*/ 660 w 925"/>
              <a:gd name="T5" fmla="*/ 886 h 1177"/>
              <a:gd name="T6" fmla="*/ 650 w 925"/>
              <a:gd name="T7" fmla="*/ 889 h 1177"/>
              <a:gd name="T8" fmla="*/ 641 w 925"/>
              <a:gd name="T9" fmla="*/ 897 h 1177"/>
              <a:gd name="T10" fmla="*/ 633 w 925"/>
              <a:gd name="T11" fmla="*/ 908 h 1177"/>
              <a:gd name="T12" fmla="*/ 632 w 925"/>
              <a:gd name="T13" fmla="*/ 925 h 1177"/>
              <a:gd name="T14" fmla="*/ 632 w 925"/>
              <a:gd name="T15" fmla="*/ 1094 h 1177"/>
              <a:gd name="T16" fmla="*/ 632 w 925"/>
              <a:gd name="T17" fmla="*/ 1094 h 1177"/>
              <a:gd name="T18" fmla="*/ 630 w 925"/>
              <a:gd name="T19" fmla="*/ 1096 h 1177"/>
              <a:gd name="T20" fmla="*/ 630 w 925"/>
              <a:gd name="T21" fmla="*/ 1099 h 1177"/>
              <a:gd name="T22" fmla="*/ 630 w 925"/>
              <a:gd name="T23" fmla="*/ 1103 h 1177"/>
              <a:gd name="T24" fmla="*/ 630 w 925"/>
              <a:gd name="T25" fmla="*/ 1107 h 1177"/>
              <a:gd name="T26" fmla="*/ 630 w 925"/>
              <a:gd name="T27" fmla="*/ 1111 h 1177"/>
              <a:gd name="T28" fmla="*/ 630 w 925"/>
              <a:gd name="T29" fmla="*/ 1116 h 1177"/>
              <a:gd name="T30" fmla="*/ 632 w 925"/>
              <a:gd name="T31" fmla="*/ 1120 h 1177"/>
              <a:gd name="T32" fmla="*/ 633 w 925"/>
              <a:gd name="T33" fmla="*/ 1124 h 1177"/>
              <a:gd name="T34" fmla="*/ 633 w 925"/>
              <a:gd name="T35" fmla="*/ 1128 h 1177"/>
              <a:gd name="T36" fmla="*/ 637 w 925"/>
              <a:gd name="T37" fmla="*/ 1132 h 1177"/>
              <a:gd name="T38" fmla="*/ 639 w 925"/>
              <a:gd name="T39" fmla="*/ 1132 h 1177"/>
              <a:gd name="T40" fmla="*/ 643 w 925"/>
              <a:gd name="T41" fmla="*/ 1132 h 1177"/>
              <a:gd name="T42" fmla="*/ 649 w 925"/>
              <a:gd name="T43" fmla="*/ 1130 h 1177"/>
              <a:gd name="T44" fmla="*/ 652 w 925"/>
              <a:gd name="T45" fmla="*/ 1126 h 1177"/>
              <a:gd name="T46" fmla="*/ 660 w 925"/>
              <a:gd name="T47" fmla="*/ 1120 h 1177"/>
              <a:gd name="T48" fmla="*/ 864 w 925"/>
              <a:gd name="T49" fmla="*/ 918 h 1177"/>
              <a:gd name="T50" fmla="*/ 866 w 925"/>
              <a:gd name="T51" fmla="*/ 916 h 1177"/>
              <a:gd name="T52" fmla="*/ 870 w 925"/>
              <a:gd name="T53" fmla="*/ 912 h 1177"/>
              <a:gd name="T54" fmla="*/ 875 w 925"/>
              <a:gd name="T55" fmla="*/ 906 h 1177"/>
              <a:gd name="T56" fmla="*/ 879 w 925"/>
              <a:gd name="T57" fmla="*/ 901 h 1177"/>
              <a:gd name="T58" fmla="*/ 879 w 925"/>
              <a:gd name="T59" fmla="*/ 893 h 1177"/>
              <a:gd name="T60" fmla="*/ 875 w 925"/>
              <a:gd name="T61" fmla="*/ 889 h 1177"/>
              <a:gd name="T62" fmla="*/ 866 w 925"/>
              <a:gd name="T63" fmla="*/ 886 h 1177"/>
              <a:gd name="T64" fmla="*/ 847 w 925"/>
              <a:gd name="T65" fmla="*/ 884 h 1177"/>
              <a:gd name="T66" fmla="*/ 669 w 925"/>
              <a:gd name="T67" fmla="*/ 884 h 1177"/>
              <a:gd name="T68" fmla="*/ 83 w 925"/>
              <a:gd name="T69" fmla="*/ 0 h 1177"/>
              <a:gd name="T70" fmla="*/ 841 w 925"/>
              <a:gd name="T71" fmla="*/ 0 h 1177"/>
              <a:gd name="T72" fmla="*/ 868 w 925"/>
              <a:gd name="T73" fmla="*/ 4 h 1177"/>
              <a:gd name="T74" fmla="*/ 891 w 925"/>
              <a:gd name="T75" fmla="*/ 15 h 1177"/>
              <a:gd name="T76" fmla="*/ 910 w 925"/>
              <a:gd name="T77" fmla="*/ 34 h 1177"/>
              <a:gd name="T78" fmla="*/ 921 w 925"/>
              <a:gd name="T79" fmla="*/ 57 h 1177"/>
              <a:gd name="T80" fmla="*/ 925 w 925"/>
              <a:gd name="T81" fmla="*/ 83 h 1177"/>
              <a:gd name="T82" fmla="*/ 925 w 925"/>
              <a:gd name="T83" fmla="*/ 927 h 1177"/>
              <a:gd name="T84" fmla="*/ 671 w 925"/>
              <a:gd name="T85" fmla="*/ 1177 h 1177"/>
              <a:gd name="T86" fmla="*/ 83 w 925"/>
              <a:gd name="T87" fmla="*/ 1177 h 1177"/>
              <a:gd name="T88" fmla="*/ 57 w 925"/>
              <a:gd name="T89" fmla="*/ 1173 h 1177"/>
              <a:gd name="T90" fmla="*/ 34 w 925"/>
              <a:gd name="T91" fmla="*/ 1162 h 1177"/>
              <a:gd name="T92" fmla="*/ 17 w 925"/>
              <a:gd name="T93" fmla="*/ 1143 h 1177"/>
              <a:gd name="T94" fmla="*/ 4 w 925"/>
              <a:gd name="T95" fmla="*/ 1120 h 1177"/>
              <a:gd name="T96" fmla="*/ 0 w 925"/>
              <a:gd name="T97" fmla="*/ 1094 h 1177"/>
              <a:gd name="T98" fmla="*/ 0 w 925"/>
              <a:gd name="T99" fmla="*/ 83 h 1177"/>
              <a:gd name="T100" fmla="*/ 4 w 925"/>
              <a:gd name="T101" fmla="*/ 57 h 1177"/>
              <a:gd name="T102" fmla="*/ 17 w 925"/>
              <a:gd name="T103" fmla="*/ 34 h 1177"/>
              <a:gd name="T104" fmla="*/ 34 w 925"/>
              <a:gd name="T105" fmla="*/ 15 h 1177"/>
              <a:gd name="T106" fmla="*/ 57 w 925"/>
              <a:gd name="T107" fmla="*/ 4 h 1177"/>
              <a:gd name="T108" fmla="*/ 83 w 925"/>
              <a:gd name="T109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25" h="1177">
                <a:moveTo>
                  <a:pt x="669" y="884"/>
                </a:moveTo>
                <a:lnTo>
                  <a:pt x="667" y="884"/>
                </a:lnTo>
                <a:lnTo>
                  <a:pt x="660" y="886"/>
                </a:lnTo>
                <a:lnTo>
                  <a:pt x="650" y="889"/>
                </a:lnTo>
                <a:lnTo>
                  <a:pt x="641" y="897"/>
                </a:lnTo>
                <a:lnTo>
                  <a:pt x="633" y="908"/>
                </a:lnTo>
                <a:lnTo>
                  <a:pt x="632" y="925"/>
                </a:lnTo>
                <a:lnTo>
                  <a:pt x="632" y="1094"/>
                </a:lnTo>
                <a:lnTo>
                  <a:pt x="632" y="1094"/>
                </a:lnTo>
                <a:lnTo>
                  <a:pt x="630" y="1096"/>
                </a:lnTo>
                <a:lnTo>
                  <a:pt x="630" y="1099"/>
                </a:lnTo>
                <a:lnTo>
                  <a:pt x="630" y="1103"/>
                </a:lnTo>
                <a:lnTo>
                  <a:pt x="630" y="1107"/>
                </a:lnTo>
                <a:lnTo>
                  <a:pt x="630" y="1111"/>
                </a:lnTo>
                <a:lnTo>
                  <a:pt x="630" y="1116"/>
                </a:lnTo>
                <a:lnTo>
                  <a:pt x="632" y="1120"/>
                </a:lnTo>
                <a:lnTo>
                  <a:pt x="633" y="1124"/>
                </a:lnTo>
                <a:lnTo>
                  <a:pt x="633" y="1128"/>
                </a:lnTo>
                <a:lnTo>
                  <a:pt x="637" y="1132"/>
                </a:lnTo>
                <a:lnTo>
                  <a:pt x="639" y="1132"/>
                </a:lnTo>
                <a:lnTo>
                  <a:pt x="643" y="1132"/>
                </a:lnTo>
                <a:lnTo>
                  <a:pt x="649" y="1130"/>
                </a:lnTo>
                <a:lnTo>
                  <a:pt x="652" y="1126"/>
                </a:lnTo>
                <a:lnTo>
                  <a:pt x="660" y="1120"/>
                </a:lnTo>
                <a:lnTo>
                  <a:pt x="864" y="918"/>
                </a:lnTo>
                <a:lnTo>
                  <a:pt x="866" y="916"/>
                </a:lnTo>
                <a:lnTo>
                  <a:pt x="870" y="912"/>
                </a:lnTo>
                <a:lnTo>
                  <a:pt x="875" y="906"/>
                </a:lnTo>
                <a:lnTo>
                  <a:pt x="879" y="901"/>
                </a:lnTo>
                <a:lnTo>
                  <a:pt x="879" y="893"/>
                </a:lnTo>
                <a:lnTo>
                  <a:pt x="875" y="889"/>
                </a:lnTo>
                <a:lnTo>
                  <a:pt x="866" y="886"/>
                </a:lnTo>
                <a:lnTo>
                  <a:pt x="847" y="884"/>
                </a:lnTo>
                <a:lnTo>
                  <a:pt x="669" y="884"/>
                </a:lnTo>
                <a:close/>
                <a:moveTo>
                  <a:pt x="83" y="0"/>
                </a:moveTo>
                <a:lnTo>
                  <a:pt x="841" y="0"/>
                </a:lnTo>
                <a:lnTo>
                  <a:pt x="868" y="4"/>
                </a:lnTo>
                <a:lnTo>
                  <a:pt x="891" y="15"/>
                </a:lnTo>
                <a:lnTo>
                  <a:pt x="910" y="34"/>
                </a:lnTo>
                <a:lnTo>
                  <a:pt x="921" y="57"/>
                </a:lnTo>
                <a:lnTo>
                  <a:pt x="925" y="83"/>
                </a:lnTo>
                <a:lnTo>
                  <a:pt x="925" y="927"/>
                </a:lnTo>
                <a:lnTo>
                  <a:pt x="671" y="1177"/>
                </a:lnTo>
                <a:lnTo>
                  <a:pt x="83" y="1177"/>
                </a:lnTo>
                <a:lnTo>
                  <a:pt x="57" y="1173"/>
                </a:lnTo>
                <a:lnTo>
                  <a:pt x="34" y="1162"/>
                </a:lnTo>
                <a:lnTo>
                  <a:pt x="17" y="1143"/>
                </a:lnTo>
                <a:lnTo>
                  <a:pt x="4" y="1120"/>
                </a:lnTo>
                <a:lnTo>
                  <a:pt x="0" y="1094"/>
                </a:lnTo>
                <a:lnTo>
                  <a:pt x="0" y="83"/>
                </a:lnTo>
                <a:lnTo>
                  <a:pt x="4" y="57"/>
                </a:lnTo>
                <a:lnTo>
                  <a:pt x="17" y="34"/>
                </a:lnTo>
                <a:lnTo>
                  <a:pt x="34" y="15"/>
                </a:lnTo>
                <a:lnTo>
                  <a:pt x="57" y="4"/>
                </a:lnTo>
                <a:lnTo>
                  <a:pt x="8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"/>
          <p:cNvSpPr>
            <a:spLocks noChangeAspect="1" noEditPoints="1"/>
          </p:cNvSpPr>
          <p:nvPr/>
        </p:nvSpPr>
        <p:spPr bwMode="auto">
          <a:xfrm>
            <a:off x="2864768" y="1232876"/>
            <a:ext cx="850603" cy="1080000"/>
          </a:xfrm>
          <a:custGeom>
            <a:avLst/>
            <a:gdLst>
              <a:gd name="T0" fmla="*/ 584 w 927"/>
              <a:gd name="T1" fmla="*/ 884 h 1177"/>
              <a:gd name="T2" fmla="*/ 567 w 927"/>
              <a:gd name="T3" fmla="*/ 889 h 1177"/>
              <a:gd name="T4" fmla="*/ 550 w 927"/>
              <a:gd name="T5" fmla="*/ 908 h 1177"/>
              <a:gd name="T6" fmla="*/ 548 w 927"/>
              <a:gd name="T7" fmla="*/ 1094 h 1177"/>
              <a:gd name="T8" fmla="*/ 547 w 927"/>
              <a:gd name="T9" fmla="*/ 1096 h 1177"/>
              <a:gd name="T10" fmla="*/ 547 w 927"/>
              <a:gd name="T11" fmla="*/ 1103 h 1177"/>
              <a:gd name="T12" fmla="*/ 547 w 927"/>
              <a:gd name="T13" fmla="*/ 1111 h 1177"/>
              <a:gd name="T14" fmla="*/ 548 w 927"/>
              <a:gd name="T15" fmla="*/ 1120 h 1177"/>
              <a:gd name="T16" fmla="*/ 552 w 927"/>
              <a:gd name="T17" fmla="*/ 1128 h 1177"/>
              <a:gd name="T18" fmla="*/ 556 w 927"/>
              <a:gd name="T19" fmla="*/ 1132 h 1177"/>
              <a:gd name="T20" fmla="*/ 565 w 927"/>
              <a:gd name="T21" fmla="*/ 1130 h 1177"/>
              <a:gd name="T22" fmla="*/ 577 w 927"/>
              <a:gd name="T23" fmla="*/ 1120 h 1177"/>
              <a:gd name="T24" fmla="*/ 783 w 927"/>
              <a:gd name="T25" fmla="*/ 916 h 1177"/>
              <a:gd name="T26" fmla="*/ 792 w 927"/>
              <a:gd name="T27" fmla="*/ 906 h 1177"/>
              <a:gd name="T28" fmla="*/ 796 w 927"/>
              <a:gd name="T29" fmla="*/ 893 h 1177"/>
              <a:gd name="T30" fmla="*/ 783 w 927"/>
              <a:gd name="T31" fmla="*/ 886 h 1177"/>
              <a:gd name="T32" fmla="*/ 586 w 927"/>
              <a:gd name="T33" fmla="*/ 884 h 1177"/>
              <a:gd name="T34" fmla="*/ 758 w 927"/>
              <a:gd name="T35" fmla="*/ 81 h 1177"/>
              <a:gd name="T36" fmla="*/ 807 w 927"/>
              <a:gd name="T37" fmla="*/ 98 h 1177"/>
              <a:gd name="T38" fmla="*/ 838 w 927"/>
              <a:gd name="T39" fmla="*/ 140 h 1177"/>
              <a:gd name="T40" fmla="*/ 841 w 927"/>
              <a:gd name="T41" fmla="*/ 927 h 1177"/>
              <a:gd name="T42" fmla="*/ 85 w 927"/>
              <a:gd name="T43" fmla="*/ 1177 h 1177"/>
              <a:gd name="T44" fmla="*/ 34 w 927"/>
              <a:gd name="T45" fmla="*/ 1162 h 1177"/>
              <a:gd name="T46" fmla="*/ 6 w 927"/>
              <a:gd name="T47" fmla="*/ 1120 h 1177"/>
              <a:gd name="T48" fmla="*/ 0 w 927"/>
              <a:gd name="T49" fmla="*/ 167 h 1177"/>
              <a:gd name="T50" fmla="*/ 17 w 927"/>
              <a:gd name="T51" fmla="*/ 117 h 1177"/>
              <a:gd name="T52" fmla="*/ 59 w 927"/>
              <a:gd name="T53" fmla="*/ 87 h 1177"/>
              <a:gd name="T54" fmla="*/ 845 w 927"/>
              <a:gd name="T55" fmla="*/ 0 h 1177"/>
              <a:gd name="T56" fmla="*/ 853 w 927"/>
              <a:gd name="T57" fmla="*/ 0 h 1177"/>
              <a:gd name="T58" fmla="*/ 877 w 927"/>
              <a:gd name="T59" fmla="*/ 4 h 1177"/>
              <a:gd name="T60" fmla="*/ 904 w 927"/>
              <a:gd name="T61" fmla="*/ 21 h 1177"/>
              <a:gd name="T62" fmla="*/ 923 w 927"/>
              <a:gd name="T63" fmla="*/ 53 h 1177"/>
              <a:gd name="T64" fmla="*/ 927 w 927"/>
              <a:gd name="T65" fmla="*/ 884 h 1177"/>
              <a:gd name="T66" fmla="*/ 925 w 927"/>
              <a:gd name="T67" fmla="*/ 895 h 1177"/>
              <a:gd name="T68" fmla="*/ 913 w 927"/>
              <a:gd name="T69" fmla="*/ 916 h 1177"/>
              <a:gd name="T70" fmla="*/ 885 w 927"/>
              <a:gd name="T71" fmla="*/ 925 h 1177"/>
              <a:gd name="T72" fmla="*/ 885 w 927"/>
              <a:gd name="T73" fmla="*/ 123 h 1177"/>
              <a:gd name="T74" fmla="*/ 881 w 927"/>
              <a:gd name="T75" fmla="*/ 104 h 1177"/>
              <a:gd name="T76" fmla="*/ 870 w 927"/>
              <a:gd name="T77" fmla="*/ 76 h 1177"/>
              <a:gd name="T78" fmla="*/ 845 w 927"/>
              <a:gd name="T79" fmla="*/ 51 h 1177"/>
              <a:gd name="T80" fmla="*/ 800 w 927"/>
              <a:gd name="T81" fmla="*/ 42 h 1177"/>
              <a:gd name="T82" fmla="*/ 168 w 927"/>
              <a:gd name="T83" fmla="*/ 38 h 1177"/>
              <a:gd name="T84" fmla="*/ 170 w 927"/>
              <a:gd name="T85" fmla="*/ 25 h 1177"/>
              <a:gd name="T86" fmla="*/ 182 w 927"/>
              <a:gd name="T87" fmla="*/ 8 h 1177"/>
              <a:gd name="T88" fmla="*/ 212 w 927"/>
              <a:gd name="T89" fmla="*/ 0 h 1177"/>
              <a:gd name="T90" fmla="*/ 845 w 927"/>
              <a:gd name="T91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927" h="1177">
                <a:moveTo>
                  <a:pt x="586" y="884"/>
                </a:moveTo>
                <a:lnTo>
                  <a:pt x="584" y="884"/>
                </a:lnTo>
                <a:lnTo>
                  <a:pt x="577" y="886"/>
                </a:lnTo>
                <a:lnTo>
                  <a:pt x="567" y="889"/>
                </a:lnTo>
                <a:lnTo>
                  <a:pt x="558" y="895"/>
                </a:lnTo>
                <a:lnTo>
                  <a:pt x="550" y="908"/>
                </a:lnTo>
                <a:lnTo>
                  <a:pt x="548" y="925"/>
                </a:lnTo>
                <a:lnTo>
                  <a:pt x="548" y="1094"/>
                </a:lnTo>
                <a:lnTo>
                  <a:pt x="548" y="1094"/>
                </a:lnTo>
                <a:lnTo>
                  <a:pt x="547" y="1096"/>
                </a:lnTo>
                <a:lnTo>
                  <a:pt x="547" y="1099"/>
                </a:lnTo>
                <a:lnTo>
                  <a:pt x="547" y="1103"/>
                </a:lnTo>
                <a:lnTo>
                  <a:pt x="547" y="1107"/>
                </a:lnTo>
                <a:lnTo>
                  <a:pt x="547" y="1111"/>
                </a:lnTo>
                <a:lnTo>
                  <a:pt x="548" y="1116"/>
                </a:lnTo>
                <a:lnTo>
                  <a:pt x="548" y="1120"/>
                </a:lnTo>
                <a:lnTo>
                  <a:pt x="550" y="1124"/>
                </a:lnTo>
                <a:lnTo>
                  <a:pt x="552" y="1128"/>
                </a:lnTo>
                <a:lnTo>
                  <a:pt x="554" y="1130"/>
                </a:lnTo>
                <a:lnTo>
                  <a:pt x="556" y="1132"/>
                </a:lnTo>
                <a:lnTo>
                  <a:pt x="560" y="1132"/>
                </a:lnTo>
                <a:lnTo>
                  <a:pt x="565" y="1130"/>
                </a:lnTo>
                <a:lnTo>
                  <a:pt x="571" y="1126"/>
                </a:lnTo>
                <a:lnTo>
                  <a:pt x="577" y="1120"/>
                </a:lnTo>
                <a:lnTo>
                  <a:pt x="781" y="916"/>
                </a:lnTo>
                <a:lnTo>
                  <a:pt x="783" y="916"/>
                </a:lnTo>
                <a:lnTo>
                  <a:pt x="787" y="912"/>
                </a:lnTo>
                <a:lnTo>
                  <a:pt x="792" y="906"/>
                </a:lnTo>
                <a:lnTo>
                  <a:pt x="796" y="899"/>
                </a:lnTo>
                <a:lnTo>
                  <a:pt x="796" y="893"/>
                </a:lnTo>
                <a:lnTo>
                  <a:pt x="794" y="887"/>
                </a:lnTo>
                <a:lnTo>
                  <a:pt x="783" y="886"/>
                </a:lnTo>
                <a:lnTo>
                  <a:pt x="764" y="884"/>
                </a:lnTo>
                <a:lnTo>
                  <a:pt x="586" y="884"/>
                </a:lnTo>
                <a:close/>
                <a:moveTo>
                  <a:pt x="85" y="81"/>
                </a:moveTo>
                <a:lnTo>
                  <a:pt x="758" y="81"/>
                </a:lnTo>
                <a:lnTo>
                  <a:pt x="785" y="87"/>
                </a:lnTo>
                <a:lnTo>
                  <a:pt x="807" y="98"/>
                </a:lnTo>
                <a:lnTo>
                  <a:pt x="826" y="117"/>
                </a:lnTo>
                <a:lnTo>
                  <a:pt x="838" y="140"/>
                </a:lnTo>
                <a:lnTo>
                  <a:pt x="841" y="167"/>
                </a:lnTo>
                <a:lnTo>
                  <a:pt x="841" y="927"/>
                </a:lnTo>
                <a:lnTo>
                  <a:pt x="588" y="1177"/>
                </a:lnTo>
                <a:lnTo>
                  <a:pt x="85" y="1177"/>
                </a:lnTo>
                <a:lnTo>
                  <a:pt x="59" y="1173"/>
                </a:lnTo>
                <a:lnTo>
                  <a:pt x="34" y="1162"/>
                </a:lnTo>
                <a:lnTo>
                  <a:pt x="17" y="1143"/>
                </a:lnTo>
                <a:lnTo>
                  <a:pt x="6" y="1120"/>
                </a:lnTo>
                <a:lnTo>
                  <a:pt x="0" y="1094"/>
                </a:lnTo>
                <a:lnTo>
                  <a:pt x="0" y="167"/>
                </a:lnTo>
                <a:lnTo>
                  <a:pt x="6" y="140"/>
                </a:lnTo>
                <a:lnTo>
                  <a:pt x="17" y="117"/>
                </a:lnTo>
                <a:lnTo>
                  <a:pt x="34" y="98"/>
                </a:lnTo>
                <a:lnTo>
                  <a:pt x="59" y="87"/>
                </a:lnTo>
                <a:lnTo>
                  <a:pt x="85" y="81"/>
                </a:lnTo>
                <a:close/>
                <a:moveTo>
                  <a:pt x="845" y="0"/>
                </a:moveTo>
                <a:lnTo>
                  <a:pt x="845" y="0"/>
                </a:lnTo>
                <a:lnTo>
                  <a:pt x="853" y="0"/>
                </a:lnTo>
                <a:lnTo>
                  <a:pt x="864" y="0"/>
                </a:lnTo>
                <a:lnTo>
                  <a:pt x="877" y="4"/>
                </a:lnTo>
                <a:lnTo>
                  <a:pt x="891" y="11"/>
                </a:lnTo>
                <a:lnTo>
                  <a:pt x="904" y="21"/>
                </a:lnTo>
                <a:lnTo>
                  <a:pt x="915" y="34"/>
                </a:lnTo>
                <a:lnTo>
                  <a:pt x="923" y="53"/>
                </a:lnTo>
                <a:lnTo>
                  <a:pt x="927" y="78"/>
                </a:lnTo>
                <a:lnTo>
                  <a:pt x="927" y="884"/>
                </a:lnTo>
                <a:lnTo>
                  <a:pt x="927" y="887"/>
                </a:lnTo>
                <a:lnTo>
                  <a:pt x="925" y="895"/>
                </a:lnTo>
                <a:lnTo>
                  <a:pt x="921" y="904"/>
                </a:lnTo>
                <a:lnTo>
                  <a:pt x="913" y="916"/>
                </a:lnTo>
                <a:lnTo>
                  <a:pt x="902" y="923"/>
                </a:lnTo>
                <a:lnTo>
                  <a:pt x="885" y="925"/>
                </a:lnTo>
                <a:lnTo>
                  <a:pt x="885" y="125"/>
                </a:lnTo>
                <a:lnTo>
                  <a:pt x="885" y="123"/>
                </a:lnTo>
                <a:lnTo>
                  <a:pt x="883" y="115"/>
                </a:lnTo>
                <a:lnTo>
                  <a:pt x="881" y="104"/>
                </a:lnTo>
                <a:lnTo>
                  <a:pt x="877" y="91"/>
                </a:lnTo>
                <a:lnTo>
                  <a:pt x="870" y="76"/>
                </a:lnTo>
                <a:lnTo>
                  <a:pt x="860" y="62"/>
                </a:lnTo>
                <a:lnTo>
                  <a:pt x="845" y="51"/>
                </a:lnTo>
                <a:lnTo>
                  <a:pt x="826" y="44"/>
                </a:lnTo>
                <a:lnTo>
                  <a:pt x="800" y="42"/>
                </a:lnTo>
                <a:lnTo>
                  <a:pt x="168" y="40"/>
                </a:lnTo>
                <a:lnTo>
                  <a:pt x="168" y="38"/>
                </a:lnTo>
                <a:lnTo>
                  <a:pt x="168" y="32"/>
                </a:lnTo>
                <a:lnTo>
                  <a:pt x="170" y="25"/>
                </a:lnTo>
                <a:lnTo>
                  <a:pt x="174" y="15"/>
                </a:lnTo>
                <a:lnTo>
                  <a:pt x="182" y="8"/>
                </a:lnTo>
                <a:lnTo>
                  <a:pt x="193" y="2"/>
                </a:lnTo>
                <a:lnTo>
                  <a:pt x="212" y="0"/>
                </a:lnTo>
                <a:lnTo>
                  <a:pt x="841" y="0"/>
                </a:lnTo>
                <a:lnTo>
                  <a:pt x="84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8"/>
          <p:cNvSpPr>
            <a:spLocks noChangeAspect="1" noEditPoints="1"/>
          </p:cNvSpPr>
          <p:nvPr/>
        </p:nvSpPr>
        <p:spPr bwMode="auto">
          <a:xfrm>
            <a:off x="4520952" y="1232876"/>
            <a:ext cx="850603" cy="1080000"/>
          </a:xfrm>
          <a:custGeom>
            <a:avLst/>
            <a:gdLst>
              <a:gd name="T0" fmla="*/ 641 w 927"/>
              <a:gd name="T1" fmla="*/ 897 h 1177"/>
              <a:gd name="T2" fmla="*/ 632 w 927"/>
              <a:gd name="T3" fmla="*/ 1096 h 1177"/>
              <a:gd name="T4" fmla="*/ 632 w 927"/>
              <a:gd name="T5" fmla="*/ 1116 h 1177"/>
              <a:gd name="T6" fmla="*/ 641 w 927"/>
              <a:gd name="T7" fmla="*/ 1132 h 1177"/>
              <a:gd name="T8" fmla="*/ 864 w 927"/>
              <a:gd name="T9" fmla="*/ 918 h 1177"/>
              <a:gd name="T10" fmla="*/ 881 w 927"/>
              <a:gd name="T11" fmla="*/ 893 h 1177"/>
              <a:gd name="T12" fmla="*/ 637 w 927"/>
              <a:gd name="T13" fmla="*/ 598 h 1177"/>
              <a:gd name="T14" fmla="*/ 666 w 927"/>
              <a:gd name="T15" fmla="*/ 619 h 1177"/>
              <a:gd name="T16" fmla="*/ 477 w 927"/>
              <a:gd name="T17" fmla="*/ 511 h 1177"/>
              <a:gd name="T18" fmla="*/ 537 w 927"/>
              <a:gd name="T19" fmla="*/ 585 h 1177"/>
              <a:gd name="T20" fmla="*/ 463 w 927"/>
              <a:gd name="T21" fmla="*/ 609 h 1177"/>
              <a:gd name="T22" fmla="*/ 384 w 927"/>
              <a:gd name="T23" fmla="*/ 636 h 1177"/>
              <a:gd name="T24" fmla="*/ 422 w 927"/>
              <a:gd name="T25" fmla="*/ 221 h 1177"/>
              <a:gd name="T26" fmla="*/ 422 w 927"/>
              <a:gd name="T27" fmla="*/ 373 h 1177"/>
              <a:gd name="T28" fmla="*/ 414 w 927"/>
              <a:gd name="T29" fmla="*/ 452 h 1177"/>
              <a:gd name="T30" fmla="*/ 331 w 927"/>
              <a:gd name="T31" fmla="*/ 645 h 1177"/>
              <a:gd name="T32" fmla="*/ 252 w 927"/>
              <a:gd name="T33" fmla="*/ 783 h 1177"/>
              <a:gd name="T34" fmla="*/ 201 w 927"/>
              <a:gd name="T35" fmla="*/ 838 h 1177"/>
              <a:gd name="T36" fmla="*/ 189 w 927"/>
              <a:gd name="T37" fmla="*/ 842 h 1177"/>
              <a:gd name="T38" fmla="*/ 176 w 927"/>
              <a:gd name="T39" fmla="*/ 840 h 1177"/>
              <a:gd name="T40" fmla="*/ 185 w 927"/>
              <a:gd name="T41" fmla="*/ 816 h 1177"/>
              <a:gd name="T42" fmla="*/ 236 w 927"/>
              <a:gd name="T43" fmla="*/ 755 h 1177"/>
              <a:gd name="T44" fmla="*/ 253 w 927"/>
              <a:gd name="T45" fmla="*/ 721 h 1177"/>
              <a:gd name="T46" fmla="*/ 155 w 927"/>
              <a:gd name="T47" fmla="*/ 785 h 1177"/>
              <a:gd name="T48" fmla="*/ 125 w 927"/>
              <a:gd name="T49" fmla="*/ 842 h 1177"/>
              <a:gd name="T50" fmla="*/ 178 w 927"/>
              <a:gd name="T51" fmla="*/ 878 h 1177"/>
              <a:gd name="T52" fmla="*/ 261 w 927"/>
              <a:gd name="T53" fmla="*/ 827 h 1177"/>
              <a:gd name="T54" fmla="*/ 331 w 927"/>
              <a:gd name="T55" fmla="*/ 732 h 1177"/>
              <a:gd name="T56" fmla="*/ 376 w 927"/>
              <a:gd name="T57" fmla="*/ 679 h 1177"/>
              <a:gd name="T58" fmla="*/ 556 w 927"/>
              <a:gd name="T59" fmla="*/ 638 h 1177"/>
              <a:gd name="T60" fmla="*/ 683 w 927"/>
              <a:gd name="T61" fmla="*/ 651 h 1177"/>
              <a:gd name="T62" fmla="*/ 783 w 927"/>
              <a:gd name="T63" fmla="*/ 689 h 1177"/>
              <a:gd name="T64" fmla="*/ 815 w 927"/>
              <a:gd name="T65" fmla="*/ 713 h 1177"/>
              <a:gd name="T66" fmla="*/ 834 w 927"/>
              <a:gd name="T67" fmla="*/ 676 h 1177"/>
              <a:gd name="T68" fmla="*/ 702 w 927"/>
              <a:gd name="T69" fmla="*/ 626 h 1177"/>
              <a:gd name="T70" fmla="*/ 794 w 927"/>
              <a:gd name="T71" fmla="*/ 634 h 1177"/>
              <a:gd name="T72" fmla="*/ 836 w 927"/>
              <a:gd name="T73" fmla="*/ 645 h 1177"/>
              <a:gd name="T74" fmla="*/ 787 w 927"/>
              <a:gd name="T75" fmla="*/ 602 h 1177"/>
              <a:gd name="T76" fmla="*/ 662 w 927"/>
              <a:gd name="T77" fmla="*/ 579 h 1177"/>
              <a:gd name="T78" fmla="*/ 620 w 927"/>
              <a:gd name="T79" fmla="*/ 577 h 1177"/>
              <a:gd name="T80" fmla="*/ 615 w 927"/>
              <a:gd name="T81" fmla="*/ 585 h 1177"/>
              <a:gd name="T82" fmla="*/ 499 w 927"/>
              <a:gd name="T83" fmla="*/ 450 h 1177"/>
              <a:gd name="T84" fmla="*/ 463 w 927"/>
              <a:gd name="T85" fmla="*/ 339 h 1177"/>
              <a:gd name="T86" fmla="*/ 452 w 927"/>
              <a:gd name="T87" fmla="*/ 242 h 1177"/>
              <a:gd name="T88" fmla="*/ 471 w 927"/>
              <a:gd name="T89" fmla="*/ 240 h 1177"/>
              <a:gd name="T90" fmla="*/ 484 w 927"/>
              <a:gd name="T91" fmla="*/ 339 h 1177"/>
              <a:gd name="T92" fmla="*/ 497 w 927"/>
              <a:gd name="T93" fmla="*/ 254 h 1177"/>
              <a:gd name="T94" fmla="*/ 473 w 927"/>
              <a:gd name="T95" fmla="*/ 210 h 1177"/>
              <a:gd name="T96" fmla="*/ 868 w 927"/>
              <a:gd name="T97" fmla="*/ 4 h 1177"/>
              <a:gd name="T98" fmla="*/ 927 w 927"/>
              <a:gd name="T99" fmla="*/ 927 h 1177"/>
              <a:gd name="T100" fmla="*/ 17 w 927"/>
              <a:gd name="T101" fmla="*/ 1143 h 1177"/>
              <a:gd name="T102" fmla="*/ 17 w 927"/>
              <a:gd name="T103" fmla="*/ 34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27" h="1177">
                <a:moveTo>
                  <a:pt x="671" y="884"/>
                </a:moveTo>
                <a:lnTo>
                  <a:pt x="668" y="884"/>
                </a:lnTo>
                <a:lnTo>
                  <a:pt x="660" y="886"/>
                </a:lnTo>
                <a:lnTo>
                  <a:pt x="651" y="889"/>
                </a:lnTo>
                <a:lnTo>
                  <a:pt x="641" y="897"/>
                </a:lnTo>
                <a:lnTo>
                  <a:pt x="634" y="908"/>
                </a:lnTo>
                <a:lnTo>
                  <a:pt x="632" y="925"/>
                </a:lnTo>
                <a:lnTo>
                  <a:pt x="632" y="1094"/>
                </a:lnTo>
                <a:lnTo>
                  <a:pt x="632" y="1094"/>
                </a:lnTo>
                <a:lnTo>
                  <a:pt x="632" y="1096"/>
                </a:lnTo>
                <a:lnTo>
                  <a:pt x="632" y="1099"/>
                </a:lnTo>
                <a:lnTo>
                  <a:pt x="632" y="1103"/>
                </a:lnTo>
                <a:lnTo>
                  <a:pt x="632" y="1107"/>
                </a:lnTo>
                <a:lnTo>
                  <a:pt x="632" y="1111"/>
                </a:lnTo>
                <a:lnTo>
                  <a:pt x="632" y="1116"/>
                </a:lnTo>
                <a:lnTo>
                  <a:pt x="632" y="1120"/>
                </a:lnTo>
                <a:lnTo>
                  <a:pt x="634" y="1124"/>
                </a:lnTo>
                <a:lnTo>
                  <a:pt x="635" y="1128"/>
                </a:lnTo>
                <a:lnTo>
                  <a:pt x="637" y="1132"/>
                </a:lnTo>
                <a:lnTo>
                  <a:pt x="641" y="1132"/>
                </a:lnTo>
                <a:lnTo>
                  <a:pt x="645" y="1132"/>
                </a:lnTo>
                <a:lnTo>
                  <a:pt x="649" y="1130"/>
                </a:lnTo>
                <a:lnTo>
                  <a:pt x="654" y="1126"/>
                </a:lnTo>
                <a:lnTo>
                  <a:pt x="660" y="1120"/>
                </a:lnTo>
                <a:lnTo>
                  <a:pt x="864" y="918"/>
                </a:lnTo>
                <a:lnTo>
                  <a:pt x="866" y="916"/>
                </a:lnTo>
                <a:lnTo>
                  <a:pt x="870" y="912"/>
                </a:lnTo>
                <a:lnTo>
                  <a:pt x="876" y="906"/>
                </a:lnTo>
                <a:lnTo>
                  <a:pt x="879" y="901"/>
                </a:lnTo>
                <a:lnTo>
                  <a:pt x="881" y="893"/>
                </a:lnTo>
                <a:lnTo>
                  <a:pt x="877" y="889"/>
                </a:lnTo>
                <a:lnTo>
                  <a:pt x="866" y="886"/>
                </a:lnTo>
                <a:lnTo>
                  <a:pt x="849" y="884"/>
                </a:lnTo>
                <a:lnTo>
                  <a:pt x="671" y="884"/>
                </a:lnTo>
                <a:close/>
                <a:moveTo>
                  <a:pt x="637" y="598"/>
                </a:moveTo>
                <a:lnTo>
                  <a:pt x="669" y="611"/>
                </a:lnTo>
                <a:lnTo>
                  <a:pt x="694" y="623"/>
                </a:lnTo>
                <a:lnTo>
                  <a:pt x="686" y="623"/>
                </a:lnTo>
                <a:lnTo>
                  <a:pt x="679" y="624"/>
                </a:lnTo>
                <a:lnTo>
                  <a:pt x="666" y="619"/>
                </a:lnTo>
                <a:lnTo>
                  <a:pt x="651" y="609"/>
                </a:lnTo>
                <a:lnTo>
                  <a:pt x="637" y="598"/>
                </a:lnTo>
                <a:close/>
                <a:moveTo>
                  <a:pt x="461" y="479"/>
                </a:moveTo>
                <a:lnTo>
                  <a:pt x="467" y="494"/>
                </a:lnTo>
                <a:lnTo>
                  <a:pt x="477" y="511"/>
                </a:lnTo>
                <a:lnTo>
                  <a:pt x="490" y="530"/>
                </a:lnTo>
                <a:lnTo>
                  <a:pt x="503" y="547"/>
                </a:lnTo>
                <a:lnTo>
                  <a:pt x="518" y="564"/>
                </a:lnTo>
                <a:lnTo>
                  <a:pt x="530" y="575"/>
                </a:lnTo>
                <a:lnTo>
                  <a:pt x="537" y="585"/>
                </a:lnTo>
                <a:lnTo>
                  <a:pt x="541" y="588"/>
                </a:lnTo>
                <a:lnTo>
                  <a:pt x="528" y="590"/>
                </a:lnTo>
                <a:lnTo>
                  <a:pt x="509" y="596"/>
                </a:lnTo>
                <a:lnTo>
                  <a:pt x="486" y="602"/>
                </a:lnTo>
                <a:lnTo>
                  <a:pt x="463" y="609"/>
                </a:lnTo>
                <a:lnTo>
                  <a:pt x="439" y="617"/>
                </a:lnTo>
                <a:lnTo>
                  <a:pt x="418" y="624"/>
                </a:lnTo>
                <a:lnTo>
                  <a:pt x="399" y="630"/>
                </a:lnTo>
                <a:lnTo>
                  <a:pt x="388" y="634"/>
                </a:lnTo>
                <a:lnTo>
                  <a:pt x="384" y="636"/>
                </a:lnTo>
                <a:lnTo>
                  <a:pt x="461" y="479"/>
                </a:lnTo>
                <a:close/>
                <a:moveTo>
                  <a:pt x="450" y="204"/>
                </a:moveTo>
                <a:lnTo>
                  <a:pt x="439" y="206"/>
                </a:lnTo>
                <a:lnTo>
                  <a:pt x="427" y="212"/>
                </a:lnTo>
                <a:lnTo>
                  <a:pt x="422" y="221"/>
                </a:lnTo>
                <a:lnTo>
                  <a:pt x="418" y="240"/>
                </a:lnTo>
                <a:lnTo>
                  <a:pt x="416" y="272"/>
                </a:lnTo>
                <a:lnTo>
                  <a:pt x="418" y="308"/>
                </a:lnTo>
                <a:lnTo>
                  <a:pt x="420" y="342"/>
                </a:lnTo>
                <a:lnTo>
                  <a:pt x="422" y="373"/>
                </a:lnTo>
                <a:lnTo>
                  <a:pt x="426" y="395"/>
                </a:lnTo>
                <a:lnTo>
                  <a:pt x="429" y="409"/>
                </a:lnTo>
                <a:lnTo>
                  <a:pt x="427" y="414"/>
                </a:lnTo>
                <a:lnTo>
                  <a:pt x="422" y="430"/>
                </a:lnTo>
                <a:lnTo>
                  <a:pt x="414" y="452"/>
                </a:lnTo>
                <a:lnTo>
                  <a:pt x="403" y="484"/>
                </a:lnTo>
                <a:lnTo>
                  <a:pt x="388" y="520"/>
                </a:lnTo>
                <a:lnTo>
                  <a:pt x="371" y="560"/>
                </a:lnTo>
                <a:lnTo>
                  <a:pt x="352" y="602"/>
                </a:lnTo>
                <a:lnTo>
                  <a:pt x="331" y="645"/>
                </a:lnTo>
                <a:lnTo>
                  <a:pt x="308" y="691"/>
                </a:lnTo>
                <a:lnTo>
                  <a:pt x="286" y="732"/>
                </a:lnTo>
                <a:lnTo>
                  <a:pt x="259" y="772"/>
                </a:lnTo>
                <a:lnTo>
                  <a:pt x="257" y="774"/>
                </a:lnTo>
                <a:lnTo>
                  <a:pt x="252" y="783"/>
                </a:lnTo>
                <a:lnTo>
                  <a:pt x="242" y="795"/>
                </a:lnTo>
                <a:lnTo>
                  <a:pt x="231" y="808"/>
                </a:lnTo>
                <a:lnTo>
                  <a:pt x="219" y="821"/>
                </a:lnTo>
                <a:lnTo>
                  <a:pt x="210" y="833"/>
                </a:lnTo>
                <a:lnTo>
                  <a:pt x="201" y="838"/>
                </a:lnTo>
                <a:lnTo>
                  <a:pt x="199" y="838"/>
                </a:lnTo>
                <a:lnTo>
                  <a:pt x="199" y="838"/>
                </a:lnTo>
                <a:lnTo>
                  <a:pt x="195" y="840"/>
                </a:lnTo>
                <a:lnTo>
                  <a:pt x="193" y="840"/>
                </a:lnTo>
                <a:lnTo>
                  <a:pt x="189" y="842"/>
                </a:lnTo>
                <a:lnTo>
                  <a:pt x="187" y="842"/>
                </a:lnTo>
                <a:lnTo>
                  <a:pt x="183" y="842"/>
                </a:lnTo>
                <a:lnTo>
                  <a:pt x="180" y="842"/>
                </a:lnTo>
                <a:lnTo>
                  <a:pt x="178" y="842"/>
                </a:lnTo>
                <a:lnTo>
                  <a:pt x="176" y="840"/>
                </a:lnTo>
                <a:lnTo>
                  <a:pt x="176" y="838"/>
                </a:lnTo>
                <a:lnTo>
                  <a:pt x="176" y="834"/>
                </a:lnTo>
                <a:lnTo>
                  <a:pt x="178" y="829"/>
                </a:lnTo>
                <a:lnTo>
                  <a:pt x="180" y="823"/>
                </a:lnTo>
                <a:lnTo>
                  <a:pt x="185" y="816"/>
                </a:lnTo>
                <a:lnTo>
                  <a:pt x="189" y="812"/>
                </a:lnTo>
                <a:lnTo>
                  <a:pt x="197" y="802"/>
                </a:lnTo>
                <a:lnTo>
                  <a:pt x="208" y="789"/>
                </a:lnTo>
                <a:lnTo>
                  <a:pt x="223" y="772"/>
                </a:lnTo>
                <a:lnTo>
                  <a:pt x="236" y="755"/>
                </a:lnTo>
                <a:lnTo>
                  <a:pt x="252" y="738"/>
                </a:lnTo>
                <a:lnTo>
                  <a:pt x="263" y="723"/>
                </a:lnTo>
                <a:lnTo>
                  <a:pt x="270" y="711"/>
                </a:lnTo>
                <a:lnTo>
                  <a:pt x="267" y="715"/>
                </a:lnTo>
                <a:lnTo>
                  <a:pt x="253" y="721"/>
                </a:lnTo>
                <a:lnTo>
                  <a:pt x="236" y="732"/>
                </a:lnTo>
                <a:lnTo>
                  <a:pt x="216" y="746"/>
                </a:lnTo>
                <a:lnTo>
                  <a:pt x="195" y="759"/>
                </a:lnTo>
                <a:lnTo>
                  <a:pt x="172" y="772"/>
                </a:lnTo>
                <a:lnTo>
                  <a:pt x="155" y="785"/>
                </a:lnTo>
                <a:lnTo>
                  <a:pt x="140" y="797"/>
                </a:lnTo>
                <a:lnTo>
                  <a:pt x="134" y="804"/>
                </a:lnTo>
                <a:lnTo>
                  <a:pt x="131" y="816"/>
                </a:lnTo>
                <a:lnTo>
                  <a:pt x="127" y="829"/>
                </a:lnTo>
                <a:lnTo>
                  <a:pt x="125" y="842"/>
                </a:lnTo>
                <a:lnTo>
                  <a:pt x="127" y="855"/>
                </a:lnTo>
                <a:lnTo>
                  <a:pt x="138" y="869"/>
                </a:lnTo>
                <a:lnTo>
                  <a:pt x="155" y="878"/>
                </a:lnTo>
                <a:lnTo>
                  <a:pt x="161" y="878"/>
                </a:lnTo>
                <a:lnTo>
                  <a:pt x="178" y="878"/>
                </a:lnTo>
                <a:lnTo>
                  <a:pt x="201" y="872"/>
                </a:lnTo>
                <a:lnTo>
                  <a:pt x="225" y="861"/>
                </a:lnTo>
                <a:lnTo>
                  <a:pt x="252" y="838"/>
                </a:lnTo>
                <a:lnTo>
                  <a:pt x="253" y="836"/>
                </a:lnTo>
                <a:lnTo>
                  <a:pt x="261" y="827"/>
                </a:lnTo>
                <a:lnTo>
                  <a:pt x="272" y="812"/>
                </a:lnTo>
                <a:lnTo>
                  <a:pt x="286" y="795"/>
                </a:lnTo>
                <a:lnTo>
                  <a:pt x="301" y="776"/>
                </a:lnTo>
                <a:lnTo>
                  <a:pt x="316" y="753"/>
                </a:lnTo>
                <a:lnTo>
                  <a:pt x="331" y="732"/>
                </a:lnTo>
                <a:lnTo>
                  <a:pt x="346" y="713"/>
                </a:lnTo>
                <a:lnTo>
                  <a:pt x="357" y="696"/>
                </a:lnTo>
                <a:lnTo>
                  <a:pt x="365" y="683"/>
                </a:lnTo>
                <a:lnTo>
                  <a:pt x="367" y="683"/>
                </a:lnTo>
                <a:lnTo>
                  <a:pt x="376" y="679"/>
                </a:lnTo>
                <a:lnTo>
                  <a:pt x="393" y="674"/>
                </a:lnTo>
                <a:lnTo>
                  <a:pt x="420" y="668"/>
                </a:lnTo>
                <a:lnTo>
                  <a:pt x="454" y="659"/>
                </a:lnTo>
                <a:lnTo>
                  <a:pt x="499" y="649"/>
                </a:lnTo>
                <a:lnTo>
                  <a:pt x="556" y="638"/>
                </a:lnTo>
                <a:lnTo>
                  <a:pt x="624" y="624"/>
                </a:lnTo>
                <a:lnTo>
                  <a:pt x="630" y="626"/>
                </a:lnTo>
                <a:lnTo>
                  <a:pt x="641" y="632"/>
                </a:lnTo>
                <a:lnTo>
                  <a:pt x="660" y="641"/>
                </a:lnTo>
                <a:lnTo>
                  <a:pt x="683" y="651"/>
                </a:lnTo>
                <a:lnTo>
                  <a:pt x="705" y="660"/>
                </a:lnTo>
                <a:lnTo>
                  <a:pt x="728" y="670"/>
                </a:lnTo>
                <a:lnTo>
                  <a:pt x="749" y="677"/>
                </a:lnTo>
                <a:lnTo>
                  <a:pt x="764" y="683"/>
                </a:lnTo>
                <a:lnTo>
                  <a:pt x="783" y="689"/>
                </a:lnTo>
                <a:lnTo>
                  <a:pt x="796" y="698"/>
                </a:lnTo>
                <a:lnTo>
                  <a:pt x="806" y="706"/>
                </a:lnTo>
                <a:lnTo>
                  <a:pt x="811" y="713"/>
                </a:lnTo>
                <a:lnTo>
                  <a:pt x="813" y="715"/>
                </a:lnTo>
                <a:lnTo>
                  <a:pt x="815" y="713"/>
                </a:lnTo>
                <a:lnTo>
                  <a:pt x="823" y="708"/>
                </a:lnTo>
                <a:lnTo>
                  <a:pt x="830" y="700"/>
                </a:lnTo>
                <a:lnTo>
                  <a:pt x="838" y="691"/>
                </a:lnTo>
                <a:lnTo>
                  <a:pt x="840" y="681"/>
                </a:lnTo>
                <a:lnTo>
                  <a:pt x="834" y="676"/>
                </a:lnTo>
                <a:lnTo>
                  <a:pt x="817" y="668"/>
                </a:lnTo>
                <a:lnTo>
                  <a:pt x="792" y="660"/>
                </a:lnTo>
                <a:lnTo>
                  <a:pt x="762" y="653"/>
                </a:lnTo>
                <a:lnTo>
                  <a:pt x="730" y="641"/>
                </a:lnTo>
                <a:lnTo>
                  <a:pt x="702" y="626"/>
                </a:lnTo>
                <a:lnTo>
                  <a:pt x="694" y="623"/>
                </a:lnTo>
                <a:lnTo>
                  <a:pt x="721" y="623"/>
                </a:lnTo>
                <a:lnTo>
                  <a:pt x="747" y="624"/>
                </a:lnTo>
                <a:lnTo>
                  <a:pt x="773" y="628"/>
                </a:lnTo>
                <a:lnTo>
                  <a:pt x="794" y="634"/>
                </a:lnTo>
                <a:lnTo>
                  <a:pt x="807" y="643"/>
                </a:lnTo>
                <a:lnTo>
                  <a:pt x="815" y="649"/>
                </a:lnTo>
                <a:lnTo>
                  <a:pt x="821" y="653"/>
                </a:lnTo>
                <a:lnTo>
                  <a:pt x="826" y="651"/>
                </a:lnTo>
                <a:lnTo>
                  <a:pt x="836" y="645"/>
                </a:lnTo>
                <a:lnTo>
                  <a:pt x="840" y="636"/>
                </a:lnTo>
                <a:lnTo>
                  <a:pt x="834" y="626"/>
                </a:lnTo>
                <a:lnTo>
                  <a:pt x="823" y="617"/>
                </a:lnTo>
                <a:lnTo>
                  <a:pt x="806" y="609"/>
                </a:lnTo>
                <a:lnTo>
                  <a:pt x="787" y="602"/>
                </a:lnTo>
                <a:lnTo>
                  <a:pt x="772" y="596"/>
                </a:lnTo>
                <a:lnTo>
                  <a:pt x="747" y="592"/>
                </a:lnTo>
                <a:lnTo>
                  <a:pt x="721" y="587"/>
                </a:lnTo>
                <a:lnTo>
                  <a:pt x="690" y="583"/>
                </a:lnTo>
                <a:lnTo>
                  <a:pt x="662" y="579"/>
                </a:lnTo>
                <a:lnTo>
                  <a:pt x="639" y="575"/>
                </a:lnTo>
                <a:lnTo>
                  <a:pt x="622" y="573"/>
                </a:lnTo>
                <a:lnTo>
                  <a:pt x="617" y="573"/>
                </a:lnTo>
                <a:lnTo>
                  <a:pt x="618" y="573"/>
                </a:lnTo>
                <a:lnTo>
                  <a:pt x="620" y="577"/>
                </a:lnTo>
                <a:lnTo>
                  <a:pt x="622" y="581"/>
                </a:lnTo>
                <a:lnTo>
                  <a:pt x="628" y="585"/>
                </a:lnTo>
                <a:lnTo>
                  <a:pt x="632" y="590"/>
                </a:lnTo>
                <a:lnTo>
                  <a:pt x="637" y="598"/>
                </a:lnTo>
                <a:lnTo>
                  <a:pt x="615" y="585"/>
                </a:lnTo>
                <a:lnTo>
                  <a:pt x="592" y="568"/>
                </a:lnTo>
                <a:lnTo>
                  <a:pt x="567" y="547"/>
                </a:lnTo>
                <a:lnTo>
                  <a:pt x="543" y="520"/>
                </a:lnTo>
                <a:lnTo>
                  <a:pt x="520" y="488"/>
                </a:lnTo>
                <a:lnTo>
                  <a:pt x="499" y="450"/>
                </a:lnTo>
                <a:lnTo>
                  <a:pt x="480" y="403"/>
                </a:lnTo>
                <a:lnTo>
                  <a:pt x="478" y="397"/>
                </a:lnTo>
                <a:lnTo>
                  <a:pt x="475" y="382"/>
                </a:lnTo>
                <a:lnTo>
                  <a:pt x="469" y="361"/>
                </a:lnTo>
                <a:lnTo>
                  <a:pt x="463" y="339"/>
                </a:lnTo>
                <a:lnTo>
                  <a:pt x="458" y="312"/>
                </a:lnTo>
                <a:lnTo>
                  <a:pt x="454" y="291"/>
                </a:lnTo>
                <a:lnTo>
                  <a:pt x="450" y="272"/>
                </a:lnTo>
                <a:lnTo>
                  <a:pt x="450" y="257"/>
                </a:lnTo>
                <a:lnTo>
                  <a:pt x="452" y="242"/>
                </a:lnTo>
                <a:lnTo>
                  <a:pt x="456" y="231"/>
                </a:lnTo>
                <a:lnTo>
                  <a:pt x="460" y="225"/>
                </a:lnTo>
                <a:lnTo>
                  <a:pt x="465" y="225"/>
                </a:lnTo>
                <a:lnTo>
                  <a:pt x="469" y="237"/>
                </a:lnTo>
                <a:lnTo>
                  <a:pt x="471" y="240"/>
                </a:lnTo>
                <a:lnTo>
                  <a:pt x="473" y="250"/>
                </a:lnTo>
                <a:lnTo>
                  <a:pt x="477" y="263"/>
                </a:lnTo>
                <a:lnTo>
                  <a:pt x="478" y="278"/>
                </a:lnTo>
                <a:lnTo>
                  <a:pt x="477" y="295"/>
                </a:lnTo>
                <a:lnTo>
                  <a:pt x="484" y="339"/>
                </a:lnTo>
                <a:lnTo>
                  <a:pt x="484" y="335"/>
                </a:lnTo>
                <a:lnTo>
                  <a:pt x="488" y="320"/>
                </a:lnTo>
                <a:lnTo>
                  <a:pt x="492" y="299"/>
                </a:lnTo>
                <a:lnTo>
                  <a:pt x="495" y="276"/>
                </a:lnTo>
                <a:lnTo>
                  <a:pt x="497" y="254"/>
                </a:lnTo>
                <a:lnTo>
                  <a:pt x="497" y="233"/>
                </a:lnTo>
                <a:lnTo>
                  <a:pt x="492" y="218"/>
                </a:lnTo>
                <a:lnTo>
                  <a:pt x="488" y="216"/>
                </a:lnTo>
                <a:lnTo>
                  <a:pt x="482" y="214"/>
                </a:lnTo>
                <a:lnTo>
                  <a:pt x="473" y="210"/>
                </a:lnTo>
                <a:lnTo>
                  <a:pt x="461" y="206"/>
                </a:lnTo>
                <a:lnTo>
                  <a:pt x="450" y="204"/>
                </a:lnTo>
                <a:close/>
                <a:moveTo>
                  <a:pt x="85" y="0"/>
                </a:moveTo>
                <a:lnTo>
                  <a:pt x="842" y="0"/>
                </a:lnTo>
                <a:lnTo>
                  <a:pt x="868" y="4"/>
                </a:lnTo>
                <a:lnTo>
                  <a:pt x="891" y="15"/>
                </a:lnTo>
                <a:lnTo>
                  <a:pt x="910" y="34"/>
                </a:lnTo>
                <a:lnTo>
                  <a:pt x="921" y="57"/>
                </a:lnTo>
                <a:lnTo>
                  <a:pt x="927" y="83"/>
                </a:lnTo>
                <a:lnTo>
                  <a:pt x="927" y="927"/>
                </a:lnTo>
                <a:lnTo>
                  <a:pt x="671" y="1177"/>
                </a:lnTo>
                <a:lnTo>
                  <a:pt x="85" y="1177"/>
                </a:lnTo>
                <a:lnTo>
                  <a:pt x="59" y="1173"/>
                </a:lnTo>
                <a:lnTo>
                  <a:pt x="36" y="1162"/>
                </a:lnTo>
                <a:lnTo>
                  <a:pt x="17" y="1143"/>
                </a:lnTo>
                <a:lnTo>
                  <a:pt x="6" y="1120"/>
                </a:lnTo>
                <a:lnTo>
                  <a:pt x="0" y="1094"/>
                </a:lnTo>
                <a:lnTo>
                  <a:pt x="0" y="83"/>
                </a:lnTo>
                <a:lnTo>
                  <a:pt x="6" y="57"/>
                </a:lnTo>
                <a:lnTo>
                  <a:pt x="17" y="34"/>
                </a:lnTo>
                <a:lnTo>
                  <a:pt x="36" y="15"/>
                </a:lnTo>
                <a:lnTo>
                  <a:pt x="59" y="4"/>
                </a:lnTo>
                <a:lnTo>
                  <a:pt x="8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9"/>
          <p:cNvSpPr>
            <a:spLocks noChangeAspect="1" noEditPoints="1"/>
          </p:cNvSpPr>
          <p:nvPr/>
        </p:nvSpPr>
        <p:spPr bwMode="auto">
          <a:xfrm>
            <a:off x="6141164" y="1232876"/>
            <a:ext cx="926763" cy="1080000"/>
          </a:xfrm>
          <a:custGeom>
            <a:avLst/>
            <a:gdLst>
              <a:gd name="T0" fmla="*/ 641 w 1010"/>
              <a:gd name="T1" fmla="*/ 895 h 1177"/>
              <a:gd name="T2" fmla="*/ 632 w 1010"/>
              <a:gd name="T3" fmla="*/ 1096 h 1177"/>
              <a:gd name="T4" fmla="*/ 632 w 1010"/>
              <a:gd name="T5" fmla="*/ 1116 h 1177"/>
              <a:gd name="T6" fmla="*/ 641 w 1010"/>
              <a:gd name="T7" fmla="*/ 1132 h 1177"/>
              <a:gd name="T8" fmla="*/ 864 w 1010"/>
              <a:gd name="T9" fmla="*/ 916 h 1177"/>
              <a:gd name="T10" fmla="*/ 881 w 1010"/>
              <a:gd name="T11" fmla="*/ 893 h 1177"/>
              <a:gd name="T12" fmla="*/ 637 w 1010"/>
              <a:gd name="T13" fmla="*/ 640 h 1177"/>
              <a:gd name="T14" fmla="*/ 666 w 1010"/>
              <a:gd name="T15" fmla="*/ 660 h 1177"/>
              <a:gd name="T16" fmla="*/ 477 w 1010"/>
              <a:gd name="T17" fmla="*/ 553 h 1177"/>
              <a:gd name="T18" fmla="*/ 537 w 1010"/>
              <a:gd name="T19" fmla="*/ 626 h 1177"/>
              <a:gd name="T20" fmla="*/ 462 w 1010"/>
              <a:gd name="T21" fmla="*/ 651 h 1177"/>
              <a:gd name="T22" fmla="*/ 382 w 1010"/>
              <a:gd name="T23" fmla="*/ 677 h 1177"/>
              <a:gd name="T24" fmla="*/ 420 w 1010"/>
              <a:gd name="T25" fmla="*/ 263 h 1177"/>
              <a:gd name="T26" fmla="*/ 422 w 1010"/>
              <a:gd name="T27" fmla="*/ 414 h 1177"/>
              <a:gd name="T28" fmla="*/ 412 w 1010"/>
              <a:gd name="T29" fmla="*/ 494 h 1177"/>
              <a:gd name="T30" fmla="*/ 331 w 1010"/>
              <a:gd name="T31" fmla="*/ 687 h 1177"/>
              <a:gd name="T32" fmla="*/ 250 w 1010"/>
              <a:gd name="T33" fmla="*/ 825 h 1177"/>
              <a:gd name="T34" fmla="*/ 199 w 1010"/>
              <a:gd name="T35" fmla="*/ 880 h 1177"/>
              <a:gd name="T36" fmla="*/ 189 w 1010"/>
              <a:gd name="T37" fmla="*/ 884 h 1177"/>
              <a:gd name="T38" fmla="*/ 176 w 1010"/>
              <a:gd name="T39" fmla="*/ 882 h 1177"/>
              <a:gd name="T40" fmla="*/ 186 w 1010"/>
              <a:gd name="T41" fmla="*/ 857 h 1177"/>
              <a:gd name="T42" fmla="*/ 237 w 1010"/>
              <a:gd name="T43" fmla="*/ 797 h 1177"/>
              <a:gd name="T44" fmla="*/ 254 w 1010"/>
              <a:gd name="T45" fmla="*/ 763 h 1177"/>
              <a:gd name="T46" fmla="*/ 153 w 1010"/>
              <a:gd name="T47" fmla="*/ 827 h 1177"/>
              <a:gd name="T48" fmla="*/ 123 w 1010"/>
              <a:gd name="T49" fmla="*/ 884 h 1177"/>
              <a:gd name="T50" fmla="*/ 176 w 1010"/>
              <a:gd name="T51" fmla="*/ 920 h 1177"/>
              <a:gd name="T52" fmla="*/ 261 w 1010"/>
              <a:gd name="T53" fmla="*/ 869 h 1177"/>
              <a:gd name="T54" fmla="*/ 331 w 1010"/>
              <a:gd name="T55" fmla="*/ 776 h 1177"/>
              <a:gd name="T56" fmla="*/ 377 w 1010"/>
              <a:gd name="T57" fmla="*/ 721 h 1177"/>
              <a:gd name="T58" fmla="*/ 556 w 1010"/>
              <a:gd name="T59" fmla="*/ 679 h 1177"/>
              <a:gd name="T60" fmla="*/ 683 w 1010"/>
              <a:gd name="T61" fmla="*/ 693 h 1177"/>
              <a:gd name="T62" fmla="*/ 783 w 1010"/>
              <a:gd name="T63" fmla="*/ 730 h 1177"/>
              <a:gd name="T64" fmla="*/ 815 w 1010"/>
              <a:gd name="T65" fmla="*/ 755 h 1177"/>
              <a:gd name="T66" fmla="*/ 834 w 1010"/>
              <a:gd name="T67" fmla="*/ 717 h 1177"/>
              <a:gd name="T68" fmla="*/ 702 w 1010"/>
              <a:gd name="T69" fmla="*/ 668 h 1177"/>
              <a:gd name="T70" fmla="*/ 794 w 1010"/>
              <a:gd name="T71" fmla="*/ 676 h 1177"/>
              <a:gd name="T72" fmla="*/ 836 w 1010"/>
              <a:gd name="T73" fmla="*/ 687 h 1177"/>
              <a:gd name="T74" fmla="*/ 787 w 1010"/>
              <a:gd name="T75" fmla="*/ 643 h 1177"/>
              <a:gd name="T76" fmla="*/ 662 w 1010"/>
              <a:gd name="T77" fmla="*/ 621 h 1177"/>
              <a:gd name="T78" fmla="*/ 619 w 1010"/>
              <a:gd name="T79" fmla="*/ 617 h 1177"/>
              <a:gd name="T80" fmla="*/ 615 w 1010"/>
              <a:gd name="T81" fmla="*/ 626 h 1177"/>
              <a:gd name="T82" fmla="*/ 499 w 1010"/>
              <a:gd name="T83" fmla="*/ 492 h 1177"/>
              <a:gd name="T84" fmla="*/ 463 w 1010"/>
              <a:gd name="T85" fmla="*/ 378 h 1177"/>
              <a:gd name="T86" fmla="*/ 452 w 1010"/>
              <a:gd name="T87" fmla="*/ 284 h 1177"/>
              <a:gd name="T88" fmla="*/ 469 w 1010"/>
              <a:gd name="T89" fmla="*/ 280 h 1177"/>
              <a:gd name="T90" fmla="*/ 484 w 1010"/>
              <a:gd name="T91" fmla="*/ 380 h 1177"/>
              <a:gd name="T92" fmla="*/ 498 w 1010"/>
              <a:gd name="T93" fmla="*/ 293 h 1177"/>
              <a:gd name="T94" fmla="*/ 473 w 1010"/>
              <a:gd name="T95" fmla="*/ 250 h 1177"/>
              <a:gd name="T96" fmla="*/ 868 w 1010"/>
              <a:gd name="T97" fmla="*/ 87 h 1177"/>
              <a:gd name="T98" fmla="*/ 927 w 1010"/>
              <a:gd name="T99" fmla="*/ 927 h 1177"/>
              <a:gd name="T100" fmla="*/ 17 w 1010"/>
              <a:gd name="T101" fmla="*/ 1143 h 1177"/>
              <a:gd name="T102" fmla="*/ 17 w 1010"/>
              <a:gd name="T103" fmla="*/ 117 h 1177"/>
              <a:gd name="T104" fmla="*/ 929 w 1010"/>
              <a:gd name="T105" fmla="*/ 0 h 1177"/>
              <a:gd name="T106" fmla="*/ 989 w 1010"/>
              <a:gd name="T107" fmla="*/ 21 h 1177"/>
              <a:gd name="T108" fmla="*/ 1010 w 1010"/>
              <a:gd name="T109" fmla="*/ 887 h 1177"/>
              <a:gd name="T110" fmla="*/ 968 w 1010"/>
              <a:gd name="T111" fmla="*/ 925 h 1177"/>
              <a:gd name="T112" fmla="*/ 961 w 1010"/>
              <a:gd name="T113" fmla="*/ 91 h 1177"/>
              <a:gd name="T114" fmla="*/ 883 w 1010"/>
              <a:gd name="T115" fmla="*/ 42 h 1177"/>
              <a:gd name="T116" fmla="*/ 172 w 1010"/>
              <a:gd name="T117" fmla="*/ 15 h 1177"/>
              <a:gd name="T118" fmla="*/ 929 w 1010"/>
              <a:gd name="T119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10" h="1177">
                <a:moveTo>
                  <a:pt x="671" y="884"/>
                </a:moveTo>
                <a:lnTo>
                  <a:pt x="668" y="884"/>
                </a:lnTo>
                <a:lnTo>
                  <a:pt x="660" y="886"/>
                </a:lnTo>
                <a:lnTo>
                  <a:pt x="651" y="889"/>
                </a:lnTo>
                <a:lnTo>
                  <a:pt x="641" y="895"/>
                </a:lnTo>
                <a:lnTo>
                  <a:pt x="634" y="908"/>
                </a:lnTo>
                <a:lnTo>
                  <a:pt x="632" y="925"/>
                </a:lnTo>
                <a:lnTo>
                  <a:pt x="632" y="1094"/>
                </a:lnTo>
                <a:lnTo>
                  <a:pt x="632" y="1094"/>
                </a:lnTo>
                <a:lnTo>
                  <a:pt x="632" y="1096"/>
                </a:lnTo>
                <a:lnTo>
                  <a:pt x="632" y="1099"/>
                </a:lnTo>
                <a:lnTo>
                  <a:pt x="630" y="1103"/>
                </a:lnTo>
                <a:lnTo>
                  <a:pt x="630" y="1107"/>
                </a:lnTo>
                <a:lnTo>
                  <a:pt x="632" y="1111"/>
                </a:lnTo>
                <a:lnTo>
                  <a:pt x="632" y="1116"/>
                </a:lnTo>
                <a:lnTo>
                  <a:pt x="632" y="1120"/>
                </a:lnTo>
                <a:lnTo>
                  <a:pt x="634" y="1124"/>
                </a:lnTo>
                <a:lnTo>
                  <a:pt x="636" y="1128"/>
                </a:lnTo>
                <a:lnTo>
                  <a:pt x="637" y="1130"/>
                </a:lnTo>
                <a:lnTo>
                  <a:pt x="641" y="1132"/>
                </a:lnTo>
                <a:lnTo>
                  <a:pt x="645" y="1132"/>
                </a:lnTo>
                <a:lnTo>
                  <a:pt x="649" y="1130"/>
                </a:lnTo>
                <a:lnTo>
                  <a:pt x="654" y="1126"/>
                </a:lnTo>
                <a:lnTo>
                  <a:pt x="660" y="1120"/>
                </a:lnTo>
                <a:lnTo>
                  <a:pt x="864" y="916"/>
                </a:lnTo>
                <a:lnTo>
                  <a:pt x="866" y="916"/>
                </a:lnTo>
                <a:lnTo>
                  <a:pt x="870" y="912"/>
                </a:lnTo>
                <a:lnTo>
                  <a:pt x="876" y="906"/>
                </a:lnTo>
                <a:lnTo>
                  <a:pt x="879" y="899"/>
                </a:lnTo>
                <a:lnTo>
                  <a:pt x="881" y="893"/>
                </a:lnTo>
                <a:lnTo>
                  <a:pt x="878" y="887"/>
                </a:lnTo>
                <a:lnTo>
                  <a:pt x="866" y="886"/>
                </a:lnTo>
                <a:lnTo>
                  <a:pt x="849" y="884"/>
                </a:lnTo>
                <a:lnTo>
                  <a:pt x="671" y="884"/>
                </a:lnTo>
                <a:close/>
                <a:moveTo>
                  <a:pt x="637" y="640"/>
                </a:moveTo>
                <a:lnTo>
                  <a:pt x="670" y="653"/>
                </a:lnTo>
                <a:lnTo>
                  <a:pt x="694" y="664"/>
                </a:lnTo>
                <a:lnTo>
                  <a:pt x="687" y="664"/>
                </a:lnTo>
                <a:lnTo>
                  <a:pt x="679" y="664"/>
                </a:lnTo>
                <a:lnTo>
                  <a:pt x="666" y="660"/>
                </a:lnTo>
                <a:lnTo>
                  <a:pt x="651" y="651"/>
                </a:lnTo>
                <a:lnTo>
                  <a:pt x="637" y="640"/>
                </a:lnTo>
                <a:close/>
                <a:moveTo>
                  <a:pt x="462" y="520"/>
                </a:moveTo>
                <a:lnTo>
                  <a:pt x="467" y="536"/>
                </a:lnTo>
                <a:lnTo>
                  <a:pt x="477" y="553"/>
                </a:lnTo>
                <a:lnTo>
                  <a:pt x="490" y="571"/>
                </a:lnTo>
                <a:lnTo>
                  <a:pt x="503" y="588"/>
                </a:lnTo>
                <a:lnTo>
                  <a:pt x="516" y="606"/>
                </a:lnTo>
                <a:lnTo>
                  <a:pt x="530" y="617"/>
                </a:lnTo>
                <a:lnTo>
                  <a:pt x="537" y="626"/>
                </a:lnTo>
                <a:lnTo>
                  <a:pt x="541" y="628"/>
                </a:lnTo>
                <a:lnTo>
                  <a:pt x="528" y="632"/>
                </a:lnTo>
                <a:lnTo>
                  <a:pt x="509" y="636"/>
                </a:lnTo>
                <a:lnTo>
                  <a:pt x="486" y="643"/>
                </a:lnTo>
                <a:lnTo>
                  <a:pt x="462" y="651"/>
                </a:lnTo>
                <a:lnTo>
                  <a:pt x="439" y="659"/>
                </a:lnTo>
                <a:lnTo>
                  <a:pt x="416" y="666"/>
                </a:lnTo>
                <a:lnTo>
                  <a:pt x="399" y="672"/>
                </a:lnTo>
                <a:lnTo>
                  <a:pt x="388" y="676"/>
                </a:lnTo>
                <a:lnTo>
                  <a:pt x="382" y="677"/>
                </a:lnTo>
                <a:lnTo>
                  <a:pt x="462" y="520"/>
                </a:lnTo>
                <a:close/>
                <a:moveTo>
                  <a:pt x="450" y="246"/>
                </a:moveTo>
                <a:lnTo>
                  <a:pt x="437" y="248"/>
                </a:lnTo>
                <a:lnTo>
                  <a:pt x="428" y="252"/>
                </a:lnTo>
                <a:lnTo>
                  <a:pt x="420" y="263"/>
                </a:lnTo>
                <a:lnTo>
                  <a:pt x="418" y="280"/>
                </a:lnTo>
                <a:lnTo>
                  <a:pt x="416" y="314"/>
                </a:lnTo>
                <a:lnTo>
                  <a:pt x="416" y="350"/>
                </a:lnTo>
                <a:lnTo>
                  <a:pt x="418" y="384"/>
                </a:lnTo>
                <a:lnTo>
                  <a:pt x="422" y="414"/>
                </a:lnTo>
                <a:lnTo>
                  <a:pt x="426" y="437"/>
                </a:lnTo>
                <a:lnTo>
                  <a:pt x="428" y="450"/>
                </a:lnTo>
                <a:lnTo>
                  <a:pt x="428" y="456"/>
                </a:lnTo>
                <a:lnTo>
                  <a:pt x="422" y="471"/>
                </a:lnTo>
                <a:lnTo>
                  <a:pt x="412" y="494"/>
                </a:lnTo>
                <a:lnTo>
                  <a:pt x="401" y="524"/>
                </a:lnTo>
                <a:lnTo>
                  <a:pt x="388" y="560"/>
                </a:lnTo>
                <a:lnTo>
                  <a:pt x="371" y="602"/>
                </a:lnTo>
                <a:lnTo>
                  <a:pt x="352" y="643"/>
                </a:lnTo>
                <a:lnTo>
                  <a:pt x="331" y="687"/>
                </a:lnTo>
                <a:lnTo>
                  <a:pt x="308" y="732"/>
                </a:lnTo>
                <a:lnTo>
                  <a:pt x="284" y="774"/>
                </a:lnTo>
                <a:lnTo>
                  <a:pt x="259" y="814"/>
                </a:lnTo>
                <a:lnTo>
                  <a:pt x="257" y="817"/>
                </a:lnTo>
                <a:lnTo>
                  <a:pt x="250" y="825"/>
                </a:lnTo>
                <a:lnTo>
                  <a:pt x="240" y="836"/>
                </a:lnTo>
                <a:lnTo>
                  <a:pt x="231" y="850"/>
                </a:lnTo>
                <a:lnTo>
                  <a:pt x="220" y="863"/>
                </a:lnTo>
                <a:lnTo>
                  <a:pt x="208" y="874"/>
                </a:lnTo>
                <a:lnTo>
                  <a:pt x="199" y="880"/>
                </a:lnTo>
                <a:lnTo>
                  <a:pt x="199" y="880"/>
                </a:lnTo>
                <a:lnTo>
                  <a:pt x="197" y="880"/>
                </a:lnTo>
                <a:lnTo>
                  <a:pt x="195" y="882"/>
                </a:lnTo>
                <a:lnTo>
                  <a:pt x="193" y="882"/>
                </a:lnTo>
                <a:lnTo>
                  <a:pt x="189" y="884"/>
                </a:lnTo>
                <a:lnTo>
                  <a:pt x="186" y="884"/>
                </a:lnTo>
                <a:lnTo>
                  <a:pt x="182" y="884"/>
                </a:lnTo>
                <a:lnTo>
                  <a:pt x="180" y="884"/>
                </a:lnTo>
                <a:lnTo>
                  <a:pt x="178" y="884"/>
                </a:lnTo>
                <a:lnTo>
                  <a:pt x="176" y="882"/>
                </a:lnTo>
                <a:lnTo>
                  <a:pt x="174" y="880"/>
                </a:lnTo>
                <a:lnTo>
                  <a:pt x="174" y="876"/>
                </a:lnTo>
                <a:lnTo>
                  <a:pt x="176" y="870"/>
                </a:lnTo>
                <a:lnTo>
                  <a:pt x="180" y="865"/>
                </a:lnTo>
                <a:lnTo>
                  <a:pt x="186" y="857"/>
                </a:lnTo>
                <a:lnTo>
                  <a:pt x="187" y="853"/>
                </a:lnTo>
                <a:lnTo>
                  <a:pt x="197" y="844"/>
                </a:lnTo>
                <a:lnTo>
                  <a:pt x="208" y="831"/>
                </a:lnTo>
                <a:lnTo>
                  <a:pt x="221" y="814"/>
                </a:lnTo>
                <a:lnTo>
                  <a:pt x="237" y="797"/>
                </a:lnTo>
                <a:lnTo>
                  <a:pt x="250" y="780"/>
                </a:lnTo>
                <a:lnTo>
                  <a:pt x="261" y="764"/>
                </a:lnTo>
                <a:lnTo>
                  <a:pt x="271" y="753"/>
                </a:lnTo>
                <a:lnTo>
                  <a:pt x="265" y="757"/>
                </a:lnTo>
                <a:lnTo>
                  <a:pt x="254" y="763"/>
                </a:lnTo>
                <a:lnTo>
                  <a:pt x="237" y="774"/>
                </a:lnTo>
                <a:lnTo>
                  <a:pt x="216" y="787"/>
                </a:lnTo>
                <a:lnTo>
                  <a:pt x="193" y="800"/>
                </a:lnTo>
                <a:lnTo>
                  <a:pt x="172" y="814"/>
                </a:lnTo>
                <a:lnTo>
                  <a:pt x="153" y="827"/>
                </a:lnTo>
                <a:lnTo>
                  <a:pt x="140" y="838"/>
                </a:lnTo>
                <a:lnTo>
                  <a:pt x="134" y="846"/>
                </a:lnTo>
                <a:lnTo>
                  <a:pt x="129" y="857"/>
                </a:lnTo>
                <a:lnTo>
                  <a:pt x="125" y="870"/>
                </a:lnTo>
                <a:lnTo>
                  <a:pt x="123" y="884"/>
                </a:lnTo>
                <a:lnTo>
                  <a:pt x="127" y="897"/>
                </a:lnTo>
                <a:lnTo>
                  <a:pt x="136" y="910"/>
                </a:lnTo>
                <a:lnTo>
                  <a:pt x="155" y="922"/>
                </a:lnTo>
                <a:lnTo>
                  <a:pt x="161" y="922"/>
                </a:lnTo>
                <a:lnTo>
                  <a:pt x="176" y="920"/>
                </a:lnTo>
                <a:lnTo>
                  <a:pt x="199" y="914"/>
                </a:lnTo>
                <a:lnTo>
                  <a:pt x="225" y="903"/>
                </a:lnTo>
                <a:lnTo>
                  <a:pt x="250" y="880"/>
                </a:lnTo>
                <a:lnTo>
                  <a:pt x="254" y="878"/>
                </a:lnTo>
                <a:lnTo>
                  <a:pt x="261" y="869"/>
                </a:lnTo>
                <a:lnTo>
                  <a:pt x="271" y="853"/>
                </a:lnTo>
                <a:lnTo>
                  <a:pt x="286" y="836"/>
                </a:lnTo>
                <a:lnTo>
                  <a:pt x="301" y="817"/>
                </a:lnTo>
                <a:lnTo>
                  <a:pt x="316" y="797"/>
                </a:lnTo>
                <a:lnTo>
                  <a:pt x="331" y="776"/>
                </a:lnTo>
                <a:lnTo>
                  <a:pt x="344" y="755"/>
                </a:lnTo>
                <a:lnTo>
                  <a:pt x="356" y="738"/>
                </a:lnTo>
                <a:lnTo>
                  <a:pt x="363" y="725"/>
                </a:lnTo>
                <a:lnTo>
                  <a:pt x="367" y="725"/>
                </a:lnTo>
                <a:lnTo>
                  <a:pt x="377" y="721"/>
                </a:lnTo>
                <a:lnTo>
                  <a:pt x="394" y="715"/>
                </a:lnTo>
                <a:lnTo>
                  <a:pt x="420" y="710"/>
                </a:lnTo>
                <a:lnTo>
                  <a:pt x="454" y="700"/>
                </a:lnTo>
                <a:lnTo>
                  <a:pt x="499" y="691"/>
                </a:lnTo>
                <a:lnTo>
                  <a:pt x="556" y="679"/>
                </a:lnTo>
                <a:lnTo>
                  <a:pt x="624" y="666"/>
                </a:lnTo>
                <a:lnTo>
                  <a:pt x="628" y="668"/>
                </a:lnTo>
                <a:lnTo>
                  <a:pt x="641" y="674"/>
                </a:lnTo>
                <a:lnTo>
                  <a:pt x="660" y="681"/>
                </a:lnTo>
                <a:lnTo>
                  <a:pt x="683" y="693"/>
                </a:lnTo>
                <a:lnTo>
                  <a:pt x="706" y="702"/>
                </a:lnTo>
                <a:lnTo>
                  <a:pt x="728" y="711"/>
                </a:lnTo>
                <a:lnTo>
                  <a:pt x="749" y="719"/>
                </a:lnTo>
                <a:lnTo>
                  <a:pt x="764" y="725"/>
                </a:lnTo>
                <a:lnTo>
                  <a:pt x="783" y="730"/>
                </a:lnTo>
                <a:lnTo>
                  <a:pt x="796" y="740"/>
                </a:lnTo>
                <a:lnTo>
                  <a:pt x="806" y="747"/>
                </a:lnTo>
                <a:lnTo>
                  <a:pt x="811" y="755"/>
                </a:lnTo>
                <a:lnTo>
                  <a:pt x="813" y="757"/>
                </a:lnTo>
                <a:lnTo>
                  <a:pt x="815" y="755"/>
                </a:lnTo>
                <a:lnTo>
                  <a:pt x="823" y="749"/>
                </a:lnTo>
                <a:lnTo>
                  <a:pt x="830" y="742"/>
                </a:lnTo>
                <a:lnTo>
                  <a:pt x="838" y="732"/>
                </a:lnTo>
                <a:lnTo>
                  <a:pt x="840" y="723"/>
                </a:lnTo>
                <a:lnTo>
                  <a:pt x="834" y="717"/>
                </a:lnTo>
                <a:lnTo>
                  <a:pt x="817" y="710"/>
                </a:lnTo>
                <a:lnTo>
                  <a:pt x="793" y="702"/>
                </a:lnTo>
                <a:lnTo>
                  <a:pt x="762" y="694"/>
                </a:lnTo>
                <a:lnTo>
                  <a:pt x="730" y="683"/>
                </a:lnTo>
                <a:lnTo>
                  <a:pt x="702" y="668"/>
                </a:lnTo>
                <a:lnTo>
                  <a:pt x="694" y="664"/>
                </a:lnTo>
                <a:lnTo>
                  <a:pt x="721" y="664"/>
                </a:lnTo>
                <a:lnTo>
                  <a:pt x="747" y="666"/>
                </a:lnTo>
                <a:lnTo>
                  <a:pt x="774" y="670"/>
                </a:lnTo>
                <a:lnTo>
                  <a:pt x="794" y="676"/>
                </a:lnTo>
                <a:lnTo>
                  <a:pt x="808" y="685"/>
                </a:lnTo>
                <a:lnTo>
                  <a:pt x="815" y="691"/>
                </a:lnTo>
                <a:lnTo>
                  <a:pt x="821" y="694"/>
                </a:lnTo>
                <a:lnTo>
                  <a:pt x="827" y="693"/>
                </a:lnTo>
                <a:lnTo>
                  <a:pt x="836" y="687"/>
                </a:lnTo>
                <a:lnTo>
                  <a:pt x="840" y="677"/>
                </a:lnTo>
                <a:lnTo>
                  <a:pt x="834" y="668"/>
                </a:lnTo>
                <a:lnTo>
                  <a:pt x="823" y="659"/>
                </a:lnTo>
                <a:lnTo>
                  <a:pt x="806" y="651"/>
                </a:lnTo>
                <a:lnTo>
                  <a:pt x="787" y="643"/>
                </a:lnTo>
                <a:lnTo>
                  <a:pt x="772" y="638"/>
                </a:lnTo>
                <a:lnTo>
                  <a:pt x="747" y="634"/>
                </a:lnTo>
                <a:lnTo>
                  <a:pt x="721" y="628"/>
                </a:lnTo>
                <a:lnTo>
                  <a:pt x="690" y="624"/>
                </a:lnTo>
                <a:lnTo>
                  <a:pt x="662" y="621"/>
                </a:lnTo>
                <a:lnTo>
                  <a:pt x="639" y="617"/>
                </a:lnTo>
                <a:lnTo>
                  <a:pt x="622" y="615"/>
                </a:lnTo>
                <a:lnTo>
                  <a:pt x="617" y="615"/>
                </a:lnTo>
                <a:lnTo>
                  <a:pt x="617" y="615"/>
                </a:lnTo>
                <a:lnTo>
                  <a:pt x="619" y="617"/>
                </a:lnTo>
                <a:lnTo>
                  <a:pt x="622" y="623"/>
                </a:lnTo>
                <a:lnTo>
                  <a:pt x="626" y="626"/>
                </a:lnTo>
                <a:lnTo>
                  <a:pt x="632" y="632"/>
                </a:lnTo>
                <a:lnTo>
                  <a:pt x="637" y="640"/>
                </a:lnTo>
                <a:lnTo>
                  <a:pt x="615" y="626"/>
                </a:lnTo>
                <a:lnTo>
                  <a:pt x="590" y="609"/>
                </a:lnTo>
                <a:lnTo>
                  <a:pt x="567" y="588"/>
                </a:lnTo>
                <a:lnTo>
                  <a:pt x="543" y="562"/>
                </a:lnTo>
                <a:lnTo>
                  <a:pt x="520" y="530"/>
                </a:lnTo>
                <a:lnTo>
                  <a:pt x="499" y="492"/>
                </a:lnTo>
                <a:lnTo>
                  <a:pt x="481" y="445"/>
                </a:lnTo>
                <a:lnTo>
                  <a:pt x="479" y="439"/>
                </a:lnTo>
                <a:lnTo>
                  <a:pt x="475" y="424"/>
                </a:lnTo>
                <a:lnTo>
                  <a:pt x="469" y="403"/>
                </a:lnTo>
                <a:lnTo>
                  <a:pt x="463" y="378"/>
                </a:lnTo>
                <a:lnTo>
                  <a:pt x="458" y="354"/>
                </a:lnTo>
                <a:lnTo>
                  <a:pt x="452" y="331"/>
                </a:lnTo>
                <a:lnTo>
                  <a:pt x="450" y="314"/>
                </a:lnTo>
                <a:lnTo>
                  <a:pt x="450" y="297"/>
                </a:lnTo>
                <a:lnTo>
                  <a:pt x="452" y="284"/>
                </a:lnTo>
                <a:lnTo>
                  <a:pt x="456" y="272"/>
                </a:lnTo>
                <a:lnTo>
                  <a:pt x="460" y="267"/>
                </a:lnTo>
                <a:lnTo>
                  <a:pt x="463" y="267"/>
                </a:lnTo>
                <a:lnTo>
                  <a:pt x="469" y="276"/>
                </a:lnTo>
                <a:lnTo>
                  <a:pt x="469" y="280"/>
                </a:lnTo>
                <a:lnTo>
                  <a:pt x="473" y="290"/>
                </a:lnTo>
                <a:lnTo>
                  <a:pt x="477" y="305"/>
                </a:lnTo>
                <a:lnTo>
                  <a:pt x="479" y="320"/>
                </a:lnTo>
                <a:lnTo>
                  <a:pt x="477" y="337"/>
                </a:lnTo>
                <a:lnTo>
                  <a:pt x="484" y="380"/>
                </a:lnTo>
                <a:lnTo>
                  <a:pt x="484" y="375"/>
                </a:lnTo>
                <a:lnTo>
                  <a:pt x="488" y="361"/>
                </a:lnTo>
                <a:lnTo>
                  <a:pt x="492" y="341"/>
                </a:lnTo>
                <a:lnTo>
                  <a:pt x="496" y="318"/>
                </a:lnTo>
                <a:lnTo>
                  <a:pt x="498" y="293"/>
                </a:lnTo>
                <a:lnTo>
                  <a:pt x="496" y="274"/>
                </a:lnTo>
                <a:lnTo>
                  <a:pt x="490" y="259"/>
                </a:lnTo>
                <a:lnTo>
                  <a:pt x="488" y="257"/>
                </a:lnTo>
                <a:lnTo>
                  <a:pt x="482" y="254"/>
                </a:lnTo>
                <a:lnTo>
                  <a:pt x="473" y="250"/>
                </a:lnTo>
                <a:lnTo>
                  <a:pt x="462" y="248"/>
                </a:lnTo>
                <a:lnTo>
                  <a:pt x="450" y="246"/>
                </a:lnTo>
                <a:close/>
                <a:moveTo>
                  <a:pt x="83" y="81"/>
                </a:moveTo>
                <a:lnTo>
                  <a:pt x="842" y="81"/>
                </a:lnTo>
                <a:lnTo>
                  <a:pt x="868" y="87"/>
                </a:lnTo>
                <a:lnTo>
                  <a:pt x="891" y="98"/>
                </a:lnTo>
                <a:lnTo>
                  <a:pt x="910" y="117"/>
                </a:lnTo>
                <a:lnTo>
                  <a:pt x="921" y="140"/>
                </a:lnTo>
                <a:lnTo>
                  <a:pt x="927" y="167"/>
                </a:lnTo>
                <a:lnTo>
                  <a:pt x="927" y="927"/>
                </a:lnTo>
                <a:lnTo>
                  <a:pt x="671" y="1177"/>
                </a:lnTo>
                <a:lnTo>
                  <a:pt x="83" y="1177"/>
                </a:lnTo>
                <a:lnTo>
                  <a:pt x="57" y="1173"/>
                </a:lnTo>
                <a:lnTo>
                  <a:pt x="34" y="1162"/>
                </a:lnTo>
                <a:lnTo>
                  <a:pt x="17" y="1143"/>
                </a:lnTo>
                <a:lnTo>
                  <a:pt x="4" y="1120"/>
                </a:lnTo>
                <a:lnTo>
                  <a:pt x="0" y="1094"/>
                </a:lnTo>
                <a:lnTo>
                  <a:pt x="0" y="167"/>
                </a:lnTo>
                <a:lnTo>
                  <a:pt x="4" y="140"/>
                </a:lnTo>
                <a:lnTo>
                  <a:pt x="17" y="117"/>
                </a:lnTo>
                <a:lnTo>
                  <a:pt x="34" y="98"/>
                </a:lnTo>
                <a:lnTo>
                  <a:pt x="57" y="87"/>
                </a:lnTo>
                <a:lnTo>
                  <a:pt x="83" y="81"/>
                </a:lnTo>
                <a:close/>
                <a:moveTo>
                  <a:pt x="929" y="0"/>
                </a:moveTo>
                <a:lnTo>
                  <a:pt x="929" y="0"/>
                </a:lnTo>
                <a:lnTo>
                  <a:pt x="936" y="0"/>
                </a:lnTo>
                <a:lnTo>
                  <a:pt x="948" y="0"/>
                </a:lnTo>
                <a:lnTo>
                  <a:pt x="961" y="4"/>
                </a:lnTo>
                <a:lnTo>
                  <a:pt x="976" y="11"/>
                </a:lnTo>
                <a:lnTo>
                  <a:pt x="989" y="21"/>
                </a:lnTo>
                <a:lnTo>
                  <a:pt x="1001" y="34"/>
                </a:lnTo>
                <a:lnTo>
                  <a:pt x="1008" y="53"/>
                </a:lnTo>
                <a:lnTo>
                  <a:pt x="1010" y="78"/>
                </a:lnTo>
                <a:lnTo>
                  <a:pt x="1010" y="884"/>
                </a:lnTo>
                <a:lnTo>
                  <a:pt x="1010" y="887"/>
                </a:lnTo>
                <a:lnTo>
                  <a:pt x="1008" y="895"/>
                </a:lnTo>
                <a:lnTo>
                  <a:pt x="1004" y="904"/>
                </a:lnTo>
                <a:lnTo>
                  <a:pt x="999" y="916"/>
                </a:lnTo>
                <a:lnTo>
                  <a:pt x="985" y="923"/>
                </a:lnTo>
                <a:lnTo>
                  <a:pt x="968" y="925"/>
                </a:lnTo>
                <a:lnTo>
                  <a:pt x="968" y="125"/>
                </a:lnTo>
                <a:lnTo>
                  <a:pt x="968" y="123"/>
                </a:lnTo>
                <a:lnTo>
                  <a:pt x="968" y="115"/>
                </a:lnTo>
                <a:lnTo>
                  <a:pt x="965" y="104"/>
                </a:lnTo>
                <a:lnTo>
                  <a:pt x="961" y="91"/>
                </a:lnTo>
                <a:lnTo>
                  <a:pt x="955" y="76"/>
                </a:lnTo>
                <a:lnTo>
                  <a:pt x="944" y="62"/>
                </a:lnTo>
                <a:lnTo>
                  <a:pt x="929" y="51"/>
                </a:lnTo>
                <a:lnTo>
                  <a:pt x="910" y="44"/>
                </a:lnTo>
                <a:lnTo>
                  <a:pt x="883" y="42"/>
                </a:lnTo>
                <a:lnTo>
                  <a:pt x="169" y="40"/>
                </a:lnTo>
                <a:lnTo>
                  <a:pt x="169" y="38"/>
                </a:lnTo>
                <a:lnTo>
                  <a:pt x="169" y="32"/>
                </a:lnTo>
                <a:lnTo>
                  <a:pt x="169" y="25"/>
                </a:lnTo>
                <a:lnTo>
                  <a:pt x="172" y="15"/>
                </a:lnTo>
                <a:lnTo>
                  <a:pt x="180" y="8"/>
                </a:lnTo>
                <a:lnTo>
                  <a:pt x="193" y="2"/>
                </a:lnTo>
                <a:lnTo>
                  <a:pt x="210" y="0"/>
                </a:lnTo>
                <a:lnTo>
                  <a:pt x="927" y="0"/>
                </a:lnTo>
                <a:lnTo>
                  <a:pt x="92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10"/>
          <p:cNvSpPr>
            <a:spLocks noChangeAspect="1" noEditPoints="1"/>
          </p:cNvSpPr>
          <p:nvPr/>
        </p:nvSpPr>
        <p:spPr bwMode="auto">
          <a:xfrm>
            <a:off x="7841194" y="1232876"/>
            <a:ext cx="848768" cy="1080000"/>
          </a:xfrm>
          <a:custGeom>
            <a:avLst/>
            <a:gdLst>
              <a:gd name="T0" fmla="*/ 651 w 925"/>
              <a:gd name="T1" fmla="*/ 889 h 1177"/>
              <a:gd name="T2" fmla="*/ 630 w 925"/>
              <a:gd name="T3" fmla="*/ 1094 h 1177"/>
              <a:gd name="T4" fmla="*/ 630 w 925"/>
              <a:gd name="T5" fmla="*/ 1103 h 1177"/>
              <a:gd name="T6" fmla="*/ 632 w 925"/>
              <a:gd name="T7" fmla="*/ 1120 h 1177"/>
              <a:gd name="T8" fmla="*/ 640 w 925"/>
              <a:gd name="T9" fmla="*/ 1132 h 1177"/>
              <a:gd name="T10" fmla="*/ 660 w 925"/>
              <a:gd name="T11" fmla="*/ 1120 h 1177"/>
              <a:gd name="T12" fmla="*/ 874 w 925"/>
              <a:gd name="T13" fmla="*/ 906 h 1177"/>
              <a:gd name="T14" fmla="*/ 867 w 925"/>
              <a:gd name="T15" fmla="*/ 886 h 1177"/>
              <a:gd name="T16" fmla="*/ 165 w 925"/>
              <a:gd name="T17" fmla="*/ 715 h 1177"/>
              <a:gd name="T18" fmla="*/ 150 w 925"/>
              <a:gd name="T19" fmla="*/ 736 h 1177"/>
              <a:gd name="T20" fmla="*/ 165 w 925"/>
              <a:gd name="T21" fmla="*/ 753 h 1177"/>
              <a:gd name="T22" fmla="*/ 815 w 925"/>
              <a:gd name="T23" fmla="*/ 751 h 1177"/>
              <a:gd name="T24" fmla="*/ 823 w 925"/>
              <a:gd name="T25" fmla="*/ 729 h 1177"/>
              <a:gd name="T26" fmla="*/ 804 w 925"/>
              <a:gd name="T27" fmla="*/ 713 h 1177"/>
              <a:gd name="T28" fmla="*/ 157 w 925"/>
              <a:gd name="T29" fmla="*/ 592 h 1177"/>
              <a:gd name="T30" fmla="*/ 150 w 925"/>
              <a:gd name="T31" fmla="*/ 615 h 1177"/>
              <a:gd name="T32" fmla="*/ 171 w 925"/>
              <a:gd name="T33" fmla="*/ 628 h 1177"/>
              <a:gd name="T34" fmla="*/ 817 w 925"/>
              <a:gd name="T35" fmla="*/ 621 h 1177"/>
              <a:gd name="T36" fmla="*/ 817 w 925"/>
              <a:gd name="T37" fmla="*/ 596 h 1177"/>
              <a:gd name="T38" fmla="*/ 171 w 925"/>
              <a:gd name="T39" fmla="*/ 588 h 1177"/>
              <a:gd name="T40" fmla="*/ 152 w 925"/>
              <a:gd name="T41" fmla="*/ 469 h 1177"/>
              <a:gd name="T42" fmla="*/ 152 w 925"/>
              <a:gd name="T43" fmla="*/ 496 h 1177"/>
              <a:gd name="T44" fmla="*/ 800 w 925"/>
              <a:gd name="T45" fmla="*/ 503 h 1177"/>
              <a:gd name="T46" fmla="*/ 823 w 925"/>
              <a:gd name="T47" fmla="*/ 490 h 1177"/>
              <a:gd name="T48" fmla="*/ 814 w 925"/>
              <a:gd name="T49" fmla="*/ 465 h 1177"/>
              <a:gd name="T50" fmla="*/ 590 w 925"/>
              <a:gd name="T51" fmla="*/ 293 h 1177"/>
              <a:gd name="T52" fmla="*/ 572 w 925"/>
              <a:gd name="T53" fmla="*/ 308 h 1177"/>
              <a:gd name="T54" fmla="*/ 579 w 925"/>
              <a:gd name="T55" fmla="*/ 331 h 1177"/>
              <a:gd name="T56" fmla="*/ 812 w 925"/>
              <a:gd name="T57" fmla="*/ 335 h 1177"/>
              <a:gd name="T58" fmla="*/ 827 w 925"/>
              <a:gd name="T59" fmla="*/ 314 h 1177"/>
              <a:gd name="T60" fmla="*/ 812 w 925"/>
              <a:gd name="T61" fmla="*/ 295 h 1177"/>
              <a:gd name="T62" fmla="*/ 583 w 925"/>
              <a:gd name="T63" fmla="*/ 168 h 1177"/>
              <a:gd name="T64" fmla="*/ 570 w 925"/>
              <a:gd name="T65" fmla="*/ 187 h 1177"/>
              <a:gd name="T66" fmla="*/ 583 w 925"/>
              <a:gd name="T67" fmla="*/ 206 h 1177"/>
              <a:gd name="T68" fmla="*/ 815 w 925"/>
              <a:gd name="T69" fmla="*/ 204 h 1177"/>
              <a:gd name="T70" fmla="*/ 823 w 925"/>
              <a:gd name="T71" fmla="*/ 182 h 1177"/>
              <a:gd name="T72" fmla="*/ 802 w 925"/>
              <a:gd name="T73" fmla="*/ 167 h 1177"/>
              <a:gd name="T74" fmla="*/ 106 w 925"/>
              <a:gd name="T75" fmla="*/ 136 h 1177"/>
              <a:gd name="T76" fmla="*/ 123 w 925"/>
              <a:gd name="T77" fmla="*/ 151 h 1177"/>
              <a:gd name="T78" fmla="*/ 295 w 925"/>
              <a:gd name="T79" fmla="*/ 214 h 1177"/>
              <a:gd name="T80" fmla="*/ 454 w 925"/>
              <a:gd name="T81" fmla="*/ 161 h 1177"/>
              <a:gd name="T82" fmla="*/ 475 w 925"/>
              <a:gd name="T83" fmla="*/ 136 h 1177"/>
              <a:gd name="T84" fmla="*/ 409 w 925"/>
              <a:gd name="T85" fmla="*/ 134 h 1177"/>
              <a:gd name="T86" fmla="*/ 434 w 925"/>
              <a:gd name="T87" fmla="*/ 142 h 1177"/>
              <a:gd name="T88" fmla="*/ 435 w 925"/>
              <a:gd name="T89" fmla="*/ 168 h 1177"/>
              <a:gd name="T90" fmla="*/ 343 w 925"/>
              <a:gd name="T91" fmla="*/ 157 h 1177"/>
              <a:gd name="T92" fmla="*/ 345 w 925"/>
              <a:gd name="T93" fmla="*/ 140 h 1177"/>
              <a:gd name="T94" fmla="*/ 371 w 925"/>
              <a:gd name="T95" fmla="*/ 134 h 1177"/>
              <a:gd name="T96" fmla="*/ 254 w 925"/>
              <a:gd name="T97" fmla="*/ 136 h 1177"/>
              <a:gd name="T98" fmla="*/ 275 w 925"/>
              <a:gd name="T99" fmla="*/ 149 h 1177"/>
              <a:gd name="T100" fmla="*/ 286 w 925"/>
              <a:gd name="T101" fmla="*/ 176 h 1177"/>
              <a:gd name="T102" fmla="*/ 243 w 925"/>
              <a:gd name="T103" fmla="*/ 305 h 1177"/>
              <a:gd name="T104" fmla="*/ 191 w 925"/>
              <a:gd name="T105" fmla="*/ 151 h 1177"/>
              <a:gd name="T106" fmla="*/ 201 w 925"/>
              <a:gd name="T107" fmla="*/ 138 h 1177"/>
              <a:gd name="T108" fmla="*/ 99 w 925"/>
              <a:gd name="T109" fmla="*/ 125 h 1177"/>
              <a:gd name="T110" fmla="*/ 891 w 925"/>
              <a:gd name="T111" fmla="*/ 15 h 1177"/>
              <a:gd name="T112" fmla="*/ 925 w 925"/>
              <a:gd name="T113" fmla="*/ 927 h 1177"/>
              <a:gd name="T114" fmla="*/ 35 w 925"/>
              <a:gd name="T115" fmla="*/ 1162 h 1177"/>
              <a:gd name="T116" fmla="*/ 0 w 925"/>
              <a:gd name="T117" fmla="*/ 83 h 1177"/>
              <a:gd name="T118" fmla="*/ 57 w 925"/>
              <a:gd name="T119" fmla="*/ 4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25" h="1177">
                <a:moveTo>
                  <a:pt x="670" y="884"/>
                </a:moveTo>
                <a:lnTo>
                  <a:pt x="668" y="884"/>
                </a:lnTo>
                <a:lnTo>
                  <a:pt x="660" y="886"/>
                </a:lnTo>
                <a:lnTo>
                  <a:pt x="651" y="889"/>
                </a:lnTo>
                <a:lnTo>
                  <a:pt x="642" y="897"/>
                </a:lnTo>
                <a:lnTo>
                  <a:pt x="634" y="908"/>
                </a:lnTo>
                <a:lnTo>
                  <a:pt x="630" y="925"/>
                </a:lnTo>
                <a:lnTo>
                  <a:pt x="630" y="1094"/>
                </a:lnTo>
                <a:lnTo>
                  <a:pt x="630" y="1094"/>
                </a:lnTo>
                <a:lnTo>
                  <a:pt x="630" y="1096"/>
                </a:lnTo>
                <a:lnTo>
                  <a:pt x="630" y="1099"/>
                </a:lnTo>
                <a:lnTo>
                  <a:pt x="630" y="1103"/>
                </a:lnTo>
                <a:lnTo>
                  <a:pt x="630" y="1107"/>
                </a:lnTo>
                <a:lnTo>
                  <a:pt x="630" y="1111"/>
                </a:lnTo>
                <a:lnTo>
                  <a:pt x="630" y="1116"/>
                </a:lnTo>
                <a:lnTo>
                  <a:pt x="632" y="1120"/>
                </a:lnTo>
                <a:lnTo>
                  <a:pt x="632" y="1124"/>
                </a:lnTo>
                <a:lnTo>
                  <a:pt x="634" y="1128"/>
                </a:lnTo>
                <a:lnTo>
                  <a:pt x="638" y="1132"/>
                </a:lnTo>
                <a:lnTo>
                  <a:pt x="640" y="1132"/>
                </a:lnTo>
                <a:lnTo>
                  <a:pt x="643" y="1132"/>
                </a:lnTo>
                <a:lnTo>
                  <a:pt x="647" y="1130"/>
                </a:lnTo>
                <a:lnTo>
                  <a:pt x="653" y="1126"/>
                </a:lnTo>
                <a:lnTo>
                  <a:pt x="660" y="1120"/>
                </a:lnTo>
                <a:lnTo>
                  <a:pt x="863" y="918"/>
                </a:lnTo>
                <a:lnTo>
                  <a:pt x="865" y="916"/>
                </a:lnTo>
                <a:lnTo>
                  <a:pt x="870" y="912"/>
                </a:lnTo>
                <a:lnTo>
                  <a:pt x="874" y="906"/>
                </a:lnTo>
                <a:lnTo>
                  <a:pt x="878" y="901"/>
                </a:lnTo>
                <a:lnTo>
                  <a:pt x="880" y="893"/>
                </a:lnTo>
                <a:lnTo>
                  <a:pt x="876" y="889"/>
                </a:lnTo>
                <a:lnTo>
                  <a:pt x="867" y="886"/>
                </a:lnTo>
                <a:lnTo>
                  <a:pt x="848" y="884"/>
                </a:lnTo>
                <a:lnTo>
                  <a:pt x="670" y="884"/>
                </a:lnTo>
                <a:close/>
                <a:moveTo>
                  <a:pt x="173" y="713"/>
                </a:moveTo>
                <a:lnTo>
                  <a:pt x="165" y="715"/>
                </a:lnTo>
                <a:lnTo>
                  <a:pt x="159" y="719"/>
                </a:lnTo>
                <a:lnTo>
                  <a:pt x="156" y="723"/>
                </a:lnTo>
                <a:lnTo>
                  <a:pt x="152" y="729"/>
                </a:lnTo>
                <a:lnTo>
                  <a:pt x="150" y="736"/>
                </a:lnTo>
                <a:lnTo>
                  <a:pt x="152" y="742"/>
                </a:lnTo>
                <a:lnTo>
                  <a:pt x="156" y="747"/>
                </a:lnTo>
                <a:lnTo>
                  <a:pt x="159" y="751"/>
                </a:lnTo>
                <a:lnTo>
                  <a:pt x="165" y="753"/>
                </a:lnTo>
                <a:lnTo>
                  <a:pt x="173" y="755"/>
                </a:lnTo>
                <a:lnTo>
                  <a:pt x="804" y="755"/>
                </a:lnTo>
                <a:lnTo>
                  <a:pt x="810" y="753"/>
                </a:lnTo>
                <a:lnTo>
                  <a:pt x="815" y="751"/>
                </a:lnTo>
                <a:lnTo>
                  <a:pt x="821" y="747"/>
                </a:lnTo>
                <a:lnTo>
                  <a:pt x="823" y="742"/>
                </a:lnTo>
                <a:lnTo>
                  <a:pt x="825" y="736"/>
                </a:lnTo>
                <a:lnTo>
                  <a:pt x="823" y="729"/>
                </a:lnTo>
                <a:lnTo>
                  <a:pt x="821" y="723"/>
                </a:lnTo>
                <a:lnTo>
                  <a:pt x="815" y="719"/>
                </a:lnTo>
                <a:lnTo>
                  <a:pt x="810" y="715"/>
                </a:lnTo>
                <a:lnTo>
                  <a:pt x="804" y="713"/>
                </a:lnTo>
                <a:lnTo>
                  <a:pt x="173" y="713"/>
                </a:lnTo>
                <a:close/>
                <a:moveTo>
                  <a:pt x="171" y="588"/>
                </a:moveTo>
                <a:lnTo>
                  <a:pt x="163" y="588"/>
                </a:lnTo>
                <a:lnTo>
                  <a:pt x="157" y="592"/>
                </a:lnTo>
                <a:lnTo>
                  <a:pt x="154" y="596"/>
                </a:lnTo>
                <a:lnTo>
                  <a:pt x="150" y="602"/>
                </a:lnTo>
                <a:lnTo>
                  <a:pt x="150" y="609"/>
                </a:lnTo>
                <a:lnTo>
                  <a:pt x="150" y="615"/>
                </a:lnTo>
                <a:lnTo>
                  <a:pt x="154" y="621"/>
                </a:lnTo>
                <a:lnTo>
                  <a:pt x="157" y="624"/>
                </a:lnTo>
                <a:lnTo>
                  <a:pt x="163" y="628"/>
                </a:lnTo>
                <a:lnTo>
                  <a:pt x="171" y="628"/>
                </a:lnTo>
                <a:lnTo>
                  <a:pt x="800" y="628"/>
                </a:lnTo>
                <a:lnTo>
                  <a:pt x="808" y="628"/>
                </a:lnTo>
                <a:lnTo>
                  <a:pt x="814" y="624"/>
                </a:lnTo>
                <a:lnTo>
                  <a:pt x="817" y="621"/>
                </a:lnTo>
                <a:lnTo>
                  <a:pt x="821" y="615"/>
                </a:lnTo>
                <a:lnTo>
                  <a:pt x="823" y="609"/>
                </a:lnTo>
                <a:lnTo>
                  <a:pt x="821" y="602"/>
                </a:lnTo>
                <a:lnTo>
                  <a:pt x="817" y="596"/>
                </a:lnTo>
                <a:lnTo>
                  <a:pt x="814" y="592"/>
                </a:lnTo>
                <a:lnTo>
                  <a:pt x="808" y="588"/>
                </a:lnTo>
                <a:lnTo>
                  <a:pt x="800" y="588"/>
                </a:lnTo>
                <a:lnTo>
                  <a:pt x="171" y="588"/>
                </a:lnTo>
                <a:close/>
                <a:moveTo>
                  <a:pt x="171" y="462"/>
                </a:moveTo>
                <a:lnTo>
                  <a:pt x="163" y="462"/>
                </a:lnTo>
                <a:lnTo>
                  <a:pt x="157" y="465"/>
                </a:lnTo>
                <a:lnTo>
                  <a:pt x="152" y="469"/>
                </a:lnTo>
                <a:lnTo>
                  <a:pt x="150" y="475"/>
                </a:lnTo>
                <a:lnTo>
                  <a:pt x="148" y="483"/>
                </a:lnTo>
                <a:lnTo>
                  <a:pt x="150" y="490"/>
                </a:lnTo>
                <a:lnTo>
                  <a:pt x="152" y="496"/>
                </a:lnTo>
                <a:lnTo>
                  <a:pt x="157" y="500"/>
                </a:lnTo>
                <a:lnTo>
                  <a:pt x="163" y="503"/>
                </a:lnTo>
                <a:lnTo>
                  <a:pt x="171" y="503"/>
                </a:lnTo>
                <a:lnTo>
                  <a:pt x="800" y="503"/>
                </a:lnTo>
                <a:lnTo>
                  <a:pt x="808" y="503"/>
                </a:lnTo>
                <a:lnTo>
                  <a:pt x="814" y="500"/>
                </a:lnTo>
                <a:lnTo>
                  <a:pt x="819" y="496"/>
                </a:lnTo>
                <a:lnTo>
                  <a:pt x="823" y="490"/>
                </a:lnTo>
                <a:lnTo>
                  <a:pt x="823" y="483"/>
                </a:lnTo>
                <a:lnTo>
                  <a:pt x="823" y="475"/>
                </a:lnTo>
                <a:lnTo>
                  <a:pt x="819" y="469"/>
                </a:lnTo>
                <a:lnTo>
                  <a:pt x="814" y="465"/>
                </a:lnTo>
                <a:lnTo>
                  <a:pt x="808" y="462"/>
                </a:lnTo>
                <a:lnTo>
                  <a:pt x="800" y="462"/>
                </a:lnTo>
                <a:lnTo>
                  <a:pt x="171" y="462"/>
                </a:lnTo>
                <a:close/>
                <a:moveTo>
                  <a:pt x="590" y="293"/>
                </a:moveTo>
                <a:lnTo>
                  <a:pt x="585" y="295"/>
                </a:lnTo>
                <a:lnTo>
                  <a:pt x="579" y="297"/>
                </a:lnTo>
                <a:lnTo>
                  <a:pt x="573" y="303"/>
                </a:lnTo>
                <a:lnTo>
                  <a:pt x="572" y="308"/>
                </a:lnTo>
                <a:lnTo>
                  <a:pt x="570" y="314"/>
                </a:lnTo>
                <a:lnTo>
                  <a:pt x="572" y="322"/>
                </a:lnTo>
                <a:lnTo>
                  <a:pt x="573" y="327"/>
                </a:lnTo>
                <a:lnTo>
                  <a:pt x="579" y="331"/>
                </a:lnTo>
                <a:lnTo>
                  <a:pt x="585" y="335"/>
                </a:lnTo>
                <a:lnTo>
                  <a:pt x="590" y="335"/>
                </a:lnTo>
                <a:lnTo>
                  <a:pt x="804" y="335"/>
                </a:lnTo>
                <a:lnTo>
                  <a:pt x="812" y="335"/>
                </a:lnTo>
                <a:lnTo>
                  <a:pt x="817" y="331"/>
                </a:lnTo>
                <a:lnTo>
                  <a:pt x="821" y="327"/>
                </a:lnTo>
                <a:lnTo>
                  <a:pt x="825" y="322"/>
                </a:lnTo>
                <a:lnTo>
                  <a:pt x="827" y="314"/>
                </a:lnTo>
                <a:lnTo>
                  <a:pt x="825" y="308"/>
                </a:lnTo>
                <a:lnTo>
                  <a:pt x="821" y="303"/>
                </a:lnTo>
                <a:lnTo>
                  <a:pt x="817" y="297"/>
                </a:lnTo>
                <a:lnTo>
                  <a:pt x="812" y="295"/>
                </a:lnTo>
                <a:lnTo>
                  <a:pt x="804" y="293"/>
                </a:lnTo>
                <a:lnTo>
                  <a:pt x="590" y="293"/>
                </a:lnTo>
                <a:close/>
                <a:moveTo>
                  <a:pt x="590" y="167"/>
                </a:moveTo>
                <a:lnTo>
                  <a:pt x="583" y="168"/>
                </a:lnTo>
                <a:lnTo>
                  <a:pt x="579" y="170"/>
                </a:lnTo>
                <a:lnTo>
                  <a:pt x="573" y="176"/>
                </a:lnTo>
                <a:lnTo>
                  <a:pt x="572" y="182"/>
                </a:lnTo>
                <a:lnTo>
                  <a:pt x="570" y="187"/>
                </a:lnTo>
                <a:lnTo>
                  <a:pt x="572" y="195"/>
                </a:lnTo>
                <a:lnTo>
                  <a:pt x="573" y="199"/>
                </a:lnTo>
                <a:lnTo>
                  <a:pt x="579" y="204"/>
                </a:lnTo>
                <a:lnTo>
                  <a:pt x="583" y="206"/>
                </a:lnTo>
                <a:lnTo>
                  <a:pt x="590" y="208"/>
                </a:lnTo>
                <a:lnTo>
                  <a:pt x="802" y="208"/>
                </a:lnTo>
                <a:lnTo>
                  <a:pt x="810" y="206"/>
                </a:lnTo>
                <a:lnTo>
                  <a:pt x="815" y="204"/>
                </a:lnTo>
                <a:lnTo>
                  <a:pt x="819" y="199"/>
                </a:lnTo>
                <a:lnTo>
                  <a:pt x="823" y="195"/>
                </a:lnTo>
                <a:lnTo>
                  <a:pt x="823" y="187"/>
                </a:lnTo>
                <a:lnTo>
                  <a:pt x="823" y="182"/>
                </a:lnTo>
                <a:lnTo>
                  <a:pt x="819" y="176"/>
                </a:lnTo>
                <a:lnTo>
                  <a:pt x="815" y="170"/>
                </a:lnTo>
                <a:lnTo>
                  <a:pt x="810" y="168"/>
                </a:lnTo>
                <a:lnTo>
                  <a:pt x="802" y="167"/>
                </a:lnTo>
                <a:lnTo>
                  <a:pt x="590" y="167"/>
                </a:lnTo>
                <a:close/>
                <a:moveTo>
                  <a:pt x="99" y="125"/>
                </a:moveTo>
                <a:lnTo>
                  <a:pt x="99" y="134"/>
                </a:lnTo>
                <a:lnTo>
                  <a:pt x="106" y="136"/>
                </a:lnTo>
                <a:lnTo>
                  <a:pt x="112" y="138"/>
                </a:lnTo>
                <a:lnTo>
                  <a:pt x="116" y="140"/>
                </a:lnTo>
                <a:lnTo>
                  <a:pt x="120" y="144"/>
                </a:lnTo>
                <a:lnTo>
                  <a:pt x="123" y="151"/>
                </a:lnTo>
                <a:lnTo>
                  <a:pt x="127" y="161"/>
                </a:lnTo>
                <a:lnTo>
                  <a:pt x="208" y="407"/>
                </a:lnTo>
                <a:lnTo>
                  <a:pt x="226" y="407"/>
                </a:lnTo>
                <a:lnTo>
                  <a:pt x="295" y="214"/>
                </a:lnTo>
                <a:lnTo>
                  <a:pt x="297" y="214"/>
                </a:lnTo>
                <a:lnTo>
                  <a:pt x="364" y="407"/>
                </a:lnTo>
                <a:lnTo>
                  <a:pt x="382" y="407"/>
                </a:lnTo>
                <a:lnTo>
                  <a:pt x="454" y="161"/>
                </a:lnTo>
                <a:lnTo>
                  <a:pt x="458" y="151"/>
                </a:lnTo>
                <a:lnTo>
                  <a:pt x="464" y="144"/>
                </a:lnTo>
                <a:lnTo>
                  <a:pt x="469" y="140"/>
                </a:lnTo>
                <a:lnTo>
                  <a:pt x="475" y="136"/>
                </a:lnTo>
                <a:lnTo>
                  <a:pt x="483" y="134"/>
                </a:lnTo>
                <a:lnTo>
                  <a:pt x="483" y="125"/>
                </a:lnTo>
                <a:lnTo>
                  <a:pt x="409" y="125"/>
                </a:lnTo>
                <a:lnTo>
                  <a:pt x="409" y="134"/>
                </a:lnTo>
                <a:lnTo>
                  <a:pt x="418" y="136"/>
                </a:lnTo>
                <a:lnTo>
                  <a:pt x="424" y="136"/>
                </a:lnTo>
                <a:lnTo>
                  <a:pt x="430" y="138"/>
                </a:lnTo>
                <a:lnTo>
                  <a:pt x="434" y="142"/>
                </a:lnTo>
                <a:lnTo>
                  <a:pt x="437" y="146"/>
                </a:lnTo>
                <a:lnTo>
                  <a:pt x="437" y="153"/>
                </a:lnTo>
                <a:lnTo>
                  <a:pt x="437" y="161"/>
                </a:lnTo>
                <a:lnTo>
                  <a:pt x="435" y="168"/>
                </a:lnTo>
                <a:lnTo>
                  <a:pt x="392" y="297"/>
                </a:lnTo>
                <a:lnTo>
                  <a:pt x="347" y="172"/>
                </a:lnTo>
                <a:lnTo>
                  <a:pt x="345" y="163"/>
                </a:lnTo>
                <a:lnTo>
                  <a:pt x="343" y="157"/>
                </a:lnTo>
                <a:lnTo>
                  <a:pt x="343" y="151"/>
                </a:lnTo>
                <a:lnTo>
                  <a:pt x="341" y="149"/>
                </a:lnTo>
                <a:lnTo>
                  <a:pt x="343" y="144"/>
                </a:lnTo>
                <a:lnTo>
                  <a:pt x="345" y="140"/>
                </a:lnTo>
                <a:lnTo>
                  <a:pt x="347" y="138"/>
                </a:lnTo>
                <a:lnTo>
                  <a:pt x="352" y="136"/>
                </a:lnTo>
                <a:lnTo>
                  <a:pt x="360" y="136"/>
                </a:lnTo>
                <a:lnTo>
                  <a:pt x="371" y="134"/>
                </a:lnTo>
                <a:lnTo>
                  <a:pt x="371" y="125"/>
                </a:lnTo>
                <a:lnTo>
                  <a:pt x="246" y="125"/>
                </a:lnTo>
                <a:lnTo>
                  <a:pt x="246" y="134"/>
                </a:lnTo>
                <a:lnTo>
                  <a:pt x="254" y="136"/>
                </a:lnTo>
                <a:lnTo>
                  <a:pt x="261" y="136"/>
                </a:lnTo>
                <a:lnTo>
                  <a:pt x="265" y="138"/>
                </a:lnTo>
                <a:lnTo>
                  <a:pt x="271" y="142"/>
                </a:lnTo>
                <a:lnTo>
                  <a:pt x="275" y="149"/>
                </a:lnTo>
                <a:lnTo>
                  <a:pt x="277" y="153"/>
                </a:lnTo>
                <a:lnTo>
                  <a:pt x="280" y="159"/>
                </a:lnTo>
                <a:lnTo>
                  <a:pt x="284" y="168"/>
                </a:lnTo>
                <a:lnTo>
                  <a:pt x="286" y="176"/>
                </a:lnTo>
                <a:lnTo>
                  <a:pt x="288" y="182"/>
                </a:lnTo>
                <a:lnTo>
                  <a:pt x="288" y="185"/>
                </a:lnTo>
                <a:lnTo>
                  <a:pt x="288" y="187"/>
                </a:lnTo>
                <a:lnTo>
                  <a:pt x="243" y="305"/>
                </a:lnTo>
                <a:lnTo>
                  <a:pt x="243" y="305"/>
                </a:lnTo>
                <a:lnTo>
                  <a:pt x="193" y="165"/>
                </a:lnTo>
                <a:lnTo>
                  <a:pt x="191" y="157"/>
                </a:lnTo>
                <a:lnTo>
                  <a:pt x="191" y="151"/>
                </a:lnTo>
                <a:lnTo>
                  <a:pt x="191" y="146"/>
                </a:lnTo>
                <a:lnTo>
                  <a:pt x="193" y="142"/>
                </a:lnTo>
                <a:lnTo>
                  <a:pt x="197" y="138"/>
                </a:lnTo>
                <a:lnTo>
                  <a:pt x="201" y="138"/>
                </a:lnTo>
                <a:lnTo>
                  <a:pt x="208" y="136"/>
                </a:lnTo>
                <a:lnTo>
                  <a:pt x="216" y="134"/>
                </a:lnTo>
                <a:lnTo>
                  <a:pt x="216" y="125"/>
                </a:lnTo>
                <a:lnTo>
                  <a:pt x="99" y="125"/>
                </a:lnTo>
                <a:close/>
                <a:moveTo>
                  <a:pt x="84" y="0"/>
                </a:moveTo>
                <a:lnTo>
                  <a:pt x="842" y="0"/>
                </a:lnTo>
                <a:lnTo>
                  <a:pt x="868" y="4"/>
                </a:lnTo>
                <a:lnTo>
                  <a:pt x="891" y="15"/>
                </a:lnTo>
                <a:lnTo>
                  <a:pt x="908" y="34"/>
                </a:lnTo>
                <a:lnTo>
                  <a:pt x="921" y="57"/>
                </a:lnTo>
                <a:lnTo>
                  <a:pt x="925" y="83"/>
                </a:lnTo>
                <a:lnTo>
                  <a:pt x="925" y="927"/>
                </a:lnTo>
                <a:lnTo>
                  <a:pt x="672" y="1177"/>
                </a:lnTo>
                <a:lnTo>
                  <a:pt x="84" y="1177"/>
                </a:lnTo>
                <a:lnTo>
                  <a:pt x="57" y="1173"/>
                </a:lnTo>
                <a:lnTo>
                  <a:pt x="35" y="1162"/>
                </a:lnTo>
                <a:lnTo>
                  <a:pt x="16" y="1143"/>
                </a:lnTo>
                <a:lnTo>
                  <a:pt x="4" y="1120"/>
                </a:lnTo>
                <a:lnTo>
                  <a:pt x="0" y="1094"/>
                </a:lnTo>
                <a:lnTo>
                  <a:pt x="0" y="83"/>
                </a:lnTo>
                <a:lnTo>
                  <a:pt x="4" y="57"/>
                </a:lnTo>
                <a:lnTo>
                  <a:pt x="16" y="34"/>
                </a:lnTo>
                <a:lnTo>
                  <a:pt x="35" y="15"/>
                </a:lnTo>
                <a:lnTo>
                  <a:pt x="57" y="4"/>
                </a:lnTo>
                <a:lnTo>
                  <a:pt x="8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11"/>
          <p:cNvSpPr>
            <a:spLocks noChangeAspect="1" noEditPoints="1"/>
          </p:cNvSpPr>
          <p:nvPr/>
        </p:nvSpPr>
        <p:spPr bwMode="auto">
          <a:xfrm>
            <a:off x="1181133" y="2889060"/>
            <a:ext cx="927551" cy="1080000"/>
          </a:xfrm>
          <a:custGeom>
            <a:avLst/>
            <a:gdLst>
              <a:gd name="T0" fmla="*/ 641 w 1010"/>
              <a:gd name="T1" fmla="*/ 896 h 1176"/>
              <a:gd name="T2" fmla="*/ 632 w 1010"/>
              <a:gd name="T3" fmla="*/ 1095 h 1176"/>
              <a:gd name="T4" fmla="*/ 632 w 1010"/>
              <a:gd name="T5" fmla="*/ 1116 h 1176"/>
              <a:gd name="T6" fmla="*/ 641 w 1010"/>
              <a:gd name="T7" fmla="*/ 1131 h 1176"/>
              <a:gd name="T8" fmla="*/ 864 w 1010"/>
              <a:gd name="T9" fmla="*/ 917 h 1176"/>
              <a:gd name="T10" fmla="*/ 881 w 1010"/>
              <a:gd name="T11" fmla="*/ 893 h 1176"/>
              <a:gd name="T12" fmla="*/ 130 w 1010"/>
              <a:gd name="T13" fmla="*/ 756 h 1176"/>
              <a:gd name="T14" fmla="*/ 108 w 1010"/>
              <a:gd name="T15" fmla="*/ 777 h 1176"/>
              <a:gd name="T16" fmla="*/ 130 w 1010"/>
              <a:gd name="T17" fmla="*/ 796 h 1176"/>
              <a:gd name="T18" fmla="*/ 783 w 1010"/>
              <a:gd name="T19" fmla="*/ 783 h 1176"/>
              <a:gd name="T20" fmla="*/ 770 w 1010"/>
              <a:gd name="T21" fmla="*/ 756 h 1176"/>
              <a:gd name="T22" fmla="*/ 115 w 1010"/>
              <a:gd name="T23" fmla="*/ 633 h 1176"/>
              <a:gd name="T24" fmla="*/ 112 w 1010"/>
              <a:gd name="T25" fmla="*/ 662 h 1176"/>
              <a:gd name="T26" fmla="*/ 766 w 1010"/>
              <a:gd name="T27" fmla="*/ 669 h 1176"/>
              <a:gd name="T28" fmla="*/ 779 w 1010"/>
              <a:gd name="T29" fmla="*/ 643 h 1176"/>
              <a:gd name="T30" fmla="*/ 129 w 1010"/>
              <a:gd name="T31" fmla="*/ 630 h 1176"/>
              <a:gd name="T32" fmla="*/ 108 w 1010"/>
              <a:gd name="T33" fmla="*/ 516 h 1176"/>
              <a:gd name="T34" fmla="*/ 121 w 1010"/>
              <a:gd name="T35" fmla="*/ 544 h 1176"/>
              <a:gd name="T36" fmla="*/ 777 w 1010"/>
              <a:gd name="T37" fmla="*/ 537 h 1176"/>
              <a:gd name="T38" fmla="*/ 773 w 1010"/>
              <a:gd name="T39" fmla="*/ 507 h 1176"/>
              <a:gd name="T40" fmla="*/ 543 w 1010"/>
              <a:gd name="T41" fmla="*/ 336 h 1176"/>
              <a:gd name="T42" fmla="*/ 529 w 1010"/>
              <a:gd name="T43" fmla="*/ 363 h 1176"/>
              <a:gd name="T44" fmla="*/ 764 w 1010"/>
              <a:gd name="T45" fmla="*/ 376 h 1176"/>
              <a:gd name="T46" fmla="*/ 785 w 1010"/>
              <a:gd name="T47" fmla="*/ 355 h 1176"/>
              <a:gd name="T48" fmla="*/ 764 w 1010"/>
              <a:gd name="T49" fmla="*/ 334 h 1176"/>
              <a:gd name="T50" fmla="*/ 531 w 1010"/>
              <a:gd name="T51" fmla="*/ 217 h 1176"/>
              <a:gd name="T52" fmla="*/ 537 w 1010"/>
              <a:gd name="T53" fmla="*/ 246 h 1176"/>
              <a:gd name="T54" fmla="*/ 773 w 1010"/>
              <a:gd name="T55" fmla="*/ 246 h 1176"/>
              <a:gd name="T56" fmla="*/ 777 w 1010"/>
              <a:gd name="T57" fmla="*/ 217 h 1176"/>
              <a:gd name="T58" fmla="*/ 57 w 1010"/>
              <a:gd name="T59" fmla="*/ 166 h 1176"/>
              <a:gd name="T60" fmla="*/ 78 w 1010"/>
              <a:gd name="T61" fmla="*/ 185 h 1176"/>
              <a:gd name="T62" fmla="*/ 253 w 1010"/>
              <a:gd name="T63" fmla="*/ 255 h 1176"/>
              <a:gd name="T64" fmla="*/ 416 w 1010"/>
              <a:gd name="T65" fmla="*/ 193 h 1176"/>
              <a:gd name="T66" fmla="*/ 441 w 1010"/>
              <a:gd name="T67" fmla="*/ 166 h 1176"/>
              <a:gd name="T68" fmla="*/ 388 w 1010"/>
              <a:gd name="T69" fmla="*/ 179 h 1176"/>
              <a:gd name="T70" fmla="*/ 393 w 1010"/>
              <a:gd name="T71" fmla="*/ 210 h 1176"/>
              <a:gd name="T72" fmla="*/ 301 w 1010"/>
              <a:gd name="T73" fmla="*/ 193 h 1176"/>
              <a:gd name="T74" fmla="*/ 310 w 1010"/>
              <a:gd name="T75" fmla="*/ 177 h 1176"/>
              <a:gd name="T76" fmla="*/ 204 w 1010"/>
              <a:gd name="T77" fmla="*/ 175 h 1176"/>
              <a:gd name="T78" fmla="*/ 233 w 1010"/>
              <a:gd name="T79" fmla="*/ 189 h 1176"/>
              <a:gd name="T80" fmla="*/ 246 w 1010"/>
              <a:gd name="T81" fmla="*/ 223 h 1176"/>
              <a:gd name="T82" fmla="*/ 151 w 1010"/>
              <a:gd name="T83" fmla="*/ 206 h 1176"/>
              <a:gd name="T84" fmla="*/ 155 w 1010"/>
              <a:gd name="T85" fmla="*/ 179 h 1176"/>
              <a:gd name="T86" fmla="*/ 57 w 1010"/>
              <a:gd name="T87" fmla="*/ 166 h 1176"/>
              <a:gd name="T88" fmla="*/ 910 w 1010"/>
              <a:gd name="T89" fmla="*/ 117 h 1176"/>
              <a:gd name="T90" fmla="*/ 85 w 1010"/>
              <a:gd name="T91" fmla="*/ 1176 h 1176"/>
              <a:gd name="T92" fmla="*/ 0 w 1010"/>
              <a:gd name="T93" fmla="*/ 1093 h 1176"/>
              <a:gd name="T94" fmla="*/ 57 w 1010"/>
              <a:gd name="T95" fmla="*/ 87 h 1176"/>
              <a:gd name="T96" fmla="*/ 961 w 1010"/>
              <a:gd name="T97" fmla="*/ 3 h 1176"/>
              <a:gd name="T98" fmla="*/ 1010 w 1010"/>
              <a:gd name="T99" fmla="*/ 77 h 1176"/>
              <a:gd name="T100" fmla="*/ 998 w 1010"/>
              <a:gd name="T101" fmla="*/ 915 h 1176"/>
              <a:gd name="T102" fmla="*/ 968 w 1010"/>
              <a:gd name="T103" fmla="*/ 115 h 1176"/>
              <a:gd name="T104" fmla="*/ 928 w 1010"/>
              <a:gd name="T105" fmla="*/ 51 h 1176"/>
              <a:gd name="T106" fmla="*/ 168 w 1010"/>
              <a:gd name="T107" fmla="*/ 32 h 1176"/>
              <a:gd name="T108" fmla="*/ 210 w 1010"/>
              <a:gd name="T109" fmla="*/ 0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10" h="1176">
                <a:moveTo>
                  <a:pt x="671" y="883"/>
                </a:moveTo>
                <a:lnTo>
                  <a:pt x="667" y="883"/>
                </a:lnTo>
                <a:lnTo>
                  <a:pt x="660" y="885"/>
                </a:lnTo>
                <a:lnTo>
                  <a:pt x="650" y="889"/>
                </a:lnTo>
                <a:lnTo>
                  <a:pt x="641" y="896"/>
                </a:lnTo>
                <a:lnTo>
                  <a:pt x="633" y="908"/>
                </a:lnTo>
                <a:lnTo>
                  <a:pt x="632" y="925"/>
                </a:lnTo>
                <a:lnTo>
                  <a:pt x="632" y="1093"/>
                </a:lnTo>
                <a:lnTo>
                  <a:pt x="632" y="1093"/>
                </a:lnTo>
                <a:lnTo>
                  <a:pt x="632" y="1095"/>
                </a:lnTo>
                <a:lnTo>
                  <a:pt x="632" y="1099"/>
                </a:lnTo>
                <a:lnTo>
                  <a:pt x="632" y="1103"/>
                </a:lnTo>
                <a:lnTo>
                  <a:pt x="632" y="1106"/>
                </a:lnTo>
                <a:lnTo>
                  <a:pt x="632" y="1112"/>
                </a:lnTo>
                <a:lnTo>
                  <a:pt x="632" y="1116"/>
                </a:lnTo>
                <a:lnTo>
                  <a:pt x="632" y="1120"/>
                </a:lnTo>
                <a:lnTo>
                  <a:pt x="633" y="1125"/>
                </a:lnTo>
                <a:lnTo>
                  <a:pt x="635" y="1127"/>
                </a:lnTo>
                <a:lnTo>
                  <a:pt x="637" y="1131"/>
                </a:lnTo>
                <a:lnTo>
                  <a:pt x="641" y="1131"/>
                </a:lnTo>
                <a:lnTo>
                  <a:pt x="645" y="1131"/>
                </a:lnTo>
                <a:lnTo>
                  <a:pt x="649" y="1129"/>
                </a:lnTo>
                <a:lnTo>
                  <a:pt x="654" y="1125"/>
                </a:lnTo>
                <a:lnTo>
                  <a:pt x="660" y="1120"/>
                </a:lnTo>
                <a:lnTo>
                  <a:pt x="864" y="917"/>
                </a:lnTo>
                <a:lnTo>
                  <a:pt x="866" y="915"/>
                </a:lnTo>
                <a:lnTo>
                  <a:pt x="870" y="912"/>
                </a:lnTo>
                <a:lnTo>
                  <a:pt x="875" y="906"/>
                </a:lnTo>
                <a:lnTo>
                  <a:pt x="879" y="900"/>
                </a:lnTo>
                <a:lnTo>
                  <a:pt x="881" y="893"/>
                </a:lnTo>
                <a:lnTo>
                  <a:pt x="877" y="889"/>
                </a:lnTo>
                <a:lnTo>
                  <a:pt x="866" y="885"/>
                </a:lnTo>
                <a:lnTo>
                  <a:pt x="849" y="883"/>
                </a:lnTo>
                <a:lnTo>
                  <a:pt x="671" y="883"/>
                </a:lnTo>
                <a:close/>
                <a:moveTo>
                  <a:pt x="130" y="756"/>
                </a:moveTo>
                <a:lnTo>
                  <a:pt x="123" y="756"/>
                </a:lnTo>
                <a:lnTo>
                  <a:pt x="117" y="760"/>
                </a:lnTo>
                <a:lnTo>
                  <a:pt x="113" y="764"/>
                </a:lnTo>
                <a:lnTo>
                  <a:pt x="110" y="770"/>
                </a:lnTo>
                <a:lnTo>
                  <a:pt x="108" y="777"/>
                </a:lnTo>
                <a:lnTo>
                  <a:pt x="110" y="783"/>
                </a:lnTo>
                <a:lnTo>
                  <a:pt x="113" y="789"/>
                </a:lnTo>
                <a:lnTo>
                  <a:pt x="117" y="792"/>
                </a:lnTo>
                <a:lnTo>
                  <a:pt x="123" y="796"/>
                </a:lnTo>
                <a:lnTo>
                  <a:pt x="130" y="796"/>
                </a:lnTo>
                <a:lnTo>
                  <a:pt x="762" y="796"/>
                </a:lnTo>
                <a:lnTo>
                  <a:pt x="770" y="796"/>
                </a:lnTo>
                <a:lnTo>
                  <a:pt x="775" y="792"/>
                </a:lnTo>
                <a:lnTo>
                  <a:pt x="779" y="789"/>
                </a:lnTo>
                <a:lnTo>
                  <a:pt x="783" y="783"/>
                </a:lnTo>
                <a:lnTo>
                  <a:pt x="783" y="777"/>
                </a:lnTo>
                <a:lnTo>
                  <a:pt x="783" y="770"/>
                </a:lnTo>
                <a:lnTo>
                  <a:pt x="779" y="764"/>
                </a:lnTo>
                <a:lnTo>
                  <a:pt x="775" y="760"/>
                </a:lnTo>
                <a:lnTo>
                  <a:pt x="770" y="756"/>
                </a:lnTo>
                <a:lnTo>
                  <a:pt x="762" y="756"/>
                </a:lnTo>
                <a:lnTo>
                  <a:pt x="130" y="756"/>
                </a:lnTo>
                <a:close/>
                <a:moveTo>
                  <a:pt x="129" y="630"/>
                </a:moveTo>
                <a:lnTo>
                  <a:pt x="121" y="630"/>
                </a:lnTo>
                <a:lnTo>
                  <a:pt x="115" y="633"/>
                </a:lnTo>
                <a:lnTo>
                  <a:pt x="112" y="637"/>
                </a:lnTo>
                <a:lnTo>
                  <a:pt x="108" y="643"/>
                </a:lnTo>
                <a:lnTo>
                  <a:pt x="108" y="650"/>
                </a:lnTo>
                <a:lnTo>
                  <a:pt x="108" y="656"/>
                </a:lnTo>
                <a:lnTo>
                  <a:pt x="112" y="662"/>
                </a:lnTo>
                <a:lnTo>
                  <a:pt x="115" y="666"/>
                </a:lnTo>
                <a:lnTo>
                  <a:pt x="121" y="669"/>
                </a:lnTo>
                <a:lnTo>
                  <a:pt x="129" y="669"/>
                </a:lnTo>
                <a:lnTo>
                  <a:pt x="760" y="669"/>
                </a:lnTo>
                <a:lnTo>
                  <a:pt x="766" y="669"/>
                </a:lnTo>
                <a:lnTo>
                  <a:pt x="771" y="666"/>
                </a:lnTo>
                <a:lnTo>
                  <a:pt x="777" y="662"/>
                </a:lnTo>
                <a:lnTo>
                  <a:pt x="779" y="656"/>
                </a:lnTo>
                <a:lnTo>
                  <a:pt x="781" y="650"/>
                </a:lnTo>
                <a:lnTo>
                  <a:pt x="779" y="643"/>
                </a:lnTo>
                <a:lnTo>
                  <a:pt x="777" y="637"/>
                </a:lnTo>
                <a:lnTo>
                  <a:pt x="771" y="633"/>
                </a:lnTo>
                <a:lnTo>
                  <a:pt x="766" y="630"/>
                </a:lnTo>
                <a:lnTo>
                  <a:pt x="760" y="630"/>
                </a:lnTo>
                <a:lnTo>
                  <a:pt x="129" y="630"/>
                </a:lnTo>
                <a:close/>
                <a:moveTo>
                  <a:pt x="129" y="503"/>
                </a:moveTo>
                <a:lnTo>
                  <a:pt x="121" y="505"/>
                </a:lnTo>
                <a:lnTo>
                  <a:pt x="115" y="507"/>
                </a:lnTo>
                <a:lnTo>
                  <a:pt x="110" y="510"/>
                </a:lnTo>
                <a:lnTo>
                  <a:pt x="108" y="516"/>
                </a:lnTo>
                <a:lnTo>
                  <a:pt x="106" y="524"/>
                </a:lnTo>
                <a:lnTo>
                  <a:pt x="108" y="531"/>
                </a:lnTo>
                <a:lnTo>
                  <a:pt x="110" y="537"/>
                </a:lnTo>
                <a:lnTo>
                  <a:pt x="115" y="541"/>
                </a:lnTo>
                <a:lnTo>
                  <a:pt x="121" y="544"/>
                </a:lnTo>
                <a:lnTo>
                  <a:pt x="129" y="544"/>
                </a:lnTo>
                <a:lnTo>
                  <a:pt x="758" y="544"/>
                </a:lnTo>
                <a:lnTo>
                  <a:pt x="766" y="544"/>
                </a:lnTo>
                <a:lnTo>
                  <a:pt x="773" y="541"/>
                </a:lnTo>
                <a:lnTo>
                  <a:pt x="777" y="537"/>
                </a:lnTo>
                <a:lnTo>
                  <a:pt x="781" y="531"/>
                </a:lnTo>
                <a:lnTo>
                  <a:pt x="783" y="524"/>
                </a:lnTo>
                <a:lnTo>
                  <a:pt x="781" y="516"/>
                </a:lnTo>
                <a:lnTo>
                  <a:pt x="777" y="510"/>
                </a:lnTo>
                <a:lnTo>
                  <a:pt x="773" y="507"/>
                </a:lnTo>
                <a:lnTo>
                  <a:pt x="766" y="505"/>
                </a:lnTo>
                <a:lnTo>
                  <a:pt x="758" y="503"/>
                </a:lnTo>
                <a:lnTo>
                  <a:pt x="129" y="503"/>
                </a:lnTo>
                <a:close/>
                <a:moveTo>
                  <a:pt x="548" y="334"/>
                </a:moveTo>
                <a:lnTo>
                  <a:pt x="543" y="336"/>
                </a:lnTo>
                <a:lnTo>
                  <a:pt x="537" y="338"/>
                </a:lnTo>
                <a:lnTo>
                  <a:pt x="531" y="344"/>
                </a:lnTo>
                <a:lnTo>
                  <a:pt x="529" y="350"/>
                </a:lnTo>
                <a:lnTo>
                  <a:pt x="528" y="355"/>
                </a:lnTo>
                <a:lnTo>
                  <a:pt x="529" y="363"/>
                </a:lnTo>
                <a:lnTo>
                  <a:pt x="531" y="368"/>
                </a:lnTo>
                <a:lnTo>
                  <a:pt x="537" y="372"/>
                </a:lnTo>
                <a:lnTo>
                  <a:pt x="543" y="376"/>
                </a:lnTo>
                <a:lnTo>
                  <a:pt x="548" y="376"/>
                </a:lnTo>
                <a:lnTo>
                  <a:pt x="764" y="376"/>
                </a:lnTo>
                <a:lnTo>
                  <a:pt x="770" y="376"/>
                </a:lnTo>
                <a:lnTo>
                  <a:pt x="775" y="372"/>
                </a:lnTo>
                <a:lnTo>
                  <a:pt x="781" y="368"/>
                </a:lnTo>
                <a:lnTo>
                  <a:pt x="783" y="363"/>
                </a:lnTo>
                <a:lnTo>
                  <a:pt x="785" y="355"/>
                </a:lnTo>
                <a:lnTo>
                  <a:pt x="783" y="350"/>
                </a:lnTo>
                <a:lnTo>
                  <a:pt x="781" y="344"/>
                </a:lnTo>
                <a:lnTo>
                  <a:pt x="775" y="338"/>
                </a:lnTo>
                <a:lnTo>
                  <a:pt x="770" y="336"/>
                </a:lnTo>
                <a:lnTo>
                  <a:pt x="764" y="334"/>
                </a:lnTo>
                <a:lnTo>
                  <a:pt x="548" y="334"/>
                </a:lnTo>
                <a:close/>
                <a:moveTo>
                  <a:pt x="548" y="208"/>
                </a:moveTo>
                <a:lnTo>
                  <a:pt x="543" y="210"/>
                </a:lnTo>
                <a:lnTo>
                  <a:pt x="537" y="211"/>
                </a:lnTo>
                <a:lnTo>
                  <a:pt x="531" y="217"/>
                </a:lnTo>
                <a:lnTo>
                  <a:pt x="529" y="223"/>
                </a:lnTo>
                <a:lnTo>
                  <a:pt x="528" y="228"/>
                </a:lnTo>
                <a:lnTo>
                  <a:pt x="529" y="234"/>
                </a:lnTo>
                <a:lnTo>
                  <a:pt x="531" y="240"/>
                </a:lnTo>
                <a:lnTo>
                  <a:pt x="537" y="246"/>
                </a:lnTo>
                <a:lnTo>
                  <a:pt x="543" y="247"/>
                </a:lnTo>
                <a:lnTo>
                  <a:pt x="548" y="249"/>
                </a:lnTo>
                <a:lnTo>
                  <a:pt x="762" y="249"/>
                </a:lnTo>
                <a:lnTo>
                  <a:pt x="768" y="247"/>
                </a:lnTo>
                <a:lnTo>
                  <a:pt x="773" y="246"/>
                </a:lnTo>
                <a:lnTo>
                  <a:pt x="777" y="240"/>
                </a:lnTo>
                <a:lnTo>
                  <a:pt x="781" y="234"/>
                </a:lnTo>
                <a:lnTo>
                  <a:pt x="783" y="228"/>
                </a:lnTo>
                <a:lnTo>
                  <a:pt x="781" y="223"/>
                </a:lnTo>
                <a:lnTo>
                  <a:pt x="777" y="217"/>
                </a:lnTo>
                <a:lnTo>
                  <a:pt x="773" y="211"/>
                </a:lnTo>
                <a:lnTo>
                  <a:pt x="768" y="210"/>
                </a:lnTo>
                <a:lnTo>
                  <a:pt x="762" y="208"/>
                </a:lnTo>
                <a:lnTo>
                  <a:pt x="548" y="208"/>
                </a:lnTo>
                <a:close/>
                <a:moveTo>
                  <a:pt x="57" y="166"/>
                </a:moveTo>
                <a:lnTo>
                  <a:pt x="57" y="175"/>
                </a:lnTo>
                <a:lnTo>
                  <a:pt x="64" y="177"/>
                </a:lnTo>
                <a:lnTo>
                  <a:pt x="70" y="179"/>
                </a:lnTo>
                <a:lnTo>
                  <a:pt x="74" y="181"/>
                </a:lnTo>
                <a:lnTo>
                  <a:pt x="78" y="185"/>
                </a:lnTo>
                <a:lnTo>
                  <a:pt x="81" y="193"/>
                </a:lnTo>
                <a:lnTo>
                  <a:pt x="85" y="202"/>
                </a:lnTo>
                <a:lnTo>
                  <a:pt x="166" y="448"/>
                </a:lnTo>
                <a:lnTo>
                  <a:pt x="183" y="448"/>
                </a:lnTo>
                <a:lnTo>
                  <a:pt x="253" y="255"/>
                </a:lnTo>
                <a:lnTo>
                  <a:pt x="255" y="255"/>
                </a:lnTo>
                <a:lnTo>
                  <a:pt x="321" y="448"/>
                </a:lnTo>
                <a:lnTo>
                  <a:pt x="340" y="448"/>
                </a:lnTo>
                <a:lnTo>
                  <a:pt x="412" y="202"/>
                </a:lnTo>
                <a:lnTo>
                  <a:pt x="416" y="193"/>
                </a:lnTo>
                <a:lnTo>
                  <a:pt x="422" y="185"/>
                </a:lnTo>
                <a:lnTo>
                  <a:pt x="427" y="181"/>
                </a:lnTo>
                <a:lnTo>
                  <a:pt x="433" y="177"/>
                </a:lnTo>
                <a:lnTo>
                  <a:pt x="441" y="175"/>
                </a:lnTo>
                <a:lnTo>
                  <a:pt x="441" y="166"/>
                </a:lnTo>
                <a:lnTo>
                  <a:pt x="369" y="166"/>
                </a:lnTo>
                <a:lnTo>
                  <a:pt x="369" y="175"/>
                </a:lnTo>
                <a:lnTo>
                  <a:pt x="376" y="175"/>
                </a:lnTo>
                <a:lnTo>
                  <a:pt x="382" y="177"/>
                </a:lnTo>
                <a:lnTo>
                  <a:pt x="388" y="179"/>
                </a:lnTo>
                <a:lnTo>
                  <a:pt x="391" y="181"/>
                </a:lnTo>
                <a:lnTo>
                  <a:pt x="395" y="187"/>
                </a:lnTo>
                <a:lnTo>
                  <a:pt x="395" y="194"/>
                </a:lnTo>
                <a:lnTo>
                  <a:pt x="395" y="202"/>
                </a:lnTo>
                <a:lnTo>
                  <a:pt x="393" y="210"/>
                </a:lnTo>
                <a:lnTo>
                  <a:pt x="350" y="338"/>
                </a:lnTo>
                <a:lnTo>
                  <a:pt x="306" y="213"/>
                </a:lnTo>
                <a:lnTo>
                  <a:pt x="303" y="204"/>
                </a:lnTo>
                <a:lnTo>
                  <a:pt x="301" y="198"/>
                </a:lnTo>
                <a:lnTo>
                  <a:pt x="301" y="193"/>
                </a:lnTo>
                <a:lnTo>
                  <a:pt x="301" y="191"/>
                </a:lnTo>
                <a:lnTo>
                  <a:pt x="301" y="185"/>
                </a:lnTo>
                <a:lnTo>
                  <a:pt x="303" y="181"/>
                </a:lnTo>
                <a:lnTo>
                  <a:pt x="306" y="179"/>
                </a:lnTo>
                <a:lnTo>
                  <a:pt x="310" y="177"/>
                </a:lnTo>
                <a:lnTo>
                  <a:pt x="318" y="177"/>
                </a:lnTo>
                <a:lnTo>
                  <a:pt x="329" y="175"/>
                </a:lnTo>
                <a:lnTo>
                  <a:pt x="329" y="166"/>
                </a:lnTo>
                <a:lnTo>
                  <a:pt x="204" y="166"/>
                </a:lnTo>
                <a:lnTo>
                  <a:pt x="204" y="175"/>
                </a:lnTo>
                <a:lnTo>
                  <a:pt x="212" y="177"/>
                </a:lnTo>
                <a:lnTo>
                  <a:pt x="219" y="177"/>
                </a:lnTo>
                <a:lnTo>
                  <a:pt x="223" y="179"/>
                </a:lnTo>
                <a:lnTo>
                  <a:pt x="229" y="183"/>
                </a:lnTo>
                <a:lnTo>
                  <a:pt x="233" y="189"/>
                </a:lnTo>
                <a:lnTo>
                  <a:pt x="234" y="194"/>
                </a:lnTo>
                <a:lnTo>
                  <a:pt x="238" y="200"/>
                </a:lnTo>
                <a:lnTo>
                  <a:pt x="242" y="210"/>
                </a:lnTo>
                <a:lnTo>
                  <a:pt x="244" y="217"/>
                </a:lnTo>
                <a:lnTo>
                  <a:pt x="246" y="223"/>
                </a:lnTo>
                <a:lnTo>
                  <a:pt x="246" y="227"/>
                </a:lnTo>
                <a:lnTo>
                  <a:pt x="248" y="228"/>
                </a:lnTo>
                <a:lnTo>
                  <a:pt x="200" y="344"/>
                </a:lnTo>
                <a:lnTo>
                  <a:pt x="200" y="344"/>
                </a:lnTo>
                <a:lnTo>
                  <a:pt x="151" y="206"/>
                </a:lnTo>
                <a:lnTo>
                  <a:pt x="149" y="198"/>
                </a:lnTo>
                <a:lnTo>
                  <a:pt x="149" y="193"/>
                </a:lnTo>
                <a:lnTo>
                  <a:pt x="149" y="187"/>
                </a:lnTo>
                <a:lnTo>
                  <a:pt x="151" y="183"/>
                </a:lnTo>
                <a:lnTo>
                  <a:pt x="155" y="179"/>
                </a:lnTo>
                <a:lnTo>
                  <a:pt x="159" y="177"/>
                </a:lnTo>
                <a:lnTo>
                  <a:pt x="166" y="177"/>
                </a:lnTo>
                <a:lnTo>
                  <a:pt x="174" y="175"/>
                </a:lnTo>
                <a:lnTo>
                  <a:pt x="174" y="166"/>
                </a:lnTo>
                <a:lnTo>
                  <a:pt x="57" y="166"/>
                </a:lnTo>
                <a:close/>
                <a:moveTo>
                  <a:pt x="85" y="83"/>
                </a:moveTo>
                <a:lnTo>
                  <a:pt x="841" y="83"/>
                </a:lnTo>
                <a:lnTo>
                  <a:pt x="868" y="87"/>
                </a:lnTo>
                <a:lnTo>
                  <a:pt x="893" y="98"/>
                </a:lnTo>
                <a:lnTo>
                  <a:pt x="910" y="117"/>
                </a:lnTo>
                <a:lnTo>
                  <a:pt x="921" y="140"/>
                </a:lnTo>
                <a:lnTo>
                  <a:pt x="927" y="166"/>
                </a:lnTo>
                <a:lnTo>
                  <a:pt x="927" y="927"/>
                </a:lnTo>
                <a:lnTo>
                  <a:pt x="671" y="1176"/>
                </a:lnTo>
                <a:lnTo>
                  <a:pt x="85" y="1176"/>
                </a:lnTo>
                <a:lnTo>
                  <a:pt x="57" y="1173"/>
                </a:lnTo>
                <a:lnTo>
                  <a:pt x="34" y="1161"/>
                </a:lnTo>
                <a:lnTo>
                  <a:pt x="17" y="1142"/>
                </a:lnTo>
                <a:lnTo>
                  <a:pt x="4" y="1120"/>
                </a:lnTo>
                <a:lnTo>
                  <a:pt x="0" y="1093"/>
                </a:lnTo>
                <a:lnTo>
                  <a:pt x="0" y="166"/>
                </a:lnTo>
                <a:lnTo>
                  <a:pt x="4" y="140"/>
                </a:lnTo>
                <a:lnTo>
                  <a:pt x="17" y="117"/>
                </a:lnTo>
                <a:lnTo>
                  <a:pt x="34" y="98"/>
                </a:lnTo>
                <a:lnTo>
                  <a:pt x="57" y="87"/>
                </a:lnTo>
                <a:lnTo>
                  <a:pt x="85" y="83"/>
                </a:lnTo>
                <a:close/>
                <a:moveTo>
                  <a:pt x="928" y="0"/>
                </a:moveTo>
                <a:lnTo>
                  <a:pt x="936" y="0"/>
                </a:lnTo>
                <a:lnTo>
                  <a:pt x="947" y="1"/>
                </a:lnTo>
                <a:lnTo>
                  <a:pt x="961" y="3"/>
                </a:lnTo>
                <a:lnTo>
                  <a:pt x="976" y="11"/>
                </a:lnTo>
                <a:lnTo>
                  <a:pt x="989" y="20"/>
                </a:lnTo>
                <a:lnTo>
                  <a:pt x="1000" y="34"/>
                </a:lnTo>
                <a:lnTo>
                  <a:pt x="1008" y="52"/>
                </a:lnTo>
                <a:lnTo>
                  <a:pt x="1010" y="77"/>
                </a:lnTo>
                <a:lnTo>
                  <a:pt x="1010" y="883"/>
                </a:lnTo>
                <a:lnTo>
                  <a:pt x="1010" y="887"/>
                </a:lnTo>
                <a:lnTo>
                  <a:pt x="1008" y="895"/>
                </a:lnTo>
                <a:lnTo>
                  <a:pt x="1004" y="904"/>
                </a:lnTo>
                <a:lnTo>
                  <a:pt x="998" y="915"/>
                </a:lnTo>
                <a:lnTo>
                  <a:pt x="985" y="923"/>
                </a:lnTo>
                <a:lnTo>
                  <a:pt x="968" y="925"/>
                </a:lnTo>
                <a:lnTo>
                  <a:pt x="968" y="124"/>
                </a:lnTo>
                <a:lnTo>
                  <a:pt x="968" y="123"/>
                </a:lnTo>
                <a:lnTo>
                  <a:pt x="968" y="115"/>
                </a:lnTo>
                <a:lnTo>
                  <a:pt x="964" y="104"/>
                </a:lnTo>
                <a:lnTo>
                  <a:pt x="961" y="90"/>
                </a:lnTo>
                <a:lnTo>
                  <a:pt x="955" y="75"/>
                </a:lnTo>
                <a:lnTo>
                  <a:pt x="944" y="62"/>
                </a:lnTo>
                <a:lnTo>
                  <a:pt x="928" y="51"/>
                </a:lnTo>
                <a:lnTo>
                  <a:pt x="910" y="43"/>
                </a:lnTo>
                <a:lnTo>
                  <a:pt x="883" y="39"/>
                </a:lnTo>
                <a:lnTo>
                  <a:pt x="168" y="39"/>
                </a:lnTo>
                <a:lnTo>
                  <a:pt x="168" y="37"/>
                </a:lnTo>
                <a:lnTo>
                  <a:pt x="168" y="32"/>
                </a:lnTo>
                <a:lnTo>
                  <a:pt x="168" y="24"/>
                </a:lnTo>
                <a:lnTo>
                  <a:pt x="172" y="15"/>
                </a:lnTo>
                <a:lnTo>
                  <a:pt x="180" y="7"/>
                </a:lnTo>
                <a:lnTo>
                  <a:pt x="193" y="1"/>
                </a:lnTo>
                <a:lnTo>
                  <a:pt x="210" y="0"/>
                </a:lnTo>
                <a:lnTo>
                  <a:pt x="927" y="0"/>
                </a:lnTo>
                <a:lnTo>
                  <a:pt x="92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Freeform 12"/>
          <p:cNvSpPr>
            <a:spLocks noChangeAspect="1" noEditPoints="1"/>
          </p:cNvSpPr>
          <p:nvPr/>
        </p:nvSpPr>
        <p:spPr bwMode="auto">
          <a:xfrm>
            <a:off x="2864768" y="2889060"/>
            <a:ext cx="849490" cy="1080000"/>
          </a:xfrm>
          <a:custGeom>
            <a:avLst/>
            <a:gdLst>
              <a:gd name="T0" fmla="*/ 651 w 925"/>
              <a:gd name="T1" fmla="*/ 889 h 1176"/>
              <a:gd name="T2" fmla="*/ 632 w 925"/>
              <a:gd name="T3" fmla="*/ 1093 h 1176"/>
              <a:gd name="T4" fmla="*/ 630 w 925"/>
              <a:gd name="T5" fmla="*/ 1103 h 1176"/>
              <a:gd name="T6" fmla="*/ 632 w 925"/>
              <a:gd name="T7" fmla="*/ 1120 h 1176"/>
              <a:gd name="T8" fmla="*/ 639 w 925"/>
              <a:gd name="T9" fmla="*/ 1131 h 1176"/>
              <a:gd name="T10" fmla="*/ 660 w 925"/>
              <a:gd name="T11" fmla="*/ 1120 h 1176"/>
              <a:gd name="T12" fmla="*/ 876 w 925"/>
              <a:gd name="T13" fmla="*/ 906 h 1176"/>
              <a:gd name="T14" fmla="*/ 866 w 925"/>
              <a:gd name="T15" fmla="*/ 885 h 1176"/>
              <a:gd name="T16" fmla="*/ 462 w 925"/>
              <a:gd name="T17" fmla="*/ 840 h 1176"/>
              <a:gd name="T18" fmla="*/ 380 w 925"/>
              <a:gd name="T19" fmla="*/ 630 h 1176"/>
              <a:gd name="T20" fmla="*/ 337 w 925"/>
              <a:gd name="T21" fmla="*/ 671 h 1176"/>
              <a:gd name="T22" fmla="*/ 365 w 925"/>
              <a:gd name="T23" fmla="*/ 919 h 1176"/>
              <a:gd name="T24" fmla="*/ 492 w 925"/>
              <a:gd name="T25" fmla="*/ 910 h 1176"/>
              <a:gd name="T26" fmla="*/ 499 w 925"/>
              <a:gd name="T27" fmla="*/ 656 h 1176"/>
              <a:gd name="T28" fmla="*/ 380 w 925"/>
              <a:gd name="T29" fmla="*/ 630 h 1176"/>
              <a:gd name="T30" fmla="*/ 382 w 925"/>
              <a:gd name="T31" fmla="*/ 531 h 1176"/>
              <a:gd name="T32" fmla="*/ 403 w 925"/>
              <a:gd name="T33" fmla="*/ 586 h 1176"/>
              <a:gd name="T34" fmla="*/ 494 w 925"/>
              <a:gd name="T35" fmla="*/ 577 h 1176"/>
              <a:gd name="T36" fmla="*/ 494 w 925"/>
              <a:gd name="T37" fmla="*/ 518 h 1176"/>
              <a:gd name="T38" fmla="*/ 335 w 925"/>
              <a:gd name="T39" fmla="*/ 420 h 1176"/>
              <a:gd name="T40" fmla="*/ 293 w 925"/>
              <a:gd name="T41" fmla="*/ 463 h 1176"/>
              <a:gd name="T42" fmla="*/ 318 w 925"/>
              <a:gd name="T43" fmla="*/ 503 h 1176"/>
              <a:gd name="T44" fmla="*/ 409 w 925"/>
              <a:gd name="T45" fmla="*/ 493 h 1176"/>
              <a:gd name="T46" fmla="*/ 418 w 925"/>
              <a:gd name="T47" fmla="*/ 446 h 1176"/>
              <a:gd name="T48" fmla="*/ 335 w 925"/>
              <a:gd name="T49" fmla="*/ 420 h 1176"/>
              <a:gd name="T50" fmla="*/ 380 w 925"/>
              <a:gd name="T51" fmla="*/ 361 h 1176"/>
              <a:gd name="T52" fmla="*/ 403 w 925"/>
              <a:gd name="T53" fmla="*/ 418 h 1176"/>
              <a:gd name="T54" fmla="*/ 490 w 925"/>
              <a:gd name="T55" fmla="*/ 408 h 1176"/>
              <a:gd name="T56" fmla="*/ 490 w 925"/>
              <a:gd name="T57" fmla="*/ 348 h 1176"/>
              <a:gd name="T58" fmla="*/ 335 w 925"/>
              <a:gd name="T59" fmla="*/ 253 h 1176"/>
              <a:gd name="T60" fmla="*/ 293 w 925"/>
              <a:gd name="T61" fmla="*/ 295 h 1176"/>
              <a:gd name="T62" fmla="*/ 335 w 925"/>
              <a:gd name="T63" fmla="*/ 336 h 1176"/>
              <a:gd name="T64" fmla="*/ 416 w 925"/>
              <a:gd name="T65" fmla="*/ 310 h 1176"/>
              <a:gd name="T66" fmla="*/ 395 w 925"/>
              <a:gd name="T67" fmla="*/ 257 h 1176"/>
              <a:gd name="T68" fmla="*/ 403 w 925"/>
              <a:gd name="T69" fmla="*/ 172 h 1176"/>
              <a:gd name="T70" fmla="*/ 378 w 925"/>
              <a:gd name="T71" fmla="*/ 213 h 1176"/>
              <a:gd name="T72" fmla="*/ 420 w 925"/>
              <a:gd name="T73" fmla="*/ 253 h 1176"/>
              <a:gd name="T74" fmla="*/ 497 w 925"/>
              <a:gd name="T75" fmla="*/ 228 h 1176"/>
              <a:gd name="T76" fmla="*/ 490 w 925"/>
              <a:gd name="T77" fmla="*/ 181 h 1176"/>
              <a:gd name="T78" fmla="*/ 337 w 925"/>
              <a:gd name="T79" fmla="*/ 85 h 1176"/>
              <a:gd name="T80" fmla="*/ 293 w 925"/>
              <a:gd name="T81" fmla="*/ 124 h 1176"/>
              <a:gd name="T82" fmla="*/ 320 w 925"/>
              <a:gd name="T83" fmla="*/ 164 h 1176"/>
              <a:gd name="T84" fmla="*/ 409 w 925"/>
              <a:gd name="T85" fmla="*/ 157 h 1176"/>
              <a:gd name="T86" fmla="*/ 418 w 925"/>
              <a:gd name="T87" fmla="*/ 109 h 1176"/>
              <a:gd name="T88" fmla="*/ 337 w 925"/>
              <a:gd name="T89" fmla="*/ 85 h 1176"/>
              <a:gd name="T90" fmla="*/ 845 w 925"/>
              <a:gd name="T91" fmla="*/ 1 h 1176"/>
              <a:gd name="T92" fmla="*/ 902 w 925"/>
              <a:gd name="T93" fmla="*/ 28 h 1176"/>
              <a:gd name="T94" fmla="*/ 925 w 925"/>
              <a:gd name="T95" fmla="*/ 925 h 1176"/>
              <a:gd name="T96" fmla="*/ 36 w 925"/>
              <a:gd name="T97" fmla="*/ 1161 h 1176"/>
              <a:gd name="T98" fmla="*/ 0 w 925"/>
              <a:gd name="T99" fmla="*/ 85 h 1176"/>
              <a:gd name="T100" fmla="*/ 59 w 925"/>
              <a:gd name="T101" fmla="*/ 5 h 1176"/>
              <a:gd name="T102" fmla="*/ 403 w 925"/>
              <a:gd name="T103" fmla="*/ 1 h 1176"/>
              <a:gd name="T104" fmla="*/ 376 w 925"/>
              <a:gd name="T105" fmla="*/ 41 h 1176"/>
              <a:gd name="T106" fmla="*/ 407 w 925"/>
              <a:gd name="T107" fmla="*/ 83 h 1176"/>
              <a:gd name="T108" fmla="*/ 471 w 925"/>
              <a:gd name="T109" fmla="*/ 83 h 1176"/>
              <a:gd name="T110" fmla="*/ 503 w 925"/>
              <a:gd name="T111" fmla="*/ 43 h 1176"/>
              <a:gd name="T112" fmla="*/ 480 w 925"/>
              <a:gd name="T113" fmla="*/ 0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25" h="1176">
                <a:moveTo>
                  <a:pt x="671" y="883"/>
                </a:moveTo>
                <a:lnTo>
                  <a:pt x="668" y="885"/>
                </a:lnTo>
                <a:lnTo>
                  <a:pt x="660" y="885"/>
                </a:lnTo>
                <a:lnTo>
                  <a:pt x="651" y="889"/>
                </a:lnTo>
                <a:lnTo>
                  <a:pt x="641" y="896"/>
                </a:lnTo>
                <a:lnTo>
                  <a:pt x="634" y="908"/>
                </a:lnTo>
                <a:lnTo>
                  <a:pt x="632" y="925"/>
                </a:lnTo>
                <a:lnTo>
                  <a:pt x="632" y="1093"/>
                </a:lnTo>
                <a:lnTo>
                  <a:pt x="632" y="1093"/>
                </a:lnTo>
                <a:lnTo>
                  <a:pt x="632" y="1095"/>
                </a:lnTo>
                <a:lnTo>
                  <a:pt x="630" y="1099"/>
                </a:lnTo>
                <a:lnTo>
                  <a:pt x="630" y="1103"/>
                </a:lnTo>
                <a:lnTo>
                  <a:pt x="630" y="1106"/>
                </a:lnTo>
                <a:lnTo>
                  <a:pt x="630" y="1112"/>
                </a:lnTo>
                <a:lnTo>
                  <a:pt x="632" y="1116"/>
                </a:lnTo>
                <a:lnTo>
                  <a:pt x="632" y="1120"/>
                </a:lnTo>
                <a:lnTo>
                  <a:pt x="634" y="1125"/>
                </a:lnTo>
                <a:lnTo>
                  <a:pt x="636" y="1127"/>
                </a:lnTo>
                <a:lnTo>
                  <a:pt x="637" y="1131"/>
                </a:lnTo>
                <a:lnTo>
                  <a:pt x="639" y="1131"/>
                </a:lnTo>
                <a:lnTo>
                  <a:pt x="643" y="1131"/>
                </a:lnTo>
                <a:lnTo>
                  <a:pt x="649" y="1129"/>
                </a:lnTo>
                <a:lnTo>
                  <a:pt x="654" y="1127"/>
                </a:lnTo>
                <a:lnTo>
                  <a:pt x="660" y="1120"/>
                </a:lnTo>
                <a:lnTo>
                  <a:pt x="864" y="917"/>
                </a:lnTo>
                <a:lnTo>
                  <a:pt x="866" y="915"/>
                </a:lnTo>
                <a:lnTo>
                  <a:pt x="870" y="912"/>
                </a:lnTo>
                <a:lnTo>
                  <a:pt x="876" y="906"/>
                </a:lnTo>
                <a:lnTo>
                  <a:pt x="879" y="900"/>
                </a:lnTo>
                <a:lnTo>
                  <a:pt x="879" y="895"/>
                </a:lnTo>
                <a:lnTo>
                  <a:pt x="876" y="889"/>
                </a:lnTo>
                <a:lnTo>
                  <a:pt x="866" y="885"/>
                </a:lnTo>
                <a:lnTo>
                  <a:pt x="847" y="883"/>
                </a:lnTo>
                <a:lnTo>
                  <a:pt x="671" y="883"/>
                </a:lnTo>
                <a:close/>
                <a:moveTo>
                  <a:pt x="378" y="840"/>
                </a:moveTo>
                <a:lnTo>
                  <a:pt x="462" y="840"/>
                </a:lnTo>
                <a:lnTo>
                  <a:pt x="462" y="881"/>
                </a:lnTo>
                <a:lnTo>
                  <a:pt x="378" y="881"/>
                </a:lnTo>
                <a:lnTo>
                  <a:pt x="378" y="840"/>
                </a:lnTo>
                <a:close/>
                <a:moveTo>
                  <a:pt x="380" y="630"/>
                </a:moveTo>
                <a:lnTo>
                  <a:pt x="365" y="633"/>
                </a:lnTo>
                <a:lnTo>
                  <a:pt x="350" y="643"/>
                </a:lnTo>
                <a:lnTo>
                  <a:pt x="341" y="656"/>
                </a:lnTo>
                <a:lnTo>
                  <a:pt x="337" y="671"/>
                </a:lnTo>
                <a:lnTo>
                  <a:pt x="337" y="881"/>
                </a:lnTo>
                <a:lnTo>
                  <a:pt x="341" y="896"/>
                </a:lnTo>
                <a:lnTo>
                  <a:pt x="350" y="910"/>
                </a:lnTo>
                <a:lnTo>
                  <a:pt x="365" y="919"/>
                </a:lnTo>
                <a:lnTo>
                  <a:pt x="380" y="923"/>
                </a:lnTo>
                <a:lnTo>
                  <a:pt x="462" y="923"/>
                </a:lnTo>
                <a:lnTo>
                  <a:pt x="479" y="919"/>
                </a:lnTo>
                <a:lnTo>
                  <a:pt x="492" y="910"/>
                </a:lnTo>
                <a:lnTo>
                  <a:pt x="501" y="896"/>
                </a:lnTo>
                <a:lnTo>
                  <a:pt x="505" y="881"/>
                </a:lnTo>
                <a:lnTo>
                  <a:pt x="503" y="671"/>
                </a:lnTo>
                <a:lnTo>
                  <a:pt x="499" y="656"/>
                </a:lnTo>
                <a:lnTo>
                  <a:pt x="490" y="643"/>
                </a:lnTo>
                <a:lnTo>
                  <a:pt x="477" y="633"/>
                </a:lnTo>
                <a:lnTo>
                  <a:pt x="460" y="630"/>
                </a:lnTo>
                <a:lnTo>
                  <a:pt x="380" y="630"/>
                </a:lnTo>
                <a:close/>
                <a:moveTo>
                  <a:pt x="420" y="505"/>
                </a:moveTo>
                <a:lnTo>
                  <a:pt x="403" y="509"/>
                </a:lnTo>
                <a:lnTo>
                  <a:pt x="390" y="518"/>
                </a:lnTo>
                <a:lnTo>
                  <a:pt x="382" y="531"/>
                </a:lnTo>
                <a:lnTo>
                  <a:pt x="378" y="548"/>
                </a:lnTo>
                <a:lnTo>
                  <a:pt x="382" y="563"/>
                </a:lnTo>
                <a:lnTo>
                  <a:pt x="390" y="577"/>
                </a:lnTo>
                <a:lnTo>
                  <a:pt x="403" y="586"/>
                </a:lnTo>
                <a:lnTo>
                  <a:pt x="420" y="588"/>
                </a:lnTo>
                <a:lnTo>
                  <a:pt x="463" y="588"/>
                </a:lnTo>
                <a:lnTo>
                  <a:pt x="480" y="586"/>
                </a:lnTo>
                <a:lnTo>
                  <a:pt x="494" y="577"/>
                </a:lnTo>
                <a:lnTo>
                  <a:pt x="501" y="563"/>
                </a:lnTo>
                <a:lnTo>
                  <a:pt x="505" y="548"/>
                </a:lnTo>
                <a:lnTo>
                  <a:pt x="501" y="531"/>
                </a:lnTo>
                <a:lnTo>
                  <a:pt x="494" y="518"/>
                </a:lnTo>
                <a:lnTo>
                  <a:pt x="480" y="509"/>
                </a:lnTo>
                <a:lnTo>
                  <a:pt x="463" y="505"/>
                </a:lnTo>
                <a:lnTo>
                  <a:pt x="420" y="505"/>
                </a:lnTo>
                <a:close/>
                <a:moveTo>
                  <a:pt x="335" y="420"/>
                </a:moveTo>
                <a:lnTo>
                  <a:pt x="318" y="423"/>
                </a:lnTo>
                <a:lnTo>
                  <a:pt x="305" y="433"/>
                </a:lnTo>
                <a:lnTo>
                  <a:pt x="295" y="446"/>
                </a:lnTo>
                <a:lnTo>
                  <a:pt x="293" y="463"/>
                </a:lnTo>
                <a:lnTo>
                  <a:pt x="293" y="463"/>
                </a:lnTo>
                <a:lnTo>
                  <a:pt x="295" y="480"/>
                </a:lnTo>
                <a:lnTo>
                  <a:pt x="305" y="493"/>
                </a:lnTo>
                <a:lnTo>
                  <a:pt x="318" y="503"/>
                </a:lnTo>
                <a:lnTo>
                  <a:pt x="335" y="505"/>
                </a:lnTo>
                <a:lnTo>
                  <a:pt x="380" y="505"/>
                </a:lnTo>
                <a:lnTo>
                  <a:pt x="395" y="503"/>
                </a:lnTo>
                <a:lnTo>
                  <a:pt x="409" y="493"/>
                </a:lnTo>
                <a:lnTo>
                  <a:pt x="418" y="480"/>
                </a:lnTo>
                <a:lnTo>
                  <a:pt x="422" y="463"/>
                </a:lnTo>
                <a:lnTo>
                  <a:pt x="422" y="463"/>
                </a:lnTo>
                <a:lnTo>
                  <a:pt x="418" y="446"/>
                </a:lnTo>
                <a:lnTo>
                  <a:pt x="409" y="433"/>
                </a:lnTo>
                <a:lnTo>
                  <a:pt x="395" y="423"/>
                </a:lnTo>
                <a:lnTo>
                  <a:pt x="380" y="420"/>
                </a:lnTo>
                <a:lnTo>
                  <a:pt x="335" y="420"/>
                </a:lnTo>
                <a:close/>
                <a:moveTo>
                  <a:pt x="418" y="336"/>
                </a:moveTo>
                <a:lnTo>
                  <a:pt x="403" y="340"/>
                </a:lnTo>
                <a:lnTo>
                  <a:pt x="390" y="348"/>
                </a:lnTo>
                <a:lnTo>
                  <a:pt x="380" y="361"/>
                </a:lnTo>
                <a:lnTo>
                  <a:pt x="376" y="378"/>
                </a:lnTo>
                <a:lnTo>
                  <a:pt x="380" y="395"/>
                </a:lnTo>
                <a:lnTo>
                  <a:pt x="390" y="408"/>
                </a:lnTo>
                <a:lnTo>
                  <a:pt x="403" y="418"/>
                </a:lnTo>
                <a:lnTo>
                  <a:pt x="418" y="420"/>
                </a:lnTo>
                <a:lnTo>
                  <a:pt x="462" y="420"/>
                </a:lnTo>
                <a:lnTo>
                  <a:pt x="477" y="418"/>
                </a:lnTo>
                <a:lnTo>
                  <a:pt x="490" y="408"/>
                </a:lnTo>
                <a:lnTo>
                  <a:pt x="499" y="395"/>
                </a:lnTo>
                <a:lnTo>
                  <a:pt x="503" y="378"/>
                </a:lnTo>
                <a:lnTo>
                  <a:pt x="499" y="361"/>
                </a:lnTo>
                <a:lnTo>
                  <a:pt x="490" y="348"/>
                </a:lnTo>
                <a:lnTo>
                  <a:pt x="477" y="340"/>
                </a:lnTo>
                <a:lnTo>
                  <a:pt x="462" y="336"/>
                </a:lnTo>
                <a:lnTo>
                  <a:pt x="418" y="336"/>
                </a:lnTo>
                <a:close/>
                <a:moveTo>
                  <a:pt x="335" y="253"/>
                </a:moveTo>
                <a:lnTo>
                  <a:pt x="318" y="257"/>
                </a:lnTo>
                <a:lnTo>
                  <a:pt x="305" y="264"/>
                </a:lnTo>
                <a:lnTo>
                  <a:pt x="295" y="278"/>
                </a:lnTo>
                <a:lnTo>
                  <a:pt x="293" y="295"/>
                </a:lnTo>
                <a:lnTo>
                  <a:pt x="295" y="310"/>
                </a:lnTo>
                <a:lnTo>
                  <a:pt x="305" y="323"/>
                </a:lnTo>
                <a:lnTo>
                  <a:pt x="318" y="333"/>
                </a:lnTo>
                <a:lnTo>
                  <a:pt x="335" y="336"/>
                </a:lnTo>
                <a:lnTo>
                  <a:pt x="378" y="336"/>
                </a:lnTo>
                <a:lnTo>
                  <a:pt x="395" y="333"/>
                </a:lnTo>
                <a:lnTo>
                  <a:pt x="409" y="323"/>
                </a:lnTo>
                <a:lnTo>
                  <a:pt x="416" y="310"/>
                </a:lnTo>
                <a:lnTo>
                  <a:pt x="420" y="295"/>
                </a:lnTo>
                <a:lnTo>
                  <a:pt x="416" y="278"/>
                </a:lnTo>
                <a:lnTo>
                  <a:pt x="409" y="264"/>
                </a:lnTo>
                <a:lnTo>
                  <a:pt x="395" y="257"/>
                </a:lnTo>
                <a:lnTo>
                  <a:pt x="378" y="253"/>
                </a:lnTo>
                <a:lnTo>
                  <a:pt x="335" y="253"/>
                </a:lnTo>
                <a:close/>
                <a:moveTo>
                  <a:pt x="420" y="168"/>
                </a:moveTo>
                <a:lnTo>
                  <a:pt x="403" y="172"/>
                </a:lnTo>
                <a:lnTo>
                  <a:pt x="390" y="181"/>
                </a:lnTo>
                <a:lnTo>
                  <a:pt x="382" y="194"/>
                </a:lnTo>
                <a:lnTo>
                  <a:pt x="378" y="210"/>
                </a:lnTo>
                <a:lnTo>
                  <a:pt x="378" y="213"/>
                </a:lnTo>
                <a:lnTo>
                  <a:pt x="382" y="228"/>
                </a:lnTo>
                <a:lnTo>
                  <a:pt x="390" y="242"/>
                </a:lnTo>
                <a:lnTo>
                  <a:pt x="403" y="251"/>
                </a:lnTo>
                <a:lnTo>
                  <a:pt x="420" y="253"/>
                </a:lnTo>
                <a:lnTo>
                  <a:pt x="460" y="253"/>
                </a:lnTo>
                <a:lnTo>
                  <a:pt x="477" y="251"/>
                </a:lnTo>
                <a:lnTo>
                  <a:pt x="490" y="242"/>
                </a:lnTo>
                <a:lnTo>
                  <a:pt x="497" y="228"/>
                </a:lnTo>
                <a:lnTo>
                  <a:pt x="501" y="213"/>
                </a:lnTo>
                <a:lnTo>
                  <a:pt x="501" y="210"/>
                </a:lnTo>
                <a:lnTo>
                  <a:pt x="497" y="194"/>
                </a:lnTo>
                <a:lnTo>
                  <a:pt x="490" y="181"/>
                </a:lnTo>
                <a:lnTo>
                  <a:pt x="477" y="172"/>
                </a:lnTo>
                <a:lnTo>
                  <a:pt x="460" y="168"/>
                </a:lnTo>
                <a:lnTo>
                  <a:pt x="420" y="168"/>
                </a:lnTo>
                <a:close/>
                <a:moveTo>
                  <a:pt x="337" y="85"/>
                </a:moveTo>
                <a:lnTo>
                  <a:pt x="320" y="87"/>
                </a:lnTo>
                <a:lnTo>
                  <a:pt x="306" y="96"/>
                </a:lnTo>
                <a:lnTo>
                  <a:pt x="297" y="109"/>
                </a:lnTo>
                <a:lnTo>
                  <a:pt x="293" y="124"/>
                </a:lnTo>
                <a:lnTo>
                  <a:pt x="293" y="126"/>
                </a:lnTo>
                <a:lnTo>
                  <a:pt x="297" y="141"/>
                </a:lnTo>
                <a:lnTo>
                  <a:pt x="306" y="157"/>
                </a:lnTo>
                <a:lnTo>
                  <a:pt x="320" y="164"/>
                </a:lnTo>
                <a:lnTo>
                  <a:pt x="337" y="168"/>
                </a:lnTo>
                <a:lnTo>
                  <a:pt x="380" y="168"/>
                </a:lnTo>
                <a:lnTo>
                  <a:pt x="395" y="164"/>
                </a:lnTo>
                <a:lnTo>
                  <a:pt x="409" y="157"/>
                </a:lnTo>
                <a:lnTo>
                  <a:pt x="418" y="141"/>
                </a:lnTo>
                <a:lnTo>
                  <a:pt x="422" y="126"/>
                </a:lnTo>
                <a:lnTo>
                  <a:pt x="422" y="124"/>
                </a:lnTo>
                <a:lnTo>
                  <a:pt x="418" y="109"/>
                </a:lnTo>
                <a:lnTo>
                  <a:pt x="409" y="96"/>
                </a:lnTo>
                <a:lnTo>
                  <a:pt x="395" y="87"/>
                </a:lnTo>
                <a:lnTo>
                  <a:pt x="380" y="85"/>
                </a:lnTo>
                <a:lnTo>
                  <a:pt x="337" y="85"/>
                </a:lnTo>
                <a:close/>
                <a:moveTo>
                  <a:pt x="479" y="0"/>
                </a:moveTo>
                <a:lnTo>
                  <a:pt x="832" y="0"/>
                </a:lnTo>
                <a:lnTo>
                  <a:pt x="836" y="0"/>
                </a:lnTo>
                <a:lnTo>
                  <a:pt x="845" y="1"/>
                </a:lnTo>
                <a:lnTo>
                  <a:pt x="857" y="3"/>
                </a:lnTo>
                <a:lnTo>
                  <a:pt x="872" y="9"/>
                </a:lnTo>
                <a:lnTo>
                  <a:pt x="887" y="17"/>
                </a:lnTo>
                <a:lnTo>
                  <a:pt x="902" y="28"/>
                </a:lnTo>
                <a:lnTo>
                  <a:pt x="913" y="43"/>
                </a:lnTo>
                <a:lnTo>
                  <a:pt x="923" y="66"/>
                </a:lnTo>
                <a:lnTo>
                  <a:pt x="925" y="92"/>
                </a:lnTo>
                <a:lnTo>
                  <a:pt x="925" y="925"/>
                </a:lnTo>
                <a:lnTo>
                  <a:pt x="673" y="1176"/>
                </a:lnTo>
                <a:lnTo>
                  <a:pt x="85" y="1176"/>
                </a:lnTo>
                <a:lnTo>
                  <a:pt x="59" y="1173"/>
                </a:lnTo>
                <a:lnTo>
                  <a:pt x="36" y="1161"/>
                </a:lnTo>
                <a:lnTo>
                  <a:pt x="17" y="1142"/>
                </a:lnTo>
                <a:lnTo>
                  <a:pt x="6" y="1120"/>
                </a:lnTo>
                <a:lnTo>
                  <a:pt x="0" y="1093"/>
                </a:lnTo>
                <a:lnTo>
                  <a:pt x="0" y="85"/>
                </a:lnTo>
                <a:lnTo>
                  <a:pt x="6" y="58"/>
                </a:lnTo>
                <a:lnTo>
                  <a:pt x="17" y="34"/>
                </a:lnTo>
                <a:lnTo>
                  <a:pt x="36" y="17"/>
                </a:lnTo>
                <a:lnTo>
                  <a:pt x="59" y="5"/>
                </a:lnTo>
                <a:lnTo>
                  <a:pt x="85" y="0"/>
                </a:lnTo>
                <a:lnTo>
                  <a:pt x="416" y="0"/>
                </a:lnTo>
                <a:lnTo>
                  <a:pt x="410" y="0"/>
                </a:lnTo>
                <a:lnTo>
                  <a:pt x="403" y="1"/>
                </a:lnTo>
                <a:lnTo>
                  <a:pt x="393" y="5"/>
                </a:lnTo>
                <a:lnTo>
                  <a:pt x="386" y="13"/>
                </a:lnTo>
                <a:lnTo>
                  <a:pt x="380" y="24"/>
                </a:lnTo>
                <a:lnTo>
                  <a:pt x="376" y="41"/>
                </a:lnTo>
                <a:lnTo>
                  <a:pt x="380" y="60"/>
                </a:lnTo>
                <a:lnTo>
                  <a:pt x="388" y="71"/>
                </a:lnTo>
                <a:lnTo>
                  <a:pt x="397" y="79"/>
                </a:lnTo>
                <a:lnTo>
                  <a:pt x="407" y="83"/>
                </a:lnTo>
                <a:lnTo>
                  <a:pt x="416" y="83"/>
                </a:lnTo>
                <a:lnTo>
                  <a:pt x="418" y="83"/>
                </a:lnTo>
                <a:lnTo>
                  <a:pt x="467" y="85"/>
                </a:lnTo>
                <a:lnTo>
                  <a:pt x="471" y="83"/>
                </a:lnTo>
                <a:lnTo>
                  <a:pt x="480" y="77"/>
                </a:lnTo>
                <a:lnTo>
                  <a:pt x="490" y="70"/>
                </a:lnTo>
                <a:lnTo>
                  <a:pt x="499" y="58"/>
                </a:lnTo>
                <a:lnTo>
                  <a:pt x="503" y="43"/>
                </a:lnTo>
                <a:lnTo>
                  <a:pt x="501" y="24"/>
                </a:lnTo>
                <a:lnTo>
                  <a:pt x="494" y="13"/>
                </a:lnTo>
                <a:lnTo>
                  <a:pt x="486" y="3"/>
                </a:lnTo>
                <a:lnTo>
                  <a:pt x="480" y="0"/>
                </a:lnTo>
                <a:lnTo>
                  <a:pt x="47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13"/>
          <p:cNvSpPr>
            <a:spLocks noChangeAspect="1" noEditPoints="1"/>
          </p:cNvSpPr>
          <p:nvPr/>
        </p:nvSpPr>
        <p:spPr bwMode="auto">
          <a:xfrm>
            <a:off x="4520952" y="2889060"/>
            <a:ext cx="865102" cy="1080000"/>
          </a:xfrm>
          <a:custGeom>
            <a:avLst/>
            <a:gdLst>
              <a:gd name="T0" fmla="*/ 598 w 942"/>
              <a:gd name="T1" fmla="*/ 915 h 1176"/>
              <a:gd name="T2" fmla="*/ 588 w 942"/>
              <a:gd name="T3" fmla="*/ 1101 h 1176"/>
              <a:gd name="T4" fmla="*/ 588 w 942"/>
              <a:gd name="T5" fmla="*/ 1122 h 1176"/>
              <a:gd name="T6" fmla="*/ 600 w 942"/>
              <a:gd name="T7" fmla="*/ 1135 h 1176"/>
              <a:gd name="T8" fmla="*/ 808 w 942"/>
              <a:gd name="T9" fmla="*/ 932 h 1176"/>
              <a:gd name="T10" fmla="*/ 817 w 942"/>
              <a:gd name="T11" fmla="*/ 908 h 1176"/>
              <a:gd name="T12" fmla="*/ 431 w 942"/>
              <a:gd name="T13" fmla="*/ 862 h 1176"/>
              <a:gd name="T14" fmla="*/ 339 w 942"/>
              <a:gd name="T15" fmla="*/ 669 h 1176"/>
              <a:gd name="T16" fmla="*/ 318 w 942"/>
              <a:gd name="T17" fmla="*/ 917 h 1176"/>
              <a:gd name="T18" fmla="*/ 450 w 942"/>
              <a:gd name="T19" fmla="*/ 936 h 1176"/>
              <a:gd name="T20" fmla="*/ 456 w 942"/>
              <a:gd name="T21" fmla="*/ 679 h 1176"/>
              <a:gd name="T22" fmla="*/ 371 w 942"/>
              <a:gd name="T23" fmla="*/ 554 h 1176"/>
              <a:gd name="T24" fmla="*/ 377 w 942"/>
              <a:gd name="T25" fmla="*/ 624 h 1176"/>
              <a:gd name="T26" fmla="*/ 467 w 942"/>
              <a:gd name="T27" fmla="*/ 603 h 1176"/>
              <a:gd name="T28" fmla="*/ 392 w 942"/>
              <a:gd name="T29" fmla="*/ 548 h 1176"/>
              <a:gd name="T30" fmla="*/ 273 w 942"/>
              <a:gd name="T31" fmla="*/ 510 h 1176"/>
              <a:gd name="T32" fmla="*/ 373 w 942"/>
              <a:gd name="T33" fmla="*/ 544 h 1176"/>
              <a:gd name="T34" fmla="*/ 373 w 942"/>
              <a:gd name="T35" fmla="*/ 474 h 1176"/>
              <a:gd name="T36" fmla="*/ 356 w 942"/>
              <a:gd name="T37" fmla="*/ 410 h 1176"/>
              <a:gd name="T38" fmla="*/ 430 w 942"/>
              <a:gd name="T39" fmla="*/ 469 h 1176"/>
              <a:gd name="T40" fmla="*/ 467 w 942"/>
              <a:gd name="T41" fmla="*/ 414 h 1176"/>
              <a:gd name="T42" fmla="*/ 312 w 942"/>
              <a:gd name="T43" fmla="*/ 314 h 1176"/>
              <a:gd name="T44" fmla="*/ 278 w 942"/>
              <a:gd name="T45" fmla="*/ 370 h 1176"/>
              <a:gd name="T46" fmla="*/ 386 w 942"/>
              <a:gd name="T47" fmla="*/ 370 h 1176"/>
              <a:gd name="T48" fmla="*/ 352 w 942"/>
              <a:gd name="T49" fmla="*/ 314 h 1176"/>
              <a:gd name="T50" fmla="*/ 352 w 942"/>
              <a:gd name="T51" fmla="*/ 272 h 1176"/>
              <a:gd name="T52" fmla="*/ 392 w 942"/>
              <a:gd name="T53" fmla="*/ 314 h 1176"/>
              <a:gd name="T54" fmla="*/ 469 w 942"/>
              <a:gd name="T55" fmla="*/ 276 h 1176"/>
              <a:gd name="T56" fmla="*/ 428 w 942"/>
              <a:gd name="T57" fmla="*/ 234 h 1176"/>
              <a:gd name="T58" fmla="*/ 276 w 942"/>
              <a:gd name="T59" fmla="*/ 177 h 1176"/>
              <a:gd name="T60" fmla="*/ 312 w 942"/>
              <a:gd name="T61" fmla="*/ 234 h 1176"/>
              <a:gd name="T62" fmla="*/ 392 w 942"/>
              <a:gd name="T63" fmla="*/ 193 h 1176"/>
              <a:gd name="T64" fmla="*/ 312 w 942"/>
              <a:gd name="T65" fmla="*/ 155 h 1176"/>
              <a:gd name="T66" fmla="*/ 800 w 942"/>
              <a:gd name="T67" fmla="*/ 79 h 1176"/>
              <a:gd name="T68" fmla="*/ 861 w 942"/>
              <a:gd name="T69" fmla="*/ 138 h 1176"/>
              <a:gd name="T70" fmla="*/ 53 w 942"/>
              <a:gd name="T71" fmla="*/ 1173 h 1176"/>
              <a:gd name="T72" fmla="*/ 0 w 942"/>
              <a:gd name="T73" fmla="*/ 155 h 1176"/>
              <a:gd name="T74" fmla="*/ 78 w 942"/>
              <a:gd name="T75" fmla="*/ 77 h 1176"/>
              <a:gd name="T76" fmla="*/ 360 w 942"/>
              <a:gd name="T77" fmla="*/ 88 h 1176"/>
              <a:gd name="T78" fmla="*/ 371 w 942"/>
              <a:gd name="T79" fmla="*/ 149 h 1176"/>
              <a:gd name="T80" fmla="*/ 439 w 942"/>
              <a:gd name="T81" fmla="*/ 153 h 1176"/>
              <a:gd name="T82" fmla="*/ 469 w 942"/>
              <a:gd name="T83" fmla="*/ 100 h 1176"/>
              <a:gd name="T84" fmla="*/ 195 w 942"/>
              <a:gd name="T85" fmla="*/ 0 h 1176"/>
              <a:gd name="T86" fmla="*/ 475 w 942"/>
              <a:gd name="T87" fmla="*/ 28 h 1176"/>
              <a:gd name="T88" fmla="*/ 155 w 942"/>
              <a:gd name="T89" fmla="*/ 30 h 1176"/>
              <a:gd name="T90" fmla="*/ 195 w 942"/>
              <a:gd name="T91" fmla="*/ 0 h 1176"/>
              <a:gd name="T92" fmla="*/ 910 w 942"/>
              <a:gd name="T93" fmla="*/ 9 h 1176"/>
              <a:gd name="T94" fmla="*/ 942 w 942"/>
              <a:gd name="T95" fmla="*/ 825 h 1176"/>
              <a:gd name="T96" fmla="*/ 919 w 942"/>
              <a:gd name="T97" fmla="*/ 860 h 1176"/>
              <a:gd name="T98" fmla="*/ 898 w 942"/>
              <a:gd name="T99" fmla="*/ 92 h 1176"/>
              <a:gd name="T100" fmla="*/ 825 w 942"/>
              <a:gd name="T101" fmla="*/ 37 h 1176"/>
              <a:gd name="T102" fmla="*/ 556 w 942"/>
              <a:gd name="T103" fmla="*/ 1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42" h="1176">
                <a:moveTo>
                  <a:pt x="626" y="904"/>
                </a:moveTo>
                <a:lnTo>
                  <a:pt x="622" y="904"/>
                </a:lnTo>
                <a:lnTo>
                  <a:pt x="617" y="904"/>
                </a:lnTo>
                <a:lnTo>
                  <a:pt x="607" y="908"/>
                </a:lnTo>
                <a:lnTo>
                  <a:pt x="598" y="915"/>
                </a:lnTo>
                <a:lnTo>
                  <a:pt x="592" y="925"/>
                </a:lnTo>
                <a:lnTo>
                  <a:pt x="588" y="942"/>
                </a:lnTo>
                <a:lnTo>
                  <a:pt x="588" y="1099"/>
                </a:lnTo>
                <a:lnTo>
                  <a:pt x="588" y="1099"/>
                </a:lnTo>
                <a:lnTo>
                  <a:pt x="588" y="1101"/>
                </a:lnTo>
                <a:lnTo>
                  <a:pt x="588" y="1105"/>
                </a:lnTo>
                <a:lnTo>
                  <a:pt x="588" y="1108"/>
                </a:lnTo>
                <a:lnTo>
                  <a:pt x="588" y="1112"/>
                </a:lnTo>
                <a:lnTo>
                  <a:pt x="588" y="1118"/>
                </a:lnTo>
                <a:lnTo>
                  <a:pt x="588" y="1122"/>
                </a:lnTo>
                <a:lnTo>
                  <a:pt x="590" y="1127"/>
                </a:lnTo>
                <a:lnTo>
                  <a:pt x="592" y="1129"/>
                </a:lnTo>
                <a:lnTo>
                  <a:pt x="594" y="1133"/>
                </a:lnTo>
                <a:lnTo>
                  <a:pt x="596" y="1135"/>
                </a:lnTo>
                <a:lnTo>
                  <a:pt x="600" y="1135"/>
                </a:lnTo>
                <a:lnTo>
                  <a:pt x="604" y="1133"/>
                </a:lnTo>
                <a:lnTo>
                  <a:pt x="609" y="1129"/>
                </a:lnTo>
                <a:lnTo>
                  <a:pt x="615" y="1124"/>
                </a:lnTo>
                <a:lnTo>
                  <a:pt x="806" y="934"/>
                </a:lnTo>
                <a:lnTo>
                  <a:pt x="808" y="932"/>
                </a:lnTo>
                <a:lnTo>
                  <a:pt x="812" y="929"/>
                </a:lnTo>
                <a:lnTo>
                  <a:pt x="817" y="923"/>
                </a:lnTo>
                <a:lnTo>
                  <a:pt x="821" y="917"/>
                </a:lnTo>
                <a:lnTo>
                  <a:pt x="821" y="912"/>
                </a:lnTo>
                <a:lnTo>
                  <a:pt x="817" y="908"/>
                </a:lnTo>
                <a:lnTo>
                  <a:pt x="808" y="904"/>
                </a:lnTo>
                <a:lnTo>
                  <a:pt x="791" y="904"/>
                </a:lnTo>
                <a:lnTo>
                  <a:pt x="626" y="904"/>
                </a:lnTo>
                <a:close/>
                <a:moveTo>
                  <a:pt x="352" y="862"/>
                </a:moveTo>
                <a:lnTo>
                  <a:pt x="431" y="862"/>
                </a:lnTo>
                <a:lnTo>
                  <a:pt x="431" y="902"/>
                </a:lnTo>
                <a:lnTo>
                  <a:pt x="352" y="902"/>
                </a:lnTo>
                <a:lnTo>
                  <a:pt x="352" y="862"/>
                </a:lnTo>
                <a:close/>
                <a:moveTo>
                  <a:pt x="354" y="667"/>
                </a:moveTo>
                <a:lnTo>
                  <a:pt x="339" y="669"/>
                </a:lnTo>
                <a:lnTo>
                  <a:pt x="326" y="679"/>
                </a:lnTo>
                <a:lnTo>
                  <a:pt x="318" y="690"/>
                </a:lnTo>
                <a:lnTo>
                  <a:pt x="314" y="707"/>
                </a:lnTo>
                <a:lnTo>
                  <a:pt x="314" y="902"/>
                </a:lnTo>
                <a:lnTo>
                  <a:pt x="318" y="917"/>
                </a:lnTo>
                <a:lnTo>
                  <a:pt x="326" y="929"/>
                </a:lnTo>
                <a:lnTo>
                  <a:pt x="339" y="938"/>
                </a:lnTo>
                <a:lnTo>
                  <a:pt x="354" y="942"/>
                </a:lnTo>
                <a:lnTo>
                  <a:pt x="431" y="942"/>
                </a:lnTo>
                <a:lnTo>
                  <a:pt x="450" y="936"/>
                </a:lnTo>
                <a:lnTo>
                  <a:pt x="464" y="921"/>
                </a:lnTo>
                <a:lnTo>
                  <a:pt x="469" y="902"/>
                </a:lnTo>
                <a:lnTo>
                  <a:pt x="469" y="707"/>
                </a:lnTo>
                <a:lnTo>
                  <a:pt x="465" y="690"/>
                </a:lnTo>
                <a:lnTo>
                  <a:pt x="456" y="679"/>
                </a:lnTo>
                <a:lnTo>
                  <a:pt x="443" y="669"/>
                </a:lnTo>
                <a:lnTo>
                  <a:pt x="428" y="667"/>
                </a:lnTo>
                <a:lnTo>
                  <a:pt x="354" y="667"/>
                </a:lnTo>
                <a:close/>
                <a:moveTo>
                  <a:pt x="392" y="548"/>
                </a:moveTo>
                <a:lnTo>
                  <a:pt x="371" y="554"/>
                </a:lnTo>
                <a:lnTo>
                  <a:pt x="358" y="569"/>
                </a:lnTo>
                <a:lnTo>
                  <a:pt x="352" y="588"/>
                </a:lnTo>
                <a:lnTo>
                  <a:pt x="356" y="603"/>
                </a:lnTo>
                <a:lnTo>
                  <a:pt x="363" y="616"/>
                </a:lnTo>
                <a:lnTo>
                  <a:pt x="377" y="624"/>
                </a:lnTo>
                <a:lnTo>
                  <a:pt x="392" y="626"/>
                </a:lnTo>
                <a:lnTo>
                  <a:pt x="431" y="626"/>
                </a:lnTo>
                <a:lnTo>
                  <a:pt x="447" y="624"/>
                </a:lnTo>
                <a:lnTo>
                  <a:pt x="460" y="616"/>
                </a:lnTo>
                <a:lnTo>
                  <a:pt x="467" y="603"/>
                </a:lnTo>
                <a:lnTo>
                  <a:pt x="471" y="588"/>
                </a:lnTo>
                <a:lnTo>
                  <a:pt x="465" y="569"/>
                </a:lnTo>
                <a:lnTo>
                  <a:pt x="452" y="554"/>
                </a:lnTo>
                <a:lnTo>
                  <a:pt x="431" y="548"/>
                </a:lnTo>
                <a:lnTo>
                  <a:pt x="392" y="548"/>
                </a:lnTo>
                <a:close/>
                <a:moveTo>
                  <a:pt x="312" y="469"/>
                </a:moveTo>
                <a:lnTo>
                  <a:pt x="292" y="474"/>
                </a:lnTo>
                <a:lnTo>
                  <a:pt x="278" y="490"/>
                </a:lnTo>
                <a:lnTo>
                  <a:pt x="273" y="509"/>
                </a:lnTo>
                <a:lnTo>
                  <a:pt x="273" y="510"/>
                </a:lnTo>
                <a:lnTo>
                  <a:pt x="278" y="529"/>
                </a:lnTo>
                <a:lnTo>
                  <a:pt x="292" y="544"/>
                </a:lnTo>
                <a:lnTo>
                  <a:pt x="312" y="548"/>
                </a:lnTo>
                <a:lnTo>
                  <a:pt x="354" y="548"/>
                </a:lnTo>
                <a:lnTo>
                  <a:pt x="373" y="544"/>
                </a:lnTo>
                <a:lnTo>
                  <a:pt x="388" y="529"/>
                </a:lnTo>
                <a:lnTo>
                  <a:pt x="392" y="510"/>
                </a:lnTo>
                <a:lnTo>
                  <a:pt x="392" y="509"/>
                </a:lnTo>
                <a:lnTo>
                  <a:pt x="388" y="490"/>
                </a:lnTo>
                <a:lnTo>
                  <a:pt x="373" y="474"/>
                </a:lnTo>
                <a:lnTo>
                  <a:pt x="354" y="469"/>
                </a:lnTo>
                <a:lnTo>
                  <a:pt x="312" y="469"/>
                </a:lnTo>
                <a:close/>
                <a:moveTo>
                  <a:pt x="390" y="391"/>
                </a:moveTo>
                <a:lnTo>
                  <a:pt x="371" y="397"/>
                </a:lnTo>
                <a:lnTo>
                  <a:pt x="356" y="410"/>
                </a:lnTo>
                <a:lnTo>
                  <a:pt x="350" y="429"/>
                </a:lnTo>
                <a:lnTo>
                  <a:pt x="356" y="450"/>
                </a:lnTo>
                <a:lnTo>
                  <a:pt x="371" y="463"/>
                </a:lnTo>
                <a:lnTo>
                  <a:pt x="390" y="469"/>
                </a:lnTo>
                <a:lnTo>
                  <a:pt x="430" y="469"/>
                </a:lnTo>
                <a:lnTo>
                  <a:pt x="445" y="467"/>
                </a:lnTo>
                <a:lnTo>
                  <a:pt x="458" y="457"/>
                </a:lnTo>
                <a:lnTo>
                  <a:pt x="467" y="446"/>
                </a:lnTo>
                <a:lnTo>
                  <a:pt x="471" y="429"/>
                </a:lnTo>
                <a:lnTo>
                  <a:pt x="467" y="414"/>
                </a:lnTo>
                <a:lnTo>
                  <a:pt x="458" y="403"/>
                </a:lnTo>
                <a:lnTo>
                  <a:pt x="445" y="393"/>
                </a:lnTo>
                <a:lnTo>
                  <a:pt x="430" y="391"/>
                </a:lnTo>
                <a:lnTo>
                  <a:pt x="390" y="391"/>
                </a:lnTo>
                <a:close/>
                <a:moveTo>
                  <a:pt x="312" y="314"/>
                </a:moveTo>
                <a:lnTo>
                  <a:pt x="295" y="316"/>
                </a:lnTo>
                <a:lnTo>
                  <a:pt x="284" y="325"/>
                </a:lnTo>
                <a:lnTo>
                  <a:pt x="274" y="336"/>
                </a:lnTo>
                <a:lnTo>
                  <a:pt x="273" y="351"/>
                </a:lnTo>
                <a:lnTo>
                  <a:pt x="278" y="370"/>
                </a:lnTo>
                <a:lnTo>
                  <a:pt x="292" y="386"/>
                </a:lnTo>
                <a:lnTo>
                  <a:pt x="312" y="391"/>
                </a:lnTo>
                <a:lnTo>
                  <a:pt x="352" y="391"/>
                </a:lnTo>
                <a:lnTo>
                  <a:pt x="371" y="386"/>
                </a:lnTo>
                <a:lnTo>
                  <a:pt x="386" y="370"/>
                </a:lnTo>
                <a:lnTo>
                  <a:pt x="392" y="351"/>
                </a:lnTo>
                <a:lnTo>
                  <a:pt x="388" y="336"/>
                </a:lnTo>
                <a:lnTo>
                  <a:pt x="380" y="325"/>
                </a:lnTo>
                <a:lnTo>
                  <a:pt x="367" y="316"/>
                </a:lnTo>
                <a:lnTo>
                  <a:pt x="352" y="314"/>
                </a:lnTo>
                <a:lnTo>
                  <a:pt x="312" y="314"/>
                </a:lnTo>
                <a:close/>
                <a:moveTo>
                  <a:pt x="392" y="234"/>
                </a:moveTo>
                <a:lnTo>
                  <a:pt x="371" y="238"/>
                </a:lnTo>
                <a:lnTo>
                  <a:pt x="358" y="253"/>
                </a:lnTo>
                <a:lnTo>
                  <a:pt x="352" y="272"/>
                </a:lnTo>
                <a:lnTo>
                  <a:pt x="352" y="276"/>
                </a:lnTo>
                <a:lnTo>
                  <a:pt x="356" y="291"/>
                </a:lnTo>
                <a:lnTo>
                  <a:pt x="363" y="302"/>
                </a:lnTo>
                <a:lnTo>
                  <a:pt x="377" y="310"/>
                </a:lnTo>
                <a:lnTo>
                  <a:pt x="392" y="314"/>
                </a:lnTo>
                <a:lnTo>
                  <a:pt x="428" y="314"/>
                </a:lnTo>
                <a:lnTo>
                  <a:pt x="445" y="310"/>
                </a:lnTo>
                <a:lnTo>
                  <a:pt x="458" y="302"/>
                </a:lnTo>
                <a:lnTo>
                  <a:pt x="465" y="291"/>
                </a:lnTo>
                <a:lnTo>
                  <a:pt x="469" y="276"/>
                </a:lnTo>
                <a:lnTo>
                  <a:pt x="469" y="272"/>
                </a:lnTo>
                <a:lnTo>
                  <a:pt x="465" y="257"/>
                </a:lnTo>
                <a:lnTo>
                  <a:pt x="458" y="246"/>
                </a:lnTo>
                <a:lnTo>
                  <a:pt x="445" y="236"/>
                </a:lnTo>
                <a:lnTo>
                  <a:pt x="428" y="234"/>
                </a:lnTo>
                <a:lnTo>
                  <a:pt x="392" y="234"/>
                </a:lnTo>
                <a:close/>
                <a:moveTo>
                  <a:pt x="312" y="155"/>
                </a:moveTo>
                <a:lnTo>
                  <a:pt x="297" y="158"/>
                </a:lnTo>
                <a:lnTo>
                  <a:pt x="286" y="166"/>
                </a:lnTo>
                <a:lnTo>
                  <a:pt x="276" y="177"/>
                </a:lnTo>
                <a:lnTo>
                  <a:pt x="273" y="193"/>
                </a:lnTo>
                <a:lnTo>
                  <a:pt x="273" y="194"/>
                </a:lnTo>
                <a:lnTo>
                  <a:pt x="278" y="213"/>
                </a:lnTo>
                <a:lnTo>
                  <a:pt x="293" y="228"/>
                </a:lnTo>
                <a:lnTo>
                  <a:pt x="312" y="234"/>
                </a:lnTo>
                <a:lnTo>
                  <a:pt x="354" y="234"/>
                </a:lnTo>
                <a:lnTo>
                  <a:pt x="373" y="228"/>
                </a:lnTo>
                <a:lnTo>
                  <a:pt x="388" y="213"/>
                </a:lnTo>
                <a:lnTo>
                  <a:pt x="392" y="194"/>
                </a:lnTo>
                <a:lnTo>
                  <a:pt x="392" y="193"/>
                </a:lnTo>
                <a:lnTo>
                  <a:pt x="390" y="177"/>
                </a:lnTo>
                <a:lnTo>
                  <a:pt x="380" y="166"/>
                </a:lnTo>
                <a:lnTo>
                  <a:pt x="369" y="158"/>
                </a:lnTo>
                <a:lnTo>
                  <a:pt x="354" y="155"/>
                </a:lnTo>
                <a:lnTo>
                  <a:pt x="312" y="155"/>
                </a:lnTo>
                <a:close/>
                <a:moveTo>
                  <a:pt x="445" y="75"/>
                </a:moveTo>
                <a:lnTo>
                  <a:pt x="777" y="77"/>
                </a:lnTo>
                <a:lnTo>
                  <a:pt x="781" y="77"/>
                </a:lnTo>
                <a:lnTo>
                  <a:pt x="789" y="77"/>
                </a:lnTo>
                <a:lnTo>
                  <a:pt x="800" y="79"/>
                </a:lnTo>
                <a:lnTo>
                  <a:pt x="813" y="85"/>
                </a:lnTo>
                <a:lnTo>
                  <a:pt x="829" y="92"/>
                </a:lnTo>
                <a:lnTo>
                  <a:pt x="842" y="102"/>
                </a:lnTo>
                <a:lnTo>
                  <a:pt x="853" y="117"/>
                </a:lnTo>
                <a:lnTo>
                  <a:pt x="861" y="138"/>
                </a:lnTo>
                <a:lnTo>
                  <a:pt x="864" y="162"/>
                </a:lnTo>
                <a:lnTo>
                  <a:pt x="864" y="942"/>
                </a:lnTo>
                <a:lnTo>
                  <a:pt x="628" y="1176"/>
                </a:lnTo>
                <a:lnTo>
                  <a:pt x="78" y="1176"/>
                </a:lnTo>
                <a:lnTo>
                  <a:pt x="53" y="1173"/>
                </a:lnTo>
                <a:lnTo>
                  <a:pt x="32" y="1161"/>
                </a:lnTo>
                <a:lnTo>
                  <a:pt x="15" y="1144"/>
                </a:lnTo>
                <a:lnTo>
                  <a:pt x="4" y="1124"/>
                </a:lnTo>
                <a:lnTo>
                  <a:pt x="0" y="1099"/>
                </a:lnTo>
                <a:lnTo>
                  <a:pt x="0" y="155"/>
                </a:lnTo>
                <a:lnTo>
                  <a:pt x="4" y="130"/>
                </a:lnTo>
                <a:lnTo>
                  <a:pt x="15" y="109"/>
                </a:lnTo>
                <a:lnTo>
                  <a:pt x="32" y="92"/>
                </a:lnTo>
                <a:lnTo>
                  <a:pt x="53" y="81"/>
                </a:lnTo>
                <a:lnTo>
                  <a:pt x="78" y="77"/>
                </a:lnTo>
                <a:lnTo>
                  <a:pt x="388" y="75"/>
                </a:lnTo>
                <a:lnTo>
                  <a:pt x="382" y="75"/>
                </a:lnTo>
                <a:lnTo>
                  <a:pt x="377" y="77"/>
                </a:lnTo>
                <a:lnTo>
                  <a:pt x="367" y="81"/>
                </a:lnTo>
                <a:lnTo>
                  <a:pt x="360" y="88"/>
                </a:lnTo>
                <a:lnTo>
                  <a:pt x="354" y="100"/>
                </a:lnTo>
                <a:lnTo>
                  <a:pt x="350" y="115"/>
                </a:lnTo>
                <a:lnTo>
                  <a:pt x="354" y="132"/>
                </a:lnTo>
                <a:lnTo>
                  <a:pt x="361" y="143"/>
                </a:lnTo>
                <a:lnTo>
                  <a:pt x="371" y="149"/>
                </a:lnTo>
                <a:lnTo>
                  <a:pt x="380" y="153"/>
                </a:lnTo>
                <a:lnTo>
                  <a:pt x="386" y="155"/>
                </a:lnTo>
                <a:lnTo>
                  <a:pt x="390" y="155"/>
                </a:lnTo>
                <a:lnTo>
                  <a:pt x="437" y="155"/>
                </a:lnTo>
                <a:lnTo>
                  <a:pt x="439" y="153"/>
                </a:lnTo>
                <a:lnTo>
                  <a:pt x="448" y="149"/>
                </a:lnTo>
                <a:lnTo>
                  <a:pt x="460" y="141"/>
                </a:lnTo>
                <a:lnTo>
                  <a:pt x="467" y="132"/>
                </a:lnTo>
                <a:lnTo>
                  <a:pt x="471" y="117"/>
                </a:lnTo>
                <a:lnTo>
                  <a:pt x="469" y="100"/>
                </a:lnTo>
                <a:lnTo>
                  <a:pt x="462" y="88"/>
                </a:lnTo>
                <a:lnTo>
                  <a:pt x="454" y="81"/>
                </a:lnTo>
                <a:lnTo>
                  <a:pt x="448" y="77"/>
                </a:lnTo>
                <a:lnTo>
                  <a:pt x="445" y="75"/>
                </a:lnTo>
                <a:close/>
                <a:moveTo>
                  <a:pt x="195" y="0"/>
                </a:moveTo>
                <a:lnTo>
                  <a:pt x="505" y="0"/>
                </a:lnTo>
                <a:lnTo>
                  <a:pt x="494" y="1"/>
                </a:lnTo>
                <a:lnTo>
                  <a:pt x="484" y="9"/>
                </a:lnTo>
                <a:lnTo>
                  <a:pt x="479" y="18"/>
                </a:lnTo>
                <a:lnTo>
                  <a:pt x="475" y="28"/>
                </a:lnTo>
                <a:lnTo>
                  <a:pt x="473" y="35"/>
                </a:lnTo>
                <a:lnTo>
                  <a:pt x="473" y="37"/>
                </a:lnTo>
                <a:lnTo>
                  <a:pt x="157" y="37"/>
                </a:lnTo>
                <a:lnTo>
                  <a:pt x="157" y="35"/>
                </a:lnTo>
                <a:lnTo>
                  <a:pt x="155" y="30"/>
                </a:lnTo>
                <a:lnTo>
                  <a:pt x="157" y="22"/>
                </a:lnTo>
                <a:lnTo>
                  <a:pt x="161" y="15"/>
                </a:lnTo>
                <a:lnTo>
                  <a:pt x="169" y="7"/>
                </a:lnTo>
                <a:lnTo>
                  <a:pt x="180" y="1"/>
                </a:lnTo>
                <a:lnTo>
                  <a:pt x="195" y="0"/>
                </a:lnTo>
                <a:close/>
                <a:moveTo>
                  <a:pt x="866" y="0"/>
                </a:moveTo>
                <a:lnTo>
                  <a:pt x="874" y="0"/>
                </a:lnTo>
                <a:lnTo>
                  <a:pt x="883" y="1"/>
                </a:lnTo>
                <a:lnTo>
                  <a:pt x="897" y="3"/>
                </a:lnTo>
                <a:lnTo>
                  <a:pt x="910" y="9"/>
                </a:lnTo>
                <a:lnTo>
                  <a:pt x="921" y="18"/>
                </a:lnTo>
                <a:lnTo>
                  <a:pt x="933" y="32"/>
                </a:lnTo>
                <a:lnTo>
                  <a:pt x="940" y="49"/>
                </a:lnTo>
                <a:lnTo>
                  <a:pt x="942" y="73"/>
                </a:lnTo>
                <a:lnTo>
                  <a:pt x="942" y="825"/>
                </a:lnTo>
                <a:lnTo>
                  <a:pt x="942" y="828"/>
                </a:lnTo>
                <a:lnTo>
                  <a:pt x="940" y="834"/>
                </a:lnTo>
                <a:lnTo>
                  <a:pt x="938" y="843"/>
                </a:lnTo>
                <a:lnTo>
                  <a:pt x="931" y="853"/>
                </a:lnTo>
                <a:lnTo>
                  <a:pt x="919" y="860"/>
                </a:lnTo>
                <a:lnTo>
                  <a:pt x="902" y="864"/>
                </a:lnTo>
                <a:lnTo>
                  <a:pt x="902" y="117"/>
                </a:lnTo>
                <a:lnTo>
                  <a:pt x="902" y="113"/>
                </a:lnTo>
                <a:lnTo>
                  <a:pt x="902" y="104"/>
                </a:lnTo>
                <a:lnTo>
                  <a:pt x="898" y="92"/>
                </a:lnTo>
                <a:lnTo>
                  <a:pt x="893" y="77"/>
                </a:lnTo>
                <a:lnTo>
                  <a:pt x="885" y="62"/>
                </a:lnTo>
                <a:lnTo>
                  <a:pt x="870" y="49"/>
                </a:lnTo>
                <a:lnTo>
                  <a:pt x="851" y="41"/>
                </a:lnTo>
                <a:lnTo>
                  <a:pt x="825" y="37"/>
                </a:lnTo>
                <a:lnTo>
                  <a:pt x="586" y="37"/>
                </a:lnTo>
                <a:lnTo>
                  <a:pt x="583" y="22"/>
                </a:lnTo>
                <a:lnTo>
                  <a:pt x="575" y="13"/>
                </a:lnTo>
                <a:lnTo>
                  <a:pt x="566" y="7"/>
                </a:lnTo>
                <a:lnTo>
                  <a:pt x="556" y="1"/>
                </a:lnTo>
                <a:lnTo>
                  <a:pt x="547" y="0"/>
                </a:lnTo>
                <a:lnTo>
                  <a:pt x="545" y="0"/>
                </a:lnTo>
                <a:lnTo>
                  <a:pt x="864" y="0"/>
                </a:lnTo>
                <a:lnTo>
                  <a:pt x="86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14"/>
          <p:cNvSpPr>
            <a:spLocks noChangeAspect="1" noEditPoints="1"/>
          </p:cNvSpPr>
          <p:nvPr/>
        </p:nvSpPr>
        <p:spPr bwMode="auto">
          <a:xfrm>
            <a:off x="6064545" y="3004204"/>
            <a:ext cx="1080000" cy="848964"/>
          </a:xfrm>
          <a:custGeom>
            <a:avLst/>
            <a:gdLst>
              <a:gd name="T0" fmla="*/ 1099 w 1178"/>
              <a:gd name="T1" fmla="*/ 631 h 926"/>
              <a:gd name="T2" fmla="*/ 1093 w 1178"/>
              <a:gd name="T3" fmla="*/ 631 h 926"/>
              <a:gd name="T4" fmla="*/ 897 w 1178"/>
              <a:gd name="T5" fmla="*/ 642 h 926"/>
              <a:gd name="T6" fmla="*/ 884 w 1178"/>
              <a:gd name="T7" fmla="*/ 668 h 926"/>
              <a:gd name="T8" fmla="*/ 885 w 1178"/>
              <a:gd name="T9" fmla="*/ 867 h 926"/>
              <a:gd name="T10" fmla="*/ 901 w 1178"/>
              <a:gd name="T11" fmla="*/ 878 h 926"/>
              <a:gd name="T12" fmla="*/ 916 w 1178"/>
              <a:gd name="T13" fmla="*/ 865 h 926"/>
              <a:gd name="T14" fmla="*/ 1127 w 1178"/>
              <a:gd name="T15" fmla="*/ 653 h 926"/>
              <a:gd name="T16" fmla="*/ 1133 w 1178"/>
              <a:gd name="T17" fmla="*/ 640 h 926"/>
              <a:gd name="T18" fmla="*/ 1126 w 1178"/>
              <a:gd name="T19" fmla="*/ 632 h 926"/>
              <a:gd name="T20" fmla="*/ 1112 w 1178"/>
              <a:gd name="T21" fmla="*/ 631 h 926"/>
              <a:gd name="T22" fmla="*/ 587 w 1178"/>
              <a:gd name="T23" fmla="*/ 547 h 926"/>
              <a:gd name="T24" fmla="*/ 587 w 1178"/>
              <a:gd name="T25" fmla="*/ 506 h 926"/>
              <a:gd name="T26" fmla="*/ 723 w 1178"/>
              <a:gd name="T27" fmla="*/ 509 h 926"/>
              <a:gd name="T28" fmla="*/ 713 w 1178"/>
              <a:gd name="T29" fmla="*/ 526 h 926"/>
              <a:gd name="T30" fmla="*/ 723 w 1178"/>
              <a:gd name="T31" fmla="*/ 543 h 926"/>
              <a:gd name="T32" fmla="*/ 1027 w 1178"/>
              <a:gd name="T33" fmla="*/ 547 h 926"/>
              <a:gd name="T34" fmla="*/ 1044 w 1178"/>
              <a:gd name="T35" fmla="*/ 540 h 926"/>
              <a:gd name="T36" fmla="*/ 1048 w 1178"/>
              <a:gd name="T37" fmla="*/ 519 h 926"/>
              <a:gd name="T38" fmla="*/ 1033 w 1178"/>
              <a:gd name="T39" fmla="*/ 506 h 926"/>
              <a:gd name="T40" fmla="*/ 587 w 1178"/>
              <a:gd name="T41" fmla="*/ 379 h 926"/>
              <a:gd name="T42" fmla="*/ 630 w 1178"/>
              <a:gd name="T43" fmla="*/ 379 h 926"/>
              <a:gd name="T44" fmla="*/ 728 w 1178"/>
              <a:gd name="T45" fmla="*/ 379 h 926"/>
              <a:gd name="T46" fmla="*/ 713 w 1178"/>
              <a:gd name="T47" fmla="*/ 394 h 926"/>
              <a:gd name="T48" fmla="*/ 717 w 1178"/>
              <a:gd name="T49" fmla="*/ 413 h 926"/>
              <a:gd name="T50" fmla="*/ 734 w 1178"/>
              <a:gd name="T51" fmla="*/ 420 h 926"/>
              <a:gd name="T52" fmla="*/ 1039 w 1178"/>
              <a:gd name="T53" fmla="*/ 417 h 926"/>
              <a:gd name="T54" fmla="*/ 1048 w 1178"/>
              <a:gd name="T55" fmla="*/ 400 h 926"/>
              <a:gd name="T56" fmla="*/ 1039 w 1178"/>
              <a:gd name="T57" fmla="*/ 383 h 926"/>
              <a:gd name="T58" fmla="*/ 734 w 1178"/>
              <a:gd name="T59" fmla="*/ 379 h 926"/>
              <a:gd name="T60" fmla="*/ 630 w 1178"/>
              <a:gd name="T61" fmla="*/ 296 h 926"/>
              <a:gd name="T62" fmla="*/ 734 w 1178"/>
              <a:gd name="T63" fmla="*/ 252 h 926"/>
              <a:gd name="T64" fmla="*/ 717 w 1178"/>
              <a:gd name="T65" fmla="*/ 262 h 926"/>
              <a:gd name="T66" fmla="*/ 713 w 1178"/>
              <a:gd name="T67" fmla="*/ 280 h 926"/>
              <a:gd name="T68" fmla="*/ 728 w 1178"/>
              <a:gd name="T69" fmla="*/ 294 h 926"/>
              <a:gd name="T70" fmla="*/ 1033 w 1178"/>
              <a:gd name="T71" fmla="*/ 294 h 926"/>
              <a:gd name="T72" fmla="*/ 1048 w 1178"/>
              <a:gd name="T73" fmla="*/ 280 h 926"/>
              <a:gd name="T74" fmla="*/ 1044 w 1178"/>
              <a:gd name="T75" fmla="*/ 262 h 926"/>
              <a:gd name="T76" fmla="*/ 1027 w 1178"/>
              <a:gd name="T77" fmla="*/ 252 h 926"/>
              <a:gd name="T78" fmla="*/ 292 w 1178"/>
              <a:gd name="T79" fmla="*/ 250 h 926"/>
              <a:gd name="T80" fmla="*/ 250 w 1178"/>
              <a:gd name="T81" fmla="*/ 256 h 926"/>
              <a:gd name="T82" fmla="*/ 188 w 1178"/>
              <a:gd name="T83" fmla="*/ 284 h 926"/>
              <a:gd name="T84" fmla="*/ 135 w 1178"/>
              <a:gd name="T85" fmla="*/ 347 h 926"/>
              <a:gd name="T86" fmla="*/ 123 w 1178"/>
              <a:gd name="T87" fmla="*/ 420 h 926"/>
              <a:gd name="T88" fmla="*/ 133 w 1178"/>
              <a:gd name="T89" fmla="*/ 460 h 926"/>
              <a:gd name="T90" fmla="*/ 163 w 1178"/>
              <a:gd name="T91" fmla="*/ 523 h 926"/>
              <a:gd name="T92" fmla="*/ 225 w 1178"/>
              <a:gd name="T93" fmla="*/ 574 h 926"/>
              <a:gd name="T94" fmla="*/ 294 w 1178"/>
              <a:gd name="T95" fmla="*/ 585 h 926"/>
              <a:gd name="T96" fmla="*/ 333 w 1178"/>
              <a:gd name="T97" fmla="*/ 581 h 926"/>
              <a:gd name="T98" fmla="*/ 396 w 1178"/>
              <a:gd name="T99" fmla="*/ 555 h 926"/>
              <a:gd name="T100" fmla="*/ 447 w 1178"/>
              <a:gd name="T101" fmla="*/ 490 h 926"/>
              <a:gd name="T102" fmla="*/ 294 w 1178"/>
              <a:gd name="T103" fmla="*/ 419 h 926"/>
              <a:gd name="T104" fmla="*/ 1093 w 1178"/>
              <a:gd name="T105" fmla="*/ 0 h 926"/>
              <a:gd name="T106" fmla="*/ 1161 w 1178"/>
              <a:gd name="T107" fmla="*/ 34 h 926"/>
              <a:gd name="T108" fmla="*/ 1178 w 1178"/>
              <a:gd name="T109" fmla="*/ 672 h 926"/>
              <a:gd name="T110" fmla="*/ 59 w 1178"/>
              <a:gd name="T111" fmla="*/ 922 h 926"/>
              <a:gd name="T112" fmla="*/ 4 w 1178"/>
              <a:gd name="T113" fmla="*/ 869 h 926"/>
              <a:gd name="T114" fmla="*/ 4 w 1178"/>
              <a:gd name="T115" fmla="*/ 57 h 926"/>
              <a:gd name="T116" fmla="*/ 59 w 1178"/>
              <a:gd name="T117" fmla="*/ 4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78" h="926">
                <a:moveTo>
                  <a:pt x="1109" y="631"/>
                </a:moveTo>
                <a:lnTo>
                  <a:pt x="1103" y="631"/>
                </a:lnTo>
                <a:lnTo>
                  <a:pt x="1099" y="631"/>
                </a:lnTo>
                <a:lnTo>
                  <a:pt x="1097" y="631"/>
                </a:lnTo>
                <a:lnTo>
                  <a:pt x="1095" y="631"/>
                </a:lnTo>
                <a:lnTo>
                  <a:pt x="1093" y="631"/>
                </a:lnTo>
                <a:lnTo>
                  <a:pt x="925" y="631"/>
                </a:lnTo>
                <a:lnTo>
                  <a:pt x="908" y="634"/>
                </a:lnTo>
                <a:lnTo>
                  <a:pt x="897" y="642"/>
                </a:lnTo>
                <a:lnTo>
                  <a:pt x="889" y="651"/>
                </a:lnTo>
                <a:lnTo>
                  <a:pt x="885" y="661"/>
                </a:lnTo>
                <a:lnTo>
                  <a:pt x="884" y="668"/>
                </a:lnTo>
                <a:lnTo>
                  <a:pt x="884" y="670"/>
                </a:lnTo>
                <a:lnTo>
                  <a:pt x="884" y="848"/>
                </a:lnTo>
                <a:lnTo>
                  <a:pt x="885" y="867"/>
                </a:lnTo>
                <a:lnTo>
                  <a:pt x="889" y="877"/>
                </a:lnTo>
                <a:lnTo>
                  <a:pt x="893" y="880"/>
                </a:lnTo>
                <a:lnTo>
                  <a:pt x="901" y="878"/>
                </a:lnTo>
                <a:lnTo>
                  <a:pt x="906" y="875"/>
                </a:lnTo>
                <a:lnTo>
                  <a:pt x="912" y="871"/>
                </a:lnTo>
                <a:lnTo>
                  <a:pt x="916" y="865"/>
                </a:lnTo>
                <a:lnTo>
                  <a:pt x="918" y="863"/>
                </a:lnTo>
                <a:lnTo>
                  <a:pt x="1122" y="661"/>
                </a:lnTo>
                <a:lnTo>
                  <a:pt x="1127" y="653"/>
                </a:lnTo>
                <a:lnTo>
                  <a:pt x="1131" y="648"/>
                </a:lnTo>
                <a:lnTo>
                  <a:pt x="1133" y="644"/>
                </a:lnTo>
                <a:lnTo>
                  <a:pt x="1133" y="640"/>
                </a:lnTo>
                <a:lnTo>
                  <a:pt x="1131" y="636"/>
                </a:lnTo>
                <a:lnTo>
                  <a:pt x="1129" y="634"/>
                </a:lnTo>
                <a:lnTo>
                  <a:pt x="1126" y="632"/>
                </a:lnTo>
                <a:lnTo>
                  <a:pt x="1122" y="632"/>
                </a:lnTo>
                <a:lnTo>
                  <a:pt x="1118" y="631"/>
                </a:lnTo>
                <a:lnTo>
                  <a:pt x="1112" y="631"/>
                </a:lnTo>
                <a:lnTo>
                  <a:pt x="1109" y="631"/>
                </a:lnTo>
                <a:close/>
                <a:moveTo>
                  <a:pt x="587" y="506"/>
                </a:moveTo>
                <a:lnTo>
                  <a:pt x="587" y="547"/>
                </a:lnTo>
                <a:lnTo>
                  <a:pt x="630" y="547"/>
                </a:lnTo>
                <a:lnTo>
                  <a:pt x="630" y="506"/>
                </a:lnTo>
                <a:lnTo>
                  <a:pt x="587" y="506"/>
                </a:lnTo>
                <a:close/>
                <a:moveTo>
                  <a:pt x="734" y="504"/>
                </a:moveTo>
                <a:lnTo>
                  <a:pt x="728" y="506"/>
                </a:lnTo>
                <a:lnTo>
                  <a:pt x="723" y="509"/>
                </a:lnTo>
                <a:lnTo>
                  <a:pt x="717" y="513"/>
                </a:lnTo>
                <a:lnTo>
                  <a:pt x="713" y="519"/>
                </a:lnTo>
                <a:lnTo>
                  <a:pt x="713" y="526"/>
                </a:lnTo>
                <a:lnTo>
                  <a:pt x="713" y="534"/>
                </a:lnTo>
                <a:lnTo>
                  <a:pt x="717" y="540"/>
                </a:lnTo>
                <a:lnTo>
                  <a:pt x="723" y="543"/>
                </a:lnTo>
                <a:lnTo>
                  <a:pt x="728" y="545"/>
                </a:lnTo>
                <a:lnTo>
                  <a:pt x="734" y="547"/>
                </a:lnTo>
                <a:lnTo>
                  <a:pt x="1027" y="547"/>
                </a:lnTo>
                <a:lnTo>
                  <a:pt x="1033" y="545"/>
                </a:lnTo>
                <a:lnTo>
                  <a:pt x="1039" y="543"/>
                </a:lnTo>
                <a:lnTo>
                  <a:pt x="1044" y="540"/>
                </a:lnTo>
                <a:lnTo>
                  <a:pt x="1048" y="534"/>
                </a:lnTo>
                <a:lnTo>
                  <a:pt x="1048" y="526"/>
                </a:lnTo>
                <a:lnTo>
                  <a:pt x="1048" y="519"/>
                </a:lnTo>
                <a:lnTo>
                  <a:pt x="1044" y="513"/>
                </a:lnTo>
                <a:lnTo>
                  <a:pt x="1039" y="509"/>
                </a:lnTo>
                <a:lnTo>
                  <a:pt x="1033" y="506"/>
                </a:lnTo>
                <a:lnTo>
                  <a:pt x="1027" y="504"/>
                </a:lnTo>
                <a:lnTo>
                  <a:pt x="734" y="504"/>
                </a:lnTo>
                <a:close/>
                <a:moveTo>
                  <a:pt x="587" y="379"/>
                </a:moveTo>
                <a:lnTo>
                  <a:pt x="587" y="422"/>
                </a:lnTo>
                <a:lnTo>
                  <a:pt x="630" y="422"/>
                </a:lnTo>
                <a:lnTo>
                  <a:pt x="630" y="379"/>
                </a:lnTo>
                <a:lnTo>
                  <a:pt x="587" y="379"/>
                </a:lnTo>
                <a:close/>
                <a:moveTo>
                  <a:pt x="734" y="379"/>
                </a:moveTo>
                <a:lnTo>
                  <a:pt x="728" y="379"/>
                </a:lnTo>
                <a:lnTo>
                  <a:pt x="723" y="383"/>
                </a:lnTo>
                <a:lnTo>
                  <a:pt x="717" y="386"/>
                </a:lnTo>
                <a:lnTo>
                  <a:pt x="713" y="394"/>
                </a:lnTo>
                <a:lnTo>
                  <a:pt x="713" y="400"/>
                </a:lnTo>
                <a:lnTo>
                  <a:pt x="713" y="407"/>
                </a:lnTo>
                <a:lnTo>
                  <a:pt x="717" y="413"/>
                </a:lnTo>
                <a:lnTo>
                  <a:pt x="723" y="417"/>
                </a:lnTo>
                <a:lnTo>
                  <a:pt x="728" y="420"/>
                </a:lnTo>
                <a:lnTo>
                  <a:pt x="734" y="420"/>
                </a:lnTo>
                <a:lnTo>
                  <a:pt x="1027" y="420"/>
                </a:lnTo>
                <a:lnTo>
                  <a:pt x="1033" y="420"/>
                </a:lnTo>
                <a:lnTo>
                  <a:pt x="1039" y="417"/>
                </a:lnTo>
                <a:lnTo>
                  <a:pt x="1044" y="413"/>
                </a:lnTo>
                <a:lnTo>
                  <a:pt x="1048" y="407"/>
                </a:lnTo>
                <a:lnTo>
                  <a:pt x="1048" y="400"/>
                </a:lnTo>
                <a:lnTo>
                  <a:pt x="1048" y="394"/>
                </a:lnTo>
                <a:lnTo>
                  <a:pt x="1044" y="386"/>
                </a:lnTo>
                <a:lnTo>
                  <a:pt x="1039" y="383"/>
                </a:lnTo>
                <a:lnTo>
                  <a:pt x="1033" y="379"/>
                </a:lnTo>
                <a:lnTo>
                  <a:pt x="1027" y="379"/>
                </a:lnTo>
                <a:lnTo>
                  <a:pt x="734" y="379"/>
                </a:lnTo>
                <a:close/>
                <a:moveTo>
                  <a:pt x="587" y="252"/>
                </a:moveTo>
                <a:lnTo>
                  <a:pt x="587" y="296"/>
                </a:lnTo>
                <a:lnTo>
                  <a:pt x="630" y="296"/>
                </a:lnTo>
                <a:lnTo>
                  <a:pt x="630" y="252"/>
                </a:lnTo>
                <a:lnTo>
                  <a:pt x="587" y="252"/>
                </a:lnTo>
                <a:close/>
                <a:moveTo>
                  <a:pt x="734" y="252"/>
                </a:moveTo>
                <a:lnTo>
                  <a:pt x="728" y="254"/>
                </a:lnTo>
                <a:lnTo>
                  <a:pt x="723" y="256"/>
                </a:lnTo>
                <a:lnTo>
                  <a:pt x="717" y="262"/>
                </a:lnTo>
                <a:lnTo>
                  <a:pt x="713" y="267"/>
                </a:lnTo>
                <a:lnTo>
                  <a:pt x="713" y="275"/>
                </a:lnTo>
                <a:lnTo>
                  <a:pt x="713" y="280"/>
                </a:lnTo>
                <a:lnTo>
                  <a:pt x="717" y="286"/>
                </a:lnTo>
                <a:lnTo>
                  <a:pt x="723" y="290"/>
                </a:lnTo>
                <a:lnTo>
                  <a:pt x="728" y="294"/>
                </a:lnTo>
                <a:lnTo>
                  <a:pt x="734" y="294"/>
                </a:lnTo>
                <a:lnTo>
                  <a:pt x="1027" y="294"/>
                </a:lnTo>
                <a:lnTo>
                  <a:pt x="1033" y="294"/>
                </a:lnTo>
                <a:lnTo>
                  <a:pt x="1039" y="290"/>
                </a:lnTo>
                <a:lnTo>
                  <a:pt x="1044" y="286"/>
                </a:lnTo>
                <a:lnTo>
                  <a:pt x="1048" y="280"/>
                </a:lnTo>
                <a:lnTo>
                  <a:pt x="1048" y="275"/>
                </a:lnTo>
                <a:lnTo>
                  <a:pt x="1048" y="267"/>
                </a:lnTo>
                <a:lnTo>
                  <a:pt x="1044" y="262"/>
                </a:lnTo>
                <a:lnTo>
                  <a:pt x="1039" y="256"/>
                </a:lnTo>
                <a:lnTo>
                  <a:pt x="1033" y="254"/>
                </a:lnTo>
                <a:lnTo>
                  <a:pt x="1027" y="252"/>
                </a:lnTo>
                <a:lnTo>
                  <a:pt x="734" y="252"/>
                </a:lnTo>
                <a:close/>
                <a:moveTo>
                  <a:pt x="294" y="250"/>
                </a:moveTo>
                <a:lnTo>
                  <a:pt x="292" y="250"/>
                </a:lnTo>
                <a:lnTo>
                  <a:pt x="282" y="250"/>
                </a:lnTo>
                <a:lnTo>
                  <a:pt x="267" y="252"/>
                </a:lnTo>
                <a:lnTo>
                  <a:pt x="250" y="256"/>
                </a:lnTo>
                <a:lnTo>
                  <a:pt x="229" y="263"/>
                </a:lnTo>
                <a:lnTo>
                  <a:pt x="208" y="271"/>
                </a:lnTo>
                <a:lnTo>
                  <a:pt x="188" y="284"/>
                </a:lnTo>
                <a:lnTo>
                  <a:pt x="167" y="299"/>
                </a:lnTo>
                <a:lnTo>
                  <a:pt x="150" y="322"/>
                </a:lnTo>
                <a:lnTo>
                  <a:pt x="135" y="347"/>
                </a:lnTo>
                <a:lnTo>
                  <a:pt x="125" y="379"/>
                </a:lnTo>
                <a:lnTo>
                  <a:pt x="121" y="417"/>
                </a:lnTo>
                <a:lnTo>
                  <a:pt x="123" y="420"/>
                </a:lnTo>
                <a:lnTo>
                  <a:pt x="123" y="430"/>
                </a:lnTo>
                <a:lnTo>
                  <a:pt x="127" y="443"/>
                </a:lnTo>
                <a:lnTo>
                  <a:pt x="133" y="460"/>
                </a:lnTo>
                <a:lnTo>
                  <a:pt x="138" y="481"/>
                </a:lnTo>
                <a:lnTo>
                  <a:pt x="150" y="502"/>
                </a:lnTo>
                <a:lnTo>
                  <a:pt x="163" y="523"/>
                </a:lnTo>
                <a:lnTo>
                  <a:pt x="178" y="543"/>
                </a:lnTo>
                <a:lnTo>
                  <a:pt x="199" y="561"/>
                </a:lnTo>
                <a:lnTo>
                  <a:pt x="225" y="574"/>
                </a:lnTo>
                <a:lnTo>
                  <a:pt x="256" y="583"/>
                </a:lnTo>
                <a:lnTo>
                  <a:pt x="290" y="585"/>
                </a:lnTo>
                <a:lnTo>
                  <a:pt x="294" y="585"/>
                </a:lnTo>
                <a:lnTo>
                  <a:pt x="303" y="585"/>
                </a:lnTo>
                <a:lnTo>
                  <a:pt x="316" y="585"/>
                </a:lnTo>
                <a:lnTo>
                  <a:pt x="333" y="581"/>
                </a:lnTo>
                <a:lnTo>
                  <a:pt x="354" y="576"/>
                </a:lnTo>
                <a:lnTo>
                  <a:pt x="375" y="566"/>
                </a:lnTo>
                <a:lnTo>
                  <a:pt x="396" y="555"/>
                </a:lnTo>
                <a:lnTo>
                  <a:pt x="415" y="538"/>
                </a:lnTo>
                <a:lnTo>
                  <a:pt x="432" y="517"/>
                </a:lnTo>
                <a:lnTo>
                  <a:pt x="447" y="490"/>
                </a:lnTo>
                <a:lnTo>
                  <a:pt x="456" y="458"/>
                </a:lnTo>
                <a:lnTo>
                  <a:pt x="458" y="419"/>
                </a:lnTo>
                <a:lnTo>
                  <a:pt x="294" y="419"/>
                </a:lnTo>
                <a:lnTo>
                  <a:pt x="294" y="250"/>
                </a:lnTo>
                <a:close/>
                <a:moveTo>
                  <a:pt x="86" y="0"/>
                </a:moveTo>
                <a:lnTo>
                  <a:pt x="1093" y="0"/>
                </a:lnTo>
                <a:lnTo>
                  <a:pt x="1120" y="4"/>
                </a:lnTo>
                <a:lnTo>
                  <a:pt x="1144" y="16"/>
                </a:lnTo>
                <a:lnTo>
                  <a:pt x="1161" y="34"/>
                </a:lnTo>
                <a:lnTo>
                  <a:pt x="1175" y="57"/>
                </a:lnTo>
                <a:lnTo>
                  <a:pt x="1178" y="84"/>
                </a:lnTo>
                <a:lnTo>
                  <a:pt x="1178" y="672"/>
                </a:lnTo>
                <a:lnTo>
                  <a:pt x="929" y="926"/>
                </a:lnTo>
                <a:lnTo>
                  <a:pt x="86" y="926"/>
                </a:lnTo>
                <a:lnTo>
                  <a:pt x="59" y="922"/>
                </a:lnTo>
                <a:lnTo>
                  <a:pt x="34" y="909"/>
                </a:lnTo>
                <a:lnTo>
                  <a:pt x="17" y="892"/>
                </a:lnTo>
                <a:lnTo>
                  <a:pt x="4" y="869"/>
                </a:lnTo>
                <a:lnTo>
                  <a:pt x="0" y="842"/>
                </a:lnTo>
                <a:lnTo>
                  <a:pt x="0" y="84"/>
                </a:lnTo>
                <a:lnTo>
                  <a:pt x="4" y="57"/>
                </a:lnTo>
                <a:lnTo>
                  <a:pt x="17" y="34"/>
                </a:lnTo>
                <a:lnTo>
                  <a:pt x="34" y="16"/>
                </a:lnTo>
                <a:lnTo>
                  <a:pt x="59" y="4"/>
                </a:lnTo>
                <a:lnTo>
                  <a:pt x="8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15"/>
          <p:cNvSpPr>
            <a:spLocks noChangeAspect="1" noEditPoints="1"/>
          </p:cNvSpPr>
          <p:nvPr/>
        </p:nvSpPr>
        <p:spPr bwMode="auto">
          <a:xfrm>
            <a:off x="7725308" y="3032956"/>
            <a:ext cx="1080000" cy="792122"/>
          </a:xfrm>
          <a:custGeom>
            <a:avLst/>
            <a:gdLst>
              <a:gd name="T0" fmla="*/ 1100 w 1178"/>
              <a:gd name="T1" fmla="*/ 510 h 864"/>
              <a:gd name="T2" fmla="*/ 915 w 1178"/>
              <a:gd name="T3" fmla="*/ 520 h 864"/>
              <a:gd name="T4" fmla="*/ 902 w 1178"/>
              <a:gd name="T5" fmla="*/ 546 h 864"/>
              <a:gd name="T6" fmla="*/ 911 w 1178"/>
              <a:gd name="T7" fmla="*/ 743 h 864"/>
              <a:gd name="T8" fmla="*/ 934 w 1178"/>
              <a:gd name="T9" fmla="*/ 730 h 864"/>
              <a:gd name="T10" fmla="*/ 1135 w 1178"/>
              <a:gd name="T11" fmla="*/ 526 h 864"/>
              <a:gd name="T12" fmla="*/ 1131 w 1178"/>
              <a:gd name="T13" fmla="*/ 512 h 864"/>
              <a:gd name="T14" fmla="*/ 1114 w 1178"/>
              <a:gd name="T15" fmla="*/ 509 h 864"/>
              <a:gd name="T16" fmla="*/ 753 w 1178"/>
              <a:gd name="T17" fmla="*/ 395 h 864"/>
              <a:gd name="T18" fmla="*/ 745 w 1178"/>
              <a:gd name="T19" fmla="*/ 418 h 864"/>
              <a:gd name="T20" fmla="*/ 764 w 1178"/>
              <a:gd name="T21" fmla="*/ 431 h 864"/>
              <a:gd name="T22" fmla="*/ 1053 w 1178"/>
              <a:gd name="T23" fmla="*/ 423 h 864"/>
              <a:gd name="T24" fmla="*/ 1053 w 1178"/>
              <a:gd name="T25" fmla="*/ 399 h 864"/>
              <a:gd name="T26" fmla="*/ 764 w 1178"/>
              <a:gd name="T27" fmla="*/ 391 h 864"/>
              <a:gd name="T28" fmla="*/ 667 w 1178"/>
              <a:gd name="T29" fmla="*/ 391 h 864"/>
              <a:gd name="T30" fmla="*/ 753 w 1178"/>
              <a:gd name="T31" fmla="*/ 278 h 864"/>
              <a:gd name="T32" fmla="*/ 745 w 1178"/>
              <a:gd name="T33" fmla="*/ 300 h 864"/>
              <a:gd name="T34" fmla="*/ 764 w 1178"/>
              <a:gd name="T35" fmla="*/ 312 h 864"/>
              <a:gd name="T36" fmla="*/ 1053 w 1178"/>
              <a:gd name="T37" fmla="*/ 304 h 864"/>
              <a:gd name="T38" fmla="*/ 1053 w 1178"/>
              <a:gd name="T39" fmla="*/ 281 h 864"/>
              <a:gd name="T40" fmla="*/ 764 w 1178"/>
              <a:gd name="T41" fmla="*/ 274 h 864"/>
              <a:gd name="T42" fmla="*/ 667 w 1178"/>
              <a:gd name="T43" fmla="*/ 272 h 864"/>
              <a:gd name="T44" fmla="*/ 753 w 1178"/>
              <a:gd name="T45" fmla="*/ 160 h 864"/>
              <a:gd name="T46" fmla="*/ 745 w 1178"/>
              <a:gd name="T47" fmla="*/ 181 h 864"/>
              <a:gd name="T48" fmla="*/ 764 w 1178"/>
              <a:gd name="T49" fmla="*/ 194 h 864"/>
              <a:gd name="T50" fmla="*/ 1053 w 1178"/>
              <a:gd name="T51" fmla="*/ 187 h 864"/>
              <a:gd name="T52" fmla="*/ 1053 w 1178"/>
              <a:gd name="T53" fmla="*/ 164 h 864"/>
              <a:gd name="T54" fmla="*/ 764 w 1178"/>
              <a:gd name="T55" fmla="*/ 157 h 864"/>
              <a:gd name="T56" fmla="*/ 40 w 1178"/>
              <a:gd name="T57" fmla="*/ 745 h 864"/>
              <a:gd name="T58" fmla="*/ 79 w 1178"/>
              <a:gd name="T59" fmla="*/ 815 h 864"/>
              <a:gd name="T60" fmla="*/ 119 w 1178"/>
              <a:gd name="T61" fmla="*/ 825 h 864"/>
              <a:gd name="T62" fmla="*/ 845 w 1178"/>
              <a:gd name="T63" fmla="*/ 859 h 864"/>
              <a:gd name="T64" fmla="*/ 74 w 1178"/>
              <a:gd name="T65" fmla="*/ 864 h 864"/>
              <a:gd name="T66" fmla="*/ 11 w 1178"/>
              <a:gd name="T67" fmla="*/ 830 h 864"/>
              <a:gd name="T68" fmla="*/ 0 w 1178"/>
              <a:gd name="T69" fmla="*/ 789 h 864"/>
              <a:gd name="T70" fmla="*/ 8 w 1178"/>
              <a:gd name="T71" fmla="*/ 168 h 864"/>
              <a:gd name="T72" fmla="*/ 626 w 1178"/>
              <a:gd name="T73" fmla="*/ 155 h 864"/>
              <a:gd name="T74" fmla="*/ 626 w 1178"/>
              <a:gd name="T75" fmla="*/ 155 h 864"/>
              <a:gd name="T76" fmla="*/ 329 w 1178"/>
              <a:gd name="T77" fmla="*/ 157 h 864"/>
              <a:gd name="T78" fmla="*/ 253 w 1178"/>
              <a:gd name="T79" fmla="*/ 187 h 864"/>
              <a:gd name="T80" fmla="*/ 195 w 1178"/>
              <a:gd name="T81" fmla="*/ 276 h 864"/>
              <a:gd name="T82" fmla="*/ 199 w 1178"/>
              <a:gd name="T83" fmla="*/ 340 h 864"/>
              <a:gd name="T84" fmla="*/ 238 w 1178"/>
              <a:gd name="T85" fmla="*/ 421 h 864"/>
              <a:gd name="T86" fmla="*/ 350 w 1178"/>
              <a:gd name="T87" fmla="*/ 469 h 864"/>
              <a:gd name="T88" fmla="*/ 389 w 1178"/>
              <a:gd name="T89" fmla="*/ 463 h 864"/>
              <a:gd name="T90" fmla="*/ 465 w 1178"/>
              <a:gd name="T91" fmla="*/ 423 h 864"/>
              <a:gd name="T92" fmla="*/ 507 w 1178"/>
              <a:gd name="T93" fmla="*/ 312 h 864"/>
              <a:gd name="T94" fmla="*/ 1099 w 1178"/>
              <a:gd name="T95" fmla="*/ 0 h 864"/>
              <a:gd name="T96" fmla="*/ 1174 w 1178"/>
              <a:gd name="T97" fmla="*/ 52 h 864"/>
              <a:gd name="T98" fmla="*/ 157 w 1178"/>
              <a:gd name="T99" fmla="*/ 785 h 864"/>
              <a:gd name="T100" fmla="*/ 81 w 1178"/>
              <a:gd name="T101" fmla="*/ 732 h 864"/>
              <a:gd name="T102" fmla="*/ 93 w 1178"/>
              <a:gd name="T103" fmla="*/ 32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78" h="864">
                <a:moveTo>
                  <a:pt x="1110" y="509"/>
                </a:moveTo>
                <a:lnTo>
                  <a:pt x="1106" y="509"/>
                </a:lnTo>
                <a:lnTo>
                  <a:pt x="1102" y="510"/>
                </a:lnTo>
                <a:lnTo>
                  <a:pt x="1100" y="510"/>
                </a:lnTo>
                <a:lnTo>
                  <a:pt x="1099" y="510"/>
                </a:lnTo>
                <a:lnTo>
                  <a:pt x="942" y="510"/>
                </a:lnTo>
                <a:lnTo>
                  <a:pt x="927" y="512"/>
                </a:lnTo>
                <a:lnTo>
                  <a:pt x="915" y="520"/>
                </a:lnTo>
                <a:lnTo>
                  <a:pt x="908" y="527"/>
                </a:lnTo>
                <a:lnTo>
                  <a:pt x="904" y="537"/>
                </a:lnTo>
                <a:lnTo>
                  <a:pt x="902" y="544"/>
                </a:lnTo>
                <a:lnTo>
                  <a:pt x="902" y="546"/>
                </a:lnTo>
                <a:lnTo>
                  <a:pt x="902" y="713"/>
                </a:lnTo>
                <a:lnTo>
                  <a:pt x="904" y="730"/>
                </a:lnTo>
                <a:lnTo>
                  <a:pt x="908" y="739"/>
                </a:lnTo>
                <a:lnTo>
                  <a:pt x="911" y="743"/>
                </a:lnTo>
                <a:lnTo>
                  <a:pt x="919" y="741"/>
                </a:lnTo>
                <a:lnTo>
                  <a:pt x="925" y="737"/>
                </a:lnTo>
                <a:lnTo>
                  <a:pt x="930" y="734"/>
                </a:lnTo>
                <a:lnTo>
                  <a:pt x="934" y="730"/>
                </a:lnTo>
                <a:lnTo>
                  <a:pt x="934" y="728"/>
                </a:lnTo>
                <a:lnTo>
                  <a:pt x="1125" y="537"/>
                </a:lnTo>
                <a:lnTo>
                  <a:pt x="1131" y="531"/>
                </a:lnTo>
                <a:lnTo>
                  <a:pt x="1135" y="526"/>
                </a:lnTo>
                <a:lnTo>
                  <a:pt x="1136" y="522"/>
                </a:lnTo>
                <a:lnTo>
                  <a:pt x="1136" y="518"/>
                </a:lnTo>
                <a:lnTo>
                  <a:pt x="1135" y="514"/>
                </a:lnTo>
                <a:lnTo>
                  <a:pt x="1131" y="512"/>
                </a:lnTo>
                <a:lnTo>
                  <a:pt x="1127" y="510"/>
                </a:lnTo>
                <a:lnTo>
                  <a:pt x="1123" y="510"/>
                </a:lnTo>
                <a:lnTo>
                  <a:pt x="1117" y="510"/>
                </a:lnTo>
                <a:lnTo>
                  <a:pt x="1114" y="509"/>
                </a:lnTo>
                <a:lnTo>
                  <a:pt x="1110" y="509"/>
                </a:lnTo>
                <a:close/>
                <a:moveTo>
                  <a:pt x="764" y="391"/>
                </a:moveTo>
                <a:lnTo>
                  <a:pt x="758" y="393"/>
                </a:lnTo>
                <a:lnTo>
                  <a:pt x="753" y="395"/>
                </a:lnTo>
                <a:lnTo>
                  <a:pt x="749" y="399"/>
                </a:lnTo>
                <a:lnTo>
                  <a:pt x="745" y="404"/>
                </a:lnTo>
                <a:lnTo>
                  <a:pt x="745" y="412"/>
                </a:lnTo>
                <a:lnTo>
                  <a:pt x="745" y="418"/>
                </a:lnTo>
                <a:lnTo>
                  <a:pt x="749" y="423"/>
                </a:lnTo>
                <a:lnTo>
                  <a:pt x="753" y="427"/>
                </a:lnTo>
                <a:lnTo>
                  <a:pt x="758" y="429"/>
                </a:lnTo>
                <a:lnTo>
                  <a:pt x="764" y="431"/>
                </a:lnTo>
                <a:lnTo>
                  <a:pt x="1036" y="431"/>
                </a:lnTo>
                <a:lnTo>
                  <a:pt x="1044" y="429"/>
                </a:lnTo>
                <a:lnTo>
                  <a:pt x="1049" y="427"/>
                </a:lnTo>
                <a:lnTo>
                  <a:pt x="1053" y="423"/>
                </a:lnTo>
                <a:lnTo>
                  <a:pt x="1057" y="418"/>
                </a:lnTo>
                <a:lnTo>
                  <a:pt x="1057" y="412"/>
                </a:lnTo>
                <a:lnTo>
                  <a:pt x="1057" y="404"/>
                </a:lnTo>
                <a:lnTo>
                  <a:pt x="1053" y="399"/>
                </a:lnTo>
                <a:lnTo>
                  <a:pt x="1049" y="395"/>
                </a:lnTo>
                <a:lnTo>
                  <a:pt x="1044" y="393"/>
                </a:lnTo>
                <a:lnTo>
                  <a:pt x="1036" y="391"/>
                </a:lnTo>
                <a:lnTo>
                  <a:pt x="764" y="391"/>
                </a:lnTo>
                <a:close/>
                <a:moveTo>
                  <a:pt x="626" y="391"/>
                </a:moveTo>
                <a:lnTo>
                  <a:pt x="626" y="431"/>
                </a:lnTo>
                <a:lnTo>
                  <a:pt x="667" y="431"/>
                </a:lnTo>
                <a:lnTo>
                  <a:pt x="667" y="391"/>
                </a:lnTo>
                <a:lnTo>
                  <a:pt x="626" y="391"/>
                </a:lnTo>
                <a:close/>
                <a:moveTo>
                  <a:pt x="764" y="274"/>
                </a:moveTo>
                <a:lnTo>
                  <a:pt x="758" y="276"/>
                </a:lnTo>
                <a:lnTo>
                  <a:pt x="753" y="278"/>
                </a:lnTo>
                <a:lnTo>
                  <a:pt x="749" y="281"/>
                </a:lnTo>
                <a:lnTo>
                  <a:pt x="745" y="287"/>
                </a:lnTo>
                <a:lnTo>
                  <a:pt x="745" y="293"/>
                </a:lnTo>
                <a:lnTo>
                  <a:pt x="745" y="300"/>
                </a:lnTo>
                <a:lnTo>
                  <a:pt x="749" y="304"/>
                </a:lnTo>
                <a:lnTo>
                  <a:pt x="753" y="308"/>
                </a:lnTo>
                <a:lnTo>
                  <a:pt x="758" y="312"/>
                </a:lnTo>
                <a:lnTo>
                  <a:pt x="764" y="312"/>
                </a:lnTo>
                <a:lnTo>
                  <a:pt x="1036" y="312"/>
                </a:lnTo>
                <a:lnTo>
                  <a:pt x="1044" y="312"/>
                </a:lnTo>
                <a:lnTo>
                  <a:pt x="1049" y="308"/>
                </a:lnTo>
                <a:lnTo>
                  <a:pt x="1053" y="304"/>
                </a:lnTo>
                <a:lnTo>
                  <a:pt x="1057" y="300"/>
                </a:lnTo>
                <a:lnTo>
                  <a:pt x="1057" y="293"/>
                </a:lnTo>
                <a:lnTo>
                  <a:pt x="1057" y="287"/>
                </a:lnTo>
                <a:lnTo>
                  <a:pt x="1053" y="281"/>
                </a:lnTo>
                <a:lnTo>
                  <a:pt x="1049" y="278"/>
                </a:lnTo>
                <a:lnTo>
                  <a:pt x="1044" y="276"/>
                </a:lnTo>
                <a:lnTo>
                  <a:pt x="1036" y="274"/>
                </a:lnTo>
                <a:lnTo>
                  <a:pt x="764" y="274"/>
                </a:lnTo>
                <a:close/>
                <a:moveTo>
                  <a:pt x="626" y="272"/>
                </a:moveTo>
                <a:lnTo>
                  <a:pt x="626" y="314"/>
                </a:lnTo>
                <a:lnTo>
                  <a:pt x="667" y="314"/>
                </a:lnTo>
                <a:lnTo>
                  <a:pt x="667" y="272"/>
                </a:lnTo>
                <a:lnTo>
                  <a:pt x="626" y="272"/>
                </a:lnTo>
                <a:close/>
                <a:moveTo>
                  <a:pt x="764" y="157"/>
                </a:moveTo>
                <a:lnTo>
                  <a:pt x="758" y="157"/>
                </a:lnTo>
                <a:lnTo>
                  <a:pt x="753" y="160"/>
                </a:lnTo>
                <a:lnTo>
                  <a:pt x="749" y="164"/>
                </a:lnTo>
                <a:lnTo>
                  <a:pt x="745" y="170"/>
                </a:lnTo>
                <a:lnTo>
                  <a:pt x="745" y="175"/>
                </a:lnTo>
                <a:lnTo>
                  <a:pt x="745" y="181"/>
                </a:lnTo>
                <a:lnTo>
                  <a:pt x="749" y="187"/>
                </a:lnTo>
                <a:lnTo>
                  <a:pt x="753" y="191"/>
                </a:lnTo>
                <a:lnTo>
                  <a:pt x="758" y="193"/>
                </a:lnTo>
                <a:lnTo>
                  <a:pt x="764" y="194"/>
                </a:lnTo>
                <a:lnTo>
                  <a:pt x="1036" y="194"/>
                </a:lnTo>
                <a:lnTo>
                  <a:pt x="1044" y="193"/>
                </a:lnTo>
                <a:lnTo>
                  <a:pt x="1049" y="191"/>
                </a:lnTo>
                <a:lnTo>
                  <a:pt x="1053" y="187"/>
                </a:lnTo>
                <a:lnTo>
                  <a:pt x="1057" y="181"/>
                </a:lnTo>
                <a:lnTo>
                  <a:pt x="1057" y="175"/>
                </a:lnTo>
                <a:lnTo>
                  <a:pt x="1057" y="170"/>
                </a:lnTo>
                <a:lnTo>
                  <a:pt x="1053" y="164"/>
                </a:lnTo>
                <a:lnTo>
                  <a:pt x="1049" y="160"/>
                </a:lnTo>
                <a:lnTo>
                  <a:pt x="1044" y="157"/>
                </a:lnTo>
                <a:lnTo>
                  <a:pt x="1036" y="157"/>
                </a:lnTo>
                <a:lnTo>
                  <a:pt x="764" y="157"/>
                </a:lnTo>
                <a:close/>
                <a:moveTo>
                  <a:pt x="32" y="157"/>
                </a:moveTo>
                <a:lnTo>
                  <a:pt x="36" y="157"/>
                </a:lnTo>
                <a:lnTo>
                  <a:pt x="40" y="157"/>
                </a:lnTo>
                <a:lnTo>
                  <a:pt x="40" y="745"/>
                </a:lnTo>
                <a:lnTo>
                  <a:pt x="43" y="772"/>
                </a:lnTo>
                <a:lnTo>
                  <a:pt x="53" y="792"/>
                </a:lnTo>
                <a:lnTo>
                  <a:pt x="64" y="806"/>
                </a:lnTo>
                <a:lnTo>
                  <a:pt x="79" y="815"/>
                </a:lnTo>
                <a:lnTo>
                  <a:pt x="95" y="821"/>
                </a:lnTo>
                <a:lnTo>
                  <a:pt x="106" y="823"/>
                </a:lnTo>
                <a:lnTo>
                  <a:pt x="115" y="825"/>
                </a:lnTo>
                <a:lnTo>
                  <a:pt x="119" y="825"/>
                </a:lnTo>
                <a:lnTo>
                  <a:pt x="864" y="825"/>
                </a:lnTo>
                <a:lnTo>
                  <a:pt x="862" y="842"/>
                </a:lnTo>
                <a:lnTo>
                  <a:pt x="855" y="853"/>
                </a:lnTo>
                <a:lnTo>
                  <a:pt x="845" y="859"/>
                </a:lnTo>
                <a:lnTo>
                  <a:pt x="836" y="862"/>
                </a:lnTo>
                <a:lnTo>
                  <a:pt x="828" y="864"/>
                </a:lnTo>
                <a:lnTo>
                  <a:pt x="826" y="864"/>
                </a:lnTo>
                <a:lnTo>
                  <a:pt x="74" y="864"/>
                </a:lnTo>
                <a:lnTo>
                  <a:pt x="51" y="860"/>
                </a:lnTo>
                <a:lnTo>
                  <a:pt x="34" y="853"/>
                </a:lnTo>
                <a:lnTo>
                  <a:pt x="21" y="843"/>
                </a:lnTo>
                <a:lnTo>
                  <a:pt x="11" y="830"/>
                </a:lnTo>
                <a:lnTo>
                  <a:pt x="6" y="819"/>
                </a:lnTo>
                <a:lnTo>
                  <a:pt x="2" y="806"/>
                </a:lnTo>
                <a:lnTo>
                  <a:pt x="2" y="794"/>
                </a:lnTo>
                <a:lnTo>
                  <a:pt x="0" y="789"/>
                </a:lnTo>
                <a:lnTo>
                  <a:pt x="0" y="785"/>
                </a:lnTo>
                <a:lnTo>
                  <a:pt x="0" y="196"/>
                </a:lnTo>
                <a:lnTo>
                  <a:pt x="4" y="179"/>
                </a:lnTo>
                <a:lnTo>
                  <a:pt x="8" y="168"/>
                </a:lnTo>
                <a:lnTo>
                  <a:pt x="15" y="160"/>
                </a:lnTo>
                <a:lnTo>
                  <a:pt x="25" y="157"/>
                </a:lnTo>
                <a:lnTo>
                  <a:pt x="32" y="157"/>
                </a:lnTo>
                <a:close/>
                <a:moveTo>
                  <a:pt x="626" y="155"/>
                </a:moveTo>
                <a:lnTo>
                  <a:pt x="626" y="196"/>
                </a:lnTo>
                <a:lnTo>
                  <a:pt x="667" y="196"/>
                </a:lnTo>
                <a:lnTo>
                  <a:pt x="667" y="155"/>
                </a:lnTo>
                <a:lnTo>
                  <a:pt x="626" y="155"/>
                </a:lnTo>
                <a:close/>
                <a:moveTo>
                  <a:pt x="355" y="155"/>
                </a:moveTo>
                <a:lnTo>
                  <a:pt x="352" y="155"/>
                </a:lnTo>
                <a:lnTo>
                  <a:pt x="342" y="155"/>
                </a:lnTo>
                <a:lnTo>
                  <a:pt x="329" y="157"/>
                </a:lnTo>
                <a:lnTo>
                  <a:pt x="312" y="160"/>
                </a:lnTo>
                <a:lnTo>
                  <a:pt x="293" y="166"/>
                </a:lnTo>
                <a:lnTo>
                  <a:pt x="274" y="174"/>
                </a:lnTo>
                <a:lnTo>
                  <a:pt x="253" y="187"/>
                </a:lnTo>
                <a:lnTo>
                  <a:pt x="234" y="202"/>
                </a:lnTo>
                <a:lnTo>
                  <a:pt x="217" y="221"/>
                </a:lnTo>
                <a:lnTo>
                  <a:pt x="204" y="246"/>
                </a:lnTo>
                <a:lnTo>
                  <a:pt x="195" y="276"/>
                </a:lnTo>
                <a:lnTo>
                  <a:pt x="193" y="310"/>
                </a:lnTo>
                <a:lnTo>
                  <a:pt x="193" y="314"/>
                </a:lnTo>
                <a:lnTo>
                  <a:pt x="195" y="325"/>
                </a:lnTo>
                <a:lnTo>
                  <a:pt x="199" y="340"/>
                </a:lnTo>
                <a:lnTo>
                  <a:pt x="204" y="359"/>
                </a:lnTo>
                <a:lnTo>
                  <a:pt x="212" y="380"/>
                </a:lnTo>
                <a:lnTo>
                  <a:pt x="223" y="401"/>
                </a:lnTo>
                <a:lnTo>
                  <a:pt x="238" y="421"/>
                </a:lnTo>
                <a:lnTo>
                  <a:pt x="259" y="440"/>
                </a:lnTo>
                <a:lnTo>
                  <a:pt x="284" y="456"/>
                </a:lnTo>
                <a:lnTo>
                  <a:pt x="314" y="465"/>
                </a:lnTo>
                <a:lnTo>
                  <a:pt x="350" y="469"/>
                </a:lnTo>
                <a:lnTo>
                  <a:pt x="352" y="469"/>
                </a:lnTo>
                <a:lnTo>
                  <a:pt x="361" y="469"/>
                </a:lnTo>
                <a:lnTo>
                  <a:pt x="374" y="467"/>
                </a:lnTo>
                <a:lnTo>
                  <a:pt x="389" y="463"/>
                </a:lnTo>
                <a:lnTo>
                  <a:pt x="408" y="457"/>
                </a:lnTo>
                <a:lnTo>
                  <a:pt x="427" y="450"/>
                </a:lnTo>
                <a:lnTo>
                  <a:pt x="448" y="439"/>
                </a:lnTo>
                <a:lnTo>
                  <a:pt x="465" y="423"/>
                </a:lnTo>
                <a:lnTo>
                  <a:pt x="482" y="404"/>
                </a:lnTo>
                <a:lnTo>
                  <a:pt x="495" y="378"/>
                </a:lnTo>
                <a:lnTo>
                  <a:pt x="503" y="348"/>
                </a:lnTo>
                <a:lnTo>
                  <a:pt x="507" y="312"/>
                </a:lnTo>
                <a:lnTo>
                  <a:pt x="354" y="312"/>
                </a:lnTo>
                <a:lnTo>
                  <a:pt x="355" y="155"/>
                </a:lnTo>
                <a:close/>
                <a:moveTo>
                  <a:pt x="157" y="0"/>
                </a:moveTo>
                <a:lnTo>
                  <a:pt x="1099" y="0"/>
                </a:lnTo>
                <a:lnTo>
                  <a:pt x="1125" y="3"/>
                </a:lnTo>
                <a:lnTo>
                  <a:pt x="1146" y="15"/>
                </a:lnTo>
                <a:lnTo>
                  <a:pt x="1163" y="32"/>
                </a:lnTo>
                <a:lnTo>
                  <a:pt x="1174" y="52"/>
                </a:lnTo>
                <a:lnTo>
                  <a:pt x="1178" y="77"/>
                </a:lnTo>
                <a:lnTo>
                  <a:pt x="1178" y="548"/>
                </a:lnTo>
                <a:lnTo>
                  <a:pt x="945" y="785"/>
                </a:lnTo>
                <a:lnTo>
                  <a:pt x="157" y="785"/>
                </a:lnTo>
                <a:lnTo>
                  <a:pt x="132" y="781"/>
                </a:lnTo>
                <a:lnTo>
                  <a:pt x="110" y="770"/>
                </a:lnTo>
                <a:lnTo>
                  <a:pt x="93" y="753"/>
                </a:lnTo>
                <a:lnTo>
                  <a:pt x="81" y="732"/>
                </a:lnTo>
                <a:lnTo>
                  <a:pt x="77" y="707"/>
                </a:lnTo>
                <a:lnTo>
                  <a:pt x="77" y="77"/>
                </a:lnTo>
                <a:lnTo>
                  <a:pt x="81" y="52"/>
                </a:lnTo>
                <a:lnTo>
                  <a:pt x="93" y="32"/>
                </a:lnTo>
                <a:lnTo>
                  <a:pt x="110" y="15"/>
                </a:lnTo>
                <a:lnTo>
                  <a:pt x="132" y="3"/>
                </a:lnTo>
                <a:lnTo>
                  <a:pt x="15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6"/>
          <p:cNvSpPr>
            <a:spLocks noChangeAspect="1" noEditPoints="1"/>
          </p:cNvSpPr>
          <p:nvPr/>
        </p:nvSpPr>
        <p:spPr bwMode="auto">
          <a:xfrm>
            <a:off x="1100692" y="4661220"/>
            <a:ext cx="1080000" cy="848048"/>
          </a:xfrm>
          <a:custGeom>
            <a:avLst/>
            <a:gdLst>
              <a:gd name="T0" fmla="*/ 1099 w 1178"/>
              <a:gd name="T1" fmla="*/ 630 h 925"/>
              <a:gd name="T2" fmla="*/ 1093 w 1178"/>
              <a:gd name="T3" fmla="*/ 632 h 925"/>
              <a:gd name="T4" fmla="*/ 896 w 1178"/>
              <a:gd name="T5" fmla="*/ 641 h 925"/>
              <a:gd name="T6" fmla="*/ 885 w 1178"/>
              <a:gd name="T7" fmla="*/ 668 h 925"/>
              <a:gd name="T8" fmla="*/ 885 w 1178"/>
              <a:gd name="T9" fmla="*/ 867 h 925"/>
              <a:gd name="T10" fmla="*/ 900 w 1178"/>
              <a:gd name="T11" fmla="*/ 880 h 925"/>
              <a:gd name="T12" fmla="*/ 915 w 1178"/>
              <a:gd name="T13" fmla="*/ 865 h 925"/>
              <a:gd name="T14" fmla="*/ 1127 w 1178"/>
              <a:gd name="T15" fmla="*/ 653 h 925"/>
              <a:gd name="T16" fmla="*/ 1133 w 1178"/>
              <a:gd name="T17" fmla="*/ 639 h 925"/>
              <a:gd name="T18" fmla="*/ 1125 w 1178"/>
              <a:gd name="T19" fmla="*/ 634 h 925"/>
              <a:gd name="T20" fmla="*/ 1112 w 1178"/>
              <a:gd name="T21" fmla="*/ 630 h 925"/>
              <a:gd name="T22" fmla="*/ 824 w 1178"/>
              <a:gd name="T23" fmla="*/ 467 h 925"/>
              <a:gd name="T24" fmla="*/ 800 w 1178"/>
              <a:gd name="T25" fmla="*/ 503 h 925"/>
              <a:gd name="T26" fmla="*/ 811 w 1178"/>
              <a:gd name="T27" fmla="*/ 535 h 925"/>
              <a:gd name="T28" fmla="*/ 1008 w 1178"/>
              <a:gd name="T29" fmla="*/ 547 h 925"/>
              <a:gd name="T30" fmla="*/ 1046 w 1178"/>
              <a:gd name="T31" fmla="*/ 522 h 925"/>
              <a:gd name="T32" fmla="*/ 1046 w 1178"/>
              <a:gd name="T33" fmla="*/ 488 h 925"/>
              <a:gd name="T34" fmla="*/ 1008 w 1178"/>
              <a:gd name="T35" fmla="*/ 464 h 925"/>
              <a:gd name="T36" fmla="*/ 490 w 1178"/>
              <a:gd name="T37" fmla="*/ 467 h 925"/>
              <a:gd name="T38" fmla="*/ 465 w 1178"/>
              <a:gd name="T39" fmla="*/ 503 h 925"/>
              <a:gd name="T40" fmla="*/ 490 w 1178"/>
              <a:gd name="T41" fmla="*/ 543 h 925"/>
              <a:gd name="T42" fmla="*/ 690 w 1178"/>
              <a:gd name="T43" fmla="*/ 543 h 925"/>
              <a:gd name="T44" fmla="*/ 715 w 1178"/>
              <a:gd name="T45" fmla="*/ 503 h 925"/>
              <a:gd name="T46" fmla="*/ 690 w 1178"/>
              <a:gd name="T47" fmla="*/ 467 h 925"/>
              <a:gd name="T48" fmla="*/ 168 w 1178"/>
              <a:gd name="T49" fmla="*/ 464 h 925"/>
              <a:gd name="T50" fmla="*/ 130 w 1178"/>
              <a:gd name="T51" fmla="*/ 488 h 925"/>
              <a:gd name="T52" fmla="*/ 140 w 1178"/>
              <a:gd name="T53" fmla="*/ 534 h 925"/>
              <a:gd name="T54" fmla="*/ 337 w 1178"/>
              <a:gd name="T55" fmla="*/ 547 h 925"/>
              <a:gd name="T56" fmla="*/ 376 w 1178"/>
              <a:gd name="T57" fmla="*/ 520 h 925"/>
              <a:gd name="T58" fmla="*/ 367 w 1178"/>
              <a:gd name="T59" fmla="*/ 475 h 925"/>
              <a:gd name="T60" fmla="*/ 168 w 1178"/>
              <a:gd name="T61" fmla="*/ 464 h 925"/>
              <a:gd name="T62" fmla="*/ 813 w 1178"/>
              <a:gd name="T63" fmla="*/ 306 h 925"/>
              <a:gd name="T64" fmla="*/ 802 w 1178"/>
              <a:gd name="T65" fmla="*/ 337 h 925"/>
              <a:gd name="T66" fmla="*/ 804 w 1178"/>
              <a:gd name="T67" fmla="*/ 352 h 925"/>
              <a:gd name="T68" fmla="*/ 843 w 1178"/>
              <a:gd name="T69" fmla="*/ 378 h 925"/>
              <a:gd name="T70" fmla="*/ 1038 w 1178"/>
              <a:gd name="T71" fmla="*/ 365 h 925"/>
              <a:gd name="T72" fmla="*/ 1051 w 1178"/>
              <a:gd name="T73" fmla="*/ 337 h 925"/>
              <a:gd name="T74" fmla="*/ 1048 w 1178"/>
              <a:gd name="T75" fmla="*/ 320 h 925"/>
              <a:gd name="T76" fmla="*/ 1008 w 1178"/>
              <a:gd name="T77" fmla="*/ 295 h 925"/>
              <a:gd name="T78" fmla="*/ 824 w 1178"/>
              <a:gd name="T79" fmla="*/ 130 h 925"/>
              <a:gd name="T80" fmla="*/ 800 w 1178"/>
              <a:gd name="T81" fmla="*/ 168 h 925"/>
              <a:gd name="T82" fmla="*/ 824 w 1178"/>
              <a:gd name="T83" fmla="*/ 206 h 925"/>
              <a:gd name="T84" fmla="*/ 1025 w 1178"/>
              <a:gd name="T85" fmla="*/ 206 h 925"/>
              <a:gd name="T86" fmla="*/ 1051 w 1178"/>
              <a:gd name="T87" fmla="*/ 168 h 925"/>
              <a:gd name="T88" fmla="*/ 1025 w 1178"/>
              <a:gd name="T89" fmla="*/ 130 h 925"/>
              <a:gd name="T90" fmla="*/ 168 w 1178"/>
              <a:gd name="T91" fmla="*/ 125 h 925"/>
              <a:gd name="T92" fmla="*/ 274 w 1178"/>
              <a:gd name="T93" fmla="*/ 376 h 925"/>
              <a:gd name="T94" fmla="*/ 577 w 1178"/>
              <a:gd name="T95" fmla="*/ 376 h 925"/>
              <a:gd name="T96" fmla="*/ 454 w 1178"/>
              <a:gd name="T97" fmla="*/ 125 h 925"/>
              <a:gd name="T98" fmla="*/ 168 w 1178"/>
              <a:gd name="T99" fmla="*/ 125 h 925"/>
              <a:gd name="T100" fmla="*/ 1119 w 1178"/>
              <a:gd name="T101" fmla="*/ 4 h 925"/>
              <a:gd name="T102" fmla="*/ 1172 w 1178"/>
              <a:gd name="T103" fmla="*/ 57 h 925"/>
              <a:gd name="T104" fmla="*/ 928 w 1178"/>
              <a:gd name="T105" fmla="*/ 925 h 925"/>
              <a:gd name="T106" fmla="*/ 34 w 1178"/>
              <a:gd name="T107" fmla="*/ 910 h 925"/>
              <a:gd name="T108" fmla="*/ 0 w 1178"/>
              <a:gd name="T109" fmla="*/ 842 h 925"/>
              <a:gd name="T110" fmla="*/ 17 w 1178"/>
              <a:gd name="T111" fmla="*/ 34 h 925"/>
              <a:gd name="T112" fmla="*/ 83 w 1178"/>
              <a:gd name="T113" fmla="*/ 0 h 9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78" h="925">
                <a:moveTo>
                  <a:pt x="1106" y="630"/>
                </a:moveTo>
                <a:lnTo>
                  <a:pt x="1102" y="630"/>
                </a:lnTo>
                <a:lnTo>
                  <a:pt x="1099" y="630"/>
                </a:lnTo>
                <a:lnTo>
                  <a:pt x="1097" y="630"/>
                </a:lnTo>
                <a:lnTo>
                  <a:pt x="1095" y="630"/>
                </a:lnTo>
                <a:lnTo>
                  <a:pt x="1093" y="632"/>
                </a:lnTo>
                <a:lnTo>
                  <a:pt x="925" y="632"/>
                </a:lnTo>
                <a:lnTo>
                  <a:pt x="908" y="634"/>
                </a:lnTo>
                <a:lnTo>
                  <a:pt x="896" y="641"/>
                </a:lnTo>
                <a:lnTo>
                  <a:pt x="889" y="651"/>
                </a:lnTo>
                <a:lnTo>
                  <a:pt x="885" y="660"/>
                </a:lnTo>
                <a:lnTo>
                  <a:pt x="885" y="668"/>
                </a:lnTo>
                <a:lnTo>
                  <a:pt x="885" y="670"/>
                </a:lnTo>
                <a:lnTo>
                  <a:pt x="885" y="848"/>
                </a:lnTo>
                <a:lnTo>
                  <a:pt x="885" y="867"/>
                </a:lnTo>
                <a:lnTo>
                  <a:pt x="889" y="876"/>
                </a:lnTo>
                <a:lnTo>
                  <a:pt x="894" y="880"/>
                </a:lnTo>
                <a:lnTo>
                  <a:pt x="900" y="880"/>
                </a:lnTo>
                <a:lnTo>
                  <a:pt x="906" y="874"/>
                </a:lnTo>
                <a:lnTo>
                  <a:pt x="911" y="870"/>
                </a:lnTo>
                <a:lnTo>
                  <a:pt x="915" y="865"/>
                </a:lnTo>
                <a:lnTo>
                  <a:pt x="917" y="865"/>
                </a:lnTo>
                <a:lnTo>
                  <a:pt x="1121" y="660"/>
                </a:lnTo>
                <a:lnTo>
                  <a:pt x="1127" y="653"/>
                </a:lnTo>
                <a:lnTo>
                  <a:pt x="1131" y="649"/>
                </a:lnTo>
                <a:lnTo>
                  <a:pt x="1133" y="643"/>
                </a:lnTo>
                <a:lnTo>
                  <a:pt x="1133" y="639"/>
                </a:lnTo>
                <a:lnTo>
                  <a:pt x="1131" y="638"/>
                </a:lnTo>
                <a:lnTo>
                  <a:pt x="1129" y="634"/>
                </a:lnTo>
                <a:lnTo>
                  <a:pt x="1125" y="634"/>
                </a:lnTo>
                <a:lnTo>
                  <a:pt x="1121" y="632"/>
                </a:lnTo>
                <a:lnTo>
                  <a:pt x="1116" y="630"/>
                </a:lnTo>
                <a:lnTo>
                  <a:pt x="1112" y="630"/>
                </a:lnTo>
                <a:lnTo>
                  <a:pt x="1106" y="630"/>
                </a:lnTo>
                <a:close/>
                <a:moveTo>
                  <a:pt x="841" y="464"/>
                </a:moveTo>
                <a:lnTo>
                  <a:pt x="824" y="467"/>
                </a:lnTo>
                <a:lnTo>
                  <a:pt x="811" y="475"/>
                </a:lnTo>
                <a:lnTo>
                  <a:pt x="804" y="488"/>
                </a:lnTo>
                <a:lnTo>
                  <a:pt x="800" y="503"/>
                </a:lnTo>
                <a:lnTo>
                  <a:pt x="800" y="505"/>
                </a:lnTo>
                <a:lnTo>
                  <a:pt x="804" y="522"/>
                </a:lnTo>
                <a:lnTo>
                  <a:pt x="811" y="535"/>
                </a:lnTo>
                <a:lnTo>
                  <a:pt x="824" y="543"/>
                </a:lnTo>
                <a:lnTo>
                  <a:pt x="841" y="547"/>
                </a:lnTo>
                <a:lnTo>
                  <a:pt x="1008" y="547"/>
                </a:lnTo>
                <a:lnTo>
                  <a:pt x="1023" y="543"/>
                </a:lnTo>
                <a:lnTo>
                  <a:pt x="1036" y="535"/>
                </a:lnTo>
                <a:lnTo>
                  <a:pt x="1046" y="522"/>
                </a:lnTo>
                <a:lnTo>
                  <a:pt x="1049" y="505"/>
                </a:lnTo>
                <a:lnTo>
                  <a:pt x="1049" y="503"/>
                </a:lnTo>
                <a:lnTo>
                  <a:pt x="1046" y="488"/>
                </a:lnTo>
                <a:lnTo>
                  <a:pt x="1036" y="475"/>
                </a:lnTo>
                <a:lnTo>
                  <a:pt x="1023" y="467"/>
                </a:lnTo>
                <a:lnTo>
                  <a:pt x="1008" y="464"/>
                </a:lnTo>
                <a:lnTo>
                  <a:pt x="841" y="464"/>
                </a:lnTo>
                <a:close/>
                <a:moveTo>
                  <a:pt x="507" y="464"/>
                </a:moveTo>
                <a:lnTo>
                  <a:pt x="490" y="467"/>
                </a:lnTo>
                <a:lnTo>
                  <a:pt x="477" y="475"/>
                </a:lnTo>
                <a:lnTo>
                  <a:pt x="467" y="488"/>
                </a:lnTo>
                <a:lnTo>
                  <a:pt x="465" y="503"/>
                </a:lnTo>
                <a:lnTo>
                  <a:pt x="467" y="520"/>
                </a:lnTo>
                <a:lnTo>
                  <a:pt x="477" y="534"/>
                </a:lnTo>
                <a:lnTo>
                  <a:pt x="490" y="543"/>
                </a:lnTo>
                <a:lnTo>
                  <a:pt x="507" y="547"/>
                </a:lnTo>
                <a:lnTo>
                  <a:pt x="673" y="547"/>
                </a:lnTo>
                <a:lnTo>
                  <a:pt x="690" y="543"/>
                </a:lnTo>
                <a:lnTo>
                  <a:pt x="703" y="534"/>
                </a:lnTo>
                <a:lnTo>
                  <a:pt x="713" y="520"/>
                </a:lnTo>
                <a:lnTo>
                  <a:pt x="715" y="503"/>
                </a:lnTo>
                <a:lnTo>
                  <a:pt x="713" y="488"/>
                </a:lnTo>
                <a:lnTo>
                  <a:pt x="703" y="475"/>
                </a:lnTo>
                <a:lnTo>
                  <a:pt x="690" y="467"/>
                </a:lnTo>
                <a:lnTo>
                  <a:pt x="673" y="464"/>
                </a:lnTo>
                <a:lnTo>
                  <a:pt x="507" y="464"/>
                </a:lnTo>
                <a:close/>
                <a:moveTo>
                  <a:pt x="168" y="464"/>
                </a:moveTo>
                <a:lnTo>
                  <a:pt x="153" y="467"/>
                </a:lnTo>
                <a:lnTo>
                  <a:pt x="140" y="475"/>
                </a:lnTo>
                <a:lnTo>
                  <a:pt x="130" y="488"/>
                </a:lnTo>
                <a:lnTo>
                  <a:pt x="127" y="503"/>
                </a:lnTo>
                <a:lnTo>
                  <a:pt x="130" y="520"/>
                </a:lnTo>
                <a:lnTo>
                  <a:pt x="140" y="534"/>
                </a:lnTo>
                <a:lnTo>
                  <a:pt x="153" y="543"/>
                </a:lnTo>
                <a:lnTo>
                  <a:pt x="168" y="547"/>
                </a:lnTo>
                <a:lnTo>
                  <a:pt x="337" y="547"/>
                </a:lnTo>
                <a:lnTo>
                  <a:pt x="354" y="543"/>
                </a:lnTo>
                <a:lnTo>
                  <a:pt x="367" y="534"/>
                </a:lnTo>
                <a:lnTo>
                  <a:pt x="376" y="520"/>
                </a:lnTo>
                <a:lnTo>
                  <a:pt x="378" y="503"/>
                </a:lnTo>
                <a:lnTo>
                  <a:pt x="376" y="488"/>
                </a:lnTo>
                <a:lnTo>
                  <a:pt x="367" y="475"/>
                </a:lnTo>
                <a:lnTo>
                  <a:pt x="354" y="467"/>
                </a:lnTo>
                <a:lnTo>
                  <a:pt x="337" y="464"/>
                </a:lnTo>
                <a:lnTo>
                  <a:pt x="168" y="464"/>
                </a:lnTo>
                <a:close/>
                <a:moveTo>
                  <a:pt x="843" y="295"/>
                </a:moveTo>
                <a:lnTo>
                  <a:pt x="826" y="299"/>
                </a:lnTo>
                <a:lnTo>
                  <a:pt x="813" y="306"/>
                </a:lnTo>
                <a:lnTo>
                  <a:pt x="804" y="320"/>
                </a:lnTo>
                <a:lnTo>
                  <a:pt x="802" y="337"/>
                </a:lnTo>
                <a:lnTo>
                  <a:pt x="802" y="337"/>
                </a:lnTo>
                <a:lnTo>
                  <a:pt x="802" y="337"/>
                </a:lnTo>
                <a:lnTo>
                  <a:pt x="802" y="337"/>
                </a:lnTo>
                <a:lnTo>
                  <a:pt x="804" y="352"/>
                </a:lnTo>
                <a:lnTo>
                  <a:pt x="813" y="365"/>
                </a:lnTo>
                <a:lnTo>
                  <a:pt x="826" y="375"/>
                </a:lnTo>
                <a:lnTo>
                  <a:pt x="843" y="378"/>
                </a:lnTo>
                <a:lnTo>
                  <a:pt x="1008" y="378"/>
                </a:lnTo>
                <a:lnTo>
                  <a:pt x="1025" y="375"/>
                </a:lnTo>
                <a:lnTo>
                  <a:pt x="1038" y="365"/>
                </a:lnTo>
                <a:lnTo>
                  <a:pt x="1048" y="352"/>
                </a:lnTo>
                <a:lnTo>
                  <a:pt x="1051" y="337"/>
                </a:lnTo>
                <a:lnTo>
                  <a:pt x="1051" y="337"/>
                </a:lnTo>
                <a:lnTo>
                  <a:pt x="1051" y="337"/>
                </a:lnTo>
                <a:lnTo>
                  <a:pt x="1051" y="337"/>
                </a:lnTo>
                <a:lnTo>
                  <a:pt x="1048" y="320"/>
                </a:lnTo>
                <a:lnTo>
                  <a:pt x="1038" y="306"/>
                </a:lnTo>
                <a:lnTo>
                  <a:pt x="1025" y="299"/>
                </a:lnTo>
                <a:lnTo>
                  <a:pt x="1008" y="295"/>
                </a:lnTo>
                <a:lnTo>
                  <a:pt x="843" y="295"/>
                </a:lnTo>
                <a:close/>
                <a:moveTo>
                  <a:pt x="841" y="127"/>
                </a:moveTo>
                <a:lnTo>
                  <a:pt x="824" y="130"/>
                </a:lnTo>
                <a:lnTo>
                  <a:pt x="811" y="140"/>
                </a:lnTo>
                <a:lnTo>
                  <a:pt x="804" y="153"/>
                </a:lnTo>
                <a:lnTo>
                  <a:pt x="800" y="168"/>
                </a:lnTo>
                <a:lnTo>
                  <a:pt x="804" y="185"/>
                </a:lnTo>
                <a:lnTo>
                  <a:pt x="811" y="199"/>
                </a:lnTo>
                <a:lnTo>
                  <a:pt x="824" y="206"/>
                </a:lnTo>
                <a:lnTo>
                  <a:pt x="841" y="210"/>
                </a:lnTo>
                <a:lnTo>
                  <a:pt x="1008" y="210"/>
                </a:lnTo>
                <a:lnTo>
                  <a:pt x="1025" y="206"/>
                </a:lnTo>
                <a:lnTo>
                  <a:pt x="1038" y="199"/>
                </a:lnTo>
                <a:lnTo>
                  <a:pt x="1048" y="185"/>
                </a:lnTo>
                <a:lnTo>
                  <a:pt x="1051" y="168"/>
                </a:lnTo>
                <a:lnTo>
                  <a:pt x="1048" y="153"/>
                </a:lnTo>
                <a:lnTo>
                  <a:pt x="1038" y="140"/>
                </a:lnTo>
                <a:lnTo>
                  <a:pt x="1025" y="130"/>
                </a:lnTo>
                <a:lnTo>
                  <a:pt x="1008" y="127"/>
                </a:lnTo>
                <a:lnTo>
                  <a:pt x="841" y="127"/>
                </a:lnTo>
                <a:close/>
                <a:moveTo>
                  <a:pt x="168" y="125"/>
                </a:moveTo>
                <a:lnTo>
                  <a:pt x="312" y="248"/>
                </a:lnTo>
                <a:lnTo>
                  <a:pt x="161" y="376"/>
                </a:lnTo>
                <a:lnTo>
                  <a:pt x="274" y="376"/>
                </a:lnTo>
                <a:lnTo>
                  <a:pt x="369" y="291"/>
                </a:lnTo>
                <a:lnTo>
                  <a:pt x="458" y="376"/>
                </a:lnTo>
                <a:lnTo>
                  <a:pt x="577" y="376"/>
                </a:lnTo>
                <a:lnTo>
                  <a:pt x="424" y="246"/>
                </a:lnTo>
                <a:lnTo>
                  <a:pt x="567" y="125"/>
                </a:lnTo>
                <a:lnTo>
                  <a:pt x="454" y="125"/>
                </a:lnTo>
                <a:lnTo>
                  <a:pt x="369" y="206"/>
                </a:lnTo>
                <a:lnTo>
                  <a:pt x="286" y="125"/>
                </a:lnTo>
                <a:lnTo>
                  <a:pt x="168" y="125"/>
                </a:lnTo>
                <a:close/>
                <a:moveTo>
                  <a:pt x="83" y="0"/>
                </a:moveTo>
                <a:lnTo>
                  <a:pt x="1093" y="0"/>
                </a:lnTo>
                <a:lnTo>
                  <a:pt x="1119" y="4"/>
                </a:lnTo>
                <a:lnTo>
                  <a:pt x="1142" y="17"/>
                </a:lnTo>
                <a:lnTo>
                  <a:pt x="1161" y="34"/>
                </a:lnTo>
                <a:lnTo>
                  <a:pt x="1172" y="57"/>
                </a:lnTo>
                <a:lnTo>
                  <a:pt x="1178" y="83"/>
                </a:lnTo>
                <a:lnTo>
                  <a:pt x="1178" y="672"/>
                </a:lnTo>
                <a:lnTo>
                  <a:pt x="928" y="925"/>
                </a:lnTo>
                <a:lnTo>
                  <a:pt x="83" y="925"/>
                </a:lnTo>
                <a:lnTo>
                  <a:pt x="57" y="921"/>
                </a:lnTo>
                <a:lnTo>
                  <a:pt x="34" y="910"/>
                </a:lnTo>
                <a:lnTo>
                  <a:pt x="17" y="891"/>
                </a:lnTo>
                <a:lnTo>
                  <a:pt x="4" y="868"/>
                </a:lnTo>
                <a:lnTo>
                  <a:pt x="0" y="842"/>
                </a:lnTo>
                <a:lnTo>
                  <a:pt x="0" y="83"/>
                </a:lnTo>
                <a:lnTo>
                  <a:pt x="4" y="57"/>
                </a:lnTo>
                <a:lnTo>
                  <a:pt x="17" y="34"/>
                </a:lnTo>
                <a:lnTo>
                  <a:pt x="34" y="17"/>
                </a:lnTo>
                <a:lnTo>
                  <a:pt x="57" y="4"/>
                </a:lnTo>
                <a:lnTo>
                  <a:pt x="8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17"/>
          <p:cNvSpPr>
            <a:spLocks noChangeAspect="1" noEditPoints="1"/>
          </p:cNvSpPr>
          <p:nvPr/>
        </p:nvSpPr>
        <p:spPr bwMode="auto">
          <a:xfrm>
            <a:off x="2756876" y="4670268"/>
            <a:ext cx="1080000" cy="829712"/>
          </a:xfrm>
          <a:custGeom>
            <a:avLst/>
            <a:gdLst>
              <a:gd name="T0" fmla="*/ 1100 w 1178"/>
              <a:gd name="T1" fmla="*/ 551 h 905"/>
              <a:gd name="T2" fmla="*/ 915 w 1178"/>
              <a:gd name="T3" fmla="*/ 560 h 905"/>
              <a:gd name="T4" fmla="*/ 903 w 1178"/>
              <a:gd name="T5" fmla="*/ 587 h 905"/>
              <a:gd name="T6" fmla="*/ 913 w 1178"/>
              <a:gd name="T7" fmla="*/ 783 h 905"/>
              <a:gd name="T8" fmla="*/ 934 w 1178"/>
              <a:gd name="T9" fmla="*/ 770 h 905"/>
              <a:gd name="T10" fmla="*/ 1134 w 1178"/>
              <a:gd name="T11" fmla="*/ 566 h 905"/>
              <a:gd name="T12" fmla="*/ 1130 w 1178"/>
              <a:gd name="T13" fmla="*/ 553 h 905"/>
              <a:gd name="T14" fmla="*/ 1113 w 1178"/>
              <a:gd name="T15" fmla="*/ 549 h 905"/>
              <a:gd name="T16" fmla="*/ 837 w 1178"/>
              <a:gd name="T17" fmla="*/ 405 h 905"/>
              <a:gd name="T18" fmla="*/ 828 w 1178"/>
              <a:gd name="T19" fmla="*/ 448 h 905"/>
              <a:gd name="T20" fmla="*/ 1019 w 1178"/>
              <a:gd name="T21" fmla="*/ 471 h 905"/>
              <a:gd name="T22" fmla="*/ 1058 w 1178"/>
              <a:gd name="T23" fmla="*/ 433 h 905"/>
              <a:gd name="T24" fmla="*/ 1034 w 1178"/>
              <a:gd name="T25" fmla="*/ 397 h 905"/>
              <a:gd name="T26" fmla="*/ 537 w 1178"/>
              <a:gd name="T27" fmla="*/ 397 h 905"/>
              <a:gd name="T28" fmla="*/ 518 w 1178"/>
              <a:gd name="T29" fmla="*/ 452 h 905"/>
              <a:gd name="T30" fmla="*/ 728 w 1178"/>
              <a:gd name="T31" fmla="*/ 466 h 905"/>
              <a:gd name="T32" fmla="*/ 735 w 1178"/>
              <a:gd name="T33" fmla="*/ 405 h 905"/>
              <a:gd name="T34" fmla="*/ 236 w 1178"/>
              <a:gd name="T35" fmla="*/ 394 h 905"/>
              <a:gd name="T36" fmla="*/ 196 w 1178"/>
              <a:gd name="T37" fmla="*/ 431 h 905"/>
              <a:gd name="T38" fmla="*/ 393 w 1178"/>
              <a:gd name="T39" fmla="*/ 471 h 905"/>
              <a:gd name="T40" fmla="*/ 429 w 1178"/>
              <a:gd name="T41" fmla="*/ 416 h 905"/>
              <a:gd name="T42" fmla="*/ 236 w 1178"/>
              <a:gd name="T43" fmla="*/ 394 h 905"/>
              <a:gd name="T44" fmla="*/ 826 w 1178"/>
              <a:gd name="T45" fmla="*/ 276 h 905"/>
              <a:gd name="T46" fmla="*/ 832 w 1178"/>
              <a:gd name="T47" fmla="*/ 295 h 905"/>
              <a:gd name="T48" fmla="*/ 1040 w 1178"/>
              <a:gd name="T49" fmla="*/ 308 h 905"/>
              <a:gd name="T50" fmla="*/ 1058 w 1178"/>
              <a:gd name="T51" fmla="*/ 274 h 905"/>
              <a:gd name="T52" fmla="*/ 1021 w 1178"/>
              <a:gd name="T53" fmla="*/ 237 h 905"/>
              <a:gd name="T54" fmla="*/ 37 w 1178"/>
              <a:gd name="T55" fmla="*/ 157 h 905"/>
              <a:gd name="T56" fmla="*/ 64 w 1178"/>
              <a:gd name="T57" fmla="*/ 846 h 905"/>
              <a:gd name="T58" fmla="*/ 115 w 1178"/>
              <a:gd name="T59" fmla="*/ 865 h 905"/>
              <a:gd name="T60" fmla="*/ 854 w 1178"/>
              <a:gd name="T61" fmla="*/ 893 h 905"/>
              <a:gd name="T62" fmla="*/ 824 w 1178"/>
              <a:gd name="T63" fmla="*/ 905 h 905"/>
              <a:gd name="T64" fmla="*/ 20 w 1178"/>
              <a:gd name="T65" fmla="*/ 884 h 905"/>
              <a:gd name="T66" fmla="*/ 0 w 1178"/>
              <a:gd name="T67" fmla="*/ 835 h 905"/>
              <a:gd name="T68" fmla="*/ 1 w 1178"/>
              <a:gd name="T69" fmla="*/ 180 h 905"/>
              <a:gd name="T70" fmla="*/ 30 w 1178"/>
              <a:gd name="T71" fmla="*/ 157 h 905"/>
              <a:gd name="T72" fmla="*/ 824 w 1178"/>
              <a:gd name="T73" fmla="*/ 119 h 905"/>
              <a:gd name="T74" fmla="*/ 864 w 1178"/>
              <a:gd name="T75" fmla="*/ 157 h 905"/>
              <a:gd name="T76" fmla="*/ 1057 w 1178"/>
              <a:gd name="T77" fmla="*/ 134 h 905"/>
              <a:gd name="T78" fmla="*/ 1021 w 1178"/>
              <a:gd name="T79" fmla="*/ 79 h 905"/>
              <a:gd name="T80" fmla="*/ 228 w 1178"/>
              <a:gd name="T81" fmla="*/ 312 h 905"/>
              <a:gd name="T82" fmla="*/ 616 w 1178"/>
              <a:gd name="T83" fmla="*/ 312 h 905"/>
              <a:gd name="T84" fmla="*/ 421 w 1178"/>
              <a:gd name="T85" fmla="*/ 155 h 905"/>
              <a:gd name="T86" fmla="*/ 1098 w 1178"/>
              <a:gd name="T87" fmla="*/ 0 h 905"/>
              <a:gd name="T88" fmla="*/ 1174 w 1178"/>
              <a:gd name="T89" fmla="*/ 53 h 905"/>
              <a:gd name="T90" fmla="*/ 156 w 1178"/>
              <a:gd name="T91" fmla="*/ 825 h 905"/>
              <a:gd name="T92" fmla="*/ 81 w 1178"/>
              <a:gd name="T93" fmla="*/ 772 h 905"/>
              <a:gd name="T94" fmla="*/ 92 w 1178"/>
              <a:gd name="T95" fmla="*/ 32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78" h="905">
                <a:moveTo>
                  <a:pt x="1108" y="549"/>
                </a:moveTo>
                <a:lnTo>
                  <a:pt x="1104" y="549"/>
                </a:lnTo>
                <a:lnTo>
                  <a:pt x="1102" y="551"/>
                </a:lnTo>
                <a:lnTo>
                  <a:pt x="1100" y="551"/>
                </a:lnTo>
                <a:lnTo>
                  <a:pt x="1098" y="551"/>
                </a:lnTo>
                <a:lnTo>
                  <a:pt x="941" y="551"/>
                </a:lnTo>
                <a:lnTo>
                  <a:pt x="926" y="553"/>
                </a:lnTo>
                <a:lnTo>
                  <a:pt x="915" y="560"/>
                </a:lnTo>
                <a:lnTo>
                  <a:pt x="909" y="568"/>
                </a:lnTo>
                <a:lnTo>
                  <a:pt x="905" y="577"/>
                </a:lnTo>
                <a:lnTo>
                  <a:pt x="903" y="585"/>
                </a:lnTo>
                <a:lnTo>
                  <a:pt x="903" y="587"/>
                </a:lnTo>
                <a:lnTo>
                  <a:pt x="903" y="753"/>
                </a:lnTo>
                <a:lnTo>
                  <a:pt x="905" y="770"/>
                </a:lnTo>
                <a:lnTo>
                  <a:pt x="907" y="780"/>
                </a:lnTo>
                <a:lnTo>
                  <a:pt x="913" y="783"/>
                </a:lnTo>
                <a:lnTo>
                  <a:pt x="918" y="782"/>
                </a:lnTo>
                <a:lnTo>
                  <a:pt x="924" y="778"/>
                </a:lnTo>
                <a:lnTo>
                  <a:pt x="930" y="774"/>
                </a:lnTo>
                <a:lnTo>
                  <a:pt x="934" y="770"/>
                </a:lnTo>
                <a:lnTo>
                  <a:pt x="934" y="768"/>
                </a:lnTo>
                <a:lnTo>
                  <a:pt x="1125" y="577"/>
                </a:lnTo>
                <a:lnTo>
                  <a:pt x="1130" y="571"/>
                </a:lnTo>
                <a:lnTo>
                  <a:pt x="1134" y="566"/>
                </a:lnTo>
                <a:lnTo>
                  <a:pt x="1134" y="562"/>
                </a:lnTo>
                <a:lnTo>
                  <a:pt x="1134" y="558"/>
                </a:lnTo>
                <a:lnTo>
                  <a:pt x="1132" y="554"/>
                </a:lnTo>
                <a:lnTo>
                  <a:pt x="1130" y="553"/>
                </a:lnTo>
                <a:lnTo>
                  <a:pt x="1126" y="551"/>
                </a:lnTo>
                <a:lnTo>
                  <a:pt x="1123" y="551"/>
                </a:lnTo>
                <a:lnTo>
                  <a:pt x="1117" y="549"/>
                </a:lnTo>
                <a:lnTo>
                  <a:pt x="1113" y="549"/>
                </a:lnTo>
                <a:lnTo>
                  <a:pt x="1108" y="549"/>
                </a:lnTo>
                <a:close/>
                <a:moveTo>
                  <a:pt x="864" y="394"/>
                </a:moveTo>
                <a:lnTo>
                  <a:pt x="849" y="397"/>
                </a:lnTo>
                <a:lnTo>
                  <a:pt x="837" y="405"/>
                </a:lnTo>
                <a:lnTo>
                  <a:pt x="828" y="416"/>
                </a:lnTo>
                <a:lnTo>
                  <a:pt x="824" y="431"/>
                </a:lnTo>
                <a:lnTo>
                  <a:pt x="824" y="433"/>
                </a:lnTo>
                <a:lnTo>
                  <a:pt x="828" y="448"/>
                </a:lnTo>
                <a:lnTo>
                  <a:pt x="837" y="460"/>
                </a:lnTo>
                <a:lnTo>
                  <a:pt x="849" y="469"/>
                </a:lnTo>
                <a:lnTo>
                  <a:pt x="864" y="471"/>
                </a:lnTo>
                <a:lnTo>
                  <a:pt x="1019" y="471"/>
                </a:lnTo>
                <a:lnTo>
                  <a:pt x="1034" y="469"/>
                </a:lnTo>
                <a:lnTo>
                  <a:pt x="1047" y="460"/>
                </a:lnTo>
                <a:lnTo>
                  <a:pt x="1055" y="448"/>
                </a:lnTo>
                <a:lnTo>
                  <a:pt x="1058" y="433"/>
                </a:lnTo>
                <a:lnTo>
                  <a:pt x="1058" y="431"/>
                </a:lnTo>
                <a:lnTo>
                  <a:pt x="1055" y="416"/>
                </a:lnTo>
                <a:lnTo>
                  <a:pt x="1047" y="405"/>
                </a:lnTo>
                <a:lnTo>
                  <a:pt x="1034" y="397"/>
                </a:lnTo>
                <a:lnTo>
                  <a:pt x="1019" y="394"/>
                </a:lnTo>
                <a:lnTo>
                  <a:pt x="864" y="394"/>
                </a:lnTo>
                <a:close/>
                <a:moveTo>
                  <a:pt x="552" y="394"/>
                </a:moveTo>
                <a:lnTo>
                  <a:pt x="537" y="397"/>
                </a:lnTo>
                <a:lnTo>
                  <a:pt x="523" y="405"/>
                </a:lnTo>
                <a:lnTo>
                  <a:pt x="516" y="416"/>
                </a:lnTo>
                <a:lnTo>
                  <a:pt x="512" y="431"/>
                </a:lnTo>
                <a:lnTo>
                  <a:pt x="518" y="452"/>
                </a:lnTo>
                <a:lnTo>
                  <a:pt x="531" y="466"/>
                </a:lnTo>
                <a:lnTo>
                  <a:pt x="552" y="471"/>
                </a:lnTo>
                <a:lnTo>
                  <a:pt x="707" y="471"/>
                </a:lnTo>
                <a:lnTo>
                  <a:pt x="728" y="466"/>
                </a:lnTo>
                <a:lnTo>
                  <a:pt x="741" y="452"/>
                </a:lnTo>
                <a:lnTo>
                  <a:pt x="746" y="431"/>
                </a:lnTo>
                <a:lnTo>
                  <a:pt x="743" y="416"/>
                </a:lnTo>
                <a:lnTo>
                  <a:pt x="735" y="405"/>
                </a:lnTo>
                <a:lnTo>
                  <a:pt x="722" y="397"/>
                </a:lnTo>
                <a:lnTo>
                  <a:pt x="707" y="394"/>
                </a:lnTo>
                <a:lnTo>
                  <a:pt x="552" y="394"/>
                </a:lnTo>
                <a:close/>
                <a:moveTo>
                  <a:pt x="236" y="394"/>
                </a:moveTo>
                <a:lnTo>
                  <a:pt x="221" y="397"/>
                </a:lnTo>
                <a:lnTo>
                  <a:pt x="208" y="405"/>
                </a:lnTo>
                <a:lnTo>
                  <a:pt x="200" y="416"/>
                </a:lnTo>
                <a:lnTo>
                  <a:pt x="196" y="431"/>
                </a:lnTo>
                <a:lnTo>
                  <a:pt x="202" y="452"/>
                </a:lnTo>
                <a:lnTo>
                  <a:pt x="215" y="466"/>
                </a:lnTo>
                <a:lnTo>
                  <a:pt x="236" y="471"/>
                </a:lnTo>
                <a:lnTo>
                  <a:pt x="393" y="471"/>
                </a:lnTo>
                <a:lnTo>
                  <a:pt x="412" y="466"/>
                </a:lnTo>
                <a:lnTo>
                  <a:pt x="427" y="452"/>
                </a:lnTo>
                <a:lnTo>
                  <a:pt x="433" y="431"/>
                </a:lnTo>
                <a:lnTo>
                  <a:pt x="429" y="416"/>
                </a:lnTo>
                <a:lnTo>
                  <a:pt x="421" y="405"/>
                </a:lnTo>
                <a:lnTo>
                  <a:pt x="408" y="397"/>
                </a:lnTo>
                <a:lnTo>
                  <a:pt x="393" y="394"/>
                </a:lnTo>
                <a:lnTo>
                  <a:pt x="236" y="394"/>
                </a:lnTo>
                <a:close/>
                <a:moveTo>
                  <a:pt x="866" y="237"/>
                </a:moveTo>
                <a:lnTo>
                  <a:pt x="847" y="242"/>
                </a:lnTo>
                <a:lnTo>
                  <a:pt x="832" y="255"/>
                </a:lnTo>
                <a:lnTo>
                  <a:pt x="826" y="276"/>
                </a:lnTo>
                <a:lnTo>
                  <a:pt x="826" y="274"/>
                </a:lnTo>
                <a:lnTo>
                  <a:pt x="826" y="276"/>
                </a:lnTo>
                <a:lnTo>
                  <a:pt x="826" y="276"/>
                </a:lnTo>
                <a:lnTo>
                  <a:pt x="832" y="295"/>
                </a:lnTo>
                <a:lnTo>
                  <a:pt x="847" y="308"/>
                </a:lnTo>
                <a:lnTo>
                  <a:pt x="866" y="314"/>
                </a:lnTo>
                <a:lnTo>
                  <a:pt x="1021" y="314"/>
                </a:lnTo>
                <a:lnTo>
                  <a:pt x="1040" y="308"/>
                </a:lnTo>
                <a:lnTo>
                  <a:pt x="1055" y="295"/>
                </a:lnTo>
                <a:lnTo>
                  <a:pt x="1058" y="276"/>
                </a:lnTo>
                <a:lnTo>
                  <a:pt x="1058" y="276"/>
                </a:lnTo>
                <a:lnTo>
                  <a:pt x="1058" y="274"/>
                </a:lnTo>
                <a:lnTo>
                  <a:pt x="1058" y="276"/>
                </a:lnTo>
                <a:lnTo>
                  <a:pt x="1055" y="255"/>
                </a:lnTo>
                <a:lnTo>
                  <a:pt x="1040" y="242"/>
                </a:lnTo>
                <a:lnTo>
                  <a:pt x="1021" y="237"/>
                </a:lnTo>
                <a:lnTo>
                  <a:pt x="866" y="237"/>
                </a:lnTo>
                <a:close/>
                <a:moveTo>
                  <a:pt x="30" y="157"/>
                </a:moveTo>
                <a:lnTo>
                  <a:pt x="35" y="157"/>
                </a:lnTo>
                <a:lnTo>
                  <a:pt x="37" y="157"/>
                </a:lnTo>
                <a:lnTo>
                  <a:pt x="39" y="785"/>
                </a:lnTo>
                <a:lnTo>
                  <a:pt x="43" y="812"/>
                </a:lnTo>
                <a:lnTo>
                  <a:pt x="51" y="833"/>
                </a:lnTo>
                <a:lnTo>
                  <a:pt x="64" y="846"/>
                </a:lnTo>
                <a:lnTo>
                  <a:pt x="79" y="855"/>
                </a:lnTo>
                <a:lnTo>
                  <a:pt x="92" y="861"/>
                </a:lnTo>
                <a:lnTo>
                  <a:pt x="105" y="863"/>
                </a:lnTo>
                <a:lnTo>
                  <a:pt x="115" y="865"/>
                </a:lnTo>
                <a:lnTo>
                  <a:pt x="119" y="865"/>
                </a:lnTo>
                <a:lnTo>
                  <a:pt x="864" y="865"/>
                </a:lnTo>
                <a:lnTo>
                  <a:pt x="862" y="882"/>
                </a:lnTo>
                <a:lnTo>
                  <a:pt x="854" y="893"/>
                </a:lnTo>
                <a:lnTo>
                  <a:pt x="845" y="899"/>
                </a:lnTo>
                <a:lnTo>
                  <a:pt x="835" y="903"/>
                </a:lnTo>
                <a:lnTo>
                  <a:pt x="828" y="905"/>
                </a:lnTo>
                <a:lnTo>
                  <a:pt x="824" y="905"/>
                </a:lnTo>
                <a:lnTo>
                  <a:pt x="73" y="905"/>
                </a:lnTo>
                <a:lnTo>
                  <a:pt x="51" y="901"/>
                </a:lnTo>
                <a:lnTo>
                  <a:pt x="32" y="893"/>
                </a:lnTo>
                <a:lnTo>
                  <a:pt x="20" y="884"/>
                </a:lnTo>
                <a:lnTo>
                  <a:pt x="11" y="870"/>
                </a:lnTo>
                <a:lnTo>
                  <a:pt x="5" y="857"/>
                </a:lnTo>
                <a:lnTo>
                  <a:pt x="1" y="846"/>
                </a:lnTo>
                <a:lnTo>
                  <a:pt x="0" y="835"/>
                </a:lnTo>
                <a:lnTo>
                  <a:pt x="0" y="829"/>
                </a:lnTo>
                <a:lnTo>
                  <a:pt x="0" y="825"/>
                </a:lnTo>
                <a:lnTo>
                  <a:pt x="0" y="197"/>
                </a:lnTo>
                <a:lnTo>
                  <a:pt x="1" y="180"/>
                </a:lnTo>
                <a:lnTo>
                  <a:pt x="7" y="168"/>
                </a:lnTo>
                <a:lnTo>
                  <a:pt x="15" y="161"/>
                </a:lnTo>
                <a:lnTo>
                  <a:pt x="22" y="157"/>
                </a:lnTo>
                <a:lnTo>
                  <a:pt x="30" y="157"/>
                </a:lnTo>
                <a:close/>
                <a:moveTo>
                  <a:pt x="864" y="79"/>
                </a:moveTo>
                <a:lnTo>
                  <a:pt x="845" y="85"/>
                </a:lnTo>
                <a:lnTo>
                  <a:pt x="830" y="98"/>
                </a:lnTo>
                <a:lnTo>
                  <a:pt x="824" y="119"/>
                </a:lnTo>
                <a:lnTo>
                  <a:pt x="828" y="134"/>
                </a:lnTo>
                <a:lnTo>
                  <a:pt x="837" y="146"/>
                </a:lnTo>
                <a:lnTo>
                  <a:pt x="849" y="153"/>
                </a:lnTo>
                <a:lnTo>
                  <a:pt x="864" y="157"/>
                </a:lnTo>
                <a:lnTo>
                  <a:pt x="1021" y="157"/>
                </a:lnTo>
                <a:lnTo>
                  <a:pt x="1036" y="153"/>
                </a:lnTo>
                <a:lnTo>
                  <a:pt x="1047" y="146"/>
                </a:lnTo>
                <a:lnTo>
                  <a:pt x="1057" y="134"/>
                </a:lnTo>
                <a:lnTo>
                  <a:pt x="1058" y="119"/>
                </a:lnTo>
                <a:lnTo>
                  <a:pt x="1055" y="98"/>
                </a:lnTo>
                <a:lnTo>
                  <a:pt x="1040" y="85"/>
                </a:lnTo>
                <a:lnTo>
                  <a:pt x="1021" y="79"/>
                </a:lnTo>
                <a:lnTo>
                  <a:pt x="864" y="79"/>
                </a:lnTo>
                <a:close/>
                <a:moveTo>
                  <a:pt x="234" y="78"/>
                </a:moveTo>
                <a:lnTo>
                  <a:pt x="368" y="193"/>
                </a:lnTo>
                <a:lnTo>
                  <a:pt x="228" y="312"/>
                </a:lnTo>
                <a:lnTo>
                  <a:pt x="334" y="312"/>
                </a:lnTo>
                <a:lnTo>
                  <a:pt x="421" y="233"/>
                </a:lnTo>
                <a:lnTo>
                  <a:pt x="506" y="312"/>
                </a:lnTo>
                <a:lnTo>
                  <a:pt x="616" y="312"/>
                </a:lnTo>
                <a:lnTo>
                  <a:pt x="474" y="191"/>
                </a:lnTo>
                <a:lnTo>
                  <a:pt x="608" y="78"/>
                </a:lnTo>
                <a:lnTo>
                  <a:pt x="502" y="78"/>
                </a:lnTo>
                <a:lnTo>
                  <a:pt x="421" y="155"/>
                </a:lnTo>
                <a:lnTo>
                  <a:pt x="344" y="78"/>
                </a:lnTo>
                <a:lnTo>
                  <a:pt x="234" y="78"/>
                </a:lnTo>
                <a:close/>
                <a:moveTo>
                  <a:pt x="156" y="0"/>
                </a:moveTo>
                <a:lnTo>
                  <a:pt x="1098" y="0"/>
                </a:lnTo>
                <a:lnTo>
                  <a:pt x="1123" y="4"/>
                </a:lnTo>
                <a:lnTo>
                  <a:pt x="1145" y="15"/>
                </a:lnTo>
                <a:lnTo>
                  <a:pt x="1162" y="32"/>
                </a:lnTo>
                <a:lnTo>
                  <a:pt x="1174" y="53"/>
                </a:lnTo>
                <a:lnTo>
                  <a:pt x="1178" y="78"/>
                </a:lnTo>
                <a:lnTo>
                  <a:pt x="1178" y="589"/>
                </a:lnTo>
                <a:lnTo>
                  <a:pt x="943" y="825"/>
                </a:lnTo>
                <a:lnTo>
                  <a:pt x="156" y="825"/>
                </a:lnTo>
                <a:lnTo>
                  <a:pt x="132" y="821"/>
                </a:lnTo>
                <a:lnTo>
                  <a:pt x="109" y="810"/>
                </a:lnTo>
                <a:lnTo>
                  <a:pt x="92" y="793"/>
                </a:lnTo>
                <a:lnTo>
                  <a:pt x="81" y="772"/>
                </a:lnTo>
                <a:lnTo>
                  <a:pt x="77" y="747"/>
                </a:lnTo>
                <a:lnTo>
                  <a:pt x="77" y="78"/>
                </a:lnTo>
                <a:lnTo>
                  <a:pt x="81" y="53"/>
                </a:lnTo>
                <a:lnTo>
                  <a:pt x="92" y="32"/>
                </a:lnTo>
                <a:lnTo>
                  <a:pt x="109" y="15"/>
                </a:lnTo>
                <a:lnTo>
                  <a:pt x="132" y="4"/>
                </a:lnTo>
                <a:lnTo>
                  <a:pt x="15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18"/>
          <p:cNvSpPr>
            <a:spLocks noChangeAspect="1" noEditPoints="1"/>
          </p:cNvSpPr>
          <p:nvPr/>
        </p:nvSpPr>
        <p:spPr bwMode="auto">
          <a:xfrm>
            <a:off x="4520952" y="4545124"/>
            <a:ext cx="849685" cy="1080000"/>
          </a:xfrm>
          <a:custGeom>
            <a:avLst/>
            <a:gdLst>
              <a:gd name="T0" fmla="*/ 650 w 926"/>
              <a:gd name="T1" fmla="*/ 889 h 1177"/>
              <a:gd name="T2" fmla="*/ 631 w 926"/>
              <a:gd name="T3" fmla="*/ 1094 h 1177"/>
              <a:gd name="T4" fmla="*/ 631 w 926"/>
              <a:gd name="T5" fmla="*/ 1103 h 1177"/>
              <a:gd name="T6" fmla="*/ 631 w 926"/>
              <a:gd name="T7" fmla="*/ 1122 h 1177"/>
              <a:gd name="T8" fmla="*/ 641 w 926"/>
              <a:gd name="T9" fmla="*/ 1133 h 1177"/>
              <a:gd name="T10" fmla="*/ 660 w 926"/>
              <a:gd name="T11" fmla="*/ 1122 h 1177"/>
              <a:gd name="T12" fmla="*/ 875 w 926"/>
              <a:gd name="T13" fmla="*/ 906 h 1177"/>
              <a:gd name="T14" fmla="*/ 866 w 926"/>
              <a:gd name="T15" fmla="*/ 884 h 1177"/>
              <a:gd name="T16" fmla="*/ 142 w 926"/>
              <a:gd name="T17" fmla="*/ 759 h 1177"/>
              <a:gd name="T18" fmla="*/ 127 w 926"/>
              <a:gd name="T19" fmla="*/ 778 h 1177"/>
              <a:gd name="T20" fmla="*/ 142 w 926"/>
              <a:gd name="T21" fmla="*/ 799 h 1177"/>
              <a:gd name="T22" fmla="*/ 790 w 926"/>
              <a:gd name="T23" fmla="*/ 795 h 1177"/>
              <a:gd name="T24" fmla="*/ 798 w 926"/>
              <a:gd name="T25" fmla="*/ 772 h 1177"/>
              <a:gd name="T26" fmla="*/ 779 w 926"/>
              <a:gd name="T27" fmla="*/ 757 h 1177"/>
              <a:gd name="T28" fmla="*/ 136 w 926"/>
              <a:gd name="T29" fmla="*/ 636 h 1177"/>
              <a:gd name="T30" fmla="*/ 128 w 926"/>
              <a:gd name="T31" fmla="*/ 659 h 1177"/>
              <a:gd name="T32" fmla="*/ 147 w 926"/>
              <a:gd name="T33" fmla="*/ 674 h 1177"/>
              <a:gd name="T34" fmla="*/ 796 w 926"/>
              <a:gd name="T35" fmla="*/ 664 h 1177"/>
              <a:gd name="T36" fmla="*/ 796 w 926"/>
              <a:gd name="T37" fmla="*/ 640 h 1177"/>
              <a:gd name="T38" fmla="*/ 147 w 926"/>
              <a:gd name="T39" fmla="*/ 630 h 1177"/>
              <a:gd name="T40" fmla="*/ 509 w 926"/>
              <a:gd name="T41" fmla="*/ 513 h 1177"/>
              <a:gd name="T42" fmla="*/ 509 w 926"/>
              <a:gd name="T43" fmla="*/ 537 h 1177"/>
              <a:gd name="T44" fmla="*/ 779 w 926"/>
              <a:gd name="T45" fmla="*/ 547 h 1177"/>
              <a:gd name="T46" fmla="*/ 798 w 926"/>
              <a:gd name="T47" fmla="*/ 532 h 1177"/>
              <a:gd name="T48" fmla="*/ 790 w 926"/>
              <a:gd name="T49" fmla="*/ 509 h 1177"/>
              <a:gd name="T50" fmla="*/ 526 w 926"/>
              <a:gd name="T51" fmla="*/ 420 h 1177"/>
              <a:gd name="T52" fmla="*/ 507 w 926"/>
              <a:gd name="T53" fmla="*/ 435 h 1177"/>
              <a:gd name="T54" fmla="*/ 514 w 926"/>
              <a:gd name="T55" fmla="*/ 458 h 1177"/>
              <a:gd name="T56" fmla="*/ 785 w 926"/>
              <a:gd name="T57" fmla="*/ 462 h 1177"/>
              <a:gd name="T58" fmla="*/ 800 w 926"/>
              <a:gd name="T59" fmla="*/ 441 h 1177"/>
              <a:gd name="T60" fmla="*/ 785 w 926"/>
              <a:gd name="T61" fmla="*/ 422 h 1177"/>
              <a:gd name="T62" fmla="*/ 520 w 926"/>
              <a:gd name="T63" fmla="*/ 337 h 1177"/>
              <a:gd name="T64" fmla="*/ 505 w 926"/>
              <a:gd name="T65" fmla="*/ 358 h 1177"/>
              <a:gd name="T66" fmla="*/ 520 w 926"/>
              <a:gd name="T67" fmla="*/ 377 h 1177"/>
              <a:gd name="T68" fmla="*/ 790 w 926"/>
              <a:gd name="T69" fmla="*/ 375 h 1177"/>
              <a:gd name="T70" fmla="*/ 798 w 926"/>
              <a:gd name="T71" fmla="*/ 350 h 1177"/>
              <a:gd name="T72" fmla="*/ 779 w 926"/>
              <a:gd name="T73" fmla="*/ 337 h 1177"/>
              <a:gd name="T74" fmla="*/ 140 w 926"/>
              <a:gd name="T75" fmla="*/ 348 h 1177"/>
              <a:gd name="T76" fmla="*/ 130 w 926"/>
              <a:gd name="T77" fmla="*/ 520 h 1177"/>
              <a:gd name="T78" fmla="*/ 336 w 926"/>
              <a:gd name="T79" fmla="*/ 547 h 1177"/>
              <a:gd name="T80" fmla="*/ 380 w 926"/>
              <a:gd name="T81" fmla="*/ 505 h 1177"/>
              <a:gd name="T82" fmla="*/ 354 w 926"/>
              <a:gd name="T83" fmla="*/ 339 h 1177"/>
              <a:gd name="T84" fmla="*/ 153 w 926"/>
              <a:gd name="T85" fmla="*/ 172 h 1177"/>
              <a:gd name="T86" fmla="*/ 130 w 926"/>
              <a:gd name="T87" fmla="*/ 227 h 1177"/>
              <a:gd name="T88" fmla="*/ 758 w 926"/>
              <a:gd name="T89" fmla="*/ 252 h 1177"/>
              <a:gd name="T90" fmla="*/ 800 w 926"/>
              <a:gd name="T91" fmla="*/ 210 h 1177"/>
              <a:gd name="T92" fmla="*/ 758 w 926"/>
              <a:gd name="T93" fmla="*/ 168 h 1177"/>
              <a:gd name="T94" fmla="*/ 868 w 926"/>
              <a:gd name="T95" fmla="*/ 4 h 1177"/>
              <a:gd name="T96" fmla="*/ 926 w 926"/>
              <a:gd name="T97" fmla="*/ 83 h 1177"/>
              <a:gd name="T98" fmla="*/ 59 w 926"/>
              <a:gd name="T99" fmla="*/ 1173 h 1177"/>
              <a:gd name="T100" fmla="*/ 0 w 926"/>
              <a:gd name="T101" fmla="*/ 1094 h 1177"/>
              <a:gd name="T102" fmla="*/ 36 w 926"/>
              <a:gd name="T103" fmla="*/ 15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26" h="1177">
                <a:moveTo>
                  <a:pt x="671" y="884"/>
                </a:moveTo>
                <a:lnTo>
                  <a:pt x="667" y="884"/>
                </a:lnTo>
                <a:lnTo>
                  <a:pt x="660" y="886"/>
                </a:lnTo>
                <a:lnTo>
                  <a:pt x="650" y="889"/>
                </a:lnTo>
                <a:lnTo>
                  <a:pt x="641" y="897"/>
                </a:lnTo>
                <a:lnTo>
                  <a:pt x="635" y="908"/>
                </a:lnTo>
                <a:lnTo>
                  <a:pt x="631" y="925"/>
                </a:lnTo>
                <a:lnTo>
                  <a:pt x="631" y="1094"/>
                </a:lnTo>
                <a:lnTo>
                  <a:pt x="631" y="1094"/>
                </a:lnTo>
                <a:lnTo>
                  <a:pt x="631" y="1096"/>
                </a:lnTo>
                <a:lnTo>
                  <a:pt x="631" y="1099"/>
                </a:lnTo>
                <a:lnTo>
                  <a:pt x="631" y="1103"/>
                </a:lnTo>
                <a:lnTo>
                  <a:pt x="631" y="1107"/>
                </a:lnTo>
                <a:lnTo>
                  <a:pt x="631" y="1113"/>
                </a:lnTo>
                <a:lnTo>
                  <a:pt x="631" y="1116"/>
                </a:lnTo>
                <a:lnTo>
                  <a:pt x="631" y="1122"/>
                </a:lnTo>
                <a:lnTo>
                  <a:pt x="633" y="1126"/>
                </a:lnTo>
                <a:lnTo>
                  <a:pt x="635" y="1130"/>
                </a:lnTo>
                <a:lnTo>
                  <a:pt x="637" y="1132"/>
                </a:lnTo>
                <a:lnTo>
                  <a:pt x="641" y="1133"/>
                </a:lnTo>
                <a:lnTo>
                  <a:pt x="645" y="1132"/>
                </a:lnTo>
                <a:lnTo>
                  <a:pt x="648" y="1132"/>
                </a:lnTo>
                <a:lnTo>
                  <a:pt x="654" y="1128"/>
                </a:lnTo>
                <a:lnTo>
                  <a:pt x="660" y="1122"/>
                </a:lnTo>
                <a:lnTo>
                  <a:pt x="864" y="918"/>
                </a:lnTo>
                <a:lnTo>
                  <a:pt x="866" y="916"/>
                </a:lnTo>
                <a:lnTo>
                  <a:pt x="870" y="912"/>
                </a:lnTo>
                <a:lnTo>
                  <a:pt x="875" y="906"/>
                </a:lnTo>
                <a:lnTo>
                  <a:pt x="879" y="901"/>
                </a:lnTo>
                <a:lnTo>
                  <a:pt x="881" y="893"/>
                </a:lnTo>
                <a:lnTo>
                  <a:pt x="877" y="887"/>
                </a:lnTo>
                <a:lnTo>
                  <a:pt x="866" y="884"/>
                </a:lnTo>
                <a:lnTo>
                  <a:pt x="849" y="884"/>
                </a:lnTo>
                <a:lnTo>
                  <a:pt x="671" y="884"/>
                </a:lnTo>
                <a:close/>
                <a:moveTo>
                  <a:pt x="147" y="757"/>
                </a:moveTo>
                <a:lnTo>
                  <a:pt x="142" y="759"/>
                </a:lnTo>
                <a:lnTo>
                  <a:pt x="136" y="761"/>
                </a:lnTo>
                <a:lnTo>
                  <a:pt x="130" y="766"/>
                </a:lnTo>
                <a:lnTo>
                  <a:pt x="128" y="772"/>
                </a:lnTo>
                <a:lnTo>
                  <a:pt x="127" y="778"/>
                </a:lnTo>
                <a:lnTo>
                  <a:pt x="128" y="785"/>
                </a:lnTo>
                <a:lnTo>
                  <a:pt x="130" y="791"/>
                </a:lnTo>
                <a:lnTo>
                  <a:pt x="136" y="795"/>
                </a:lnTo>
                <a:lnTo>
                  <a:pt x="142" y="799"/>
                </a:lnTo>
                <a:lnTo>
                  <a:pt x="147" y="799"/>
                </a:lnTo>
                <a:lnTo>
                  <a:pt x="779" y="799"/>
                </a:lnTo>
                <a:lnTo>
                  <a:pt x="785" y="799"/>
                </a:lnTo>
                <a:lnTo>
                  <a:pt x="790" y="795"/>
                </a:lnTo>
                <a:lnTo>
                  <a:pt x="796" y="791"/>
                </a:lnTo>
                <a:lnTo>
                  <a:pt x="798" y="785"/>
                </a:lnTo>
                <a:lnTo>
                  <a:pt x="800" y="778"/>
                </a:lnTo>
                <a:lnTo>
                  <a:pt x="798" y="772"/>
                </a:lnTo>
                <a:lnTo>
                  <a:pt x="796" y="766"/>
                </a:lnTo>
                <a:lnTo>
                  <a:pt x="790" y="761"/>
                </a:lnTo>
                <a:lnTo>
                  <a:pt x="785" y="759"/>
                </a:lnTo>
                <a:lnTo>
                  <a:pt x="779" y="757"/>
                </a:lnTo>
                <a:lnTo>
                  <a:pt x="147" y="757"/>
                </a:lnTo>
                <a:close/>
                <a:moveTo>
                  <a:pt x="147" y="630"/>
                </a:moveTo>
                <a:lnTo>
                  <a:pt x="142" y="632"/>
                </a:lnTo>
                <a:lnTo>
                  <a:pt x="136" y="636"/>
                </a:lnTo>
                <a:lnTo>
                  <a:pt x="130" y="640"/>
                </a:lnTo>
                <a:lnTo>
                  <a:pt x="128" y="645"/>
                </a:lnTo>
                <a:lnTo>
                  <a:pt x="127" y="653"/>
                </a:lnTo>
                <a:lnTo>
                  <a:pt x="128" y="659"/>
                </a:lnTo>
                <a:lnTo>
                  <a:pt x="130" y="664"/>
                </a:lnTo>
                <a:lnTo>
                  <a:pt x="136" y="668"/>
                </a:lnTo>
                <a:lnTo>
                  <a:pt x="142" y="672"/>
                </a:lnTo>
                <a:lnTo>
                  <a:pt x="147" y="674"/>
                </a:lnTo>
                <a:lnTo>
                  <a:pt x="779" y="674"/>
                </a:lnTo>
                <a:lnTo>
                  <a:pt x="785" y="672"/>
                </a:lnTo>
                <a:lnTo>
                  <a:pt x="790" y="668"/>
                </a:lnTo>
                <a:lnTo>
                  <a:pt x="796" y="664"/>
                </a:lnTo>
                <a:lnTo>
                  <a:pt x="798" y="659"/>
                </a:lnTo>
                <a:lnTo>
                  <a:pt x="800" y="653"/>
                </a:lnTo>
                <a:lnTo>
                  <a:pt x="798" y="645"/>
                </a:lnTo>
                <a:lnTo>
                  <a:pt x="796" y="640"/>
                </a:lnTo>
                <a:lnTo>
                  <a:pt x="790" y="636"/>
                </a:lnTo>
                <a:lnTo>
                  <a:pt x="785" y="632"/>
                </a:lnTo>
                <a:lnTo>
                  <a:pt x="779" y="630"/>
                </a:lnTo>
                <a:lnTo>
                  <a:pt x="147" y="630"/>
                </a:lnTo>
                <a:close/>
                <a:moveTo>
                  <a:pt x="526" y="505"/>
                </a:moveTo>
                <a:lnTo>
                  <a:pt x="520" y="505"/>
                </a:lnTo>
                <a:lnTo>
                  <a:pt x="514" y="509"/>
                </a:lnTo>
                <a:lnTo>
                  <a:pt x="509" y="513"/>
                </a:lnTo>
                <a:lnTo>
                  <a:pt x="507" y="518"/>
                </a:lnTo>
                <a:lnTo>
                  <a:pt x="505" y="526"/>
                </a:lnTo>
                <a:lnTo>
                  <a:pt x="507" y="532"/>
                </a:lnTo>
                <a:lnTo>
                  <a:pt x="509" y="537"/>
                </a:lnTo>
                <a:lnTo>
                  <a:pt x="514" y="543"/>
                </a:lnTo>
                <a:lnTo>
                  <a:pt x="520" y="545"/>
                </a:lnTo>
                <a:lnTo>
                  <a:pt x="526" y="547"/>
                </a:lnTo>
                <a:lnTo>
                  <a:pt x="779" y="547"/>
                </a:lnTo>
                <a:lnTo>
                  <a:pt x="785" y="545"/>
                </a:lnTo>
                <a:lnTo>
                  <a:pt x="790" y="543"/>
                </a:lnTo>
                <a:lnTo>
                  <a:pt x="796" y="537"/>
                </a:lnTo>
                <a:lnTo>
                  <a:pt x="798" y="532"/>
                </a:lnTo>
                <a:lnTo>
                  <a:pt x="800" y="526"/>
                </a:lnTo>
                <a:lnTo>
                  <a:pt x="798" y="518"/>
                </a:lnTo>
                <a:lnTo>
                  <a:pt x="796" y="513"/>
                </a:lnTo>
                <a:lnTo>
                  <a:pt x="790" y="509"/>
                </a:lnTo>
                <a:lnTo>
                  <a:pt x="785" y="505"/>
                </a:lnTo>
                <a:lnTo>
                  <a:pt x="779" y="505"/>
                </a:lnTo>
                <a:lnTo>
                  <a:pt x="526" y="505"/>
                </a:lnTo>
                <a:close/>
                <a:moveTo>
                  <a:pt x="526" y="420"/>
                </a:moveTo>
                <a:lnTo>
                  <a:pt x="520" y="422"/>
                </a:lnTo>
                <a:lnTo>
                  <a:pt x="514" y="424"/>
                </a:lnTo>
                <a:lnTo>
                  <a:pt x="509" y="430"/>
                </a:lnTo>
                <a:lnTo>
                  <a:pt x="507" y="435"/>
                </a:lnTo>
                <a:lnTo>
                  <a:pt x="505" y="441"/>
                </a:lnTo>
                <a:lnTo>
                  <a:pt x="507" y="448"/>
                </a:lnTo>
                <a:lnTo>
                  <a:pt x="509" y="454"/>
                </a:lnTo>
                <a:lnTo>
                  <a:pt x="514" y="458"/>
                </a:lnTo>
                <a:lnTo>
                  <a:pt x="520" y="462"/>
                </a:lnTo>
                <a:lnTo>
                  <a:pt x="526" y="462"/>
                </a:lnTo>
                <a:lnTo>
                  <a:pt x="779" y="462"/>
                </a:lnTo>
                <a:lnTo>
                  <a:pt x="785" y="462"/>
                </a:lnTo>
                <a:lnTo>
                  <a:pt x="790" y="458"/>
                </a:lnTo>
                <a:lnTo>
                  <a:pt x="796" y="454"/>
                </a:lnTo>
                <a:lnTo>
                  <a:pt x="798" y="448"/>
                </a:lnTo>
                <a:lnTo>
                  <a:pt x="800" y="441"/>
                </a:lnTo>
                <a:lnTo>
                  <a:pt x="798" y="435"/>
                </a:lnTo>
                <a:lnTo>
                  <a:pt x="796" y="430"/>
                </a:lnTo>
                <a:lnTo>
                  <a:pt x="790" y="424"/>
                </a:lnTo>
                <a:lnTo>
                  <a:pt x="785" y="422"/>
                </a:lnTo>
                <a:lnTo>
                  <a:pt x="779" y="420"/>
                </a:lnTo>
                <a:lnTo>
                  <a:pt x="526" y="420"/>
                </a:lnTo>
                <a:close/>
                <a:moveTo>
                  <a:pt x="526" y="337"/>
                </a:moveTo>
                <a:lnTo>
                  <a:pt x="520" y="337"/>
                </a:lnTo>
                <a:lnTo>
                  <a:pt x="514" y="341"/>
                </a:lnTo>
                <a:lnTo>
                  <a:pt x="509" y="344"/>
                </a:lnTo>
                <a:lnTo>
                  <a:pt x="507" y="350"/>
                </a:lnTo>
                <a:lnTo>
                  <a:pt x="505" y="358"/>
                </a:lnTo>
                <a:lnTo>
                  <a:pt x="507" y="363"/>
                </a:lnTo>
                <a:lnTo>
                  <a:pt x="509" y="369"/>
                </a:lnTo>
                <a:lnTo>
                  <a:pt x="514" y="375"/>
                </a:lnTo>
                <a:lnTo>
                  <a:pt x="520" y="377"/>
                </a:lnTo>
                <a:lnTo>
                  <a:pt x="526" y="378"/>
                </a:lnTo>
                <a:lnTo>
                  <a:pt x="779" y="378"/>
                </a:lnTo>
                <a:lnTo>
                  <a:pt x="785" y="377"/>
                </a:lnTo>
                <a:lnTo>
                  <a:pt x="790" y="375"/>
                </a:lnTo>
                <a:lnTo>
                  <a:pt x="796" y="369"/>
                </a:lnTo>
                <a:lnTo>
                  <a:pt x="798" y="363"/>
                </a:lnTo>
                <a:lnTo>
                  <a:pt x="800" y="358"/>
                </a:lnTo>
                <a:lnTo>
                  <a:pt x="798" y="350"/>
                </a:lnTo>
                <a:lnTo>
                  <a:pt x="796" y="344"/>
                </a:lnTo>
                <a:lnTo>
                  <a:pt x="790" y="341"/>
                </a:lnTo>
                <a:lnTo>
                  <a:pt x="785" y="337"/>
                </a:lnTo>
                <a:lnTo>
                  <a:pt x="779" y="337"/>
                </a:lnTo>
                <a:lnTo>
                  <a:pt x="526" y="337"/>
                </a:lnTo>
                <a:close/>
                <a:moveTo>
                  <a:pt x="168" y="337"/>
                </a:moveTo>
                <a:lnTo>
                  <a:pt x="153" y="339"/>
                </a:lnTo>
                <a:lnTo>
                  <a:pt x="140" y="348"/>
                </a:lnTo>
                <a:lnTo>
                  <a:pt x="130" y="361"/>
                </a:lnTo>
                <a:lnTo>
                  <a:pt x="127" y="378"/>
                </a:lnTo>
                <a:lnTo>
                  <a:pt x="127" y="505"/>
                </a:lnTo>
                <a:lnTo>
                  <a:pt x="130" y="520"/>
                </a:lnTo>
                <a:lnTo>
                  <a:pt x="140" y="534"/>
                </a:lnTo>
                <a:lnTo>
                  <a:pt x="153" y="543"/>
                </a:lnTo>
                <a:lnTo>
                  <a:pt x="168" y="547"/>
                </a:lnTo>
                <a:lnTo>
                  <a:pt x="336" y="547"/>
                </a:lnTo>
                <a:lnTo>
                  <a:pt x="354" y="543"/>
                </a:lnTo>
                <a:lnTo>
                  <a:pt x="367" y="534"/>
                </a:lnTo>
                <a:lnTo>
                  <a:pt x="376" y="520"/>
                </a:lnTo>
                <a:lnTo>
                  <a:pt x="380" y="505"/>
                </a:lnTo>
                <a:lnTo>
                  <a:pt x="380" y="378"/>
                </a:lnTo>
                <a:lnTo>
                  <a:pt x="376" y="361"/>
                </a:lnTo>
                <a:lnTo>
                  <a:pt x="367" y="348"/>
                </a:lnTo>
                <a:lnTo>
                  <a:pt x="354" y="339"/>
                </a:lnTo>
                <a:lnTo>
                  <a:pt x="336" y="337"/>
                </a:lnTo>
                <a:lnTo>
                  <a:pt x="168" y="337"/>
                </a:lnTo>
                <a:close/>
                <a:moveTo>
                  <a:pt x="168" y="168"/>
                </a:moveTo>
                <a:lnTo>
                  <a:pt x="153" y="172"/>
                </a:lnTo>
                <a:lnTo>
                  <a:pt x="140" y="180"/>
                </a:lnTo>
                <a:lnTo>
                  <a:pt x="130" y="193"/>
                </a:lnTo>
                <a:lnTo>
                  <a:pt x="127" y="210"/>
                </a:lnTo>
                <a:lnTo>
                  <a:pt x="130" y="227"/>
                </a:lnTo>
                <a:lnTo>
                  <a:pt x="140" y="240"/>
                </a:lnTo>
                <a:lnTo>
                  <a:pt x="153" y="250"/>
                </a:lnTo>
                <a:lnTo>
                  <a:pt x="168" y="252"/>
                </a:lnTo>
                <a:lnTo>
                  <a:pt x="758" y="252"/>
                </a:lnTo>
                <a:lnTo>
                  <a:pt x="773" y="250"/>
                </a:lnTo>
                <a:lnTo>
                  <a:pt x="787" y="240"/>
                </a:lnTo>
                <a:lnTo>
                  <a:pt x="796" y="227"/>
                </a:lnTo>
                <a:lnTo>
                  <a:pt x="800" y="210"/>
                </a:lnTo>
                <a:lnTo>
                  <a:pt x="796" y="193"/>
                </a:lnTo>
                <a:lnTo>
                  <a:pt x="787" y="180"/>
                </a:lnTo>
                <a:lnTo>
                  <a:pt x="773" y="172"/>
                </a:lnTo>
                <a:lnTo>
                  <a:pt x="758" y="168"/>
                </a:lnTo>
                <a:lnTo>
                  <a:pt x="168" y="168"/>
                </a:lnTo>
                <a:close/>
                <a:moveTo>
                  <a:pt x="85" y="0"/>
                </a:moveTo>
                <a:lnTo>
                  <a:pt x="841" y="0"/>
                </a:lnTo>
                <a:lnTo>
                  <a:pt x="868" y="4"/>
                </a:lnTo>
                <a:lnTo>
                  <a:pt x="891" y="15"/>
                </a:lnTo>
                <a:lnTo>
                  <a:pt x="909" y="34"/>
                </a:lnTo>
                <a:lnTo>
                  <a:pt x="921" y="57"/>
                </a:lnTo>
                <a:lnTo>
                  <a:pt x="926" y="83"/>
                </a:lnTo>
                <a:lnTo>
                  <a:pt x="926" y="927"/>
                </a:lnTo>
                <a:lnTo>
                  <a:pt x="673" y="1177"/>
                </a:lnTo>
                <a:lnTo>
                  <a:pt x="85" y="1177"/>
                </a:lnTo>
                <a:lnTo>
                  <a:pt x="59" y="1173"/>
                </a:lnTo>
                <a:lnTo>
                  <a:pt x="36" y="1162"/>
                </a:lnTo>
                <a:lnTo>
                  <a:pt x="17" y="1143"/>
                </a:lnTo>
                <a:lnTo>
                  <a:pt x="6" y="1120"/>
                </a:lnTo>
                <a:lnTo>
                  <a:pt x="0" y="1094"/>
                </a:lnTo>
                <a:lnTo>
                  <a:pt x="0" y="83"/>
                </a:lnTo>
                <a:lnTo>
                  <a:pt x="6" y="57"/>
                </a:lnTo>
                <a:lnTo>
                  <a:pt x="17" y="34"/>
                </a:lnTo>
                <a:lnTo>
                  <a:pt x="36" y="15"/>
                </a:lnTo>
                <a:lnTo>
                  <a:pt x="59" y="4"/>
                </a:lnTo>
                <a:lnTo>
                  <a:pt x="8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19"/>
          <p:cNvSpPr>
            <a:spLocks noChangeAspect="1" noEditPoints="1"/>
          </p:cNvSpPr>
          <p:nvPr/>
        </p:nvSpPr>
        <p:spPr bwMode="auto">
          <a:xfrm>
            <a:off x="6179504" y="4545244"/>
            <a:ext cx="850603" cy="1080000"/>
          </a:xfrm>
          <a:custGeom>
            <a:avLst/>
            <a:gdLst>
              <a:gd name="T0" fmla="*/ 567 w 927"/>
              <a:gd name="T1" fmla="*/ 889 h 1177"/>
              <a:gd name="T2" fmla="*/ 547 w 927"/>
              <a:gd name="T3" fmla="*/ 1094 h 1177"/>
              <a:gd name="T4" fmla="*/ 547 w 927"/>
              <a:gd name="T5" fmla="*/ 1103 h 1177"/>
              <a:gd name="T6" fmla="*/ 548 w 927"/>
              <a:gd name="T7" fmla="*/ 1122 h 1177"/>
              <a:gd name="T8" fmla="*/ 556 w 927"/>
              <a:gd name="T9" fmla="*/ 1133 h 1177"/>
              <a:gd name="T10" fmla="*/ 577 w 927"/>
              <a:gd name="T11" fmla="*/ 1122 h 1177"/>
              <a:gd name="T12" fmla="*/ 790 w 927"/>
              <a:gd name="T13" fmla="*/ 906 h 1177"/>
              <a:gd name="T14" fmla="*/ 783 w 927"/>
              <a:gd name="T15" fmla="*/ 886 h 1177"/>
              <a:gd name="T16" fmla="*/ 98 w 927"/>
              <a:gd name="T17" fmla="*/ 757 h 1177"/>
              <a:gd name="T18" fmla="*/ 85 w 927"/>
              <a:gd name="T19" fmla="*/ 778 h 1177"/>
              <a:gd name="T20" fmla="*/ 98 w 927"/>
              <a:gd name="T21" fmla="*/ 799 h 1177"/>
              <a:gd name="T22" fmla="*/ 749 w 927"/>
              <a:gd name="T23" fmla="*/ 795 h 1177"/>
              <a:gd name="T24" fmla="*/ 756 w 927"/>
              <a:gd name="T25" fmla="*/ 770 h 1177"/>
              <a:gd name="T26" fmla="*/ 738 w 927"/>
              <a:gd name="T27" fmla="*/ 757 h 1177"/>
              <a:gd name="T28" fmla="*/ 93 w 927"/>
              <a:gd name="T29" fmla="*/ 634 h 1177"/>
              <a:gd name="T30" fmla="*/ 85 w 927"/>
              <a:gd name="T31" fmla="*/ 659 h 1177"/>
              <a:gd name="T32" fmla="*/ 106 w 927"/>
              <a:gd name="T33" fmla="*/ 672 h 1177"/>
              <a:gd name="T34" fmla="*/ 755 w 927"/>
              <a:gd name="T35" fmla="*/ 664 h 1177"/>
              <a:gd name="T36" fmla="*/ 755 w 927"/>
              <a:gd name="T37" fmla="*/ 640 h 1177"/>
              <a:gd name="T38" fmla="*/ 106 w 927"/>
              <a:gd name="T39" fmla="*/ 630 h 1177"/>
              <a:gd name="T40" fmla="*/ 467 w 927"/>
              <a:gd name="T41" fmla="*/ 513 h 1177"/>
              <a:gd name="T42" fmla="*/ 467 w 927"/>
              <a:gd name="T43" fmla="*/ 537 h 1177"/>
              <a:gd name="T44" fmla="*/ 738 w 927"/>
              <a:gd name="T45" fmla="*/ 547 h 1177"/>
              <a:gd name="T46" fmla="*/ 756 w 927"/>
              <a:gd name="T47" fmla="*/ 532 h 1177"/>
              <a:gd name="T48" fmla="*/ 749 w 927"/>
              <a:gd name="T49" fmla="*/ 507 h 1177"/>
              <a:gd name="T50" fmla="*/ 484 w 927"/>
              <a:gd name="T51" fmla="*/ 420 h 1177"/>
              <a:gd name="T52" fmla="*/ 463 w 927"/>
              <a:gd name="T53" fmla="*/ 433 h 1177"/>
              <a:gd name="T54" fmla="*/ 471 w 927"/>
              <a:gd name="T55" fmla="*/ 458 h 1177"/>
              <a:gd name="T56" fmla="*/ 743 w 927"/>
              <a:gd name="T57" fmla="*/ 460 h 1177"/>
              <a:gd name="T58" fmla="*/ 758 w 927"/>
              <a:gd name="T59" fmla="*/ 441 h 1177"/>
              <a:gd name="T60" fmla="*/ 743 w 927"/>
              <a:gd name="T61" fmla="*/ 420 h 1177"/>
              <a:gd name="T62" fmla="*/ 477 w 927"/>
              <a:gd name="T63" fmla="*/ 337 h 1177"/>
              <a:gd name="T64" fmla="*/ 463 w 927"/>
              <a:gd name="T65" fmla="*/ 356 h 1177"/>
              <a:gd name="T66" fmla="*/ 477 w 927"/>
              <a:gd name="T67" fmla="*/ 377 h 1177"/>
              <a:gd name="T68" fmla="*/ 749 w 927"/>
              <a:gd name="T69" fmla="*/ 373 h 1177"/>
              <a:gd name="T70" fmla="*/ 756 w 927"/>
              <a:gd name="T71" fmla="*/ 350 h 1177"/>
              <a:gd name="T72" fmla="*/ 738 w 927"/>
              <a:gd name="T73" fmla="*/ 335 h 1177"/>
              <a:gd name="T74" fmla="*/ 96 w 927"/>
              <a:gd name="T75" fmla="*/ 348 h 1177"/>
              <a:gd name="T76" fmla="*/ 87 w 927"/>
              <a:gd name="T77" fmla="*/ 520 h 1177"/>
              <a:gd name="T78" fmla="*/ 295 w 927"/>
              <a:gd name="T79" fmla="*/ 547 h 1177"/>
              <a:gd name="T80" fmla="*/ 337 w 927"/>
              <a:gd name="T81" fmla="*/ 503 h 1177"/>
              <a:gd name="T82" fmla="*/ 310 w 927"/>
              <a:gd name="T83" fmla="*/ 339 h 1177"/>
              <a:gd name="T84" fmla="*/ 110 w 927"/>
              <a:gd name="T85" fmla="*/ 170 h 1177"/>
              <a:gd name="T86" fmla="*/ 87 w 927"/>
              <a:gd name="T87" fmla="*/ 225 h 1177"/>
              <a:gd name="T88" fmla="*/ 715 w 927"/>
              <a:gd name="T89" fmla="*/ 252 h 1177"/>
              <a:gd name="T90" fmla="*/ 758 w 927"/>
              <a:gd name="T91" fmla="*/ 208 h 1177"/>
              <a:gd name="T92" fmla="*/ 715 w 927"/>
              <a:gd name="T93" fmla="*/ 167 h 1177"/>
              <a:gd name="T94" fmla="*/ 785 w 927"/>
              <a:gd name="T95" fmla="*/ 87 h 1177"/>
              <a:gd name="T96" fmla="*/ 842 w 927"/>
              <a:gd name="T97" fmla="*/ 167 h 1177"/>
              <a:gd name="T98" fmla="*/ 57 w 927"/>
              <a:gd name="T99" fmla="*/ 1173 h 1177"/>
              <a:gd name="T100" fmla="*/ 0 w 927"/>
              <a:gd name="T101" fmla="*/ 1094 h 1177"/>
              <a:gd name="T102" fmla="*/ 34 w 927"/>
              <a:gd name="T103" fmla="*/ 98 h 1177"/>
              <a:gd name="T104" fmla="*/ 853 w 927"/>
              <a:gd name="T105" fmla="*/ 0 h 1177"/>
              <a:gd name="T106" fmla="*/ 904 w 927"/>
              <a:gd name="T107" fmla="*/ 21 h 1177"/>
              <a:gd name="T108" fmla="*/ 927 w 927"/>
              <a:gd name="T109" fmla="*/ 884 h 1177"/>
              <a:gd name="T110" fmla="*/ 913 w 927"/>
              <a:gd name="T111" fmla="*/ 916 h 1177"/>
              <a:gd name="T112" fmla="*/ 883 w 927"/>
              <a:gd name="T113" fmla="*/ 123 h 1177"/>
              <a:gd name="T114" fmla="*/ 870 w 927"/>
              <a:gd name="T115" fmla="*/ 78 h 1177"/>
              <a:gd name="T116" fmla="*/ 800 w 927"/>
              <a:gd name="T117" fmla="*/ 42 h 1177"/>
              <a:gd name="T118" fmla="*/ 168 w 927"/>
              <a:gd name="T119" fmla="*/ 25 h 1177"/>
              <a:gd name="T120" fmla="*/ 210 w 927"/>
              <a:gd name="T121" fmla="*/ 0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27" h="1177">
                <a:moveTo>
                  <a:pt x="586" y="884"/>
                </a:moveTo>
                <a:lnTo>
                  <a:pt x="584" y="884"/>
                </a:lnTo>
                <a:lnTo>
                  <a:pt x="577" y="886"/>
                </a:lnTo>
                <a:lnTo>
                  <a:pt x="567" y="889"/>
                </a:lnTo>
                <a:lnTo>
                  <a:pt x="558" y="897"/>
                </a:lnTo>
                <a:lnTo>
                  <a:pt x="550" y="908"/>
                </a:lnTo>
                <a:lnTo>
                  <a:pt x="547" y="925"/>
                </a:lnTo>
                <a:lnTo>
                  <a:pt x="547" y="1094"/>
                </a:lnTo>
                <a:lnTo>
                  <a:pt x="547" y="1094"/>
                </a:lnTo>
                <a:lnTo>
                  <a:pt x="547" y="1096"/>
                </a:lnTo>
                <a:lnTo>
                  <a:pt x="547" y="1099"/>
                </a:lnTo>
                <a:lnTo>
                  <a:pt x="547" y="1103"/>
                </a:lnTo>
                <a:lnTo>
                  <a:pt x="547" y="1107"/>
                </a:lnTo>
                <a:lnTo>
                  <a:pt x="547" y="1113"/>
                </a:lnTo>
                <a:lnTo>
                  <a:pt x="547" y="1116"/>
                </a:lnTo>
                <a:lnTo>
                  <a:pt x="548" y="1122"/>
                </a:lnTo>
                <a:lnTo>
                  <a:pt x="548" y="1126"/>
                </a:lnTo>
                <a:lnTo>
                  <a:pt x="550" y="1130"/>
                </a:lnTo>
                <a:lnTo>
                  <a:pt x="552" y="1132"/>
                </a:lnTo>
                <a:lnTo>
                  <a:pt x="556" y="1133"/>
                </a:lnTo>
                <a:lnTo>
                  <a:pt x="560" y="1132"/>
                </a:lnTo>
                <a:lnTo>
                  <a:pt x="564" y="1132"/>
                </a:lnTo>
                <a:lnTo>
                  <a:pt x="569" y="1128"/>
                </a:lnTo>
                <a:lnTo>
                  <a:pt x="577" y="1122"/>
                </a:lnTo>
                <a:lnTo>
                  <a:pt x="781" y="918"/>
                </a:lnTo>
                <a:lnTo>
                  <a:pt x="781" y="916"/>
                </a:lnTo>
                <a:lnTo>
                  <a:pt x="787" y="912"/>
                </a:lnTo>
                <a:lnTo>
                  <a:pt x="790" y="906"/>
                </a:lnTo>
                <a:lnTo>
                  <a:pt x="796" y="901"/>
                </a:lnTo>
                <a:lnTo>
                  <a:pt x="796" y="895"/>
                </a:lnTo>
                <a:lnTo>
                  <a:pt x="792" y="889"/>
                </a:lnTo>
                <a:lnTo>
                  <a:pt x="783" y="886"/>
                </a:lnTo>
                <a:lnTo>
                  <a:pt x="764" y="884"/>
                </a:lnTo>
                <a:lnTo>
                  <a:pt x="586" y="884"/>
                </a:lnTo>
                <a:close/>
                <a:moveTo>
                  <a:pt x="106" y="757"/>
                </a:moveTo>
                <a:lnTo>
                  <a:pt x="98" y="757"/>
                </a:lnTo>
                <a:lnTo>
                  <a:pt x="93" y="761"/>
                </a:lnTo>
                <a:lnTo>
                  <a:pt x="89" y="764"/>
                </a:lnTo>
                <a:lnTo>
                  <a:pt x="85" y="770"/>
                </a:lnTo>
                <a:lnTo>
                  <a:pt x="85" y="778"/>
                </a:lnTo>
                <a:lnTo>
                  <a:pt x="85" y="785"/>
                </a:lnTo>
                <a:lnTo>
                  <a:pt x="89" y="791"/>
                </a:lnTo>
                <a:lnTo>
                  <a:pt x="93" y="795"/>
                </a:lnTo>
                <a:lnTo>
                  <a:pt x="98" y="799"/>
                </a:lnTo>
                <a:lnTo>
                  <a:pt x="106" y="799"/>
                </a:lnTo>
                <a:lnTo>
                  <a:pt x="738" y="799"/>
                </a:lnTo>
                <a:lnTo>
                  <a:pt x="743" y="799"/>
                </a:lnTo>
                <a:lnTo>
                  <a:pt x="749" y="795"/>
                </a:lnTo>
                <a:lnTo>
                  <a:pt x="755" y="791"/>
                </a:lnTo>
                <a:lnTo>
                  <a:pt x="756" y="785"/>
                </a:lnTo>
                <a:lnTo>
                  <a:pt x="758" y="778"/>
                </a:lnTo>
                <a:lnTo>
                  <a:pt x="756" y="770"/>
                </a:lnTo>
                <a:lnTo>
                  <a:pt x="755" y="764"/>
                </a:lnTo>
                <a:lnTo>
                  <a:pt x="749" y="761"/>
                </a:lnTo>
                <a:lnTo>
                  <a:pt x="743" y="757"/>
                </a:lnTo>
                <a:lnTo>
                  <a:pt x="738" y="757"/>
                </a:lnTo>
                <a:lnTo>
                  <a:pt x="106" y="757"/>
                </a:lnTo>
                <a:close/>
                <a:moveTo>
                  <a:pt x="106" y="630"/>
                </a:moveTo>
                <a:lnTo>
                  <a:pt x="98" y="632"/>
                </a:lnTo>
                <a:lnTo>
                  <a:pt x="93" y="634"/>
                </a:lnTo>
                <a:lnTo>
                  <a:pt x="89" y="640"/>
                </a:lnTo>
                <a:lnTo>
                  <a:pt x="85" y="645"/>
                </a:lnTo>
                <a:lnTo>
                  <a:pt x="85" y="651"/>
                </a:lnTo>
                <a:lnTo>
                  <a:pt x="85" y="659"/>
                </a:lnTo>
                <a:lnTo>
                  <a:pt x="89" y="664"/>
                </a:lnTo>
                <a:lnTo>
                  <a:pt x="93" y="668"/>
                </a:lnTo>
                <a:lnTo>
                  <a:pt x="98" y="672"/>
                </a:lnTo>
                <a:lnTo>
                  <a:pt x="106" y="672"/>
                </a:lnTo>
                <a:lnTo>
                  <a:pt x="738" y="672"/>
                </a:lnTo>
                <a:lnTo>
                  <a:pt x="743" y="672"/>
                </a:lnTo>
                <a:lnTo>
                  <a:pt x="749" y="668"/>
                </a:lnTo>
                <a:lnTo>
                  <a:pt x="755" y="664"/>
                </a:lnTo>
                <a:lnTo>
                  <a:pt x="756" y="659"/>
                </a:lnTo>
                <a:lnTo>
                  <a:pt x="758" y="651"/>
                </a:lnTo>
                <a:lnTo>
                  <a:pt x="756" y="645"/>
                </a:lnTo>
                <a:lnTo>
                  <a:pt x="755" y="640"/>
                </a:lnTo>
                <a:lnTo>
                  <a:pt x="749" y="634"/>
                </a:lnTo>
                <a:lnTo>
                  <a:pt x="743" y="632"/>
                </a:lnTo>
                <a:lnTo>
                  <a:pt x="738" y="630"/>
                </a:lnTo>
                <a:lnTo>
                  <a:pt x="106" y="630"/>
                </a:lnTo>
                <a:close/>
                <a:moveTo>
                  <a:pt x="484" y="503"/>
                </a:moveTo>
                <a:lnTo>
                  <a:pt x="477" y="505"/>
                </a:lnTo>
                <a:lnTo>
                  <a:pt x="471" y="507"/>
                </a:lnTo>
                <a:lnTo>
                  <a:pt x="467" y="513"/>
                </a:lnTo>
                <a:lnTo>
                  <a:pt x="463" y="518"/>
                </a:lnTo>
                <a:lnTo>
                  <a:pt x="463" y="524"/>
                </a:lnTo>
                <a:lnTo>
                  <a:pt x="463" y="532"/>
                </a:lnTo>
                <a:lnTo>
                  <a:pt x="467" y="537"/>
                </a:lnTo>
                <a:lnTo>
                  <a:pt x="471" y="541"/>
                </a:lnTo>
                <a:lnTo>
                  <a:pt x="477" y="545"/>
                </a:lnTo>
                <a:lnTo>
                  <a:pt x="484" y="547"/>
                </a:lnTo>
                <a:lnTo>
                  <a:pt x="738" y="547"/>
                </a:lnTo>
                <a:lnTo>
                  <a:pt x="743" y="545"/>
                </a:lnTo>
                <a:lnTo>
                  <a:pt x="749" y="541"/>
                </a:lnTo>
                <a:lnTo>
                  <a:pt x="755" y="537"/>
                </a:lnTo>
                <a:lnTo>
                  <a:pt x="756" y="532"/>
                </a:lnTo>
                <a:lnTo>
                  <a:pt x="758" y="524"/>
                </a:lnTo>
                <a:lnTo>
                  <a:pt x="756" y="518"/>
                </a:lnTo>
                <a:lnTo>
                  <a:pt x="755" y="513"/>
                </a:lnTo>
                <a:lnTo>
                  <a:pt x="749" y="507"/>
                </a:lnTo>
                <a:lnTo>
                  <a:pt x="743" y="505"/>
                </a:lnTo>
                <a:lnTo>
                  <a:pt x="738" y="503"/>
                </a:lnTo>
                <a:lnTo>
                  <a:pt x="484" y="503"/>
                </a:lnTo>
                <a:close/>
                <a:moveTo>
                  <a:pt x="484" y="420"/>
                </a:moveTo>
                <a:lnTo>
                  <a:pt x="477" y="420"/>
                </a:lnTo>
                <a:lnTo>
                  <a:pt x="471" y="424"/>
                </a:lnTo>
                <a:lnTo>
                  <a:pt x="467" y="428"/>
                </a:lnTo>
                <a:lnTo>
                  <a:pt x="463" y="433"/>
                </a:lnTo>
                <a:lnTo>
                  <a:pt x="463" y="441"/>
                </a:lnTo>
                <a:lnTo>
                  <a:pt x="463" y="447"/>
                </a:lnTo>
                <a:lnTo>
                  <a:pt x="467" y="454"/>
                </a:lnTo>
                <a:lnTo>
                  <a:pt x="471" y="458"/>
                </a:lnTo>
                <a:lnTo>
                  <a:pt x="477" y="460"/>
                </a:lnTo>
                <a:lnTo>
                  <a:pt x="484" y="462"/>
                </a:lnTo>
                <a:lnTo>
                  <a:pt x="738" y="462"/>
                </a:lnTo>
                <a:lnTo>
                  <a:pt x="743" y="460"/>
                </a:lnTo>
                <a:lnTo>
                  <a:pt x="749" y="458"/>
                </a:lnTo>
                <a:lnTo>
                  <a:pt x="755" y="454"/>
                </a:lnTo>
                <a:lnTo>
                  <a:pt x="756" y="447"/>
                </a:lnTo>
                <a:lnTo>
                  <a:pt x="758" y="441"/>
                </a:lnTo>
                <a:lnTo>
                  <a:pt x="756" y="433"/>
                </a:lnTo>
                <a:lnTo>
                  <a:pt x="755" y="428"/>
                </a:lnTo>
                <a:lnTo>
                  <a:pt x="749" y="424"/>
                </a:lnTo>
                <a:lnTo>
                  <a:pt x="743" y="420"/>
                </a:lnTo>
                <a:lnTo>
                  <a:pt x="738" y="420"/>
                </a:lnTo>
                <a:lnTo>
                  <a:pt x="484" y="420"/>
                </a:lnTo>
                <a:close/>
                <a:moveTo>
                  <a:pt x="484" y="335"/>
                </a:moveTo>
                <a:lnTo>
                  <a:pt x="477" y="337"/>
                </a:lnTo>
                <a:lnTo>
                  <a:pt x="471" y="339"/>
                </a:lnTo>
                <a:lnTo>
                  <a:pt x="467" y="344"/>
                </a:lnTo>
                <a:lnTo>
                  <a:pt x="463" y="350"/>
                </a:lnTo>
                <a:lnTo>
                  <a:pt x="463" y="356"/>
                </a:lnTo>
                <a:lnTo>
                  <a:pt x="463" y="363"/>
                </a:lnTo>
                <a:lnTo>
                  <a:pt x="467" y="369"/>
                </a:lnTo>
                <a:lnTo>
                  <a:pt x="471" y="373"/>
                </a:lnTo>
                <a:lnTo>
                  <a:pt x="477" y="377"/>
                </a:lnTo>
                <a:lnTo>
                  <a:pt x="484" y="378"/>
                </a:lnTo>
                <a:lnTo>
                  <a:pt x="738" y="378"/>
                </a:lnTo>
                <a:lnTo>
                  <a:pt x="743" y="377"/>
                </a:lnTo>
                <a:lnTo>
                  <a:pt x="749" y="373"/>
                </a:lnTo>
                <a:lnTo>
                  <a:pt x="755" y="369"/>
                </a:lnTo>
                <a:lnTo>
                  <a:pt x="756" y="363"/>
                </a:lnTo>
                <a:lnTo>
                  <a:pt x="758" y="356"/>
                </a:lnTo>
                <a:lnTo>
                  <a:pt x="756" y="350"/>
                </a:lnTo>
                <a:lnTo>
                  <a:pt x="755" y="344"/>
                </a:lnTo>
                <a:lnTo>
                  <a:pt x="749" y="339"/>
                </a:lnTo>
                <a:lnTo>
                  <a:pt x="743" y="337"/>
                </a:lnTo>
                <a:lnTo>
                  <a:pt x="738" y="335"/>
                </a:lnTo>
                <a:lnTo>
                  <a:pt x="484" y="335"/>
                </a:lnTo>
                <a:close/>
                <a:moveTo>
                  <a:pt x="127" y="335"/>
                </a:moveTo>
                <a:lnTo>
                  <a:pt x="110" y="339"/>
                </a:lnTo>
                <a:lnTo>
                  <a:pt x="96" y="348"/>
                </a:lnTo>
                <a:lnTo>
                  <a:pt x="87" y="361"/>
                </a:lnTo>
                <a:lnTo>
                  <a:pt x="85" y="378"/>
                </a:lnTo>
                <a:lnTo>
                  <a:pt x="85" y="503"/>
                </a:lnTo>
                <a:lnTo>
                  <a:pt x="87" y="520"/>
                </a:lnTo>
                <a:lnTo>
                  <a:pt x="96" y="534"/>
                </a:lnTo>
                <a:lnTo>
                  <a:pt x="110" y="543"/>
                </a:lnTo>
                <a:lnTo>
                  <a:pt x="127" y="547"/>
                </a:lnTo>
                <a:lnTo>
                  <a:pt x="295" y="547"/>
                </a:lnTo>
                <a:lnTo>
                  <a:pt x="310" y="543"/>
                </a:lnTo>
                <a:lnTo>
                  <a:pt x="325" y="534"/>
                </a:lnTo>
                <a:lnTo>
                  <a:pt x="333" y="520"/>
                </a:lnTo>
                <a:lnTo>
                  <a:pt x="337" y="503"/>
                </a:lnTo>
                <a:lnTo>
                  <a:pt x="337" y="378"/>
                </a:lnTo>
                <a:lnTo>
                  <a:pt x="333" y="361"/>
                </a:lnTo>
                <a:lnTo>
                  <a:pt x="325" y="348"/>
                </a:lnTo>
                <a:lnTo>
                  <a:pt x="310" y="339"/>
                </a:lnTo>
                <a:lnTo>
                  <a:pt x="295" y="335"/>
                </a:lnTo>
                <a:lnTo>
                  <a:pt x="127" y="335"/>
                </a:lnTo>
                <a:close/>
                <a:moveTo>
                  <a:pt x="127" y="167"/>
                </a:moveTo>
                <a:lnTo>
                  <a:pt x="110" y="170"/>
                </a:lnTo>
                <a:lnTo>
                  <a:pt x="96" y="180"/>
                </a:lnTo>
                <a:lnTo>
                  <a:pt x="87" y="193"/>
                </a:lnTo>
                <a:lnTo>
                  <a:pt x="85" y="208"/>
                </a:lnTo>
                <a:lnTo>
                  <a:pt x="87" y="225"/>
                </a:lnTo>
                <a:lnTo>
                  <a:pt x="96" y="238"/>
                </a:lnTo>
                <a:lnTo>
                  <a:pt x="110" y="248"/>
                </a:lnTo>
                <a:lnTo>
                  <a:pt x="127" y="252"/>
                </a:lnTo>
                <a:lnTo>
                  <a:pt x="715" y="252"/>
                </a:lnTo>
                <a:lnTo>
                  <a:pt x="732" y="248"/>
                </a:lnTo>
                <a:lnTo>
                  <a:pt x="745" y="238"/>
                </a:lnTo>
                <a:lnTo>
                  <a:pt x="755" y="225"/>
                </a:lnTo>
                <a:lnTo>
                  <a:pt x="758" y="208"/>
                </a:lnTo>
                <a:lnTo>
                  <a:pt x="755" y="193"/>
                </a:lnTo>
                <a:lnTo>
                  <a:pt x="745" y="180"/>
                </a:lnTo>
                <a:lnTo>
                  <a:pt x="732" y="170"/>
                </a:lnTo>
                <a:lnTo>
                  <a:pt x="715" y="167"/>
                </a:lnTo>
                <a:lnTo>
                  <a:pt x="127" y="167"/>
                </a:lnTo>
                <a:close/>
                <a:moveTo>
                  <a:pt x="85" y="83"/>
                </a:moveTo>
                <a:lnTo>
                  <a:pt x="758" y="83"/>
                </a:lnTo>
                <a:lnTo>
                  <a:pt x="785" y="87"/>
                </a:lnTo>
                <a:lnTo>
                  <a:pt x="807" y="98"/>
                </a:lnTo>
                <a:lnTo>
                  <a:pt x="826" y="117"/>
                </a:lnTo>
                <a:lnTo>
                  <a:pt x="838" y="140"/>
                </a:lnTo>
                <a:lnTo>
                  <a:pt x="842" y="167"/>
                </a:lnTo>
                <a:lnTo>
                  <a:pt x="842" y="927"/>
                </a:lnTo>
                <a:lnTo>
                  <a:pt x="588" y="1177"/>
                </a:lnTo>
                <a:lnTo>
                  <a:pt x="85" y="1177"/>
                </a:lnTo>
                <a:lnTo>
                  <a:pt x="57" y="1173"/>
                </a:lnTo>
                <a:lnTo>
                  <a:pt x="34" y="1162"/>
                </a:lnTo>
                <a:lnTo>
                  <a:pt x="17" y="1143"/>
                </a:lnTo>
                <a:lnTo>
                  <a:pt x="4" y="1120"/>
                </a:lnTo>
                <a:lnTo>
                  <a:pt x="0" y="1094"/>
                </a:lnTo>
                <a:lnTo>
                  <a:pt x="0" y="167"/>
                </a:lnTo>
                <a:lnTo>
                  <a:pt x="4" y="140"/>
                </a:lnTo>
                <a:lnTo>
                  <a:pt x="17" y="117"/>
                </a:lnTo>
                <a:lnTo>
                  <a:pt x="34" y="98"/>
                </a:lnTo>
                <a:lnTo>
                  <a:pt x="57" y="87"/>
                </a:lnTo>
                <a:lnTo>
                  <a:pt x="85" y="83"/>
                </a:lnTo>
                <a:close/>
                <a:moveTo>
                  <a:pt x="845" y="0"/>
                </a:moveTo>
                <a:lnTo>
                  <a:pt x="853" y="0"/>
                </a:lnTo>
                <a:lnTo>
                  <a:pt x="864" y="2"/>
                </a:lnTo>
                <a:lnTo>
                  <a:pt x="877" y="6"/>
                </a:lnTo>
                <a:lnTo>
                  <a:pt x="891" y="11"/>
                </a:lnTo>
                <a:lnTo>
                  <a:pt x="904" y="21"/>
                </a:lnTo>
                <a:lnTo>
                  <a:pt x="915" y="34"/>
                </a:lnTo>
                <a:lnTo>
                  <a:pt x="923" y="53"/>
                </a:lnTo>
                <a:lnTo>
                  <a:pt x="927" y="79"/>
                </a:lnTo>
                <a:lnTo>
                  <a:pt x="927" y="884"/>
                </a:lnTo>
                <a:lnTo>
                  <a:pt x="927" y="887"/>
                </a:lnTo>
                <a:lnTo>
                  <a:pt x="925" y="895"/>
                </a:lnTo>
                <a:lnTo>
                  <a:pt x="921" y="905"/>
                </a:lnTo>
                <a:lnTo>
                  <a:pt x="913" y="916"/>
                </a:lnTo>
                <a:lnTo>
                  <a:pt x="902" y="923"/>
                </a:lnTo>
                <a:lnTo>
                  <a:pt x="883" y="927"/>
                </a:lnTo>
                <a:lnTo>
                  <a:pt x="883" y="127"/>
                </a:lnTo>
                <a:lnTo>
                  <a:pt x="883" y="123"/>
                </a:lnTo>
                <a:lnTo>
                  <a:pt x="883" y="115"/>
                </a:lnTo>
                <a:lnTo>
                  <a:pt x="881" y="104"/>
                </a:lnTo>
                <a:lnTo>
                  <a:pt x="877" y="91"/>
                </a:lnTo>
                <a:lnTo>
                  <a:pt x="870" y="78"/>
                </a:lnTo>
                <a:lnTo>
                  <a:pt x="860" y="64"/>
                </a:lnTo>
                <a:lnTo>
                  <a:pt x="845" y="53"/>
                </a:lnTo>
                <a:lnTo>
                  <a:pt x="824" y="45"/>
                </a:lnTo>
                <a:lnTo>
                  <a:pt x="800" y="42"/>
                </a:lnTo>
                <a:lnTo>
                  <a:pt x="168" y="40"/>
                </a:lnTo>
                <a:lnTo>
                  <a:pt x="168" y="38"/>
                </a:lnTo>
                <a:lnTo>
                  <a:pt x="168" y="32"/>
                </a:lnTo>
                <a:lnTo>
                  <a:pt x="168" y="25"/>
                </a:lnTo>
                <a:lnTo>
                  <a:pt x="172" y="15"/>
                </a:lnTo>
                <a:lnTo>
                  <a:pt x="180" y="8"/>
                </a:lnTo>
                <a:lnTo>
                  <a:pt x="193" y="2"/>
                </a:lnTo>
                <a:lnTo>
                  <a:pt x="210" y="0"/>
                </a:lnTo>
                <a:lnTo>
                  <a:pt x="842" y="0"/>
                </a:lnTo>
                <a:lnTo>
                  <a:pt x="845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20"/>
          <p:cNvSpPr>
            <a:spLocks noChangeAspect="1" noEditPoints="1"/>
          </p:cNvSpPr>
          <p:nvPr/>
        </p:nvSpPr>
        <p:spPr bwMode="auto">
          <a:xfrm>
            <a:off x="7785410" y="4545124"/>
            <a:ext cx="959796" cy="1080000"/>
          </a:xfrm>
          <a:custGeom>
            <a:avLst/>
            <a:gdLst>
              <a:gd name="T0" fmla="*/ 357 w 1046"/>
              <a:gd name="T1" fmla="*/ 956 h 1177"/>
              <a:gd name="T2" fmla="*/ 357 w 1046"/>
              <a:gd name="T3" fmla="*/ 1054 h 1177"/>
              <a:gd name="T4" fmla="*/ 263 w 1046"/>
              <a:gd name="T5" fmla="*/ 1084 h 1177"/>
              <a:gd name="T6" fmla="*/ 204 w 1046"/>
              <a:gd name="T7" fmla="*/ 1005 h 1177"/>
              <a:gd name="T8" fmla="*/ 263 w 1046"/>
              <a:gd name="T9" fmla="*/ 925 h 1177"/>
              <a:gd name="T10" fmla="*/ 781 w 1046"/>
              <a:gd name="T11" fmla="*/ 886 h 1177"/>
              <a:gd name="T12" fmla="*/ 753 w 1046"/>
              <a:gd name="T13" fmla="*/ 925 h 1177"/>
              <a:gd name="T14" fmla="*/ 753 w 1046"/>
              <a:gd name="T15" fmla="*/ 1099 h 1177"/>
              <a:gd name="T16" fmla="*/ 753 w 1046"/>
              <a:gd name="T17" fmla="*/ 1116 h 1177"/>
              <a:gd name="T18" fmla="*/ 758 w 1046"/>
              <a:gd name="T19" fmla="*/ 1130 h 1177"/>
              <a:gd name="T20" fmla="*/ 775 w 1046"/>
              <a:gd name="T21" fmla="*/ 1126 h 1177"/>
              <a:gd name="T22" fmla="*/ 991 w 1046"/>
              <a:gd name="T23" fmla="*/ 912 h 1177"/>
              <a:gd name="T24" fmla="*/ 998 w 1046"/>
              <a:gd name="T25" fmla="*/ 889 h 1177"/>
              <a:gd name="T26" fmla="*/ 288 w 1046"/>
              <a:gd name="T27" fmla="*/ 876 h 1177"/>
              <a:gd name="T28" fmla="*/ 176 w 1046"/>
              <a:gd name="T29" fmla="*/ 940 h 1177"/>
              <a:gd name="T30" fmla="*/ 176 w 1046"/>
              <a:gd name="T31" fmla="*/ 1069 h 1177"/>
              <a:gd name="T32" fmla="*/ 288 w 1046"/>
              <a:gd name="T33" fmla="*/ 1133 h 1177"/>
              <a:gd name="T34" fmla="*/ 399 w 1046"/>
              <a:gd name="T35" fmla="*/ 1069 h 1177"/>
              <a:gd name="T36" fmla="*/ 399 w 1046"/>
              <a:gd name="T37" fmla="*/ 940 h 1177"/>
              <a:gd name="T38" fmla="*/ 288 w 1046"/>
              <a:gd name="T39" fmla="*/ 876 h 1177"/>
              <a:gd name="T40" fmla="*/ 420 w 1046"/>
              <a:gd name="T41" fmla="*/ 867 h 1177"/>
              <a:gd name="T42" fmla="*/ 443 w 1046"/>
              <a:gd name="T43" fmla="*/ 922 h 1177"/>
              <a:gd name="T44" fmla="*/ 497 w 1046"/>
              <a:gd name="T45" fmla="*/ 899 h 1177"/>
              <a:gd name="T46" fmla="*/ 475 w 1046"/>
              <a:gd name="T47" fmla="*/ 844 h 1177"/>
              <a:gd name="T48" fmla="*/ 51 w 1046"/>
              <a:gd name="T49" fmla="*/ 853 h 1177"/>
              <a:gd name="T50" fmla="*/ 38 w 1046"/>
              <a:gd name="T51" fmla="*/ 1071 h 1177"/>
              <a:gd name="T52" fmla="*/ 70 w 1046"/>
              <a:gd name="T53" fmla="*/ 1128 h 1177"/>
              <a:gd name="T54" fmla="*/ 140 w 1046"/>
              <a:gd name="T55" fmla="*/ 829 h 1177"/>
              <a:gd name="T56" fmla="*/ 119 w 1046"/>
              <a:gd name="T57" fmla="*/ 842 h 1177"/>
              <a:gd name="T58" fmla="*/ 119 w 1046"/>
              <a:gd name="T59" fmla="*/ 872 h 1177"/>
              <a:gd name="T60" fmla="*/ 140 w 1046"/>
              <a:gd name="T61" fmla="*/ 886 h 1177"/>
              <a:gd name="T62" fmla="*/ 165 w 1046"/>
              <a:gd name="T63" fmla="*/ 872 h 1177"/>
              <a:gd name="T64" fmla="*/ 165 w 1046"/>
              <a:gd name="T65" fmla="*/ 842 h 1177"/>
              <a:gd name="T66" fmla="*/ 140 w 1046"/>
              <a:gd name="T67" fmla="*/ 829 h 1177"/>
              <a:gd name="T68" fmla="*/ 236 w 1046"/>
              <a:gd name="T69" fmla="*/ 770 h 1177"/>
              <a:gd name="T70" fmla="*/ 460 w 1046"/>
              <a:gd name="T71" fmla="*/ 799 h 1177"/>
              <a:gd name="T72" fmla="*/ 513 w 1046"/>
              <a:gd name="T73" fmla="*/ 825 h 1177"/>
              <a:gd name="T74" fmla="*/ 539 w 1046"/>
              <a:gd name="T75" fmla="*/ 1080 h 1177"/>
              <a:gd name="T76" fmla="*/ 499 w 1046"/>
              <a:gd name="T77" fmla="*/ 1162 h 1177"/>
              <a:gd name="T78" fmla="*/ 460 w 1046"/>
              <a:gd name="T79" fmla="*/ 1177 h 1177"/>
              <a:gd name="T80" fmla="*/ 21 w 1046"/>
              <a:gd name="T81" fmla="*/ 1154 h 1177"/>
              <a:gd name="T82" fmla="*/ 0 w 1046"/>
              <a:gd name="T83" fmla="*/ 1096 h 1177"/>
              <a:gd name="T84" fmla="*/ 0 w 1046"/>
              <a:gd name="T85" fmla="*/ 887 h 1177"/>
              <a:gd name="T86" fmla="*/ 10 w 1046"/>
              <a:gd name="T87" fmla="*/ 836 h 1177"/>
              <a:gd name="T88" fmla="*/ 81 w 1046"/>
              <a:gd name="T89" fmla="*/ 799 h 1177"/>
              <a:gd name="T90" fmla="*/ 153 w 1046"/>
              <a:gd name="T91" fmla="*/ 763 h 1177"/>
              <a:gd name="T92" fmla="*/ 989 w 1046"/>
              <a:gd name="T93" fmla="*/ 4 h 1177"/>
              <a:gd name="T94" fmla="*/ 1046 w 1046"/>
              <a:gd name="T95" fmla="*/ 83 h 1177"/>
              <a:gd name="T96" fmla="*/ 586 w 1046"/>
              <a:gd name="T97" fmla="*/ 840 h 1177"/>
              <a:gd name="T98" fmla="*/ 575 w 1046"/>
              <a:gd name="T99" fmla="*/ 799 h 1177"/>
              <a:gd name="T100" fmla="*/ 501 w 1046"/>
              <a:gd name="T101" fmla="*/ 757 h 1177"/>
              <a:gd name="T102" fmla="*/ 289 w 1046"/>
              <a:gd name="T103" fmla="*/ 738 h 1177"/>
              <a:gd name="T104" fmla="*/ 248 w 1046"/>
              <a:gd name="T105" fmla="*/ 712 h 1177"/>
              <a:gd name="T106" fmla="*/ 140 w 1046"/>
              <a:gd name="T107" fmla="*/ 34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46" h="1177">
                <a:moveTo>
                  <a:pt x="289" y="922"/>
                </a:moveTo>
                <a:lnTo>
                  <a:pt x="316" y="925"/>
                </a:lnTo>
                <a:lnTo>
                  <a:pt x="339" y="937"/>
                </a:lnTo>
                <a:lnTo>
                  <a:pt x="357" y="956"/>
                </a:lnTo>
                <a:lnTo>
                  <a:pt x="369" y="978"/>
                </a:lnTo>
                <a:lnTo>
                  <a:pt x="373" y="1005"/>
                </a:lnTo>
                <a:lnTo>
                  <a:pt x="369" y="1031"/>
                </a:lnTo>
                <a:lnTo>
                  <a:pt x="357" y="1054"/>
                </a:lnTo>
                <a:lnTo>
                  <a:pt x="339" y="1073"/>
                </a:lnTo>
                <a:lnTo>
                  <a:pt x="316" y="1084"/>
                </a:lnTo>
                <a:lnTo>
                  <a:pt x="289" y="1090"/>
                </a:lnTo>
                <a:lnTo>
                  <a:pt x="263" y="1084"/>
                </a:lnTo>
                <a:lnTo>
                  <a:pt x="240" y="1073"/>
                </a:lnTo>
                <a:lnTo>
                  <a:pt x="221" y="1054"/>
                </a:lnTo>
                <a:lnTo>
                  <a:pt x="210" y="1031"/>
                </a:lnTo>
                <a:lnTo>
                  <a:pt x="204" y="1005"/>
                </a:lnTo>
                <a:lnTo>
                  <a:pt x="210" y="978"/>
                </a:lnTo>
                <a:lnTo>
                  <a:pt x="221" y="956"/>
                </a:lnTo>
                <a:lnTo>
                  <a:pt x="240" y="937"/>
                </a:lnTo>
                <a:lnTo>
                  <a:pt x="263" y="925"/>
                </a:lnTo>
                <a:lnTo>
                  <a:pt x="289" y="922"/>
                </a:lnTo>
                <a:close/>
                <a:moveTo>
                  <a:pt x="792" y="884"/>
                </a:moveTo>
                <a:lnTo>
                  <a:pt x="789" y="884"/>
                </a:lnTo>
                <a:lnTo>
                  <a:pt x="781" y="886"/>
                </a:lnTo>
                <a:lnTo>
                  <a:pt x="772" y="889"/>
                </a:lnTo>
                <a:lnTo>
                  <a:pt x="762" y="895"/>
                </a:lnTo>
                <a:lnTo>
                  <a:pt x="755" y="908"/>
                </a:lnTo>
                <a:lnTo>
                  <a:pt x="753" y="925"/>
                </a:lnTo>
                <a:lnTo>
                  <a:pt x="753" y="1094"/>
                </a:lnTo>
                <a:lnTo>
                  <a:pt x="753" y="1094"/>
                </a:lnTo>
                <a:lnTo>
                  <a:pt x="753" y="1096"/>
                </a:lnTo>
                <a:lnTo>
                  <a:pt x="753" y="1099"/>
                </a:lnTo>
                <a:lnTo>
                  <a:pt x="753" y="1103"/>
                </a:lnTo>
                <a:lnTo>
                  <a:pt x="753" y="1107"/>
                </a:lnTo>
                <a:lnTo>
                  <a:pt x="753" y="1111"/>
                </a:lnTo>
                <a:lnTo>
                  <a:pt x="753" y="1116"/>
                </a:lnTo>
                <a:lnTo>
                  <a:pt x="753" y="1120"/>
                </a:lnTo>
                <a:lnTo>
                  <a:pt x="755" y="1124"/>
                </a:lnTo>
                <a:lnTo>
                  <a:pt x="756" y="1128"/>
                </a:lnTo>
                <a:lnTo>
                  <a:pt x="758" y="1130"/>
                </a:lnTo>
                <a:lnTo>
                  <a:pt x="762" y="1132"/>
                </a:lnTo>
                <a:lnTo>
                  <a:pt x="766" y="1132"/>
                </a:lnTo>
                <a:lnTo>
                  <a:pt x="770" y="1130"/>
                </a:lnTo>
                <a:lnTo>
                  <a:pt x="775" y="1126"/>
                </a:lnTo>
                <a:lnTo>
                  <a:pt x="781" y="1120"/>
                </a:lnTo>
                <a:lnTo>
                  <a:pt x="985" y="916"/>
                </a:lnTo>
                <a:lnTo>
                  <a:pt x="987" y="916"/>
                </a:lnTo>
                <a:lnTo>
                  <a:pt x="991" y="912"/>
                </a:lnTo>
                <a:lnTo>
                  <a:pt x="997" y="906"/>
                </a:lnTo>
                <a:lnTo>
                  <a:pt x="1000" y="901"/>
                </a:lnTo>
                <a:lnTo>
                  <a:pt x="1000" y="893"/>
                </a:lnTo>
                <a:lnTo>
                  <a:pt x="998" y="889"/>
                </a:lnTo>
                <a:lnTo>
                  <a:pt x="987" y="886"/>
                </a:lnTo>
                <a:lnTo>
                  <a:pt x="968" y="884"/>
                </a:lnTo>
                <a:lnTo>
                  <a:pt x="792" y="884"/>
                </a:lnTo>
                <a:close/>
                <a:moveTo>
                  <a:pt x="288" y="876"/>
                </a:moveTo>
                <a:lnTo>
                  <a:pt x="253" y="880"/>
                </a:lnTo>
                <a:lnTo>
                  <a:pt x="223" y="893"/>
                </a:lnTo>
                <a:lnTo>
                  <a:pt x="197" y="914"/>
                </a:lnTo>
                <a:lnTo>
                  <a:pt x="176" y="940"/>
                </a:lnTo>
                <a:lnTo>
                  <a:pt x="163" y="971"/>
                </a:lnTo>
                <a:lnTo>
                  <a:pt x="159" y="1005"/>
                </a:lnTo>
                <a:lnTo>
                  <a:pt x="163" y="1039"/>
                </a:lnTo>
                <a:lnTo>
                  <a:pt x="176" y="1069"/>
                </a:lnTo>
                <a:lnTo>
                  <a:pt x="197" y="1096"/>
                </a:lnTo>
                <a:lnTo>
                  <a:pt x="223" y="1116"/>
                </a:lnTo>
                <a:lnTo>
                  <a:pt x="253" y="1128"/>
                </a:lnTo>
                <a:lnTo>
                  <a:pt x="288" y="1133"/>
                </a:lnTo>
                <a:lnTo>
                  <a:pt x="322" y="1128"/>
                </a:lnTo>
                <a:lnTo>
                  <a:pt x="352" y="1116"/>
                </a:lnTo>
                <a:lnTo>
                  <a:pt x="378" y="1096"/>
                </a:lnTo>
                <a:lnTo>
                  <a:pt x="399" y="1069"/>
                </a:lnTo>
                <a:lnTo>
                  <a:pt x="412" y="1039"/>
                </a:lnTo>
                <a:lnTo>
                  <a:pt x="416" y="1005"/>
                </a:lnTo>
                <a:lnTo>
                  <a:pt x="412" y="971"/>
                </a:lnTo>
                <a:lnTo>
                  <a:pt x="399" y="940"/>
                </a:lnTo>
                <a:lnTo>
                  <a:pt x="378" y="914"/>
                </a:lnTo>
                <a:lnTo>
                  <a:pt x="352" y="893"/>
                </a:lnTo>
                <a:lnTo>
                  <a:pt x="322" y="880"/>
                </a:lnTo>
                <a:lnTo>
                  <a:pt x="288" y="876"/>
                </a:lnTo>
                <a:close/>
                <a:moveTo>
                  <a:pt x="458" y="840"/>
                </a:moveTo>
                <a:lnTo>
                  <a:pt x="443" y="844"/>
                </a:lnTo>
                <a:lnTo>
                  <a:pt x="429" y="853"/>
                </a:lnTo>
                <a:lnTo>
                  <a:pt x="420" y="867"/>
                </a:lnTo>
                <a:lnTo>
                  <a:pt x="416" y="882"/>
                </a:lnTo>
                <a:lnTo>
                  <a:pt x="420" y="899"/>
                </a:lnTo>
                <a:lnTo>
                  <a:pt x="429" y="912"/>
                </a:lnTo>
                <a:lnTo>
                  <a:pt x="443" y="922"/>
                </a:lnTo>
                <a:lnTo>
                  <a:pt x="458" y="925"/>
                </a:lnTo>
                <a:lnTo>
                  <a:pt x="475" y="922"/>
                </a:lnTo>
                <a:lnTo>
                  <a:pt x="488" y="912"/>
                </a:lnTo>
                <a:lnTo>
                  <a:pt x="497" y="899"/>
                </a:lnTo>
                <a:lnTo>
                  <a:pt x="501" y="882"/>
                </a:lnTo>
                <a:lnTo>
                  <a:pt x="497" y="867"/>
                </a:lnTo>
                <a:lnTo>
                  <a:pt x="488" y="853"/>
                </a:lnTo>
                <a:lnTo>
                  <a:pt x="475" y="844"/>
                </a:lnTo>
                <a:lnTo>
                  <a:pt x="458" y="840"/>
                </a:lnTo>
                <a:close/>
                <a:moveTo>
                  <a:pt x="80" y="840"/>
                </a:moveTo>
                <a:lnTo>
                  <a:pt x="62" y="844"/>
                </a:lnTo>
                <a:lnTo>
                  <a:pt x="51" y="853"/>
                </a:lnTo>
                <a:lnTo>
                  <a:pt x="44" y="867"/>
                </a:lnTo>
                <a:lnTo>
                  <a:pt x="40" y="884"/>
                </a:lnTo>
                <a:lnTo>
                  <a:pt x="38" y="905"/>
                </a:lnTo>
                <a:lnTo>
                  <a:pt x="38" y="1071"/>
                </a:lnTo>
                <a:lnTo>
                  <a:pt x="42" y="1090"/>
                </a:lnTo>
                <a:lnTo>
                  <a:pt x="49" y="1105"/>
                </a:lnTo>
                <a:lnTo>
                  <a:pt x="59" y="1118"/>
                </a:lnTo>
                <a:lnTo>
                  <a:pt x="70" y="1128"/>
                </a:lnTo>
                <a:lnTo>
                  <a:pt x="78" y="1133"/>
                </a:lnTo>
                <a:lnTo>
                  <a:pt x="80" y="1135"/>
                </a:lnTo>
                <a:lnTo>
                  <a:pt x="80" y="840"/>
                </a:lnTo>
                <a:close/>
                <a:moveTo>
                  <a:pt x="140" y="829"/>
                </a:moveTo>
                <a:lnTo>
                  <a:pt x="132" y="829"/>
                </a:lnTo>
                <a:lnTo>
                  <a:pt x="127" y="833"/>
                </a:lnTo>
                <a:lnTo>
                  <a:pt x="123" y="836"/>
                </a:lnTo>
                <a:lnTo>
                  <a:pt x="119" y="842"/>
                </a:lnTo>
                <a:lnTo>
                  <a:pt x="115" y="850"/>
                </a:lnTo>
                <a:lnTo>
                  <a:pt x="115" y="857"/>
                </a:lnTo>
                <a:lnTo>
                  <a:pt x="115" y="865"/>
                </a:lnTo>
                <a:lnTo>
                  <a:pt x="119" y="872"/>
                </a:lnTo>
                <a:lnTo>
                  <a:pt x="123" y="878"/>
                </a:lnTo>
                <a:lnTo>
                  <a:pt x="127" y="882"/>
                </a:lnTo>
                <a:lnTo>
                  <a:pt x="132" y="886"/>
                </a:lnTo>
                <a:lnTo>
                  <a:pt x="140" y="886"/>
                </a:lnTo>
                <a:lnTo>
                  <a:pt x="148" y="886"/>
                </a:lnTo>
                <a:lnTo>
                  <a:pt x="155" y="882"/>
                </a:lnTo>
                <a:lnTo>
                  <a:pt x="161" y="878"/>
                </a:lnTo>
                <a:lnTo>
                  <a:pt x="165" y="872"/>
                </a:lnTo>
                <a:lnTo>
                  <a:pt x="168" y="865"/>
                </a:lnTo>
                <a:lnTo>
                  <a:pt x="170" y="857"/>
                </a:lnTo>
                <a:lnTo>
                  <a:pt x="168" y="850"/>
                </a:lnTo>
                <a:lnTo>
                  <a:pt x="165" y="842"/>
                </a:lnTo>
                <a:lnTo>
                  <a:pt x="161" y="836"/>
                </a:lnTo>
                <a:lnTo>
                  <a:pt x="155" y="833"/>
                </a:lnTo>
                <a:lnTo>
                  <a:pt x="148" y="829"/>
                </a:lnTo>
                <a:lnTo>
                  <a:pt x="140" y="829"/>
                </a:lnTo>
                <a:close/>
                <a:moveTo>
                  <a:pt x="170" y="759"/>
                </a:moveTo>
                <a:lnTo>
                  <a:pt x="206" y="759"/>
                </a:lnTo>
                <a:lnTo>
                  <a:pt x="223" y="763"/>
                </a:lnTo>
                <a:lnTo>
                  <a:pt x="236" y="770"/>
                </a:lnTo>
                <a:lnTo>
                  <a:pt x="244" y="782"/>
                </a:lnTo>
                <a:lnTo>
                  <a:pt x="248" y="799"/>
                </a:lnTo>
                <a:lnTo>
                  <a:pt x="456" y="799"/>
                </a:lnTo>
                <a:lnTo>
                  <a:pt x="460" y="799"/>
                </a:lnTo>
                <a:lnTo>
                  <a:pt x="469" y="802"/>
                </a:lnTo>
                <a:lnTo>
                  <a:pt x="482" y="806"/>
                </a:lnTo>
                <a:lnTo>
                  <a:pt x="497" y="814"/>
                </a:lnTo>
                <a:lnTo>
                  <a:pt x="513" y="825"/>
                </a:lnTo>
                <a:lnTo>
                  <a:pt x="526" y="840"/>
                </a:lnTo>
                <a:lnTo>
                  <a:pt x="535" y="861"/>
                </a:lnTo>
                <a:lnTo>
                  <a:pt x="539" y="889"/>
                </a:lnTo>
                <a:lnTo>
                  <a:pt x="539" y="1080"/>
                </a:lnTo>
                <a:lnTo>
                  <a:pt x="537" y="1111"/>
                </a:lnTo>
                <a:lnTo>
                  <a:pt x="528" y="1133"/>
                </a:lnTo>
                <a:lnTo>
                  <a:pt x="514" y="1151"/>
                </a:lnTo>
                <a:lnTo>
                  <a:pt x="499" y="1162"/>
                </a:lnTo>
                <a:lnTo>
                  <a:pt x="486" y="1171"/>
                </a:lnTo>
                <a:lnTo>
                  <a:pt x="473" y="1175"/>
                </a:lnTo>
                <a:lnTo>
                  <a:pt x="463" y="1177"/>
                </a:lnTo>
                <a:lnTo>
                  <a:pt x="460" y="1177"/>
                </a:lnTo>
                <a:lnTo>
                  <a:pt x="87" y="1177"/>
                </a:lnTo>
                <a:lnTo>
                  <a:pt x="59" y="1175"/>
                </a:lnTo>
                <a:lnTo>
                  <a:pt x="36" y="1166"/>
                </a:lnTo>
                <a:lnTo>
                  <a:pt x="21" y="1154"/>
                </a:lnTo>
                <a:lnTo>
                  <a:pt x="11" y="1139"/>
                </a:lnTo>
                <a:lnTo>
                  <a:pt x="4" y="1124"/>
                </a:lnTo>
                <a:lnTo>
                  <a:pt x="0" y="1109"/>
                </a:lnTo>
                <a:lnTo>
                  <a:pt x="0" y="1096"/>
                </a:lnTo>
                <a:lnTo>
                  <a:pt x="0" y="1088"/>
                </a:lnTo>
                <a:lnTo>
                  <a:pt x="0" y="1084"/>
                </a:lnTo>
                <a:lnTo>
                  <a:pt x="0" y="889"/>
                </a:lnTo>
                <a:lnTo>
                  <a:pt x="0" y="887"/>
                </a:lnTo>
                <a:lnTo>
                  <a:pt x="0" y="878"/>
                </a:lnTo>
                <a:lnTo>
                  <a:pt x="0" y="867"/>
                </a:lnTo>
                <a:lnTo>
                  <a:pt x="4" y="852"/>
                </a:lnTo>
                <a:lnTo>
                  <a:pt x="10" y="836"/>
                </a:lnTo>
                <a:lnTo>
                  <a:pt x="19" y="823"/>
                </a:lnTo>
                <a:lnTo>
                  <a:pt x="34" y="810"/>
                </a:lnTo>
                <a:lnTo>
                  <a:pt x="55" y="802"/>
                </a:lnTo>
                <a:lnTo>
                  <a:pt x="81" y="799"/>
                </a:lnTo>
                <a:lnTo>
                  <a:pt x="125" y="800"/>
                </a:lnTo>
                <a:lnTo>
                  <a:pt x="129" y="785"/>
                </a:lnTo>
                <a:lnTo>
                  <a:pt x="140" y="772"/>
                </a:lnTo>
                <a:lnTo>
                  <a:pt x="153" y="763"/>
                </a:lnTo>
                <a:lnTo>
                  <a:pt x="170" y="759"/>
                </a:lnTo>
                <a:close/>
                <a:moveTo>
                  <a:pt x="206" y="0"/>
                </a:moveTo>
                <a:lnTo>
                  <a:pt x="963" y="0"/>
                </a:lnTo>
                <a:lnTo>
                  <a:pt x="989" y="4"/>
                </a:lnTo>
                <a:lnTo>
                  <a:pt x="1012" y="15"/>
                </a:lnTo>
                <a:lnTo>
                  <a:pt x="1031" y="34"/>
                </a:lnTo>
                <a:lnTo>
                  <a:pt x="1042" y="57"/>
                </a:lnTo>
                <a:lnTo>
                  <a:pt x="1046" y="83"/>
                </a:lnTo>
                <a:lnTo>
                  <a:pt x="1046" y="927"/>
                </a:lnTo>
                <a:lnTo>
                  <a:pt x="792" y="1177"/>
                </a:lnTo>
                <a:lnTo>
                  <a:pt x="586" y="1177"/>
                </a:lnTo>
                <a:lnTo>
                  <a:pt x="586" y="840"/>
                </a:lnTo>
                <a:lnTo>
                  <a:pt x="586" y="836"/>
                </a:lnTo>
                <a:lnTo>
                  <a:pt x="584" y="827"/>
                </a:lnTo>
                <a:lnTo>
                  <a:pt x="581" y="814"/>
                </a:lnTo>
                <a:lnTo>
                  <a:pt x="575" y="799"/>
                </a:lnTo>
                <a:lnTo>
                  <a:pt x="564" y="783"/>
                </a:lnTo>
                <a:lnTo>
                  <a:pt x="548" y="770"/>
                </a:lnTo>
                <a:lnTo>
                  <a:pt x="528" y="761"/>
                </a:lnTo>
                <a:lnTo>
                  <a:pt x="501" y="757"/>
                </a:lnTo>
                <a:lnTo>
                  <a:pt x="293" y="755"/>
                </a:lnTo>
                <a:lnTo>
                  <a:pt x="293" y="753"/>
                </a:lnTo>
                <a:lnTo>
                  <a:pt x="291" y="747"/>
                </a:lnTo>
                <a:lnTo>
                  <a:pt x="289" y="738"/>
                </a:lnTo>
                <a:lnTo>
                  <a:pt x="286" y="729"/>
                </a:lnTo>
                <a:lnTo>
                  <a:pt x="276" y="721"/>
                </a:lnTo>
                <a:lnTo>
                  <a:pt x="265" y="715"/>
                </a:lnTo>
                <a:lnTo>
                  <a:pt x="248" y="712"/>
                </a:lnTo>
                <a:lnTo>
                  <a:pt x="125" y="712"/>
                </a:lnTo>
                <a:lnTo>
                  <a:pt x="125" y="83"/>
                </a:lnTo>
                <a:lnTo>
                  <a:pt x="129" y="57"/>
                </a:lnTo>
                <a:lnTo>
                  <a:pt x="140" y="34"/>
                </a:lnTo>
                <a:lnTo>
                  <a:pt x="157" y="15"/>
                </a:lnTo>
                <a:lnTo>
                  <a:pt x="180" y="4"/>
                </a:lnTo>
                <a:lnTo>
                  <a:pt x="20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30</a:t>
            </a:fld>
            <a:endParaRPr lang="en-US" altLang="ja-JP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20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Charts</a:t>
            </a:r>
            <a:endParaRPr kumimoji="1" lang="ja-JP" altLang="en-US" dirty="0">
              <a:solidFill>
                <a:schemeClr val="tx2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auto">
          <a:xfrm>
            <a:off x="1100692" y="1232756"/>
            <a:ext cx="1080000" cy="1081004"/>
          </a:xfrm>
          <a:custGeom>
            <a:avLst/>
            <a:gdLst>
              <a:gd name="T0" fmla="*/ 537 w 1076"/>
              <a:gd name="T1" fmla="*/ 123 h 1077"/>
              <a:gd name="T2" fmla="*/ 537 w 1076"/>
              <a:gd name="T3" fmla="*/ 172 h 1077"/>
              <a:gd name="T4" fmla="*/ 537 w 1076"/>
              <a:gd name="T5" fmla="*/ 256 h 1077"/>
              <a:gd name="T6" fmla="*/ 537 w 1076"/>
              <a:gd name="T7" fmla="*/ 352 h 1077"/>
              <a:gd name="T8" fmla="*/ 537 w 1076"/>
              <a:gd name="T9" fmla="*/ 443 h 1077"/>
              <a:gd name="T10" fmla="*/ 537 w 1076"/>
              <a:gd name="T11" fmla="*/ 513 h 1077"/>
              <a:gd name="T12" fmla="*/ 537 w 1076"/>
              <a:gd name="T13" fmla="*/ 540 h 1077"/>
              <a:gd name="T14" fmla="*/ 724 w 1076"/>
              <a:gd name="T15" fmla="*/ 159 h 1077"/>
              <a:gd name="T16" fmla="*/ 603 w 1076"/>
              <a:gd name="T17" fmla="*/ 121 h 1077"/>
              <a:gd name="T18" fmla="*/ 537 w 1076"/>
              <a:gd name="T19" fmla="*/ 0 h 1077"/>
              <a:gd name="T20" fmla="*/ 694 w 1076"/>
              <a:gd name="T21" fmla="*/ 23 h 1077"/>
              <a:gd name="T22" fmla="*/ 830 w 1076"/>
              <a:gd name="T23" fmla="*/ 87 h 1077"/>
              <a:gd name="T24" fmla="*/ 944 w 1076"/>
              <a:gd name="T25" fmla="*/ 186 h 1077"/>
              <a:gd name="T26" fmla="*/ 1025 w 1076"/>
              <a:gd name="T27" fmla="*/ 312 h 1077"/>
              <a:gd name="T28" fmla="*/ 1070 w 1076"/>
              <a:gd name="T29" fmla="*/ 460 h 1077"/>
              <a:gd name="T30" fmla="*/ 1070 w 1076"/>
              <a:gd name="T31" fmla="*/ 619 h 1077"/>
              <a:gd name="T32" fmla="*/ 1025 w 1076"/>
              <a:gd name="T33" fmla="*/ 767 h 1077"/>
              <a:gd name="T34" fmla="*/ 944 w 1076"/>
              <a:gd name="T35" fmla="*/ 892 h 1077"/>
              <a:gd name="T36" fmla="*/ 830 w 1076"/>
              <a:gd name="T37" fmla="*/ 990 h 1077"/>
              <a:gd name="T38" fmla="*/ 694 w 1076"/>
              <a:gd name="T39" fmla="*/ 1054 h 1077"/>
              <a:gd name="T40" fmla="*/ 537 w 1076"/>
              <a:gd name="T41" fmla="*/ 1077 h 1077"/>
              <a:gd name="T42" fmla="*/ 382 w 1076"/>
              <a:gd name="T43" fmla="*/ 1054 h 1077"/>
              <a:gd name="T44" fmla="*/ 246 w 1076"/>
              <a:gd name="T45" fmla="*/ 990 h 1077"/>
              <a:gd name="T46" fmla="*/ 132 w 1076"/>
              <a:gd name="T47" fmla="*/ 892 h 1077"/>
              <a:gd name="T48" fmla="*/ 49 w 1076"/>
              <a:gd name="T49" fmla="*/ 767 h 1077"/>
              <a:gd name="T50" fmla="*/ 6 w 1076"/>
              <a:gd name="T51" fmla="*/ 619 h 1077"/>
              <a:gd name="T52" fmla="*/ 6 w 1076"/>
              <a:gd name="T53" fmla="*/ 460 h 1077"/>
              <a:gd name="T54" fmla="*/ 49 w 1076"/>
              <a:gd name="T55" fmla="*/ 312 h 1077"/>
              <a:gd name="T56" fmla="*/ 132 w 1076"/>
              <a:gd name="T57" fmla="*/ 186 h 1077"/>
              <a:gd name="T58" fmla="*/ 246 w 1076"/>
              <a:gd name="T59" fmla="*/ 87 h 1077"/>
              <a:gd name="T60" fmla="*/ 382 w 1076"/>
              <a:gd name="T61" fmla="*/ 23 h 1077"/>
              <a:gd name="T62" fmla="*/ 537 w 1076"/>
              <a:gd name="T63" fmla="*/ 0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76" h="1077">
                <a:moveTo>
                  <a:pt x="537" y="116"/>
                </a:moveTo>
                <a:lnTo>
                  <a:pt x="537" y="123"/>
                </a:lnTo>
                <a:lnTo>
                  <a:pt x="537" y="142"/>
                </a:lnTo>
                <a:lnTo>
                  <a:pt x="537" y="172"/>
                </a:lnTo>
                <a:lnTo>
                  <a:pt x="537" y="212"/>
                </a:lnTo>
                <a:lnTo>
                  <a:pt x="537" y="256"/>
                </a:lnTo>
                <a:lnTo>
                  <a:pt x="537" y="303"/>
                </a:lnTo>
                <a:lnTo>
                  <a:pt x="537" y="352"/>
                </a:lnTo>
                <a:lnTo>
                  <a:pt x="537" y="400"/>
                </a:lnTo>
                <a:lnTo>
                  <a:pt x="537" y="443"/>
                </a:lnTo>
                <a:lnTo>
                  <a:pt x="537" y="483"/>
                </a:lnTo>
                <a:lnTo>
                  <a:pt x="537" y="513"/>
                </a:lnTo>
                <a:lnTo>
                  <a:pt x="537" y="532"/>
                </a:lnTo>
                <a:lnTo>
                  <a:pt x="537" y="540"/>
                </a:lnTo>
                <a:lnTo>
                  <a:pt x="777" y="191"/>
                </a:lnTo>
                <a:lnTo>
                  <a:pt x="724" y="159"/>
                </a:lnTo>
                <a:lnTo>
                  <a:pt x="666" y="136"/>
                </a:lnTo>
                <a:lnTo>
                  <a:pt x="603" y="121"/>
                </a:lnTo>
                <a:lnTo>
                  <a:pt x="537" y="116"/>
                </a:lnTo>
                <a:close/>
                <a:moveTo>
                  <a:pt x="537" y="0"/>
                </a:moveTo>
                <a:lnTo>
                  <a:pt x="618" y="6"/>
                </a:lnTo>
                <a:lnTo>
                  <a:pt x="694" y="23"/>
                </a:lnTo>
                <a:lnTo>
                  <a:pt x="764" y="51"/>
                </a:lnTo>
                <a:lnTo>
                  <a:pt x="830" y="87"/>
                </a:lnTo>
                <a:lnTo>
                  <a:pt x="891" y="133"/>
                </a:lnTo>
                <a:lnTo>
                  <a:pt x="944" y="186"/>
                </a:lnTo>
                <a:lnTo>
                  <a:pt x="989" y="246"/>
                </a:lnTo>
                <a:lnTo>
                  <a:pt x="1025" y="312"/>
                </a:lnTo>
                <a:lnTo>
                  <a:pt x="1053" y="382"/>
                </a:lnTo>
                <a:lnTo>
                  <a:pt x="1070" y="460"/>
                </a:lnTo>
                <a:lnTo>
                  <a:pt x="1076" y="540"/>
                </a:lnTo>
                <a:lnTo>
                  <a:pt x="1070" y="619"/>
                </a:lnTo>
                <a:lnTo>
                  <a:pt x="1053" y="695"/>
                </a:lnTo>
                <a:lnTo>
                  <a:pt x="1025" y="767"/>
                </a:lnTo>
                <a:lnTo>
                  <a:pt x="989" y="833"/>
                </a:lnTo>
                <a:lnTo>
                  <a:pt x="944" y="892"/>
                </a:lnTo>
                <a:lnTo>
                  <a:pt x="891" y="945"/>
                </a:lnTo>
                <a:lnTo>
                  <a:pt x="830" y="990"/>
                </a:lnTo>
                <a:lnTo>
                  <a:pt x="764" y="1028"/>
                </a:lnTo>
                <a:lnTo>
                  <a:pt x="694" y="1054"/>
                </a:lnTo>
                <a:lnTo>
                  <a:pt x="618" y="1071"/>
                </a:lnTo>
                <a:lnTo>
                  <a:pt x="537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2" y="1028"/>
                </a:lnTo>
                <a:lnTo>
                  <a:pt x="246" y="990"/>
                </a:lnTo>
                <a:lnTo>
                  <a:pt x="185" y="945"/>
                </a:lnTo>
                <a:lnTo>
                  <a:pt x="132" y="892"/>
                </a:lnTo>
                <a:lnTo>
                  <a:pt x="87" y="833"/>
                </a:lnTo>
                <a:lnTo>
                  <a:pt x="49" y="767"/>
                </a:lnTo>
                <a:lnTo>
                  <a:pt x="23" y="695"/>
                </a:lnTo>
                <a:lnTo>
                  <a:pt x="6" y="619"/>
                </a:lnTo>
                <a:lnTo>
                  <a:pt x="0" y="540"/>
                </a:lnTo>
                <a:lnTo>
                  <a:pt x="6" y="460"/>
                </a:lnTo>
                <a:lnTo>
                  <a:pt x="23" y="382"/>
                </a:lnTo>
                <a:lnTo>
                  <a:pt x="49" y="312"/>
                </a:lnTo>
                <a:lnTo>
                  <a:pt x="87" y="246"/>
                </a:lnTo>
                <a:lnTo>
                  <a:pt x="132" y="186"/>
                </a:lnTo>
                <a:lnTo>
                  <a:pt x="185" y="133"/>
                </a:lnTo>
                <a:lnTo>
                  <a:pt x="246" y="87"/>
                </a:lnTo>
                <a:lnTo>
                  <a:pt x="312" y="51"/>
                </a:lnTo>
                <a:lnTo>
                  <a:pt x="382" y="23"/>
                </a:lnTo>
                <a:lnTo>
                  <a:pt x="458" y="6"/>
                </a:ln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7"/>
          <p:cNvSpPr>
            <a:spLocks noChangeAspect="1" noEditPoints="1"/>
          </p:cNvSpPr>
          <p:nvPr/>
        </p:nvSpPr>
        <p:spPr bwMode="auto">
          <a:xfrm>
            <a:off x="2756876" y="1231872"/>
            <a:ext cx="1080000" cy="1081004"/>
          </a:xfrm>
          <a:custGeom>
            <a:avLst/>
            <a:gdLst>
              <a:gd name="T0" fmla="*/ 538 w 1076"/>
              <a:gd name="T1" fmla="*/ 123 h 1077"/>
              <a:gd name="T2" fmla="*/ 538 w 1076"/>
              <a:gd name="T3" fmla="*/ 174 h 1077"/>
              <a:gd name="T4" fmla="*/ 538 w 1076"/>
              <a:gd name="T5" fmla="*/ 256 h 1077"/>
              <a:gd name="T6" fmla="*/ 538 w 1076"/>
              <a:gd name="T7" fmla="*/ 352 h 1077"/>
              <a:gd name="T8" fmla="*/ 538 w 1076"/>
              <a:gd name="T9" fmla="*/ 445 h 1077"/>
              <a:gd name="T10" fmla="*/ 538 w 1076"/>
              <a:gd name="T11" fmla="*/ 513 h 1077"/>
              <a:gd name="T12" fmla="*/ 538 w 1076"/>
              <a:gd name="T13" fmla="*/ 540 h 1077"/>
              <a:gd name="T14" fmla="*/ 954 w 1076"/>
              <a:gd name="T15" fmla="*/ 470 h 1077"/>
              <a:gd name="T16" fmla="*/ 912 w 1076"/>
              <a:gd name="T17" fmla="*/ 345 h 1077"/>
              <a:gd name="T18" fmla="*/ 836 w 1076"/>
              <a:gd name="T19" fmla="*/ 241 h 1077"/>
              <a:gd name="T20" fmla="*/ 732 w 1076"/>
              <a:gd name="T21" fmla="*/ 163 h 1077"/>
              <a:gd name="T22" fmla="*/ 606 w 1076"/>
              <a:gd name="T23" fmla="*/ 121 h 1077"/>
              <a:gd name="T24" fmla="*/ 538 w 1076"/>
              <a:gd name="T25" fmla="*/ 0 h 1077"/>
              <a:gd name="T26" fmla="*/ 693 w 1076"/>
              <a:gd name="T27" fmla="*/ 23 h 1077"/>
              <a:gd name="T28" fmla="*/ 831 w 1076"/>
              <a:gd name="T29" fmla="*/ 87 h 1077"/>
              <a:gd name="T30" fmla="*/ 944 w 1076"/>
              <a:gd name="T31" fmla="*/ 186 h 1077"/>
              <a:gd name="T32" fmla="*/ 1025 w 1076"/>
              <a:gd name="T33" fmla="*/ 312 h 1077"/>
              <a:gd name="T34" fmla="*/ 1071 w 1076"/>
              <a:gd name="T35" fmla="*/ 460 h 1077"/>
              <a:gd name="T36" fmla="*/ 1071 w 1076"/>
              <a:gd name="T37" fmla="*/ 619 h 1077"/>
              <a:gd name="T38" fmla="*/ 1025 w 1076"/>
              <a:gd name="T39" fmla="*/ 767 h 1077"/>
              <a:gd name="T40" fmla="*/ 944 w 1076"/>
              <a:gd name="T41" fmla="*/ 892 h 1077"/>
              <a:gd name="T42" fmla="*/ 831 w 1076"/>
              <a:gd name="T43" fmla="*/ 990 h 1077"/>
              <a:gd name="T44" fmla="*/ 693 w 1076"/>
              <a:gd name="T45" fmla="*/ 1054 h 1077"/>
              <a:gd name="T46" fmla="*/ 538 w 1076"/>
              <a:gd name="T47" fmla="*/ 1077 h 1077"/>
              <a:gd name="T48" fmla="*/ 382 w 1076"/>
              <a:gd name="T49" fmla="*/ 1054 h 1077"/>
              <a:gd name="T50" fmla="*/ 244 w 1076"/>
              <a:gd name="T51" fmla="*/ 990 h 1077"/>
              <a:gd name="T52" fmla="*/ 133 w 1076"/>
              <a:gd name="T53" fmla="*/ 892 h 1077"/>
              <a:gd name="T54" fmla="*/ 50 w 1076"/>
              <a:gd name="T55" fmla="*/ 767 h 1077"/>
              <a:gd name="T56" fmla="*/ 6 w 1076"/>
              <a:gd name="T57" fmla="*/ 619 h 1077"/>
              <a:gd name="T58" fmla="*/ 6 w 1076"/>
              <a:gd name="T59" fmla="*/ 460 h 1077"/>
              <a:gd name="T60" fmla="*/ 50 w 1076"/>
              <a:gd name="T61" fmla="*/ 312 h 1077"/>
              <a:gd name="T62" fmla="*/ 133 w 1076"/>
              <a:gd name="T63" fmla="*/ 186 h 1077"/>
              <a:gd name="T64" fmla="*/ 244 w 1076"/>
              <a:gd name="T65" fmla="*/ 87 h 1077"/>
              <a:gd name="T66" fmla="*/ 382 w 1076"/>
              <a:gd name="T67" fmla="*/ 23 h 1077"/>
              <a:gd name="T68" fmla="*/ 538 w 1076"/>
              <a:gd name="T69" fmla="*/ 0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76" h="1077">
                <a:moveTo>
                  <a:pt x="538" y="117"/>
                </a:moveTo>
                <a:lnTo>
                  <a:pt x="538" y="123"/>
                </a:lnTo>
                <a:lnTo>
                  <a:pt x="538" y="144"/>
                </a:lnTo>
                <a:lnTo>
                  <a:pt x="538" y="174"/>
                </a:lnTo>
                <a:lnTo>
                  <a:pt x="538" y="212"/>
                </a:lnTo>
                <a:lnTo>
                  <a:pt x="538" y="256"/>
                </a:lnTo>
                <a:lnTo>
                  <a:pt x="538" y="303"/>
                </a:lnTo>
                <a:lnTo>
                  <a:pt x="538" y="352"/>
                </a:lnTo>
                <a:lnTo>
                  <a:pt x="538" y="400"/>
                </a:lnTo>
                <a:lnTo>
                  <a:pt x="538" y="445"/>
                </a:lnTo>
                <a:lnTo>
                  <a:pt x="538" y="483"/>
                </a:lnTo>
                <a:lnTo>
                  <a:pt x="538" y="513"/>
                </a:lnTo>
                <a:lnTo>
                  <a:pt x="538" y="532"/>
                </a:lnTo>
                <a:lnTo>
                  <a:pt x="538" y="540"/>
                </a:lnTo>
                <a:lnTo>
                  <a:pt x="959" y="540"/>
                </a:lnTo>
                <a:lnTo>
                  <a:pt x="954" y="470"/>
                </a:lnTo>
                <a:lnTo>
                  <a:pt x="938" y="405"/>
                </a:lnTo>
                <a:lnTo>
                  <a:pt x="912" y="345"/>
                </a:lnTo>
                <a:lnTo>
                  <a:pt x="878" y="290"/>
                </a:lnTo>
                <a:lnTo>
                  <a:pt x="836" y="241"/>
                </a:lnTo>
                <a:lnTo>
                  <a:pt x="787" y="199"/>
                </a:lnTo>
                <a:lnTo>
                  <a:pt x="732" y="163"/>
                </a:lnTo>
                <a:lnTo>
                  <a:pt x="672" y="138"/>
                </a:lnTo>
                <a:lnTo>
                  <a:pt x="606" y="121"/>
                </a:lnTo>
                <a:lnTo>
                  <a:pt x="538" y="117"/>
                </a:lnTo>
                <a:close/>
                <a:moveTo>
                  <a:pt x="538" y="0"/>
                </a:moveTo>
                <a:lnTo>
                  <a:pt x="617" y="6"/>
                </a:lnTo>
                <a:lnTo>
                  <a:pt x="693" y="23"/>
                </a:lnTo>
                <a:lnTo>
                  <a:pt x="764" y="51"/>
                </a:lnTo>
                <a:lnTo>
                  <a:pt x="831" y="87"/>
                </a:lnTo>
                <a:lnTo>
                  <a:pt x="891" y="133"/>
                </a:lnTo>
                <a:lnTo>
                  <a:pt x="944" y="186"/>
                </a:lnTo>
                <a:lnTo>
                  <a:pt x="989" y="246"/>
                </a:lnTo>
                <a:lnTo>
                  <a:pt x="1025" y="312"/>
                </a:lnTo>
                <a:lnTo>
                  <a:pt x="1054" y="382"/>
                </a:lnTo>
                <a:lnTo>
                  <a:pt x="1071" y="460"/>
                </a:lnTo>
                <a:lnTo>
                  <a:pt x="1076" y="540"/>
                </a:lnTo>
                <a:lnTo>
                  <a:pt x="1071" y="619"/>
                </a:lnTo>
                <a:lnTo>
                  <a:pt x="1054" y="695"/>
                </a:lnTo>
                <a:lnTo>
                  <a:pt x="1025" y="767"/>
                </a:lnTo>
                <a:lnTo>
                  <a:pt x="989" y="833"/>
                </a:lnTo>
                <a:lnTo>
                  <a:pt x="944" y="892"/>
                </a:lnTo>
                <a:lnTo>
                  <a:pt x="891" y="945"/>
                </a:lnTo>
                <a:lnTo>
                  <a:pt x="831" y="990"/>
                </a:lnTo>
                <a:lnTo>
                  <a:pt x="764" y="1028"/>
                </a:lnTo>
                <a:lnTo>
                  <a:pt x="693" y="1054"/>
                </a:lnTo>
                <a:lnTo>
                  <a:pt x="617" y="1071"/>
                </a:lnTo>
                <a:lnTo>
                  <a:pt x="538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1" y="1028"/>
                </a:lnTo>
                <a:lnTo>
                  <a:pt x="244" y="990"/>
                </a:lnTo>
                <a:lnTo>
                  <a:pt x="186" y="945"/>
                </a:lnTo>
                <a:lnTo>
                  <a:pt x="133" y="892"/>
                </a:lnTo>
                <a:lnTo>
                  <a:pt x="87" y="833"/>
                </a:lnTo>
                <a:lnTo>
                  <a:pt x="50" y="767"/>
                </a:lnTo>
                <a:lnTo>
                  <a:pt x="23" y="695"/>
                </a:lnTo>
                <a:lnTo>
                  <a:pt x="6" y="619"/>
                </a:lnTo>
                <a:lnTo>
                  <a:pt x="0" y="540"/>
                </a:lnTo>
                <a:lnTo>
                  <a:pt x="6" y="460"/>
                </a:lnTo>
                <a:lnTo>
                  <a:pt x="23" y="382"/>
                </a:lnTo>
                <a:lnTo>
                  <a:pt x="50" y="312"/>
                </a:lnTo>
                <a:lnTo>
                  <a:pt x="87" y="246"/>
                </a:lnTo>
                <a:lnTo>
                  <a:pt x="133" y="186"/>
                </a:lnTo>
                <a:lnTo>
                  <a:pt x="186" y="133"/>
                </a:lnTo>
                <a:lnTo>
                  <a:pt x="244" y="87"/>
                </a:lnTo>
                <a:lnTo>
                  <a:pt x="311" y="51"/>
                </a:lnTo>
                <a:lnTo>
                  <a:pt x="382" y="23"/>
                </a:lnTo>
                <a:lnTo>
                  <a:pt x="458" y="6"/>
                </a:lnTo>
                <a:lnTo>
                  <a:pt x="5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4413000" y="1232756"/>
            <a:ext cx="1080000" cy="1083017"/>
          </a:xfrm>
          <a:custGeom>
            <a:avLst/>
            <a:gdLst>
              <a:gd name="T0" fmla="*/ 535 w 1074"/>
              <a:gd name="T1" fmla="*/ 121 h 1077"/>
              <a:gd name="T2" fmla="*/ 535 w 1074"/>
              <a:gd name="T3" fmla="*/ 172 h 1077"/>
              <a:gd name="T4" fmla="*/ 535 w 1074"/>
              <a:gd name="T5" fmla="*/ 258 h 1077"/>
              <a:gd name="T6" fmla="*/ 535 w 1074"/>
              <a:gd name="T7" fmla="*/ 354 h 1077"/>
              <a:gd name="T8" fmla="*/ 535 w 1074"/>
              <a:gd name="T9" fmla="*/ 447 h 1077"/>
              <a:gd name="T10" fmla="*/ 535 w 1074"/>
              <a:gd name="T11" fmla="*/ 515 h 1077"/>
              <a:gd name="T12" fmla="*/ 535 w 1074"/>
              <a:gd name="T13" fmla="*/ 541 h 1077"/>
              <a:gd name="T14" fmla="*/ 546 w 1074"/>
              <a:gd name="T15" fmla="*/ 557 h 1077"/>
              <a:gd name="T16" fmla="*/ 575 w 1074"/>
              <a:gd name="T17" fmla="*/ 596 h 1077"/>
              <a:gd name="T18" fmla="*/ 616 w 1074"/>
              <a:gd name="T19" fmla="*/ 653 h 1077"/>
              <a:gd name="T20" fmla="*/ 662 w 1074"/>
              <a:gd name="T21" fmla="*/ 718 h 1077"/>
              <a:gd name="T22" fmla="*/ 707 w 1074"/>
              <a:gd name="T23" fmla="*/ 782 h 1077"/>
              <a:gd name="T24" fmla="*/ 749 w 1074"/>
              <a:gd name="T25" fmla="*/ 837 h 1077"/>
              <a:gd name="T26" fmla="*/ 775 w 1074"/>
              <a:gd name="T27" fmla="*/ 875 h 1077"/>
              <a:gd name="T28" fmla="*/ 834 w 1074"/>
              <a:gd name="T29" fmla="*/ 842 h 1077"/>
              <a:gd name="T30" fmla="*/ 913 w 1074"/>
              <a:gd name="T31" fmla="*/ 736 h 1077"/>
              <a:gd name="T32" fmla="*/ 955 w 1074"/>
              <a:gd name="T33" fmla="*/ 608 h 1077"/>
              <a:gd name="T34" fmla="*/ 955 w 1074"/>
              <a:gd name="T35" fmla="*/ 470 h 1077"/>
              <a:gd name="T36" fmla="*/ 913 w 1074"/>
              <a:gd name="T37" fmla="*/ 343 h 1077"/>
              <a:gd name="T38" fmla="*/ 838 w 1074"/>
              <a:gd name="T39" fmla="*/ 237 h 1077"/>
              <a:gd name="T40" fmla="*/ 732 w 1074"/>
              <a:gd name="T41" fmla="*/ 159 h 1077"/>
              <a:gd name="T42" fmla="*/ 605 w 1074"/>
              <a:gd name="T43" fmla="*/ 117 h 1077"/>
              <a:gd name="T44" fmla="*/ 537 w 1074"/>
              <a:gd name="T45" fmla="*/ 0 h 1077"/>
              <a:gd name="T46" fmla="*/ 692 w 1074"/>
              <a:gd name="T47" fmla="*/ 23 h 1077"/>
              <a:gd name="T48" fmla="*/ 830 w 1074"/>
              <a:gd name="T49" fmla="*/ 87 h 1077"/>
              <a:gd name="T50" fmla="*/ 944 w 1074"/>
              <a:gd name="T51" fmla="*/ 186 h 1077"/>
              <a:gd name="T52" fmla="*/ 1025 w 1074"/>
              <a:gd name="T53" fmla="*/ 312 h 1077"/>
              <a:gd name="T54" fmla="*/ 1068 w 1074"/>
              <a:gd name="T55" fmla="*/ 460 h 1077"/>
              <a:gd name="T56" fmla="*/ 1068 w 1074"/>
              <a:gd name="T57" fmla="*/ 619 h 1077"/>
              <a:gd name="T58" fmla="*/ 1025 w 1074"/>
              <a:gd name="T59" fmla="*/ 767 h 1077"/>
              <a:gd name="T60" fmla="*/ 944 w 1074"/>
              <a:gd name="T61" fmla="*/ 892 h 1077"/>
              <a:gd name="T62" fmla="*/ 830 w 1074"/>
              <a:gd name="T63" fmla="*/ 990 h 1077"/>
              <a:gd name="T64" fmla="*/ 692 w 1074"/>
              <a:gd name="T65" fmla="*/ 1054 h 1077"/>
              <a:gd name="T66" fmla="*/ 537 w 1074"/>
              <a:gd name="T67" fmla="*/ 1077 h 1077"/>
              <a:gd name="T68" fmla="*/ 382 w 1074"/>
              <a:gd name="T69" fmla="*/ 1054 h 1077"/>
              <a:gd name="T70" fmla="*/ 244 w 1074"/>
              <a:gd name="T71" fmla="*/ 990 h 1077"/>
              <a:gd name="T72" fmla="*/ 130 w 1074"/>
              <a:gd name="T73" fmla="*/ 892 h 1077"/>
              <a:gd name="T74" fmla="*/ 49 w 1074"/>
              <a:gd name="T75" fmla="*/ 767 h 1077"/>
              <a:gd name="T76" fmla="*/ 6 w 1074"/>
              <a:gd name="T77" fmla="*/ 619 h 1077"/>
              <a:gd name="T78" fmla="*/ 6 w 1074"/>
              <a:gd name="T79" fmla="*/ 460 h 1077"/>
              <a:gd name="T80" fmla="*/ 49 w 1074"/>
              <a:gd name="T81" fmla="*/ 312 h 1077"/>
              <a:gd name="T82" fmla="*/ 130 w 1074"/>
              <a:gd name="T83" fmla="*/ 186 h 1077"/>
              <a:gd name="T84" fmla="*/ 244 w 1074"/>
              <a:gd name="T85" fmla="*/ 87 h 1077"/>
              <a:gd name="T86" fmla="*/ 382 w 1074"/>
              <a:gd name="T87" fmla="*/ 23 h 1077"/>
              <a:gd name="T88" fmla="*/ 537 w 1074"/>
              <a:gd name="T89" fmla="*/ 0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74" h="1077">
                <a:moveTo>
                  <a:pt x="535" y="112"/>
                </a:moveTo>
                <a:lnTo>
                  <a:pt x="535" y="121"/>
                </a:lnTo>
                <a:lnTo>
                  <a:pt x="535" y="142"/>
                </a:lnTo>
                <a:lnTo>
                  <a:pt x="535" y="172"/>
                </a:lnTo>
                <a:lnTo>
                  <a:pt x="535" y="212"/>
                </a:lnTo>
                <a:lnTo>
                  <a:pt x="535" y="258"/>
                </a:lnTo>
                <a:lnTo>
                  <a:pt x="535" y="305"/>
                </a:lnTo>
                <a:lnTo>
                  <a:pt x="535" y="354"/>
                </a:lnTo>
                <a:lnTo>
                  <a:pt x="535" y="401"/>
                </a:lnTo>
                <a:lnTo>
                  <a:pt x="535" y="447"/>
                </a:lnTo>
                <a:lnTo>
                  <a:pt x="535" y="485"/>
                </a:lnTo>
                <a:lnTo>
                  <a:pt x="535" y="515"/>
                </a:lnTo>
                <a:lnTo>
                  <a:pt x="535" y="534"/>
                </a:lnTo>
                <a:lnTo>
                  <a:pt x="535" y="541"/>
                </a:lnTo>
                <a:lnTo>
                  <a:pt x="539" y="545"/>
                </a:lnTo>
                <a:lnTo>
                  <a:pt x="546" y="557"/>
                </a:lnTo>
                <a:lnTo>
                  <a:pt x="560" y="574"/>
                </a:lnTo>
                <a:lnTo>
                  <a:pt x="575" y="596"/>
                </a:lnTo>
                <a:lnTo>
                  <a:pt x="596" y="625"/>
                </a:lnTo>
                <a:lnTo>
                  <a:pt x="616" y="653"/>
                </a:lnTo>
                <a:lnTo>
                  <a:pt x="639" y="685"/>
                </a:lnTo>
                <a:lnTo>
                  <a:pt x="662" y="718"/>
                </a:lnTo>
                <a:lnTo>
                  <a:pt x="686" y="752"/>
                </a:lnTo>
                <a:lnTo>
                  <a:pt x="707" y="782"/>
                </a:lnTo>
                <a:lnTo>
                  <a:pt x="730" y="810"/>
                </a:lnTo>
                <a:lnTo>
                  <a:pt x="749" y="837"/>
                </a:lnTo>
                <a:lnTo>
                  <a:pt x="764" y="858"/>
                </a:lnTo>
                <a:lnTo>
                  <a:pt x="775" y="875"/>
                </a:lnTo>
                <a:lnTo>
                  <a:pt x="783" y="884"/>
                </a:lnTo>
                <a:lnTo>
                  <a:pt x="834" y="842"/>
                </a:lnTo>
                <a:lnTo>
                  <a:pt x="877" y="791"/>
                </a:lnTo>
                <a:lnTo>
                  <a:pt x="913" y="736"/>
                </a:lnTo>
                <a:lnTo>
                  <a:pt x="940" y="674"/>
                </a:lnTo>
                <a:lnTo>
                  <a:pt x="955" y="608"/>
                </a:lnTo>
                <a:lnTo>
                  <a:pt x="961" y="538"/>
                </a:lnTo>
                <a:lnTo>
                  <a:pt x="955" y="470"/>
                </a:lnTo>
                <a:lnTo>
                  <a:pt x="940" y="403"/>
                </a:lnTo>
                <a:lnTo>
                  <a:pt x="913" y="343"/>
                </a:lnTo>
                <a:lnTo>
                  <a:pt x="879" y="286"/>
                </a:lnTo>
                <a:lnTo>
                  <a:pt x="838" y="237"/>
                </a:lnTo>
                <a:lnTo>
                  <a:pt x="787" y="195"/>
                </a:lnTo>
                <a:lnTo>
                  <a:pt x="732" y="159"/>
                </a:lnTo>
                <a:lnTo>
                  <a:pt x="671" y="135"/>
                </a:lnTo>
                <a:lnTo>
                  <a:pt x="605" y="117"/>
                </a:lnTo>
                <a:lnTo>
                  <a:pt x="535" y="112"/>
                </a:lnTo>
                <a:close/>
                <a:moveTo>
                  <a:pt x="537" y="0"/>
                </a:moveTo>
                <a:lnTo>
                  <a:pt x="616" y="6"/>
                </a:lnTo>
                <a:lnTo>
                  <a:pt x="692" y="23"/>
                </a:lnTo>
                <a:lnTo>
                  <a:pt x="764" y="51"/>
                </a:lnTo>
                <a:lnTo>
                  <a:pt x="830" y="87"/>
                </a:lnTo>
                <a:lnTo>
                  <a:pt x="891" y="133"/>
                </a:lnTo>
                <a:lnTo>
                  <a:pt x="944" y="186"/>
                </a:lnTo>
                <a:lnTo>
                  <a:pt x="989" y="246"/>
                </a:lnTo>
                <a:lnTo>
                  <a:pt x="1025" y="312"/>
                </a:lnTo>
                <a:lnTo>
                  <a:pt x="1051" y="382"/>
                </a:lnTo>
                <a:lnTo>
                  <a:pt x="1068" y="460"/>
                </a:lnTo>
                <a:lnTo>
                  <a:pt x="1074" y="540"/>
                </a:lnTo>
                <a:lnTo>
                  <a:pt x="1068" y="619"/>
                </a:lnTo>
                <a:lnTo>
                  <a:pt x="1051" y="695"/>
                </a:lnTo>
                <a:lnTo>
                  <a:pt x="1025" y="767"/>
                </a:lnTo>
                <a:lnTo>
                  <a:pt x="989" y="833"/>
                </a:lnTo>
                <a:lnTo>
                  <a:pt x="944" y="892"/>
                </a:lnTo>
                <a:lnTo>
                  <a:pt x="891" y="945"/>
                </a:lnTo>
                <a:lnTo>
                  <a:pt x="830" y="990"/>
                </a:lnTo>
                <a:lnTo>
                  <a:pt x="764" y="1028"/>
                </a:lnTo>
                <a:lnTo>
                  <a:pt x="692" y="1054"/>
                </a:lnTo>
                <a:lnTo>
                  <a:pt x="616" y="1071"/>
                </a:lnTo>
                <a:lnTo>
                  <a:pt x="537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0" y="1028"/>
                </a:lnTo>
                <a:lnTo>
                  <a:pt x="244" y="990"/>
                </a:lnTo>
                <a:lnTo>
                  <a:pt x="183" y="945"/>
                </a:lnTo>
                <a:lnTo>
                  <a:pt x="130" y="892"/>
                </a:lnTo>
                <a:lnTo>
                  <a:pt x="85" y="833"/>
                </a:lnTo>
                <a:lnTo>
                  <a:pt x="49" y="767"/>
                </a:lnTo>
                <a:lnTo>
                  <a:pt x="23" y="695"/>
                </a:lnTo>
                <a:lnTo>
                  <a:pt x="6" y="619"/>
                </a:lnTo>
                <a:lnTo>
                  <a:pt x="0" y="540"/>
                </a:lnTo>
                <a:lnTo>
                  <a:pt x="6" y="460"/>
                </a:lnTo>
                <a:lnTo>
                  <a:pt x="23" y="382"/>
                </a:lnTo>
                <a:lnTo>
                  <a:pt x="49" y="312"/>
                </a:lnTo>
                <a:lnTo>
                  <a:pt x="85" y="246"/>
                </a:lnTo>
                <a:lnTo>
                  <a:pt x="130" y="186"/>
                </a:lnTo>
                <a:lnTo>
                  <a:pt x="183" y="133"/>
                </a:lnTo>
                <a:lnTo>
                  <a:pt x="244" y="87"/>
                </a:lnTo>
                <a:lnTo>
                  <a:pt x="310" y="51"/>
                </a:lnTo>
                <a:lnTo>
                  <a:pt x="382" y="23"/>
                </a:lnTo>
                <a:lnTo>
                  <a:pt x="458" y="6"/>
                </a:ln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auto">
          <a:xfrm>
            <a:off x="6069244" y="1232756"/>
            <a:ext cx="1080000" cy="1081004"/>
          </a:xfrm>
          <a:custGeom>
            <a:avLst/>
            <a:gdLst>
              <a:gd name="T0" fmla="*/ 537 w 1076"/>
              <a:gd name="T1" fmla="*/ 123 h 1077"/>
              <a:gd name="T2" fmla="*/ 537 w 1076"/>
              <a:gd name="T3" fmla="*/ 172 h 1077"/>
              <a:gd name="T4" fmla="*/ 537 w 1076"/>
              <a:gd name="T5" fmla="*/ 261 h 1077"/>
              <a:gd name="T6" fmla="*/ 537 w 1076"/>
              <a:gd name="T7" fmla="*/ 375 h 1077"/>
              <a:gd name="T8" fmla="*/ 537 w 1076"/>
              <a:gd name="T9" fmla="*/ 506 h 1077"/>
              <a:gd name="T10" fmla="*/ 537 w 1076"/>
              <a:gd name="T11" fmla="*/ 638 h 1077"/>
              <a:gd name="T12" fmla="*/ 537 w 1076"/>
              <a:gd name="T13" fmla="*/ 761 h 1077"/>
              <a:gd name="T14" fmla="*/ 537 w 1076"/>
              <a:gd name="T15" fmla="*/ 865 h 1077"/>
              <a:gd name="T16" fmla="*/ 537 w 1076"/>
              <a:gd name="T17" fmla="*/ 935 h 1077"/>
              <a:gd name="T18" fmla="*/ 537 w 1076"/>
              <a:gd name="T19" fmla="*/ 962 h 1077"/>
              <a:gd name="T20" fmla="*/ 671 w 1076"/>
              <a:gd name="T21" fmla="*/ 939 h 1077"/>
              <a:gd name="T22" fmla="*/ 786 w 1076"/>
              <a:gd name="T23" fmla="*/ 878 h 1077"/>
              <a:gd name="T24" fmla="*/ 879 w 1076"/>
              <a:gd name="T25" fmla="*/ 788 h 1077"/>
              <a:gd name="T26" fmla="*/ 937 w 1076"/>
              <a:gd name="T27" fmla="*/ 672 h 1077"/>
              <a:gd name="T28" fmla="*/ 960 w 1076"/>
              <a:gd name="T29" fmla="*/ 540 h 1077"/>
              <a:gd name="T30" fmla="*/ 937 w 1076"/>
              <a:gd name="T31" fmla="*/ 405 h 1077"/>
              <a:gd name="T32" fmla="*/ 879 w 1076"/>
              <a:gd name="T33" fmla="*/ 290 h 1077"/>
              <a:gd name="T34" fmla="*/ 786 w 1076"/>
              <a:gd name="T35" fmla="*/ 197 h 1077"/>
              <a:gd name="T36" fmla="*/ 671 w 1076"/>
              <a:gd name="T37" fmla="*/ 136 h 1077"/>
              <a:gd name="T38" fmla="*/ 537 w 1076"/>
              <a:gd name="T39" fmla="*/ 116 h 1077"/>
              <a:gd name="T40" fmla="*/ 618 w 1076"/>
              <a:gd name="T41" fmla="*/ 6 h 1077"/>
              <a:gd name="T42" fmla="*/ 765 w 1076"/>
              <a:gd name="T43" fmla="*/ 51 h 1077"/>
              <a:gd name="T44" fmla="*/ 890 w 1076"/>
              <a:gd name="T45" fmla="*/ 133 h 1077"/>
              <a:gd name="T46" fmla="*/ 989 w 1076"/>
              <a:gd name="T47" fmla="*/ 246 h 1077"/>
              <a:gd name="T48" fmla="*/ 1053 w 1076"/>
              <a:gd name="T49" fmla="*/ 382 h 1077"/>
              <a:gd name="T50" fmla="*/ 1076 w 1076"/>
              <a:gd name="T51" fmla="*/ 540 h 1077"/>
              <a:gd name="T52" fmla="*/ 1053 w 1076"/>
              <a:gd name="T53" fmla="*/ 695 h 1077"/>
              <a:gd name="T54" fmla="*/ 989 w 1076"/>
              <a:gd name="T55" fmla="*/ 833 h 1077"/>
              <a:gd name="T56" fmla="*/ 890 w 1076"/>
              <a:gd name="T57" fmla="*/ 945 h 1077"/>
              <a:gd name="T58" fmla="*/ 765 w 1076"/>
              <a:gd name="T59" fmla="*/ 1028 h 1077"/>
              <a:gd name="T60" fmla="*/ 618 w 1076"/>
              <a:gd name="T61" fmla="*/ 1071 h 1077"/>
              <a:gd name="T62" fmla="*/ 459 w 1076"/>
              <a:gd name="T63" fmla="*/ 1071 h 1077"/>
              <a:gd name="T64" fmla="*/ 312 w 1076"/>
              <a:gd name="T65" fmla="*/ 1028 h 1077"/>
              <a:gd name="T66" fmla="*/ 185 w 1076"/>
              <a:gd name="T67" fmla="*/ 945 h 1077"/>
              <a:gd name="T68" fmla="*/ 87 w 1076"/>
              <a:gd name="T69" fmla="*/ 833 h 1077"/>
              <a:gd name="T70" fmla="*/ 22 w 1076"/>
              <a:gd name="T71" fmla="*/ 695 h 1077"/>
              <a:gd name="T72" fmla="*/ 0 w 1076"/>
              <a:gd name="T73" fmla="*/ 540 h 1077"/>
              <a:gd name="T74" fmla="*/ 22 w 1076"/>
              <a:gd name="T75" fmla="*/ 382 h 1077"/>
              <a:gd name="T76" fmla="*/ 87 w 1076"/>
              <a:gd name="T77" fmla="*/ 246 h 1077"/>
              <a:gd name="T78" fmla="*/ 185 w 1076"/>
              <a:gd name="T79" fmla="*/ 133 h 1077"/>
              <a:gd name="T80" fmla="*/ 312 w 1076"/>
              <a:gd name="T81" fmla="*/ 51 h 1077"/>
              <a:gd name="T82" fmla="*/ 459 w 1076"/>
              <a:gd name="T83" fmla="*/ 6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76" h="1077">
                <a:moveTo>
                  <a:pt x="537" y="116"/>
                </a:moveTo>
                <a:lnTo>
                  <a:pt x="537" y="123"/>
                </a:lnTo>
                <a:lnTo>
                  <a:pt x="537" y="142"/>
                </a:lnTo>
                <a:lnTo>
                  <a:pt x="537" y="172"/>
                </a:lnTo>
                <a:lnTo>
                  <a:pt x="537" y="212"/>
                </a:lnTo>
                <a:lnTo>
                  <a:pt x="537" y="261"/>
                </a:lnTo>
                <a:lnTo>
                  <a:pt x="537" y="316"/>
                </a:lnTo>
                <a:lnTo>
                  <a:pt x="537" y="375"/>
                </a:lnTo>
                <a:lnTo>
                  <a:pt x="537" y="439"/>
                </a:lnTo>
                <a:lnTo>
                  <a:pt x="537" y="506"/>
                </a:lnTo>
                <a:lnTo>
                  <a:pt x="537" y="572"/>
                </a:lnTo>
                <a:lnTo>
                  <a:pt x="537" y="638"/>
                </a:lnTo>
                <a:lnTo>
                  <a:pt x="537" y="702"/>
                </a:lnTo>
                <a:lnTo>
                  <a:pt x="537" y="761"/>
                </a:lnTo>
                <a:lnTo>
                  <a:pt x="537" y="816"/>
                </a:lnTo>
                <a:lnTo>
                  <a:pt x="537" y="865"/>
                </a:lnTo>
                <a:lnTo>
                  <a:pt x="537" y="905"/>
                </a:lnTo>
                <a:lnTo>
                  <a:pt x="537" y="935"/>
                </a:lnTo>
                <a:lnTo>
                  <a:pt x="537" y="954"/>
                </a:lnTo>
                <a:lnTo>
                  <a:pt x="537" y="962"/>
                </a:lnTo>
                <a:lnTo>
                  <a:pt x="605" y="956"/>
                </a:lnTo>
                <a:lnTo>
                  <a:pt x="671" y="939"/>
                </a:lnTo>
                <a:lnTo>
                  <a:pt x="731" y="914"/>
                </a:lnTo>
                <a:lnTo>
                  <a:pt x="786" y="878"/>
                </a:lnTo>
                <a:lnTo>
                  <a:pt x="835" y="837"/>
                </a:lnTo>
                <a:lnTo>
                  <a:pt x="879" y="788"/>
                </a:lnTo>
                <a:lnTo>
                  <a:pt x="913" y="733"/>
                </a:lnTo>
                <a:lnTo>
                  <a:pt x="937" y="672"/>
                </a:lnTo>
                <a:lnTo>
                  <a:pt x="954" y="608"/>
                </a:lnTo>
                <a:lnTo>
                  <a:pt x="960" y="540"/>
                </a:lnTo>
                <a:lnTo>
                  <a:pt x="954" y="470"/>
                </a:lnTo>
                <a:lnTo>
                  <a:pt x="937" y="405"/>
                </a:lnTo>
                <a:lnTo>
                  <a:pt x="913" y="345"/>
                </a:lnTo>
                <a:lnTo>
                  <a:pt x="879" y="290"/>
                </a:lnTo>
                <a:lnTo>
                  <a:pt x="835" y="241"/>
                </a:lnTo>
                <a:lnTo>
                  <a:pt x="786" y="197"/>
                </a:lnTo>
                <a:lnTo>
                  <a:pt x="731" y="163"/>
                </a:lnTo>
                <a:lnTo>
                  <a:pt x="671" y="136"/>
                </a:lnTo>
                <a:lnTo>
                  <a:pt x="607" y="121"/>
                </a:lnTo>
                <a:lnTo>
                  <a:pt x="537" y="116"/>
                </a:lnTo>
                <a:close/>
                <a:moveTo>
                  <a:pt x="538" y="0"/>
                </a:moveTo>
                <a:lnTo>
                  <a:pt x="618" y="6"/>
                </a:lnTo>
                <a:lnTo>
                  <a:pt x="694" y="23"/>
                </a:lnTo>
                <a:lnTo>
                  <a:pt x="765" y="51"/>
                </a:lnTo>
                <a:lnTo>
                  <a:pt x="832" y="87"/>
                </a:lnTo>
                <a:lnTo>
                  <a:pt x="890" y="133"/>
                </a:lnTo>
                <a:lnTo>
                  <a:pt x="943" y="186"/>
                </a:lnTo>
                <a:lnTo>
                  <a:pt x="989" y="246"/>
                </a:lnTo>
                <a:lnTo>
                  <a:pt x="1026" y="312"/>
                </a:lnTo>
                <a:lnTo>
                  <a:pt x="1053" y="382"/>
                </a:lnTo>
                <a:lnTo>
                  <a:pt x="1070" y="460"/>
                </a:lnTo>
                <a:lnTo>
                  <a:pt x="1076" y="540"/>
                </a:lnTo>
                <a:lnTo>
                  <a:pt x="1070" y="619"/>
                </a:lnTo>
                <a:lnTo>
                  <a:pt x="1053" y="695"/>
                </a:lnTo>
                <a:lnTo>
                  <a:pt x="1026" y="767"/>
                </a:lnTo>
                <a:lnTo>
                  <a:pt x="989" y="833"/>
                </a:lnTo>
                <a:lnTo>
                  <a:pt x="943" y="892"/>
                </a:lnTo>
                <a:lnTo>
                  <a:pt x="890" y="945"/>
                </a:lnTo>
                <a:lnTo>
                  <a:pt x="832" y="990"/>
                </a:lnTo>
                <a:lnTo>
                  <a:pt x="765" y="1028"/>
                </a:lnTo>
                <a:lnTo>
                  <a:pt x="694" y="1054"/>
                </a:lnTo>
                <a:lnTo>
                  <a:pt x="618" y="1071"/>
                </a:lnTo>
                <a:lnTo>
                  <a:pt x="538" y="1077"/>
                </a:lnTo>
                <a:lnTo>
                  <a:pt x="459" y="1071"/>
                </a:lnTo>
                <a:lnTo>
                  <a:pt x="383" y="1054"/>
                </a:lnTo>
                <a:lnTo>
                  <a:pt x="312" y="1028"/>
                </a:lnTo>
                <a:lnTo>
                  <a:pt x="245" y="990"/>
                </a:lnTo>
                <a:lnTo>
                  <a:pt x="185" y="945"/>
                </a:lnTo>
                <a:lnTo>
                  <a:pt x="132" y="892"/>
                </a:lnTo>
                <a:lnTo>
                  <a:pt x="87" y="833"/>
                </a:lnTo>
                <a:lnTo>
                  <a:pt x="51" y="767"/>
                </a:lnTo>
                <a:lnTo>
                  <a:pt x="22" y="695"/>
                </a:lnTo>
                <a:lnTo>
                  <a:pt x="5" y="619"/>
                </a:lnTo>
                <a:lnTo>
                  <a:pt x="0" y="540"/>
                </a:lnTo>
                <a:lnTo>
                  <a:pt x="5" y="460"/>
                </a:lnTo>
                <a:lnTo>
                  <a:pt x="22" y="382"/>
                </a:lnTo>
                <a:lnTo>
                  <a:pt x="51" y="312"/>
                </a:lnTo>
                <a:lnTo>
                  <a:pt x="87" y="246"/>
                </a:lnTo>
                <a:lnTo>
                  <a:pt x="132" y="186"/>
                </a:lnTo>
                <a:lnTo>
                  <a:pt x="185" y="133"/>
                </a:lnTo>
                <a:lnTo>
                  <a:pt x="245" y="87"/>
                </a:lnTo>
                <a:lnTo>
                  <a:pt x="312" y="51"/>
                </a:lnTo>
                <a:lnTo>
                  <a:pt x="383" y="23"/>
                </a:lnTo>
                <a:lnTo>
                  <a:pt x="459" y="6"/>
                </a:lnTo>
                <a:lnTo>
                  <a:pt x="5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auto">
          <a:xfrm>
            <a:off x="7725308" y="1231872"/>
            <a:ext cx="1080000" cy="1081004"/>
          </a:xfrm>
          <a:custGeom>
            <a:avLst/>
            <a:gdLst>
              <a:gd name="T0" fmla="*/ 537 w 1076"/>
              <a:gd name="T1" fmla="*/ 135 h 1077"/>
              <a:gd name="T2" fmla="*/ 537 w 1076"/>
              <a:gd name="T3" fmla="*/ 197 h 1077"/>
              <a:gd name="T4" fmla="*/ 537 w 1076"/>
              <a:gd name="T5" fmla="*/ 280 h 1077"/>
              <a:gd name="T6" fmla="*/ 535 w 1076"/>
              <a:gd name="T7" fmla="*/ 369 h 1077"/>
              <a:gd name="T8" fmla="*/ 535 w 1076"/>
              <a:gd name="T9" fmla="*/ 453 h 1077"/>
              <a:gd name="T10" fmla="*/ 535 w 1076"/>
              <a:gd name="T11" fmla="*/ 513 h 1077"/>
              <a:gd name="T12" fmla="*/ 535 w 1076"/>
              <a:gd name="T13" fmla="*/ 536 h 1077"/>
              <a:gd name="T14" fmla="*/ 303 w 1076"/>
              <a:gd name="T15" fmla="*/ 894 h 1077"/>
              <a:gd name="T16" fmla="*/ 403 w 1076"/>
              <a:gd name="T17" fmla="*/ 941 h 1077"/>
              <a:gd name="T18" fmla="*/ 518 w 1076"/>
              <a:gd name="T19" fmla="*/ 958 h 1077"/>
              <a:gd name="T20" fmla="*/ 524 w 1076"/>
              <a:gd name="T21" fmla="*/ 958 h 1077"/>
              <a:gd name="T22" fmla="*/ 535 w 1076"/>
              <a:gd name="T23" fmla="*/ 958 h 1077"/>
              <a:gd name="T24" fmla="*/ 545 w 1076"/>
              <a:gd name="T25" fmla="*/ 958 h 1077"/>
              <a:gd name="T26" fmla="*/ 615 w 1076"/>
              <a:gd name="T27" fmla="*/ 952 h 1077"/>
              <a:gd name="T28" fmla="*/ 738 w 1076"/>
              <a:gd name="T29" fmla="*/ 911 h 1077"/>
              <a:gd name="T30" fmla="*/ 840 w 1076"/>
              <a:gd name="T31" fmla="*/ 835 h 1077"/>
              <a:gd name="T32" fmla="*/ 915 w 1076"/>
              <a:gd name="T33" fmla="*/ 733 h 1077"/>
              <a:gd name="T34" fmla="*/ 957 w 1076"/>
              <a:gd name="T35" fmla="*/ 608 h 1077"/>
              <a:gd name="T36" fmla="*/ 955 w 1076"/>
              <a:gd name="T37" fmla="*/ 473 h 1077"/>
              <a:gd name="T38" fmla="*/ 913 w 1076"/>
              <a:gd name="T39" fmla="*/ 348 h 1077"/>
              <a:gd name="T40" fmla="*/ 836 w 1076"/>
              <a:gd name="T41" fmla="*/ 242 h 1077"/>
              <a:gd name="T42" fmla="*/ 730 w 1076"/>
              <a:gd name="T43" fmla="*/ 165 h 1077"/>
              <a:gd name="T44" fmla="*/ 605 w 1076"/>
              <a:gd name="T45" fmla="*/ 121 h 1077"/>
              <a:gd name="T46" fmla="*/ 539 w 1076"/>
              <a:gd name="T47" fmla="*/ 0 h 1077"/>
              <a:gd name="T48" fmla="*/ 694 w 1076"/>
              <a:gd name="T49" fmla="*/ 23 h 1077"/>
              <a:gd name="T50" fmla="*/ 830 w 1076"/>
              <a:gd name="T51" fmla="*/ 87 h 1077"/>
              <a:gd name="T52" fmla="*/ 944 w 1076"/>
              <a:gd name="T53" fmla="*/ 186 h 1077"/>
              <a:gd name="T54" fmla="*/ 1027 w 1076"/>
              <a:gd name="T55" fmla="*/ 312 h 1077"/>
              <a:gd name="T56" fmla="*/ 1070 w 1076"/>
              <a:gd name="T57" fmla="*/ 460 h 1077"/>
              <a:gd name="T58" fmla="*/ 1070 w 1076"/>
              <a:gd name="T59" fmla="*/ 619 h 1077"/>
              <a:gd name="T60" fmla="*/ 1027 w 1076"/>
              <a:gd name="T61" fmla="*/ 767 h 1077"/>
              <a:gd name="T62" fmla="*/ 944 w 1076"/>
              <a:gd name="T63" fmla="*/ 892 h 1077"/>
              <a:gd name="T64" fmla="*/ 830 w 1076"/>
              <a:gd name="T65" fmla="*/ 990 h 1077"/>
              <a:gd name="T66" fmla="*/ 694 w 1076"/>
              <a:gd name="T67" fmla="*/ 1054 h 1077"/>
              <a:gd name="T68" fmla="*/ 539 w 1076"/>
              <a:gd name="T69" fmla="*/ 1077 h 1077"/>
              <a:gd name="T70" fmla="*/ 382 w 1076"/>
              <a:gd name="T71" fmla="*/ 1054 h 1077"/>
              <a:gd name="T72" fmla="*/ 246 w 1076"/>
              <a:gd name="T73" fmla="*/ 990 h 1077"/>
              <a:gd name="T74" fmla="*/ 132 w 1076"/>
              <a:gd name="T75" fmla="*/ 892 h 1077"/>
              <a:gd name="T76" fmla="*/ 49 w 1076"/>
              <a:gd name="T77" fmla="*/ 767 h 1077"/>
              <a:gd name="T78" fmla="*/ 6 w 1076"/>
              <a:gd name="T79" fmla="*/ 619 h 1077"/>
              <a:gd name="T80" fmla="*/ 6 w 1076"/>
              <a:gd name="T81" fmla="*/ 460 h 1077"/>
              <a:gd name="T82" fmla="*/ 49 w 1076"/>
              <a:gd name="T83" fmla="*/ 312 h 1077"/>
              <a:gd name="T84" fmla="*/ 132 w 1076"/>
              <a:gd name="T85" fmla="*/ 186 h 1077"/>
              <a:gd name="T86" fmla="*/ 246 w 1076"/>
              <a:gd name="T87" fmla="*/ 87 h 1077"/>
              <a:gd name="T88" fmla="*/ 382 w 1076"/>
              <a:gd name="T89" fmla="*/ 23 h 1077"/>
              <a:gd name="T90" fmla="*/ 539 w 1076"/>
              <a:gd name="T91" fmla="*/ 0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076" h="1077">
                <a:moveTo>
                  <a:pt x="537" y="116"/>
                </a:moveTo>
                <a:lnTo>
                  <a:pt x="537" y="135"/>
                </a:lnTo>
                <a:lnTo>
                  <a:pt x="537" y="161"/>
                </a:lnTo>
                <a:lnTo>
                  <a:pt x="537" y="197"/>
                </a:lnTo>
                <a:lnTo>
                  <a:pt x="537" y="237"/>
                </a:lnTo>
                <a:lnTo>
                  <a:pt x="537" y="280"/>
                </a:lnTo>
                <a:lnTo>
                  <a:pt x="537" y="326"/>
                </a:lnTo>
                <a:lnTo>
                  <a:pt x="535" y="369"/>
                </a:lnTo>
                <a:lnTo>
                  <a:pt x="535" y="413"/>
                </a:lnTo>
                <a:lnTo>
                  <a:pt x="535" y="453"/>
                </a:lnTo>
                <a:lnTo>
                  <a:pt x="535" y="487"/>
                </a:lnTo>
                <a:lnTo>
                  <a:pt x="535" y="513"/>
                </a:lnTo>
                <a:lnTo>
                  <a:pt x="535" y="530"/>
                </a:lnTo>
                <a:lnTo>
                  <a:pt x="535" y="536"/>
                </a:lnTo>
                <a:lnTo>
                  <a:pt x="261" y="859"/>
                </a:lnTo>
                <a:lnTo>
                  <a:pt x="303" y="894"/>
                </a:lnTo>
                <a:lnTo>
                  <a:pt x="350" y="922"/>
                </a:lnTo>
                <a:lnTo>
                  <a:pt x="403" y="941"/>
                </a:lnTo>
                <a:lnTo>
                  <a:pt x="458" y="954"/>
                </a:lnTo>
                <a:lnTo>
                  <a:pt x="518" y="958"/>
                </a:lnTo>
                <a:lnTo>
                  <a:pt x="520" y="958"/>
                </a:lnTo>
                <a:lnTo>
                  <a:pt x="524" y="958"/>
                </a:lnTo>
                <a:lnTo>
                  <a:pt x="530" y="958"/>
                </a:lnTo>
                <a:lnTo>
                  <a:pt x="535" y="958"/>
                </a:lnTo>
                <a:lnTo>
                  <a:pt x="541" y="958"/>
                </a:lnTo>
                <a:lnTo>
                  <a:pt x="545" y="958"/>
                </a:lnTo>
                <a:lnTo>
                  <a:pt x="547" y="958"/>
                </a:lnTo>
                <a:lnTo>
                  <a:pt x="615" y="952"/>
                </a:lnTo>
                <a:lnTo>
                  <a:pt x="679" y="937"/>
                </a:lnTo>
                <a:lnTo>
                  <a:pt x="738" y="911"/>
                </a:lnTo>
                <a:lnTo>
                  <a:pt x="792" y="877"/>
                </a:lnTo>
                <a:lnTo>
                  <a:pt x="840" y="835"/>
                </a:lnTo>
                <a:lnTo>
                  <a:pt x="881" y="788"/>
                </a:lnTo>
                <a:lnTo>
                  <a:pt x="915" y="733"/>
                </a:lnTo>
                <a:lnTo>
                  <a:pt x="940" y="672"/>
                </a:lnTo>
                <a:lnTo>
                  <a:pt x="957" y="608"/>
                </a:lnTo>
                <a:lnTo>
                  <a:pt x="961" y="541"/>
                </a:lnTo>
                <a:lnTo>
                  <a:pt x="955" y="473"/>
                </a:lnTo>
                <a:lnTo>
                  <a:pt x="940" y="409"/>
                </a:lnTo>
                <a:lnTo>
                  <a:pt x="913" y="348"/>
                </a:lnTo>
                <a:lnTo>
                  <a:pt x="879" y="292"/>
                </a:lnTo>
                <a:lnTo>
                  <a:pt x="836" y="242"/>
                </a:lnTo>
                <a:lnTo>
                  <a:pt x="787" y="199"/>
                </a:lnTo>
                <a:lnTo>
                  <a:pt x="730" y="165"/>
                </a:lnTo>
                <a:lnTo>
                  <a:pt x="669" y="138"/>
                </a:lnTo>
                <a:lnTo>
                  <a:pt x="605" y="121"/>
                </a:lnTo>
                <a:lnTo>
                  <a:pt x="537" y="116"/>
                </a:lnTo>
                <a:close/>
                <a:moveTo>
                  <a:pt x="539" y="0"/>
                </a:moveTo>
                <a:lnTo>
                  <a:pt x="618" y="6"/>
                </a:lnTo>
                <a:lnTo>
                  <a:pt x="694" y="23"/>
                </a:lnTo>
                <a:lnTo>
                  <a:pt x="764" y="51"/>
                </a:lnTo>
                <a:lnTo>
                  <a:pt x="830" y="87"/>
                </a:lnTo>
                <a:lnTo>
                  <a:pt x="891" y="133"/>
                </a:lnTo>
                <a:lnTo>
                  <a:pt x="944" y="186"/>
                </a:lnTo>
                <a:lnTo>
                  <a:pt x="989" y="246"/>
                </a:lnTo>
                <a:lnTo>
                  <a:pt x="1027" y="312"/>
                </a:lnTo>
                <a:lnTo>
                  <a:pt x="1053" y="382"/>
                </a:lnTo>
                <a:lnTo>
                  <a:pt x="1070" y="460"/>
                </a:lnTo>
                <a:lnTo>
                  <a:pt x="1076" y="540"/>
                </a:lnTo>
                <a:lnTo>
                  <a:pt x="1070" y="619"/>
                </a:lnTo>
                <a:lnTo>
                  <a:pt x="1053" y="695"/>
                </a:lnTo>
                <a:lnTo>
                  <a:pt x="1027" y="767"/>
                </a:lnTo>
                <a:lnTo>
                  <a:pt x="989" y="833"/>
                </a:lnTo>
                <a:lnTo>
                  <a:pt x="944" y="892"/>
                </a:lnTo>
                <a:lnTo>
                  <a:pt x="891" y="945"/>
                </a:lnTo>
                <a:lnTo>
                  <a:pt x="830" y="990"/>
                </a:lnTo>
                <a:lnTo>
                  <a:pt x="764" y="1028"/>
                </a:lnTo>
                <a:lnTo>
                  <a:pt x="694" y="1054"/>
                </a:lnTo>
                <a:lnTo>
                  <a:pt x="618" y="1071"/>
                </a:lnTo>
                <a:lnTo>
                  <a:pt x="539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2" y="1028"/>
                </a:lnTo>
                <a:lnTo>
                  <a:pt x="246" y="990"/>
                </a:lnTo>
                <a:lnTo>
                  <a:pt x="185" y="945"/>
                </a:lnTo>
                <a:lnTo>
                  <a:pt x="132" y="892"/>
                </a:lnTo>
                <a:lnTo>
                  <a:pt x="87" y="833"/>
                </a:lnTo>
                <a:lnTo>
                  <a:pt x="49" y="767"/>
                </a:lnTo>
                <a:lnTo>
                  <a:pt x="23" y="695"/>
                </a:lnTo>
                <a:lnTo>
                  <a:pt x="6" y="619"/>
                </a:lnTo>
                <a:lnTo>
                  <a:pt x="0" y="540"/>
                </a:lnTo>
                <a:lnTo>
                  <a:pt x="6" y="460"/>
                </a:lnTo>
                <a:lnTo>
                  <a:pt x="23" y="382"/>
                </a:lnTo>
                <a:lnTo>
                  <a:pt x="49" y="312"/>
                </a:lnTo>
                <a:lnTo>
                  <a:pt x="87" y="246"/>
                </a:lnTo>
                <a:lnTo>
                  <a:pt x="132" y="186"/>
                </a:lnTo>
                <a:lnTo>
                  <a:pt x="185" y="133"/>
                </a:lnTo>
                <a:lnTo>
                  <a:pt x="246" y="87"/>
                </a:lnTo>
                <a:lnTo>
                  <a:pt x="312" y="51"/>
                </a:lnTo>
                <a:lnTo>
                  <a:pt x="382" y="23"/>
                </a:lnTo>
                <a:lnTo>
                  <a:pt x="458" y="6"/>
                </a:lnTo>
                <a:lnTo>
                  <a:pt x="5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11"/>
          <p:cNvSpPr>
            <a:spLocks noChangeAspect="1" noEditPoints="1"/>
          </p:cNvSpPr>
          <p:nvPr/>
        </p:nvSpPr>
        <p:spPr bwMode="auto">
          <a:xfrm>
            <a:off x="1100572" y="2871730"/>
            <a:ext cx="1080000" cy="1081004"/>
          </a:xfrm>
          <a:custGeom>
            <a:avLst/>
            <a:gdLst>
              <a:gd name="T0" fmla="*/ 537 w 1076"/>
              <a:gd name="T1" fmla="*/ 132 h 1077"/>
              <a:gd name="T2" fmla="*/ 537 w 1076"/>
              <a:gd name="T3" fmla="*/ 195 h 1077"/>
              <a:gd name="T4" fmla="*/ 537 w 1076"/>
              <a:gd name="T5" fmla="*/ 278 h 1077"/>
              <a:gd name="T6" fmla="*/ 537 w 1076"/>
              <a:gd name="T7" fmla="*/ 369 h 1077"/>
              <a:gd name="T8" fmla="*/ 535 w 1076"/>
              <a:gd name="T9" fmla="*/ 452 h 1077"/>
              <a:gd name="T10" fmla="*/ 535 w 1076"/>
              <a:gd name="T11" fmla="*/ 513 h 1077"/>
              <a:gd name="T12" fmla="*/ 535 w 1076"/>
              <a:gd name="T13" fmla="*/ 536 h 1077"/>
              <a:gd name="T14" fmla="*/ 509 w 1076"/>
              <a:gd name="T15" fmla="*/ 536 h 1077"/>
              <a:gd name="T16" fmla="*/ 441 w 1076"/>
              <a:gd name="T17" fmla="*/ 536 h 1077"/>
              <a:gd name="T18" fmla="*/ 350 w 1076"/>
              <a:gd name="T19" fmla="*/ 536 h 1077"/>
              <a:gd name="T20" fmla="*/ 255 w 1076"/>
              <a:gd name="T21" fmla="*/ 536 h 1077"/>
              <a:gd name="T22" fmla="*/ 174 w 1076"/>
              <a:gd name="T23" fmla="*/ 536 h 1077"/>
              <a:gd name="T24" fmla="*/ 123 w 1076"/>
              <a:gd name="T25" fmla="*/ 536 h 1077"/>
              <a:gd name="T26" fmla="*/ 119 w 1076"/>
              <a:gd name="T27" fmla="*/ 598 h 1077"/>
              <a:gd name="T28" fmla="*/ 149 w 1076"/>
              <a:gd name="T29" fmla="*/ 714 h 1077"/>
              <a:gd name="T30" fmla="*/ 208 w 1076"/>
              <a:gd name="T31" fmla="*/ 814 h 1077"/>
              <a:gd name="T32" fmla="*/ 289 w 1076"/>
              <a:gd name="T33" fmla="*/ 891 h 1077"/>
              <a:gd name="T34" fmla="*/ 391 w 1076"/>
              <a:gd name="T35" fmla="*/ 943 h 1077"/>
              <a:gd name="T36" fmla="*/ 511 w 1076"/>
              <a:gd name="T37" fmla="*/ 960 h 1077"/>
              <a:gd name="T38" fmla="*/ 609 w 1076"/>
              <a:gd name="T39" fmla="*/ 954 h 1077"/>
              <a:gd name="T40" fmla="*/ 734 w 1076"/>
              <a:gd name="T41" fmla="*/ 912 h 1077"/>
              <a:gd name="T42" fmla="*/ 838 w 1076"/>
              <a:gd name="T43" fmla="*/ 835 h 1077"/>
              <a:gd name="T44" fmla="*/ 913 w 1076"/>
              <a:gd name="T45" fmla="*/ 729 h 1077"/>
              <a:gd name="T46" fmla="*/ 957 w 1076"/>
              <a:gd name="T47" fmla="*/ 604 h 1077"/>
              <a:gd name="T48" fmla="*/ 957 w 1076"/>
              <a:gd name="T49" fmla="*/ 467 h 1077"/>
              <a:gd name="T50" fmla="*/ 913 w 1076"/>
              <a:gd name="T51" fmla="*/ 343 h 1077"/>
              <a:gd name="T52" fmla="*/ 838 w 1076"/>
              <a:gd name="T53" fmla="*/ 237 h 1077"/>
              <a:gd name="T54" fmla="*/ 732 w 1076"/>
              <a:gd name="T55" fmla="*/ 161 h 1077"/>
              <a:gd name="T56" fmla="*/ 605 w 1076"/>
              <a:gd name="T57" fmla="*/ 119 h 1077"/>
              <a:gd name="T58" fmla="*/ 539 w 1076"/>
              <a:gd name="T59" fmla="*/ 0 h 1077"/>
              <a:gd name="T60" fmla="*/ 694 w 1076"/>
              <a:gd name="T61" fmla="*/ 23 h 1077"/>
              <a:gd name="T62" fmla="*/ 830 w 1076"/>
              <a:gd name="T63" fmla="*/ 87 h 1077"/>
              <a:gd name="T64" fmla="*/ 944 w 1076"/>
              <a:gd name="T65" fmla="*/ 185 h 1077"/>
              <a:gd name="T66" fmla="*/ 1027 w 1076"/>
              <a:gd name="T67" fmla="*/ 310 h 1077"/>
              <a:gd name="T68" fmla="*/ 1070 w 1076"/>
              <a:gd name="T69" fmla="*/ 458 h 1077"/>
              <a:gd name="T70" fmla="*/ 1070 w 1076"/>
              <a:gd name="T71" fmla="*/ 617 h 1077"/>
              <a:gd name="T72" fmla="*/ 1027 w 1076"/>
              <a:gd name="T73" fmla="*/ 765 h 1077"/>
              <a:gd name="T74" fmla="*/ 944 w 1076"/>
              <a:gd name="T75" fmla="*/ 891 h 1077"/>
              <a:gd name="T76" fmla="*/ 830 w 1076"/>
              <a:gd name="T77" fmla="*/ 990 h 1077"/>
              <a:gd name="T78" fmla="*/ 694 w 1076"/>
              <a:gd name="T79" fmla="*/ 1054 h 1077"/>
              <a:gd name="T80" fmla="*/ 539 w 1076"/>
              <a:gd name="T81" fmla="*/ 1077 h 1077"/>
              <a:gd name="T82" fmla="*/ 382 w 1076"/>
              <a:gd name="T83" fmla="*/ 1054 h 1077"/>
              <a:gd name="T84" fmla="*/ 246 w 1076"/>
              <a:gd name="T85" fmla="*/ 990 h 1077"/>
              <a:gd name="T86" fmla="*/ 132 w 1076"/>
              <a:gd name="T87" fmla="*/ 891 h 1077"/>
              <a:gd name="T88" fmla="*/ 49 w 1076"/>
              <a:gd name="T89" fmla="*/ 765 h 1077"/>
              <a:gd name="T90" fmla="*/ 6 w 1076"/>
              <a:gd name="T91" fmla="*/ 617 h 1077"/>
              <a:gd name="T92" fmla="*/ 6 w 1076"/>
              <a:gd name="T93" fmla="*/ 458 h 1077"/>
              <a:gd name="T94" fmla="*/ 49 w 1076"/>
              <a:gd name="T95" fmla="*/ 310 h 1077"/>
              <a:gd name="T96" fmla="*/ 132 w 1076"/>
              <a:gd name="T97" fmla="*/ 185 h 1077"/>
              <a:gd name="T98" fmla="*/ 246 w 1076"/>
              <a:gd name="T99" fmla="*/ 87 h 1077"/>
              <a:gd name="T100" fmla="*/ 382 w 1076"/>
              <a:gd name="T101" fmla="*/ 23 h 1077"/>
              <a:gd name="T102" fmla="*/ 539 w 1076"/>
              <a:gd name="T103" fmla="*/ 0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76" h="1077">
                <a:moveTo>
                  <a:pt x="537" y="114"/>
                </a:moveTo>
                <a:lnTo>
                  <a:pt x="537" y="132"/>
                </a:lnTo>
                <a:lnTo>
                  <a:pt x="537" y="159"/>
                </a:lnTo>
                <a:lnTo>
                  <a:pt x="537" y="195"/>
                </a:lnTo>
                <a:lnTo>
                  <a:pt x="537" y="235"/>
                </a:lnTo>
                <a:lnTo>
                  <a:pt x="537" y="278"/>
                </a:lnTo>
                <a:lnTo>
                  <a:pt x="537" y="324"/>
                </a:lnTo>
                <a:lnTo>
                  <a:pt x="537" y="369"/>
                </a:lnTo>
                <a:lnTo>
                  <a:pt x="537" y="413"/>
                </a:lnTo>
                <a:lnTo>
                  <a:pt x="535" y="452"/>
                </a:lnTo>
                <a:lnTo>
                  <a:pt x="535" y="486"/>
                </a:lnTo>
                <a:lnTo>
                  <a:pt x="535" y="513"/>
                </a:lnTo>
                <a:lnTo>
                  <a:pt x="535" y="530"/>
                </a:lnTo>
                <a:lnTo>
                  <a:pt x="535" y="536"/>
                </a:lnTo>
                <a:lnTo>
                  <a:pt x="528" y="536"/>
                </a:lnTo>
                <a:lnTo>
                  <a:pt x="509" y="536"/>
                </a:lnTo>
                <a:lnTo>
                  <a:pt x="478" y="536"/>
                </a:lnTo>
                <a:lnTo>
                  <a:pt x="441" y="536"/>
                </a:lnTo>
                <a:lnTo>
                  <a:pt x="397" y="536"/>
                </a:lnTo>
                <a:lnTo>
                  <a:pt x="350" y="536"/>
                </a:lnTo>
                <a:lnTo>
                  <a:pt x="303" y="536"/>
                </a:lnTo>
                <a:lnTo>
                  <a:pt x="255" y="536"/>
                </a:lnTo>
                <a:lnTo>
                  <a:pt x="212" y="536"/>
                </a:lnTo>
                <a:lnTo>
                  <a:pt x="174" y="536"/>
                </a:lnTo>
                <a:lnTo>
                  <a:pt x="144" y="536"/>
                </a:lnTo>
                <a:lnTo>
                  <a:pt x="123" y="536"/>
                </a:lnTo>
                <a:lnTo>
                  <a:pt x="115" y="536"/>
                </a:lnTo>
                <a:lnTo>
                  <a:pt x="119" y="598"/>
                </a:lnTo>
                <a:lnTo>
                  <a:pt x="130" y="659"/>
                </a:lnTo>
                <a:lnTo>
                  <a:pt x="149" y="714"/>
                </a:lnTo>
                <a:lnTo>
                  <a:pt x="176" y="767"/>
                </a:lnTo>
                <a:lnTo>
                  <a:pt x="208" y="814"/>
                </a:lnTo>
                <a:lnTo>
                  <a:pt x="246" y="856"/>
                </a:lnTo>
                <a:lnTo>
                  <a:pt x="289" y="891"/>
                </a:lnTo>
                <a:lnTo>
                  <a:pt x="338" y="920"/>
                </a:lnTo>
                <a:lnTo>
                  <a:pt x="391" y="943"/>
                </a:lnTo>
                <a:lnTo>
                  <a:pt x="450" y="956"/>
                </a:lnTo>
                <a:lnTo>
                  <a:pt x="511" y="960"/>
                </a:lnTo>
                <a:lnTo>
                  <a:pt x="541" y="960"/>
                </a:lnTo>
                <a:lnTo>
                  <a:pt x="609" y="954"/>
                </a:lnTo>
                <a:lnTo>
                  <a:pt x="673" y="937"/>
                </a:lnTo>
                <a:lnTo>
                  <a:pt x="734" y="912"/>
                </a:lnTo>
                <a:lnTo>
                  <a:pt x="789" y="876"/>
                </a:lnTo>
                <a:lnTo>
                  <a:pt x="838" y="835"/>
                </a:lnTo>
                <a:lnTo>
                  <a:pt x="879" y="785"/>
                </a:lnTo>
                <a:lnTo>
                  <a:pt x="913" y="729"/>
                </a:lnTo>
                <a:lnTo>
                  <a:pt x="940" y="668"/>
                </a:lnTo>
                <a:lnTo>
                  <a:pt x="957" y="604"/>
                </a:lnTo>
                <a:lnTo>
                  <a:pt x="961" y="536"/>
                </a:lnTo>
                <a:lnTo>
                  <a:pt x="957" y="467"/>
                </a:lnTo>
                <a:lnTo>
                  <a:pt x="940" y="403"/>
                </a:lnTo>
                <a:lnTo>
                  <a:pt x="913" y="343"/>
                </a:lnTo>
                <a:lnTo>
                  <a:pt x="879" y="286"/>
                </a:lnTo>
                <a:lnTo>
                  <a:pt x="838" y="237"/>
                </a:lnTo>
                <a:lnTo>
                  <a:pt x="787" y="195"/>
                </a:lnTo>
                <a:lnTo>
                  <a:pt x="732" y="161"/>
                </a:lnTo>
                <a:lnTo>
                  <a:pt x="671" y="134"/>
                </a:lnTo>
                <a:lnTo>
                  <a:pt x="605" y="119"/>
                </a:lnTo>
                <a:lnTo>
                  <a:pt x="537" y="114"/>
                </a:lnTo>
                <a:close/>
                <a:moveTo>
                  <a:pt x="539" y="0"/>
                </a:moveTo>
                <a:lnTo>
                  <a:pt x="618" y="6"/>
                </a:lnTo>
                <a:lnTo>
                  <a:pt x="694" y="23"/>
                </a:lnTo>
                <a:lnTo>
                  <a:pt x="764" y="49"/>
                </a:lnTo>
                <a:lnTo>
                  <a:pt x="830" y="87"/>
                </a:lnTo>
                <a:lnTo>
                  <a:pt x="891" y="132"/>
                </a:lnTo>
                <a:lnTo>
                  <a:pt x="944" y="185"/>
                </a:lnTo>
                <a:lnTo>
                  <a:pt x="989" y="244"/>
                </a:lnTo>
                <a:lnTo>
                  <a:pt x="1027" y="310"/>
                </a:lnTo>
                <a:lnTo>
                  <a:pt x="1053" y="382"/>
                </a:lnTo>
                <a:lnTo>
                  <a:pt x="1070" y="458"/>
                </a:lnTo>
                <a:lnTo>
                  <a:pt x="1076" y="538"/>
                </a:lnTo>
                <a:lnTo>
                  <a:pt x="1070" y="617"/>
                </a:lnTo>
                <a:lnTo>
                  <a:pt x="1053" y="695"/>
                </a:lnTo>
                <a:lnTo>
                  <a:pt x="1027" y="765"/>
                </a:lnTo>
                <a:lnTo>
                  <a:pt x="989" y="831"/>
                </a:lnTo>
                <a:lnTo>
                  <a:pt x="944" y="891"/>
                </a:lnTo>
                <a:lnTo>
                  <a:pt x="891" y="944"/>
                </a:lnTo>
                <a:lnTo>
                  <a:pt x="830" y="990"/>
                </a:lnTo>
                <a:lnTo>
                  <a:pt x="764" y="1026"/>
                </a:lnTo>
                <a:lnTo>
                  <a:pt x="694" y="1054"/>
                </a:lnTo>
                <a:lnTo>
                  <a:pt x="618" y="1071"/>
                </a:lnTo>
                <a:lnTo>
                  <a:pt x="539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2" y="1026"/>
                </a:lnTo>
                <a:lnTo>
                  <a:pt x="246" y="990"/>
                </a:lnTo>
                <a:lnTo>
                  <a:pt x="185" y="944"/>
                </a:lnTo>
                <a:lnTo>
                  <a:pt x="132" y="891"/>
                </a:lnTo>
                <a:lnTo>
                  <a:pt x="87" y="831"/>
                </a:lnTo>
                <a:lnTo>
                  <a:pt x="49" y="765"/>
                </a:lnTo>
                <a:lnTo>
                  <a:pt x="23" y="695"/>
                </a:lnTo>
                <a:lnTo>
                  <a:pt x="6" y="617"/>
                </a:lnTo>
                <a:lnTo>
                  <a:pt x="0" y="538"/>
                </a:lnTo>
                <a:lnTo>
                  <a:pt x="6" y="458"/>
                </a:lnTo>
                <a:lnTo>
                  <a:pt x="23" y="382"/>
                </a:lnTo>
                <a:lnTo>
                  <a:pt x="49" y="310"/>
                </a:lnTo>
                <a:lnTo>
                  <a:pt x="87" y="244"/>
                </a:lnTo>
                <a:lnTo>
                  <a:pt x="132" y="185"/>
                </a:lnTo>
                <a:lnTo>
                  <a:pt x="185" y="132"/>
                </a:lnTo>
                <a:lnTo>
                  <a:pt x="246" y="87"/>
                </a:lnTo>
                <a:lnTo>
                  <a:pt x="312" y="49"/>
                </a:lnTo>
                <a:lnTo>
                  <a:pt x="382" y="23"/>
                </a:lnTo>
                <a:lnTo>
                  <a:pt x="458" y="6"/>
                </a:lnTo>
                <a:lnTo>
                  <a:pt x="5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2"/>
          <p:cNvSpPr>
            <a:spLocks noChangeAspect="1" noEditPoints="1"/>
          </p:cNvSpPr>
          <p:nvPr/>
        </p:nvSpPr>
        <p:spPr bwMode="auto">
          <a:xfrm>
            <a:off x="2756876" y="2892787"/>
            <a:ext cx="1080000" cy="1081004"/>
          </a:xfrm>
          <a:custGeom>
            <a:avLst/>
            <a:gdLst>
              <a:gd name="T0" fmla="*/ 536 w 1076"/>
              <a:gd name="T1" fmla="*/ 119 h 1077"/>
              <a:gd name="T2" fmla="*/ 536 w 1076"/>
              <a:gd name="T3" fmla="*/ 165 h 1077"/>
              <a:gd name="T4" fmla="*/ 536 w 1076"/>
              <a:gd name="T5" fmla="*/ 240 h 1077"/>
              <a:gd name="T6" fmla="*/ 536 w 1076"/>
              <a:gd name="T7" fmla="*/ 329 h 1077"/>
              <a:gd name="T8" fmla="*/ 536 w 1076"/>
              <a:gd name="T9" fmla="*/ 413 h 1077"/>
              <a:gd name="T10" fmla="*/ 536 w 1076"/>
              <a:gd name="T11" fmla="*/ 477 h 1077"/>
              <a:gd name="T12" fmla="*/ 536 w 1076"/>
              <a:gd name="T13" fmla="*/ 502 h 1077"/>
              <a:gd name="T14" fmla="*/ 248 w 1076"/>
              <a:gd name="T15" fmla="*/ 225 h 1077"/>
              <a:gd name="T16" fmla="*/ 180 w 1076"/>
              <a:gd name="T17" fmla="*/ 307 h 1077"/>
              <a:gd name="T18" fmla="*/ 131 w 1076"/>
              <a:gd name="T19" fmla="*/ 413 h 1077"/>
              <a:gd name="T20" fmla="*/ 114 w 1076"/>
              <a:gd name="T21" fmla="*/ 538 h 1077"/>
              <a:gd name="T22" fmla="*/ 129 w 1076"/>
              <a:gd name="T23" fmla="*/ 661 h 1077"/>
              <a:gd name="T24" fmla="*/ 174 w 1076"/>
              <a:gd name="T25" fmla="*/ 768 h 1077"/>
              <a:gd name="T26" fmla="*/ 244 w 1076"/>
              <a:gd name="T27" fmla="*/ 857 h 1077"/>
              <a:gd name="T28" fmla="*/ 337 w 1076"/>
              <a:gd name="T29" fmla="*/ 922 h 1077"/>
              <a:gd name="T30" fmla="*/ 449 w 1076"/>
              <a:gd name="T31" fmla="*/ 956 h 1077"/>
              <a:gd name="T32" fmla="*/ 513 w 1076"/>
              <a:gd name="T33" fmla="*/ 960 h 1077"/>
              <a:gd name="T34" fmla="*/ 522 w 1076"/>
              <a:gd name="T35" fmla="*/ 960 h 1077"/>
              <a:gd name="T36" fmla="*/ 534 w 1076"/>
              <a:gd name="T37" fmla="*/ 960 h 1077"/>
              <a:gd name="T38" fmla="*/ 539 w 1076"/>
              <a:gd name="T39" fmla="*/ 960 h 1077"/>
              <a:gd name="T40" fmla="*/ 674 w 1076"/>
              <a:gd name="T41" fmla="*/ 939 h 1077"/>
              <a:gd name="T42" fmla="*/ 789 w 1076"/>
              <a:gd name="T43" fmla="*/ 878 h 1077"/>
              <a:gd name="T44" fmla="*/ 880 w 1076"/>
              <a:gd name="T45" fmla="*/ 785 h 1077"/>
              <a:gd name="T46" fmla="*/ 940 w 1076"/>
              <a:gd name="T47" fmla="*/ 670 h 1077"/>
              <a:gd name="T48" fmla="*/ 961 w 1076"/>
              <a:gd name="T49" fmla="*/ 538 h 1077"/>
              <a:gd name="T50" fmla="*/ 940 w 1076"/>
              <a:gd name="T51" fmla="*/ 405 h 1077"/>
              <a:gd name="T52" fmla="*/ 880 w 1076"/>
              <a:gd name="T53" fmla="*/ 288 h 1077"/>
              <a:gd name="T54" fmla="*/ 787 w 1076"/>
              <a:gd name="T55" fmla="*/ 195 h 1077"/>
              <a:gd name="T56" fmla="*/ 672 w 1076"/>
              <a:gd name="T57" fmla="*/ 136 h 1077"/>
              <a:gd name="T58" fmla="*/ 538 w 1076"/>
              <a:gd name="T59" fmla="*/ 114 h 1077"/>
              <a:gd name="T60" fmla="*/ 617 w 1076"/>
              <a:gd name="T61" fmla="*/ 6 h 1077"/>
              <a:gd name="T62" fmla="*/ 764 w 1076"/>
              <a:gd name="T63" fmla="*/ 49 h 1077"/>
              <a:gd name="T64" fmla="*/ 891 w 1076"/>
              <a:gd name="T65" fmla="*/ 132 h 1077"/>
              <a:gd name="T66" fmla="*/ 989 w 1076"/>
              <a:gd name="T67" fmla="*/ 244 h 1077"/>
              <a:gd name="T68" fmla="*/ 1054 w 1076"/>
              <a:gd name="T69" fmla="*/ 382 h 1077"/>
              <a:gd name="T70" fmla="*/ 1076 w 1076"/>
              <a:gd name="T71" fmla="*/ 538 h 1077"/>
              <a:gd name="T72" fmla="*/ 1054 w 1076"/>
              <a:gd name="T73" fmla="*/ 695 h 1077"/>
              <a:gd name="T74" fmla="*/ 989 w 1076"/>
              <a:gd name="T75" fmla="*/ 831 h 1077"/>
              <a:gd name="T76" fmla="*/ 891 w 1076"/>
              <a:gd name="T77" fmla="*/ 944 h 1077"/>
              <a:gd name="T78" fmla="*/ 764 w 1076"/>
              <a:gd name="T79" fmla="*/ 1026 h 1077"/>
              <a:gd name="T80" fmla="*/ 617 w 1076"/>
              <a:gd name="T81" fmla="*/ 1071 h 1077"/>
              <a:gd name="T82" fmla="*/ 458 w 1076"/>
              <a:gd name="T83" fmla="*/ 1071 h 1077"/>
              <a:gd name="T84" fmla="*/ 311 w 1076"/>
              <a:gd name="T85" fmla="*/ 1026 h 1077"/>
              <a:gd name="T86" fmla="*/ 186 w 1076"/>
              <a:gd name="T87" fmla="*/ 944 h 1077"/>
              <a:gd name="T88" fmla="*/ 87 w 1076"/>
              <a:gd name="T89" fmla="*/ 831 h 1077"/>
              <a:gd name="T90" fmla="*/ 23 w 1076"/>
              <a:gd name="T91" fmla="*/ 695 h 1077"/>
              <a:gd name="T92" fmla="*/ 0 w 1076"/>
              <a:gd name="T93" fmla="*/ 538 h 1077"/>
              <a:gd name="T94" fmla="*/ 23 w 1076"/>
              <a:gd name="T95" fmla="*/ 382 h 1077"/>
              <a:gd name="T96" fmla="*/ 87 w 1076"/>
              <a:gd name="T97" fmla="*/ 244 h 1077"/>
              <a:gd name="T98" fmla="*/ 186 w 1076"/>
              <a:gd name="T99" fmla="*/ 132 h 1077"/>
              <a:gd name="T100" fmla="*/ 311 w 1076"/>
              <a:gd name="T101" fmla="*/ 49 h 1077"/>
              <a:gd name="T102" fmla="*/ 458 w 1076"/>
              <a:gd name="T103" fmla="*/ 6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76" h="1077">
                <a:moveTo>
                  <a:pt x="538" y="114"/>
                </a:moveTo>
                <a:lnTo>
                  <a:pt x="536" y="119"/>
                </a:lnTo>
                <a:lnTo>
                  <a:pt x="536" y="138"/>
                </a:lnTo>
                <a:lnTo>
                  <a:pt x="536" y="165"/>
                </a:lnTo>
                <a:lnTo>
                  <a:pt x="536" y="201"/>
                </a:lnTo>
                <a:lnTo>
                  <a:pt x="536" y="240"/>
                </a:lnTo>
                <a:lnTo>
                  <a:pt x="536" y="284"/>
                </a:lnTo>
                <a:lnTo>
                  <a:pt x="536" y="329"/>
                </a:lnTo>
                <a:lnTo>
                  <a:pt x="536" y="373"/>
                </a:lnTo>
                <a:lnTo>
                  <a:pt x="536" y="413"/>
                </a:lnTo>
                <a:lnTo>
                  <a:pt x="536" y="449"/>
                </a:lnTo>
                <a:lnTo>
                  <a:pt x="536" y="477"/>
                </a:lnTo>
                <a:lnTo>
                  <a:pt x="536" y="494"/>
                </a:lnTo>
                <a:lnTo>
                  <a:pt x="536" y="502"/>
                </a:lnTo>
                <a:lnTo>
                  <a:pt x="288" y="195"/>
                </a:lnTo>
                <a:lnTo>
                  <a:pt x="248" y="225"/>
                </a:lnTo>
                <a:lnTo>
                  <a:pt x="212" y="263"/>
                </a:lnTo>
                <a:lnTo>
                  <a:pt x="180" y="307"/>
                </a:lnTo>
                <a:lnTo>
                  <a:pt x="152" y="356"/>
                </a:lnTo>
                <a:lnTo>
                  <a:pt x="131" y="413"/>
                </a:lnTo>
                <a:lnTo>
                  <a:pt x="118" y="473"/>
                </a:lnTo>
                <a:lnTo>
                  <a:pt x="114" y="538"/>
                </a:lnTo>
                <a:lnTo>
                  <a:pt x="118" y="600"/>
                </a:lnTo>
                <a:lnTo>
                  <a:pt x="129" y="661"/>
                </a:lnTo>
                <a:lnTo>
                  <a:pt x="148" y="715"/>
                </a:lnTo>
                <a:lnTo>
                  <a:pt x="174" y="768"/>
                </a:lnTo>
                <a:lnTo>
                  <a:pt x="207" y="816"/>
                </a:lnTo>
                <a:lnTo>
                  <a:pt x="244" y="857"/>
                </a:lnTo>
                <a:lnTo>
                  <a:pt x="288" y="891"/>
                </a:lnTo>
                <a:lnTo>
                  <a:pt x="337" y="922"/>
                </a:lnTo>
                <a:lnTo>
                  <a:pt x="392" y="943"/>
                </a:lnTo>
                <a:lnTo>
                  <a:pt x="449" y="956"/>
                </a:lnTo>
                <a:lnTo>
                  <a:pt x="511" y="960"/>
                </a:lnTo>
                <a:lnTo>
                  <a:pt x="513" y="960"/>
                </a:lnTo>
                <a:lnTo>
                  <a:pt x="517" y="960"/>
                </a:lnTo>
                <a:lnTo>
                  <a:pt x="522" y="960"/>
                </a:lnTo>
                <a:lnTo>
                  <a:pt x="528" y="960"/>
                </a:lnTo>
                <a:lnTo>
                  <a:pt x="534" y="960"/>
                </a:lnTo>
                <a:lnTo>
                  <a:pt x="538" y="960"/>
                </a:lnTo>
                <a:lnTo>
                  <a:pt x="539" y="960"/>
                </a:lnTo>
                <a:lnTo>
                  <a:pt x="607" y="954"/>
                </a:lnTo>
                <a:lnTo>
                  <a:pt x="674" y="939"/>
                </a:lnTo>
                <a:lnTo>
                  <a:pt x="734" y="912"/>
                </a:lnTo>
                <a:lnTo>
                  <a:pt x="789" y="878"/>
                </a:lnTo>
                <a:lnTo>
                  <a:pt x="838" y="835"/>
                </a:lnTo>
                <a:lnTo>
                  <a:pt x="880" y="785"/>
                </a:lnTo>
                <a:lnTo>
                  <a:pt x="914" y="731"/>
                </a:lnTo>
                <a:lnTo>
                  <a:pt x="940" y="670"/>
                </a:lnTo>
                <a:lnTo>
                  <a:pt x="955" y="606"/>
                </a:lnTo>
                <a:lnTo>
                  <a:pt x="961" y="538"/>
                </a:lnTo>
                <a:lnTo>
                  <a:pt x="955" y="469"/>
                </a:lnTo>
                <a:lnTo>
                  <a:pt x="940" y="405"/>
                </a:lnTo>
                <a:lnTo>
                  <a:pt x="914" y="343"/>
                </a:lnTo>
                <a:lnTo>
                  <a:pt x="880" y="288"/>
                </a:lnTo>
                <a:lnTo>
                  <a:pt x="836" y="238"/>
                </a:lnTo>
                <a:lnTo>
                  <a:pt x="787" y="195"/>
                </a:lnTo>
                <a:lnTo>
                  <a:pt x="732" y="161"/>
                </a:lnTo>
                <a:lnTo>
                  <a:pt x="672" y="136"/>
                </a:lnTo>
                <a:lnTo>
                  <a:pt x="606" y="119"/>
                </a:lnTo>
                <a:lnTo>
                  <a:pt x="538" y="114"/>
                </a:lnTo>
                <a:close/>
                <a:moveTo>
                  <a:pt x="538" y="0"/>
                </a:moveTo>
                <a:lnTo>
                  <a:pt x="617" y="6"/>
                </a:lnTo>
                <a:lnTo>
                  <a:pt x="693" y="23"/>
                </a:lnTo>
                <a:lnTo>
                  <a:pt x="764" y="49"/>
                </a:lnTo>
                <a:lnTo>
                  <a:pt x="831" y="87"/>
                </a:lnTo>
                <a:lnTo>
                  <a:pt x="891" y="132"/>
                </a:lnTo>
                <a:lnTo>
                  <a:pt x="944" y="185"/>
                </a:lnTo>
                <a:lnTo>
                  <a:pt x="989" y="244"/>
                </a:lnTo>
                <a:lnTo>
                  <a:pt x="1025" y="310"/>
                </a:lnTo>
                <a:lnTo>
                  <a:pt x="1054" y="382"/>
                </a:lnTo>
                <a:lnTo>
                  <a:pt x="1071" y="458"/>
                </a:lnTo>
                <a:lnTo>
                  <a:pt x="1076" y="538"/>
                </a:lnTo>
                <a:lnTo>
                  <a:pt x="1071" y="617"/>
                </a:lnTo>
                <a:lnTo>
                  <a:pt x="1054" y="695"/>
                </a:lnTo>
                <a:lnTo>
                  <a:pt x="1025" y="765"/>
                </a:lnTo>
                <a:lnTo>
                  <a:pt x="989" y="831"/>
                </a:lnTo>
                <a:lnTo>
                  <a:pt x="944" y="891"/>
                </a:lnTo>
                <a:lnTo>
                  <a:pt x="891" y="944"/>
                </a:lnTo>
                <a:lnTo>
                  <a:pt x="831" y="990"/>
                </a:lnTo>
                <a:lnTo>
                  <a:pt x="764" y="1026"/>
                </a:lnTo>
                <a:lnTo>
                  <a:pt x="693" y="1054"/>
                </a:lnTo>
                <a:lnTo>
                  <a:pt x="617" y="1071"/>
                </a:lnTo>
                <a:lnTo>
                  <a:pt x="538" y="1077"/>
                </a:lnTo>
                <a:lnTo>
                  <a:pt x="458" y="1071"/>
                </a:lnTo>
                <a:lnTo>
                  <a:pt x="382" y="1054"/>
                </a:lnTo>
                <a:lnTo>
                  <a:pt x="311" y="1026"/>
                </a:lnTo>
                <a:lnTo>
                  <a:pt x="244" y="990"/>
                </a:lnTo>
                <a:lnTo>
                  <a:pt x="186" y="944"/>
                </a:lnTo>
                <a:lnTo>
                  <a:pt x="133" y="891"/>
                </a:lnTo>
                <a:lnTo>
                  <a:pt x="87" y="831"/>
                </a:lnTo>
                <a:lnTo>
                  <a:pt x="50" y="765"/>
                </a:lnTo>
                <a:lnTo>
                  <a:pt x="23" y="695"/>
                </a:lnTo>
                <a:lnTo>
                  <a:pt x="6" y="617"/>
                </a:lnTo>
                <a:lnTo>
                  <a:pt x="0" y="538"/>
                </a:lnTo>
                <a:lnTo>
                  <a:pt x="6" y="458"/>
                </a:lnTo>
                <a:lnTo>
                  <a:pt x="23" y="382"/>
                </a:lnTo>
                <a:lnTo>
                  <a:pt x="50" y="310"/>
                </a:lnTo>
                <a:lnTo>
                  <a:pt x="87" y="244"/>
                </a:lnTo>
                <a:lnTo>
                  <a:pt x="133" y="185"/>
                </a:lnTo>
                <a:lnTo>
                  <a:pt x="186" y="132"/>
                </a:lnTo>
                <a:lnTo>
                  <a:pt x="244" y="87"/>
                </a:lnTo>
                <a:lnTo>
                  <a:pt x="311" y="49"/>
                </a:lnTo>
                <a:lnTo>
                  <a:pt x="382" y="23"/>
                </a:lnTo>
                <a:lnTo>
                  <a:pt x="458" y="6"/>
                </a:lnTo>
                <a:lnTo>
                  <a:pt x="5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3"/>
          <p:cNvSpPr>
            <a:spLocks noChangeAspect="1"/>
          </p:cNvSpPr>
          <p:nvPr/>
        </p:nvSpPr>
        <p:spPr bwMode="auto">
          <a:xfrm>
            <a:off x="4413060" y="2960948"/>
            <a:ext cx="1080000" cy="934190"/>
          </a:xfrm>
          <a:custGeom>
            <a:avLst/>
            <a:gdLst>
              <a:gd name="T0" fmla="*/ 47 w 1074"/>
              <a:gd name="T1" fmla="*/ 0 h 929"/>
              <a:gd name="T2" fmla="*/ 68 w 1074"/>
              <a:gd name="T3" fmla="*/ 4 h 929"/>
              <a:gd name="T4" fmla="*/ 83 w 1074"/>
              <a:gd name="T5" fmla="*/ 13 h 929"/>
              <a:gd name="T6" fmla="*/ 96 w 1074"/>
              <a:gd name="T7" fmla="*/ 25 h 929"/>
              <a:gd name="T8" fmla="*/ 104 w 1074"/>
              <a:gd name="T9" fmla="*/ 34 h 929"/>
              <a:gd name="T10" fmla="*/ 108 w 1074"/>
              <a:gd name="T11" fmla="*/ 38 h 929"/>
              <a:gd name="T12" fmla="*/ 110 w 1074"/>
              <a:gd name="T13" fmla="*/ 449 h 929"/>
              <a:gd name="T14" fmla="*/ 331 w 1074"/>
              <a:gd name="T15" fmla="*/ 371 h 929"/>
              <a:gd name="T16" fmla="*/ 556 w 1074"/>
              <a:gd name="T17" fmla="*/ 522 h 929"/>
              <a:gd name="T18" fmla="*/ 1032 w 1074"/>
              <a:gd name="T19" fmla="*/ 149 h 929"/>
              <a:gd name="T20" fmla="*/ 1031 w 1074"/>
              <a:gd name="T21" fmla="*/ 331 h 929"/>
              <a:gd name="T22" fmla="*/ 548 w 1074"/>
              <a:gd name="T23" fmla="*/ 698 h 929"/>
              <a:gd name="T24" fmla="*/ 320 w 1074"/>
              <a:gd name="T25" fmla="*/ 517 h 929"/>
              <a:gd name="T26" fmla="*/ 108 w 1074"/>
              <a:gd name="T27" fmla="*/ 594 h 929"/>
              <a:gd name="T28" fmla="*/ 108 w 1074"/>
              <a:gd name="T29" fmla="*/ 784 h 929"/>
              <a:gd name="T30" fmla="*/ 112 w 1074"/>
              <a:gd name="T31" fmla="*/ 799 h 929"/>
              <a:gd name="T32" fmla="*/ 117 w 1074"/>
              <a:gd name="T33" fmla="*/ 810 h 929"/>
              <a:gd name="T34" fmla="*/ 127 w 1074"/>
              <a:gd name="T35" fmla="*/ 816 h 929"/>
              <a:gd name="T36" fmla="*/ 136 w 1074"/>
              <a:gd name="T37" fmla="*/ 818 h 929"/>
              <a:gd name="T38" fmla="*/ 144 w 1074"/>
              <a:gd name="T39" fmla="*/ 818 h 929"/>
              <a:gd name="T40" fmla="*/ 147 w 1074"/>
              <a:gd name="T41" fmla="*/ 818 h 929"/>
              <a:gd name="T42" fmla="*/ 1036 w 1074"/>
              <a:gd name="T43" fmla="*/ 820 h 929"/>
              <a:gd name="T44" fmla="*/ 1038 w 1074"/>
              <a:gd name="T45" fmla="*/ 821 h 929"/>
              <a:gd name="T46" fmla="*/ 1046 w 1074"/>
              <a:gd name="T47" fmla="*/ 827 h 929"/>
              <a:gd name="T48" fmla="*/ 1055 w 1074"/>
              <a:gd name="T49" fmla="*/ 837 h 929"/>
              <a:gd name="T50" fmla="*/ 1065 w 1074"/>
              <a:gd name="T51" fmla="*/ 848 h 929"/>
              <a:gd name="T52" fmla="*/ 1072 w 1074"/>
              <a:gd name="T53" fmla="*/ 861 h 929"/>
              <a:gd name="T54" fmla="*/ 1074 w 1074"/>
              <a:gd name="T55" fmla="*/ 878 h 929"/>
              <a:gd name="T56" fmla="*/ 1070 w 1074"/>
              <a:gd name="T57" fmla="*/ 895 h 929"/>
              <a:gd name="T58" fmla="*/ 1061 w 1074"/>
              <a:gd name="T59" fmla="*/ 910 h 929"/>
              <a:gd name="T60" fmla="*/ 1049 w 1074"/>
              <a:gd name="T61" fmla="*/ 920 h 929"/>
              <a:gd name="T62" fmla="*/ 1040 w 1074"/>
              <a:gd name="T63" fmla="*/ 926 h 929"/>
              <a:gd name="T64" fmla="*/ 1036 w 1074"/>
              <a:gd name="T65" fmla="*/ 929 h 929"/>
              <a:gd name="T66" fmla="*/ 108 w 1074"/>
              <a:gd name="T67" fmla="*/ 929 h 929"/>
              <a:gd name="T68" fmla="*/ 78 w 1074"/>
              <a:gd name="T69" fmla="*/ 926 h 929"/>
              <a:gd name="T70" fmla="*/ 53 w 1074"/>
              <a:gd name="T71" fmla="*/ 916 h 929"/>
              <a:gd name="T72" fmla="*/ 36 w 1074"/>
              <a:gd name="T73" fmla="*/ 903 h 929"/>
              <a:gd name="T74" fmla="*/ 21 w 1074"/>
              <a:gd name="T75" fmla="*/ 888 h 929"/>
              <a:gd name="T76" fmla="*/ 11 w 1074"/>
              <a:gd name="T77" fmla="*/ 871 h 929"/>
              <a:gd name="T78" fmla="*/ 6 w 1074"/>
              <a:gd name="T79" fmla="*/ 854 h 929"/>
              <a:gd name="T80" fmla="*/ 2 w 1074"/>
              <a:gd name="T81" fmla="*/ 838 h 929"/>
              <a:gd name="T82" fmla="*/ 0 w 1074"/>
              <a:gd name="T83" fmla="*/ 825 h 929"/>
              <a:gd name="T84" fmla="*/ 0 w 1074"/>
              <a:gd name="T85" fmla="*/ 816 h 929"/>
              <a:gd name="T86" fmla="*/ 0 w 1074"/>
              <a:gd name="T87" fmla="*/ 812 h 929"/>
              <a:gd name="T88" fmla="*/ 0 w 1074"/>
              <a:gd name="T89" fmla="*/ 42 h 929"/>
              <a:gd name="T90" fmla="*/ 2 w 1074"/>
              <a:gd name="T91" fmla="*/ 26 h 929"/>
              <a:gd name="T92" fmla="*/ 11 w 1074"/>
              <a:gd name="T93" fmla="*/ 15 h 929"/>
              <a:gd name="T94" fmla="*/ 23 w 1074"/>
              <a:gd name="T95" fmla="*/ 8 h 929"/>
              <a:gd name="T96" fmla="*/ 36 w 1074"/>
              <a:gd name="T97" fmla="*/ 4 h 929"/>
              <a:gd name="T98" fmla="*/ 43 w 1074"/>
              <a:gd name="T99" fmla="*/ 0 h 929"/>
              <a:gd name="T100" fmla="*/ 47 w 1074"/>
              <a:gd name="T101" fmla="*/ 0 h 9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74" h="929">
                <a:moveTo>
                  <a:pt x="47" y="0"/>
                </a:moveTo>
                <a:lnTo>
                  <a:pt x="68" y="4"/>
                </a:lnTo>
                <a:lnTo>
                  <a:pt x="83" y="13"/>
                </a:lnTo>
                <a:lnTo>
                  <a:pt x="96" y="25"/>
                </a:lnTo>
                <a:lnTo>
                  <a:pt x="104" y="34"/>
                </a:lnTo>
                <a:lnTo>
                  <a:pt x="108" y="38"/>
                </a:lnTo>
                <a:lnTo>
                  <a:pt x="110" y="449"/>
                </a:lnTo>
                <a:lnTo>
                  <a:pt x="331" y="371"/>
                </a:lnTo>
                <a:lnTo>
                  <a:pt x="556" y="522"/>
                </a:lnTo>
                <a:lnTo>
                  <a:pt x="1032" y="149"/>
                </a:lnTo>
                <a:lnTo>
                  <a:pt x="1031" y="331"/>
                </a:lnTo>
                <a:lnTo>
                  <a:pt x="548" y="698"/>
                </a:lnTo>
                <a:lnTo>
                  <a:pt x="320" y="517"/>
                </a:lnTo>
                <a:lnTo>
                  <a:pt x="108" y="594"/>
                </a:lnTo>
                <a:lnTo>
                  <a:pt x="108" y="784"/>
                </a:lnTo>
                <a:lnTo>
                  <a:pt x="112" y="799"/>
                </a:lnTo>
                <a:lnTo>
                  <a:pt x="117" y="810"/>
                </a:lnTo>
                <a:lnTo>
                  <a:pt x="127" y="816"/>
                </a:lnTo>
                <a:lnTo>
                  <a:pt x="136" y="818"/>
                </a:lnTo>
                <a:lnTo>
                  <a:pt x="144" y="818"/>
                </a:lnTo>
                <a:lnTo>
                  <a:pt x="147" y="818"/>
                </a:lnTo>
                <a:lnTo>
                  <a:pt x="1036" y="820"/>
                </a:lnTo>
                <a:lnTo>
                  <a:pt x="1038" y="821"/>
                </a:lnTo>
                <a:lnTo>
                  <a:pt x="1046" y="827"/>
                </a:lnTo>
                <a:lnTo>
                  <a:pt x="1055" y="837"/>
                </a:lnTo>
                <a:lnTo>
                  <a:pt x="1065" y="848"/>
                </a:lnTo>
                <a:lnTo>
                  <a:pt x="1072" y="861"/>
                </a:lnTo>
                <a:lnTo>
                  <a:pt x="1074" y="878"/>
                </a:lnTo>
                <a:lnTo>
                  <a:pt x="1070" y="895"/>
                </a:lnTo>
                <a:lnTo>
                  <a:pt x="1061" y="910"/>
                </a:lnTo>
                <a:lnTo>
                  <a:pt x="1049" y="920"/>
                </a:lnTo>
                <a:lnTo>
                  <a:pt x="1040" y="926"/>
                </a:lnTo>
                <a:lnTo>
                  <a:pt x="1036" y="929"/>
                </a:lnTo>
                <a:lnTo>
                  <a:pt x="108" y="929"/>
                </a:lnTo>
                <a:lnTo>
                  <a:pt x="78" y="926"/>
                </a:lnTo>
                <a:lnTo>
                  <a:pt x="53" y="916"/>
                </a:lnTo>
                <a:lnTo>
                  <a:pt x="36" y="903"/>
                </a:lnTo>
                <a:lnTo>
                  <a:pt x="21" y="888"/>
                </a:lnTo>
                <a:lnTo>
                  <a:pt x="11" y="871"/>
                </a:lnTo>
                <a:lnTo>
                  <a:pt x="6" y="854"/>
                </a:lnTo>
                <a:lnTo>
                  <a:pt x="2" y="838"/>
                </a:lnTo>
                <a:lnTo>
                  <a:pt x="0" y="825"/>
                </a:lnTo>
                <a:lnTo>
                  <a:pt x="0" y="816"/>
                </a:lnTo>
                <a:lnTo>
                  <a:pt x="0" y="812"/>
                </a:lnTo>
                <a:lnTo>
                  <a:pt x="0" y="42"/>
                </a:lnTo>
                <a:lnTo>
                  <a:pt x="2" y="26"/>
                </a:lnTo>
                <a:lnTo>
                  <a:pt x="11" y="15"/>
                </a:lnTo>
                <a:lnTo>
                  <a:pt x="23" y="8"/>
                </a:lnTo>
                <a:lnTo>
                  <a:pt x="36" y="4"/>
                </a:lnTo>
                <a:lnTo>
                  <a:pt x="43" y="0"/>
                </a:lnTo>
                <a:lnTo>
                  <a:pt x="4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4"/>
          <p:cNvSpPr>
            <a:spLocks noChangeAspect="1"/>
          </p:cNvSpPr>
          <p:nvPr/>
        </p:nvSpPr>
        <p:spPr bwMode="auto">
          <a:xfrm>
            <a:off x="6069244" y="2960677"/>
            <a:ext cx="1080000" cy="934461"/>
          </a:xfrm>
          <a:custGeom>
            <a:avLst/>
            <a:gdLst>
              <a:gd name="T0" fmla="*/ 73 w 1076"/>
              <a:gd name="T1" fmla="*/ 4 h 931"/>
              <a:gd name="T2" fmla="*/ 100 w 1076"/>
              <a:gd name="T3" fmla="*/ 23 h 931"/>
              <a:gd name="T4" fmla="*/ 109 w 1076"/>
              <a:gd name="T5" fmla="*/ 36 h 931"/>
              <a:gd name="T6" fmla="*/ 230 w 1076"/>
              <a:gd name="T7" fmla="*/ 416 h 931"/>
              <a:gd name="T8" fmla="*/ 249 w 1076"/>
              <a:gd name="T9" fmla="*/ 377 h 931"/>
              <a:gd name="T10" fmla="*/ 281 w 1076"/>
              <a:gd name="T11" fmla="*/ 346 h 931"/>
              <a:gd name="T12" fmla="*/ 336 w 1076"/>
              <a:gd name="T13" fmla="*/ 335 h 931"/>
              <a:gd name="T14" fmla="*/ 393 w 1076"/>
              <a:gd name="T15" fmla="*/ 350 h 931"/>
              <a:gd name="T16" fmla="*/ 433 w 1076"/>
              <a:gd name="T17" fmla="*/ 388 h 931"/>
              <a:gd name="T18" fmla="*/ 448 w 1076"/>
              <a:gd name="T19" fmla="*/ 445 h 931"/>
              <a:gd name="T20" fmla="*/ 601 w 1076"/>
              <a:gd name="T21" fmla="*/ 538 h 931"/>
              <a:gd name="T22" fmla="*/ 637 w 1076"/>
              <a:gd name="T23" fmla="*/ 524 h 931"/>
              <a:gd name="T24" fmla="*/ 665 w 1076"/>
              <a:gd name="T25" fmla="*/ 520 h 931"/>
              <a:gd name="T26" fmla="*/ 866 w 1076"/>
              <a:gd name="T27" fmla="*/ 273 h 931"/>
              <a:gd name="T28" fmla="*/ 862 w 1076"/>
              <a:gd name="T29" fmla="*/ 259 h 931"/>
              <a:gd name="T30" fmla="*/ 854 w 1076"/>
              <a:gd name="T31" fmla="*/ 235 h 931"/>
              <a:gd name="T32" fmla="*/ 860 w 1076"/>
              <a:gd name="T33" fmla="*/ 189 h 931"/>
              <a:gd name="T34" fmla="*/ 900 w 1076"/>
              <a:gd name="T35" fmla="*/ 134 h 931"/>
              <a:gd name="T36" fmla="*/ 964 w 1076"/>
              <a:gd name="T37" fmla="*/ 114 h 931"/>
              <a:gd name="T38" fmla="*/ 1030 w 1076"/>
              <a:gd name="T39" fmla="*/ 134 h 931"/>
              <a:gd name="T40" fmla="*/ 1070 w 1076"/>
              <a:gd name="T41" fmla="*/ 189 h 931"/>
              <a:gd name="T42" fmla="*/ 1070 w 1076"/>
              <a:gd name="T43" fmla="*/ 259 h 931"/>
              <a:gd name="T44" fmla="*/ 1030 w 1076"/>
              <a:gd name="T45" fmla="*/ 312 h 931"/>
              <a:gd name="T46" fmla="*/ 964 w 1076"/>
              <a:gd name="T47" fmla="*/ 335 h 931"/>
              <a:gd name="T48" fmla="*/ 754 w 1076"/>
              <a:gd name="T49" fmla="*/ 562 h 931"/>
              <a:gd name="T50" fmla="*/ 775 w 1076"/>
              <a:gd name="T51" fmla="*/ 606 h 931"/>
              <a:gd name="T52" fmla="*/ 771 w 1076"/>
              <a:gd name="T53" fmla="*/ 668 h 931"/>
              <a:gd name="T54" fmla="*/ 731 w 1076"/>
              <a:gd name="T55" fmla="*/ 723 h 931"/>
              <a:gd name="T56" fmla="*/ 665 w 1076"/>
              <a:gd name="T57" fmla="*/ 744 h 931"/>
              <a:gd name="T58" fmla="*/ 610 w 1076"/>
              <a:gd name="T59" fmla="*/ 731 h 931"/>
              <a:gd name="T60" fmla="*/ 571 w 1076"/>
              <a:gd name="T61" fmla="*/ 693 h 931"/>
              <a:gd name="T62" fmla="*/ 557 w 1076"/>
              <a:gd name="T63" fmla="*/ 638 h 931"/>
              <a:gd name="T64" fmla="*/ 393 w 1076"/>
              <a:gd name="T65" fmla="*/ 543 h 931"/>
              <a:gd name="T66" fmla="*/ 336 w 1076"/>
              <a:gd name="T67" fmla="*/ 556 h 931"/>
              <a:gd name="T68" fmla="*/ 279 w 1076"/>
              <a:gd name="T69" fmla="*/ 541 h 931"/>
              <a:gd name="T70" fmla="*/ 240 w 1076"/>
              <a:gd name="T71" fmla="*/ 502 h 931"/>
              <a:gd name="T72" fmla="*/ 109 w 1076"/>
              <a:gd name="T73" fmla="*/ 784 h 931"/>
              <a:gd name="T74" fmla="*/ 119 w 1076"/>
              <a:gd name="T75" fmla="*/ 810 h 931"/>
              <a:gd name="T76" fmla="*/ 138 w 1076"/>
              <a:gd name="T77" fmla="*/ 818 h 931"/>
              <a:gd name="T78" fmla="*/ 149 w 1076"/>
              <a:gd name="T79" fmla="*/ 818 h 931"/>
              <a:gd name="T80" fmla="*/ 1041 w 1076"/>
              <a:gd name="T81" fmla="*/ 820 h 931"/>
              <a:gd name="T82" fmla="*/ 1057 w 1076"/>
              <a:gd name="T83" fmla="*/ 837 h 931"/>
              <a:gd name="T84" fmla="*/ 1074 w 1076"/>
              <a:gd name="T85" fmla="*/ 863 h 931"/>
              <a:gd name="T86" fmla="*/ 1072 w 1076"/>
              <a:gd name="T87" fmla="*/ 897 h 931"/>
              <a:gd name="T88" fmla="*/ 1053 w 1076"/>
              <a:gd name="T89" fmla="*/ 922 h 931"/>
              <a:gd name="T90" fmla="*/ 1040 w 1076"/>
              <a:gd name="T91" fmla="*/ 929 h 931"/>
              <a:gd name="T92" fmla="*/ 81 w 1076"/>
              <a:gd name="T93" fmla="*/ 927 h 931"/>
              <a:gd name="T94" fmla="*/ 37 w 1076"/>
              <a:gd name="T95" fmla="*/ 905 h 931"/>
              <a:gd name="T96" fmla="*/ 13 w 1076"/>
              <a:gd name="T97" fmla="*/ 873 h 931"/>
              <a:gd name="T98" fmla="*/ 3 w 1076"/>
              <a:gd name="T99" fmla="*/ 838 h 931"/>
              <a:gd name="T100" fmla="*/ 0 w 1076"/>
              <a:gd name="T101" fmla="*/ 816 h 931"/>
              <a:gd name="T102" fmla="*/ 0 w 1076"/>
              <a:gd name="T103" fmla="*/ 40 h 931"/>
              <a:gd name="T104" fmla="*/ 15 w 1076"/>
              <a:gd name="T105" fmla="*/ 15 h 931"/>
              <a:gd name="T106" fmla="*/ 41 w 1076"/>
              <a:gd name="T107" fmla="*/ 2 h 931"/>
              <a:gd name="T108" fmla="*/ 54 w 1076"/>
              <a:gd name="T109" fmla="*/ 0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76" h="931">
                <a:moveTo>
                  <a:pt x="54" y="0"/>
                </a:moveTo>
                <a:lnTo>
                  <a:pt x="73" y="4"/>
                </a:lnTo>
                <a:lnTo>
                  <a:pt x="88" y="13"/>
                </a:lnTo>
                <a:lnTo>
                  <a:pt x="100" y="23"/>
                </a:lnTo>
                <a:lnTo>
                  <a:pt x="107" y="32"/>
                </a:lnTo>
                <a:lnTo>
                  <a:pt x="109" y="36"/>
                </a:lnTo>
                <a:lnTo>
                  <a:pt x="111" y="456"/>
                </a:lnTo>
                <a:lnTo>
                  <a:pt x="230" y="416"/>
                </a:lnTo>
                <a:lnTo>
                  <a:pt x="240" y="396"/>
                </a:lnTo>
                <a:lnTo>
                  <a:pt x="249" y="377"/>
                </a:lnTo>
                <a:lnTo>
                  <a:pt x="264" y="360"/>
                </a:lnTo>
                <a:lnTo>
                  <a:pt x="281" y="346"/>
                </a:lnTo>
                <a:lnTo>
                  <a:pt x="306" y="339"/>
                </a:lnTo>
                <a:lnTo>
                  <a:pt x="336" y="335"/>
                </a:lnTo>
                <a:lnTo>
                  <a:pt x="366" y="339"/>
                </a:lnTo>
                <a:lnTo>
                  <a:pt x="393" y="350"/>
                </a:lnTo>
                <a:lnTo>
                  <a:pt x="414" y="367"/>
                </a:lnTo>
                <a:lnTo>
                  <a:pt x="433" y="388"/>
                </a:lnTo>
                <a:lnTo>
                  <a:pt x="444" y="414"/>
                </a:lnTo>
                <a:lnTo>
                  <a:pt x="448" y="445"/>
                </a:lnTo>
                <a:lnTo>
                  <a:pt x="588" y="551"/>
                </a:lnTo>
                <a:lnTo>
                  <a:pt x="601" y="538"/>
                </a:lnTo>
                <a:lnTo>
                  <a:pt x="618" y="528"/>
                </a:lnTo>
                <a:lnTo>
                  <a:pt x="637" y="524"/>
                </a:lnTo>
                <a:lnTo>
                  <a:pt x="654" y="520"/>
                </a:lnTo>
                <a:lnTo>
                  <a:pt x="665" y="520"/>
                </a:lnTo>
                <a:lnTo>
                  <a:pt x="671" y="520"/>
                </a:lnTo>
                <a:lnTo>
                  <a:pt x="866" y="273"/>
                </a:lnTo>
                <a:lnTo>
                  <a:pt x="864" y="269"/>
                </a:lnTo>
                <a:lnTo>
                  <a:pt x="862" y="259"/>
                </a:lnTo>
                <a:lnTo>
                  <a:pt x="858" y="248"/>
                </a:lnTo>
                <a:lnTo>
                  <a:pt x="854" y="235"/>
                </a:lnTo>
                <a:lnTo>
                  <a:pt x="854" y="223"/>
                </a:lnTo>
                <a:lnTo>
                  <a:pt x="860" y="189"/>
                </a:lnTo>
                <a:lnTo>
                  <a:pt x="875" y="159"/>
                </a:lnTo>
                <a:lnTo>
                  <a:pt x="900" y="134"/>
                </a:lnTo>
                <a:lnTo>
                  <a:pt x="930" y="119"/>
                </a:lnTo>
                <a:lnTo>
                  <a:pt x="964" y="114"/>
                </a:lnTo>
                <a:lnTo>
                  <a:pt x="1000" y="119"/>
                </a:lnTo>
                <a:lnTo>
                  <a:pt x="1030" y="134"/>
                </a:lnTo>
                <a:lnTo>
                  <a:pt x="1055" y="159"/>
                </a:lnTo>
                <a:lnTo>
                  <a:pt x="1070" y="189"/>
                </a:lnTo>
                <a:lnTo>
                  <a:pt x="1076" y="223"/>
                </a:lnTo>
                <a:lnTo>
                  <a:pt x="1070" y="259"/>
                </a:lnTo>
                <a:lnTo>
                  <a:pt x="1055" y="290"/>
                </a:lnTo>
                <a:lnTo>
                  <a:pt x="1030" y="312"/>
                </a:lnTo>
                <a:lnTo>
                  <a:pt x="1000" y="329"/>
                </a:lnTo>
                <a:lnTo>
                  <a:pt x="964" y="335"/>
                </a:lnTo>
                <a:lnTo>
                  <a:pt x="953" y="333"/>
                </a:lnTo>
                <a:lnTo>
                  <a:pt x="754" y="562"/>
                </a:lnTo>
                <a:lnTo>
                  <a:pt x="767" y="583"/>
                </a:lnTo>
                <a:lnTo>
                  <a:pt x="775" y="606"/>
                </a:lnTo>
                <a:lnTo>
                  <a:pt x="777" y="632"/>
                </a:lnTo>
                <a:lnTo>
                  <a:pt x="771" y="668"/>
                </a:lnTo>
                <a:lnTo>
                  <a:pt x="756" y="698"/>
                </a:lnTo>
                <a:lnTo>
                  <a:pt x="731" y="723"/>
                </a:lnTo>
                <a:lnTo>
                  <a:pt x="701" y="738"/>
                </a:lnTo>
                <a:lnTo>
                  <a:pt x="665" y="744"/>
                </a:lnTo>
                <a:lnTo>
                  <a:pt x="637" y="740"/>
                </a:lnTo>
                <a:lnTo>
                  <a:pt x="610" y="731"/>
                </a:lnTo>
                <a:lnTo>
                  <a:pt x="588" y="714"/>
                </a:lnTo>
                <a:lnTo>
                  <a:pt x="571" y="693"/>
                </a:lnTo>
                <a:lnTo>
                  <a:pt x="561" y="668"/>
                </a:lnTo>
                <a:lnTo>
                  <a:pt x="557" y="638"/>
                </a:lnTo>
                <a:lnTo>
                  <a:pt x="414" y="524"/>
                </a:lnTo>
                <a:lnTo>
                  <a:pt x="393" y="543"/>
                </a:lnTo>
                <a:lnTo>
                  <a:pt x="366" y="555"/>
                </a:lnTo>
                <a:lnTo>
                  <a:pt x="336" y="556"/>
                </a:lnTo>
                <a:lnTo>
                  <a:pt x="306" y="553"/>
                </a:lnTo>
                <a:lnTo>
                  <a:pt x="279" y="541"/>
                </a:lnTo>
                <a:lnTo>
                  <a:pt x="257" y="524"/>
                </a:lnTo>
                <a:lnTo>
                  <a:pt x="240" y="502"/>
                </a:lnTo>
                <a:lnTo>
                  <a:pt x="109" y="553"/>
                </a:lnTo>
                <a:lnTo>
                  <a:pt x="109" y="784"/>
                </a:lnTo>
                <a:lnTo>
                  <a:pt x="111" y="799"/>
                </a:lnTo>
                <a:lnTo>
                  <a:pt x="119" y="810"/>
                </a:lnTo>
                <a:lnTo>
                  <a:pt x="128" y="816"/>
                </a:lnTo>
                <a:lnTo>
                  <a:pt x="138" y="818"/>
                </a:lnTo>
                <a:lnTo>
                  <a:pt x="145" y="818"/>
                </a:lnTo>
                <a:lnTo>
                  <a:pt x="149" y="818"/>
                </a:lnTo>
                <a:lnTo>
                  <a:pt x="1040" y="818"/>
                </a:lnTo>
                <a:lnTo>
                  <a:pt x="1041" y="820"/>
                </a:lnTo>
                <a:lnTo>
                  <a:pt x="1049" y="827"/>
                </a:lnTo>
                <a:lnTo>
                  <a:pt x="1057" y="837"/>
                </a:lnTo>
                <a:lnTo>
                  <a:pt x="1066" y="850"/>
                </a:lnTo>
                <a:lnTo>
                  <a:pt x="1074" y="863"/>
                </a:lnTo>
                <a:lnTo>
                  <a:pt x="1076" y="880"/>
                </a:lnTo>
                <a:lnTo>
                  <a:pt x="1072" y="897"/>
                </a:lnTo>
                <a:lnTo>
                  <a:pt x="1062" y="910"/>
                </a:lnTo>
                <a:lnTo>
                  <a:pt x="1053" y="922"/>
                </a:lnTo>
                <a:lnTo>
                  <a:pt x="1043" y="927"/>
                </a:lnTo>
                <a:lnTo>
                  <a:pt x="1040" y="929"/>
                </a:lnTo>
                <a:lnTo>
                  <a:pt x="111" y="931"/>
                </a:lnTo>
                <a:lnTo>
                  <a:pt x="81" y="927"/>
                </a:lnTo>
                <a:lnTo>
                  <a:pt x="56" y="918"/>
                </a:lnTo>
                <a:lnTo>
                  <a:pt x="37" y="905"/>
                </a:lnTo>
                <a:lnTo>
                  <a:pt x="24" y="890"/>
                </a:lnTo>
                <a:lnTo>
                  <a:pt x="13" y="873"/>
                </a:lnTo>
                <a:lnTo>
                  <a:pt x="7" y="856"/>
                </a:lnTo>
                <a:lnTo>
                  <a:pt x="3" y="838"/>
                </a:lnTo>
                <a:lnTo>
                  <a:pt x="1" y="825"/>
                </a:lnTo>
                <a:lnTo>
                  <a:pt x="0" y="816"/>
                </a:lnTo>
                <a:lnTo>
                  <a:pt x="0" y="814"/>
                </a:lnTo>
                <a:lnTo>
                  <a:pt x="0" y="40"/>
                </a:lnTo>
                <a:lnTo>
                  <a:pt x="3" y="25"/>
                </a:lnTo>
                <a:lnTo>
                  <a:pt x="15" y="15"/>
                </a:lnTo>
                <a:lnTo>
                  <a:pt x="28" y="8"/>
                </a:lnTo>
                <a:lnTo>
                  <a:pt x="41" y="2"/>
                </a:lnTo>
                <a:lnTo>
                  <a:pt x="51" y="0"/>
                </a:lnTo>
                <a:lnTo>
                  <a:pt x="5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5"/>
          <p:cNvSpPr>
            <a:spLocks noChangeAspect="1" noEditPoints="1"/>
          </p:cNvSpPr>
          <p:nvPr/>
        </p:nvSpPr>
        <p:spPr bwMode="auto">
          <a:xfrm>
            <a:off x="7725428" y="2890505"/>
            <a:ext cx="1080000" cy="1078997"/>
          </a:xfrm>
          <a:custGeom>
            <a:avLst/>
            <a:gdLst>
              <a:gd name="T0" fmla="*/ 480 w 1076"/>
              <a:gd name="T1" fmla="*/ 112 h 1075"/>
              <a:gd name="T2" fmla="*/ 480 w 1076"/>
              <a:gd name="T3" fmla="*/ 191 h 1075"/>
              <a:gd name="T4" fmla="*/ 480 w 1076"/>
              <a:gd name="T5" fmla="*/ 293 h 1075"/>
              <a:gd name="T6" fmla="*/ 480 w 1076"/>
              <a:gd name="T7" fmla="*/ 401 h 1075"/>
              <a:gd name="T8" fmla="*/ 480 w 1076"/>
              <a:gd name="T9" fmla="*/ 496 h 1075"/>
              <a:gd name="T10" fmla="*/ 480 w 1076"/>
              <a:gd name="T11" fmla="*/ 566 h 1075"/>
              <a:gd name="T12" fmla="*/ 480 w 1076"/>
              <a:gd name="T13" fmla="*/ 592 h 1075"/>
              <a:gd name="T14" fmla="*/ 507 w 1076"/>
              <a:gd name="T15" fmla="*/ 592 h 1075"/>
              <a:gd name="T16" fmla="*/ 579 w 1076"/>
              <a:gd name="T17" fmla="*/ 592 h 1075"/>
              <a:gd name="T18" fmla="*/ 675 w 1076"/>
              <a:gd name="T19" fmla="*/ 592 h 1075"/>
              <a:gd name="T20" fmla="*/ 783 w 1076"/>
              <a:gd name="T21" fmla="*/ 592 h 1075"/>
              <a:gd name="T22" fmla="*/ 883 w 1076"/>
              <a:gd name="T23" fmla="*/ 592 h 1075"/>
              <a:gd name="T24" fmla="*/ 963 w 1076"/>
              <a:gd name="T25" fmla="*/ 592 h 1075"/>
              <a:gd name="T26" fmla="*/ 942 w 1076"/>
              <a:gd name="T27" fmla="*/ 732 h 1075"/>
              <a:gd name="T28" fmla="*/ 885 w 1076"/>
              <a:gd name="T29" fmla="*/ 856 h 1075"/>
              <a:gd name="T30" fmla="*/ 796 w 1076"/>
              <a:gd name="T31" fmla="*/ 956 h 1075"/>
              <a:gd name="T32" fmla="*/ 685 w 1076"/>
              <a:gd name="T33" fmla="*/ 1030 h 1075"/>
              <a:gd name="T34" fmla="*/ 552 w 1076"/>
              <a:gd name="T35" fmla="*/ 1069 h 1075"/>
              <a:gd name="T36" fmla="*/ 410 w 1076"/>
              <a:gd name="T37" fmla="*/ 1069 h 1075"/>
              <a:gd name="T38" fmla="*/ 278 w 1076"/>
              <a:gd name="T39" fmla="*/ 1030 h 1075"/>
              <a:gd name="T40" fmla="*/ 166 w 1076"/>
              <a:gd name="T41" fmla="*/ 956 h 1075"/>
              <a:gd name="T42" fmla="*/ 78 w 1076"/>
              <a:gd name="T43" fmla="*/ 856 h 1075"/>
              <a:gd name="T44" fmla="*/ 21 w 1076"/>
              <a:gd name="T45" fmla="*/ 732 h 1075"/>
              <a:gd name="T46" fmla="*/ 0 w 1076"/>
              <a:gd name="T47" fmla="*/ 592 h 1075"/>
              <a:gd name="T48" fmla="*/ 21 w 1076"/>
              <a:gd name="T49" fmla="*/ 454 h 1075"/>
              <a:gd name="T50" fmla="*/ 78 w 1076"/>
              <a:gd name="T51" fmla="*/ 331 h 1075"/>
              <a:gd name="T52" fmla="*/ 165 w 1076"/>
              <a:gd name="T53" fmla="*/ 231 h 1075"/>
              <a:gd name="T54" fmla="*/ 276 w 1076"/>
              <a:gd name="T55" fmla="*/ 157 h 1075"/>
              <a:gd name="T56" fmla="*/ 407 w 1076"/>
              <a:gd name="T57" fmla="*/ 117 h 1075"/>
              <a:gd name="T58" fmla="*/ 558 w 1076"/>
              <a:gd name="T59" fmla="*/ 0 h 1075"/>
              <a:gd name="T60" fmla="*/ 707 w 1076"/>
              <a:gd name="T61" fmla="*/ 21 h 1075"/>
              <a:gd name="T62" fmla="*/ 840 w 1076"/>
              <a:gd name="T63" fmla="*/ 83 h 1075"/>
              <a:gd name="T64" fmla="*/ 949 w 1076"/>
              <a:gd name="T65" fmla="*/ 178 h 1075"/>
              <a:gd name="T66" fmla="*/ 1029 w 1076"/>
              <a:gd name="T67" fmla="*/ 299 h 1075"/>
              <a:gd name="T68" fmla="*/ 1070 w 1076"/>
              <a:gd name="T69" fmla="*/ 441 h 1075"/>
              <a:gd name="T70" fmla="*/ 558 w 1076"/>
              <a:gd name="T71" fmla="*/ 519 h 1075"/>
              <a:gd name="T72" fmla="*/ 558 w 1076"/>
              <a:gd name="T73" fmla="*/ 494 h 1075"/>
              <a:gd name="T74" fmla="*/ 558 w 1076"/>
              <a:gd name="T75" fmla="*/ 428 h 1075"/>
              <a:gd name="T76" fmla="*/ 558 w 1076"/>
              <a:gd name="T77" fmla="*/ 337 h 1075"/>
              <a:gd name="T78" fmla="*/ 558 w 1076"/>
              <a:gd name="T79" fmla="*/ 233 h 1075"/>
              <a:gd name="T80" fmla="*/ 558 w 1076"/>
              <a:gd name="T81" fmla="*/ 134 h 1075"/>
              <a:gd name="T82" fmla="*/ 558 w 1076"/>
              <a:gd name="T83" fmla="*/ 53 h 1075"/>
              <a:gd name="T84" fmla="*/ 558 w 1076"/>
              <a:gd name="T85" fmla="*/ 6 h 1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76" h="1075">
                <a:moveTo>
                  <a:pt x="478" y="112"/>
                </a:moveTo>
                <a:lnTo>
                  <a:pt x="480" y="112"/>
                </a:lnTo>
                <a:lnTo>
                  <a:pt x="480" y="148"/>
                </a:lnTo>
                <a:lnTo>
                  <a:pt x="480" y="191"/>
                </a:lnTo>
                <a:lnTo>
                  <a:pt x="480" y="240"/>
                </a:lnTo>
                <a:lnTo>
                  <a:pt x="480" y="293"/>
                </a:lnTo>
                <a:lnTo>
                  <a:pt x="480" y="346"/>
                </a:lnTo>
                <a:lnTo>
                  <a:pt x="480" y="401"/>
                </a:lnTo>
                <a:lnTo>
                  <a:pt x="480" y="450"/>
                </a:lnTo>
                <a:lnTo>
                  <a:pt x="480" y="496"/>
                </a:lnTo>
                <a:lnTo>
                  <a:pt x="480" y="536"/>
                </a:lnTo>
                <a:lnTo>
                  <a:pt x="480" y="566"/>
                </a:lnTo>
                <a:lnTo>
                  <a:pt x="480" y="587"/>
                </a:lnTo>
                <a:lnTo>
                  <a:pt x="480" y="592"/>
                </a:lnTo>
                <a:lnTo>
                  <a:pt x="488" y="592"/>
                </a:lnTo>
                <a:lnTo>
                  <a:pt x="507" y="592"/>
                </a:lnTo>
                <a:lnTo>
                  <a:pt x="539" y="592"/>
                </a:lnTo>
                <a:lnTo>
                  <a:pt x="579" y="592"/>
                </a:lnTo>
                <a:lnTo>
                  <a:pt x="624" y="592"/>
                </a:lnTo>
                <a:lnTo>
                  <a:pt x="675" y="592"/>
                </a:lnTo>
                <a:lnTo>
                  <a:pt x="728" y="592"/>
                </a:lnTo>
                <a:lnTo>
                  <a:pt x="783" y="592"/>
                </a:lnTo>
                <a:lnTo>
                  <a:pt x="836" y="592"/>
                </a:lnTo>
                <a:lnTo>
                  <a:pt x="883" y="592"/>
                </a:lnTo>
                <a:lnTo>
                  <a:pt x="927" y="592"/>
                </a:lnTo>
                <a:lnTo>
                  <a:pt x="963" y="592"/>
                </a:lnTo>
                <a:lnTo>
                  <a:pt x="957" y="664"/>
                </a:lnTo>
                <a:lnTo>
                  <a:pt x="942" y="732"/>
                </a:lnTo>
                <a:lnTo>
                  <a:pt x="917" y="797"/>
                </a:lnTo>
                <a:lnTo>
                  <a:pt x="885" y="856"/>
                </a:lnTo>
                <a:lnTo>
                  <a:pt x="843" y="909"/>
                </a:lnTo>
                <a:lnTo>
                  <a:pt x="796" y="956"/>
                </a:lnTo>
                <a:lnTo>
                  <a:pt x="743" y="997"/>
                </a:lnTo>
                <a:lnTo>
                  <a:pt x="685" y="1030"/>
                </a:lnTo>
                <a:lnTo>
                  <a:pt x="620" y="1054"/>
                </a:lnTo>
                <a:lnTo>
                  <a:pt x="552" y="1069"/>
                </a:lnTo>
                <a:lnTo>
                  <a:pt x="480" y="1075"/>
                </a:lnTo>
                <a:lnTo>
                  <a:pt x="410" y="1069"/>
                </a:lnTo>
                <a:lnTo>
                  <a:pt x="342" y="1054"/>
                </a:lnTo>
                <a:lnTo>
                  <a:pt x="278" y="1030"/>
                </a:lnTo>
                <a:lnTo>
                  <a:pt x="219" y="997"/>
                </a:lnTo>
                <a:lnTo>
                  <a:pt x="166" y="956"/>
                </a:lnTo>
                <a:lnTo>
                  <a:pt x="117" y="909"/>
                </a:lnTo>
                <a:lnTo>
                  <a:pt x="78" y="856"/>
                </a:lnTo>
                <a:lnTo>
                  <a:pt x="45" y="797"/>
                </a:lnTo>
                <a:lnTo>
                  <a:pt x="21" y="732"/>
                </a:lnTo>
                <a:lnTo>
                  <a:pt x="6" y="664"/>
                </a:lnTo>
                <a:lnTo>
                  <a:pt x="0" y="592"/>
                </a:lnTo>
                <a:lnTo>
                  <a:pt x="6" y="522"/>
                </a:lnTo>
                <a:lnTo>
                  <a:pt x="21" y="454"/>
                </a:lnTo>
                <a:lnTo>
                  <a:pt x="45" y="392"/>
                </a:lnTo>
                <a:lnTo>
                  <a:pt x="78" y="331"/>
                </a:lnTo>
                <a:lnTo>
                  <a:pt x="117" y="278"/>
                </a:lnTo>
                <a:lnTo>
                  <a:pt x="165" y="231"/>
                </a:lnTo>
                <a:lnTo>
                  <a:pt x="218" y="191"/>
                </a:lnTo>
                <a:lnTo>
                  <a:pt x="276" y="157"/>
                </a:lnTo>
                <a:lnTo>
                  <a:pt x="340" y="132"/>
                </a:lnTo>
                <a:lnTo>
                  <a:pt x="407" y="117"/>
                </a:lnTo>
                <a:lnTo>
                  <a:pt x="478" y="112"/>
                </a:lnTo>
                <a:close/>
                <a:moveTo>
                  <a:pt x="558" y="0"/>
                </a:moveTo>
                <a:lnTo>
                  <a:pt x="635" y="6"/>
                </a:lnTo>
                <a:lnTo>
                  <a:pt x="707" y="21"/>
                </a:lnTo>
                <a:lnTo>
                  <a:pt x="777" y="47"/>
                </a:lnTo>
                <a:lnTo>
                  <a:pt x="840" y="83"/>
                </a:lnTo>
                <a:lnTo>
                  <a:pt x="898" y="127"/>
                </a:lnTo>
                <a:lnTo>
                  <a:pt x="949" y="178"/>
                </a:lnTo>
                <a:lnTo>
                  <a:pt x="993" y="237"/>
                </a:lnTo>
                <a:lnTo>
                  <a:pt x="1029" y="299"/>
                </a:lnTo>
                <a:lnTo>
                  <a:pt x="1053" y="369"/>
                </a:lnTo>
                <a:lnTo>
                  <a:pt x="1070" y="441"/>
                </a:lnTo>
                <a:lnTo>
                  <a:pt x="1076" y="519"/>
                </a:lnTo>
                <a:lnTo>
                  <a:pt x="558" y="519"/>
                </a:lnTo>
                <a:lnTo>
                  <a:pt x="558" y="513"/>
                </a:lnTo>
                <a:lnTo>
                  <a:pt x="558" y="494"/>
                </a:lnTo>
                <a:lnTo>
                  <a:pt x="558" y="466"/>
                </a:lnTo>
                <a:lnTo>
                  <a:pt x="558" y="428"/>
                </a:lnTo>
                <a:lnTo>
                  <a:pt x="558" y="384"/>
                </a:lnTo>
                <a:lnTo>
                  <a:pt x="558" y="337"/>
                </a:lnTo>
                <a:lnTo>
                  <a:pt x="558" y="286"/>
                </a:lnTo>
                <a:lnTo>
                  <a:pt x="558" y="233"/>
                </a:lnTo>
                <a:lnTo>
                  <a:pt x="558" y="182"/>
                </a:lnTo>
                <a:lnTo>
                  <a:pt x="558" y="134"/>
                </a:lnTo>
                <a:lnTo>
                  <a:pt x="558" y="91"/>
                </a:lnTo>
                <a:lnTo>
                  <a:pt x="558" y="53"/>
                </a:lnTo>
                <a:lnTo>
                  <a:pt x="558" y="25"/>
                </a:lnTo>
                <a:lnTo>
                  <a:pt x="558" y="6"/>
                </a:lnTo>
                <a:lnTo>
                  <a:pt x="55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812800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1</a:t>
            </a: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auto">
          <a:xfrm>
            <a:off x="246914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2</a:t>
            </a: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4125911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</a:t>
            </a:r>
            <a:r>
              <a:rPr lang="ja-JP" altLang="en-US" sz="900" dirty="0">
                <a:solidFill>
                  <a:schemeClr val="tx2"/>
                </a:solidFill>
                <a:latin typeface="Verdana" pitchFamily="34" charset="0"/>
                <a:ea typeface="メイリオ" pitchFamily="50" charset="-128"/>
                <a:cs typeface="Verdana" pitchFamily="34" charset="0"/>
              </a:rPr>
              <a:t> </a:t>
            </a: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auto">
          <a:xfrm>
            <a:off x="5776924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4</a:t>
            </a:r>
          </a:p>
        </p:txBody>
      </p:sp>
      <p:sp>
        <p:nvSpPr>
          <p:cNvPr id="21" name="AutoShape 3"/>
          <p:cNvSpPr>
            <a:spLocks noChangeArrowheads="1"/>
          </p:cNvSpPr>
          <p:nvPr/>
        </p:nvSpPr>
        <p:spPr bwMode="auto">
          <a:xfrm>
            <a:off x="7437696" y="2420888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5</a:t>
            </a:r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>
            <a:off x="812540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6</a:t>
            </a:r>
          </a:p>
        </p:txBody>
      </p:sp>
      <p:sp>
        <p:nvSpPr>
          <p:cNvPr id="23" name="AutoShape 3"/>
          <p:cNvSpPr>
            <a:spLocks noChangeArrowheads="1"/>
          </p:cNvSpPr>
          <p:nvPr/>
        </p:nvSpPr>
        <p:spPr bwMode="auto">
          <a:xfrm>
            <a:off x="246888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7</a:t>
            </a:r>
          </a:p>
        </p:txBody>
      </p:sp>
      <p:sp>
        <p:nvSpPr>
          <p:cNvPr id="24" name="AutoShape 3"/>
          <p:cNvSpPr>
            <a:spLocks noChangeArrowheads="1"/>
          </p:cNvSpPr>
          <p:nvPr/>
        </p:nvSpPr>
        <p:spPr bwMode="auto">
          <a:xfrm>
            <a:off x="4125651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Graph</a:t>
            </a:r>
          </a:p>
        </p:txBody>
      </p:sp>
      <p:sp>
        <p:nvSpPr>
          <p:cNvPr id="25" name="AutoShape 3"/>
          <p:cNvSpPr>
            <a:spLocks noChangeArrowheads="1"/>
          </p:cNvSpPr>
          <p:nvPr/>
        </p:nvSpPr>
        <p:spPr bwMode="auto">
          <a:xfrm>
            <a:off x="5776664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Graph 2</a:t>
            </a:r>
          </a:p>
        </p:txBody>
      </p:sp>
      <p:sp>
        <p:nvSpPr>
          <p:cNvPr id="26" name="AutoShape 3"/>
          <p:cNvSpPr>
            <a:spLocks noChangeArrowheads="1"/>
          </p:cNvSpPr>
          <p:nvPr/>
        </p:nvSpPr>
        <p:spPr bwMode="auto">
          <a:xfrm>
            <a:off x="7437436" y="4090893"/>
            <a:ext cx="1655764" cy="1661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ja-JP" sz="900" dirty="0" smtClean="0">
                <a:solidFill>
                  <a:schemeClr val="tx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Chart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en-US" altLang="ja-JP" noProof="0" smtClean="0">
                <a:solidFill>
                  <a:schemeClr val="tx2"/>
                </a:solidFill>
              </a:rPr>
              <a:pPr/>
              <a:t>31</a:t>
            </a:fld>
            <a:endParaRPr lang="en-US" altLang="ja-JP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04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12798" y="842170"/>
            <a:ext cx="8280401" cy="5179118"/>
            <a:chOff x="812798" y="944724"/>
            <a:chExt cx="8280401" cy="5179118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468563" y="944724"/>
              <a:ext cx="4968874" cy="4426166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80000" rIns="0" bIns="180000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iconSweets2</a:t>
              </a:r>
            </a:p>
            <a:p>
              <a:pPr lvl="0" algn="ctr">
                <a:lnSpc>
                  <a:spcPct val="120000"/>
                </a:lnSpc>
              </a:pP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Copyright © 2010-2013 </a:t>
              </a:r>
              <a:r>
                <a:rPr lang="en-US" altLang="ja-JP" sz="1100" dirty="0" err="1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Yummygum</a:t>
              </a: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You may use these icons for both commercial and for 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personal use and customize them any way you like.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You may NOT redistribute the enclosed icons from 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any other server.</a:t>
              </a:r>
            </a:p>
            <a:p>
              <a:pPr lvl="0" algn="ctr">
                <a:lnSpc>
                  <a:spcPct val="120000"/>
                </a:lnSpc>
              </a:pP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Icons by </a:t>
              </a:r>
              <a:r>
                <a:rPr lang="en-US" altLang="ja-JP" sz="1100" dirty="0" err="1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Yummygum</a:t>
              </a: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http://www.yummygum.com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twitter.com/</a:t>
              </a:r>
              <a:r>
                <a:rPr lang="en-US" altLang="ja-JP" sz="1100" dirty="0" err="1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yummygum</a:t>
              </a: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info@yummygum.com</a:t>
              </a:r>
            </a:p>
            <a:p>
              <a:pPr lvl="0" algn="ctr">
                <a:lnSpc>
                  <a:spcPct val="120000"/>
                </a:lnSpc>
              </a:pP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Also check out our other icon sets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http://www.iconsweets.com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http://www.iconshelf.nl</a:t>
              </a:r>
            </a:p>
            <a:p>
              <a:pPr lvl="0" algn="ctr">
                <a:lnSpc>
                  <a:spcPct val="120000"/>
                </a:lnSpc>
              </a:pPr>
              <a:endParaRPr lang="en-US" altLang="ja-JP" sz="11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We would love to see how you'll be using our icons in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1100" dirty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your designs. Don't hesitate to contact us! </a:t>
              </a:r>
            </a:p>
          </p:txBody>
        </p:sp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812798" y="5625244"/>
              <a:ext cx="8280401" cy="49859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en-US" altLang="ja-JP" sz="900" dirty="0" smtClean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For more information about this PowerPoint version, please visit following website or e-mail: 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900" dirty="0" smtClean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http://ppt.design4u.jp</a:t>
              </a:r>
            </a:p>
            <a:p>
              <a:pPr lvl="0" algn="ctr">
                <a:lnSpc>
                  <a:spcPct val="120000"/>
                </a:lnSpc>
              </a:pPr>
              <a:r>
                <a:rPr lang="en-US" altLang="ja-JP" sz="900" dirty="0" smtClean="0">
                  <a:solidFill>
                    <a:schemeClr val="bg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info@design4u.jp</a:t>
              </a:r>
              <a:endParaRPr lang="en-US" altLang="ja-JP" sz="9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79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FFFF00"/>
      </a:hlink>
      <a:folHlink>
        <a:srgbClr val="FFFF00"/>
      </a:folHlink>
    </a:clrScheme>
    <a:fontScheme name="PowerPoint Design EN">
      <a:majorFont>
        <a:latin typeface="Verdana"/>
        <a:ea typeface="Verdana"/>
        <a:cs typeface=""/>
      </a:majorFont>
      <a:minorFont>
        <a:latin typeface="Verdana"/>
        <a:ea typeface="Verd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round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lIns="0" tIns="0" rIns="0" bIns="0">
        <a:spAutoFit/>
      </a:bodyPr>
      <a:lstStyle>
        <a:defPPr algn="just">
          <a:lnSpc>
            <a:spcPct val="140000"/>
          </a:lnSpc>
          <a:spcBef>
            <a:spcPct val="0"/>
          </a:spcBef>
          <a:spcAft>
            <a:spcPts val="600"/>
          </a:spcAft>
          <a:defRPr sz="1600" dirty="0">
            <a:solidFill>
              <a:srgbClr val="4D4D4D"/>
            </a:solidFill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14412</TotalTime>
  <Words>836</Words>
  <Application>Microsoft Office PowerPoint</Application>
  <PresentationFormat>A4 210 x 297 mm</PresentationFormat>
  <Paragraphs>422</Paragraphs>
  <Slides>33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4" baseType="lpstr">
      <vt:lpstr>1_PowerPoint Design</vt:lpstr>
      <vt:lpstr>PowerPoint プレゼンテーション</vt:lpstr>
      <vt:lpstr>Misc #1</vt:lpstr>
      <vt:lpstr>Misc #2</vt:lpstr>
      <vt:lpstr>Misc #3</vt:lpstr>
      <vt:lpstr>Misc #4</vt:lpstr>
      <vt:lpstr>Misc #5</vt:lpstr>
      <vt:lpstr>Misc #6</vt:lpstr>
      <vt:lpstr>Misc #7</vt:lpstr>
      <vt:lpstr>Time &amp; Date (10)</vt:lpstr>
      <vt:lpstr>Settings</vt:lpstr>
      <vt:lpstr>Definition Labels</vt:lpstr>
      <vt:lpstr>Media #1　</vt:lpstr>
      <vt:lpstr>Media #2</vt:lpstr>
      <vt:lpstr>Electronical Devices #1</vt:lpstr>
      <vt:lpstr>Electronical Devices #2</vt:lpstr>
      <vt:lpstr>Display Options</vt:lpstr>
      <vt:lpstr>Arrows</vt:lpstr>
      <vt:lpstr>ID</vt:lpstr>
      <vt:lpstr>Clothing</vt:lpstr>
      <vt:lpstr>Bag &amp; Cases</vt:lpstr>
      <vt:lpstr>e-Commerce #1</vt:lpstr>
      <vt:lpstr>e-Commerce #2</vt:lpstr>
      <vt:lpstr>Users &amp; User-ettes #1</vt:lpstr>
      <vt:lpstr>Users &amp; User-ettes #2</vt:lpstr>
      <vt:lpstr>Mobile Devices</vt:lpstr>
      <vt:lpstr>Signals</vt:lpstr>
      <vt:lpstr>Communication</vt:lpstr>
      <vt:lpstr>Power</vt:lpstr>
      <vt:lpstr>Tools</vt:lpstr>
      <vt:lpstr>Location</vt:lpstr>
      <vt:lpstr>Files</vt:lpstr>
      <vt:lpstr>Charts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iconSweets2 for PowerPoint</dc:title>
  <dc:creator>鈴木　春人</dc:creator>
  <cp:lastModifiedBy>haruto</cp:lastModifiedBy>
  <cp:revision>925</cp:revision>
  <dcterms:created xsi:type="dcterms:W3CDTF">2013-06-19T15:30:58Z</dcterms:created>
  <dcterms:modified xsi:type="dcterms:W3CDTF">2016-03-24T16:38:29Z</dcterms:modified>
</cp:coreProperties>
</file>