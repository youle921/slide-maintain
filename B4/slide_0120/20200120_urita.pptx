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2" r:id="rId3"/>
    <p:sldId id="259" r:id="rId4"/>
    <p:sldId id="263" r:id="rId5"/>
    <p:sldId id="258" r:id="rId6"/>
    <p:sldId id="264" r:id="rId7"/>
    <p:sldId id="261" r:id="rId8"/>
    <p:sldId id="257" r:id="rId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ナップサック</a:t>
            </a:r>
            <a:r>
              <a:rPr kumimoji="1" lang="ja-JP" altLang="en-US" dirty="0" smtClean="0"/>
              <a:t>問題の提案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2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×</a:t>
            </a:r>
            <a:r>
              <a:rPr lang="en-US" altLang="ja-JP" sz="2800" i="1" dirty="0" smtClean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24676" y="3409358"/>
            <a:ext cx="299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400" dirty="0" smtClean="0"/>
              <a:t>: </a:t>
            </a:r>
            <a:r>
              <a:rPr kumimoji="1" lang="ja-JP" altLang="en-US" sz="2400" dirty="0" smtClean="0"/>
              <a:t>縮小率</a:t>
            </a:r>
            <a:r>
              <a:rPr kumimoji="1" lang="en-US" altLang="ja-JP" sz="2400" dirty="0" smtClean="0"/>
              <a:t>(0.0, 2.0)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r>
              <a:rPr lang="ja-JP" altLang="en-US" dirty="0" smtClean="0"/>
              <a:t>する．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目的数： </a:t>
            </a:r>
            <a:r>
              <a:rPr lang="en-US" altLang="ja-JP" sz="2800" dirty="0" smtClean="0"/>
              <a:t>2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アイテム数： </a:t>
            </a:r>
            <a:r>
              <a:rPr lang="en-US" altLang="ja-JP" sz="2800" dirty="0" smtClean="0"/>
              <a:t>500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縮小率： </a:t>
            </a:r>
            <a:r>
              <a:rPr lang="en-US" altLang="ja-JP" sz="2800" dirty="0" smtClean="0"/>
              <a:t>[0.6, 0.8, 1.0, 1.2, 1.4]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2800" b="1" dirty="0" smtClean="0">
                <a:solidFill>
                  <a:schemeClr val="accent2"/>
                </a:solidFill>
              </a:rPr>
              <a:t>EMO</a:t>
            </a:r>
            <a:r>
              <a:rPr lang="en-US" altLang="ja-JP" sz="2800" b="1" dirty="0">
                <a:solidFill>
                  <a:schemeClr val="accent2"/>
                </a:solidFill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MOEA/D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スカラー化</a:t>
            </a:r>
            <a:r>
              <a:rPr lang="ja-JP" altLang="en-US" sz="2800" b="1" dirty="0">
                <a:solidFill>
                  <a:schemeClr val="accent2"/>
                </a:solidFill>
              </a:rPr>
              <a:t>関数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Tchebycheff</a:t>
            </a:r>
            <a:r>
              <a:rPr lang="ja-JP" altLang="en-US" sz="2800" dirty="0" smtClean="0"/>
              <a:t>関数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 smtClean="0"/>
              <a:t>個体数</a:t>
            </a:r>
            <a:r>
              <a:rPr lang="en-US" altLang="ja-JP" sz="2800" dirty="0" smtClean="0"/>
              <a:t>/10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  <a:p>
            <a:pPr algn="l"/>
            <a:r>
              <a:rPr lang="ja-JP" altLang="en-US" sz="2800" dirty="0"/>
              <a:t>個体群間の距離は，</a:t>
            </a:r>
            <a:r>
              <a:rPr lang="en-US" altLang="ja-JP" sz="2800" dirty="0"/>
              <a:t>IGD</a:t>
            </a:r>
            <a:r>
              <a:rPr lang="ja-JP" altLang="en-US" sz="2800" dirty="0"/>
              <a:t>と同様</a:t>
            </a:r>
            <a:r>
              <a:rPr lang="ja-JP" altLang="en-US" sz="2800" dirty="0" smtClean="0"/>
              <a:t>の手法で計算</a:t>
            </a:r>
            <a:endParaRPr lang="en-US" altLang="ja-JP" sz="2800" dirty="0" smtClean="0"/>
          </a:p>
          <a:p>
            <a:pPr algn="l"/>
            <a:r>
              <a:rPr lang="en-US" altLang="ja-JP" sz="2800" dirty="0" err="1" smtClean="0">
                <a:cs typeface="Times New Roman" panose="02020603050405020304" pitchFamily="18" charset="0"/>
              </a:rPr>
              <a:t>dist</a:t>
            </a:r>
            <a:r>
              <a:rPr lang="en-US" altLang="ja-JP" sz="2800" dirty="0" smtClean="0"/>
              <a:t>(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dirty="0" smtClean="0"/>
              <a:t>): </a:t>
            </a:r>
            <a:r>
              <a:rPr lang="en-US" altLang="ja-JP" sz="2800" i="1" dirty="0" smtClean="0">
                <a:latin typeface="Symbol" panose="05050102010706020507" pitchFamily="18" charset="2"/>
              </a:rPr>
              <a:t>a</a:t>
            </a:r>
            <a:r>
              <a:rPr lang="en-US" altLang="ja-JP" sz="2800" dirty="0" smtClean="0"/>
              <a:t> =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ja-JP" altLang="en-US" sz="2800" dirty="0" smtClean="0"/>
              <a:t>の個体群を基準とした</a:t>
            </a:r>
            <a:r>
              <a:rPr lang="en-US" altLang="ja-JP" sz="2800" i="1" dirty="0" smtClean="0">
                <a:latin typeface="Symbol" panose="05050102010706020507" pitchFamily="18" charset="2"/>
              </a:rPr>
              <a:t>a</a:t>
            </a:r>
            <a:r>
              <a:rPr lang="en-US" altLang="ja-JP" sz="2800" dirty="0" smtClean="0"/>
              <a:t> =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ja-JP" altLang="en-US" sz="2800" dirty="0" smtClean="0"/>
              <a:t>との距離</a:t>
            </a:r>
            <a:endParaRPr lang="en-US" altLang="ja-JP" sz="2800" dirty="0"/>
          </a:p>
          <a:p>
            <a:pPr algn="l"/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599" y="2771339"/>
            <a:ext cx="323444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アルゴリズム</a:t>
            </a:r>
            <a:r>
              <a:rPr kumimoji="1" lang="ja-JP" altLang="en-US" sz="3200" dirty="0" smtClean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11882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25" y="2023897"/>
            <a:ext cx="6002949" cy="4359506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383467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</a:t>
            </a:r>
            <a:r>
              <a:rPr lang="ja-JP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281205" y="3972818"/>
            <a:ext cx="2995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個体群間の距離</a:t>
            </a:r>
          </a:p>
        </p:txBody>
      </p: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乱数を変更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25" y="2023897"/>
            <a:ext cx="6002949" cy="4359505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383467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</a:t>
            </a:r>
            <a:r>
              <a:rPr lang="ja-JP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281205" y="3972818"/>
            <a:ext cx="2995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個体群間の距離</a:t>
            </a:r>
          </a:p>
        </p:txBody>
      </p:sp>
    </p:spTree>
    <p:extLst>
      <p:ext uri="{BB962C8B-B14F-4D97-AF65-F5344CB8AC3E}">
        <p14:creationId xmlns:p14="http://schemas.microsoft.com/office/powerpoint/2010/main" val="67728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83961" y="2560320"/>
                <a:ext cx="2079607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961" y="2560320"/>
                <a:ext cx="2079607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r>
                <a:rPr kumimoji="1" lang="en-US" altLang="ja-JP" sz="2400" dirty="0" smtClean="0"/>
                <a:t>(0.0, 2.0)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259</TotalTime>
  <Words>159</Words>
  <Application>Microsoft Office PowerPoint</Application>
  <PresentationFormat>画面に合わせる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ナップサック問題の提案</vt:lpstr>
      <vt:lpstr>提案する問題</vt:lpstr>
      <vt:lpstr>予備実験</vt:lpstr>
      <vt:lpstr>予備実験</vt:lpstr>
      <vt:lpstr>予備実験</vt:lpstr>
      <vt:lpstr>予備実験</vt:lpstr>
      <vt:lpstr>PowerPoint プレゼンテーション</vt:lpstr>
      <vt:lpstr>提案する問題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俊貴 瓜田</cp:lastModifiedBy>
  <cp:revision>22</cp:revision>
  <dcterms:created xsi:type="dcterms:W3CDTF">2019-12-22T18:07:24Z</dcterms:created>
  <dcterms:modified xsi:type="dcterms:W3CDTF">2020-01-21T09:15:49Z</dcterms:modified>
</cp:coreProperties>
</file>