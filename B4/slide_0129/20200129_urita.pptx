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2" r:id="rId3"/>
    <p:sldId id="265" r:id="rId4"/>
    <p:sldId id="259" r:id="rId5"/>
    <p:sldId id="263" r:id="rId6"/>
    <p:sldId id="258" r:id="rId7"/>
    <p:sldId id="266" r:id="rId8"/>
    <p:sldId id="267" r:id="rId9"/>
    <p:sldId id="268" r:id="rId10"/>
    <p:sldId id="261" r:id="rId11"/>
    <p:sldId id="257" r:id="rId1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1320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アルゴリズムに対するバイナリベンチマーク</a:t>
            </a:r>
            <a:r>
              <a:rPr lang="ja-JP" altLang="en-US" dirty="0" smtClean="0"/>
              <a:t>問題</a:t>
            </a:r>
            <a:r>
              <a:rPr kumimoji="1" lang="ja-JP" altLang="en-US" dirty="0" smtClean="0"/>
              <a:t>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2</a:t>
            </a:fld>
            <a:endParaRPr kumimoji="0" lang="en-US" altLang="ja-JP" dirty="0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許容量の変更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×</a:t>
            </a:r>
            <a:r>
              <a:rPr lang="en-US" altLang="ja-JP" sz="2800" i="1" dirty="0" err="1" smtClean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en-US" altLang="ja-JP" sz="28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</a:t>
            </a:r>
            <a:endParaRPr lang="en-US" altLang="ja-JP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24676" y="3409358"/>
            <a:ext cx="299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dirty="0" err="1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ja-JP" sz="2400" dirty="0" smtClean="0"/>
              <a:t>: </a:t>
            </a:r>
            <a:r>
              <a:rPr kumimoji="1" lang="ja-JP" altLang="en-US" sz="2400" dirty="0" smtClean="0"/>
              <a:t>縮小率</a:t>
            </a:r>
            <a:r>
              <a:rPr kumimoji="1" lang="en-US" altLang="ja-JP" sz="2400" dirty="0" smtClean="0"/>
              <a:t>(0.0, 2.0)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r>
              <a:rPr kumimoji="1" lang="ja-JP" altLang="en-US" dirty="0" smtClean="0"/>
              <a:t>目的関数を以下のように変更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5994126" y="5654569"/>
            <a:ext cx="2990724" cy="923330"/>
            <a:chOff x="-120569" y="5677715"/>
            <a:chExt cx="2990724" cy="923330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0569" y="5677715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</a:t>
              </a:r>
              <a:r>
                <a:rPr lang="ja-JP" altLang="en-US" sz="2400" dirty="0"/>
                <a:t>価値</a:t>
              </a:r>
              <a:endParaRPr kumimoji="1" lang="ja-JP" altLang="en-US" sz="24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-120569" y="6139380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/>
                <a:t>: </a:t>
              </a:r>
              <a:r>
                <a:rPr lang="ja-JP" altLang="en-US" sz="2400" dirty="0"/>
                <a:t>変更率</a:t>
              </a:r>
              <a:r>
                <a:rPr lang="en-US" altLang="ja-JP" sz="2400" dirty="0"/>
                <a:t>[0.0, 1.0</a:t>
              </a:r>
              <a:r>
                <a:rPr lang="en-US" altLang="ja-JP" sz="2400" dirty="0" smtClean="0"/>
                <a:t>]</a:t>
              </a:r>
              <a:endParaRPr lang="ja-JP" altLang="en-US" sz="2400" dirty="0"/>
            </a:p>
          </p:txBody>
        </p:sp>
      </p:grpSp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3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一部ビットの反転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b="1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1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+</m:t>
                          </m:r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Symbol" panose="05050102010706020507" pitchFamily="18" charset="2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ja-JP" sz="2800" b="1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092" y="4202726"/>
                <a:ext cx="5001817" cy="1262718"/>
              </a:xfrm>
              <a:prstGeom prst="rect">
                <a:avLst/>
              </a:prstGeom>
              <a:blipFill>
                <a:blip r:embed="rId2"/>
                <a:stretch>
                  <a:fillRect l="-732" b="-52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51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r>
              <a:rPr lang="ja-JP" altLang="en-US" dirty="0" smtClean="0"/>
              <a:t>する．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目的数： </a:t>
            </a:r>
            <a:r>
              <a:rPr lang="en-US" altLang="ja-JP" sz="2800" dirty="0" smtClean="0"/>
              <a:t>2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アイテム数： </a:t>
            </a:r>
            <a:r>
              <a:rPr lang="en-US" altLang="ja-JP" sz="2800" dirty="0" smtClean="0"/>
              <a:t>500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縮小率</a:t>
            </a:r>
            <a:r>
              <a:rPr lang="en-US" altLang="ja-JP" sz="2800" b="1" i="1" dirty="0" err="1" smtClean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="1" baseline="-250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[0.6, 0.8, 1.0, 1.2, 1.4]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変更率</a:t>
            </a:r>
            <a:r>
              <a:rPr lang="en-US" altLang="ja-JP" sz="2800" b="1" i="1" dirty="0" err="1" smtClean="0">
                <a:solidFill>
                  <a:schemeClr val="accent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800" baseline="-250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/>
              <a:t>[0.6, 0.8, 1.0, 1.2, 1.4]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2800" b="1" dirty="0" smtClean="0">
                <a:solidFill>
                  <a:schemeClr val="accent2"/>
                </a:solidFill>
              </a:rPr>
              <a:t>EMO</a:t>
            </a:r>
            <a:r>
              <a:rPr lang="en-US" altLang="ja-JP" sz="2800" b="1" dirty="0">
                <a:solidFill>
                  <a:schemeClr val="accent2"/>
                </a:solidFill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MOEA/D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スカラー化</a:t>
            </a:r>
            <a:r>
              <a:rPr lang="ja-JP" altLang="en-US" sz="2800" b="1" dirty="0">
                <a:solidFill>
                  <a:schemeClr val="accent2"/>
                </a:solidFill>
              </a:rPr>
              <a:t>関数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Tchebycheff</a:t>
            </a:r>
            <a:r>
              <a:rPr lang="ja-JP" altLang="en-US" sz="2800" dirty="0" smtClean="0"/>
              <a:t>関数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200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 smtClean="0"/>
              <a:t>個体数</a:t>
            </a:r>
            <a:r>
              <a:rPr lang="en-US" altLang="ja-JP" sz="2800" dirty="0" smtClean="0"/>
              <a:t>/10</a:t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599" y="2771339"/>
            <a:ext cx="323444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アルゴリズム</a:t>
            </a:r>
            <a:r>
              <a:rPr kumimoji="1" lang="ja-JP" altLang="en-US" sz="3200" dirty="0" smtClean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11882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タスク間の類似度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682170" y="2083444"/>
            <a:ext cx="7779661" cy="4361045"/>
            <a:chOff x="464777" y="2013995"/>
            <a:chExt cx="7779661" cy="4361045"/>
          </a:xfrm>
        </p:grpSpPr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63" y="2013995"/>
              <a:ext cx="7344875" cy="3923467"/>
            </a:xfrm>
            <a:prstGeom prst="rect">
              <a:avLst/>
            </a:prstGeom>
          </p:spPr>
        </p:pic>
        <p:sp>
          <p:nvSpPr>
            <p:cNvPr id="18" name="テキスト ボックス 17"/>
            <p:cNvSpPr txBox="1"/>
            <p:nvPr/>
          </p:nvSpPr>
          <p:spPr>
            <a:xfrm>
              <a:off x="3012873" y="5913375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世</a:t>
              </a:r>
              <a:r>
                <a:rPr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</a:t>
              </a:r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kumimoji="1" lang="ja-JP" altLang="en-US" sz="2400" dirty="0" smtClean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 rot="16200000">
              <a:off x="-802067" y="3602430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個体群間の距離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ビット</a:t>
            </a:r>
            <a:r>
              <a:rPr kumimoji="1" lang="ja-JP" altLang="en-US" dirty="0" smtClean="0"/>
              <a:t>を変更した問題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タスク間の類似度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682170" y="2083444"/>
            <a:ext cx="7779660" cy="4361045"/>
            <a:chOff x="464777" y="2013995"/>
            <a:chExt cx="7779660" cy="4361045"/>
          </a:xfrm>
        </p:grpSpPr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564" y="2013995"/>
              <a:ext cx="7344873" cy="3923467"/>
            </a:xfrm>
            <a:prstGeom prst="rect">
              <a:avLst/>
            </a:prstGeom>
          </p:spPr>
        </p:pic>
        <p:sp>
          <p:nvSpPr>
            <p:cNvPr id="18" name="テキスト ボックス 17"/>
            <p:cNvSpPr txBox="1"/>
            <p:nvPr/>
          </p:nvSpPr>
          <p:spPr>
            <a:xfrm>
              <a:off x="3012873" y="5913375"/>
              <a:ext cx="1474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世</a:t>
              </a:r>
              <a:r>
                <a:rPr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</a:t>
              </a:r>
              <a:r>
                <a: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kumimoji="1" lang="ja-JP" altLang="en-US" sz="2400" dirty="0" smtClean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 rot="16200000">
              <a:off x="-802067" y="3602430"/>
              <a:ext cx="2995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個体群間の距離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82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各個体の類似度</a:t>
            </a:r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1388226" y="2083444"/>
            <a:ext cx="6252210" cy="4361045"/>
            <a:chOff x="1170833" y="2013995"/>
            <a:chExt cx="6252210" cy="4361045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0957" y="2013995"/>
              <a:ext cx="5702086" cy="3923467"/>
            </a:xfrm>
            <a:prstGeom prst="rect">
              <a:avLst/>
            </a:prstGeom>
          </p:spPr>
        </p:pic>
        <p:sp>
          <p:nvSpPr>
            <p:cNvPr id="9" name="テキスト ボックス 8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1</a:t>
              </a:r>
              <a:r>
                <a:rPr lang="ja-JP" altLang="en-US" sz="2400" dirty="0" smtClean="0"/>
                <a:t>→</a:t>
              </a:r>
              <a:r>
                <a:rPr lang="en-US" altLang="ja-JP" sz="2400" dirty="0"/>
                <a:t>0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10" name="テキスト ボックス 9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0</a:t>
              </a:r>
              <a:r>
                <a:rPr kumimoji="1" lang="ja-JP" altLang="en-US" sz="2400" dirty="0" smtClean="0"/>
                <a:t>→</a:t>
              </a:r>
              <a:r>
                <a:rPr lang="en-US" altLang="ja-JP" sz="2400" dirty="0"/>
                <a:t>1</a:t>
              </a:r>
              <a:r>
                <a:rPr kumimoji="1" lang="ja-JP" altLang="en-US" sz="2400" dirty="0" smtClean="0"/>
                <a:t>に変わったビット数</a:t>
              </a:r>
            </a:p>
          </p:txBody>
        </p:sp>
      </p:grpSp>
      <p:grpSp>
        <p:nvGrpSpPr>
          <p:cNvPr id="19" name="グループ化 18"/>
          <p:cNvGrpSpPr/>
          <p:nvPr/>
        </p:nvGrpSpPr>
        <p:grpSpPr>
          <a:xfrm>
            <a:off x="6375236" y="2205588"/>
            <a:ext cx="581628" cy="1253482"/>
            <a:chOff x="6409961" y="2217163"/>
            <a:chExt cx="581628" cy="1253482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409961" y="2217163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409961" y="2491361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409961" y="2765559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409961" y="3039758"/>
              <a:ext cx="5816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2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2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ja-JP" sz="2200" dirty="0" smtClean="0"/>
                <a:t> </a:t>
              </a:r>
              <a:endParaRPr kumimoji="1" lang="ja-JP" altLang="en-US" sz="22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09813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許容量を変更した問題</a:t>
            </a:r>
            <a:endParaRPr kumimoji="1" lang="ja-JP" altLang="en-US" dirty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1388226" y="2083444"/>
            <a:ext cx="6252210" cy="4361045"/>
            <a:chOff x="1170833" y="2013995"/>
            <a:chExt cx="6252210" cy="436104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0957" y="2013995"/>
              <a:ext cx="5702086" cy="3923466"/>
            </a:xfrm>
            <a:prstGeom prst="rect">
              <a:avLst/>
            </a:prstGeom>
          </p:spPr>
        </p:pic>
        <p:sp>
          <p:nvSpPr>
            <p:cNvPr id="22" name="テキスト ボックス 21"/>
            <p:cNvSpPr txBox="1"/>
            <p:nvPr/>
          </p:nvSpPr>
          <p:spPr>
            <a:xfrm>
              <a:off x="2218668" y="5913375"/>
              <a:ext cx="3675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smtClean="0"/>
                <a:t>1</a:t>
              </a:r>
              <a:r>
                <a:rPr lang="ja-JP" altLang="en-US" sz="2400" dirty="0" smtClean="0"/>
                <a:t>→</a:t>
              </a:r>
              <a:r>
                <a:rPr lang="en-US" altLang="ja-JP" sz="2400" dirty="0"/>
                <a:t>0</a:t>
              </a:r>
              <a:r>
                <a:rPr lang="ja-JP" altLang="en-US" sz="2400" dirty="0" smtClean="0"/>
                <a:t>に</a:t>
              </a:r>
              <a:r>
                <a:rPr lang="ja-JP" altLang="en-US" sz="2400" dirty="0"/>
                <a:t>変わったビット数</a:t>
              </a: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 rot="16200000">
              <a:off x="-237402" y="3743820"/>
              <a:ext cx="3278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/>
                <a:t>0</a:t>
              </a:r>
              <a:r>
                <a:rPr kumimoji="1" lang="ja-JP" altLang="en-US" sz="2400" dirty="0" smtClean="0"/>
                <a:t>→</a:t>
              </a:r>
              <a:r>
                <a:rPr lang="en-US" altLang="ja-JP" sz="2400" dirty="0"/>
                <a:t>1</a:t>
              </a:r>
              <a:r>
                <a:rPr kumimoji="1" lang="ja-JP" altLang="en-US" sz="2400" dirty="0" smtClean="0"/>
                <a:t>に変わったビット数</a:t>
              </a: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各個体の類似度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6356037" y="2225032"/>
            <a:ext cx="604298" cy="1489695"/>
            <a:chOff x="6363657" y="2225032"/>
            <a:chExt cx="604298" cy="1489695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 err="1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95648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</a:t>
            </a:r>
            <a:r>
              <a:rPr lang="ja-JP" altLang="en-US" smtClean="0"/>
              <a:t>作成する</a:t>
            </a:r>
            <a:r>
              <a:rPr lang="ja-JP" altLang="en-US"/>
              <a:t>．</a:t>
            </a:r>
            <a:endParaRPr lang="en-US" altLang="ja-JP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68732" y="2560320"/>
                <a:ext cx="211006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732" y="2560320"/>
                <a:ext cx="2110065" cy="1254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16447" y="4719930"/>
                <a:ext cx="241463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447" y="4719930"/>
                <a:ext cx="2414635" cy="12547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r>
                <a:rPr kumimoji="1" lang="en-US" altLang="ja-JP" sz="2400" dirty="0" smtClean="0"/>
                <a:t>(0.0, 2.0)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305</TotalTime>
  <Words>297</Words>
  <Application>Microsoft Office PowerPoint</Application>
  <PresentationFormat>画面に合わせる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9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アルゴリズムに対するバイナリベンチマーク問題の提案</vt:lpstr>
      <vt:lpstr>提案する問題</vt:lpstr>
      <vt:lpstr>提案する問題</vt:lpstr>
      <vt:lpstr>予備実験</vt:lpstr>
      <vt:lpstr>予備実験</vt:lpstr>
      <vt:lpstr>予備実験</vt:lpstr>
      <vt:lpstr>予備実験</vt:lpstr>
      <vt:lpstr>予備実験</vt:lpstr>
      <vt:lpstr>予備実験</vt:lpstr>
      <vt:lpstr>PowerPoint プレゼンテーション</vt:lpstr>
      <vt:lpstr>提案する問題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瓜田 俊貴</cp:lastModifiedBy>
  <cp:revision>36</cp:revision>
  <dcterms:created xsi:type="dcterms:W3CDTF">2019-12-22T18:07:24Z</dcterms:created>
  <dcterms:modified xsi:type="dcterms:W3CDTF">2020-01-30T10:57:44Z</dcterms:modified>
</cp:coreProperties>
</file>